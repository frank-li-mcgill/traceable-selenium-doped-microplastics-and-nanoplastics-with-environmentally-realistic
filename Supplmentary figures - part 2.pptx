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4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5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71" r:id="rId2"/>
    <p:sldId id="283" r:id="rId3"/>
    <p:sldId id="296" r:id="rId4"/>
    <p:sldId id="303" r:id="rId5"/>
    <p:sldId id="302" r:id="rId6"/>
    <p:sldId id="300" r:id="rId7"/>
    <p:sldId id="301" r:id="rId8"/>
  </p:sldIdLst>
  <p:sldSz cx="12192000" cy="24371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DB"/>
    <a:srgbClr val="FF0000"/>
    <a:srgbClr val="FFFFFF"/>
    <a:srgbClr val="7B0000"/>
    <a:srgbClr val="83CBEB"/>
    <a:srgbClr val="B0DEF2"/>
    <a:srgbClr val="D9D9D9"/>
    <a:srgbClr val="E40D0D"/>
    <a:srgbClr val="66FF66"/>
    <a:srgbClr val="14D4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354A2D-9406-4510-8635-025107BA7187}" v="97" dt="2026-09-08T02:04:12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10" autoAdjust="0"/>
  </p:normalViewPr>
  <p:slideViewPr>
    <p:cSldViewPr snapToGrid="0">
      <p:cViewPr varScale="1">
        <p:scale>
          <a:sx n="29" d="100"/>
          <a:sy n="29" d="100"/>
        </p:scale>
        <p:origin x="31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Li" userId="c98335e8-ff13-4752-8ac1-caa2d56c599c" providerId="ADAL" clId="{9F17A462-E45F-45A6-8465-5B30E7AC8260}"/>
    <pc:docChg chg="undo custSel modSld">
      <pc:chgData name="Frank Li" userId="c98335e8-ff13-4752-8ac1-caa2d56c599c" providerId="ADAL" clId="{9F17A462-E45F-45A6-8465-5B30E7AC8260}" dt="2026-09-08T18:23:49.491" v="553" actId="1076"/>
      <pc:docMkLst>
        <pc:docMk/>
      </pc:docMkLst>
      <pc:sldChg chg="addSp delSp modSp mod">
        <pc:chgData name="Frank Li" userId="c98335e8-ff13-4752-8ac1-caa2d56c599c" providerId="ADAL" clId="{9F17A462-E45F-45A6-8465-5B30E7AC8260}" dt="2026-09-08T18:23:49.491" v="553" actId="1076"/>
        <pc:sldMkLst>
          <pc:docMk/>
          <pc:sldMk cId="344627213" sldId="261"/>
        </pc:sldMkLst>
        <pc:spChg chg="mod">
          <ac:chgData name="Frank Li" userId="c98335e8-ff13-4752-8ac1-caa2d56c599c" providerId="ADAL" clId="{9F17A462-E45F-45A6-8465-5B30E7AC8260}" dt="2026-08-31T23:05:48.924" v="192" actId="1076"/>
          <ac:spMkLst>
            <pc:docMk/>
            <pc:sldMk cId="344627213" sldId="261"/>
            <ac:spMk id="6" creationId="{C5E077DF-F60C-D4E0-FE35-E85086CF7246}"/>
          </ac:spMkLst>
        </pc:spChg>
        <pc:spChg chg="add del mod">
          <ac:chgData name="Frank Li" userId="c98335e8-ff13-4752-8ac1-caa2d56c599c" providerId="ADAL" clId="{9F17A462-E45F-45A6-8465-5B30E7AC8260}" dt="2026-09-07T13:55:35.827" v="294"/>
          <ac:spMkLst>
            <pc:docMk/>
            <pc:sldMk cId="344627213" sldId="261"/>
            <ac:spMk id="7" creationId="{57547FCA-B2E3-7BCF-956A-01EC67C03DBC}"/>
          </ac:spMkLst>
        </pc:spChg>
        <pc:spChg chg="mod ord">
          <ac:chgData name="Frank Li" userId="c98335e8-ff13-4752-8ac1-caa2d56c599c" providerId="ADAL" clId="{9F17A462-E45F-45A6-8465-5B30E7AC8260}" dt="2026-09-07T16:40:41.371" v="406" actId="1076"/>
          <ac:spMkLst>
            <pc:docMk/>
            <pc:sldMk cId="344627213" sldId="261"/>
            <ac:spMk id="10" creationId="{35DA629D-7261-19C6-2F13-A538D0219785}"/>
          </ac:spMkLst>
        </pc:spChg>
        <pc:spChg chg="mod ord topLvl">
          <ac:chgData name="Frank Li" userId="c98335e8-ff13-4752-8ac1-caa2d56c599c" providerId="ADAL" clId="{9F17A462-E45F-45A6-8465-5B30E7AC8260}" dt="2026-09-07T16:42:08.510" v="419" actId="207"/>
          <ac:spMkLst>
            <pc:docMk/>
            <pc:sldMk cId="344627213" sldId="261"/>
            <ac:spMk id="14" creationId="{865B5B35-D077-DA47-E9BF-D154564FFBA1}"/>
          </ac:spMkLst>
        </pc:spChg>
        <pc:spChg chg="mod topLvl">
          <ac:chgData name="Frank Li" userId="c98335e8-ff13-4752-8ac1-caa2d56c599c" providerId="ADAL" clId="{9F17A462-E45F-45A6-8465-5B30E7AC8260}" dt="2026-09-07T16:41:00.121" v="407" actId="165"/>
          <ac:spMkLst>
            <pc:docMk/>
            <pc:sldMk cId="344627213" sldId="261"/>
            <ac:spMk id="16" creationId="{919C7477-CA66-D303-2432-7BD7D26E50BB}"/>
          </ac:spMkLst>
        </pc:spChg>
        <pc:spChg chg="mod ord topLvl">
          <ac:chgData name="Frank Li" userId="c98335e8-ff13-4752-8ac1-caa2d56c599c" providerId="ADAL" clId="{9F17A462-E45F-45A6-8465-5B30E7AC8260}" dt="2026-09-07T16:41:46.126" v="417" actId="1076"/>
          <ac:spMkLst>
            <pc:docMk/>
            <pc:sldMk cId="344627213" sldId="261"/>
            <ac:spMk id="17" creationId="{BB5EE4E4-45C1-C0F3-131D-47052A826DF3}"/>
          </ac:spMkLst>
        </pc:spChg>
        <pc:spChg chg="mod ord topLvl">
          <ac:chgData name="Frank Li" userId="c98335e8-ff13-4752-8ac1-caa2d56c599c" providerId="ADAL" clId="{9F17A462-E45F-45A6-8465-5B30E7AC8260}" dt="2026-09-07T16:41:41.306" v="416" actId="1076"/>
          <ac:spMkLst>
            <pc:docMk/>
            <pc:sldMk cId="344627213" sldId="261"/>
            <ac:spMk id="18" creationId="{A42F740B-4D91-5233-C57E-7FB767E96DB6}"/>
          </ac:spMkLst>
        </pc:spChg>
        <pc:spChg chg="mod ord topLvl">
          <ac:chgData name="Frank Li" userId="c98335e8-ff13-4752-8ac1-caa2d56c599c" providerId="ADAL" clId="{9F17A462-E45F-45A6-8465-5B30E7AC8260}" dt="2026-09-07T16:41:41.306" v="416" actId="1076"/>
          <ac:spMkLst>
            <pc:docMk/>
            <pc:sldMk cId="344627213" sldId="261"/>
            <ac:spMk id="19" creationId="{6C5C8426-A65F-9E62-F43A-6B332C5E1B74}"/>
          </ac:spMkLst>
        </pc:spChg>
        <pc:spChg chg="mod">
          <ac:chgData name="Frank Li" userId="c98335e8-ff13-4752-8ac1-caa2d56c599c" providerId="ADAL" clId="{9F17A462-E45F-45A6-8465-5B30E7AC8260}" dt="2026-08-31T23:05:55.079" v="194" actId="1076"/>
          <ac:spMkLst>
            <pc:docMk/>
            <pc:sldMk cId="344627213" sldId="261"/>
            <ac:spMk id="20" creationId="{D682F530-EAB4-BC84-6D52-1A88CE1366FE}"/>
          </ac:spMkLst>
        </pc:spChg>
        <pc:spChg chg="mod ord">
          <ac:chgData name="Frank Li" userId="c98335e8-ff13-4752-8ac1-caa2d56c599c" providerId="ADAL" clId="{9F17A462-E45F-45A6-8465-5B30E7AC8260}" dt="2026-09-07T16:40:41.371" v="406" actId="1076"/>
          <ac:spMkLst>
            <pc:docMk/>
            <pc:sldMk cId="344627213" sldId="261"/>
            <ac:spMk id="21" creationId="{4E729550-D607-476C-1C2C-2931BC43865D}"/>
          </ac:spMkLst>
        </pc:spChg>
        <pc:spChg chg="mod">
          <ac:chgData name="Frank Li" userId="c98335e8-ff13-4752-8ac1-caa2d56c599c" providerId="ADAL" clId="{9F17A462-E45F-45A6-8465-5B30E7AC8260}" dt="2026-09-07T16:42:40.691" v="421" actId="1076"/>
          <ac:spMkLst>
            <pc:docMk/>
            <pc:sldMk cId="344627213" sldId="261"/>
            <ac:spMk id="31" creationId="{5A6DFC3B-52DD-3703-BA36-84C794673AF3}"/>
          </ac:spMkLst>
        </pc:spChg>
        <pc:spChg chg="mod">
          <ac:chgData name="Frank Li" userId="c98335e8-ff13-4752-8ac1-caa2d56c599c" providerId="ADAL" clId="{9F17A462-E45F-45A6-8465-5B30E7AC8260}" dt="2026-09-02T01:03:38.523" v="282" actId="2711"/>
          <ac:spMkLst>
            <pc:docMk/>
            <pc:sldMk cId="344627213" sldId="261"/>
            <ac:spMk id="37" creationId="{4D56BCBC-23AD-0D46-267F-C43C36F1779A}"/>
          </ac:spMkLst>
        </pc:spChg>
        <pc:spChg chg="mod">
          <ac:chgData name="Frank Li" userId="c98335e8-ff13-4752-8ac1-caa2d56c599c" providerId="ADAL" clId="{9F17A462-E45F-45A6-8465-5B30E7AC8260}" dt="2026-09-02T01:03:38.523" v="282" actId="2711"/>
          <ac:spMkLst>
            <pc:docMk/>
            <pc:sldMk cId="344627213" sldId="261"/>
            <ac:spMk id="38" creationId="{EB0A7D3C-09D4-7CDC-3C58-FAF77FEAC8AD}"/>
          </ac:spMkLst>
        </pc:spChg>
        <pc:spChg chg="del mod">
          <ac:chgData name="Frank Li" userId="c98335e8-ff13-4752-8ac1-caa2d56c599c" providerId="ADAL" clId="{9F17A462-E45F-45A6-8465-5B30E7AC8260}" dt="2026-09-07T16:45:38.309" v="438" actId="478"/>
          <ac:spMkLst>
            <pc:docMk/>
            <pc:sldMk cId="344627213" sldId="261"/>
            <ac:spMk id="48" creationId="{04D207A2-B850-A2C4-6AC1-470B0DDF7758}"/>
          </ac:spMkLst>
        </pc:spChg>
        <pc:spChg chg="add mod topLvl">
          <ac:chgData name="Frank Li" userId="c98335e8-ff13-4752-8ac1-caa2d56c599c" providerId="ADAL" clId="{9F17A462-E45F-45A6-8465-5B30E7AC8260}" dt="2026-09-07T17:04:37.557" v="498" actId="165"/>
          <ac:spMkLst>
            <pc:docMk/>
            <pc:sldMk cId="344627213" sldId="261"/>
            <ac:spMk id="56" creationId="{D6E26BA8-1554-6029-D229-568097FC7B6B}"/>
          </ac:spMkLst>
        </pc:spChg>
        <pc:spChg chg="mod topLvl">
          <ac:chgData name="Frank Li" userId="c98335e8-ff13-4752-8ac1-caa2d56c599c" providerId="ADAL" clId="{9F17A462-E45F-45A6-8465-5B30E7AC8260}" dt="2026-09-08T02:03:54.084" v="540" actId="165"/>
          <ac:spMkLst>
            <pc:docMk/>
            <pc:sldMk cId="344627213" sldId="261"/>
            <ac:spMk id="59" creationId="{9FBC6B4D-8CC5-2E48-7610-0002F397E892}"/>
          </ac:spMkLst>
        </pc:spChg>
        <pc:spChg chg="mod topLvl">
          <ac:chgData name="Frank Li" userId="c98335e8-ff13-4752-8ac1-caa2d56c599c" providerId="ADAL" clId="{9F17A462-E45F-45A6-8465-5B30E7AC8260}" dt="2026-09-08T02:03:54.084" v="540" actId="165"/>
          <ac:spMkLst>
            <pc:docMk/>
            <pc:sldMk cId="344627213" sldId="261"/>
            <ac:spMk id="60" creationId="{276FCA9C-53D4-6EFE-6098-6D8C04BC35C8}"/>
          </ac:spMkLst>
        </pc:spChg>
        <pc:spChg chg="mod topLvl">
          <ac:chgData name="Frank Li" userId="c98335e8-ff13-4752-8ac1-caa2d56c599c" providerId="ADAL" clId="{9F17A462-E45F-45A6-8465-5B30E7AC8260}" dt="2026-09-08T02:03:54.084" v="540" actId="165"/>
          <ac:spMkLst>
            <pc:docMk/>
            <pc:sldMk cId="344627213" sldId="261"/>
            <ac:spMk id="61" creationId="{793BCE33-7205-66D6-706E-D3C459F413F1}"/>
          </ac:spMkLst>
        </pc:spChg>
        <pc:spChg chg="del mod">
          <ac:chgData name="Frank Li" userId="c98335e8-ff13-4752-8ac1-caa2d56c599c" providerId="ADAL" clId="{9F17A462-E45F-45A6-8465-5B30E7AC8260}" dt="2026-09-07T16:45:38.309" v="438" actId="478"/>
          <ac:spMkLst>
            <pc:docMk/>
            <pc:sldMk cId="344627213" sldId="261"/>
            <ac:spMk id="74" creationId="{91D2C878-D33F-8750-60A6-CB56D8E873C4}"/>
          </ac:spMkLst>
        </pc:spChg>
        <pc:spChg chg="mod topLvl">
          <ac:chgData name="Frank Li" userId="c98335e8-ff13-4752-8ac1-caa2d56c599c" providerId="ADAL" clId="{9F17A462-E45F-45A6-8465-5B30E7AC8260}" dt="2026-09-08T02:04:41.519" v="544" actId="1076"/>
          <ac:spMkLst>
            <pc:docMk/>
            <pc:sldMk cId="344627213" sldId="261"/>
            <ac:spMk id="85" creationId="{85FFBED7-1580-E46E-DAFD-86287BE447AB}"/>
          </ac:spMkLst>
        </pc:spChg>
        <pc:spChg chg="mod topLvl">
          <ac:chgData name="Frank Li" userId="c98335e8-ff13-4752-8ac1-caa2d56c599c" providerId="ADAL" clId="{9F17A462-E45F-45A6-8465-5B30E7AC8260}" dt="2026-09-08T02:04:02.695" v="541" actId="1076"/>
          <ac:spMkLst>
            <pc:docMk/>
            <pc:sldMk cId="344627213" sldId="261"/>
            <ac:spMk id="86" creationId="{6ED8D526-DA90-2FA2-4188-90111F940835}"/>
          </ac:spMkLst>
        </pc:spChg>
        <pc:spChg chg="mod">
          <ac:chgData name="Frank Li" userId="c98335e8-ff13-4752-8ac1-caa2d56c599c" providerId="ADAL" clId="{9F17A462-E45F-45A6-8465-5B30E7AC8260}" dt="2026-09-07T17:14:12.687" v="536" actId="1076"/>
          <ac:spMkLst>
            <pc:docMk/>
            <pc:sldMk cId="344627213" sldId="261"/>
            <ac:spMk id="87" creationId="{E98C6C98-7519-36AC-1990-279A22B35F3D}"/>
          </ac:spMkLst>
        </pc:spChg>
        <pc:spChg chg="mod ord">
          <ac:chgData name="Frank Li" userId="c98335e8-ff13-4752-8ac1-caa2d56c599c" providerId="ADAL" clId="{9F17A462-E45F-45A6-8465-5B30E7AC8260}" dt="2026-09-07T16:41:25.127" v="413" actId="1076"/>
          <ac:spMkLst>
            <pc:docMk/>
            <pc:sldMk cId="344627213" sldId="261"/>
            <ac:spMk id="96" creationId="{36D4661A-97E5-D2BF-DCE4-408C0B49DE17}"/>
          </ac:spMkLst>
        </pc:spChg>
        <pc:spChg chg="mod">
          <ac:chgData name="Frank Li" userId="c98335e8-ff13-4752-8ac1-caa2d56c599c" providerId="ADAL" clId="{9F17A462-E45F-45A6-8465-5B30E7AC8260}" dt="2026-09-08T18:23:21.812" v="551" actId="1076"/>
          <ac:spMkLst>
            <pc:docMk/>
            <pc:sldMk cId="344627213" sldId="261"/>
            <ac:spMk id="97" creationId="{198A2B2C-4A27-D43B-F2B9-62D73C7FA21D}"/>
          </ac:spMkLst>
        </pc:spChg>
        <pc:spChg chg="mod">
          <ac:chgData name="Frank Li" userId="c98335e8-ff13-4752-8ac1-caa2d56c599c" providerId="ADAL" clId="{9F17A462-E45F-45A6-8465-5B30E7AC8260}" dt="2026-09-08T18:23:49.491" v="553" actId="1076"/>
          <ac:spMkLst>
            <pc:docMk/>
            <pc:sldMk cId="344627213" sldId="261"/>
            <ac:spMk id="98" creationId="{DF96E3B9-15B9-1811-54BB-252A725FC9D1}"/>
          </ac:spMkLst>
        </pc:spChg>
        <pc:spChg chg="mod">
          <ac:chgData name="Frank Li" userId="c98335e8-ff13-4752-8ac1-caa2d56c599c" providerId="ADAL" clId="{9F17A462-E45F-45A6-8465-5B30E7AC8260}" dt="2026-09-07T16:44:22.617" v="425" actId="207"/>
          <ac:spMkLst>
            <pc:docMk/>
            <pc:sldMk cId="344627213" sldId="261"/>
            <ac:spMk id="104" creationId="{C0AA24E3-6EC2-FC2D-AD50-572A7FA7C178}"/>
          </ac:spMkLst>
        </pc:spChg>
        <pc:spChg chg="mod topLvl">
          <ac:chgData name="Frank Li" userId="c98335e8-ff13-4752-8ac1-caa2d56c599c" providerId="ADAL" clId="{9F17A462-E45F-45A6-8465-5B30E7AC8260}" dt="2026-09-08T02:03:54.084" v="540" actId="165"/>
          <ac:spMkLst>
            <pc:docMk/>
            <pc:sldMk cId="344627213" sldId="261"/>
            <ac:spMk id="105" creationId="{7EF7F396-51D2-7767-826C-1176777E9FF5}"/>
          </ac:spMkLst>
        </pc:spChg>
        <pc:spChg chg="mod">
          <ac:chgData name="Frank Li" userId="c98335e8-ff13-4752-8ac1-caa2d56c599c" providerId="ADAL" clId="{9F17A462-E45F-45A6-8465-5B30E7AC8260}" dt="2026-09-07T16:44:52.149" v="430" actId="207"/>
          <ac:spMkLst>
            <pc:docMk/>
            <pc:sldMk cId="344627213" sldId="261"/>
            <ac:spMk id="110" creationId="{08D6BA71-5258-94A0-5D43-0CB56C924A31}"/>
          </ac:spMkLst>
        </pc:spChg>
        <pc:spChg chg="mod ord">
          <ac:chgData name="Frank Li" userId="c98335e8-ff13-4752-8ac1-caa2d56c599c" providerId="ADAL" clId="{9F17A462-E45F-45A6-8465-5B30E7AC8260}" dt="2026-09-07T17:13:51.998" v="535" actId="1076"/>
          <ac:spMkLst>
            <pc:docMk/>
            <pc:sldMk cId="344627213" sldId="261"/>
            <ac:spMk id="114" creationId="{259F9847-5445-714F-9F6E-61705EDD580F}"/>
          </ac:spMkLst>
        </pc:spChg>
        <pc:spChg chg="mod ord">
          <ac:chgData name="Frank Li" userId="c98335e8-ff13-4752-8ac1-caa2d56c599c" providerId="ADAL" clId="{9F17A462-E45F-45A6-8465-5B30E7AC8260}" dt="2026-09-07T16:53:18.455" v="440" actId="1076"/>
          <ac:spMkLst>
            <pc:docMk/>
            <pc:sldMk cId="344627213" sldId="261"/>
            <ac:spMk id="157" creationId="{05462CCD-41B5-715E-CA51-CC037160DDB9}"/>
          </ac:spMkLst>
        </pc:spChg>
        <pc:spChg chg="mod">
          <ac:chgData name="Frank Li" userId="c98335e8-ff13-4752-8ac1-caa2d56c599c" providerId="ADAL" clId="{9F17A462-E45F-45A6-8465-5B30E7AC8260}" dt="2026-09-07T17:13:08.188" v="533" actId="1076"/>
          <ac:spMkLst>
            <pc:docMk/>
            <pc:sldMk cId="344627213" sldId="261"/>
            <ac:spMk id="188" creationId="{8603E94B-9BDE-605D-5B97-CD8EA3101223}"/>
          </ac:spMkLst>
        </pc:spChg>
        <pc:spChg chg="mod">
          <ac:chgData name="Frank Li" userId="c98335e8-ff13-4752-8ac1-caa2d56c599c" providerId="ADAL" clId="{9F17A462-E45F-45A6-8465-5B30E7AC8260}" dt="2026-09-02T01:03:38.523" v="282" actId="2711"/>
          <ac:spMkLst>
            <pc:docMk/>
            <pc:sldMk cId="344627213" sldId="261"/>
            <ac:spMk id="237" creationId="{26EE51AD-2A62-7EF1-7731-053716486AEA}"/>
          </ac:spMkLst>
        </pc:spChg>
        <pc:spChg chg="mod">
          <ac:chgData name="Frank Li" userId="c98335e8-ff13-4752-8ac1-caa2d56c599c" providerId="ADAL" clId="{9F17A462-E45F-45A6-8465-5B30E7AC8260}" dt="2026-09-07T16:45:17.792" v="435" actId="207"/>
          <ac:spMkLst>
            <pc:docMk/>
            <pc:sldMk cId="344627213" sldId="261"/>
            <ac:spMk id="242" creationId="{1E460FA2-4922-2BAE-109B-3F7C1C1C4959}"/>
          </ac:spMkLst>
        </pc:spChg>
        <pc:spChg chg="mod">
          <ac:chgData name="Frank Li" userId="c98335e8-ff13-4752-8ac1-caa2d56c599c" providerId="ADAL" clId="{9F17A462-E45F-45A6-8465-5B30E7AC8260}" dt="2026-09-07T16:45:19.833" v="436" actId="207"/>
          <ac:spMkLst>
            <pc:docMk/>
            <pc:sldMk cId="344627213" sldId="261"/>
            <ac:spMk id="243" creationId="{C088FCA9-AD69-E3E9-D3C3-3B170E15F15D}"/>
          </ac:spMkLst>
        </pc:spChg>
        <pc:spChg chg="mod">
          <ac:chgData name="Frank Li" userId="c98335e8-ff13-4752-8ac1-caa2d56c599c" providerId="ADAL" clId="{9F17A462-E45F-45A6-8465-5B30E7AC8260}" dt="2026-09-07T16:45:15.662" v="434" actId="207"/>
          <ac:spMkLst>
            <pc:docMk/>
            <pc:sldMk cId="344627213" sldId="261"/>
            <ac:spMk id="244" creationId="{06B5BD8E-F54B-43B3-1951-0B67DC40BDA7}"/>
          </ac:spMkLst>
        </pc:spChg>
        <pc:spChg chg="mod">
          <ac:chgData name="Frank Li" userId="c98335e8-ff13-4752-8ac1-caa2d56c599c" providerId="ADAL" clId="{9F17A462-E45F-45A6-8465-5B30E7AC8260}" dt="2026-09-07T16:45:12.863" v="433" actId="207"/>
          <ac:spMkLst>
            <pc:docMk/>
            <pc:sldMk cId="344627213" sldId="261"/>
            <ac:spMk id="245" creationId="{406577E9-DD87-8920-44BA-168DA9A09187}"/>
          </ac:spMkLst>
        </pc:spChg>
        <pc:spChg chg="mod">
          <ac:chgData name="Frank Li" userId="c98335e8-ff13-4752-8ac1-caa2d56c599c" providerId="ADAL" clId="{9F17A462-E45F-45A6-8465-5B30E7AC8260}" dt="2026-09-07T16:45:10.289" v="432" actId="207"/>
          <ac:spMkLst>
            <pc:docMk/>
            <pc:sldMk cId="344627213" sldId="261"/>
            <ac:spMk id="246" creationId="{CBD0D709-23C8-CAB7-E1C5-358232C49F7B}"/>
          </ac:spMkLst>
        </pc:spChg>
        <pc:spChg chg="mod">
          <ac:chgData name="Frank Li" userId="c98335e8-ff13-4752-8ac1-caa2d56c599c" providerId="ADAL" clId="{9F17A462-E45F-45A6-8465-5B30E7AC8260}" dt="2026-09-07T16:45:08.012" v="431" actId="207"/>
          <ac:spMkLst>
            <pc:docMk/>
            <pc:sldMk cId="344627213" sldId="261"/>
            <ac:spMk id="247" creationId="{AEF44015-8CEE-EE77-0BB5-A38963567915}"/>
          </ac:spMkLst>
        </pc:spChg>
        <pc:grpChg chg="add del mod">
          <ac:chgData name="Frank Li" userId="c98335e8-ff13-4752-8ac1-caa2d56c599c" providerId="ADAL" clId="{9F17A462-E45F-45A6-8465-5B30E7AC8260}" dt="2026-09-07T17:02:33.379" v="476" actId="478"/>
          <ac:grpSpMkLst>
            <pc:docMk/>
            <pc:sldMk cId="344627213" sldId="261"/>
            <ac:grpSpMk id="2" creationId="{376931E9-DC6D-E248-CC8F-140A29A90ABB}"/>
          </ac:grpSpMkLst>
        </pc:grpChg>
        <pc:grpChg chg="del mod">
          <ac:chgData name="Frank Li" userId="c98335e8-ff13-4752-8ac1-caa2d56c599c" providerId="ADAL" clId="{9F17A462-E45F-45A6-8465-5B30E7AC8260}" dt="2026-09-07T16:41:00.121" v="407" actId="165"/>
          <ac:grpSpMkLst>
            <pc:docMk/>
            <pc:sldMk cId="344627213" sldId="261"/>
            <ac:grpSpMk id="23" creationId="{A536A948-7683-6035-7A80-32A9D2E5D6D0}"/>
          </ac:grpSpMkLst>
        </pc:grpChg>
        <pc:grpChg chg="add del mod">
          <ac:chgData name="Frank Li" userId="c98335e8-ff13-4752-8ac1-caa2d56c599c" providerId="ADAL" clId="{9F17A462-E45F-45A6-8465-5B30E7AC8260}" dt="2026-09-07T17:04:37.557" v="498" actId="165"/>
          <ac:grpSpMkLst>
            <pc:docMk/>
            <pc:sldMk cId="344627213" sldId="261"/>
            <ac:grpSpMk id="57" creationId="{0451B6D4-E3F0-FD32-CE9F-311BF6C08FE6}"/>
          </ac:grpSpMkLst>
        </pc:grpChg>
        <pc:grpChg chg="add mod">
          <ac:chgData name="Frank Li" userId="c98335e8-ff13-4752-8ac1-caa2d56c599c" providerId="ADAL" clId="{9F17A462-E45F-45A6-8465-5B30E7AC8260}" dt="2026-09-07T17:11:53.748" v="524" actId="1076"/>
          <ac:grpSpMkLst>
            <pc:docMk/>
            <pc:sldMk cId="344627213" sldId="261"/>
            <ac:grpSpMk id="58" creationId="{FBF5BE94-8CF7-8E0C-9547-B32BE5427A5C}"/>
          </ac:grpSpMkLst>
        </pc:grpChg>
        <pc:grpChg chg="add del mod">
          <ac:chgData name="Frank Li" userId="c98335e8-ff13-4752-8ac1-caa2d56c599c" providerId="ADAL" clId="{9F17A462-E45F-45A6-8465-5B30E7AC8260}" dt="2026-09-08T02:04:12.560" v="542" actId="165"/>
          <ac:grpSpMkLst>
            <pc:docMk/>
            <pc:sldMk cId="344627213" sldId="261"/>
            <ac:grpSpMk id="65" creationId="{7ED05E2E-F80B-7FCF-B1EF-2D0E3FF10661}"/>
          </ac:grpSpMkLst>
        </pc:grpChg>
        <pc:grpChg chg="del topLvl">
          <ac:chgData name="Frank Li" userId="c98335e8-ff13-4752-8ac1-caa2d56c599c" providerId="ADAL" clId="{9F17A462-E45F-45A6-8465-5B30E7AC8260}" dt="2026-09-07T13:55:36.596" v="295" actId="478"/>
          <ac:grpSpMkLst>
            <pc:docMk/>
            <pc:sldMk cId="344627213" sldId="261"/>
            <ac:grpSpMk id="112" creationId="{96C9BB5B-8ABE-9607-4181-2F09A09E4A6E}"/>
          </ac:grpSpMkLst>
        </pc:grpChg>
        <pc:grpChg chg="del mod">
          <ac:chgData name="Frank Li" userId="c98335e8-ff13-4752-8ac1-caa2d56c599c" providerId="ADAL" clId="{9F17A462-E45F-45A6-8465-5B30E7AC8260}" dt="2026-09-07T13:55:35.823" v="292" actId="478"/>
          <ac:grpSpMkLst>
            <pc:docMk/>
            <pc:sldMk cId="344627213" sldId="261"/>
            <ac:grpSpMk id="113" creationId="{4D992742-51BF-DB1F-48D3-4795A2F7DF15}"/>
          </ac:grpSpMkLst>
        </pc:grpChg>
        <pc:grpChg chg="del mod topLvl">
          <ac:chgData name="Frank Li" userId="c98335e8-ff13-4752-8ac1-caa2d56c599c" providerId="ADAL" clId="{9F17A462-E45F-45A6-8465-5B30E7AC8260}" dt="2026-09-08T02:03:54.084" v="540" actId="165"/>
          <ac:grpSpMkLst>
            <pc:docMk/>
            <pc:sldMk cId="344627213" sldId="261"/>
            <ac:grpSpMk id="120" creationId="{48943A73-83A6-9B68-FDF0-96581D2F8D32}"/>
          </ac:grpSpMkLst>
        </pc:grpChg>
        <pc:grpChg chg="add del mod ord">
          <ac:chgData name="Frank Li" userId="c98335e8-ff13-4752-8ac1-caa2d56c599c" providerId="ADAL" clId="{9F17A462-E45F-45A6-8465-5B30E7AC8260}" dt="2026-09-07T17:11:45.156" v="522" actId="165"/>
          <ac:grpSpMkLst>
            <pc:docMk/>
            <pc:sldMk cId="344627213" sldId="261"/>
            <ac:grpSpMk id="166" creationId="{9BAB9D5E-6EC7-F85B-0B19-817561FAB89A}"/>
          </ac:grpSpMkLst>
        </pc:grpChg>
        <pc:graphicFrameChg chg="add del mod">
          <ac:chgData name="Frank Li" userId="c98335e8-ff13-4752-8ac1-caa2d56c599c" providerId="ADAL" clId="{9F17A462-E45F-45A6-8465-5B30E7AC8260}" dt="2026-09-07T16:10:29.043" v="324" actId="478"/>
          <ac:graphicFrameMkLst>
            <pc:docMk/>
            <pc:sldMk cId="344627213" sldId="261"/>
            <ac:graphicFrameMk id="9" creationId="{8998CD65-8F9A-A974-F6FB-006DA5983D7D}"/>
          </ac:graphicFrameMkLst>
        </pc:graphicFrameChg>
        <pc:graphicFrameChg chg="add del mod">
          <ac:chgData name="Frank Li" userId="c98335e8-ff13-4752-8ac1-caa2d56c599c" providerId="ADAL" clId="{9F17A462-E45F-45A6-8465-5B30E7AC8260}" dt="2026-09-07T16:11:40.127" v="329" actId="478"/>
          <ac:graphicFrameMkLst>
            <pc:docMk/>
            <pc:sldMk cId="344627213" sldId="261"/>
            <ac:graphicFrameMk id="11" creationId="{68A1DAC0-8E32-9566-BE56-6A2D68397BAB}"/>
          </ac:graphicFrameMkLst>
        </pc:graphicFrameChg>
        <pc:graphicFrameChg chg="add del mod">
          <ac:chgData name="Frank Li" userId="c98335e8-ff13-4752-8ac1-caa2d56c599c" providerId="ADAL" clId="{9F17A462-E45F-45A6-8465-5B30E7AC8260}" dt="2026-09-07T16:15:53.900" v="339" actId="478"/>
          <ac:graphicFrameMkLst>
            <pc:docMk/>
            <pc:sldMk cId="344627213" sldId="261"/>
            <ac:graphicFrameMk id="24" creationId="{937842D7-8B53-3CF4-D367-000519B8592A}"/>
          </ac:graphicFrameMkLst>
        </pc:graphicFrameChg>
        <pc:graphicFrameChg chg="add mod ord">
          <ac:chgData name="Frank Li" userId="c98335e8-ff13-4752-8ac1-caa2d56c599c" providerId="ADAL" clId="{9F17A462-E45F-45A6-8465-5B30E7AC8260}" dt="2026-09-07T16:37:59.643" v="381" actId="692"/>
          <ac:graphicFrameMkLst>
            <pc:docMk/>
            <pc:sldMk cId="344627213" sldId="261"/>
            <ac:graphicFrameMk id="26" creationId="{0BAFBA84-ED29-08DA-1DED-033A6E6C91E7}"/>
          </ac:graphicFrameMkLst>
        </pc:graphicFrameChg>
        <pc:graphicFrameChg chg="add del mod">
          <ac:chgData name="Frank Li" userId="c98335e8-ff13-4752-8ac1-caa2d56c599c" providerId="ADAL" clId="{9F17A462-E45F-45A6-8465-5B30E7AC8260}" dt="2026-09-07T16:16:50.803" v="346" actId="478"/>
          <ac:graphicFrameMkLst>
            <pc:docMk/>
            <pc:sldMk cId="344627213" sldId="261"/>
            <ac:graphicFrameMk id="28" creationId="{3ED75567-7527-42CB-99BB-D9CD50164653}"/>
          </ac:graphicFrameMkLst>
        </pc:graphicFrameChg>
        <pc:graphicFrameChg chg="add mod">
          <ac:chgData name="Frank Li" userId="c98335e8-ff13-4752-8ac1-caa2d56c599c" providerId="ADAL" clId="{9F17A462-E45F-45A6-8465-5B30E7AC8260}" dt="2026-09-07T16:40:41.371" v="406" actId="1076"/>
          <ac:graphicFrameMkLst>
            <pc:docMk/>
            <pc:sldMk cId="344627213" sldId="261"/>
            <ac:graphicFrameMk id="29" creationId="{E61D3F8D-1EBE-E7BF-0DA1-EB2A90914CB3}"/>
          </ac:graphicFrameMkLst>
        </pc:graphicFrameChg>
        <pc:graphicFrameChg chg="add mod">
          <ac:chgData name="Frank Li" userId="c98335e8-ff13-4752-8ac1-caa2d56c599c" providerId="ADAL" clId="{9F17A462-E45F-45A6-8465-5B30E7AC8260}" dt="2026-09-07T16:40:41.371" v="406" actId="1076"/>
          <ac:graphicFrameMkLst>
            <pc:docMk/>
            <pc:sldMk cId="344627213" sldId="261"/>
            <ac:graphicFrameMk id="30" creationId="{67CD1528-A242-BB07-9705-F0657C42698B}"/>
          </ac:graphicFrameMkLst>
        </pc:graphicFrameChg>
        <pc:graphicFrameChg chg="add del mod">
          <ac:chgData name="Frank Li" userId="c98335e8-ff13-4752-8ac1-caa2d56c599c" providerId="ADAL" clId="{9F17A462-E45F-45A6-8465-5B30E7AC8260}" dt="2026-09-07T16:36:29.599" v="368" actId="478"/>
          <ac:graphicFrameMkLst>
            <pc:docMk/>
            <pc:sldMk cId="344627213" sldId="261"/>
            <ac:graphicFrameMk id="33" creationId="{D3F11EE3-AC3B-AEDE-4A5D-29505CB7F631}"/>
          </ac:graphicFrameMkLst>
        </pc:graphicFrameChg>
        <pc:graphicFrameChg chg="add del mod">
          <ac:chgData name="Frank Li" userId="c98335e8-ff13-4752-8ac1-caa2d56c599c" providerId="ADAL" clId="{9F17A462-E45F-45A6-8465-5B30E7AC8260}" dt="2026-09-07T16:36:41.928" v="373" actId="478"/>
          <ac:graphicFrameMkLst>
            <pc:docMk/>
            <pc:sldMk cId="344627213" sldId="261"/>
            <ac:graphicFrameMk id="42" creationId="{D3F11EE3-AC3B-AEDE-4A5D-29505CB7F631}"/>
          </ac:graphicFrameMkLst>
        </pc:graphicFrameChg>
        <pc:graphicFrameChg chg="mod topLvl">
          <ac:chgData name="Frank Li" userId="c98335e8-ff13-4752-8ac1-caa2d56c599c" providerId="ADAL" clId="{9F17A462-E45F-45A6-8465-5B30E7AC8260}" dt="2026-09-08T02:04:12.560" v="542" actId="165"/>
          <ac:graphicFrameMkLst>
            <pc:docMk/>
            <pc:sldMk cId="344627213" sldId="261"/>
            <ac:graphicFrameMk id="49" creationId="{FF2426C0-DC17-6E07-B1DC-81B09C1E2E1E}"/>
          </ac:graphicFrameMkLst>
        </pc:graphicFrameChg>
        <pc:graphicFrameChg chg="add mod">
          <ac:chgData name="Frank Li" userId="c98335e8-ff13-4752-8ac1-caa2d56c599c" providerId="ADAL" clId="{9F17A462-E45F-45A6-8465-5B30E7AC8260}" dt="2026-09-07T16:40:18.220" v="403" actId="1076"/>
          <ac:graphicFrameMkLst>
            <pc:docMk/>
            <pc:sldMk cId="344627213" sldId="261"/>
            <ac:graphicFrameMk id="50" creationId="{D3F11EE3-AC3B-AEDE-4A5D-29505CB7F631}"/>
          </ac:graphicFrameMkLst>
        </pc:graphicFrameChg>
        <pc:graphicFrameChg chg="add mod">
          <ac:chgData name="Frank Li" userId="c98335e8-ff13-4752-8ac1-caa2d56c599c" providerId="ADAL" clId="{9F17A462-E45F-45A6-8465-5B30E7AC8260}" dt="2026-09-07T16:58:27.038" v="448"/>
          <ac:graphicFrameMkLst>
            <pc:docMk/>
            <pc:sldMk cId="344627213" sldId="261"/>
            <ac:graphicFrameMk id="51" creationId="{314DE29B-D41E-BE09-A089-059908423FC4}"/>
          </ac:graphicFrameMkLst>
        </pc:graphicFrameChg>
        <pc:graphicFrameChg chg="add mod topLvl">
          <ac:chgData name="Frank Li" userId="c98335e8-ff13-4752-8ac1-caa2d56c599c" providerId="ADAL" clId="{9F17A462-E45F-45A6-8465-5B30E7AC8260}" dt="2026-09-07T17:04:37.557" v="498" actId="165"/>
          <ac:graphicFrameMkLst>
            <pc:docMk/>
            <pc:sldMk cId="344627213" sldId="261"/>
            <ac:graphicFrameMk id="52" creationId="{314DE29B-D41E-BE09-A089-059908423FC4}"/>
          </ac:graphicFrameMkLst>
        </pc:graphicFrameChg>
        <pc:graphicFrameChg chg="add mod ord">
          <ac:chgData name="Frank Li" userId="c98335e8-ff13-4752-8ac1-caa2d56c599c" providerId="ADAL" clId="{9F17A462-E45F-45A6-8465-5B30E7AC8260}" dt="2026-09-07T17:10:35.221" v="517" actId="1076"/>
          <ac:graphicFrameMkLst>
            <pc:docMk/>
            <pc:sldMk cId="344627213" sldId="261"/>
            <ac:graphicFrameMk id="54" creationId="{F3D65571-B1F7-60DC-F5EA-9E6399B48C06}"/>
          </ac:graphicFrameMkLst>
        </pc:graphicFrameChg>
        <pc:graphicFrameChg chg="del mod">
          <ac:chgData name="Frank Li" userId="c98335e8-ff13-4752-8ac1-caa2d56c599c" providerId="ADAL" clId="{9F17A462-E45F-45A6-8465-5B30E7AC8260}" dt="2026-09-07T16:18:07.706" v="354" actId="478"/>
          <ac:graphicFrameMkLst>
            <pc:docMk/>
            <pc:sldMk cId="344627213" sldId="261"/>
            <ac:graphicFrameMk id="238" creationId="{ECD1FECB-2A7D-B6F7-D88E-570779C7D3AE}"/>
          </ac:graphicFrameMkLst>
        </pc:graphicFrameChg>
        <pc:graphicFrameChg chg="del mod">
          <ac:chgData name="Frank Li" userId="c98335e8-ff13-4752-8ac1-caa2d56c599c" providerId="ADAL" clId="{9F17A462-E45F-45A6-8465-5B30E7AC8260}" dt="2026-09-07T16:45:38.309" v="438" actId="478"/>
          <ac:graphicFrameMkLst>
            <pc:docMk/>
            <pc:sldMk cId="344627213" sldId="261"/>
            <ac:graphicFrameMk id="239" creationId="{D6D8012C-9327-328B-3C63-9C84B141E943}"/>
          </ac:graphicFrameMkLst>
        </pc:graphicFrameChg>
        <pc:graphicFrameChg chg="mod">
          <ac:chgData name="Frank Li" userId="c98335e8-ff13-4752-8ac1-caa2d56c599c" providerId="ADAL" clId="{9F17A462-E45F-45A6-8465-5B30E7AC8260}" dt="2026-09-07T16:12:29.701" v="338"/>
          <ac:graphicFrameMkLst>
            <pc:docMk/>
            <pc:sldMk cId="344627213" sldId="261"/>
            <ac:graphicFrameMk id="248" creationId="{136CC1D4-0EE9-A542-9099-F0D2D0713DEA}"/>
          </ac:graphicFrameMkLst>
        </pc:graphicFrameChg>
        <pc:picChg chg="mod">
          <ac:chgData name="Frank Li" userId="c98335e8-ff13-4752-8ac1-caa2d56c599c" providerId="ADAL" clId="{9F17A462-E45F-45A6-8465-5B30E7AC8260}" dt="2026-09-07T16:45:31.115" v="437" actId="1076"/>
          <ac:picMkLst>
            <pc:docMk/>
            <pc:sldMk cId="344627213" sldId="261"/>
            <ac:picMk id="5" creationId="{A7626C57-CDE5-8430-9718-F6752F928192}"/>
          </ac:picMkLst>
        </pc:picChg>
        <pc:picChg chg="del mod topLvl">
          <ac:chgData name="Frank Li" userId="c98335e8-ff13-4752-8ac1-caa2d56c599c" providerId="ADAL" clId="{9F17A462-E45F-45A6-8465-5B30E7AC8260}" dt="2026-09-07T13:55:35.823" v="292" actId="478"/>
          <ac:picMkLst>
            <pc:docMk/>
            <pc:sldMk cId="344627213" sldId="261"/>
            <ac:picMk id="32" creationId="{97CFBC0F-9D3C-F66E-134F-C1E8F821F0ED}"/>
          </ac:picMkLst>
        </pc:picChg>
        <pc:picChg chg="add del mod topLvl">
          <ac:chgData name="Frank Li" userId="c98335e8-ff13-4752-8ac1-caa2d56c599c" providerId="ADAL" clId="{9F17A462-E45F-45A6-8465-5B30E7AC8260}" dt="2026-09-07T16:58:27.887" v="450" actId="478"/>
          <ac:picMkLst>
            <pc:docMk/>
            <pc:sldMk cId="344627213" sldId="261"/>
            <ac:picMk id="34" creationId="{5E8E1BC3-01D6-615F-1709-E0F3271FDFAD}"/>
          </ac:picMkLst>
        </pc:picChg>
        <pc:picChg chg="add del mod topLvl">
          <ac:chgData name="Frank Li" userId="c98335e8-ff13-4752-8ac1-caa2d56c599c" providerId="ADAL" clId="{9F17A462-E45F-45A6-8465-5B30E7AC8260}" dt="2026-09-07T16:58:27.887" v="450" actId="478"/>
          <ac:picMkLst>
            <pc:docMk/>
            <pc:sldMk cId="344627213" sldId="261"/>
            <ac:picMk id="43" creationId="{4EC99376-532A-221C-6774-64C1C00FB069}"/>
          </ac:picMkLst>
        </pc:picChg>
        <pc:picChg chg="add del mod">
          <ac:chgData name="Frank Li" userId="c98335e8-ff13-4752-8ac1-caa2d56c599c" providerId="ADAL" clId="{9F17A462-E45F-45A6-8465-5B30E7AC8260}" dt="2026-09-07T13:55:20.914" v="289" actId="478"/>
          <ac:picMkLst>
            <pc:docMk/>
            <pc:sldMk cId="344627213" sldId="261"/>
            <ac:picMk id="46" creationId="{C130F4AD-CDD5-8973-1DAE-3578F2501247}"/>
          </ac:picMkLst>
        </pc:picChg>
        <pc:picChg chg="del mod">
          <ac:chgData name="Frank Li" userId="c98335e8-ff13-4752-8ac1-caa2d56c599c" providerId="ADAL" clId="{9F17A462-E45F-45A6-8465-5B30E7AC8260}" dt="2026-09-07T14:10:57.168" v="312" actId="478"/>
          <ac:picMkLst>
            <pc:docMk/>
            <pc:sldMk cId="344627213" sldId="261"/>
            <ac:picMk id="253" creationId="{CED5EE2C-B031-6CC1-381F-F73093DDB68D}"/>
          </ac:picMkLst>
        </pc:picChg>
        <pc:cxnChg chg="add mod">
          <ac:chgData name="Frank Li" userId="c98335e8-ff13-4752-8ac1-caa2d56c599c" providerId="ADAL" clId="{9F17A462-E45F-45A6-8465-5B30E7AC8260}" dt="2026-09-07T17:12:17.087" v="528" actId="13822"/>
          <ac:cxnSpMkLst>
            <pc:docMk/>
            <pc:sldMk cId="344627213" sldId="261"/>
            <ac:cxnSpMk id="63" creationId="{6FDD8487-58C3-69ED-FC1C-35FA3F2D62E9}"/>
          </ac:cxnSpMkLst>
        </pc:cxnChg>
        <pc:cxnChg chg="add mod">
          <ac:chgData name="Frank Li" userId="c98335e8-ff13-4752-8ac1-caa2d56c599c" providerId="ADAL" clId="{9F17A462-E45F-45A6-8465-5B30E7AC8260}" dt="2026-09-07T17:12:17.087" v="528" actId="13822"/>
          <ac:cxnSpMkLst>
            <pc:docMk/>
            <pc:sldMk cId="344627213" sldId="261"/>
            <ac:cxnSpMk id="64" creationId="{419A488D-5DFE-70EB-D775-DDD33F844E1C}"/>
          </ac:cxnSpMkLst>
        </pc:cxnChg>
        <pc:cxnChg chg="mod">
          <ac:chgData name="Frank Li" userId="c98335e8-ff13-4752-8ac1-caa2d56c599c" providerId="ADAL" clId="{9F17A462-E45F-45A6-8465-5B30E7AC8260}" dt="2026-09-08T18:22:54.698" v="548" actId="1076"/>
          <ac:cxnSpMkLst>
            <pc:docMk/>
            <pc:sldMk cId="344627213" sldId="261"/>
            <ac:cxnSpMk id="116" creationId="{CEC31248-2DE7-DA0D-AF24-DC1A0315FDF4}"/>
          </ac:cxnSpMkLst>
        </pc:cxnChg>
        <pc:cxnChg chg="mod ord">
          <ac:chgData name="Frank Li" userId="c98335e8-ff13-4752-8ac1-caa2d56c599c" providerId="ADAL" clId="{9F17A462-E45F-45A6-8465-5B30E7AC8260}" dt="2026-09-07T16:41:25.127" v="413" actId="1076"/>
          <ac:cxnSpMkLst>
            <pc:docMk/>
            <pc:sldMk cId="344627213" sldId="261"/>
            <ac:cxnSpMk id="118" creationId="{475DCA8B-3749-9C90-B129-95FBE45564E1}"/>
          </ac:cxnSpMkLst>
        </pc:cxnChg>
        <pc:cxnChg chg="mod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31" creationId="{D55C418D-EA16-DAFF-CD24-BC08E0E3159A}"/>
          </ac:cxnSpMkLst>
        </pc:cxnChg>
        <pc:cxnChg chg="mod topLvl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33" creationId="{74AA2AD6-B933-B326-FED0-0F9B834EC8CE}"/>
          </ac:cxnSpMkLst>
        </pc:cxnChg>
        <pc:cxnChg chg="mod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38" creationId="{EF363312-156A-2A39-16E5-42AB4119939F}"/>
          </ac:cxnSpMkLst>
        </pc:cxnChg>
        <pc:cxnChg chg="mod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39" creationId="{AE104F47-69C8-11D4-8059-0D837F2A60E7}"/>
          </ac:cxnSpMkLst>
        </pc:cxnChg>
        <pc:cxnChg chg="mod topLvl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40" creationId="{3F658E78-C0E0-50F9-A292-5A70C5D95A18}"/>
          </ac:cxnSpMkLst>
        </pc:cxnChg>
        <pc:cxnChg chg="mod">
          <ac:chgData name="Frank Li" userId="c98335e8-ff13-4752-8ac1-caa2d56c599c" providerId="ADAL" clId="{9F17A462-E45F-45A6-8465-5B30E7AC8260}" dt="2026-09-07T17:11:49.038" v="523" actId="164"/>
          <ac:cxnSpMkLst>
            <pc:docMk/>
            <pc:sldMk cId="344627213" sldId="261"/>
            <ac:cxnSpMk id="141" creationId="{1F8A7474-25C6-D233-7D11-BAA73E446EBA}"/>
          </ac:cxnSpMkLst>
        </pc:cxnChg>
        <pc:cxnChg chg="mod">
          <ac:chgData name="Frank Li" userId="c98335e8-ff13-4752-8ac1-caa2d56c599c" providerId="ADAL" clId="{9F17A462-E45F-45A6-8465-5B30E7AC8260}" dt="2026-09-08T18:23:28.772" v="552" actId="14100"/>
          <ac:cxnSpMkLst>
            <pc:docMk/>
            <pc:sldMk cId="344627213" sldId="261"/>
            <ac:cxnSpMk id="150" creationId="{D70D8DC7-0E7F-9D2C-245C-B4D865BBDA3B}"/>
          </ac:cxnSpMkLst>
        </pc:cxnChg>
        <pc:cxnChg chg="mod topLvl">
          <ac:chgData name="Frank Li" userId="c98335e8-ff13-4752-8ac1-caa2d56c599c" providerId="ADAL" clId="{9F17A462-E45F-45A6-8465-5B30E7AC8260}" dt="2026-09-07T17:12:34.610" v="529" actId="1076"/>
          <ac:cxnSpMkLst>
            <pc:docMk/>
            <pc:sldMk cId="344627213" sldId="261"/>
            <ac:cxnSpMk id="154" creationId="{155E92C2-3F1C-1598-A2B4-12183BD03E7F}"/>
          </ac:cxnSpMkLst>
        </pc:cxnChg>
      </pc:sldChg>
      <pc:sldChg chg="addSp delSp modSp mod">
        <pc:chgData name="Frank Li" userId="c98335e8-ff13-4752-8ac1-caa2d56c599c" providerId="ADAL" clId="{9F17A462-E45F-45A6-8465-5B30E7AC8260}" dt="2026-08-31T17:48:25.552" v="183" actId="14100"/>
        <pc:sldMkLst>
          <pc:docMk/>
          <pc:sldMk cId="2979254921" sldId="278"/>
        </pc:sldMkLst>
        <pc:spChg chg="mod">
          <ac:chgData name="Frank Li" userId="c98335e8-ff13-4752-8ac1-caa2d56c599c" providerId="ADAL" clId="{9F17A462-E45F-45A6-8465-5B30E7AC8260}" dt="2026-08-31T17:41:40.529" v="139" actId="1076"/>
          <ac:spMkLst>
            <pc:docMk/>
            <pc:sldMk cId="2979254921" sldId="278"/>
            <ac:spMk id="11" creationId="{7D80864F-DFED-1390-D862-DB3044A10721}"/>
          </ac:spMkLst>
        </pc:spChg>
        <pc:spChg chg="mod">
          <ac:chgData name="Frank Li" userId="c98335e8-ff13-4752-8ac1-caa2d56c599c" providerId="ADAL" clId="{9F17A462-E45F-45A6-8465-5B30E7AC8260}" dt="2026-08-31T17:25:46.031" v="63" actId="20577"/>
          <ac:spMkLst>
            <pc:docMk/>
            <pc:sldMk cId="2979254921" sldId="278"/>
            <ac:spMk id="12" creationId="{3FC57256-EDAC-48E5-9DDC-828473D520AD}"/>
          </ac:spMkLst>
        </pc:spChg>
        <pc:spChg chg="mod">
          <ac:chgData name="Frank Li" userId="c98335e8-ff13-4752-8ac1-caa2d56c599c" providerId="ADAL" clId="{9F17A462-E45F-45A6-8465-5B30E7AC8260}" dt="2026-08-31T17:45:31.451" v="179" actId="1076"/>
          <ac:spMkLst>
            <pc:docMk/>
            <pc:sldMk cId="2979254921" sldId="278"/>
            <ac:spMk id="15" creationId="{3783B2DE-F23A-4F85-FC5A-68F099645A5F}"/>
          </ac:spMkLst>
        </pc:spChg>
        <pc:spChg chg="mod">
          <ac:chgData name="Frank Li" userId="c98335e8-ff13-4752-8ac1-caa2d56c599c" providerId="ADAL" clId="{9F17A462-E45F-45A6-8465-5B30E7AC8260}" dt="2026-08-31T17:39:53.654" v="120" actId="1076"/>
          <ac:spMkLst>
            <pc:docMk/>
            <pc:sldMk cId="2979254921" sldId="278"/>
            <ac:spMk id="18" creationId="{3B8B6D31-BA0E-E2E8-1D32-156B3C77CE29}"/>
          </ac:spMkLst>
        </pc:spChg>
        <pc:spChg chg="mod">
          <ac:chgData name="Frank Li" userId="c98335e8-ff13-4752-8ac1-caa2d56c599c" providerId="ADAL" clId="{9F17A462-E45F-45A6-8465-5B30E7AC8260}" dt="2026-08-31T17:40:02.597" v="121" actId="1076"/>
          <ac:spMkLst>
            <pc:docMk/>
            <pc:sldMk cId="2979254921" sldId="278"/>
            <ac:spMk id="20" creationId="{D6551679-6477-CA18-E641-171892170CA7}"/>
          </ac:spMkLst>
        </pc:spChg>
        <pc:spChg chg="mod">
          <ac:chgData name="Frank Li" userId="c98335e8-ff13-4752-8ac1-caa2d56c599c" providerId="ADAL" clId="{9F17A462-E45F-45A6-8465-5B30E7AC8260}" dt="2026-08-31T17:25:33.905" v="61" actId="20577"/>
          <ac:spMkLst>
            <pc:docMk/>
            <pc:sldMk cId="2979254921" sldId="278"/>
            <ac:spMk id="21" creationId="{B0AF4498-24C7-DA61-EE35-3243EB711830}"/>
          </ac:spMkLst>
        </pc:spChg>
        <pc:spChg chg="add mod">
          <ac:chgData name="Frank Li" userId="c98335e8-ff13-4752-8ac1-caa2d56c599c" providerId="ADAL" clId="{9F17A462-E45F-45A6-8465-5B30E7AC8260}" dt="2026-08-31T17:45:09.411" v="174" actId="1076"/>
          <ac:spMkLst>
            <pc:docMk/>
            <pc:sldMk cId="2979254921" sldId="278"/>
            <ac:spMk id="36" creationId="{55FF33D3-4545-95DC-E899-1DCC7C06C84D}"/>
          </ac:spMkLst>
        </pc:spChg>
        <pc:spChg chg="mod">
          <ac:chgData name="Frank Li" userId="c98335e8-ff13-4752-8ac1-caa2d56c599c" providerId="ADAL" clId="{9F17A462-E45F-45A6-8465-5B30E7AC8260}" dt="2026-08-31T17:26:21.030" v="88" actId="1076"/>
          <ac:spMkLst>
            <pc:docMk/>
            <pc:sldMk cId="2979254921" sldId="278"/>
            <ac:spMk id="37" creationId="{D3295577-498C-FBDF-BF7A-E5C4C0A29EF2}"/>
          </ac:spMkLst>
        </pc:spChg>
        <pc:spChg chg="mod">
          <ac:chgData name="Frank Li" userId="c98335e8-ff13-4752-8ac1-caa2d56c599c" providerId="ADAL" clId="{9F17A462-E45F-45A6-8465-5B30E7AC8260}" dt="2026-08-31T17:26:17.494" v="87" actId="1076"/>
          <ac:spMkLst>
            <pc:docMk/>
            <pc:sldMk cId="2979254921" sldId="278"/>
            <ac:spMk id="38" creationId="{66304BD7-71B2-B3C7-B9D3-3A5E2B509D31}"/>
          </ac:spMkLst>
        </pc:spChg>
        <pc:spChg chg="mod">
          <ac:chgData name="Frank Li" userId="c98335e8-ff13-4752-8ac1-caa2d56c599c" providerId="ADAL" clId="{9F17A462-E45F-45A6-8465-5B30E7AC8260}" dt="2026-08-31T17:27:15.473" v="116" actId="1076"/>
          <ac:spMkLst>
            <pc:docMk/>
            <pc:sldMk cId="2979254921" sldId="278"/>
            <ac:spMk id="39" creationId="{90176F21-4349-6C56-BEA0-F0C56D1D9770}"/>
          </ac:spMkLst>
        </pc:spChg>
        <pc:spChg chg="mod">
          <ac:chgData name="Frank Li" userId="c98335e8-ff13-4752-8ac1-caa2d56c599c" providerId="ADAL" clId="{9F17A462-E45F-45A6-8465-5B30E7AC8260}" dt="2026-08-31T17:27:17.814" v="117" actId="1076"/>
          <ac:spMkLst>
            <pc:docMk/>
            <pc:sldMk cId="2979254921" sldId="278"/>
            <ac:spMk id="46" creationId="{946C7E31-C6B2-5C5E-B7A6-18986158BC47}"/>
          </ac:spMkLst>
        </pc:spChg>
        <pc:spChg chg="mod">
          <ac:chgData name="Frank Li" userId="c98335e8-ff13-4752-8ac1-caa2d56c599c" providerId="ADAL" clId="{9F17A462-E45F-45A6-8465-5B30E7AC8260}" dt="2026-08-31T17:27:28.121" v="119" actId="1076"/>
          <ac:spMkLst>
            <pc:docMk/>
            <pc:sldMk cId="2979254921" sldId="278"/>
            <ac:spMk id="51" creationId="{978C1496-575B-3CB6-BA1B-6E05FF3BC5E0}"/>
          </ac:spMkLst>
        </pc:spChg>
        <pc:spChg chg="mod">
          <ac:chgData name="Frank Li" userId="c98335e8-ff13-4752-8ac1-caa2d56c599c" providerId="ADAL" clId="{9F17A462-E45F-45A6-8465-5B30E7AC8260}" dt="2026-08-31T17:25:28.613" v="58" actId="20577"/>
          <ac:spMkLst>
            <pc:docMk/>
            <pc:sldMk cId="2979254921" sldId="278"/>
            <ac:spMk id="56" creationId="{CC2864BC-AC40-B231-98EA-2323CCA50A67}"/>
          </ac:spMkLst>
        </pc:spChg>
        <pc:spChg chg="mod">
          <ac:chgData name="Frank Li" userId="c98335e8-ff13-4752-8ac1-caa2d56c599c" providerId="ADAL" clId="{9F17A462-E45F-45A6-8465-5B30E7AC8260}" dt="2026-08-31T17:40:07.682" v="122" actId="1076"/>
          <ac:spMkLst>
            <pc:docMk/>
            <pc:sldMk cId="2979254921" sldId="278"/>
            <ac:spMk id="60" creationId="{D07C2D04-2746-F1F4-8E28-6AFA9EC8FDD9}"/>
          </ac:spMkLst>
        </pc:spChg>
        <pc:spChg chg="mod">
          <ac:chgData name="Frank Li" userId="c98335e8-ff13-4752-8ac1-caa2d56c599c" providerId="ADAL" clId="{9F17A462-E45F-45A6-8465-5B30E7AC8260}" dt="2026-08-31T17:48:21.966" v="182" actId="1076"/>
          <ac:spMkLst>
            <pc:docMk/>
            <pc:sldMk cId="2979254921" sldId="278"/>
            <ac:spMk id="70" creationId="{4A10B8D1-708C-7393-2330-9E0A761EBAFD}"/>
          </ac:spMkLst>
        </pc:spChg>
        <pc:spChg chg="mod">
          <ac:chgData name="Frank Li" userId="c98335e8-ff13-4752-8ac1-caa2d56c599c" providerId="ADAL" clId="{9F17A462-E45F-45A6-8465-5B30E7AC8260}" dt="2026-08-31T17:42:31.008" v="148" actId="1076"/>
          <ac:spMkLst>
            <pc:docMk/>
            <pc:sldMk cId="2979254921" sldId="278"/>
            <ac:spMk id="74" creationId="{A4550A71-44C8-0FF5-4DB4-8C191FA8D97C}"/>
          </ac:spMkLst>
        </pc:spChg>
        <pc:cxnChg chg="mod">
          <ac:chgData name="Frank Li" userId="c98335e8-ff13-4752-8ac1-caa2d56c599c" providerId="ADAL" clId="{9F17A462-E45F-45A6-8465-5B30E7AC8260}" dt="2026-08-31T17:41:38.569" v="138" actId="1076"/>
          <ac:cxnSpMkLst>
            <pc:docMk/>
            <pc:sldMk cId="2979254921" sldId="278"/>
            <ac:cxnSpMk id="6" creationId="{07CEA400-D2E5-9703-B79A-AAD4A9BAF411}"/>
          </ac:cxnSpMkLst>
        </pc:cxnChg>
        <pc:cxnChg chg="add mod">
          <ac:chgData name="Frank Li" userId="c98335e8-ff13-4752-8ac1-caa2d56c599c" providerId="ADAL" clId="{9F17A462-E45F-45A6-8465-5B30E7AC8260}" dt="2026-08-31T17:48:25.552" v="183" actId="14100"/>
          <ac:cxnSpMkLst>
            <pc:docMk/>
            <pc:sldMk cId="2979254921" sldId="278"/>
            <ac:cxnSpMk id="16" creationId="{1412032A-CEC5-031F-D847-612DC0AFEE8A}"/>
          </ac:cxnSpMkLst>
        </pc:cxnChg>
        <pc:cxnChg chg="add mod">
          <ac:chgData name="Frank Li" userId="c98335e8-ff13-4752-8ac1-caa2d56c599c" providerId="ADAL" clId="{9F17A462-E45F-45A6-8465-5B30E7AC8260}" dt="2026-08-31T17:48:21.966" v="182" actId="1076"/>
          <ac:cxnSpMkLst>
            <pc:docMk/>
            <pc:sldMk cId="2979254921" sldId="278"/>
            <ac:cxnSpMk id="28" creationId="{0797D7E9-3456-3F5A-1535-715A4CC46229}"/>
          </ac:cxnSpMkLst>
        </pc:cxnChg>
        <pc:cxnChg chg="add mod">
          <ac:chgData name="Frank Li" userId="c98335e8-ff13-4752-8ac1-caa2d56c599c" providerId="ADAL" clId="{9F17A462-E45F-45A6-8465-5B30E7AC8260}" dt="2026-08-31T17:45:09.411" v="174" actId="1076"/>
          <ac:cxnSpMkLst>
            <pc:docMk/>
            <pc:sldMk cId="2979254921" sldId="278"/>
            <ac:cxnSpMk id="40" creationId="{7C401997-D0DF-8081-2424-B8476AB13E68}"/>
          </ac:cxnSpMkLst>
        </pc:cxnChg>
        <pc:cxnChg chg="add mod">
          <ac:chgData name="Frank Li" userId="c98335e8-ff13-4752-8ac1-caa2d56c599c" providerId="ADAL" clId="{9F17A462-E45F-45A6-8465-5B30E7AC8260}" dt="2026-08-31T17:48:21.966" v="182" actId="1076"/>
          <ac:cxnSpMkLst>
            <pc:docMk/>
            <pc:sldMk cId="2979254921" sldId="278"/>
            <ac:cxnSpMk id="44" creationId="{AE0882B5-F0A7-45FD-5EB0-044BA898D4F7}"/>
          </ac:cxnSpMkLst>
        </pc:cxnChg>
        <pc:cxnChg chg="mod">
          <ac:chgData name="Frank Li" userId="c98335e8-ff13-4752-8ac1-caa2d56c599c" providerId="ADAL" clId="{9F17A462-E45F-45A6-8465-5B30E7AC8260}" dt="2026-08-31T17:42:54.364" v="152" actId="208"/>
          <ac:cxnSpMkLst>
            <pc:docMk/>
            <pc:sldMk cId="2979254921" sldId="278"/>
            <ac:cxnSpMk id="72" creationId="{C97BF4CC-ACA5-9CD7-FDE6-5010ECE67EB8}"/>
          </ac:cxnSpMkLst>
        </pc:cxnChg>
        <pc:cxnChg chg="mod">
          <ac:chgData name="Frank Li" userId="c98335e8-ff13-4752-8ac1-caa2d56c599c" providerId="ADAL" clId="{9F17A462-E45F-45A6-8465-5B30E7AC8260}" dt="2026-08-31T17:41:46.576" v="140" actId="1076"/>
          <ac:cxnSpMkLst>
            <pc:docMk/>
            <pc:sldMk cId="2979254921" sldId="278"/>
            <ac:cxnSpMk id="75" creationId="{0C812C05-BA50-3D51-BBF1-581CAFF19C70}"/>
          </ac:cxnSpMkLst>
        </pc:cxnChg>
        <pc:cxnChg chg="mod">
          <ac:chgData name="Frank Li" userId="c98335e8-ff13-4752-8ac1-caa2d56c599c" providerId="ADAL" clId="{9F17A462-E45F-45A6-8465-5B30E7AC8260}" dt="2026-08-31T17:41:51.683" v="141" actId="1076"/>
          <ac:cxnSpMkLst>
            <pc:docMk/>
            <pc:sldMk cId="2979254921" sldId="278"/>
            <ac:cxnSpMk id="81" creationId="{0F2926CE-1FBB-C8A5-CBCD-C1A3942BC469}"/>
          </ac:cxnSpMkLst>
        </pc:cxnChg>
        <pc:cxnChg chg="mod">
          <ac:chgData name="Frank Li" userId="c98335e8-ff13-4752-8ac1-caa2d56c599c" providerId="ADAL" clId="{9F17A462-E45F-45A6-8465-5B30E7AC8260}" dt="2026-08-31T17:41:33.448" v="137" actId="1076"/>
          <ac:cxnSpMkLst>
            <pc:docMk/>
            <pc:sldMk cId="2979254921" sldId="278"/>
            <ac:cxnSpMk id="83" creationId="{E7D1C32C-CFB9-EF37-A001-382446F98028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TA%20data\Th_Se-PS_MNP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TA%20data\Th_Se-PS_MNP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NTA%20data\Th_Se-PS_MNP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LS%20Data\Th_DLS_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ICP-MS\Leaching%20test\Analysis\Treated_v1_10ppm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ICP-MS\Leaching%20test\Analysis\Treated_v1_10ppm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ICP-MS\Leaching%20test\Analysis\Treated_v1_10ppm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ICP-MS\Leaching%20test\Analysis\Treated_v1_10ppm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OPTIR\Daphnia%20magna%20exposures\1pct\1-10_A_n1_n3_21032025_1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OPTIR\Daphnia%20magna%20exposures\In%20manuscript%20thesis\1pct\Analysis_D.magna\1-1_C_n2_20250820_plotting.xlsx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1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OPTIR\Daphnia%20magna%20exposures\In%20manuscript%20thesis\1pct\Analysis_D.magna\1-0.1_C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OPTIR\Daphnia%20magna%20exposures\In%20manuscript%20thesis\1pct\Analysis_D.magna\1-1_NPs_z_22062025_plotting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ATA\OPTIR\Daphnia%20magna%20exposures\In%20manuscript%20thesis\1pct\Analysis_D.magna\1-0.1_NPs_z_n3_22062025_plotting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14D446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'0.3 Con'!$I$11:$I$18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19000000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11700000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15300000</c:v>
                  </c:pt>
                </c:numCache>
              </c:numRef>
            </c:plus>
            <c:minus>
              <c:numRef>
                <c:f>'0.3 Con'!$I$11:$I$18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19000000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11700000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15300000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'0.3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'0.3 Con'!$I$2:$I$9</c:f>
              <c:numCache>
                <c:formatCode>0.00E+00</c:formatCode>
                <c:ptCount val="8"/>
                <c:pt idx="0">
                  <c:v>213200000</c:v>
                </c:pt>
                <c:pt idx="1">
                  <c:v>250000000</c:v>
                </c:pt>
                <c:pt idx="3">
                  <c:v>140800000</c:v>
                </c:pt>
                <c:pt idx="4">
                  <c:v>100000000</c:v>
                </c:pt>
                <c:pt idx="6">
                  <c:v>84190000</c:v>
                </c:pt>
                <c:pt idx="7">
                  <c:v>65500000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95-4656-87D9-8B77BA0CE96C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14D446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'0.3 Con'!$J$11:$J$18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20300000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19200000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6420000</c:v>
                  </c:pt>
                </c:numCache>
              </c:numRef>
            </c:plus>
            <c:minus>
              <c:numRef>
                <c:f>'0.3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15000000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14800000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3270000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'0.3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'0.3 Con'!$J$2:$J$9</c:f>
              <c:numCache>
                <c:formatCode>0.00E+00</c:formatCode>
                <c:ptCount val="8"/>
                <c:pt idx="0">
                  <c:v>282900000</c:v>
                </c:pt>
                <c:pt idx="1">
                  <c:v>275000000</c:v>
                </c:pt>
                <c:pt idx="3">
                  <c:v>99760000</c:v>
                </c:pt>
                <c:pt idx="4">
                  <c:v>95200000</c:v>
                </c:pt>
                <c:pt idx="6">
                  <c:v>57240000</c:v>
                </c:pt>
                <c:pt idx="7">
                  <c:v>77100000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95-4656-87D9-8B77BA0CE96C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14D446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'0.3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15000000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14800000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3270000</c:v>
                  </c:pt>
                </c:numCache>
              </c:numRef>
            </c:plus>
            <c:minus>
              <c:numRef>
                <c:f>'0.3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15000000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14800000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3270000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'0.3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'0.3 Con'!$K$2:$K$9</c:f>
              <c:numCache>
                <c:formatCode>0.00E+00</c:formatCode>
                <c:ptCount val="8"/>
                <c:pt idx="0">
                  <c:v>281000000</c:v>
                </c:pt>
                <c:pt idx="1">
                  <c:v>257000000</c:v>
                </c:pt>
                <c:pt idx="3">
                  <c:v>109000000</c:v>
                </c:pt>
                <c:pt idx="4">
                  <c:v>99200000</c:v>
                </c:pt>
                <c:pt idx="6">
                  <c:v>52950000</c:v>
                </c:pt>
                <c:pt idx="7">
                  <c:v>79700000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95-4656-87D9-8B77BA0CE9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7078576"/>
        <c:axId val="827080976"/>
      </c:lineChart>
      <c:catAx>
        <c:axId val="827078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80976"/>
        <c:crosses val="autoZero"/>
        <c:auto val="1"/>
        <c:lblAlgn val="ctr"/>
        <c:lblOffset val="100"/>
        <c:tickMarkSkip val="1"/>
        <c:noMultiLvlLbl val="0"/>
      </c:catAx>
      <c:valAx>
        <c:axId val="827080976"/>
        <c:scaling>
          <c:orientation val="minMax"/>
          <c:max val="300000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78576"/>
        <c:crosses val="autoZero"/>
        <c:crossBetween val="between"/>
        <c:dispUnits>
          <c:builtInUnit val="hundred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3"/>
          <c:order val="3"/>
          <c:tx>
            <c:strRef>
              <c:f>Summary!$E$1</c:f>
              <c:strCache>
                <c:ptCount val="1"/>
                <c:pt idx="0">
                  <c:v>R1</c:v>
                </c:pt>
              </c:strCache>
            </c:strRef>
          </c:tx>
          <c:spPr>
            <a:ln w="38100" cap="rnd">
              <a:solidFill>
                <a:srgbClr val="14D446"/>
              </a:solidFill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</c:numRef>
          </c:xVal>
          <c:yVal>
            <c:numRef>
              <c:f>Summary!$E$2:$E$201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1843.5127477080398</c:v>
                </c:pt>
                <c:pt idx="5">
                  <c:v>0</c:v>
                </c:pt>
                <c:pt idx="6">
                  <c:v>8108.911872003956</c:v>
                </c:pt>
                <c:pt idx="7">
                  <c:v>28880.861616902137</c:v>
                </c:pt>
                <c:pt idx="8">
                  <c:v>32134.336859581137</c:v>
                </c:pt>
                <c:pt idx="9">
                  <c:v>58433.720780678872</c:v>
                </c:pt>
                <c:pt idx="10">
                  <c:v>143702.72252772938</c:v>
                </c:pt>
                <c:pt idx="11">
                  <c:v>190584.88294327434</c:v>
                </c:pt>
                <c:pt idx="12">
                  <c:v>306447.95279410033</c:v>
                </c:pt>
                <c:pt idx="13">
                  <c:v>435564.60146591632</c:v>
                </c:pt>
                <c:pt idx="14">
                  <c:v>579608.34496802057</c:v>
                </c:pt>
                <c:pt idx="15">
                  <c:v>724837.57054610678</c:v>
                </c:pt>
                <c:pt idx="16">
                  <c:v>952679.38170385035</c:v>
                </c:pt>
                <c:pt idx="17">
                  <c:v>1209009.7511604165</c:v>
                </c:pt>
                <c:pt idx="18">
                  <c:v>1453042.4924344402</c:v>
                </c:pt>
                <c:pt idx="19">
                  <c:v>1507476.3442540735</c:v>
                </c:pt>
                <c:pt idx="20">
                  <c:v>1749573.5675750666</c:v>
                </c:pt>
                <c:pt idx="21">
                  <c:v>2106997.5931774266</c:v>
                </c:pt>
                <c:pt idx="22">
                  <c:v>2231557.4972264669</c:v>
                </c:pt>
                <c:pt idx="23">
                  <c:v>2818654.0003809035</c:v>
                </c:pt>
                <c:pt idx="24">
                  <c:v>2989537.8044005968</c:v>
                </c:pt>
                <c:pt idx="25">
                  <c:v>3239910.1585603333</c:v>
                </c:pt>
                <c:pt idx="26">
                  <c:v>3508555.9264186732</c:v>
                </c:pt>
                <c:pt idx="27">
                  <c:v>3481481.8986533731</c:v>
                </c:pt>
                <c:pt idx="28">
                  <c:v>4093699.3370058998</c:v>
                </c:pt>
                <c:pt idx="29">
                  <c:v>5064850.9023824902</c:v>
                </c:pt>
                <c:pt idx="30">
                  <c:v>4845132.1314422702</c:v>
                </c:pt>
                <c:pt idx="31">
                  <c:v>5415568.4964033393</c:v>
                </c:pt>
                <c:pt idx="32">
                  <c:v>5187978.0526251262</c:v>
                </c:pt>
                <c:pt idx="33">
                  <c:v>5522816.6906855395</c:v>
                </c:pt>
                <c:pt idx="34">
                  <c:v>5339479.4994528098</c:v>
                </c:pt>
                <c:pt idx="35">
                  <c:v>5882396.431187883</c:v>
                </c:pt>
                <c:pt idx="36">
                  <c:v>6210369.9591158936</c:v>
                </c:pt>
                <c:pt idx="37">
                  <c:v>6289551.5962202204</c:v>
                </c:pt>
                <c:pt idx="38">
                  <c:v>5770462.2388070561</c:v>
                </c:pt>
                <c:pt idx="39">
                  <c:v>5568673.0398363238</c:v>
                </c:pt>
                <c:pt idx="40">
                  <c:v>6620955.0895016426</c:v>
                </c:pt>
                <c:pt idx="41">
                  <c:v>5615122.3036899166</c:v>
                </c:pt>
                <c:pt idx="42">
                  <c:v>6021392.5983845368</c:v>
                </c:pt>
                <c:pt idx="43">
                  <c:v>5760202.914163609</c:v>
                </c:pt>
                <c:pt idx="44">
                  <c:v>5505836.8655745676</c:v>
                </c:pt>
                <c:pt idx="45">
                  <c:v>5639934.8228220763</c:v>
                </c:pt>
                <c:pt idx="46">
                  <c:v>5188682.8488986036</c:v>
                </c:pt>
                <c:pt idx="47">
                  <c:v>5225113.6043084934</c:v>
                </c:pt>
                <c:pt idx="48">
                  <c:v>5359916.431124731</c:v>
                </c:pt>
                <c:pt idx="49">
                  <c:v>5344112.9598967405</c:v>
                </c:pt>
                <c:pt idx="50">
                  <c:v>5035022.1569728972</c:v>
                </c:pt>
                <c:pt idx="51">
                  <c:v>4845652.7844047565</c:v>
                </c:pt>
                <c:pt idx="52">
                  <c:v>4622782.7310349569</c:v>
                </c:pt>
                <c:pt idx="53">
                  <c:v>4561904.2979175635</c:v>
                </c:pt>
                <c:pt idx="54">
                  <c:v>4318505.9674959192</c:v>
                </c:pt>
                <c:pt idx="55">
                  <c:v>4059212.8188312636</c:v>
                </c:pt>
                <c:pt idx="56">
                  <c:v>4116539.2973208167</c:v>
                </c:pt>
                <c:pt idx="57">
                  <c:v>3952209.6862772033</c:v>
                </c:pt>
                <c:pt idx="58">
                  <c:v>3740462.3352134465</c:v>
                </c:pt>
                <c:pt idx="59">
                  <c:v>3435417.1061833068</c:v>
                </c:pt>
                <c:pt idx="60">
                  <c:v>3598591.6089344197</c:v>
                </c:pt>
                <c:pt idx="61">
                  <c:v>3383673.2030564765</c:v>
                </c:pt>
                <c:pt idx="62">
                  <c:v>3392787.8830194436</c:v>
                </c:pt>
                <c:pt idx="63">
                  <c:v>2791505.20591994</c:v>
                </c:pt>
                <c:pt idx="64">
                  <c:v>2775263.9311784897</c:v>
                </c:pt>
                <c:pt idx="65">
                  <c:v>2496364.6720780502</c:v>
                </c:pt>
                <c:pt idx="66">
                  <c:v>2423294.5041006766</c:v>
                </c:pt>
                <c:pt idx="67">
                  <c:v>2632346.1255278401</c:v>
                </c:pt>
                <c:pt idx="68">
                  <c:v>2430730.4634433468</c:v>
                </c:pt>
                <c:pt idx="69">
                  <c:v>2371003.6896059602</c:v>
                </c:pt>
                <c:pt idx="70">
                  <c:v>2340279.6322950535</c:v>
                </c:pt>
                <c:pt idx="71">
                  <c:v>1914042.6085791967</c:v>
                </c:pt>
                <c:pt idx="72">
                  <c:v>1832118.3826859333</c:v>
                </c:pt>
                <c:pt idx="73">
                  <c:v>2003232.6542203967</c:v>
                </c:pt>
                <c:pt idx="74">
                  <c:v>1550209.34037166</c:v>
                </c:pt>
                <c:pt idx="75">
                  <c:v>1590715.7282939169</c:v>
                </c:pt>
                <c:pt idx="76">
                  <c:v>1614815.9556075465</c:v>
                </c:pt>
                <c:pt idx="77">
                  <c:v>1068705.4528899521</c:v>
                </c:pt>
                <c:pt idx="78">
                  <c:v>1399202.7785657898</c:v>
                </c:pt>
                <c:pt idx="79">
                  <c:v>1491533.6316164464</c:v>
                </c:pt>
                <c:pt idx="80">
                  <c:v>1287851.4933705966</c:v>
                </c:pt>
                <c:pt idx="81">
                  <c:v>1372687.9073383063</c:v>
                </c:pt>
                <c:pt idx="82">
                  <c:v>1039877.3105140636</c:v>
                </c:pt>
                <c:pt idx="83">
                  <c:v>1108107.6710203711</c:v>
                </c:pt>
                <c:pt idx="84">
                  <c:v>906116.69794756442</c:v>
                </c:pt>
                <c:pt idx="85">
                  <c:v>825926.57569329848</c:v>
                </c:pt>
                <c:pt idx="86">
                  <c:v>914190.52136963874</c:v>
                </c:pt>
                <c:pt idx="87">
                  <c:v>999928.34176437545</c:v>
                </c:pt>
                <c:pt idx="88">
                  <c:v>739819.71664450632</c:v>
                </c:pt>
                <c:pt idx="89">
                  <c:v>626037.23984886601</c:v>
                </c:pt>
                <c:pt idx="90">
                  <c:v>565683.49616234668</c:v>
                </c:pt>
                <c:pt idx="91">
                  <c:v>557191.94900033134</c:v>
                </c:pt>
                <c:pt idx="92">
                  <c:v>580645.23519256932</c:v>
                </c:pt>
                <c:pt idx="93">
                  <c:v>554238.01152984635</c:v>
                </c:pt>
                <c:pt idx="94">
                  <c:v>307115.94297517766</c:v>
                </c:pt>
                <c:pt idx="95">
                  <c:v>525538.95438406395</c:v>
                </c:pt>
                <c:pt idx="96">
                  <c:v>449505.29297698132</c:v>
                </c:pt>
                <c:pt idx="97">
                  <c:v>493855.36698072497</c:v>
                </c:pt>
                <c:pt idx="98">
                  <c:v>443716.1548661277</c:v>
                </c:pt>
                <c:pt idx="99">
                  <c:v>325392.87327746564</c:v>
                </c:pt>
                <c:pt idx="100">
                  <c:v>408768.19025131641</c:v>
                </c:pt>
                <c:pt idx="101">
                  <c:v>418482.28998868604</c:v>
                </c:pt>
                <c:pt idx="102">
                  <c:v>459077.53036336805</c:v>
                </c:pt>
                <c:pt idx="103">
                  <c:v>284060.49752774002</c:v>
                </c:pt>
                <c:pt idx="104">
                  <c:v>459678.53245844692</c:v>
                </c:pt>
                <c:pt idx="105">
                  <c:v>233360.82894110531</c:v>
                </c:pt>
                <c:pt idx="106">
                  <c:v>172320.20936459865</c:v>
                </c:pt>
                <c:pt idx="107">
                  <c:v>227370.744266753</c:v>
                </c:pt>
                <c:pt idx="108">
                  <c:v>259449.43776341435</c:v>
                </c:pt>
                <c:pt idx="109">
                  <c:v>199882.79011036034</c:v>
                </c:pt>
                <c:pt idx="110">
                  <c:v>107046.74187272927</c:v>
                </c:pt>
                <c:pt idx="111">
                  <c:v>216113.21538415435</c:v>
                </c:pt>
                <c:pt idx="112">
                  <c:v>157357.77622870609</c:v>
                </c:pt>
                <c:pt idx="113">
                  <c:v>152768.5575695477</c:v>
                </c:pt>
                <c:pt idx="114">
                  <c:v>133881.61832583536</c:v>
                </c:pt>
                <c:pt idx="115">
                  <c:v>191432.70424768899</c:v>
                </c:pt>
                <c:pt idx="116">
                  <c:v>54828.328977037141</c:v>
                </c:pt>
                <c:pt idx="117">
                  <c:v>100692.94460397831</c:v>
                </c:pt>
                <c:pt idx="118">
                  <c:v>129238.99569980963</c:v>
                </c:pt>
                <c:pt idx="119">
                  <c:v>121702.07245887659</c:v>
                </c:pt>
                <c:pt idx="120">
                  <c:v>216519.24577967764</c:v>
                </c:pt>
                <c:pt idx="121">
                  <c:v>137399.05812390038</c:v>
                </c:pt>
                <c:pt idx="122">
                  <c:v>123215.72248247474</c:v>
                </c:pt>
                <c:pt idx="123">
                  <c:v>93825.433066395184</c:v>
                </c:pt>
                <c:pt idx="124">
                  <c:v>55333.485536014021</c:v>
                </c:pt>
                <c:pt idx="125">
                  <c:v>125265.79009420176</c:v>
                </c:pt>
                <c:pt idx="126">
                  <c:v>91090.766378007436</c:v>
                </c:pt>
                <c:pt idx="127">
                  <c:v>103088.87950874794</c:v>
                </c:pt>
                <c:pt idx="128">
                  <c:v>20250.653827762831</c:v>
                </c:pt>
                <c:pt idx="129">
                  <c:v>112953.38789885999</c:v>
                </c:pt>
                <c:pt idx="130">
                  <c:v>60153.782031821465</c:v>
                </c:pt>
                <c:pt idx="131">
                  <c:v>27195.683152667607</c:v>
                </c:pt>
                <c:pt idx="132">
                  <c:v>103658.53964290388</c:v>
                </c:pt>
                <c:pt idx="133">
                  <c:v>113819.69813743884</c:v>
                </c:pt>
                <c:pt idx="134">
                  <c:v>49315.17819711793</c:v>
                </c:pt>
                <c:pt idx="135">
                  <c:v>33586.05445463927</c:v>
                </c:pt>
                <c:pt idx="136">
                  <c:v>42797.712561734072</c:v>
                </c:pt>
                <c:pt idx="137">
                  <c:v>54364.819657649168</c:v>
                </c:pt>
                <c:pt idx="138">
                  <c:v>56142.266523455</c:v>
                </c:pt>
                <c:pt idx="139">
                  <c:v>23210.708442350788</c:v>
                </c:pt>
                <c:pt idx="140">
                  <c:v>27012.478238366035</c:v>
                </c:pt>
                <c:pt idx="141">
                  <c:v>40018.381348240167</c:v>
                </c:pt>
                <c:pt idx="142">
                  <c:v>48763.264883638265</c:v>
                </c:pt>
                <c:pt idx="143">
                  <c:v>44873.108642440806</c:v>
                </c:pt>
                <c:pt idx="144">
                  <c:v>38817.06009704843</c:v>
                </c:pt>
                <c:pt idx="145">
                  <c:v>31538.474205756065</c:v>
                </c:pt>
                <c:pt idx="146">
                  <c:v>27294.309174199327</c:v>
                </c:pt>
                <c:pt idx="147">
                  <c:v>23074.850057905063</c:v>
                </c:pt>
                <c:pt idx="148">
                  <c:v>31123.185466913797</c:v>
                </c:pt>
                <c:pt idx="149">
                  <c:v>20433.155256576567</c:v>
                </c:pt>
                <c:pt idx="150">
                  <c:v>23948.365038406901</c:v>
                </c:pt>
                <c:pt idx="151">
                  <c:v>25795.439691190899</c:v>
                </c:pt>
                <c:pt idx="152">
                  <c:v>48161.209325418538</c:v>
                </c:pt>
                <c:pt idx="153">
                  <c:v>7852.2089136081095</c:v>
                </c:pt>
                <c:pt idx="154">
                  <c:v>37462.025780236669</c:v>
                </c:pt>
                <c:pt idx="155">
                  <c:v>4424.4305944993002</c:v>
                </c:pt>
                <c:pt idx="156">
                  <c:v>40847.489150245172</c:v>
                </c:pt>
                <c:pt idx="157">
                  <c:v>22560.683800558167</c:v>
                </c:pt>
                <c:pt idx="158">
                  <c:v>13099.641187125033</c:v>
                </c:pt>
                <c:pt idx="159">
                  <c:v>25582.835559251631</c:v>
                </c:pt>
                <c:pt idx="160">
                  <c:v>41419.950848921566</c:v>
                </c:pt>
                <c:pt idx="161">
                  <c:v>27218.266912193634</c:v>
                </c:pt>
                <c:pt idx="162">
                  <c:v>11414.004884739066</c:v>
                </c:pt>
                <c:pt idx="163">
                  <c:v>4050.1307655525666</c:v>
                </c:pt>
                <c:pt idx="164">
                  <c:v>7374.0509908321665</c:v>
                </c:pt>
                <c:pt idx="165">
                  <c:v>13254.973414535665</c:v>
                </c:pt>
                <c:pt idx="166">
                  <c:v>10324.380722289334</c:v>
                </c:pt>
                <c:pt idx="167">
                  <c:v>22841.497049226866</c:v>
                </c:pt>
                <c:pt idx="168">
                  <c:v>0</c:v>
                </c:pt>
                <c:pt idx="169">
                  <c:v>7374.0509908321665</c:v>
                </c:pt>
                <c:pt idx="170">
                  <c:v>22239.636132912634</c:v>
                </c:pt>
                <c:pt idx="171">
                  <c:v>10706.765193485233</c:v>
                </c:pt>
                <c:pt idx="172">
                  <c:v>9204.8426489830999</c:v>
                </c:pt>
                <c:pt idx="173">
                  <c:v>23728.385599342731</c:v>
                </c:pt>
                <c:pt idx="174">
                  <c:v>15677.763319031934</c:v>
                </c:pt>
                <c:pt idx="175">
                  <c:v>7363.8741191865001</c:v>
                </c:pt>
                <c:pt idx="176">
                  <c:v>5154.7118834305338</c:v>
                </c:pt>
                <c:pt idx="177">
                  <c:v>3318.3229458744736</c:v>
                </c:pt>
                <c:pt idx="178">
                  <c:v>11598.484832814533</c:v>
                </c:pt>
                <c:pt idx="179">
                  <c:v>26384.528512517198</c:v>
                </c:pt>
                <c:pt idx="180">
                  <c:v>3441.4602407630996</c:v>
                </c:pt>
                <c:pt idx="181">
                  <c:v>4055.7280449576997</c:v>
                </c:pt>
                <c:pt idx="182">
                  <c:v>0</c:v>
                </c:pt>
                <c:pt idx="183">
                  <c:v>0</c:v>
                </c:pt>
                <c:pt idx="184">
                  <c:v>13636.905897216668</c:v>
                </c:pt>
                <c:pt idx="185">
                  <c:v>13765.840963052433</c:v>
                </c:pt>
                <c:pt idx="186">
                  <c:v>7647.6894239180328</c:v>
                </c:pt>
                <c:pt idx="187">
                  <c:v>4970.9981255467001</c:v>
                </c:pt>
                <c:pt idx="188">
                  <c:v>0</c:v>
                </c:pt>
                <c:pt idx="189">
                  <c:v>22233.530009925234</c:v>
                </c:pt>
                <c:pt idx="190">
                  <c:v>0</c:v>
                </c:pt>
                <c:pt idx="191">
                  <c:v>9750.4493479333014</c:v>
                </c:pt>
                <c:pt idx="192">
                  <c:v>7732.0678251458003</c:v>
                </c:pt>
                <c:pt idx="193">
                  <c:v>21376.097532514435</c:v>
                </c:pt>
                <c:pt idx="194">
                  <c:v>0</c:v>
                </c:pt>
                <c:pt idx="195">
                  <c:v>12904.5892339563</c:v>
                </c:pt>
                <c:pt idx="196">
                  <c:v>4786.5181774712337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6A14-4981-93AF-360E46F8F938}"/>
            </c:ext>
          </c:extLst>
        </c:ser>
        <c:ser>
          <c:idx val="4"/>
          <c:order val="4"/>
          <c:tx>
            <c:strRef>
              <c:f>Summary!$F$1</c:f>
              <c:strCache>
                <c:ptCount val="1"/>
                <c:pt idx="0">
                  <c:v>R2</c:v>
                </c:pt>
              </c:strCache>
            </c:strRef>
          </c:tx>
          <c:spPr>
            <a:ln w="38100" cap="rnd">
              <a:solidFill>
                <a:srgbClr val="14D446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</c:numRef>
          </c:xVal>
          <c:yVal>
            <c:numRef>
              <c:f>Summary!$F$2:$F$201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2266.9736229635369</c:v>
                </c:pt>
                <c:pt idx="3">
                  <c:v>1484.5060146296735</c:v>
                </c:pt>
                <c:pt idx="4">
                  <c:v>8012.5390439551129</c:v>
                </c:pt>
                <c:pt idx="5">
                  <c:v>4936.1456408745735</c:v>
                </c:pt>
                <c:pt idx="6">
                  <c:v>17243.00119313088</c:v>
                </c:pt>
                <c:pt idx="7">
                  <c:v>21205.763555647998</c:v>
                </c:pt>
                <c:pt idx="8">
                  <c:v>67869.81383476546</c:v>
                </c:pt>
                <c:pt idx="9">
                  <c:v>97777.283952782702</c:v>
                </c:pt>
                <c:pt idx="10">
                  <c:v>175646.03696422768</c:v>
                </c:pt>
                <c:pt idx="11">
                  <c:v>240347.12583360029</c:v>
                </c:pt>
                <c:pt idx="12">
                  <c:v>295788.39365641802</c:v>
                </c:pt>
                <c:pt idx="13">
                  <c:v>461632.93984611466</c:v>
                </c:pt>
                <c:pt idx="14">
                  <c:v>439423.76493300637</c:v>
                </c:pt>
                <c:pt idx="15">
                  <c:v>569513.89979414595</c:v>
                </c:pt>
                <c:pt idx="16">
                  <c:v>719933.78759030905</c:v>
                </c:pt>
                <c:pt idx="17">
                  <c:v>896378.56643684267</c:v>
                </c:pt>
                <c:pt idx="18">
                  <c:v>1069089.35136973</c:v>
                </c:pt>
                <c:pt idx="19">
                  <c:v>1198413.6063088335</c:v>
                </c:pt>
                <c:pt idx="20">
                  <c:v>1266371.2075175436</c:v>
                </c:pt>
                <c:pt idx="21">
                  <c:v>1676599.3708758298</c:v>
                </c:pt>
                <c:pt idx="22">
                  <c:v>1742842.0358369064</c:v>
                </c:pt>
                <c:pt idx="23">
                  <c:v>1816219.9732870169</c:v>
                </c:pt>
                <c:pt idx="24">
                  <c:v>1919824.6858643231</c:v>
                </c:pt>
                <c:pt idx="25">
                  <c:v>1599308.7497807464</c:v>
                </c:pt>
                <c:pt idx="26">
                  <c:v>2091683.8323134799</c:v>
                </c:pt>
                <c:pt idx="27">
                  <c:v>2195625.5262805931</c:v>
                </c:pt>
                <c:pt idx="28">
                  <c:v>1983466.0473720965</c:v>
                </c:pt>
                <c:pt idx="29">
                  <c:v>1749022.7321030733</c:v>
                </c:pt>
                <c:pt idx="30">
                  <c:v>1853962.3307199366</c:v>
                </c:pt>
                <c:pt idx="31">
                  <c:v>2328774.3795142868</c:v>
                </c:pt>
                <c:pt idx="32">
                  <c:v>2418470.8162518502</c:v>
                </c:pt>
                <c:pt idx="33">
                  <c:v>2256348.8606498237</c:v>
                </c:pt>
                <c:pt idx="34">
                  <c:v>2002419.1947366532</c:v>
                </c:pt>
                <c:pt idx="35">
                  <c:v>2330570.2559761195</c:v>
                </c:pt>
                <c:pt idx="36">
                  <c:v>2315823.7959348098</c:v>
                </c:pt>
                <c:pt idx="37">
                  <c:v>2099240.5781308967</c:v>
                </c:pt>
                <c:pt idx="38">
                  <c:v>2079443.6876300499</c:v>
                </c:pt>
                <c:pt idx="39">
                  <c:v>1932711.0087115867</c:v>
                </c:pt>
                <c:pt idx="40">
                  <c:v>1727471.5911411766</c:v>
                </c:pt>
                <c:pt idx="41">
                  <c:v>1777142.48901942</c:v>
                </c:pt>
                <c:pt idx="42">
                  <c:v>2030942.1154136832</c:v>
                </c:pt>
                <c:pt idx="43">
                  <c:v>2048255.9928737797</c:v>
                </c:pt>
                <c:pt idx="44">
                  <c:v>2021455.6939373135</c:v>
                </c:pt>
                <c:pt idx="45">
                  <c:v>2028260.9282078065</c:v>
                </c:pt>
                <c:pt idx="46">
                  <c:v>1800257.8778917268</c:v>
                </c:pt>
                <c:pt idx="47">
                  <c:v>1524462.4747665098</c:v>
                </c:pt>
                <c:pt idx="48">
                  <c:v>1717713.6342551333</c:v>
                </c:pt>
                <c:pt idx="49">
                  <c:v>1720170.1407196831</c:v>
                </c:pt>
                <c:pt idx="50">
                  <c:v>1779642.4368769533</c:v>
                </c:pt>
                <c:pt idx="51">
                  <c:v>1400794.5264315268</c:v>
                </c:pt>
                <c:pt idx="52">
                  <c:v>1369276.0161471919</c:v>
                </c:pt>
                <c:pt idx="53">
                  <c:v>1226466.413788222</c:v>
                </c:pt>
                <c:pt idx="54">
                  <c:v>1363705.6797517133</c:v>
                </c:pt>
                <c:pt idx="55">
                  <c:v>1314489.0563650366</c:v>
                </c:pt>
                <c:pt idx="56">
                  <c:v>1135813.5470979444</c:v>
                </c:pt>
                <c:pt idx="57">
                  <c:v>904954.70842909103</c:v>
                </c:pt>
                <c:pt idx="58">
                  <c:v>971872.79605784325</c:v>
                </c:pt>
                <c:pt idx="59">
                  <c:v>1007533.3207403173</c:v>
                </c:pt>
                <c:pt idx="60">
                  <c:v>1018069.4116393166</c:v>
                </c:pt>
                <c:pt idx="61">
                  <c:v>1083177.0527121329</c:v>
                </c:pt>
                <c:pt idx="62">
                  <c:v>957587.04165193287</c:v>
                </c:pt>
                <c:pt idx="63">
                  <c:v>1103994.9340015922</c:v>
                </c:pt>
                <c:pt idx="64">
                  <c:v>720462.12290669372</c:v>
                </c:pt>
                <c:pt idx="65">
                  <c:v>753315.32238856063</c:v>
                </c:pt>
                <c:pt idx="66">
                  <c:v>881862.41588107694</c:v>
                </c:pt>
                <c:pt idx="67">
                  <c:v>772437.99429400114</c:v>
                </c:pt>
                <c:pt idx="68">
                  <c:v>888928.49673953035</c:v>
                </c:pt>
                <c:pt idx="69">
                  <c:v>857859.03142164799</c:v>
                </c:pt>
                <c:pt idx="70">
                  <c:v>686782.69517999573</c:v>
                </c:pt>
                <c:pt idx="71">
                  <c:v>822507.13488516305</c:v>
                </c:pt>
                <c:pt idx="72">
                  <c:v>509818.39849630365</c:v>
                </c:pt>
                <c:pt idx="73">
                  <c:v>508777.755195715</c:v>
                </c:pt>
                <c:pt idx="74">
                  <c:v>605099.55227846897</c:v>
                </c:pt>
                <c:pt idx="75">
                  <c:v>491211.99009935668</c:v>
                </c:pt>
                <c:pt idx="76">
                  <c:v>299067.84695820836</c:v>
                </c:pt>
                <c:pt idx="77">
                  <c:v>490624.49771637534</c:v>
                </c:pt>
                <c:pt idx="78">
                  <c:v>376735.81777515402</c:v>
                </c:pt>
                <c:pt idx="79">
                  <c:v>360280.19731835037</c:v>
                </c:pt>
                <c:pt idx="80">
                  <c:v>458183.51429993665</c:v>
                </c:pt>
                <c:pt idx="81">
                  <c:v>434610.57358655869</c:v>
                </c:pt>
                <c:pt idx="82">
                  <c:v>309713.02953822905</c:v>
                </c:pt>
                <c:pt idx="83">
                  <c:v>163399.05811421035</c:v>
                </c:pt>
                <c:pt idx="84">
                  <c:v>182012.6603474943</c:v>
                </c:pt>
                <c:pt idx="85">
                  <c:v>195727.91823021299</c:v>
                </c:pt>
                <c:pt idx="86">
                  <c:v>249040.68409846802</c:v>
                </c:pt>
                <c:pt idx="87">
                  <c:v>232199.69287058801</c:v>
                </c:pt>
                <c:pt idx="88">
                  <c:v>210088.93577944834</c:v>
                </c:pt>
                <c:pt idx="89">
                  <c:v>283492.46190914133</c:v>
                </c:pt>
                <c:pt idx="90">
                  <c:v>202700.93875924242</c:v>
                </c:pt>
                <c:pt idx="91">
                  <c:v>328810.11803387734</c:v>
                </c:pt>
                <c:pt idx="92">
                  <c:v>214452.32332860734</c:v>
                </c:pt>
                <c:pt idx="93">
                  <c:v>163955.30603313769</c:v>
                </c:pt>
                <c:pt idx="94">
                  <c:v>191907.99242624067</c:v>
                </c:pt>
                <c:pt idx="95">
                  <c:v>148707.82478263814</c:v>
                </c:pt>
                <c:pt idx="96">
                  <c:v>227935.90329861568</c:v>
                </c:pt>
                <c:pt idx="97">
                  <c:v>182853.88496511849</c:v>
                </c:pt>
                <c:pt idx="98">
                  <c:v>191869.4270546386</c:v>
                </c:pt>
                <c:pt idx="99">
                  <c:v>129370.19748402591</c:v>
                </c:pt>
                <c:pt idx="100">
                  <c:v>180414.55873195885</c:v>
                </c:pt>
                <c:pt idx="101">
                  <c:v>146564.94520242399</c:v>
                </c:pt>
                <c:pt idx="102">
                  <c:v>152744.15209754262</c:v>
                </c:pt>
                <c:pt idx="103">
                  <c:v>98663.800038804126</c:v>
                </c:pt>
                <c:pt idx="104">
                  <c:v>87224.898566700169</c:v>
                </c:pt>
                <c:pt idx="105">
                  <c:v>64827.978632715502</c:v>
                </c:pt>
                <c:pt idx="106">
                  <c:v>86639.98816878564</c:v>
                </c:pt>
                <c:pt idx="107">
                  <c:v>68610.393360791903</c:v>
                </c:pt>
                <c:pt idx="108">
                  <c:v>90596.335738917929</c:v>
                </c:pt>
                <c:pt idx="109">
                  <c:v>25625.502442458877</c:v>
                </c:pt>
                <c:pt idx="110">
                  <c:v>139714.16038613877</c:v>
                </c:pt>
                <c:pt idx="111">
                  <c:v>91393.553812877159</c:v>
                </c:pt>
                <c:pt idx="112">
                  <c:v>97807.992295254997</c:v>
                </c:pt>
                <c:pt idx="113">
                  <c:v>42537.918017413132</c:v>
                </c:pt>
                <c:pt idx="114">
                  <c:v>97851.089719623633</c:v>
                </c:pt>
                <c:pt idx="115">
                  <c:v>117720.939457535</c:v>
                </c:pt>
                <c:pt idx="116">
                  <c:v>78455.732470757895</c:v>
                </c:pt>
                <c:pt idx="117">
                  <c:v>38159.450415943233</c:v>
                </c:pt>
                <c:pt idx="118">
                  <c:v>34328.343818177469</c:v>
                </c:pt>
                <c:pt idx="119">
                  <c:v>41295.625779434798</c:v>
                </c:pt>
                <c:pt idx="120">
                  <c:v>26205.579333806298</c:v>
                </c:pt>
                <c:pt idx="121">
                  <c:v>62354.635412821306</c:v>
                </c:pt>
                <c:pt idx="122">
                  <c:v>27901.368073359932</c:v>
                </c:pt>
                <c:pt idx="123">
                  <c:v>42128.351422874584</c:v>
                </c:pt>
                <c:pt idx="124">
                  <c:v>22940.539887400897</c:v>
                </c:pt>
                <c:pt idx="125">
                  <c:v>6756.0748190037666</c:v>
                </c:pt>
                <c:pt idx="126">
                  <c:v>7772.4809930178335</c:v>
                </c:pt>
                <c:pt idx="127">
                  <c:v>14007.833567773867</c:v>
                </c:pt>
                <c:pt idx="128">
                  <c:v>79561.104085350627</c:v>
                </c:pt>
                <c:pt idx="129">
                  <c:v>20882.4130769207</c:v>
                </c:pt>
                <c:pt idx="130">
                  <c:v>30709.430995471601</c:v>
                </c:pt>
                <c:pt idx="131">
                  <c:v>26879.830100853364</c:v>
                </c:pt>
                <c:pt idx="132">
                  <c:v>8097.8773352304961</c:v>
                </c:pt>
                <c:pt idx="133">
                  <c:v>22681.899617479081</c:v>
                </c:pt>
                <c:pt idx="134">
                  <c:v>11270.751505065478</c:v>
                </c:pt>
                <c:pt idx="135">
                  <c:v>15795.882325725412</c:v>
                </c:pt>
                <c:pt idx="136">
                  <c:v>19047.975301578725</c:v>
                </c:pt>
                <c:pt idx="137">
                  <c:v>7831.5554533909008</c:v>
                </c:pt>
                <c:pt idx="138">
                  <c:v>4156.6168409631</c:v>
                </c:pt>
                <c:pt idx="139">
                  <c:v>8189.6152984895161</c:v>
                </c:pt>
                <c:pt idx="140">
                  <c:v>6357.2425457900135</c:v>
                </c:pt>
                <c:pt idx="141">
                  <c:v>5829.3607447633667</c:v>
                </c:pt>
                <c:pt idx="142">
                  <c:v>3992.2260294113003</c:v>
                </c:pt>
                <c:pt idx="143">
                  <c:v>24936.709852598899</c:v>
                </c:pt>
                <c:pt idx="144">
                  <c:v>11334.8681148177</c:v>
                </c:pt>
                <c:pt idx="145">
                  <c:v>3562.8144351112333</c:v>
                </c:pt>
                <c:pt idx="146">
                  <c:v>3886.2404965089336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26475.547524106267</c:v>
                </c:pt>
                <c:pt idx="151">
                  <c:v>0</c:v>
                </c:pt>
                <c:pt idx="152">
                  <c:v>6531.8264643705661</c:v>
                </c:pt>
                <c:pt idx="153">
                  <c:v>0</c:v>
                </c:pt>
                <c:pt idx="154">
                  <c:v>0</c:v>
                </c:pt>
                <c:pt idx="155">
                  <c:v>7448.6276183087675</c:v>
                </c:pt>
                <c:pt idx="156">
                  <c:v>0</c:v>
                </c:pt>
                <c:pt idx="157">
                  <c:v>0</c:v>
                </c:pt>
                <c:pt idx="158">
                  <c:v>23805.573264329698</c:v>
                </c:pt>
                <c:pt idx="159">
                  <c:v>24642.799842852601</c:v>
                </c:pt>
                <c:pt idx="160">
                  <c:v>0</c:v>
                </c:pt>
                <c:pt idx="161">
                  <c:v>0</c:v>
                </c:pt>
                <c:pt idx="162">
                  <c:v>11929.525147292299</c:v>
                </c:pt>
                <c:pt idx="163">
                  <c:v>3562.8144351112333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5641.1228555927664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19001.676987259834</c:v>
                </c:pt>
                <c:pt idx="175">
                  <c:v>5938.0240585186993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3859.7156380371666</c:v>
                </c:pt>
                <c:pt idx="180">
                  <c:v>15735.763755074566</c:v>
                </c:pt>
                <c:pt idx="181">
                  <c:v>0</c:v>
                </c:pt>
                <c:pt idx="182">
                  <c:v>0</c:v>
                </c:pt>
                <c:pt idx="183">
                  <c:v>3685.1317194566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21079.985407741366</c:v>
                </c:pt>
                <c:pt idx="189">
                  <c:v>5047.3204497408997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7247.9461545678323</c:v>
                </c:pt>
                <c:pt idx="197">
                  <c:v>3685.1317194566</c:v>
                </c:pt>
                <c:pt idx="198">
                  <c:v>0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A14-4981-93AF-360E46F8F938}"/>
            </c:ext>
          </c:extLst>
        </c:ser>
        <c:ser>
          <c:idx val="5"/>
          <c:order val="5"/>
          <c:tx>
            <c:strRef>
              <c:f>Summary!$G$1</c:f>
              <c:strCache>
                <c:ptCount val="1"/>
                <c:pt idx="0">
                  <c:v>R3</c:v>
                </c:pt>
              </c:strCache>
            </c:strRef>
          </c:tx>
          <c:spPr>
            <a:ln w="38100" cap="rnd">
              <a:solidFill>
                <a:srgbClr val="14D446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</c:numRef>
          </c:xVal>
          <c:yVal>
            <c:numRef>
              <c:f>Summary!$G$2:$G$201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1443.8076910531965</c:v>
                </c:pt>
                <c:pt idx="3">
                  <c:v>1420.3892148305301</c:v>
                </c:pt>
                <c:pt idx="4">
                  <c:v>5940.2850813128898</c:v>
                </c:pt>
                <c:pt idx="5">
                  <c:v>1443.8076910531965</c:v>
                </c:pt>
                <c:pt idx="6">
                  <c:v>6550.343792582993</c:v>
                </c:pt>
                <c:pt idx="7">
                  <c:v>14515.892641026221</c:v>
                </c:pt>
                <c:pt idx="8">
                  <c:v>44375.047050199471</c:v>
                </c:pt>
                <c:pt idx="9">
                  <c:v>44904.552725011432</c:v>
                </c:pt>
                <c:pt idx="10">
                  <c:v>50782.018623392731</c:v>
                </c:pt>
                <c:pt idx="11">
                  <c:v>86166.181338443261</c:v>
                </c:pt>
                <c:pt idx="12">
                  <c:v>137879.11084806221</c:v>
                </c:pt>
                <c:pt idx="13">
                  <c:v>141564.34064230532</c:v>
                </c:pt>
                <c:pt idx="14">
                  <c:v>125012.92684745316</c:v>
                </c:pt>
                <c:pt idx="15">
                  <c:v>228768.87713668038</c:v>
                </c:pt>
                <c:pt idx="16">
                  <c:v>277736.81830048334</c:v>
                </c:pt>
                <c:pt idx="17">
                  <c:v>344630.18786402099</c:v>
                </c:pt>
                <c:pt idx="18">
                  <c:v>338487.40939270769</c:v>
                </c:pt>
                <c:pt idx="19">
                  <c:v>548404.14569965668</c:v>
                </c:pt>
                <c:pt idx="20">
                  <c:v>610981.25725414837</c:v>
                </c:pt>
                <c:pt idx="21">
                  <c:v>747845.742612659</c:v>
                </c:pt>
                <c:pt idx="22">
                  <c:v>772629.94348096708</c:v>
                </c:pt>
                <c:pt idx="23">
                  <c:v>961275.824053313</c:v>
                </c:pt>
                <c:pt idx="24">
                  <c:v>967979.84530525003</c:v>
                </c:pt>
                <c:pt idx="25">
                  <c:v>1099385.6502795669</c:v>
                </c:pt>
                <c:pt idx="26">
                  <c:v>997434.99435816193</c:v>
                </c:pt>
                <c:pt idx="27">
                  <c:v>1269014.4728860157</c:v>
                </c:pt>
                <c:pt idx="28">
                  <c:v>1047952.8059280847</c:v>
                </c:pt>
                <c:pt idx="29">
                  <c:v>1110363.9316750544</c:v>
                </c:pt>
                <c:pt idx="30">
                  <c:v>1174020.2657747576</c:v>
                </c:pt>
                <c:pt idx="31">
                  <c:v>1103776.7940864002</c:v>
                </c:pt>
                <c:pt idx="32">
                  <c:v>1078304.401227124</c:v>
                </c:pt>
                <c:pt idx="33">
                  <c:v>1089487.4661809711</c:v>
                </c:pt>
                <c:pt idx="34">
                  <c:v>1156096.2269883966</c:v>
                </c:pt>
                <c:pt idx="35">
                  <c:v>1630136.3648560066</c:v>
                </c:pt>
                <c:pt idx="36">
                  <c:v>1546300.1059452768</c:v>
                </c:pt>
                <c:pt idx="37">
                  <c:v>1372700.4506069932</c:v>
                </c:pt>
                <c:pt idx="38">
                  <c:v>1496077.4510305666</c:v>
                </c:pt>
                <c:pt idx="39">
                  <c:v>1597746.2367353132</c:v>
                </c:pt>
                <c:pt idx="40">
                  <c:v>1329243.4937794001</c:v>
                </c:pt>
                <c:pt idx="41">
                  <c:v>1447091.9656737333</c:v>
                </c:pt>
                <c:pt idx="42">
                  <c:v>1329431.9144800932</c:v>
                </c:pt>
                <c:pt idx="43">
                  <c:v>1442782.9525568066</c:v>
                </c:pt>
                <c:pt idx="44">
                  <c:v>1597964.8355653267</c:v>
                </c:pt>
                <c:pt idx="45">
                  <c:v>1356475.54861341</c:v>
                </c:pt>
                <c:pt idx="46">
                  <c:v>1487091.0077711567</c:v>
                </c:pt>
                <c:pt idx="47">
                  <c:v>1319088.4385006099</c:v>
                </c:pt>
                <c:pt idx="48">
                  <c:v>1460722.02387246</c:v>
                </c:pt>
                <c:pt idx="49">
                  <c:v>1470193.8731602002</c:v>
                </c:pt>
                <c:pt idx="50">
                  <c:v>1512758.0902723602</c:v>
                </c:pt>
                <c:pt idx="51">
                  <c:v>1117743.1841071632</c:v>
                </c:pt>
                <c:pt idx="52">
                  <c:v>1151805.0967180165</c:v>
                </c:pt>
                <c:pt idx="53">
                  <c:v>1262451.82541119</c:v>
                </c:pt>
                <c:pt idx="54">
                  <c:v>1363015.8264125499</c:v>
                </c:pt>
                <c:pt idx="55">
                  <c:v>1156523.973016199</c:v>
                </c:pt>
                <c:pt idx="56">
                  <c:v>902396.1405565514</c:v>
                </c:pt>
                <c:pt idx="57">
                  <c:v>1251039.9965147274</c:v>
                </c:pt>
                <c:pt idx="58">
                  <c:v>996566.93314392131</c:v>
                </c:pt>
                <c:pt idx="59">
                  <c:v>1015124.3580969885</c:v>
                </c:pt>
                <c:pt idx="60">
                  <c:v>1090682.3783888968</c:v>
                </c:pt>
                <c:pt idx="61">
                  <c:v>929073.34986644646</c:v>
                </c:pt>
                <c:pt idx="62">
                  <c:v>851388.40271349123</c:v>
                </c:pt>
                <c:pt idx="63">
                  <c:v>583449.72238622431</c:v>
                </c:pt>
                <c:pt idx="64">
                  <c:v>751326.04740842304</c:v>
                </c:pt>
                <c:pt idx="65">
                  <c:v>734594.56538469729</c:v>
                </c:pt>
                <c:pt idx="66">
                  <c:v>752429.29007297393</c:v>
                </c:pt>
                <c:pt idx="67">
                  <c:v>581945.71637446934</c:v>
                </c:pt>
                <c:pt idx="68">
                  <c:v>851432.20300172269</c:v>
                </c:pt>
                <c:pt idx="69">
                  <c:v>627548.66852401465</c:v>
                </c:pt>
                <c:pt idx="70">
                  <c:v>639145.29251211963</c:v>
                </c:pt>
                <c:pt idx="71">
                  <c:v>630809.26600405469</c:v>
                </c:pt>
                <c:pt idx="72">
                  <c:v>527393.90359821403</c:v>
                </c:pt>
                <c:pt idx="73">
                  <c:v>708481.85186964273</c:v>
                </c:pt>
                <c:pt idx="74">
                  <c:v>426746.37472085172</c:v>
                </c:pt>
                <c:pt idx="75">
                  <c:v>630762.68352283898</c:v>
                </c:pt>
                <c:pt idx="76">
                  <c:v>538430.49152436701</c:v>
                </c:pt>
                <c:pt idx="77">
                  <c:v>504715.07877475739</c:v>
                </c:pt>
                <c:pt idx="78">
                  <c:v>406511.45353886363</c:v>
                </c:pt>
                <c:pt idx="79">
                  <c:v>407003.88681637234</c:v>
                </c:pt>
                <c:pt idx="80">
                  <c:v>462908.58804896596</c:v>
                </c:pt>
                <c:pt idx="81">
                  <c:v>467679.93465639796</c:v>
                </c:pt>
                <c:pt idx="82">
                  <c:v>424220.65503188904</c:v>
                </c:pt>
                <c:pt idx="83">
                  <c:v>357419.37753987539</c:v>
                </c:pt>
                <c:pt idx="84">
                  <c:v>361559.20225439005</c:v>
                </c:pt>
                <c:pt idx="85">
                  <c:v>430875.72230586433</c:v>
                </c:pt>
                <c:pt idx="86">
                  <c:v>215541.98552426437</c:v>
                </c:pt>
                <c:pt idx="87">
                  <c:v>318734.16361799033</c:v>
                </c:pt>
                <c:pt idx="88">
                  <c:v>265410.57349028799</c:v>
                </c:pt>
                <c:pt idx="89">
                  <c:v>260990.66406401436</c:v>
                </c:pt>
                <c:pt idx="90">
                  <c:v>381528.7117641056</c:v>
                </c:pt>
                <c:pt idx="91">
                  <c:v>360912.51612410299</c:v>
                </c:pt>
                <c:pt idx="92">
                  <c:v>131064.07137019026</c:v>
                </c:pt>
                <c:pt idx="93">
                  <c:v>351098.31295178435</c:v>
                </c:pt>
                <c:pt idx="94">
                  <c:v>270934.300147795</c:v>
                </c:pt>
                <c:pt idx="95">
                  <c:v>301837.06797482702</c:v>
                </c:pt>
                <c:pt idx="96">
                  <c:v>146546.33287245734</c:v>
                </c:pt>
                <c:pt idx="97">
                  <c:v>265406.33055378066</c:v>
                </c:pt>
                <c:pt idx="98">
                  <c:v>196318.70990635667</c:v>
                </c:pt>
                <c:pt idx="99">
                  <c:v>169693.10507914706</c:v>
                </c:pt>
                <c:pt idx="100">
                  <c:v>144360.82465924433</c:v>
                </c:pt>
                <c:pt idx="101">
                  <c:v>137176.80679324534</c:v>
                </c:pt>
                <c:pt idx="102">
                  <c:v>137474.60716757618</c:v>
                </c:pt>
                <c:pt idx="103">
                  <c:v>136794.99798964299</c:v>
                </c:pt>
                <c:pt idx="104">
                  <c:v>96882.924376141469</c:v>
                </c:pt>
                <c:pt idx="105">
                  <c:v>220927.75910868635</c:v>
                </c:pt>
                <c:pt idx="106">
                  <c:v>126049.91991282521</c:v>
                </c:pt>
                <c:pt idx="107">
                  <c:v>117494.52142901794</c:v>
                </c:pt>
                <c:pt idx="108">
                  <c:v>111504.31277790939</c:v>
                </c:pt>
                <c:pt idx="109">
                  <c:v>136614.5631049884</c:v>
                </c:pt>
                <c:pt idx="110">
                  <c:v>108812.87191125342</c:v>
                </c:pt>
                <c:pt idx="111">
                  <c:v>163417.94171371101</c:v>
                </c:pt>
                <c:pt idx="112">
                  <c:v>123019.80706300777</c:v>
                </c:pt>
                <c:pt idx="113">
                  <c:v>23500.480958508135</c:v>
                </c:pt>
                <c:pt idx="114">
                  <c:v>82280.068356939126</c:v>
                </c:pt>
                <c:pt idx="115">
                  <c:v>67912.401420220936</c:v>
                </c:pt>
                <c:pt idx="116">
                  <c:v>49567.765345261003</c:v>
                </c:pt>
                <c:pt idx="117">
                  <c:v>73729.823543045786</c:v>
                </c:pt>
                <c:pt idx="118">
                  <c:v>84216.284329117465</c:v>
                </c:pt>
                <c:pt idx="119">
                  <c:v>41197.59849228034</c:v>
                </c:pt>
                <c:pt idx="120">
                  <c:v>61760.695044032473</c:v>
                </c:pt>
                <c:pt idx="121">
                  <c:v>86623.139276726535</c:v>
                </c:pt>
                <c:pt idx="122">
                  <c:v>54674.089316339232</c:v>
                </c:pt>
                <c:pt idx="123">
                  <c:v>55761.523779443836</c:v>
                </c:pt>
                <c:pt idx="124">
                  <c:v>44925.85841508583</c:v>
                </c:pt>
                <c:pt idx="125">
                  <c:v>54016.976029500067</c:v>
                </c:pt>
                <c:pt idx="126">
                  <c:v>40287.924705661062</c:v>
                </c:pt>
                <c:pt idx="127">
                  <c:v>62330.139990690666</c:v>
                </c:pt>
                <c:pt idx="128">
                  <c:v>32798.540670832415</c:v>
                </c:pt>
                <c:pt idx="129">
                  <c:v>44947.525268268197</c:v>
                </c:pt>
                <c:pt idx="130">
                  <c:v>32309.82616266167</c:v>
                </c:pt>
                <c:pt idx="131">
                  <c:v>42377.69068829593</c:v>
                </c:pt>
                <c:pt idx="132">
                  <c:v>21909.031861867959</c:v>
                </c:pt>
                <c:pt idx="133">
                  <c:v>20398.792930240732</c:v>
                </c:pt>
                <c:pt idx="134">
                  <c:v>49251.612110077265</c:v>
                </c:pt>
                <c:pt idx="135">
                  <c:v>36190.365452714766</c:v>
                </c:pt>
                <c:pt idx="136">
                  <c:v>12313.704847677765</c:v>
                </c:pt>
                <c:pt idx="137">
                  <c:v>51103.9957818904</c:v>
                </c:pt>
                <c:pt idx="138">
                  <c:v>63233.92677601787</c:v>
                </c:pt>
                <c:pt idx="139">
                  <c:v>24168.604447314767</c:v>
                </c:pt>
                <c:pt idx="140">
                  <c:v>29030.963876313235</c:v>
                </c:pt>
                <c:pt idx="141">
                  <c:v>37214.197428560001</c:v>
                </c:pt>
                <c:pt idx="142">
                  <c:v>6495.6408408259767</c:v>
                </c:pt>
                <c:pt idx="143">
                  <c:v>9583.2777833597665</c:v>
                </c:pt>
                <c:pt idx="144">
                  <c:v>28062.264605800428</c:v>
                </c:pt>
                <c:pt idx="145">
                  <c:v>35776.271246126365</c:v>
                </c:pt>
                <c:pt idx="146">
                  <c:v>8374.0846081085328</c:v>
                </c:pt>
                <c:pt idx="147">
                  <c:v>42776.371718591232</c:v>
                </c:pt>
                <c:pt idx="148">
                  <c:v>16599.307140371569</c:v>
                </c:pt>
                <c:pt idx="149">
                  <c:v>19712.849633229034</c:v>
                </c:pt>
                <c:pt idx="150">
                  <c:v>5737.7612022565127</c:v>
                </c:pt>
                <c:pt idx="151">
                  <c:v>0</c:v>
                </c:pt>
                <c:pt idx="152">
                  <c:v>0</c:v>
                </c:pt>
                <c:pt idx="153">
                  <c:v>16670.743018203531</c:v>
                </c:pt>
                <c:pt idx="154">
                  <c:v>4194.6656937670332</c:v>
                </c:pt>
                <c:pt idx="155">
                  <c:v>9325.8007206834973</c:v>
                </c:pt>
                <c:pt idx="156">
                  <c:v>21039.830419559763</c:v>
                </c:pt>
                <c:pt idx="157">
                  <c:v>11163.342390079733</c:v>
                </c:pt>
                <c:pt idx="158">
                  <c:v>7172.2015028206561</c:v>
                </c:pt>
                <c:pt idx="159">
                  <c:v>7830.0426283651332</c:v>
                </c:pt>
                <c:pt idx="160">
                  <c:v>7044.3110501913661</c:v>
                </c:pt>
                <c:pt idx="161">
                  <c:v>27785.051834694401</c:v>
                </c:pt>
                <c:pt idx="162">
                  <c:v>25848.027581621533</c:v>
                </c:pt>
                <c:pt idx="163">
                  <c:v>12053.045480934334</c:v>
                </c:pt>
                <c:pt idx="164">
                  <c:v>0</c:v>
                </c:pt>
                <c:pt idx="165">
                  <c:v>8424.7990945871788</c:v>
                </c:pt>
                <c:pt idx="166">
                  <c:v>30256.015225960902</c:v>
                </c:pt>
                <c:pt idx="167">
                  <c:v>8559.8048509394503</c:v>
                </c:pt>
                <c:pt idx="168">
                  <c:v>2516.7994162602267</c:v>
                </c:pt>
                <c:pt idx="169">
                  <c:v>0</c:v>
                </c:pt>
                <c:pt idx="170">
                  <c:v>3753.8999967383002</c:v>
                </c:pt>
                <c:pt idx="171">
                  <c:v>0</c:v>
                </c:pt>
                <c:pt idx="172">
                  <c:v>7632.4526764162229</c:v>
                </c:pt>
                <c:pt idx="173">
                  <c:v>2237.1550366757569</c:v>
                </c:pt>
                <c:pt idx="174">
                  <c:v>0</c:v>
                </c:pt>
                <c:pt idx="175">
                  <c:v>15015.599986953266</c:v>
                </c:pt>
                <c:pt idx="176">
                  <c:v>2598.8538438957567</c:v>
                </c:pt>
                <c:pt idx="177">
                  <c:v>0</c:v>
                </c:pt>
                <c:pt idx="178">
                  <c:v>2516.7994162602267</c:v>
                </c:pt>
                <c:pt idx="179">
                  <c:v>0</c:v>
                </c:pt>
                <c:pt idx="180">
                  <c:v>8238.2574460170672</c:v>
                </c:pt>
                <c:pt idx="181">
                  <c:v>0</c:v>
                </c:pt>
                <c:pt idx="182">
                  <c:v>0</c:v>
                </c:pt>
                <c:pt idx="183">
                  <c:v>4829.3233304238001</c:v>
                </c:pt>
                <c:pt idx="184">
                  <c:v>3693.011958559367</c:v>
                </c:pt>
                <c:pt idx="185">
                  <c:v>5113.4011733898997</c:v>
                </c:pt>
                <c:pt idx="186">
                  <c:v>0</c:v>
                </c:pt>
                <c:pt idx="187">
                  <c:v>0</c:v>
                </c:pt>
                <c:pt idx="188">
                  <c:v>3753.8999967383002</c:v>
                </c:pt>
                <c:pt idx="189">
                  <c:v>2598.8538438957567</c:v>
                </c:pt>
                <c:pt idx="190">
                  <c:v>0</c:v>
                </c:pt>
                <c:pt idx="191">
                  <c:v>5033.5988325204662</c:v>
                </c:pt>
                <c:pt idx="192">
                  <c:v>3915.0213141825666</c:v>
                </c:pt>
                <c:pt idx="193">
                  <c:v>4545.2454874576997</c:v>
                </c:pt>
                <c:pt idx="194">
                  <c:v>3635.3769345981</c:v>
                </c:pt>
                <c:pt idx="195">
                  <c:v>0</c:v>
                </c:pt>
                <c:pt idx="196">
                  <c:v>0</c:v>
                </c:pt>
                <c:pt idx="197">
                  <c:v>4042.6615349489671</c:v>
                </c:pt>
                <c:pt idx="198">
                  <c:v>5113.4011733898997</c:v>
                </c:pt>
                <c:pt idx="199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6A14-4981-93AF-360E46F8F9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1164143"/>
        <c:axId val="681164623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Summary!$B$1</c15:sqref>
                        </c15:formulaRef>
                      </c:ext>
                    </c:extLst>
                    <c:strCache>
                      <c:ptCount val="1"/>
                      <c:pt idx="0">
                        <c:v>0R1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Summary!$B$2:$B$201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1694.0086887074633</c:v>
                      </c:pt>
                      <c:pt idx="5">
                        <c:v>1657.6628290222134</c:v>
                      </c:pt>
                      <c:pt idx="6">
                        <c:v>10357.470431245301</c:v>
                      </c:pt>
                      <c:pt idx="7">
                        <c:v>32841.017792959166</c:v>
                      </c:pt>
                      <c:pt idx="8">
                        <c:v>36163.612622940673</c:v>
                      </c:pt>
                      <c:pt idx="9">
                        <c:v>57332.123788718665</c:v>
                      </c:pt>
                      <c:pt idx="10">
                        <c:v>109610.62011366442</c:v>
                      </c:pt>
                      <c:pt idx="11">
                        <c:v>124026.44222587044</c:v>
                      </c:pt>
                      <c:pt idx="12">
                        <c:v>137193.61644820106</c:v>
                      </c:pt>
                      <c:pt idx="13">
                        <c:v>214704.26534198891</c:v>
                      </c:pt>
                      <c:pt idx="14">
                        <c:v>279633.26496796828</c:v>
                      </c:pt>
                      <c:pt idx="15">
                        <c:v>320638.43584323465</c:v>
                      </c:pt>
                      <c:pt idx="16">
                        <c:v>418029.06493112264</c:v>
                      </c:pt>
                      <c:pt idx="17">
                        <c:v>477258.3761105063</c:v>
                      </c:pt>
                      <c:pt idx="18">
                        <c:v>547708.14900842903</c:v>
                      </c:pt>
                      <c:pt idx="19">
                        <c:v>704910.68860859831</c:v>
                      </c:pt>
                      <c:pt idx="20">
                        <c:v>830767.74103064102</c:v>
                      </c:pt>
                      <c:pt idx="21">
                        <c:v>974280.0899805635</c:v>
                      </c:pt>
                      <c:pt idx="22">
                        <c:v>1237976.14570238</c:v>
                      </c:pt>
                      <c:pt idx="23">
                        <c:v>1218352.2528765732</c:v>
                      </c:pt>
                      <c:pt idx="24">
                        <c:v>1222315.1131031066</c:v>
                      </c:pt>
                      <c:pt idx="25">
                        <c:v>1639171.9155966367</c:v>
                      </c:pt>
                      <c:pt idx="26">
                        <c:v>1735299.6617566932</c:v>
                      </c:pt>
                      <c:pt idx="27">
                        <c:v>2072849.1371795067</c:v>
                      </c:pt>
                      <c:pt idx="28">
                        <c:v>2169866.5541413734</c:v>
                      </c:pt>
                      <c:pt idx="29">
                        <c:v>1986862.7168530766</c:v>
                      </c:pt>
                      <c:pt idx="30">
                        <c:v>2360340.194146167</c:v>
                      </c:pt>
                      <c:pt idx="31">
                        <c:v>2369693.9434258933</c:v>
                      </c:pt>
                      <c:pt idx="32">
                        <c:v>2678469.8605581266</c:v>
                      </c:pt>
                      <c:pt idx="33">
                        <c:v>2806065.4310633098</c:v>
                      </c:pt>
                      <c:pt idx="34">
                        <c:v>2820630.17874728</c:v>
                      </c:pt>
                      <c:pt idx="35">
                        <c:v>2771388.7481324631</c:v>
                      </c:pt>
                      <c:pt idx="36">
                        <c:v>2910024.1392199169</c:v>
                      </c:pt>
                      <c:pt idx="37">
                        <c:v>3272235.4830001765</c:v>
                      </c:pt>
                      <c:pt idx="38">
                        <c:v>3111355.9370712028</c:v>
                      </c:pt>
                      <c:pt idx="39">
                        <c:v>3205541.5824703239</c:v>
                      </c:pt>
                      <c:pt idx="40">
                        <c:v>3120360.9285257668</c:v>
                      </c:pt>
                      <c:pt idx="41">
                        <c:v>2847006.0031878105</c:v>
                      </c:pt>
                      <c:pt idx="42">
                        <c:v>3291218.4743595901</c:v>
                      </c:pt>
                      <c:pt idx="43">
                        <c:v>3252370.0156460931</c:v>
                      </c:pt>
                      <c:pt idx="44">
                        <c:v>3312134.0910144798</c:v>
                      </c:pt>
                      <c:pt idx="45">
                        <c:v>3100422.5492985067</c:v>
                      </c:pt>
                      <c:pt idx="46">
                        <c:v>2913974.3555151797</c:v>
                      </c:pt>
                      <c:pt idx="47">
                        <c:v>3014521.73881002</c:v>
                      </c:pt>
                      <c:pt idx="48">
                        <c:v>2946488.7087868867</c:v>
                      </c:pt>
                      <c:pt idx="49">
                        <c:v>3191301.7517185234</c:v>
                      </c:pt>
                      <c:pt idx="50">
                        <c:v>3626766.6709429435</c:v>
                      </c:pt>
                      <c:pt idx="51">
                        <c:v>2516710.1888812534</c:v>
                      </c:pt>
                      <c:pt idx="52">
                        <c:v>2752252.78806565</c:v>
                      </c:pt>
                      <c:pt idx="53">
                        <c:v>2671126.4654061403</c:v>
                      </c:pt>
                      <c:pt idx="54">
                        <c:v>2534347.3706978732</c:v>
                      </c:pt>
                      <c:pt idx="55">
                        <c:v>2714503.5742579903</c:v>
                      </c:pt>
                      <c:pt idx="56">
                        <c:v>2381667.539116303</c:v>
                      </c:pt>
                      <c:pt idx="57">
                        <c:v>2447761.9829595932</c:v>
                      </c:pt>
                      <c:pt idx="58">
                        <c:v>2150201.760510663</c:v>
                      </c:pt>
                      <c:pt idx="59">
                        <c:v>2044083.4703053832</c:v>
                      </c:pt>
                      <c:pt idx="60">
                        <c:v>2085349.1492566001</c:v>
                      </c:pt>
                      <c:pt idx="61">
                        <c:v>2154435.6975071696</c:v>
                      </c:pt>
                      <c:pt idx="62">
                        <c:v>1840526.2255097535</c:v>
                      </c:pt>
                      <c:pt idx="63">
                        <c:v>1996207.71546691</c:v>
                      </c:pt>
                      <c:pt idx="64">
                        <c:v>1681622.3571189765</c:v>
                      </c:pt>
                      <c:pt idx="65">
                        <c:v>1770665.2202414565</c:v>
                      </c:pt>
                      <c:pt idx="66">
                        <c:v>1911133.1823448401</c:v>
                      </c:pt>
                      <c:pt idx="67">
                        <c:v>1613504.0774391934</c:v>
                      </c:pt>
                      <c:pt idx="68">
                        <c:v>1372644.9464208533</c:v>
                      </c:pt>
                      <c:pt idx="69">
                        <c:v>1240958.5913049849</c:v>
                      </c:pt>
                      <c:pt idx="70">
                        <c:v>1394087.90723738</c:v>
                      </c:pt>
                      <c:pt idx="71">
                        <c:v>1577105.7329492001</c:v>
                      </c:pt>
                      <c:pt idx="72">
                        <c:v>1319906.2074390973</c:v>
                      </c:pt>
                      <c:pt idx="73">
                        <c:v>1521111.7493541567</c:v>
                      </c:pt>
                      <c:pt idx="74">
                        <c:v>1138382.3762256869</c:v>
                      </c:pt>
                      <c:pt idx="75">
                        <c:v>1145890.6551071294</c:v>
                      </c:pt>
                      <c:pt idx="76">
                        <c:v>979191.95050341834</c:v>
                      </c:pt>
                      <c:pt idx="77">
                        <c:v>977482.76740100107</c:v>
                      </c:pt>
                      <c:pt idx="78">
                        <c:v>935816.94531230908</c:v>
                      </c:pt>
                      <c:pt idx="79">
                        <c:v>967099.98445397045</c:v>
                      </c:pt>
                      <c:pt idx="80">
                        <c:v>833287.18569353502</c:v>
                      </c:pt>
                      <c:pt idx="81">
                        <c:v>905169.66174107895</c:v>
                      </c:pt>
                      <c:pt idx="82">
                        <c:v>1008365.4893481763</c:v>
                      </c:pt>
                      <c:pt idx="83">
                        <c:v>827403.40780218039</c:v>
                      </c:pt>
                      <c:pt idx="84">
                        <c:v>812645.86125024559</c:v>
                      </c:pt>
                      <c:pt idx="85">
                        <c:v>712393.46804869326</c:v>
                      </c:pt>
                      <c:pt idx="86">
                        <c:v>650038.91577475972</c:v>
                      </c:pt>
                      <c:pt idx="87">
                        <c:v>884880.65673666901</c:v>
                      </c:pt>
                      <c:pt idx="88">
                        <c:v>448799.32752912003</c:v>
                      </c:pt>
                      <c:pt idx="89">
                        <c:v>600836.41331104806</c:v>
                      </c:pt>
                      <c:pt idx="90">
                        <c:v>447182.82276346273</c:v>
                      </c:pt>
                      <c:pt idx="91">
                        <c:v>323666.25001195731</c:v>
                      </c:pt>
                      <c:pt idx="92">
                        <c:v>276052.49466389767</c:v>
                      </c:pt>
                      <c:pt idx="93">
                        <c:v>454835.17289127939</c:v>
                      </c:pt>
                      <c:pt idx="94">
                        <c:v>436391.47601283801</c:v>
                      </c:pt>
                      <c:pt idx="95">
                        <c:v>440205.61813676404</c:v>
                      </c:pt>
                      <c:pt idx="96">
                        <c:v>346178.37207365205</c:v>
                      </c:pt>
                      <c:pt idx="97">
                        <c:v>380619.62146171561</c:v>
                      </c:pt>
                      <c:pt idx="98">
                        <c:v>251741.92518034435</c:v>
                      </c:pt>
                      <c:pt idx="99">
                        <c:v>308419.00057707768</c:v>
                      </c:pt>
                      <c:pt idx="100">
                        <c:v>369004.82694564463</c:v>
                      </c:pt>
                      <c:pt idx="101">
                        <c:v>373831.35757938196</c:v>
                      </c:pt>
                      <c:pt idx="102">
                        <c:v>258110.2561538803</c:v>
                      </c:pt>
                      <c:pt idx="103">
                        <c:v>337516.65303768235</c:v>
                      </c:pt>
                      <c:pt idx="104">
                        <c:v>228349.09429989767</c:v>
                      </c:pt>
                      <c:pt idx="105">
                        <c:v>175273.240552248</c:v>
                      </c:pt>
                      <c:pt idx="106">
                        <c:v>260657.57208299669</c:v>
                      </c:pt>
                      <c:pt idx="107">
                        <c:v>118710.33783100358</c:v>
                      </c:pt>
                      <c:pt idx="108">
                        <c:v>312567.86117267999</c:v>
                      </c:pt>
                      <c:pt idx="109">
                        <c:v>236648.57003170732</c:v>
                      </c:pt>
                      <c:pt idx="110">
                        <c:v>167749.68950681234</c:v>
                      </c:pt>
                      <c:pt idx="111">
                        <c:v>170694.97819452002</c:v>
                      </c:pt>
                      <c:pt idx="112">
                        <c:v>98788.533244429869</c:v>
                      </c:pt>
                      <c:pt idx="113">
                        <c:v>129644.93885577661</c:v>
                      </c:pt>
                      <c:pt idx="114">
                        <c:v>243744.39062576901</c:v>
                      </c:pt>
                      <c:pt idx="115">
                        <c:v>156104.54820393724</c:v>
                      </c:pt>
                      <c:pt idx="116">
                        <c:v>106361.12012827815</c:v>
                      </c:pt>
                      <c:pt idx="117">
                        <c:v>103322.53770466354</c:v>
                      </c:pt>
                      <c:pt idx="118">
                        <c:v>74607.210024662243</c:v>
                      </c:pt>
                      <c:pt idx="119">
                        <c:v>111030.40222506951</c:v>
                      </c:pt>
                      <c:pt idx="120">
                        <c:v>162517.56270666566</c:v>
                      </c:pt>
                      <c:pt idx="121">
                        <c:v>165255.85759048944</c:v>
                      </c:pt>
                      <c:pt idx="122">
                        <c:v>103545.96323051275</c:v>
                      </c:pt>
                      <c:pt idx="123">
                        <c:v>82186.950628450591</c:v>
                      </c:pt>
                      <c:pt idx="124">
                        <c:v>96700.879637007791</c:v>
                      </c:pt>
                      <c:pt idx="125">
                        <c:v>147221.51813078564</c:v>
                      </c:pt>
                      <c:pt idx="126">
                        <c:v>71061.272820937927</c:v>
                      </c:pt>
                      <c:pt idx="127">
                        <c:v>67454.51491306664</c:v>
                      </c:pt>
                      <c:pt idx="128">
                        <c:v>108265.211704817</c:v>
                      </c:pt>
                      <c:pt idx="129">
                        <c:v>46697.209531172768</c:v>
                      </c:pt>
                      <c:pt idx="130">
                        <c:v>4137.6922128680999</c:v>
                      </c:pt>
                      <c:pt idx="131">
                        <c:v>52109.815117526938</c:v>
                      </c:pt>
                      <c:pt idx="132">
                        <c:v>116630.06205147981</c:v>
                      </c:pt>
                      <c:pt idx="133">
                        <c:v>49565.888658640462</c:v>
                      </c:pt>
                      <c:pt idx="134">
                        <c:v>73236.3071631278</c:v>
                      </c:pt>
                      <c:pt idx="135">
                        <c:v>33409.596402440402</c:v>
                      </c:pt>
                      <c:pt idx="136">
                        <c:v>101155.87625150633</c:v>
                      </c:pt>
                      <c:pt idx="137">
                        <c:v>56981.070417001167</c:v>
                      </c:pt>
                      <c:pt idx="138">
                        <c:v>29397.386203647602</c:v>
                      </c:pt>
                      <c:pt idx="139">
                        <c:v>29856.604341318875</c:v>
                      </c:pt>
                      <c:pt idx="140">
                        <c:v>54122.618460731435</c:v>
                      </c:pt>
                      <c:pt idx="141">
                        <c:v>68880.814752322098</c:v>
                      </c:pt>
                      <c:pt idx="142">
                        <c:v>49960.365253912772</c:v>
                      </c:pt>
                      <c:pt idx="143">
                        <c:v>52311.135660918742</c:v>
                      </c:pt>
                      <c:pt idx="144">
                        <c:v>46335.253900240808</c:v>
                      </c:pt>
                      <c:pt idx="145">
                        <c:v>30556.325512313197</c:v>
                      </c:pt>
                      <c:pt idx="146">
                        <c:v>52728.884598760931</c:v>
                      </c:pt>
                      <c:pt idx="147">
                        <c:v>48103.230246645726</c:v>
                      </c:pt>
                      <c:pt idx="148">
                        <c:v>35728.130598698168</c:v>
                      </c:pt>
                      <c:pt idx="149">
                        <c:v>18306.982838614869</c:v>
                      </c:pt>
                      <c:pt idx="150">
                        <c:v>63495.037282980244</c:v>
                      </c:pt>
                      <c:pt idx="151">
                        <c:v>21457.966885407001</c:v>
                      </c:pt>
                      <c:pt idx="152">
                        <c:v>7585.7690569248334</c:v>
                      </c:pt>
                      <c:pt idx="153">
                        <c:v>8620.1921101418666</c:v>
                      </c:pt>
                      <c:pt idx="154">
                        <c:v>17791.862815818899</c:v>
                      </c:pt>
                      <c:pt idx="155">
                        <c:v>14071.049647326667</c:v>
                      </c:pt>
                      <c:pt idx="156">
                        <c:v>31958.019344673568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12729.082595435733</c:v>
                      </c:pt>
                      <c:pt idx="160">
                        <c:v>6040.2779038504741</c:v>
                      </c:pt>
                      <c:pt idx="161">
                        <c:v>12757.884323009966</c:v>
                      </c:pt>
                      <c:pt idx="162">
                        <c:v>11027.8047347912</c:v>
                      </c:pt>
                      <c:pt idx="163">
                        <c:v>3646.8582238488666</c:v>
                      </c:pt>
                      <c:pt idx="164">
                        <c:v>61158.220079974271</c:v>
                      </c:pt>
                      <c:pt idx="165">
                        <c:v>8892.928434577334</c:v>
                      </c:pt>
                      <c:pt idx="166">
                        <c:v>37793.842608240098</c:v>
                      </c:pt>
                      <c:pt idx="167">
                        <c:v>15197.7429518258</c:v>
                      </c:pt>
                      <c:pt idx="168">
                        <c:v>6299.1187502844004</c:v>
                      </c:pt>
                      <c:pt idx="169">
                        <c:v>20477.632571693794</c:v>
                      </c:pt>
                      <c:pt idx="170">
                        <c:v>21337.905678121766</c:v>
                      </c:pt>
                      <c:pt idx="171">
                        <c:v>13447.4996918213</c:v>
                      </c:pt>
                      <c:pt idx="172">
                        <c:v>3388.0173774149334</c:v>
                      </c:pt>
                      <c:pt idx="173">
                        <c:v>4482.4998972737667</c:v>
                      </c:pt>
                      <c:pt idx="174">
                        <c:v>16339.594959599335</c:v>
                      </c:pt>
                      <c:pt idx="175">
                        <c:v>11424.7598480291</c:v>
                      </c:pt>
                      <c:pt idx="176">
                        <c:v>33593.826725304469</c:v>
                      </c:pt>
                      <c:pt idx="177">
                        <c:v>7585.7690569248334</c:v>
                      </c:pt>
                      <c:pt idx="178">
                        <c:v>3448.0768440567335</c:v>
                      </c:pt>
                      <c:pt idx="179">
                        <c:v>0</c:v>
                      </c:pt>
                      <c:pt idx="180">
                        <c:v>21504.786452973731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3103.2691596510699</c:v>
                      </c:pt>
                      <c:pt idx="184">
                        <c:v>0</c:v>
                      </c:pt>
                      <c:pt idx="185">
                        <c:v>9654.615163358867</c:v>
                      </c:pt>
                      <c:pt idx="186">
                        <c:v>6431.8699362967163</c:v>
                      </c:pt>
                      <c:pt idx="187">
                        <c:v>4404.4225906393995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3646.8582238488666</c:v>
                      </c:pt>
                      <c:pt idx="193">
                        <c:v>6206.5383193021335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8203.3130657660004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0-6A14-4981-93AF-360E46F8F938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Summary!$C$1</c15:sqref>
                        </c15:formulaRef>
                      </c:ext>
                    </c:extLst>
                    <c:strCache>
                      <c:ptCount val="1"/>
                      <c:pt idx="0">
                        <c:v>0R2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Summary!$C$2:$C$201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3313.7249462514733</c:v>
                      </c:pt>
                      <c:pt idx="5">
                        <c:v>3313.7249462514733</c:v>
                      </c:pt>
                      <c:pt idx="6">
                        <c:v>14665.5988549212</c:v>
                      </c:pt>
                      <c:pt idx="7">
                        <c:v>28511.169254425597</c:v>
                      </c:pt>
                      <c:pt idx="8">
                        <c:v>41731.211222570302</c:v>
                      </c:pt>
                      <c:pt idx="9">
                        <c:v>101444.10498734259</c:v>
                      </c:pt>
                      <c:pt idx="10">
                        <c:v>126051.22629123158</c:v>
                      </c:pt>
                      <c:pt idx="11">
                        <c:v>153678.14555431111</c:v>
                      </c:pt>
                      <c:pt idx="12">
                        <c:v>231907.17515192367</c:v>
                      </c:pt>
                      <c:pt idx="13">
                        <c:v>311198.77444513567</c:v>
                      </c:pt>
                      <c:pt idx="14">
                        <c:v>298012.67448206764</c:v>
                      </c:pt>
                      <c:pt idx="15">
                        <c:v>490372.91065171239</c:v>
                      </c:pt>
                      <c:pt idx="16">
                        <c:v>581104.35635025857</c:v>
                      </c:pt>
                      <c:pt idx="17">
                        <c:v>823148.13053509372</c:v>
                      </c:pt>
                      <c:pt idx="18">
                        <c:v>816230.05635543528</c:v>
                      </c:pt>
                      <c:pt idx="19">
                        <c:v>1161314.4519188134</c:v>
                      </c:pt>
                      <c:pt idx="20">
                        <c:v>1442947.1965041701</c:v>
                      </c:pt>
                      <c:pt idx="21">
                        <c:v>1458780.44204126</c:v>
                      </c:pt>
                      <c:pt idx="22">
                        <c:v>1672525.6487058101</c:v>
                      </c:pt>
                      <c:pt idx="23">
                        <c:v>1947343.8093940767</c:v>
                      </c:pt>
                      <c:pt idx="24">
                        <c:v>1888264.2847222935</c:v>
                      </c:pt>
                      <c:pt idx="25">
                        <c:v>2131878.7995491968</c:v>
                      </c:pt>
                      <c:pt idx="26">
                        <c:v>2491043.4097964498</c:v>
                      </c:pt>
                      <c:pt idx="27">
                        <c:v>2569276.8457713202</c:v>
                      </c:pt>
                      <c:pt idx="28">
                        <c:v>2807132.9014883065</c:v>
                      </c:pt>
                      <c:pt idx="29">
                        <c:v>2515859.2337597366</c:v>
                      </c:pt>
                      <c:pt idx="30">
                        <c:v>2814495.2726756302</c:v>
                      </c:pt>
                      <c:pt idx="31">
                        <c:v>2843989.5225357465</c:v>
                      </c:pt>
                      <c:pt idx="32">
                        <c:v>3568188.0683661033</c:v>
                      </c:pt>
                      <c:pt idx="33">
                        <c:v>3000398.5874509136</c:v>
                      </c:pt>
                      <c:pt idx="34">
                        <c:v>3144468.88321826</c:v>
                      </c:pt>
                      <c:pt idx="35">
                        <c:v>3278921.5953264129</c:v>
                      </c:pt>
                      <c:pt idx="36">
                        <c:v>3163722.7136291363</c:v>
                      </c:pt>
                      <c:pt idx="37">
                        <c:v>3426144.6176112234</c:v>
                      </c:pt>
                      <c:pt idx="38">
                        <c:v>2839989.5336351469</c:v>
                      </c:pt>
                      <c:pt idx="39">
                        <c:v>3338835.6606610231</c:v>
                      </c:pt>
                      <c:pt idx="40">
                        <c:v>3144864.7761764233</c:v>
                      </c:pt>
                      <c:pt idx="41">
                        <c:v>3286580.2202627701</c:v>
                      </c:pt>
                      <c:pt idx="42">
                        <c:v>3622827.4267105297</c:v>
                      </c:pt>
                      <c:pt idx="43">
                        <c:v>3630032.5091062468</c:v>
                      </c:pt>
                      <c:pt idx="44">
                        <c:v>3222753.9019237068</c:v>
                      </c:pt>
                      <c:pt idx="45">
                        <c:v>3243807.4390380098</c:v>
                      </c:pt>
                      <c:pt idx="46">
                        <c:v>2864408.843203567</c:v>
                      </c:pt>
                      <c:pt idx="47">
                        <c:v>3089202.9581053364</c:v>
                      </c:pt>
                      <c:pt idx="48">
                        <c:v>2801713.5931813768</c:v>
                      </c:pt>
                      <c:pt idx="49">
                        <c:v>2460669.0515877232</c:v>
                      </c:pt>
                      <c:pt idx="50">
                        <c:v>2752685.5284290262</c:v>
                      </c:pt>
                      <c:pt idx="51">
                        <c:v>2726090.8711836068</c:v>
                      </c:pt>
                      <c:pt idx="52">
                        <c:v>2423750.1676729601</c:v>
                      </c:pt>
                      <c:pt idx="53">
                        <c:v>2444440.5018688198</c:v>
                      </c:pt>
                      <c:pt idx="54">
                        <c:v>2028177.57661725</c:v>
                      </c:pt>
                      <c:pt idx="55">
                        <c:v>2241890.0301551698</c:v>
                      </c:pt>
                      <c:pt idx="56">
                        <c:v>2170714.1277221437</c:v>
                      </c:pt>
                      <c:pt idx="57">
                        <c:v>2051214.3726139236</c:v>
                      </c:pt>
                      <c:pt idx="58">
                        <c:v>2437433.2913628202</c:v>
                      </c:pt>
                      <c:pt idx="59">
                        <c:v>1959656.4200920935</c:v>
                      </c:pt>
                      <c:pt idx="60">
                        <c:v>2189866.2363347467</c:v>
                      </c:pt>
                      <c:pt idx="61">
                        <c:v>2097830.7172317966</c:v>
                      </c:pt>
                      <c:pt idx="62">
                        <c:v>1939511.7001100667</c:v>
                      </c:pt>
                      <c:pt idx="63">
                        <c:v>2007934.5264978067</c:v>
                      </c:pt>
                      <c:pt idx="64">
                        <c:v>1782447.0082595798</c:v>
                      </c:pt>
                      <c:pt idx="65">
                        <c:v>1513596.9928639566</c:v>
                      </c:pt>
                      <c:pt idx="66">
                        <c:v>1422472.36967663</c:v>
                      </c:pt>
                      <c:pt idx="67">
                        <c:v>1529337.1726650198</c:v>
                      </c:pt>
                      <c:pt idx="68">
                        <c:v>1828186.9709742668</c:v>
                      </c:pt>
                      <c:pt idx="69">
                        <c:v>1513838.47985613</c:v>
                      </c:pt>
                      <c:pt idx="70">
                        <c:v>1232947.7982010064</c:v>
                      </c:pt>
                      <c:pt idx="71">
                        <c:v>1419700.4313539567</c:v>
                      </c:pt>
                      <c:pt idx="72">
                        <c:v>1114490.7380283878</c:v>
                      </c:pt>
                      <c:pt idx="73">
                        <c:v>1067863.72085917</c:v>
                      </c:pt>
                      <c:pt idx="74">
                        <c:v>1267825.3614013102</c:v>
                      </c:pt>
                      <c:pt idx="75">
                        <c:v>1285048.6538727591</c:v>
                      </c:pt>
                      <c:pt idx="76">
                        <c:v>1230184.1226806373</c:v>
                      </c:pt>
                      <c:pt idx="77">
                        <c:v>904320.90176671033</c:v>
                      </c:pt>
                      <c:pt idx="78">
                        <c:v>1021331.7714517466</c:v>
                      </c:pt>
                      <c:pt idx="79">
                        <c:v>778791.5660568137</c:v>
                      </c:pt>
                      <c:pt idx="80">
                        <c:v>1013253.7368454259</c:v>
                      </c:pt>
                      <c:pt idx="81">
                        <c:v>750399.36002022773</c:v>
                      </c:pt>
                      <c:pt idx="82">
                        <c:v>761668.26566470915</c:v>
                      </c:pt>
                      <c:pt idx="83">
                        <c:v>692521.26506394998</c:v>
                      </c:pt>
                      <c:pt idx="84">
                        <c:v>523358.72216185695</c:v>
                      </c:pt>
                      <c:pt idx="85">
                        <c:v>762166.69964730495</c:v>
                      </c:pt>
                      <c:pt idx="86">
                        <c:v>479205.33281191665</c:v>
                      </c:pt>
                      <c:pt idx="87">
                        <c:v>842270.7362194896</c:v>
                      </c:pt>
                      <c:pt idx="88">
                        <c:v>668454.60535511095</c:v>
                      </c:pt>
                      <c:pt idx="89">
                        <c:v>638708.86303790624</c:v>
                      </c:pt>
                      <c:pt idx="90">
                        <c:v>521235.71254892368</c:v>
                      </c:pt>
                      <c:pt idx="91">
                        <c:v>395234.97599464905</c:v>
                      </c:pt>
                      <c:pt idx="92">
                        <c:v>395072.79933187738</c:v>
                      </c:pt>
                      <c:pt idx="93">
                        <c:v>495609.45864477963</c:v>
                      </c:pt>
                      <c:pt idx="94">
                        <c:v>286091.50164309435</c:v>
                      </c:pt>
                      <c:pt idx="95">
                        <c:v>289968.16505249805</c:v>
                      </c:pt>
                      <c:pt idx="96">
                        <c:v>327661.55849802168</c:v>
                      </c:pt>
                      <c:pt idx="97">
                        <c:v>351327.00231292262</c:v>
                      </c:pt>
                      <c:pt idx="98">
                        <c:v>415353.22423421033</c:v>
                      </c:pt>
                      <c:pt idx="99">
                        <c:v>429148.20679790695</c:v>
                      </c:pt>
                      <c:pt idx="100">
                        <c:v>281712.48466701462</c:v>
                      </c:pt>
                      <c:pt idx="101">
                        <c:v>287348.37587251904</c:v>
                      </c:pt>
                      <c:pt idx="102">
                        <c:v>175585.57480594734</c:v>
                      </c:pt>
                      <c:pt idx="103">
                        <c:v>268070.39516212797</c:v>
                      </c:pt>
                      <c:pt idx="104">
                        <c:v>192181.64187908001</c:v>
                      </c:pt>
                      <c:pt idx="105">
                        <c:v>328170.92744107766</c:v>
                      </c:pt>
                      <c:pt idx="106">
                        <c:v>108210.7860914435</c:v>
                      </c:pt>
                      <c:pt idx="107">
                        <c:v>211020.61050561132</c:v>
                      </c:pt>
                      <c:pt idx="108">
                        <c:v>226706.48979438966</c:v>
                      </c:pt>
                      <c:pt idx="109">
                        <c:v>204349.28466045565</c:v>
                      </c:pt>
                      <c:pt idx="110">
                        <c:v>200022.51523499671</c:v>
                      </c:pt>
                      <c:pt idx="111">
                        <c:v>197741.55890144026</c:v>
                      </c:pt>
                      <c:pt idx="112">
                        <c:v>172672.54550101826</c:v>
                      </c:pt>
                      <c:pt idx="113">
                        <c:v>94200.07938694967</c:v>
                      </c:pt>
                      <c:pt idx="114">
                        <c:v>54452.96601574833</c:v>
                      </c:pt>
                      <c:pt idx="115">
                        <c:v>113112.19336596369</c:v>
                      </c:pt>
                      <c:pt idx="116">
                        <c:v>86398.483149077365</c:v>
                      </c:pt>
                      <c:pt idx="117">
                        <c:v>119551.76155814998</c:v>
                      </c:pt>
                      <c:pt idx="118">
                        <c:v>124427.52920744849</c:v>
                      </c:pt>
                      <c:pt idx="119">
                        <c:v>117710.70876584777</c:v>
                      </c:pt>
                      <c:pt idx="120">
                        <c:v>80568.063025689393</c:v>
                      </c:pt>
                      <c:pt idx="121">
                        <c:v>103828.49001002415</c:v>
                      </c:pt>
                      <c:pt idx="122">
                        <c:v>102982.86680619717</c:v>
                      </c:pt>
                      <c:pt idx="123">
                        <c:v>79108.222855001499</c:v>
                      </c:pt>
                      <c:pt idx="124">
                        <c:v>86614.56327149256</c:v>
                      </c:pt>
                      <c:pt idx="125">
                        <c:v>94163.659980303899</c:v>
                      </c:pt>
                      <c:pt idx="126">
                        <c:v>72927.322974584458</c:v>
                      </c:pt>
                      <c:pt idx="127">
                        <c:v>49808.628944717202</c:v>
                      </c:pt>
                      <c:pt idx="128">
                        <c:v>22217.430062066433</c:v>
                      </c:pt>
                      <c:pt idx="129">
                        <c:v>34870.57291195877</c:v>
                      </c:pt>
                      <c:pt idx="130">
                        <c:v>35834.484648709396</c:v>
                      </c:pt>
                      <c:pt idx="131">
                        <c:v>59291.472230344232</c:v>
                      </c:pt>
                      <c:pt idx="132">
                        <c:v>48438.870526538405</c:v>
                      </c:pt>
                      <c:pt idx="133">
                        <c:v>23701.021193489534</c:v>
                      </c:pt>
                      <c:pt idx="134">
                        <c:v>33604.325324948499</c:v>
                      </c:pt>
                      <c:pt idx="135">
                        <c:v>35253.445248385971</c:v>
                      </c:pt>
                      <c:pt idx="136">
                        <c:v>43062.522373566571</c:v>
                      </c:pt>
                      <c:pt idx="137">
                        <c:v>31182.110665993463</c:v>
                      </c:pt>
                      <c:pt idx="138">
                        <c:v>20105.273267548469</c:v>
                      </c:pt>
                      <c:pt idx="139">
                        <c:v>34273.938123124302</c:v>
                      </c:pt>
                      <c:pt idx="140">
                        <c:v>43911.3014696682</c:v>
                      </c:pt>
                      <c:pt idx="141">
                        <c:v>53616.524485064372</c:v>
                      </c:pt>
                      <c:pt idx="142">
                        <c:v>25628.660594128698</c:v>
                      </c:pt>
                      <c:pt idx="143">
                        <c:v>57315.251559098768</c:v>
                      </c:pt>
                      <c:pt idx="144">
                        <c:v>7694.1528986946332</c:v>
                      </c:pt>
                      <c:pt idx="145">
                        <c:v>45933.903642226673</c:v>
                      </c:pt>
                      <c:pt idx="146">
                        <c:v>12951.930320852334</c:v>
                      </c:pt>
                      <c:pt idx="147">
                        <c:v>26169.699495801065</c:v>
                      </c:pt>
                      <c:pt idx="148">
                        <c:v>14347.855494802663</c:v>
                      </c:pt>
                      <c:pt idx="149">
                        <c:v>38438.923372836398</c:v>
                      </c:pt>
                      <c:pt idx="150">
                        <c:v>40858.329749730066</c:v>
                      </c:pt>
                      <c:pt idx="151">
                        <c:v>33424.435659505092</c:v>
                      </c:pt>
                      <c:pt idx="152">
                        <c:v>13765.340452528368</c:v>
                      </c:pt>
                      <c:pt idx="153">
                        <c:v>9799.9979086633703</c:v>
                      </c:pt>
                      <c:pt idx="154">
                        <c:v>10710.259476745467</c:v>
                      </c:pt>
                      <c:pt idx="155">
                        <c:v>15067.0794702937</c:v>
                      </c:pt>
                      <c:pt idx="156">
                        <c:v>5633.3324086274997</c:v>
                      </c:pt>
                      <c:pt idx="157">
                        <c:v>51701.93385325469</c:v>
                      </c:pt>
                      <c:pt idx="158">
                        <c:v>12141.206004908165</c:v>
                      </c:pt>
                      <c:pt idx="159">
                        <c:v>9328.2905120040996</c:v>
                      </c:pt>
                      <c:pt idx="160">
                        <c:v>16726.419344988335</c:v>
                      </c:pt>
                      <c:pt idx="161">
                        <c:v>11266.664817254999</c:v>
                      </c:pt>
                      <c:pt idx="162">
                        <c:v>10603.9198280047</c:v>
                      </c:pt>
                      <c:pt idx="163">
                        <c:v>10123.562441277567</c:v>
                      </c:pt>
                      <c:pt idx="164">
                        <c:v>0</c:v>
                      </c:pt>
                      <c:pt idx="165">
                        <c:v>16366.643819891613</c:v>
                      </c:pt>
                      <c:pt idx="166">
                        <c:v>30069.050499789635</c:v>
                      </c:pt>
                      <c:pt idx="167">
                        <c:v>7734.5253488599001</c:v>
                      </c:pt>
                      <c:pt idx="168">
                        <c:v>3313.7249462514733</c:v>
                      </c:pt>
                      <c:pt idx="169">
                        <c:v>19068.1180532867</c:v>
                      </c:pt>
                      <c:pt idx="170">
                        <c:v>23493.472400602932</c:v>
                      </c:pt>
                      <c:pt idx="171">
                        <c:v>7946.3215472627671</c:v>
                      </c:pt>
                      <c:pt idx="172">
                        <c:v>3010.7554820978999</c:v>
                      </c:pt>
                      <c:pt idx="173">
                        <c:v>9032.2664462937009</c:v>
                      </c:pt>
                      <c:pt idx="174">
                        <c:v>0</c:v>
                      </c:pt>
                      <c:pt idx="175">
                        <c:v>15987.932941147164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9196.7242605772663</c:v>
                      </c:pt>
                      <c:pt idx="179">
                        <c:v>2982.3524516263265</c:v>
                      </c:pt>
                      <c:pt idx="180">
                        <c:v>12640.682818145067</c:v>
                      </c:pt>
                      <c:pt idx="181">
                        <c:v>4639.2149247520665</c:v>
                      </c:pt>
                      <c:pt idx="182">
                        <c:v>23416.987082983669</c:v>
                      </c:pt>
                      <c:pt idx="183">
                        <c:v>8615.6848602538339</c:v>
                      </c:pt>
                      <c:pt idx="184">
                        <c:v>17395.476118787865</c:v>
                      </c:pt>
                      <c:pt idx="185">
                        <c:v>0</c:v>
                      </c:pt>
                      <c:pt idx="186">
                        <c:v>9328.2905120040996</c:v>
                      </c:pt>
                      <c:pt idx="187">
                        <c:v>0</c:v>
                      </c:pt>
                      <c:pt idx="188">
                        <c:v>4348.8690296969662</c:v>
                      </c:pt>
                      <c:pt idx="189">
                        <c:v>4639.2149247520665</c:v>
                      </c:pt>
                      <c:pt idx="190">
                        <c:v>4014.3406427972</c:v>
                      </c:pt>
                      <c:pt idx="191">
                        <c:v>3313.7249462514733</c:v>
                      </c:pt>
                      <c:pt idx="192">
                        <c:v>5873.368100150733</c:v>
                      </c:pt>
                      <c:pt idx="193">
                        <c:v>6356.0393510955664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10035.851606992999</c:v>
                      </c:pt>
                      <c:pt idx="197">
                        <c:v>0</c:v>
                      </c:pt>
                      <c:pt idx="198">
                        <c:v>11401.243959116133</c:v>
                      </c:pt>
                      <c:pt idx="199">
                        <c:v>9673.7827531894345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6A14-4981-93AF-360E46F8F938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Summary!$D$1</c15:sqref>
                        </c15:formulaRef>
                      </c:ext>
                    </c:extLst>
                    <c:strCache>
                      <c:ptCount val="1"/>
                      <c:pt idx="0">
                        <c:v>0R3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Summary!$D$2:$D$201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1716.81824366615</c:v>
                      </c:pt>
                      <c:pt idx="6">
                        <c:v>5896.6585109494199</c:v>
                      </c:pt>
                      <c:pt idx="7">
                        <c:v>15239.055264514633</c:v>
                      </c:pt>
                      <c:pt idx="8">
                        <c:v>17598.148945567667</c:v>
                      </c:pt>
                      <c:pt idx="9">
                        <c:v>12839.961966734567</c:v>
                      </c:pt>
                      <c:pt idx="10">
                        <c:v>55242.031320341957</c:v>
                      </c:pt>
                      <c:pt idx="11">
                        <c:v>83951.154291024199</c:v>
                      </c:pt>
                      <c:pt idx="12">
                        <c:v>124209.07113566941</c:v>
                      </c:pt>
                      <c:pt idx="13">
                        <c:v>154976.15667271402</c:v>
                      </c:pt>
                      <c:pt idx="14">
                        <c:v>178419.34361746433</c:v>
                      </c:pt>
                      <c:pt idx="15">
                        <c:v>234346.69515310333</c:v>
                      </c:pt>
                      <c:pt idx="16">
                        <c:v>303688.74255009968</c:v>
                      </c:pt>
                      <c:pt idx="17">
                        <c:v>382119.02002637432</c:v>
                      </c:pt>
                      <c:pt idx="18">
                        <c:v>498261.96017290669</c:v>
                      </c:pt>
                      <c:pt idx="19">
                        <c:v>539812.91683068196</c:v>
                      </c:pt>
                      <c:pt idx="20">
                        <c:v>703484.14247636904</c:v>
                      </c:pt>
                      <c:pt idx="21">
                        <c:v>770137.80377522577</c:v>
                      </c:pt>
                      <c:pt idx="22">
                        <c:v>745916.92911730928</c:v>
                      </c:pt>
                      <c:pt idx="23">
                        <c:v>918353.65001651738</c:v>
                      </c:pt>
                      <c:pt idx="24">
                        <c:v>1052066.3739782083</c:v>
                      </c:pt>
                      <c:pt idx="25">
                        <c:v>1275651.8966967</c:v>
                      </c:pt>
                      <c:pt idx="26">
                        <c:v>1418163.1397444634</c:v>
                      </c:pt>
                      <c:pt idx="27">
                        <c:v>1616491.9278069467</c:v>
                      </c:pt>
                      <c:pt idx="28">
                        <c:v>1636731.1595579789</c:v>
                      </c:pt>
                      <c:pt idx="29">
                        <c:v>1720137.1369547667</c:v>
                      </c:pt>
                      <c:pt idx="30">
                        <c:v>1931853.3638908535</c:v>
                      </c:pt>
                      <c:pt idx="31">
                        <c:v>2243808.5616358002</c:v>
                      </c:pt>
                      <c:pt idx="32">
                        <c:v>2219837.331696453</c:v>
                      </c:pt>
                      <c:pt idx="33">
                        <c:v>2304861.2925350601</c:v>
                      </c:pt>
                      <c:pt idx="34">
                        <c:v>2311006.1926592034</c:v>
                      </c:pt>
                      <c:pt idx="35">
                        <c:v>2136645.5818925067</c:v>
                      </c:pt>
                      <c:pt idx="36">
                        <c:v>2467246.9056223831</c:v>
                      </c:pt>
                      <c:pt idx="37">
                        <c:v>2488438.3756929166</c:v>
                      </c:pt>
                      <c:pt idx="38">
                        <c:v>2703478.3413994499</c:v>
                      </c:pt>
                      <c:pt idx="39">
                        <c:v>2921061.8381618299</c:v>
                      </c:pt>
                      <c:pt idx="40">
                        <c:v>2774753.7231864198</c:v>
                      </c:pt>
                      <c:pt idx="41">
                        <c:v>3054243.787420874</c:v>
                      </c:pt>
                      <c:pt idx="42">
                        <c:v>2710287.0878042602</c:v>
                      </c:pt>
                      <c:pt idx="43">
                        <c:v>3028567.3250580169</c:v>
                      </c:pt>
                      <c:pt idx="44">
                        <c:v>2961662.9604251799</c:v>
                      </c:pt>
                      <c:pt idx="45">
                        <c:v>2858232.5206418694</c:v>
                      </c:pt>
                      <c:pt idx="46">
                        <c:v>3106851.50696958</c:v>
                      </c:pt>
                      <c:pt idx="47">
                        <c:v>3107395.6283641164</c:v>
                      </c:pt>
                      <c:pt idx="48">
                        <c:v>3239738.5508842398</c:v>
                      </c:pt>
                      <c:pt idx="49">
                        <c:v>3068415.6784814368</c:v>
                      </c:pt>
                      <c:pt idx="50">
                        <c:v>2885640.5851982101</c:v>
                      </c:pt>
                      <c:pt idx="51">
                        <c:v>3096300.7222158462</c:v>
                      </c:pt>
                      <c:pt idx="52">
                        <c:v>2821546.7384816334</c:v>
                      </c:pt>
                      <c:pt idx="53">
                        <c:v>2501480.2683750703</c:v>
                      </c:pt>
                      <c:pt idx="54">
                        <c:v>2532838.0241987067</c:v>
                      </c:pt>
                      <c:pt idx="55">
                        <c:v>2564717.3052633866</c:v>
                      </c:pt>
                      <c:pt idx="56">
                        <c:v>2501272.8093078001</c:v>
                      </c:pt>
                      <c:pt idx="57">
                        <c:v>2872893.6122990767</c:v>
                      </c:pt>
                      <c:pt idx="58">
                        <c:v>2618525.9390984266</c:v>
                      </c:pt>
                      <c:pt idx="59">
                        <c:v>2600767.1069976934</c:v>
                      </c:pt>
                      <c:pt idx="60">
                        <c:v>2613612.9800105668</c:v>
                      </c:pt>
                      <c:pt idx="61">
                        <c:v>2302053.2420248133</c:v>
                      </c:pt>
                      <c:pt idx="62">
                        <c:v>2212312.4925765432</c:v>
                      </c:pt>
                      <c:pt idx="63">
                        <c:v>2535261.235072637</c:v>
                      </c:pt>
                      <c:pt idx="64">
                        <c:v>2121600.3905609702</c:v>
                      </c:pt>
                      <c:pt idx="65">
                        <c:v>2623626.9624204063</c:v>
                      </c:pt>
                      <c:pt idx="66">
                        <c:v>1775213.7098226966</c:v>
                      </c:pt>
                      <c:pt idx="67">
                        <c:v>1968314.0081355402</c:v>
                      </c:pt>
                      <c:pt idx="68">
                        <c:v>1825173.1866676568</c:v>
                      </c:pt>
                      <c:pt idx="69">
                        <c:v>1814047.3532814097</c:v>
                      </c:pt>
                      <c:pt idx="70">
                        <c:v>1809412.5040056298</c:v>
                      </c:pt>
                      <c:pt idx="71">
                        <c:v>1959043.0186732432</c:v>
                      </c:pt>
                      <c:pt idx="72">
                        <c:v>1518677.9896414534</c:v>
                      </c:pt>
                      <c:pt idx="73">
                        <c:v>1499600.5237943167</c:v>
                      </c:pt>
                      <c:pt idx="74">
                        <c:v>1512951.2611165</c:v>
                      </c:pt>
                      <c:pt idx="75">
                        <c:v>1547554.0355662864</c:v>
                      </c:pt>
                      <c:pt idx="76">
                        <c:v>1634043.4463402368</c:v>
                      </c:pt>
                      <c:pt idx="77">
                        <c:v>1367098.636870916</c:v>
                      </c:pt>
                      <c:pt idx="78">
                        <c:v>1384674.7582410632</c:v>
                      </c:pt>
                      <c:pt idx="79">
                        <c:v>1166020.807935382</c:v>
                      </c:pt>
                      <c:pt idx="80">
                        <c:v>1156549.9453142867</c:v>
                      </c:pt>
                      <c:pt idx="81">
                        <c:v>1192550.4322209624</c:v>
                      </c:pt>
                      <c:pt idx="82">
                        <c:v>1050947.6295989279</c:v>
                      </c:pt>
                      <c:pt idx="83">
                        <c:v>1222615.7303395767</c:v>
                      </c:pt>
                      <c:pt idx="84">
                        <c:v>943472.01750919502</c:v>
                      </c:pt>
                      <c:pt idx="85">
                        <c:v>735616.81041557493</c:v>
                      </c:pt>
                      <c:pt idx="86">
                        <c:v>861441.41465645994</c:v>
                      </c:pt>
                      <c:pt idx="87">
                        <c:v>835441.60819091031</c:v>
                      </c:pt>
                      <c:pt idx="88">
                        <c:v>720129.36626834574</c:v>
                      </c:pt>
                      <c:pt idx="89">
                        <c:v>904241.95606265729</c:v>
                      </c:pt>
                      <c:pt idx="90">
                        <c:v>563843.69731781469</c:v>
                      </c:pt>
                      <c:pt idx="91">
                        <c:v>687031.28347815201</c:v>
                      </c:pt>
                      <c:pt idx="92">
                        <c:v>532443.72432110738</c:v>
                      </c:pt>
                      <c:pt idx="93">
                        <c:v>696227.39706104819</c:v>
                      </c:pt>
                      <c:pt idx="94">
                        <c:v>533733.14868653507</c:v>
                      </c:pt>
                      <c:pt idx="95">
                        <c:v>504565.24259222561</c:v>
                      </c:pt>
                      <c:pt idx="96">
                        <c:v>381749.56229388568</c:v>
                      </c:pt>
                      <c:pt idx="97">
                        <c:v>542270.62043936539</c:v>
                      </c:pt>
                      <c:pt idx="98">
                        <c:v>501553.21472291095</c:v>
                      </c:pt>
                      <c:pt idx="99">
                        <c:v>499483.25385622168</c:v>
                      </c:pt>
                      <c:pt idx="100">
                        <c:v>370067.42685464071</c:v>
                      </c:pt>
                      <c:pt idx="101">
                        <c:v>293382.75620683999</c:v>
                      </c:pt>
                      <c:pt idx="102">
                        <c:v>377662.72205470764</c:v>
                      </c:pt>
                      <c:pt idx="103">
                        <c:v>380443.30426681397</c:v>
                      </c:pt>
                      <c:pt idx="104">
                        <c:v>322584.43527276634</c:v>
                      </c:pt>
                      <c:pt idx="105">
                        <c:v>341678.40909688035</c:v>
                      </c:pt>
                      <c:pt idx="106">
                        <c:v>258219.17750978368</c:v>
                      </c:pt>
                      <c:pt idx="107">
                        <c:v>396764.36424358195</c:v>
                      </c:pt>
                      <c:pt idx="108">
                        <c:v>290554.228981013</c:v>
                      </c:pt>
                      <c:pt idx="109">
                        <c:v>277054.97557084198</c:v>
                      </c:pt>
                      <c:pt idx="110">
                        <c:v>336578.23310737434</c:v>
                      </c:pt>
                      <c:pt idx="111">
                        <c:v>236957.99173103436</c:v>
                      </c:pt>
                      <c:pt idx="112">
                        <c:v>207139.36508927168</c:v>
                      </c:pt>
                      <c:pt idx="113">
                        <c:v>187590.85478717709</c:v>
                      </c:pt>
                      <c:pt idx="114">
                        <c:v>275709.12821384129</c:v>
                      </c:pt>
                      <c:pt idx="115">
                        <c:v>215898.13705278831</c:v>
                      </c:pt>
                      <c:pt idx="116">
                        <c:v>168439.65888149958</c:v>
                      </c:pt>
                      <c:pt idx="117">
                        <c:v>154934.38877686064</c:v>
                      </c:pt>
                      <c:pt idx="118">
                        <c:v>126888.28667537535</c:v>
                      </c:pt>
                      <c:pt idx="119">
                        <c:v>192029.694021887</c:v>
                      </c:pt>
                      <c:pt idx="120">
                        <c:v>176382.86552255834</c:v>
                      </c:pt>
                      <c:pt idx="121">
                        <c:v>93667.083601418941</c:v>
                      </c:pt>
                      <c:pt idx="122">
                        <c:v>116618.31760523024</c:v>
                      </c:pt>
                      <c:pt idx="123">
                        <c:v>118258.64336036173</c:v>
                      </c:pt>
                      <c:pt idx="124">
                        <c:v>114505.96639814967</c:v>
                      </c:pt>
                      <c:pt idx="125">
                        <c:v>172587.00789709532</c:v>
                      </c:pt>
                      <c:pt idx="126">
                        <c:v>150773.82987705167</c:v>
                      </c:pt>
                      <c:pt idx="127">
                        <c:v>128081.57861861266</c:v>
                      </c:pt>
                      <c:pt idx="128">
                        <c:v>112048.87427350045</c:v>
                      </c:pt>
                      <c:pt idx="129">
                        <c:v>165535.12002738207</c:v>
                      </c:pt>
                      <c:pt idx="130">
                        <c:v>153880.38757438023</c:v>
                      </c:pt>
                      <c:pt idx="131">
                        <c:v>62653.752672699396</c:v>
                      </c:pt>
                      <c:pt idx="132">
                        <c:v>67146.774089340659</c:v>
                      </c:pt>
                      <c:pt idx="133">
                        <c:v>106402.31024327269</c:v>
                      </c:pt>
                      <c:pt idx="134">
                        <c:v>82481.831152255982</c:v>
                      </c:pt>
                      <c:pt idx="135">
                        <c:v>77425.76467870234</c:v>
                      </c:pt>
                      <c:pt idx="136">
                        <c:v>50159.528418905502</c:v>
                      </c:pt>
                      <c:pt idx="137">
                        <c:v>64760.983170226631</c:v>
                      </c:pt>
                      <c:pt idx="138">
                        <c:v>42460.703778891067</c:v>
                      </c:pt>
                      <c:pt idx="139">
                        <c:v>64225.681236587174</c:v>
                      </c:pt>
                      <c:pt idx="140">
                        <c:v>79850.110003037029</c:v>
                      </c:pt>
                      <c:pt idx="141">
                        <c:v>85066.938097525563</c:v>
                      </c:pt>
                      <c:pt idx="142">
                        <c:v>57452.451544464471</c:v>
                      </c:pt>
                      <c:pt idx="143">
                        <c:v>45646.774587879532</c:v>
                      </c:pt>
                      <c:pt idx="144">
                        <c:v>61321.707407438291</c:v>
                      </c:pt>
                      <c:pt idx="145">
                        <c:v>79264.184353001765</c:v>
                      </c:pt>
                      <c:pt idx="146">
                        <c:v>14087.159059670301</c:v>
                      </c:pt>
                      <c:pt idx="147">
                        <c:v>39204.532387749598</c:v>
                      </c:pt>
                      <c:pt idx="148">
                        <c:v>19430.5843695082</c:v>
                      </c:pt>
                      <c:pt idx="149">
                        <c:v>21975.892895286568</c:v>
                      </c:pt>
                      <c:pt idx="150">
                        <c:v>25297.815642782934</c:v>
                      </c:pt>
                      <c:pt idx="151">
                        <c:v>30852.846340016898</c:v>
                      </c:pt>
                      <c:pt idx="152">
                        <c:v>45220.901756144063</c:v>
                      </c:pt>
                      <c:pt idx="153">
                        <c:v>49272.607539520897</c:v>
                      </c:pt>
                      <c:pt idx="154">
                        <c:v>30662.521596066497</c:v>
                      </c:pt>
                      <c:pt idx="155">
                        <c:v>17449.698169478233</c:v>
                      </c:pt>
                      <c:pt idx="156">
                        <c:v>38100.559713020339</c:v>
                      </c:pt>
                      <c:pt idx="157">
                        <c:v>38939.209456611708</c:v>
                      </c:pt>
                      <c:pt idx="158">
                        <c:v>44791.967541171005</c:v>
                      </c:pt>
                      <c:pt idx="159">
                        <c:v>27966.116459309636</c:v>
                      </c:pt>
                      <c:pt idx="160">
                        <c:v>40877.450205025605</c:v>
                      </c:pt>
                      <c:pt idx="161">
                        <c:v>16114.6458723708</c:v>
                      </c:pt>
                      <c:pt idx="162">
                        <c:v>31660.123921353897</c:v>
                      </c:pt>
                      <c:pt idx="163">
                        <c:v>16856.671810426298</c:v>
                      </c:pt>
                      <c:pt idx="164">
                        <c:v>0</c:v>
                      </c:pt>
                      <c:pt idx="165">
                        <c:v>14338.557605006799</c:v>
                      </c:pt>
                      <c:pt idx="166">
                        <c:v>20390.129371872932</c:v>
                      </c:pt>
                      <c:pt idx="167">
                        <c:v>40085.881934348472</c:v>
                      </c:pt>
                      <c:pt idx="168">
                        <c:v>6998.1212361305033</c:v>
                      </c:pt>
                      <c:pt idx="169">
                        <c:v>13924.870693279634</c:v>
                      </c:pt>
                      <c:pt idx="170">
                        <c:v>8786.3112587780724</c:v>
                      </c:pt>
                      <c:pt idx="171">
                        <c:v>24538.323075444834</c:v>
                      </c:pt>
                      <c:pt idx="172">
                        <c:v>34921.589613048731</c:v>
                      </c:pt>
                      <c:pt idx="173">
                        <c:v>4869.7648333281668</c:v>
                      </c:pt>
                      <c:pt idx="174">
                        <c:v>4973.6252332218328</c:v>
                      </c:pt>
                      <c:pt idx="175">
                        <c:v>9484.9338527414366</c:v>
                      </c:pt>
                      <c:pt idx="176">
                        <c:v>0</c:v>
                      </c:pt>
                      <c:pt idx="177">
                        <c:v>11897.590339365699</c:v>
                      </c:pt>
                      <c:pt idx="178">
                        <c:v>0</c:v>
                      </c:pt>
                      <c:pt idx="179">
                        <c:v>9152.2105257310013</c:v>
                      </c:pt>
                      <c:pt idx="180">
                        <c:v>44293.910686586663</c:v>
                      </c:pt>
                      <c:pt idx="181">
                        <c:v>35967.270206621797</c:v>
                      </c:pt>
                      <c:pt idx="182">
                        <c:v>0</c:v>
                      </c:pt>
                      <c:pt idx="183">
                        <c:v>3552.5894523012998</c:v>
                      </c:pt>
                      <c:pt idx="184">
                        <c:v>7815.6967950628668</c:v>
                      </c:pt>
                      <c:pt idx="185">
                        <c:v>7866.5431922993666</c:v>
                      </c:pt>
                      <c:pt idx="186">
                        <c:v>10644.273110730133</c:v>
                      </c:pt>
                      <c:pt idx="187">
                        <c:v>0</c:v>
                      </c:pt>
                      <c:pt idx="188">
                        <c:v>7460.4378498327342</c:v>
                      </c:pt>
                      <c:pt idx="189">
                        <c:v>5618.9594230709663</c:v>
                      </c:pt>
                      <c:pt idx="190">
                        <c:v>3907.8483975314334</c:v>
                      </c:pt>
                      <c:pt idx="191">
                        <c:v>3197.3305070711763</c:v>
                      </c:pt>
                      <c:pt idx="192">
                        <c:v>0</c:v>
                      </c:pt>
                      <c:pt idx="193">
                        <c:v>15778.9317355686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10114.126961527732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A14-4981-93AF-360E46F8F938}"/>
                  </c:ext>
                </c:extLst>
              </c15:ser>
            </c15:filteredScatterSeries>
            <c15:filteredScatte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Summary!$H$1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Summary!$H$2:$H$201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2195.7484556700701</c:v>
                      </c:pt>
                      <c:pt idx="7">
                        <c:v>2561.7065316150797</c:v>
                      </c:pt>
                      <c:pt idx="8">
                        <c:v>1744.9948151988735</c:v>
                      </c:pt>
                      <c:pt idx="9">
                        <c:v>8417.0357467352678</c:v>
                      </c:pt>
                      <c:pt idx="10">
                        <c:v>15551.216352110367</c:v>
                      </c:pt>
                      <c:pt idx="11">
                        <c:v>21390.567284595567</c:v>
                      </c:pt>
                      <c:pt idx="12">
                        <c:v>27893.703668268801</c:v>
                      </c:pt>
                      <c:pt idx="13">
                        <c:v>40796.162014616231</c:v>
                      </c:pt>
                      <c:pt idx="14">
                        <c:v>81541.348607489825</c:v>
                      </c:pt>
                      <c:pt idx="15">
                        <c:v>71174.141279233299</c:v>
                      </c:pt>
                      <c:pt idx="16">
                        <c:v>106057.61485799751</c:v>
                      </c:pt>
                      <c:pt idx="17">
                        <c:v>92167.284337749064</c:v>
                      </c:pt>
                      <c:pt idx="18">
                        <c:v>162311.58400682267</c:v>
                      </c:pt>
                      <c:pt idx="19">
                        <c:v>205980.30731788834</c:v>
                      </c:pt>
                      <c:pt idx="20">
                        <c:v>230606.86987141133</c:v>
                      </c:pt>
                      <c:pt idx="21">
                        <c:v>257559.65538341369</c:v>
                      </c:pt>
                      <c:pt idx="22">
                        <c:v>317015.06096672331</c:v>
                      </c:pt>
                      <c:pt idx="23">
                        <c:v>317753.86898574041</c:v>
                      </c:pt>
                      <c:pt idx="24">
                        <c:v>461848.18156446499</c:v>
                      </c:pt>
                      <c:pt idx="25">
                        <c:v>514410.66549903969</c:v>
                      </c:pt>
                      <c:pt idx="26">
                        <c:v>603199.83735292801</c:v>
                      </c:pt>
                      <c:pt idx="27">
                        <c:v>624448.94483568764</c:v>
                      </c:pt>
                      <c:pt idx="28">
                        <c:v>815355.61123233393</c:v>
                      </c:pt>
                      <c:pt idx="29">
                        <c:v>881947.70160716434</c:v>
                      </c:pt>
                      <c:pt idx="30">
                        <c:v>859192.57856530894</c:v>
                      </c:pt>
                      <c:pt idx="31">
                        <c:v>1164374.8176010458</c:v>
                      </c:pt>
                      <c:pt idx="32">
                        <c:v>1256801.3031029266</c:v>
                      </c:pt>
                      <c:pt idx="33">
                        <c:v>1479592.9243876999</c:v>
                      </c:pt>
                      <c:pt idx="34">
                        <c:v>1559185.5289508335</c:v>
                      </c:pt>
                      <c:pt idx="35">
                        <c:v>1658471.4853484</c:v>
                      </c:pt>
                      <c:pt idx="36">
                        <c:v>2074258.9231694033</c:v>
                      </c:pt>
                      <c:pt idx="37">
                        <c:v>1807973.5090457799</c:v>
                      </c:pt>
                      <c:pt idx="38">
                        <c:v>2180111.8319523865</c:v>
                      </c:pt>
                      <c:pt idx="39">
                        <c:v>2244217.8950157934</c:v>
                      </c:pt>
                      <c:pt idx="40">
                        <c:v>2330384.0239887033</c:v>
                      </c:pt>
                      <c:pt idx="41">
                        <c:v>2505121.7758961734</c:v>
                      </c:pt>
                      <c:pt idx="42">
                        <c:v>2394790.5114071532</c:v>
                      </c:pt>
                      <c:pt idx="43">
                        <c:v>2301385.4508530735</c:v>
                      </c:pt>
                      <c:pt idx="44">
                        <c:v>2674735.2526712264</c:v>
                      </c:pt>
                      <c:pt idx="45">
                        <c:v>2144069.0705670663</c:v>
                      </c:pt>
                      <c:pt idx="46">
                        <c:v>2346927.9300981332</c:v>
                      </c:pt>
                      <c:pt idx="47">
                        <c:v>3114744.5709569701</c:v>
                      </c:pt>
                      <c:pt idx="48">
                        <c:v>2935650.0217218362</c:v>
                      </c:pt>
                      <c:pt idx="49">
                        <c:v>2598330.1569462302</c:v>
                      </c:pt>
                      <c:pt idx="50">
                        <c:v>2628165.3311261735</c:v>
                      </c:pt>
                      <c:pt idx="51">
                        <c:v>2447819.7210391168</c:v>
                      </c:pt>
                      <c:pt idx="52">
                        <c:v>2617473.8249532203</c:v>
                      </c:pt>
                      <c:pt idx="53">
                        <c:v>3072031.1837258502</c:v>
                      </c:pt>
                      <c:pt idx="54">
                        <c:v>2633016.59304064</c:v>
                      </c:pt>
                      <c:pt idx="55">
                        <c:v>2410783.4142465037</c:v>
                      </c:pt>
                      <c:pt idx="56">
                        <c:v>2543610.0113543463</c:v>
                      </c:pt>
                      <c:pt idx="57">
                        <c:v>2449459.6839294131</c:v>
                      </c:pt>
                      <c:pt idx="58">
                        <c:v>2324080.7934636902</c:v>
                      </c:pt>
                      <c:pt idx="59">
                        <c:v>2720936.7552008801</c:v>
                      </c:pt>
                      <c:pt idx="60">
                        <c:v>2477905.5877992962</c:v>
                      </c:pt>
                      <c:pt idx="61">
                        <c:v>2515008.3934684531</c:v>
                      </c:pt>
                      <c:pt idx="62">
                        <c:v>2184750.0812127297</c:v>
                      </c:pt>
                      <c:pt idx="63">
                        <c:v>2218677.0220838501</c:v>
                      </c:pt>
                      <c:pt idx="64">
                        <c:v>2147437.6314269765</c:v>
                      </c:pt>
                      <c:pt idx="65">
                        <c:v>2027508.06514511</c:v>
                      </c:pt>
                      <c:pt idx="66">
                        <c:v>1669901.0319619135</c:v>
                      </c:pt>
                      <c:pt idx="67">
                        <c:v>1815682.46442547</c:v>
                      </c:pt>
                      <c:pt idx="68">
                        <c:v>1902673.5051907666</c:v>
                      </c:pt>
                      <c:pt idx="69">
                        <c:v>1457975.9216144152</c:v>
                      </c:pt>
                      <c:pt idx="70">
                        <c:v>1444873.7193992937</c:v>
                      </c:pt>
                      <c:pt idx="71">
                        <c:v>1455769.6538288898</c:v>
                      </c:pt>
                      <c:pt idx="72">
                        <c:v>1277605.5847865366</c:v>
                      </c:pt>
                      <c:pt idx="73">
                        <c:v>1269164.5287974901</c:v>
                      </c:pt>
                      <c:pt idx="74">
                        <c:v>1343590.3109603401</c:v>
                      </c:pt>
                      <c:pt idx="75">
                        <c:v>1073318.3221697493</c:v>
                      </c:pt>
                      <c:pt idx="76">
                        <c:v>1241062.9816196267</c:v>
                      </c:pt>
                      <c:pt idx="77">
                        <c:v>1508061.5898333632</c:v>
                      </c:pt>
                      <c:pt idx="78">
                        <c:v>1359986.49695216</c:v>
                      </c:pt>
                      <c:pt idx="79">
                        <c:v>989037.00173551461</c:v>
                      </c:pt>
                      <c:pt idx="80">
                        <c:v>1338670.8870005568</c:v>
                      </c:pt>
                      <c:pt idx="81">
                        <c:v>889994.67206664465</c:v>
                      </c:pt>
                      <c:pt idx="82">
                        <c:v>783144.53895822132</c:v>
                      </c:pt>
                      <c:pt idx="83">
                        <c:v>816317.98427702067</c:v>
                      </c:pt>
                      <c:pt idx="84">
                        <c:v>678505.789253606</c:v>
                      </c:pt>
                      <c:pt idx="85">
                        <c:v>699122.91624116979</c:v>
                      </c:pt>
                      <c:pt idx="86">
                        <c:v>575348.9720887536</c:v>
                      </c:pt>
                      <c:pt idx="87">
                        <c:v>523049.15894604567</c:v>
                      </c:pt>
                      <c:pt idx="88">
                        <c:v>543083.70369673334</c:v>
                      </c:pt>
                      <c:pt idx="89">
                        <c:v>566855.53447389696</c:v>
                      </c:pt>
                      <c:pt idx="90">
                        <c:v>643584.5125468137</c:v>
                      </c:pt>
                      <c:pt idx="91">
                        <c:v>506616.00594584161</c:v>
                      </c:pt>
                      <c:pt idx="92">
                        <c:v>431552.00940100633</c:v>
                      </c:pt>
                      <c:pt idx="93">
                        <c:v>718772.169044498</c:v>
                      </c:pt>
                      <c:pt idx="94">
                        <c:v>612962.64062397135</c:v>
                      </c:pt>
                      <c:pt idx="95">
                        <c:v>437934.09565469698</c:v>
                      </c:pt>
                      <c:pt idx="96">
                        <c:v>307735.65136975265</c:v>
                      </c:pt>
                      <c:pt idx="97">
                        <c:v>283160.65273613465</c:v>
                      </c:pt>
                      <c:pt idx="98">
                        <c:v>452586.15173206199</c:v>
                      </c:pt>
                      <c:pt idx="99">
                        <c:v>320026.52879344969</c:v>
                      </c:pt>
                      <c:pt idx="100">
                        <c:v>409452.62985066132</c:v>
                      </c:pt>
                      <c:pt idx="101">
                        <c:v>253260.98532972633</c:v>
                      </c:pt>
                      <c:pt idx="102">
                        <c:v>270457.72604877996</c:v>
                      </c:pt>
                      <c:pt idx="103">
                        <c:v>204292.59129339736</c:v>
                      </c:pt>
                      <c:pt idx="104">
                        <c:v>234228.35854312664</c:v>
                      </c:pt>
                      <c:pt idx="105">
                        <c:v>317642.91442108969</c:v>
                      </c:pt>
                      <c:pt idx="106">
                        <c:v>255412.70460556998</c:v>
                      </c:pt>
                      <c:pt idx="107">
                        <c:v>272123.79036375234</c:v>
                      </c:pt>
                      <c:pt idx="108">
                        <c:v>337355.81074533169</c:v>
                      </c:pt>
                      <c:pt idx="109">
                        <c:v>214355.86404349966</c:v>
                      </c:pt>
                      <c:pt idx="110">
                        <c:v>141647.45787760601</c:v>
                      </c:pt>
                      <c:pt idx="111">
                        <c:v>241865.92637140467</c:v>
                      </c:pt>
                      <c:pt idx="112">
                        <c:v>203562.86742556901</c:v>
                      </c:pt>
                      <c:pt idx="113">
                        <c:v>191663.44881630634</c:v>
                      </c:pt>
                      <c:pt idx="114">
                        <c:v>182865.72573510767</c:v>
                      </c:pt>
                      <c:pt idx="115">
                        <c:v>73148.512464657033</c:v>
                      </c:pt>
                      <c:pt idx="116">
                        <c:v>92531.673085261486</c:v>
                      </c:pt>
                      <c:pt idx="117">
                        <c:v>144040.21615311995</c:v>
                      </c:pt>
                      <c:pt idx="118">
                        <c:v>116101.69864080827</c:v>
                      </c:pt>
                      <c:pt idx="119">
                        <c:v>103420.73330073727</c:v>
                      </c:pt>
                      <c:pt idx="120">
                        <c:v>111077.06944464466</c:v>
                      </c:pt>
                      <c:pt idx="121">
                        <c:v>110651.51615566824</c:v>
                      </c:pt>
                      <c:pt idx="122">
                        <c:v>99049.824574302373</c:v>
                      </c:pt>
                      <c:pt idx="123">
                        <c:v>109295.17945535753</c:v>
                      </c:pt>
                      <c:pt idx="124">
                        <c:v>75928.137305337252</c:v>
                      </c:pt>
                      <c:pt idx="125">
                        <c:v>142252.48489044866</c:v>
                      </c:pt>
                      <c:pt idx="126">
                        <c:v>154247.34640594569</c:v>
                      </c:pt>
                      <c:pt idx="127">
                        <c:v>66660.863948483529</c:v>
                      </c:pt>
                      <c:pt idx="128">
                        <c:v>82425.646234683794</c:v>
                      </c:pt>
                      <c:pt idx="129">
                        <c:v>47922.219381750831</c:v>
                      </c:pt>
                      <c:pt idx="130">
                        <c:v>117747.74872889237</c:v>
                      </c:pt>
                      <c:pt idx="131">
                        <c:v>25227.005719330366</c:v>
                      </c:pt>
                      <c:pt idx="132">
                        <c:v>105413.85514878773</c:v>
                      </c:pt>
                      <c:pt idx="133">
                        <c:v>22123.392238963952</c:v>
                      </c:pt>
                      <c:pt idx="134">
                        <c:v>55919.967638149683</c:v>
                      </c:pt>
                      <c:pt idx="135">
                        <c:v>50000.306905146463</c:v>
                      </c:pt>
                      <c:pt idx="136">
                        <c:v>40876.195219056004</c:v>
                      </c:pt>
                      <c:pt idx="137">
                        <c:v>45378.801417181334</c:v>
                      </c:pt>
                      <c:pt idx="138">
                        <c:v>36230.634182772388</c:v>
                      </c:pt>
                      <c:pt idx="139">
                        <c:v>100983.28758376154</c:v>
                      </c:pt>
                      <c:pt idx="140">
                        <c:v>54698.833343267404</c:v>
                      </c:pt>
                      <c:pt idx="141">
                        <c:v>104337.53228312533</c:v>
                      </c:pt>
                      <c:pt idx="142">
                        <c:v>108086.91924371237</c:v>
                      </c:pt>
                      <c:pt idx="143">
                        <c:v>16965.152147444944</c:v>
                      </c:pt>
                      <c:pt idx="144">
                        <c:v>19357.6598821158</c:v>
                      </c:pt>
                      <c:pt idx="145">
                        <c:v>15005.065777961687</c:v>
                      </c:pt>
                      <c:pt idx="146">
                        <c:v>47637.918213467106</c:v>
                      </c:pt>
                      <c:pt idx="147">
                        <c:v>30520.009911612899</c:v>
                      </c:pt>
                      <c:pt idx="148">
                        <c:v>0</c:v>
                      </c:pt>
                      <c:pt idx="149">
                        <c:v>34275.281853821529</c:v>
                      </c:pt>
                      <c:pt idx="150">
                        <c:v>22938.312405658555</c:v>
                      </c:pt>
                      <c:pt idx="151">
                        <c:v>75806.550787662869</c:v>
                      </c:pt>
                      <c:pt idx="152">
                        <c:v>66021.500322487089</c:v>
                      </c:pt>
                      <c:pt idx="153">
                        <c:v>36595.807594500999</c:v>
                      </c:pt>
                      <c:pt idx="154">
                        <c:v>15704.953336789868</c:v>
                      </c:pt>
                      <c:pt idx="155">
                        <c:v>25017.727118875733</c:v>
                      </c:pt>
                      <c:pt idx="156">
                        <c:v>33898.428159644202</c:v>
                      </c:pt>
                      <c:pt idx="157">
                        <c:v>36943.647214219469</c:v>
                      </c:pt>
                      <c:pt idx="158">
                        <c:v>25236.8224242654</c:v>
                      </c:pt>
                      <c:pt idx="159">
                        <c:v>12621.982416117802</c:v>
                      </c:pt>
                      <c:pt idx="160">
                        <c:v>19494.117449573936</c:v>
                      </c:pt>
                      <c:pt idx="161">
                        <c:v>19696.573946374538</c:v>
                      </c:pt>
                      <c:pt idx="162">
                        <c:v>2927.6646075600934</c:v>
                      </c:pt>
                      <c:pt idx="163">
                        <c:v>12555.126794767135</c:v>
                      </c:pt>
                      <c:pt idx="164">
                        <c:v>41721.894954696167</c:v>
                      </c:pt>
                      <c:pt idx="165">
                        <c:v>15370.239189690501</c:v>
                      </c:pt>
                      <c:pt idx="166">
                        <c:v>7677.9771868750331</c:v>
                      </c:pt>
                      <c:pt idx="167">
                        <c:v>51100.615555654404</c:v>
                      </c:pt>
                      <c:pt idx="168">
                        <c:v>3659.5807594501002</c:v>
                      </c:pt>
                      <c:pt idx="169">
                        <c:v>0</c:v>
                      </c:pt>
                      <c:pt idx="170">
                        <c:v>36963.138832824567</c:v>
                      </c:pt>
                      <c:pt idx="171">
                        <c:v>10981.6847691612</c:v>
                      </c:pt>
                      <c:pt idx="172">
                        <c:v>22565.60425385147</c:v>
                      </c:pt>
                      <c:pt idx="173">
                        <c:v>0</c:v>
                      </c:pt>
                      <c:pt idx="174">
                        <c:v>24080.019647266134</c:v>
                      </c:pt>
                      <c:pt idx="175">
                        <c:v>0</c:v>
                      </c:pt>
                      <c:pt idx="176">
                        <c:v>8419.2916563569324</c:v>
                      </c:pt>
                      <c:pt idx="177">
                        <c:v>9226.6050551812696</c:v>
                      </c:pt>
                      <c:pt idx="178">
                        <c:v>6587.2453670102004</c:v>
                      </c:pt>
                      <c:pt idx="179">
                        <c:v>7685.1195948452332</c:v>
                      </c:pt>
                      <c:pt idx="180">
                        <c:v>4026.6177486924335</c:v>
                      </c:pt>
                      <c:pt idx="181">
                        <c:v>6800.5714268080737</c:v>
                      </c:pt>
                      <c:pt idx="182">
                        <c:v>20605.223635287133</c:v>
                      </c:pt>
                      <c:pt idx="183">
                        <c:v>16402.951262869432</c:v>
                      </c:pt>
                      <c:pt idx="184">
                        <c:v>3489.9896303977334</c:v>
                      </c:pt>
                      <c:pt idx="185">
                        <c:v>0</c:v>
                      </c:pt>
                      <c:pt idx="186">
                        <c:v>18515.34934418364</c:v>
                      </c:pt>
                      <c:pt idx="187">
                        <c:v>31473.571527595337</c:v>
                      </c:pt>
                      <c:pt idx="188">
                        <c:v>10246.826126460333</c:v>
                      </c:pt>
                      <c:pt idx="189">
                        <c:v>9880.8680505153006</c:v>
                      </c:pt>
                      <c:pt idx="190">
                        <c:v>8026.9761499148335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14930.871582586768</c:v>
                      </c:pt>
                      <c:pt idx="194">
                        <c:v>0</c:v>
                      </c:pt>
                      <c:pt idx="195">
                        <c:v>4758.7300666365336</c:v>
                      </c:pt>
                      <c:pt idx="196">
                        <c:v>3489.9896303977334</c:v>
                      </c:pt>
                      <c:pt idx="197">
                        <c:v>4025.5388353951334</c:v>
                      </c:pt>
                      <c:pt idx="198">
                        <c:v>3660.5615897204002</c:v>
                      </c:pt>
                      <c:pt idx="199">
                        <c:v>24891.818810098732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6A14-4981-93AF-360E46F8F938}"/>
                  </c:ext>
                </c:extLst>
              </c15:ser>
            </c15:filteredScatterSeries>
            <c15:filteredScatte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Summary!$I$1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 cmpd="sng">
                    <a:solidFill>
                      <a:schemeClr val="accent2">
                        <a:lumMod val="60000"/>
                      </a:schemeClr>
                    </a:solidFill>
                    <a:prstDash val="solid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Summary!$I$2:$I$201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9518.1523205959147</c:v>
                      </c:pt>
                      <c:pt idx="7">
                        <c:v>15435.9252179017</c:v>
                      </c:pt>
                      <c:pt idx="8">
                        <c:v>30221.385284716471</c:v>
                      </c:pt>
                      <c:pt idx="9">
                        <c:v>86022.077687430632</c:v>
                      </c:pt>
                      <c:pt idx="10">
                        <c:v>130979.98381141566</c:v>
                      </c:pt>
                      <c:pt idx="11">
                        <c:v>207071.26931363964</c:v>
                      </c:pt>
                      <c:pt idx="12">
                        <c:v>304678.61757907365</c:v>
                      </c:pt>
                      <c:pt idx="13">
                        <c:v>429168.51696925965</c:v>
                      </c:pt>
                      <c:pt idx="14">
                        <c:v>466658.21360783698</c:v>
                      </c:pt>
                      <c:pt idx="15">
                        <c:v>718408.31134877808</c:v>
                      </c:pt>
                      <c:pt idx="16">
                        <c:v>823262.7364911387</c:v>
                      </c:pt>
                      <c:pt idx="17">
                        <c:v>1131679.9211433243</c:v>
                      </c:pt>
                      <c:pt idx="18">
                        <c:v>1320511.1452073359</c:v>
                      </c:pt>
                      <c:pt idx="19">
                        <c:v>1590036.1224201033</c:v>
                      </c:pt>
                      <c:pt idx="20">
                        <c:v>1875391.47870927</c:v>
                      </c:pt>
                      <c:pt idx="21">
                        <c:v>2207740.8071009698</c:v>
                      </c:pt>
                      <c:pt idx="22">
                        <c:v>2370796.7577207568</c:v>
                      </c:pt>
                      <c:pt idx="23">
                        <c:v>3082078.5662155766</c:v>
                      </c:pt>
                      <c:pt idx="24">
                        <c:v>3449044.9230724336</c:v>
                      </c:pt>
                      <c:pt idx="25">
                        <c:v>3399007.1821724265</c:v>
                      </c:pt>
                      <c:pt idx="26">
                        <c:v>3280910.9429204334</c:v>
                      </c:pt>
                      <c:pt idx="27">
                        <c:v>3934049.6948535801</c:v>
                      </c:pt>
                      <c:pt idx="28">
                        <c:v>3877701.1020972505</c:v>
                      </c:pt>
                      <c:pt idx="29">
                        <c:v>3903648.52840763</c:v>
                      </c:pt>
                      <c:pt idx="30">
                        <c:v>3967640.6066655628</c:v>
                      </c:pt>
                      <c:pt idx="31">
                        <c:v>4476877.3996051364</c:v>
                      </c:pt>
                      <c:pt idx="32">
                        <c:v>4427088.1950668329</c:v>
                      </c:pt>
                      <c:pt idx="33">
                        <c:v>4480738.9544096468</c:v>
                      </c:pt>
                      <c:pt idx="34">
                        <c:v>4893600.9470875133</c:v>
                      </c:pt>
                      <c:pt idx="35">
                        <c:v>4070833.1725614034</c:v>
                      </c:pt>
                      <c:pt idx="36">
                        <c:v>4455444.6917801639</c:v>
                      </c:pt>
                      <c:pt idx="37">
                        <c:v>4862394.5881476402</c:v>
                      </c:pt>
                      <c:pt idx="38">
                        <c:v>4444781.9555677762</c:v>
                      </c:pt>
                      <c:pt idx="39">
                        <c:v>4210594.3351314506</c:v>
                      </c:pt>
                      <c:pt idx="40">
                        <c:v>4053588.9640730335</c:v>
                      </c:pt>
                      <c:pt idx="41">
                        <c:v>4926093.9475660734</c:v>
                      </c:pt>
                      <c:pt idx="42">
                        <c:v>4215380.5088129593</c:v>
                      </c:pt>
                      <c:pt idx="43">
                        <c:v>4155101.7996962965</c:v>
                      </c:pt>
                      <c:pt idx="44">
                        <c:v>4806376.3592304438</c:v>
                      </c:pt>
                      <c:pt idx="45">
                        <c:v>4067294.4997526133</c:v>
                      </c:pt>
                      <c:pt idx="46">
                        <c:v>4585009.2613018937</c:v>
                      </c:pt>
                      <c:pt idx="47">
                        <c:v>3877929.9042353737</c:v>
                      </c:pt>
                      <c:pt idx="48">
                        <c:v>3661071.88569383</c:v>
                      </c:pt>
                      <c:pt idx="49">
                        <c:v>3850566.4789472739</c:v>
                      </c:pt>
                      <c:pt idx="50">
                        <c:v>3553221.7451512306</c:v>
                      </c:pt>
                      <c:pt idx="51">
                        <c:v>3591283.131971803</c:v>
                      </c:pt>
                      <c:pt idx="52">
                        <c:v>3040786.0312681436</c:v>
                      </c:pt>
                      <c:pt idx="53">
                        <c:v>3222071.2417623331</c:v>
                      </c:pt>
                      <c:pt idx="54">
                        <c:v>2852703.8899996369</c:v>
                      </c:pt>
                      <c:pt idx="55">
                        <c:v>2937025.3094570166</c:v>
                      </c:pt>
                      <c:pt idx="56">
                        <c:v>2830498.8210822605</c:v>
                      </c:pt>
                      <c:pt idx="57">
                        <c:v>2932901.41665653</c:v>
                      </c:pt>
                      <c:pt idx="58">
                        <c:v>2614570.6380701768</c:v>
                      </c:pt>
                      <c:pt idx="59">
                        <c:v>2723432.6577716102</c:v>
                      </c:pt>
                      <c:pt idx="60">
                        <c:v>2802627.2708498738</c:v>
                      </c:pt>
                      <c:pt idx="61">
                        <c:v>2386176.7352162632</c:v>
                      </c:pt>
                      <c:pt idx="62">
                        <c:v>2287557.9122241032</c:v>
                      </c:pt>
                      <c:pt idx="63">
                        <c:v>2079586.2802978698</c:v>
                      </c:pt>
                      <c:pt idx="64">
                        <c:v>2379340.3553355867</c:v>
                      </c:pt>
                      <c:pt idx="65">
                        <c:v>1796237.2076314532</c:v>
                      </c:pt>
                      <c:pt idx="66">
                        <c:v>2006946.4378414399</c:v>
                      </c:pt>
                      <c:pt idx="67">
                        <c:v>1964364.3154031902</c:v>
                      </c:pt>
                      <c:pt idx="68">
                        <c:v>1559819.8177049968</c:v>
                      </c:pt>
                      <c:pt idx="69">
                        <c:v>1588024.1963748767</c:v>
                      </c:pt>
                      <c:pt idx="70">
                        <c:v>1636401.1911182634</c:v>
                      </c:pt>
                      <c:pt idx="71">
                        <c:v>1376426.5479030432</c:v>
                      </c:pt>
                      <c:pt idx="72">
                        <c:v>1464766.2632071634</c:v>
                      </c:pt>
                      <c:pt idx="73">
                        <c:v>1501376.5593487034</c:v>
                      </c:pt>
                      <c:pt idx="74">
                        <c:v>1273654.5394113534</c:v>
                      </c:pt>
                      <c:pt idx="75">
                        <c:v>1230995.5912227156</c:v>
                      </c:pt>
                      <c:pt idx="76">
                        <c:v>1081108.706441676</c:v>
                      </c:pt>
                      <c:pt idx="77">
                        <c:v>1131301.2543680465</c:v>
                      </c:pt>
                      <c:pt idx="78">
                        <c:v>978262.38399729924</c:v>
                      </c:pt>
                      <c:pt idx="79">
                        <c:v>684081.63118287735</c:v>
                      </c:pt>
                      <c:pt idx="80">
                        <c:v>1042958.018779885</c:v>
                      </c:pt>
                      <c:pt idx="81">
                        <c:v>713445.63625491562</c:v>
                      </c:pt>
                      <c:pt idx="82">
                        <c:v>777141.82186770358</c:v>
                      </c:pt>
                      <c:pt idx="83">
                        <c:v>612060.25590007938</c:v>
                      </c:pt>
                      <c:pt idx="84">
                        <c:v>682410.26259385829</c:v>
                      </c:pt>
                      <c:pt idx="85">
                        <c:v>646461.9085766949</c:v>
                      </c:pt>
                      <c:pt idx="86">
                        <c:v>706131.11877871433</c:v>
                      </c:pt>
                      <c:pt idx="87">
                        <c:v>547096.37831455504</c:v>
                      </c:pt>
                      <c:pt idx="88">
                        <c:v>531934.69935167138</c:v>
                      </c:pt>
                      <c:pt idx="89">
                        <c:v>482231.48824920203</c:v>
                      </c:pt>
                      <c:pt idx="90">
                        <c:v>470078.0131978523</c:v>
                      </c:pt>
                      <c:pt idx="91">
                        <c:v>623267.46721330797</c:v>
                      </c:pt>
                      <c:pt idx="92">
                        <c:v>589289.17240811768</c:v>
                      </c:pt>
                      <c:pt idx="93">
                        <c:v>317066.254460836</c:v>
                      </c:pt>
                      <c:pt idx="94">
                        <c:v>363964.01957572001</c:v>
                      </c:pt>
                      <c:pt idx="95">
                        <c:v>269835.5334951267</c:v>
                      </c:pt>
                      <c:pt idx="96">
                        <c:v>384568.48384405934</c:v>
                      </c:pt>
                      <c:pt idx="97">
                        <c:v>247613.41334691716</c:v>
                      </c:pt>
                      <c:pt idx="98">
                        <c:v>215809.01170903599</c:v>
                      </c:pt>
                      <c:pt idx="99">
                        <c:v>216699.11180713866</c:v>
                      </c:pt>
                      <c:pt idx="100">
                        <c:v>209103.29255836201</c:v>
                      </c:pt>
                      <c:pt idx="101">
                        <c:v>217810.85008676699</c:v>
                      </c:pt>
                      <c:pt idx="102">
                        <c:v>223860.82060863081</c:v>
                      </c:pt>
                      <c:pt idx="103">
                        <c:v>176842.18531377087</c:v>
                      </c:pt>
                      <c:pt idx="104">
                        <c:v>199776.25535151435</c:v>
                      </c:pt>
                      <c:pt idx="105">
                        <c:v>125802.39782334643</c:v>
                      </c:pt>
                      <c:pt idx="106">
                        <c:v>165131.84497610599</c:v>
                      </c:pt>
                      <c:pt idx="107">
                        <c:v>159300.81466180432</c:v>
                      </c:pt>
                      <c:pt idx="108">
                        <c:v>138970.61545883623</c:v>
                      </c:pt>
                      <c:pt idx="109">
                        <c:v>172602.89351629766</c:v>
                      </c:pt>
                      <c:pt idx="110">
                        <c:v>179408.58006286799</c:v>
                      </c:pt>
                      <c:pt idx="111">
                        <c:v>120051.6348330975</c:v>
                      </c:pt>
                      <c:pt idx="112">
                        <c:v>79415.248542546935</c:v>
                      </c:pt>
                      <c:pt idx="113">
                        <c:v>97200.461758150414</c:v>
                      </c:pt>
                      <c:pt idx="114">
                        <c:v>98396.207026113567</c:v>
                      </c:pt>
                      <c:pt idx="115">
                        <c:v>78706.003533168463</c:v>
                      </c:pt>
                      <c:pt idx="116">
                        <c:v>128783.01387120069</c:v>
                      </c:pt>
                      <c:pt idx="117">
                        <c:v>85318.675670415105</c:v>
                      </c:pt>
                      <c:pt idx="118">
                        <c:v>22235.344954754601</c:v>
                      </c:pt>
                      <c:pt idx="119">
                        <c:v>64292.65282238106</c:v>
                      </c:pt>
                      <c:pt idx="120">
                        <c:v>41559.584591380968</c:v>
                      </c:pt>
                      <c:pt idx="121">
                        <c:v>44895.601963184563</c:v>
                      </c:pt>
                      <c:pt idx="122">
                        <c:v>66777.211677898464</c:v>
                      </c:pt>
                      <c:pt idx="123">
                        <c:v>57563.970727725209</c:v>
                      </c:pt>
                      <c:pt idx="124">
                        <c:v>43048.327018647833</c:v>
                      </c:pt>
                      <c:pt idx="125">
                        <c:v>32665.519587576087</c:v>
                      </c:pt>
                      <c:pt idx="126">
                        <c:v>28881.907458838134</c:v>
                      </c:pt>
                      <c:pt idx="127">
                        <c:v>27121.515217666998</c:v>
                      </c:pt>
                      <c:pt idx="128">
                        <c:v>61278.398429709981</c:v>
                      </c:pt>
                      <c:pt idx="129">
                        <c:v>34247.006520924384</c:v>
                      </c:pt>
                      <c:pt idx="130">
                        <c:v>30001.36423077813</c:v>
                      </c:pt>
                      <c:pt idx="131">
                        <c:v>51541.728752099967</c:v>
                      </c:pt>
                      <c:pt idx="132">
                        <c:v>43347.422648604232</c:v>
                      </c:pt>
                      <c:pt idx="133">
                        <c:v>28960.671085966565</c:v>
                      </c:pt>
                      <c:pt idx="134">
                        <c:v>26775.347980767299</c:v>
                      </c:pt>
                      <c:pt idx="135">
                        <c:v>26204.100982329732</c:v>
                      </c:pt>
                      <c:pt idx="136">
                        <c:v>5986.6147001967001</c:v>
                      </c:pt>
                      <c:pt idx="137">
                        <c:v>14563.166385271921</c:v>
                      </c:pt>
                      <c:pt idx="138">
                        <c:v>23819.99821266608</c:v>
                      </c:pt>
                      <c:pt idx="139">
                        <c:v>29859.527512169036</c:v>
                      </c:pt>
                      <c:pt idx="140">
                        <c:v>31835.675792792597</c:v>
                      </c:pt>
                      <c:pt idx="141">
                        <c:v>28879.793761948022</c:v>
                      </c:pt>
                      <c:pt idx="142">
                        <c:v>15860.180242555294</c:v>
                      </c:pt>
                      <c:pt idx="143">
                        <c:v>25210.712656128668</c:v>
                      </c:pt>
                      <c:pt idx="144">
                        <c:v>26566.254349683633</c:v>
                      </c:pt>
                      <c:pt idx="145">
                        <c:v>21689.489002348735</c:v>
                      </c:pt>
                      <c:pt idx="146">
                        <c:v>34900.043350691936</c:v>
                      </c:pt>
                      <c:pt idx="147">
                        <c:v>40883.554109464698</c:v>
                      </c:pt>
                      <c:pt idx="148">
                        <c:v>8109.9916225411334</c:v>
                      </c:pt>
                      <c:pt idx="149">
                        <c:v>11982.774436332467</c:v>
                      </c:pt>
                      <c:pt idx="150">
                        <c:v>8815.208285370767</c:v>
                      </c:pt>
                      <c:pt idx="151">
                        <c:v>2817.2304471513835</c:v>
                      </c:pt>
                      <c:pt idx="152">
                        <c:v>45904.381773957306</c:v>
                      </c:pt>
                      <c:pt idx="153">
                        <c:v>9754.1595049884199</c:v>
                      </c:pt>
                      <c:pt idx="154">
                        <c:v>22906.814827378596</c:v>
                      </c:pt>
                      <c:pt idx="155">
                        <c:v>27739.472388832568</c:v>
                      </c:pt>
                      <c:pt idx="156">
                        <c:v>12103.544050265367</c:v>
                      </c:pt>
                      <c:pt idx="157">
                        <c:v>11491.433327732395</c:v>
                      </c:pt>
                      <c:pt idx="158">
                        <c:v>0</c:v>
                      </c:pt>
                      <c:pt idx="159">
                        <c:v>5741.7348629700327</c:v>
                      </c:pt>
                      <c:pt idx="160">
                        <c:v>8099.5375355602337</c:v>
                      </c:pt>
                      <c:pt idx="161">
                        <c:v>4231.2999769779663</c:v>
                      </c:pt>
                      <c:pt idx="162">
                        <c:v>16649.5524556251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2820.8666513186504</c:v>
                      </c:pt>
                      <c:pt idx="167">
                        <c:v>5634.460894302767</c:v>
                      </c:pt>
                      <c:pt idx="168">
                        <c:v>3526.0833141482999</c:v>
                      </c:pt>
                      <c:pt idx="169">
                        <c:v>0</c:v>
                      </c:pt>
                      <c:pt idx="170">
                        <c:v>9155.9989532420004</c:v>
                      </c:pt>
                      <c:pt idx="171">
                        <c:v>0</c:v>
                      </c:pt>
                      <c:pt idx="172">
                        <c:v>9320.8917071390988</c:v>
                      </c:pt>
                      <c:pt idx="173">
                        <c:v>16565.319168162532</c:v>
                      </c:pt>
                      <c:pt idx="174">
                        <c:v>8284.2892920156319</c:v>
                      </c:pt>
                      <c:pt idx="175">
                        <c:v>8659.7981842735662</c:v>
                      </c:pt>
                      <c:pt idx="176">
                        <c:v>0</c:v>
                      </c:pt>
                      <c:pt idx="177">
                        <c:v>3039.7419862782604</c:v>
                      </c:pt>
                      <c:pt idx="178">
                        <c:v>0</c:v>
                      </c:pt>
                      <c:pt idx="179">
                        <c:v>6699.5582968818007</c:v>
                      </c:pt>
                      <c:pt idx="180">
                        <c:v>7271.0419632562262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9586.6173351883062</c:v>
                      </c:pt>
                      <c:pt idx="185">
                        <c:v>14185.462602631866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7043.0761178784669</c:v>
                      </c:pt>
                      <c:pt idx="189">
                        <c:v>7768.229520488866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10217.005626132834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3715.2402054511999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5641.7333026373008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6A14-4981-93AF-360E46F8F938}"/>
                  </c:ext>
                </c:extLst>
              </c15:ser>
            </c15:filteredScatterSeries>
            <c15:filteredScatte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Summary!$J$1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Summary!$J$2:$J$201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1758.8872989795134</c:v>
                      </c:pt>
                      <c:pt idx="4">
                        <c:v>1744.9726886506166</c:v>
                      </c:pt>
                      <c:pt idx="5">
                        <c:v>9444.5897405366923</c:v>
                      </c:pt>
                      <c:pt idx="6">
                        <c:v>20998.113627188766</c:v>
                      </c:pt>
                      <c:pt idx="7">
                        <c:v>34233.88895998567</c:v>
                      </c:pt>
                      <c:pt idx="8">
                        <c:v>47783.246982562232</c:v>
                      </c:pt>
                      <c:pt idx="9">
                        <c:v>152151.63237652785</c:v>
                      </c:pt>
                      <c:pt idx="10">
                        <c:v>128889.87478399568</c:v>
                      </c:pt>
                      <c:pt idx="11">
                        <c:v>165773.42787986467</c:v>
                      </c:pt>
                      <c:pt idx="12">
                        <c:v>248006.93170919199</c:v>
                      </c:pt>
                      <c:pt idx="13">
                        <c:v>271526.02761953202</c:v>
                      </c:pt>
                      <c:pt idx="14">
                        <c:v>430243.83631386701</c:v>
                      </c:pt>
                      <c:pt idx="15">
                        <c:v>451014.03017356264</c:v>
                      </c:pt>
                      <c:pt idx="16">
                        <c:v>576776.42408066301</c:v>
                      </c:pt>
                      <c:pt idx="17">
                        <c:v>657639.17266141705</c:v>
                      </c:pt>
                      <c:pt idx="18">
                        <c:v>910668.81127250334</c:v>
                      </c:pt>
                      <c:pt idx="19">
                        <c:v>921477.311713528</c:v>
                      </c:pt>
                      <c:pt idx="20">
                        <c:v>854228.454517568</c:v>
                      </c:pt>
                      <c:pt idx="21">
                        <c:v>1082798.8096919779</c:v>
                      </c:pt>
                      <c:pt idx="22">
                        <c:v>1191082.9411289617</c:v>
                      </c:pt>
                      <c:pt idx="23">
                        <c:v>1222979.2181778799</c:v>
                      </c:pt>
                      <c:pt idx="24">
                        <c:v>1121248.9187710385</c:v>
                      </c:pt>
                      <c:pt idx="25">
                        <c:v>1286577.8162883192</c:v>
                      </c:pt>
                      <c:pt idx="26">
                        <c:v>1548011.0443180401</c:v>
                      </c:pt>
                      <c:pt idx="27">
                        <c:v>1287917.2584273687</c:v>
                      </c:pt>
                      <c:pt idx="28">
                        <c:v>1461736.0123428293</c:v>
                      </c:pt>
                      <c:pt idx="29">
                        <c:v>1997956.5066855333</c:v>
                      </c:pt>
                      <c:pt idx="30">
                        <c:v>1544792.4297714334</c:v>
                      </c:pt>
                      <c:pt idx="31">
                        <c:v>1561181.2783738666</c:v>
                      </c:pt>
                      <c:pt idx="32">
                        <c:v>1552532.5726066933</c:v>
                      </c:pt>
                      <c:pt idx="33">
                        <c:v>1457277.2578848333</c:v>
                      </c:pt>
                      <c:pt idx="34">
                        <c:v>1511578.5373805298</c:v>
                      </c:pt>
                      <c:pt idx="35">
                        <c:v>1491560.4397740036</c:v>
                      </c:pt>
                      <c:pt idx="36">
                        <c:v>1933805.1160256539</c:v>
                      </c:pt>
                      <c:pt idx="37">
                        <c:v>1846301.8328711365</c:v>
                      </c:pt>
                      <c:pt idx="38">
                        <c:v>1691683.5344951199</c:v>
                      </c:pt>
                      <c:pt idx="39">
                        <c:v>1354240.7537857834</c:v>
                      </c:pt>
                      <c:pt idx="40">
                        <c:v>1401176.7970762898</c:v>
                      </c:pt>
                      <c:pt idx="41">
                        <c:v>1138632.9766139679</c:v>
                      </c:pt>
                      <c:pt idx="42">
                        <c:v>1191045.4653791003</c:v>
                      </c:pt>
                      <c:pt idx="43">
                        <c:v>1006121.2153660273</c:v>
                      </c:pt>
                      <c:pt idx="44">
                        <c:v>1176810.1021522267</c:v>
                      </c:pt>
                      <c:pt idx="45">
                        <c:v>1008118.0013185047</c:v>
                      </c:pt>
                      <c:pt idx="46">
                        <c:v>1007676.5001696041</c:v>
                      </c:pt>
                      <c:pt idx="47">
                        <c:v>891806.19677817693</c:v>
                      </c:pt>
                      <c:pt idx="48">
                        <c:v>909188.19805350003</c:v>
                      </c:pt>
                      <c:pt idx="49">
                        <c:v>1035782.1313706174</c:v>
                      </c:pt>
                      <c:pt idx="50">
                        <c:v>844393.32201906072</c:v>
                      </c:pt>
                      <c:pt idx="51">
                        <c:v>940391.58635153633</c:v>
                      </c:pt>
                      <c:pt idx="52">
                        <c:v>621234.30928810569</c:v>
                      </c:pt>
                      <c:pt idx="53">
                        <c:v>855868.47036632244</c:v>
                      </c:pt>
                      <c:pt idx="54">
                        <c:v>865081.17741454591</c:v>
                      </c:pt>
                      <c:pt idx="55">
                        <c:v>658503.91333831695</c:v>
                      </c:pt>
                      <c:pt idx="56">
                        <c:v>792177.62470915436</c:v>
                      </c:pt>
                      <c:pt idx="57">
                        <c:v>530352.35507830663</c:v>
                      </c:pt>
                      <c:pt idx="58">
                        <c:v>619858.9562736497</c:v>
                      </c:pt>
                      <c:pt idx="59">
                        <c:v>690991.20770453976</c:v>
                      </c:pt>
                      <c:pt idx="60">
                        <c:v>606257.58671272697</c:v>
                      </c:pt>
                      <c:pt idx="61">
                        <c:v>537550.97644930391</c:v>
                      </c:pt>
                      <c:pt idx="62">
                        <c:v>414835.05985148903</c:v>
                      </c:pt>
                      <c:pt idx="63">
                        <c:v>524825.62053654867</c:v>
                      </c:pt>
                      <c:pt idx="64">
                        <c:v>428697.3974390403</c:v>
                      </c:pt>
                      <c:pt idx="65">
                        <c:v>370343.36299130198</c:v>
                      </c:pt>
                      <c:pt idx="66">
                        <c:v>262675.69269911735</c:v>
                      </c:pt>
                      <c:pt idx="67">
                        <c:v>399802.4641649953</c:v>
                      </c:pt>
                      <c:pt idx="68">
                        <c:v>237728.98224542433</c:v>
                      </c:pt>
                      <c:pt idx="69">
                        <c:v>391856.02195626264</c:v>
                      </c:pt>
                      <c:pt idx="70">
                        <c:v>234213.07228207504</c:v>
                      </c:pt>
                      <c:pt idx="71">
                        <c:v>456419.96345838392</c:v>
                      </c:pt>
                      <c:pt idx="72">
                        <c:v>335038.22745258734</c:v>
                      </c:pt>
                      <c:pt idx="73">
                        <c:v>357201.1963486867</c:v>
                      </c:pt>
                      <c:pt idx="74">
                        <c:v>394787.07817509334</c:v>
                      </c:pt>
                      <c:pt idx="75">
                        <c:v>291939.50396365469</c:v>
                      </c:pt>
                      <c:pt idx="76">
                        <c:v>219461.52366452766</c:v>
                      </c:pt>
                      <c:pt idx="77">
                        <c:v>199882.7808442933</c:v>
                      </c:pt>
                      <c:pt idx="78">
                        <c:v>147587.77886318057</c:v>
                      </c:pt>
                      <c:pt idx="79">
                        <c:v>174353.58391264512</c:v>
                      </c:pt>
                      <c:pt idx="80">
                        <c:v>203518.98584932092</c:v>
                      </c:pt>
                      <c:pt idx="81">
                        <c:v>156760.10501552591</c:v>
                      </c:pt>
                      <c:pt idx="82">
                        <c:v>142441.12643333222</c:v>
                      </c:pt>
                      <c:pt idx="83">
                        <c:v>183803.44878986405</c:v>
                      </c:pt>
                      <c:pt idx="84">
                        <c:v>124688.39972705679</c:v>
                      </c:pt>
                      <c:pt idx="85">
                        <c:v>127308.87170717295</c:v>
                      </c:pt>
                      <c:pt idx="86">
                        <c:v>145938.49142382634</c:v>
                      </c:pt>
                      <c:pt idx="87">
                        <c:v>178472.0576046145</c:v>
                      </c:pt>
                      <c:pt idx="88">
                        <c:v>126288.44947623527</c:v>
                      </c:pt>
                      <c:pt idx="89">
                        <c:v>131357.11670779382</c:v>
                      </c:pt>
                      <c:pt idx="90">
                        <c:v>54352.071268032938</c:v>
                      </c:pt>
                      <c:pt idx="91">
                        <c:v>135700.00096398513</c:v>
                      </c:pt>
                      <c:pt idx="92">
                        <c:v>56355.569538299831</c:v>
                      </c:pt>
                      <c:pt idx="93">
                        <c:v>126901.85693096508</c:v>
                      </c:pt>
                      <c:pt idx="94">
                        <c:v>44199.6467287798</c:v>
                      </c:pt>
                      <c:pt idx="95">
                        <c:v>133690.57370898366</c:v>
                      </c:pt>
                      <c:pt idx="96">
                        <c:v>39481.873990311731</c:v>
                      </c:pt>
                      <c:pt idx="97">
                        <c:v>30071.802265471615</c:v>
                      </c:pt>
                      <c:pt idx="98">
                        <c:v>149877.29504197391</c:v>
                      </c:pt>
                      <c:pt idx="99">
                        <c:v>20320.487972894367</c:v>
                      </c:pt>
                      <c:pt idx="100">
                        <c:v>76780.031750734532</c:v>
                      </c:pt>
                      <c:pt idx="101">
                        <c:v>60590.492174927764</c:v>
                      </c:pt>
                      <c:pt idx="102">
                        <c:v>43166.817710120165</c:v>
                      </c:pt>
                      <c:pt idx="103">
                        <c:v>25329.661531665832</c:v>
                      </c:pt>
                      <c:pt idx="104">
                        <c:v>86208.316091629691</c:v>
                      </c:pt>
                      <c:pt idx="105">
                        <c:v>72156.94900400452</c:v>
                      </c:pt>
                      <c:pt idx="106">
                        <c:v>75377.283297725371</c:v>
                      </c:pt>
                      <c:pt idx="107">
                        <c:v>56268.568136106631</c:v>
                      </c:pt>
                      <c:pt idx="108">
                        <c:v>71026.57643003964</c:v>
                      </c:pt>
                      <c:pt idx="109">
                        <c:v>65651.816763395458</c:v>
                      </c:pt>
                      <c:pt idx="110">
                        <c:v>28235.039334949499</c:v>
                      </c:pt>
                      <c:pt idx="111">
                        <c:v>43574.984429385629</c:v>
                      </c:pt>
                      <c:pt idx="112">
                        <c:v>23708.108216265333</c:v>
                      </c:pt>
                      <c:pt idx="113">
                        <c:v>13507.37420738804</c:v>
                      </c:pt>
                      <c:pt idx="114">
                        <c:v>13136.116293131681</c:v>
                      </c:pt>
                      <c:pt idx="115">
                        <c:v>5583.9126036819662</c:v>
                      </c:pt>
                      <c:pt idx="116">
                        <c:v>8090.881575305767</c:v>
                      </c:pt>
                      <c:pt idx="117">
                        <c:v>0</c:v>
                      </c:pt>
                      <c:pt idx="118">
                        <c:v>31859.5710945147</c:v>
                      </c:pt>
                      <c:pt idx="119">
                        <c:v>13320.233797126066</c:v>
                      </c:pt>
                      <c:pt idx="120">
                        <c:v>6281.9016791422328</c:v>
                      </c:pt>
                      <c:pt idx="121">
                        <c:v>45960.398662368963</c:v>
                      </c:pt>
                      <c:pt idx="122">
                        <c:v>24963.08649483565</c:v>
                      </c:pt>
                      <c:pt idx="123">
                        <c:v>61506.321639024034</c:v>
                      </c:pt>
                      <c:pt idx="124">
                        <c:v>0</c:v>
                      </c:pt>
                      <c:pt idx="125">
                        <c:v>11202.629393561567</c:v>
                      </c:pt>
                      <c:pt idx="126">
                        <c:v>35690.366906799798</c:v>
                      </c:pt>
                      <c:pt idx="127">
                        <c:v>16732.900339089032</c:v>
                      </c:pt>
                      <c:pt idx="128">
                        <c:v>8769.3901963055414</c:v>
                      </c:pt>
                      <c:pt idx="129">
                        <c:v>10665.120644911933</c:v>
                      </c:pt>
                      <c:pt idx="130">
                        <c:v>26166.563054813701</c:v>
                      </c:pt>
                      <c:pt idx="131">
                        <c:v>7680.1365974256214</c:v>
                      </c:pt>
                      <c:pt idx="132">
                        <c:v>6683.7717361221667</c:v>
                      </c:pt>
                      <c:pt idx="133">
                        <c:v>46213.27689280393</c:v>
                      </c:pt>
                      <c:pt idx="134">
                        <c:v>9979.6370583723019</c:v>
                      </c:pt>
                      <c:pt idx="135">
                        <c:v>8090.881575305767</c:v>
                      </c:pt>
                      <c:pt idx="136">
                        <c:v>8442.6590351016657</c:v>
                      </c:pt>
                      <c:pt idx="137">
                        <c:v>40314.2094638341</c:v>
                      </c:pt>
                      <c:pt idx="138">
                        <c:v>27772.623295776695</c:v>
                      </c:pt>
                      <c:pt idx="139">
                        <c:v>12312.451077058433</c:v>
                      </c:pt>
                      <c:pt idx="140">
                        <c:v>24454.663939700655</c:v>
                      </c:pt>
                      <c:pt idx="141">
                        <c:v>17915.60415099901</c:v>
                      </c:pt>
                      <c:pt idx="142">
                        <c:v>0</c:v>
                      </c:pt>
                      <c:pt idx="143">
                        <c:v>26341.840958658566</c:v>
                      </c:pt>
                      <c:pt idx="144">
                        <c:v>34594.290490931468</c:v>
                      </c:pt>
                      <c:pt idx="145">
                        <c:v>0</c:v>
                      </c:pt>
                      <c:pt idx="146">
                        <c:v>23624.702061341861</c:v>
                      </c:pt>
                      <c:pt idx="147">
                        <c:v>3555.0402149706333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3165.9971381631235</c:v>
                      </c:pt>
                      <c:pt idx="151">
                        <c:v>45531.617672187363</c:v>
                      </c:pt>
                      <c:pt idx="152">
                        <c:v>0</c:v>
                      </c:pt>
                      <c:pt idx="153">
                        <c:v>10665.120644911933</c:v>
                      </c:pt>
                      <c:pt idx="154">
                        <c:v>4924.884437142633</c:v>
                      </c:pt>
                      <c:pt idx="155">
                        <c:v>0</c:v>
                      </c:pt>
                      <c:pt idx="156">
                        <c:v>3555.0402149706333</c:v>
                      </c:pt>
                      <c:pt idx="157">
                        <c:v>0</c:v>
                      </c:pt>
                      <c:pt idx="158">
                        <c:v>3165.9971381631235</c:v>
                      </c:pt>
                      <c:pt idx="159">
                        <c:v>7110.0804299413003</c:v>
                      </c:pt>
                      <c:pt idx="160">
                        <c:v>0</c:v>
                      </c:pt>
                      <c:pt idx="161">
                        <c:v>4443.8002687133003</c:v>
                      </c:pt>
                      <c:pt idx="162">
                        <c:v>7554.4604568126333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3869.5520577549337</c:v>
                      </c:pt>
                      <c:pt idx="166">
                        <c:v>6331.9942763262334</c:v>
                      </c:pt>
                      <c:pt idx="167">
                        <c:v>0</c:v>
                      </c:pt>
                      <c:pt idx="168">
                        <c:v>3517.7745979590331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5776.9403493272994</c:v>
                      </c:pt>
                      <c:pt idx="172">
                        <c:v>3165.9971381631235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8887.6005374266006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8443.2205105552657</c:v>
                      </c:pt>
                      <c:pt idx="187">
                        <c:v>13306.319186797133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12442.640752397267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6281.9016791422328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6A14-4981-93AF-360E46F8F938}"/>
                  </c:ext>
                </c:extLst>
              </c15:ser>
            </c15:filteredScatterSeries>
            <c15:filteredScatte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Summary!$K$1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Summary!$K$2:$K$201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1484.6362399134132</c:v>
                      </c:pt>
                      <c:pt idx="4">
                        <c:v>3242.2055417792967</c:v>
                      </c:pt>
                      <c:pt idx="5">
                        <c:v>5010.6812918407331</c:v>
                      </c:pt>
                      <c:pt idx="6">
                        <c:v>9490.8105463189804</c:v>
                      </c:pt>
                      <c:pt idx="7">
                        <c:v>32373.188249638963</c:v>
                      </c:pt>
                      <c:pt idx="8">
                        <c:v>59663.105710316602</c:v>
                      </c:pt>
                      <c:pt idx="9">
                        <c:v>140496.17490641034</c:v>
                      </c:pt>
                      <c:pt idx="10">
                        <c:v>148819.043244756</c:v>
                      </c:pt>
                      <c:pt idx="11">
                        <c:v>224140.11467304829</c:v>
                      </c:pt>
                      <c:pt idx="12">
                        <c:v>329095.7792224717</c:v>
                      </c:pt>
                      <c:pt idx="13">
                        <c:v>485490.80658920429</c:v>
                      </c:pt>
                      <c:pt idx="14">
                        <c:v>607295.13233505702</c:v>
                      </c:pt>
                      <c:pt idx="15">
                        <c:v>835218.03524465265</c:v>
                      </c:pt>
                      <c:pt idx="16">
                        <c:v>1066896.8462004466</c:v>
                      </c:pt>
                      <c:pt idx="17">
                        <c:v>1399173.8853797999</c:v>
                      </c:pt>
                      <c:pt idx="18">
                        <c:v>1436618.9227962133</c:v>
                      </c:pt>
                      <c:pt idx="19">
                        <c:v>2113732.90983313</c:v>
                      </c:pt>
                      <c:pt idx="20">
                        <c:v>2147612.8645679699</c:v>
                      </c:pt>
                      <c:pt idx="21">
                        <c:v>2620825.5303418431</c:v>
                      </c:pt>
                      <c:pt idx="22">
                        <c:v>2660039.9670749768</c:v>
                      </c:pt>
                      <c:pt idx="23">
                        <c:v>2945876.4948582668</c:v>
                      </c:pt>
                      <c:pt idx="24">
                        <c:v>2870803.0628176532</c:v>
                      </c:pt>
                      <c:pt idx="25">
                        <c:v>3455118.7429129467</c:v>
                      </c:pt>
                      <c:pt idx="26">
                        <c:v>3315833.3590517971</c:v>
                      </c:pt>
                      <c:pt idx="27">
                        <c:v>3242016.6244171704</c:v>
                      </c:pt>
                      <c:pt idx="28">
                        <c:v>3946674.1564462599</c:v>
                      </c:pt>
                      <c:pt idx="29">
                        <c:v>3983565.6634037471</c:v>
                      </c:pt>
                      <c:pt idx="30">
                        <c:v>3510169.7478303034</c:v>
                      </c:pt>
                      <c:pt idx="31">
                        <c:v>3367579.7817695965</c:v>
                      </c:pt>
                      <c:pt idx="32">
                        <c:v>4262279.5411795704</c:v>
                      </c:pt>
                      <c:pt idx="33">
                        <c:v>3861132.3299063668</c:v>
                      </c:pt>
                      <c:pt idx="34">
                        <c:v>3236627.663531607</c:v>
                      </c:pt>
                      <c:pt idx="35">
                        <c:v>3766102.9753401703</c:v>
                      </c:pt>
                      <c:pt idx="36">
                        <c:v>3773080.5466913469</c:v>
                      </c:pt>
                      <c:pt idx="37">
                        <c:v>3851315.3410913795</c:v>
                      </c:pt>
                      <c:pt idx="38">
                        <c:v>3571454.8129738797</c:v>
                      </c:pt>
                      <c:pt idx="39">
                        <c:v>3613986.0537350564</c:v>
                      </c:pt>
                      <c:pt idx="40">
                        <c:v>3768911.0845752838</c:v>
                      </c:pt>
                      <c:pt idx="41">
                        <c:v>3179480.2277778536</c:v>
                      </c:pt>
                      <c:pt idx="42">
                        <c:v>3474603.460026253</c:v>
                      </c:pt>
                      <c:pt idx="43">
                        <c:v>3012621.3616639967</c:v>
                      </c:pt>
                      <c:pt idx="44">
                        <c:v>3514695.0803777333</c:v>
                      </c:pt>
                      <c:pt idx="45">
                        <c:v>2981206.460986793</c:v>
                      </c:pt>
                      <c:pt idx="46">
                        <c:v>3119020.2841803967</c:v>
                      </c:pt>
                      <c:pt idx="47">
                        <c:v>3071468.6034610434</c:v>
                      </c:pt>
                      <c:pt idx="48">
                        <c:v>2844976.9179462437</c:v>
                      </c:pt>
                      <c:pt idx="49">
                        <c:v>2788364.52674687</c:v>
                      </c:pt>
                      <c:pt idx="50">
                        <c:v>2811169.9977213698</c:v>
                      </c:pt>
                      <c:pt idx="51">
                        <c:v>2733653.0398700931</c:v>
                      </c:pt>
                      <c:pt idx="52">
                        <c:v>2735303.1866189735</c:v>
                      </c:pt>
                      <c:pt idx="53">
                        <c:v>2481475.1704034233</c:v>
                      </c:pt>
                      <c:pt idx="54">
                        <c:v>2329729.3074331833</c:v>
                      </c:pt>
                      <c:pt idx="55">
                        <c:v>2295693.5141551499</c:v>
                      </c:pt>
                      <c:pt idx="56">
                        <c:v>2257730.8140370972</c:v>
                      </c:pt>
                      <c:pt idx="57">
                        <c:v>2186638.4425833602</c:v>
                      </c:pt>
                      <c:pt idx="58">
                        <c:v>2050152.34846118</c:v>
                      </c:pt>
                      <c:pt idx="59">
                        <c:v>2274329.7828074135</c:v>
                      </c:pt>
                      <c:pt idx="60">
                        <c:v>1613019.2134096699</c:v>
                      </c:pt>
                      <c:pt idx="61">
                        <c:v>1921751.8295150537</c:v>
                      </c:pt>
                      <c:pt idx="62">
                        <c:v>1478409.9324297898</c:v>
                      </c:pt>
                      <c:pt idx="63">
                        <c:v>1415182.8747238165</c:v>
                      </c:pt>
                      <c:pt idx="64">
                        <c:v>1587650.93073031</c:v>
                      </c:pt>
                      <c:pt idx="65">
                        <c:v>1267358.5869660734</c:v>
                      </c:pt>
                      <c:pt idx="66">
                        <c:v>1309474.7962066599</c:v>
                      </c:pt>
                      <c:pt idx="67">
                        <c:v>1333405.2626319367</c:v>
                      </c:pt>
                      <c:pt idx="68">
                        <c:v>1253287.2354568099</c:v>
                      </c:pt>
                      <c:pt idx="69">
                        <c:v>1015352.0602468514</c:v>
                      </c:pt>
                      <c:pt idx="70">
                        <c:v>1204640.8663344334</c:v>
                      </c:pt>
                      <c:pt idx="71">
                        <c:v>1001782.8608859883</c:v>
                      </c:pt>
                      <c:pt idx="72">
                        <c:v>777186.38191124005</c:v>
                      </c:pt>
                      <c:pt idx="73">
                        <c:v>909014.84073637181</c:v>
                      </c:pt>
                      <c:pt idx="74">
                        <c:v>627394.90897605161</c:v>
                      </c:pt>
                      <c:pt idx="75">
                        <c:v>690246.32060529198</c:v>
                      </c:pt>
                      <c:pt idx="76">
                        <c:v>775840.63026843313</c:v>
                      </c:pt>
                      <c:pt idx="77">
                        <c:v>625756.21237925196</c:v>
                      </c:pt>
                      <c:pt idx="78">
                        <c:v>649874.21370309906</c:v>
                      </c:pt>
                      <c:pt idx="79">
                        <c:v>619116.20413400873</c:v>
                      </c:pt>
                      <c:pt idx="80">
                        <c:v>538968.24448457093</c:v>
                      </c:pt>
                      <c:pt idx="81">
                        <c:v>537807.83938044135</c:v>
                      </c:pt>
                      <c:pt idx="82">
                        <c:v>432444.06789739238</c:v>
                      </c:pt>
                      <c:pt idx="83">
                        <c:v>381998.27163661999</c:v>
                      </c:pt>
                      <c:pt idx="84">
                        <c:v>488111.6268049677</c:v>
                      </c:pt>
                      <c:pt idx="85">
                        <c:v>261402.16843510137</c:v>
                      </c:pt>
                      <c:pt idx="86">
                        <c:v>378298.47318731231</c:v>
                      </c:pt>
                      <c:pt idx="87">
                        <c:v>305254.52803456737</c:v>
                      </c:pt>
                      <c:pt idx="88">
                        <c:v>284182.36046309507</c:v>
                      </c:pt>
                      <c:pt idx="89">
                        <c:v>212614.66462323078</c:v>
                      </c:pt>
                      <c:pt idx="90">
                        <c:v>165584.77338113435</c:v>
                      </c:pt>
                      <c:pt idx="91">
                        <c:v>302507.71841353434</c:v>
                      </c:pt>
                      <c:pt idx="92">
                        <c:v>254296.80352474566</c:v>
                      </c:pt>
                      <c:pt idx="93">
                        <c:v>158163.61726711734</c:v>
                      </c:pt>
                      <c:pt idx="94">
                        <c:v>178454.98677955018</c:v>
                      </c:pt>
                      <c:pt idx="95">
                        <c:v>222985.61616750495</c:v>
                      </c:pt>
                      <c:pt idx="96">
                        <c:v>158079.53390700254</c:v>
                      </c:pt>
                      <c:pt idx="97">
                        <c:v>138255.25311703136</c:v>
                      </c:pt>
                      <c:pt idx="98">
                        <c:v>141541.85074426909</c:v>
                      </c:pt>
                      <c:pt idx="99">
                        <c:v>157442.05211560315</c:v>
                      </c:pt>
                      <c:pt idx="100">
                        <c:v>85048.497758468919</c:v>
                      </c:pt>
                      <c:pt idx="101">
                        <c:v>121745.90719537549</c:v>
                      </c:pt>
                      <c:pt idx="102">
                        <c:v>98291.82433284483</c:v>
                      </c:pt>
                      <c:pt idx="103">
                        <c:v>85955.15546892077</c:v>
                      </c:pt>
                      <c:pt idx="104">
                        <c:v>109805.40066714193</c:v>
                      </c:pt>
                      <c:pt idx="105">
                        <c:v>86563.670550678406</c:v>
                      </c:pt>
                      <c:pt idx="106">
                        <c:v>51935.778866216628</c:v>
                      </c:pt>
                      <c:pt idx="107">
                        <c:v>53014.985256153101</c:v>
                      </c:pt>
                      <c:pt idx="108">
                        <c:v>79496.267862933004</c:v>
                      </c:pt>
                      <c:pt idx="109">
                        <c:v>105994.99928417418</c:v>
                      </c:pt>
                      <c:pt idx="110">
                        <c:v>48295.406930079269</c:v>
                      </c:pt>
                      <c:pt idx="111">
                        <c:v>53344.697934673772</c:v>
                      </c:pt>
                      <c:pt idx="112">
                        <c:v>62530.643249758235</c:v>
                      </c:pt>
                      <c:pt idx="113">
                        <c:v>41725.1594021735</c:v>
                      </c:pt>
                      <c:pt idx="114">
                        <c:v>48912.714758996299</c:v>
                      </c:pt>
                      <c:pt idx="115">
                        <c:v>49698.479186786339</c:v>
                      </c:pt>
                      <c:pt idx="116">
                        <c:v>42823.2342557433</c:v>
                      </c:pt>
                      <c:pt idx="117">
                        <c:v>44710.286821621296</c:v>
                      </c:pt>
                      <c:pt idx="118">
                        <c:v>37069.627153590096</c:v>
                      </c:pt>
                      <c:pt idx="119">
                        <c:v>11631.209626466101</c:v>
                      </c:pt>
                      <c:pt idx="120">
                        <c:v>43805.247018195769</c:v>
                      </c:pt>
                      <c:pt idx="121">
                        <c:v>25772.449228505935</c:v>
                      </c:pt>
                      <c:pt idx="122">
                        <c:v>19866.556024835896</c:v>
                      </c:pt>
                      <c:pt idx="123">
                        <c:v>23999.543310563229</c:v>
                      </c:pt>
                      <c:pt idx="124">
                        <c:v>46611.21430063853</c:v>
                      </c:pt>
                      <c:pt idx="125">
                        <c:v>19757.53509929742</c:v>
                      </c:pt>
                      <c:pt idx="126">
                        <c:v>17437.999914331202</c:v>
                      </c:pt>
                      <c:pt idx="127">
                        <c:v>12489.946553460433</c:v>
                      </c:pt>
                      <c:pt idx="128">
                        <c:v>6809.6950968497194</c:v>
                      </c:pt>
                      <c:pt idx="129">
                        <c:v>34344.906938221364</c:v>
                      </c:pt>
                      <c:pt idx="130">
                        <c:v>18778.6695354117</c:v>
                      </c:pt>
                      <c:pt idx="131">
                        <c:v>12464.445605424005</c:v>
                      </c:pt>
                      <c:pt idx="132">
                        <c:v>25474.082807120049</c:v>
                      </c:pt>
                      <c:pt idx="133">
                        <c:v>21191.911559373966</c:v>
                      </c:pt>
                      <c:pt idx="134">
                        <c:v>25822.663949274098</c:v>
                      </c:pt>
                      <c:pt idx="135">
                        <c:v>41577.393586675193</c:v>
                      </c:pt>
                      <c:pt idx="136">
                        <c:v>13199.589636573313</c:v>
                      </c:pt>
                      <c:pt idx="137">
                        <c:v>27187.260167781806</c:v>
                      </c:pt>
                      <c:pt idx="138">
                        <c:v>20730.375117810032</c:v>
                      </c:pt>
                      <c:pt idx="139">
                        <c:v>2078.49073587878</c:v>
                      </c:pt>
                      <c:pt idx="140">
                        <c:v>9224.4889418868333</c:v>
                      </c:pt>
                      <c:pt idx="141">
                        <c:v>2672.3452318441432</c:v>
                      </c:pt>
                      <c:pt idx="142">
                        <c:v>23033.247160967967</c:v>
                      </c:pt>
                      <c:pt idx="143">
                        <c:v>7213.6857734235009</c:v>
                      </c:pt>
                      <c:pt idx="144">
                        <c:v>11276.017026791718</c:v>
                      </c:pt>
                      <c:pt idx="145">
                        <c:v>17605.487454718794</c:v>
                      </c:pt>
                      <c:pt idx="146">
                        <c:v>7814.8262545420994</c:v>
                      </c:pt>
                      <c:pt idx="147">
                        <c:v>11022.738101125555</c:v>
                      </c:pt>
                      <c:pt idx="148">
                        <c:v>2375.41798386146</c:v>
                      </c:pt>
                      <c:pt idx="149">
                        <c:v>8115.3964951014341</c:v>
                      </c:pt>
                      <c:pt idx="150">
                        <c:v>5410.2643300676</c:v>
                      </c:pt>
                      <c:pt idx="151">
                        <c:v>13053.982581179813</c:v>
                      </c:pt>
                      <c:pt idx="152">
                        <c:v>3860.0542237748668</c:v>
                      </c:pt>
                      <c:pt idx="153">
                        <c:v>8033.8565440810671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6779.1570419021664</c:v>
                      </c:pt>
                      <c:pt idx="159">
                        <c:v>11836.432591468831</c:v>
                      </c:pt>
                      <c:pt idx="160">
                        <c:v>12791.955967422919</c:v>
                      </c:pt>
                      <c:pt idx="161">
                        <c:v>0</c:v>
                      </c:pt>
                      <c:pt idx="162">
                        <c:v>5600.1732085278672</c:v>
                      </c:pt>
                      <c:pt idx="163">
                        <c:v>2947.4595834357237</c:v>
                      </c:pt>
                      <c:pt idx="164">
                        <c:v>12104.215898838476</c:v>
                      </c:pt>
                      <c:pt idx="165">
                        <c:v>9813.9583290396258</c:v>
                      </c:pt>
                      <c:pt idx="166">
                        <c:v>6253.7322295881531</c:v>
                      </c:pt>
                      <c:pt idx="167">
                        <c:v>13657.326881471899</c:v>
                      </c:pt>
                      <c:pt idx="168">
                        <c:v>3242.2055417792967</c:v>
                      </c:pt>
                      <c:pt idx="169">
                        <c:v>3606.8428867117332</c:v>
                      </c:pt>
                      <c:pt idx="170">
                        <c:v>6829.3267036016996</c:v>
                      </c:pt>
                      <c:pt idx="171">
                        <c:v>6011.404811186233</c:v>
                      </c:pt>
                      <c:pt idx="172">
                        <c:v>5063.0998317823869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2652.7136250921535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10467.539879634254</c:v>
                      </c:pt>
                      <c:pt idx="181">
                        <c:v>5109.6940895082998</c:v>
                      </c:pt>
                      <c:pt idx="182">
                        <c:v>0</c:v>
                      </c:pt>
                      <c:pt idx="183">
                        <c:v>3563.1269757922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5305.4272501842997</c:v>
                      </c:pt>
                      <c:pt idx="189">
                        <c:v>3831.6974584664331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2969.2724798268264</c:v>
                      </c:pt>
                      <c:pt idx="193">
                        <c:v>4126.4434168100006</c:v>
                      </c:pt>
                      <c:pt idx="194">
                        <c:v>5109.6940895082998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3306.2726461524303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A14-4981-93AF-360E46F8F938}"/>
                  </c:ext>
                </c:extLst>
              </c15:ser>
            </c15:filteredScatterSeries>
            <c15:filteredScatte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Summary!$L$1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Summary!$L$2:$L$201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1474.0358509622965</c:v>
                      </c:pt>
                      <c:pt idx="3">
                        <c:v>4273.6366493654896</c:v>
                      </c:pt>
                      <c:pt idx="4">
                        <c:v>15480.567381505767</c:v>
                      </c:pt>
                      <c:pt idx="5">
                        <c:v>16690.17366902118</c:v>
                      </c:pt>
                      <c:pt idx="6">
                        <c:v>32259.703779176834</c:v>
                      </c:pt>
                      <c:pt idx="7">
                        <c:v>72914.384478977896</c:v>
                      </c:pt>
                      <c:pt idx="8">
                        <c:v>99782.734917404407</c:v>
                      </c:pt>
                      <c:pt idx="9">
                        <c:v>165216.18481718699</c:v>
                      </c:pt>
                      <c:pt idx="10">
                        <c:v>225584.46742447233</c:v>
                      </c:pt>
                      <c:pt idx="11">
                        <c:v>285477.98427539394</c:v>
                      </c:pt>
                      <c:pt idx="12">
                        <c:v>426433.89881202037</c:v>
                      </c:pt>
                      <c:pt idx="13">
                        <c:v>585777.36745822802</c:v>
                      </c:pt>
                      <c:pt idx="14">
                        <c:v>802512.60473620531</c:v>
                      </c:pt>
                      <c:pt idx="15">
                        <c:v>1077912.1777055466</c:v>
                      </c:pt>
                      <c:pt idx="16">
                        <c:v>1185474.8734701658</c:v>
                      </c:pt>
                      <c:pt idx="17">
                        <c:v>1275961.8346053532</c:v>
                      </c:pt>
                      <c:pt idx="18">
                        <c:v>1550368.405699813</c:v>
                      </c:pt>
                      <c:pt idx="19">
                        <c:v>2050716.4016126466</c:v>
                      </c:pt>
                      <c:pt idx="20">
                        <c:v>2077333.6243871066</c:v>
                      </c:pt>
                      <c:pt idx="21">
                        <c:v>1975730.16476472</c:v>
                      </c:pt>
                      <c:pt idx="22">
                        <c:v>2566304.4223562735</c:v>
                      </c:pt>
                      <c:pt idx="23">
                        <c:v>2733263.3331774264</c:v>
                      </c:pt>
                      <c:pt idx="24">
                        <c:v>3005133.7341937297</c:v>
                      </c:pt>
                      <c:pt idx="25">
                        <c:v>3010006.0875747669</c:v>
                      </c:pt>
                      <c:pt idx="26">
                        <c:v>2938412.4520871635</c:v>
                      </c:pt>
                      <c:pt idx="27">
                        <c:v>3147914.8750393535</c:v>
                      </c:pt>
                      <c:pt idx="28">
                        <c:v>2837871.7161256801</c:v>
                      </c:pt>
                      <c:pt idx="29">
                        <c:v>2976027.4783375696</c:v>
                      </c:pt>
                      <c:pt idx="30">
                        <c:v>2771443.0574294236</c:v>
                      </c:pt>
                      <c:pt idx="31">
                        <c:v>2702680.0205859668</c:v>
                      </c:pt>
                      <c:pt idx="32">
                        <c:v>2776084.0117835435</c:v>
                      </c:pt>
                      <c:pt idx="33">
                        <c:v>2613874.9837898999</c:v>
                      </c:pt>
                      <c:pt idx="34">
                        <c:v>2619362.8053806531</c:v>
                      </c:pt>
                      <c:pt idx="35">
                        <c:v>3083852.0621508067</c:v>
                      </c:pt>
                      <c:pt idx="36">
                        <c:v>2748699.49880662</c:v>
                      </c:pt>
                      <c:pt idx="37">
                        <c:v>2669327.3624456204</c:v>
                      </c:pt>
                      <c:pt idx="38">
                        <c:v>2638513.6445163102</c:v>
                      </c:pt>
                      <c:pt idx="39">
                        <c:v>2779900.2703077463</c:v>
                      </c:pt>
                      <c:pt idx="40">
                        <c:v>2801368.6420711833</c:v>
                      </c:pt>
                      <c:pt idx="41">
                        <c:v>2805989.6924800701</c:v>
                      </c:pt>
                      <c:pt idx="42">
                        <c:v>2499101.602458253</c:v>
                      </c:pt>
                      <c:pt idx="43">
                        <c:v>2416026.8691469668</c:v>
                      </c:pt>
                      <c:pt idx="44">
                        <c:v>2374765.7425725064</c:v>
                      </c:pt>
                      <c:pt idx="45">
                        <c:v>2343343.1915724566</c:v>
                      </c:pt>
                      <c:pt idx="46">
                        <c:v>2048400.2238786297</c:v>
                      </c:pt>
                      <c:pt idx="47">
                        <c:v>2178407.40332535</c:v>
                      </c:pt>
                      <c:pt idx="48">
                        <c:v>2055239.0792436667</c:v>
                      </c:pt>
                      <c:pt idx="49">
                        <c:v>1815414.8034255903</c:v>
                      </c:pt>
                      <c:pt idx="50">
                        <c:v>1758815.0801332768</c:v>
                      </c:pt>
                      <c:pt idx="51">
                        <c:v>1829227.2029563964</c:v>
                      </c:pt>
                      <c:pt idx="52">
                        <c:v>1547553.9004419667</c:v>
                      </c:pt>
                      <c:pt idx="53">
                        <c:v>1632924.69428999</c:v>
                      </c:pt>
                      <c:pt idx="54">
                        <c:v>1782679.9133805633</c:v>
                      </c:pt>
                      <c:pt idx="55">
                        <c:v>1347434.3275714733</c:v>
                      </c:pt>
                      <c:pt idx="56">
                        <c:v>1458956.116753689</c:v>
                      </c:pt>
                      <c:pt idx="57">
                        <c:v>1444422.9206337037</c:v>
                      </c:pt>
                      <c:pt idx="58">
                        <c:v>1306032.6953947134</c:v>
                      </c:pt>
                      <c:pt idx="59">
                        <c:v>903204.99407636933</c:v>
                      </c:pt>
                      <c:pt idx="60">
                        <c:v>1285812.9486337586</c:v>
                      </c:pt>
                      <c:pt idx="61">
                        <c:v>1121213.1664228234</c:v>
                      </c:pt>
                      <c:pt idx="62">
                        <c:v>1156782.3836369303</c:v>
                      </c:pt>
                      <c:pt idx="63">
                        <c:v>1066851.8706025013</c:v>
                      </c:pt>
                      <c:pt idx="64">
                        <c:v>790659.12378439459</c:v>
                      </c:pt>
                      <c:pt idx="65">
                        <c:v>856736.80214067071</c:v>
                      </c:pt>
                      <c:pt idx="66">
                        <c:v>789946.07596463163</c:v>
                      </c:pt>
                      <c:pt idx="67">
                        <c:v>938071.97731767653</c:v>
                      </c:pt>
                      <c:pt idx="68">
                        <c:v>716016.41521741764</c:v>
                      </c:pt>
                      <c:pt idx="69">
                        <c:v>504721.53254788369</c:v>
                      </c:pt>
                      <c:pt idx="70">
                        <c:v>880369.25975463726</c:v>
                      </c:pt>
                      <c:pt idx="71">
                        <c:v>596009.1399231737</c:v>
                      </c:pt>
                      <c:pt idx="72">
                        <c:v>506124.11438674573</c:v>
                      </c:pt>
                      <c:pt idx="73">
                        <c:v>541612.42700951907</c:v>
                      </c:pt>
                      <c:pt idx="74">
                        <c:v>437795.04664993897</c:v>
                      </c:pt>
                      <c:pt idx="75">
                        <c:v>573311.56625432044</c:v>
                      </c:pt>
                      <c:pt idx="76">
                        <c:v>453325.78158790531</c:v>
                      </c:pt>
                      <c:pt idx="77">
                        <c:v>566649.8025085734</c:v>
                      </c:pt>
                      <c:pt idx="78">
                        <c:v>449085.7440840613</c:v>
                      </c:pt>
                      <c:pt idx="79">
                        <c:v>358785.08554499474</c:v>
                      </c:pt>
                      <c:pt idx="80">
                        <c:v>313621.97776871599</c:v>
                      </c:pt>
                      <c:pt idx="81">
                        <c:v>374108.08715960832</c:v>
                      </c:pt>
                      <c:pt idx="82">
                        <c:v>377940.76009843702</c:v>
                      </c:pt>
                      <c:pt idx="83">
                        <c:v>193777.23437809452</c:v>
                      </c:pt>
                      <c:pt idx="84">
                        <c:v>320814.13377051265</c:v>
                      </c:pt>
                      <c:pt idx="85">
                        <c:v>123358.2283905692</c:v>
                      </c:pt>
                      <c:pt idx="86">
                        <c:v>247351.31412410465</c:v>
                      </c:pt>
                      <c:pt idx="87">
                        <c:v>155194.92699959865</c:v>
                      </c:pt>
                      <c:pt idx="88">
                        <c:v>141920.20275625293</c:v>
                      </c:pt>
                      <c:pt idx="89">
                        <c:v>235806.65001048264</c:v>
                      </c:pt>
                      <c:pt idx="90">
                        <c:v>134225.15656977639</c:v>
                      </c:pt>
                      <c:pt idx="91">
                        <c:v>161308.57956356768</c:v>
                      </c:pt>
                      <c:pt idx="92">
                        <c:v>104806.85014702017</c:v>
                      </c:pt>
                      <c:pt idx="93">
                        <c:v>197438.40650377283</c:v>
                      </c:pt>
                      <c:pt idx="94">
                        <c:v>254612.22229196303</c:v>
                      </c:pt>
                      <c:pt idx="95">
                        <c:v>161999.0218111045</c:v>
                      </c:pt>
                      <c:pt idx="96">
                        <c:v>163636.903813782</c:v>
                      </c:pt>
                      <c:pt idx="97">
                        <c:v>87246.675407911491</c:v>
                      </c:pt>
                      <c:pt idx="98">
                        <c:v>92570.618988819959</c:v>
                      </c:pt>
                      <c:pt idx="99">
                        <c:v>156336.44624161025</c:v>
                      </c:pt>
                      <c:pt idx="100">
                        <c:v>74188.331827643764</c:v>
                      </c:pt>
                      <c:pt idx="101">
                        <c:v>123902.71096107717</c:v>
                      </c:pt>
                      <c:pt idx="102">
                        <c:v>98179.437454194514</c:v>
                      </c:pt>
                      <c:pt idx="103">
                        <c:v>57960.707864589036</c:v>
                      </c:pt>
                      <c:pt idx="104">
                        <c:v>157155.8432649957</c:v>
                      </c:pt>
                      <c:pt idx="105">
                        <c:v>111708.68099300856</c:v>
                      </c:pt>
                      <c:pt idx="106">
                        <c:v>53964.668040161334</c:v>
                      </c:pt>
                      <c:pt idx="107">
                        <c:v>60886.006445328174</c:v>
                      </c:pt>
                      <c:pt idx="108">
                        <c:v>97793.617277228273</c:v>
                      </c:pt>
                      <c:pt idx="109">
                        <c:v>64884.31659743729</c:v>
                      </c:pt>
                      <c:pt idx="110">
                        <c:v>71714.808272903931</c:v>
                      </c:pt>
                      <c:pt idx="111">
                        <c:v>57955.025275195199</c:v>
                      </c:pt>
                      <c:pt idx="112">
                        <c:v>39070.766113811995</c:v>
                      </c:pt>
                      <c:pt idx="113">
                        <c:v>38788.984373899839</c:v>
                      </c:pt>
                      <c:pt idx="114">
                        <c:v>124260.70994951589</c:v>
                      </c:pt>
                      <c:pt idx="115">
                        <c:v>13145.411298993198</c:v>
                      </c:pt>
                      <c:pt idx="116">
                        <c:v>39481.662766266723</c:v>
                      </c:pt>
                      <c:pt idx="117">
                        <c:v>17565.144588103769</c:v>
                      </c:pt>
                      <c:pt idx="118">
                        <c:v>37037.613342673365</c:v>
                      </c:pt>
                      <c:pt idx="119">
                        <c:v>19788.913252296232</c:v>
                      </c:pt>
                      <c:pt idx="120">
                        <c:v>10757.259756749239</c:v>
                      </c:pt>
                      <c:pt idx="121">
                        <c:v>86420.184907554401</c:v>
                      </c:pt>
                      <c:pt idx="122">
                        <c:v>33981.23392999397</c:v>
                      </c:pt>
                      <c:pt idx="123">
                        <c:v>24661.938819193801</c:v>
                      </c:pt>
                      <c:pt idx="124">
                        <c:v>21261.315738007826</c:v>
                      </c:pt>
                      <c:pt idx="125">
                        <c:v>30655.676426315069</c:v>
                      </c:pt>
                      <c:pt idx="126">
                        <c:v>13069.365196034532</c:v>
                      </c:pt>
                      <c:pt idx="127">
                        <c:v>22676.766467065867</c:v>
                      </c:pt>
                      <c:pt idx="128">
                        <c:v>28547.473955037629</c:v>
                      </c:pt>
                      <c:pt idx="129">
                        <c:v>19441.731707435032</c:v>
                      </c:pt>
                      <c:pt idx="130">
                        <c:v>48649.314338759265</c:v>
                      </c:pt>
                      <c:pt idx="131">
                        <c:v>21521.982167848066</c:v>
                      </c:pt>
                      <c:pt idx="132">
                        <c:v>21380.656073403272</c:v>
                      </c:pt>
                      <c:pt idx="133">
                        <c:v>12422.173145439012</c:v>
                      </c:pt>
                      <c:pt idx="134">
                        <c:v>8254.6007653888664</c:v>
                      </c:pt>
                      <c:pt idx="135">
                        <c:v>22185.518983215166</c:v>
                      </c:pt>
                      <c:pt idx="136">
                        <c:v>44223.438783771351</c:v>
                      </c:pt>
                      <c:pt idx="137">
                        <c:v>19331.852972408204</c:v>
                      </c:pt>
                      <c:pt idx="138">
                        <c:v>2519.6407185628732</c:v>
                      </c:pt>
                      <c:pt idx="139">
                        <c:v>18175.987911644166</c:v>
                      </c:pt>
                      <c:pt idx="140">
                        <c:v>4318.1779204219101</c:v>
                      </c:pt>
                      <c:pt idx="141">
                        <c:v>26243.907063153671</c:v>
                      </c:pt>
                      <c:pt idx="142">
                        <c:v>18068.050650152167</c:v>
                      </c:pt>
                      <c:pt idx="143">
                        <c:v>12988.930005912202</c:v>
                      </c:pt>
                      <c:pt idx="144">
                        <c:v>11435.956639247001</c:v>
                      </c:pt>
                      <c:pt idx="145">
                        <c:v>3242.8788721170499</c:v>
                      </c:pt>
                      <c:pt idx="146">
                        <c:v>1959.7205588822364</c:v>
                      </c:pt>
                      <c:pt idx="147">
                        <c:v>1959.7205588822364</c:v>
                      </c:pt>
                      <c:pt idx="148">
                        <c:v>12381.9011480833</c:v>
                      </c:pt>
                      <c:pt idx="149">
                        <c:v>12019.120605470474</c:v>
                      </c:pt>
                      <c:pt idx="150">
                        <c:v>25058.609466359034</c:v>
                      </c:pt>
                      <c:pt idx="151">
                        <c:v>5726.6256716140042</c:v>
                      </c:pt>
                      <c:pt idx="152">
                        <c:v>6433.4457105440479</c:v>
                      </c:pt>
                      <c:pt idx="153">
                        <c:v>4127.3003826944332</c:v>
                      </c:pt>
                      <c:pt idx="154">
                        <c:v>9372.3064478998003</c:v>
                      </c:pt>
                      <c:pt idx="155">
                        <c:v>11626.834176974493</c:v>
                      </c:pt>
                      <c:pt idx="156">
                        <c:v>19597.205588822366</c:v>
                      </c:pt>
                      <c:pt idx="157">
                        <c:v>7558.9221556886332</c:v>
                      </c:pt>
                      <c:pt idx="158">
                        <c:v>10337.669288693567</c:v>
                      </c:pt>
                      <c:pt idx="159">
                        <c:v>0</c:v>
                      </c:pt>
                      <c:pt idx="160">
                        <c:v>10358.522954091799</c:v>
                      </c:pt>
                      <c:pt idx="161">
                        <c:v>6439.0818363273329</c:v>
                      </c:pt>
                      <c:pt idx="162">
                        <c:v>5167.832737090027</c:v>
                      </c:pt>
                      <c:pt idx="163">
                        <c:v>0</c:v>
                      </c:pt>
                      <c:pt idx="164">
                        <c:v>2799.600798403193</c:v>
                      </c:pt>
                      <c:pt idx="165">
                        <c:v>8678.7624750498999</c:v>
                      </c:pt>
                      <c:pt idx="166">
                        <c:v>2239.6806387225533</c:v>
                      </c:pt>
                      <c:pt idx="167">
                        <c:v>5592.4382458664195</c:v>
                      </c:pt>
                      <c:pt idx="168">
                        <c:v>10536.688038317499</c:v>
                      </c:pt>
                      <c:pt idx="169">
                        <c:v>3352.7576071438666</c:v>
                      </c:pt>
                      <c:pt idx="170">
                        <c:v>0</c:v>
                      </c:pt>
                      <c:pt idx="171">
                        <c:v>8118.8423153692665</c:v>
                      </c:pt>
                      <c:pt idx="172">
                        <c:v>4716.9147230793333</c:v>
                      </c:pt>
                      <c:pt idx="173">
                        <c:v>10352.886828308512</c:v>
                      </c:pt>
                      <c:pt idx="174">
                        <c:v>4127.3003826944332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2653.2645317321335</c:v>
                      </c:pt>
                      <c:pt idx="180">
                        <c:v>0</c:v>
                      </c:pt>
                      <c:pt idx="181">
                        <c:v>3911.5505416678334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4127.3003826944332</c:v>
                      </c:pt>
                      <c:pt idx="189">
                        <c:v>2653.2645317321335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2653.2645317321335</c:v>
                      </c:pt>
                      <c:pt idx="193">
                        <c:v>0</c:v>
                      </c:pt>
                      <c:pt idx="194">
                        <c:v>4479.3612774451003</c:v>
                      </c:pt>
                      <c:pt idx="195">
                        <c:v>13561.129828853132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A14-4981-93AF-360E46F8F938}"/>
                  </c:ext>
                </c:extLst>
              </c15:ser>
            </c15:filteredScatterSeries>
            <c15:filteredScatte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Summary!$M$1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Summary!$M$2:$M$201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1466.5909313559266</c:v>
                      </c:pt>
                      <c:pt idx="4">
                        <c:v>1466.5909313559266</c:v>
                      </c:pt>
                      <c:pt idx="5">
                        <c:v>2053.2273038982967</c:v>
                      </c:pt>
                      <c:pt idx="6">
                        <c:v>7779.9767926276991</c:v>
                      </c:pt>
                      <c:pt idx="7">
                        <c:v>5108.316386468784</c:v>
                      </c:pt>
                      <c:pt idx="8">
                        <c:v>4707.1806932215268</c:v>
                      </c:pt>
                      <c:pt idx="9">
                        <c:v>32495.064004983968</c:v>
                      </c:pt>
                      <c:pt idx="10">
                        <c:v>54696.260409491028</c:v>
                      </c:pt>
                      <c:pt idx="11">
                        <c:v>62192.131100007238</c:v>
                      </c:pt>
                      <c:pt idx="12">
                        <c:v>118235.84097011272</c:v>
                      </c:pt>
                      <c:pt idx="13">
                        <c:v>180612.28354602496</c:v>
                      </c:pt>
                      <c:pt idx="14">
                        <c:v>144752.49884372053</c:v>
                      </c:pt>
                      <c:pt idx="15">
                        <c:v>221796.78307472231</c:v>
                      </c:pt>
                      <c:pt idx="16">
                        <c:v>304239.98568418296</c:v>
                      </c:pt>
                      <c:pt idx="17">
                        <c:v>255498.60265669666</c:v>
                      </c:pt>
                      <c:pt idx="18">
                        <c:v>390621.60313858464</c:v>
                      </c:pt>
                      <c:pt idx="19">
                        <c:v>546580.60397268331</c:v>
                      </c:pt>
                      <c:pt idx="20">
                        <c:v>486089.96670173295</c:v>
                      </c:pt>
                      <c:pt idx="21">
                        <c:v>789851.32659665553</c:v>
                      </c:pt>
                      <c:pt idx="22">
                        <c:v>779750.36484228482</c:v>
                      </c:pt>
                      <c:pt idx="23">
                        <c:v>943181.69635882566</c:v>
                      </c:pt>
                      <c:pt idx="24">
                        <c:v>803139.74238439056</c:v>
                      </c:pt>
                      <c:pt idx="25">
                        <c:v>876820.15291384875</c:v>
                      </c:pt>
                      <c:pt idx="26">
                        <c:v>1133798.1577427643</c:v>
                      </c:pt>
                      <c:pt idx="27">
                        <c:v>1152383.0457881035</c:v>
                      </c:pt>
                      <c:pt idx="28">
                        <c:v>1335540.4441035532</c:v>
                      </c:pt>
                      <c:pt idx="29">
                        <c:v>1115698.8071240371</c:v>
                      </c:pt>
                      <c:pt idx="30">
                        <c:v>1239163.2362928865</c:v>
                      </c:pt>
                      <c:pt idx="31">
                        <c:v>1407434.8565416234</c:v>
                      </c:pt>
                      <c:pt idx="32">
                        <c:v>1427696.5283026667</c:v>
                      </c:pt>
                      <c:pt idx="33">
                        <c:v>1604240.6315742966</c:v>
                      </c:pt>
                      <c:pt idx="34">
                        <c:v>1400607.7729760499</c:v>
                      </c:pt>
                      <c:pt idx="35">
                        <c:v>1388426.1398797366</c:v>
                      </c:pt>
                      <c:pt idx="36">
                        <c:v>1191612.1904165132</c:v>
                      </c:pt>
                      <c:pt idx="37">
                        <c:v>1447476.78440136</c:v>
                      </c:pt>
                      <c:pt idx="38">
                        <c:v>1385273.4311935934</c:v>
                      </c:pt>
                      <c:pt idx="39">
                        <c:v>1579318.2409381613</c:v>
                      </c:pt>
                      <c:pt idx="40">
                        <c:v>1650016.4456997067</c:v>
                      </c:pt>
                      <c:pt idx="41">
                        <c:v>1454043.69040496</c:v>
                      </c:pt>
                      <c:pt idx="42">
                        <c:v>1236739.7870630368</c:v>
                      </c:pt>
                      <c:pt idx="43">
                        <c:v>1147075.0441809483</c:v>
                      </c:pt>
                      <c:pt idx="44">
                        <c:v>1189116.7339458812</c:v>
                      </c:pt>
                      <c:pt idx="45">
                        <c:v>1298152.40621222</c:v>
                      </c:pt>
                      <c:pt idx="46">
                        <c:v>1465470.4725258064</c:v>
                      </c:pt>
                      <c:pt idx="47">
                        <c:v>1499080.4821161733</c:v>
                      </c:pt>
                      <c:pt idx="48">
                        <c:v>1304858.3777193499</c:v>
                      </c:pt>
                      <c:pt idx="49">
                        <c:v>1368552.6558881968</c:v>
                      </c:pt>
                      <c:pt idx="50">
                        <c:v>1326745.2365290953</c:v>
                      </c:pt>
                      <c:pt idx="51">
                        <c:v>1266858.3203245457</c:v>
                      </c:pt>
                      <c:pt idx="52">
                        <c:v>1578666.3238142699</c:v>
                      </c:pt>
                      <c:pt idx="53">
                        <c:v>1070320.966849182</c:v>
                      </c:pt>
                      <c:pt idx="54">
                        <c:v>1117040.0880354836</c:v>
                      </c:pt>
                      <c:pt idx="55">
                        <c:v>1288308.6958807034</c:v>
                      </c:pt>
                      <c:pt idx="56">
                        <c:v>1129558.9881371532</c:v>
                      </c:pt>
                      <c:pt idx="57">
                        <c:v>883965.47928295506</c:v>
                      </c:pt>
                      <c:pt idx="58">
                        <c:v>946330.19815430057</c:v>
                      </c:pt>
                      <c:pt idx="59">
                        <c:v>1049022.5557494436</c:v>
                      </c:pt>
                      <c:pt idx="60">
                        <c:v>981619.18653196131</c:v>
                      </c:pt>
                      <c:pt idx="61">
                        <c:v>808064.21720627788</c:v>
                      </c:pt>
                      <c:pt idx="62">
                        <c:v>917751.51308186166</c:v>
                      </c:pt>
                      <c:pt idx="63">
                        <c:v>958212.124540383</c:v>
                      </c:pt>
                      <c:pt idx="64">
                        <c:v>770419.94881610747</c:v>
                      </c:pt>
                      <c:pt idx="65">
                        <c:v>768518.75836872065</c:v>
                      </c:pt>
                      <c:pt idx="66">
                        <c:v>632280.60938410496</c:v>
                      </c:pt>
                      <c:pt idx="67">
                        <c:v>856896.32387880294</c:v>
                      </c:pt>
                      <c:pt idx="68">
                        <c:v>803239.80239800678</c:v>
                      </c:pt>
                      <c:pt idx="69">
                        <c:v>833204.12697173038</c:v>
                      </c:pt>
                      <c:pt idx="70">
                        <c:v>662767.46182488801</c:v>
                      </c:pt>
                      <c:pt idx="71">
                        <c:v>727718.26598340028</c:v>
                      </c:pt>
                      <c:pt idx="72">
                        <c:v>542256.03997588332</c:v>
                      </c:pt>
                      <c:pt idx="73">
                        <c:v>557017.11138650437</c:v>
                      </c:pt>
                      <c:pt idx="74">
                        <c:v>467089.41958348203</c:v>
                      </c:pt>
                      <c:pt idx="75">
                        <c:v>534492.28620334098</c:v>
                      </c:pt>
                      <c:pt idx="76">
                        <c:v>470837.28547251434</c:v>
                      </c:pt>
                      <c:pt idx="77">
                        <c:v>486931.99099744833</c:v>
                      </c:pt>
                      <c:pt idx="78">
                        <c:v>338546.23564463464</c:v>
                      </c:pt>
                      <c:pt idx="79">
                        <c:v>395921.75470340095</c:v>
                      </c:pt>
                      <c:pt idx="80">
                        <c:v>487161.52031848766</c:v>
                      </c:pt>
                      <c:pt idx="81">
                        <c:v>405482.12121901527</c:v>
                      </c:pt>
                      <c:pt idx="82">
                        <c:v>263422.58339511568</c:v>
                      </c:pt>
                      <c:pt idx="83">
                        <c:v>272146.24032981601</c:v>
                      </c:pt>
                      <c:pt idx="84">
                        <c:v>384420.87169840065</c:v>
                      </c:pt>
                      <c:pt idx="85">
                        <c:v>350700.84592126374</c:v>
                      </c:pt>
                      <c:pt idx="86">
                        <c:v>326721.69687350438</c:v>
                      </c:pt>
                      <c:pt idx="87">
                        <c:v>188240.03696653203</c:v>
                      </c:pt>
                      <c:pt idx="88">
                        <c:v>209184.28730277877</c:v>
                      </c:pt>
                      <c:pt idx="89">
                        <c:v>322277.67746453529</c:v>
                      </c:pt>
                      <c:pt idx="90">
                        <c:v>305387.42125473102</c:v>
                      </c:pt>
                      <c:pt idx="91">
                        <c:v>231726.25818224301</c:v>
                      </c:pt>
                      <c:pt idx="92">
                        <c:v>284330.49032183405</c:v>
                      </c:pt>
                      <c:pt idx="93">
                        <c:v>215096.78257038133</c:v>
                      </c:pt>
                      <c:pt idx="94">
                        <c:v>109012.7568607763</c:v>
                      </c:pt>
                      <c:pt idx="95">
                        <c:v>214269.97504873064</c:v>
                      </c:pt>
                      <c:pt idx="96">
                        <c:v>93082.628624875972</c:v>
                      </c:pt>
                      <c:pt idx="97">
                        <c:v>132409.11051192752</c:v>
                      </c:pt>
                      <c:pt idx="98">
                        <c:v>204277.39654198239</c:v>
                      </c:pt>
                      <c:pt idx="99">
                        <c:v>148442.58397672069</c:v>
                      </c:pt>
                      <c:pt idx="100">
                        <c:v>137241.19340598257</c:v>
                      </c:pt>
                      <c:pt idx="101">
                        <c:v>153307.42813108533</c:v>
                      </c:pt>
                      <c:pt idx="102">
                        <c:v>214885.03594661565</c:v>
                      </c:pt>
                      <c:pt idx="103">
                        <c:v>110400.18404235724</c:v>
                      </c:pt>
                      <c:pt idx="104">
                        <c:v>94378.486166457005</c:v>
                      </c:pt>
                      <c:pt idx="105">
                        <c:v>164524.1180448751</c:v>
                      </c:pt>
                      <c:pt idx="106">
                        <c:v>129737.251280679</c:v>
                      </c:pt>
                      <c:pt idx="107">
                        <c:v>122307.35359614411</c:v>
                      </c:pt>
                      <c:pt idx="108">
                        <c:v>106484.53351999672</c:v>
                      </c:pt>
                      <c:pt idx="109">
                        <c:v>138519.33495155667</c:v>
                      </c:pt>
                      <c:pt idx="110">
                        <c:v>83917.407651652684</c:v>
                      </c:pt>
                      <c:pt idx="111">
                        <c:v>105454.15238747564</c:v>
                      </c:pt>
                      <c:pt idx="112">
                        <c:v>69182.312377979586</c:v>
                      </c:pt>
                      <c:pt idx="113">
                        <c:v>75552.616131787145</c:v>
                      </c:pt>
                      <c:pt idx="114">
                        <c:v>46038.756018847933</c:v>
                      </c:pt>
                      <c:pt idx="115">
                        <c:v>64714.697518372639</c:v>
                      </c:pt>
                      <c:pt idx="116">
                        <c:v>59178.839104178238</c:v>
                      </c:pt>
                      <c:pt idx="117">
                        <c:v>129511.48264611582</c:v>
                      </c:pt>
                      <c:pt idx="118">
                        <c:v>54426.315141641644</c:v>
                      </c:pt>
                      <c:pt idx="119">
                        <c:v>42878.749581770469</c:v>
                      </c:pt>
                      <c:pt idx="120">
                        <c:v>91030.056330253661</c:v>
                      </c:pt>
                      <c:pt idx="121">
                        <c:v>76123.611092611201</c:v>
                      </c:pt>
                      <c:pt idx="122">
                        <c:v>124365.23043667215</c:v>
                      </c:pt>
                      <c:pt idx="123">
                        <c:v>20052.713314806188</c:v>
                      </c:pt>
                      <c:pt idx="124">
                        <c:v>63962.781433268268</c:v>
                      </c:pt>
                      <c:pt idx="125">
                        <c:v>56302.489284667732</c:v>
                      </c:pt>
                      <c:pt idx="126">
                        <c:v>42830.119957414368</c:v>
                      </c:pt>
                      <c:pt idx="127">
                        <c:v>63902.897826761131</c:v>
                      </c:pt>
                      <c:pt idx="128">
                        <c:v>26837.841544216633</c:v>
                      </c:pt>
                      <c:pt idx="129">
                        <c:v>11157.619427037343</c:v>
                      </c:pt>
                      <c:pt idx="130">
                        <c:v>68074.159944275525</c:v>
                      </c:pt>
                      <c:pt idx="131">
                        <c:v>64400.322678252123</c:v>
                      </c:pt>
                      <c:pt idx="132">
                        <c:v>50127.212235742896</c:v>
                      </c:pt>
                      <c:pt idx="133">
                        <c:v>40009.318149208913</c:v>
                      </c:pt>
                      <c:pt idx="134">
                        <c:v>12523.96624764232</c:v>
                      </c:pt>
                      <c:pt idx="135">
                        <c:v>23911.468511992935</c:v>
                      </c:pt>
                      <c:pt idx="136">
                        <c:v>27854.692004860433</c:v>
                      </c:pt>
                      <c:pt idx="137">
                        <c:v>21230.233526228873</c:v>
                      </c:pt>
                      <c:pt idx="138">
                        <c:v>51746.112388553993</c:v>
                      </c:pt>
                      <c:pt idx="139">
                        <c:v>10571.432539039508</c:v>
                      </c:pt>
                      <c:pt idx="140">
                        <c:v>5184.9436189849666</c:v>
                      </c:pt>
                      <c:pt idx="141">
                        <c:v>32699.012559725201</c:v>
                      </c:pt>
                      <c:pt idx="142">
                        <c:v>19760.31666498577</c:v>
                      </c:pt>
                      <c:pt idx="143">
                        <c:v>39914.330030345802</c:v>
                      </c:pt>
                      <c:pt idx="144">
                        <c:v>36618.664309081338</c:v>
                      </c:pt>
                      <c:pt idx="145">
                        <c:v>41490.4245708655</c:v>
                      </c:pt>
                      <c:pt idx="146">
                        <c:v>21362.141103110731</c:v>
                      </c:pt>
                      <c:pt idx="147">
                        <c:v>36371.455097627004</c:v>
                      </c:pt>
                      <c:pt idx="148">
                        <c:v>27925.251265498879</c:v>
                      </c:pt>
                      <c:pt idx="149">
                        <c:v>16218.386975844138</c:v>
                      </c:pt>
                      <c:pt idx="150">
                        <c:v>35561.366355094331</c:v>
                      </c:pt>
                      <c:pt idx="151">
                        <c:v>15443.979933922334</c:v>
                      </c:pt>
                      <c:pt idx="152">
                        <c:v>14137.295327373133</c:v>
                      </c:pt>
                      <c:pt idx="153">
                        <c:v>7824.2008401673011</c:v>
                      </c:pt>
                      <c:pt idx="154">
                        <c:v>2869.5884032753734</c:v>
                      </c:pt>
                      <c:pt idx="155">
                        <c:v>12050.742162282733</c:v>
                      </c:pt>
                      <c:pt idx="156">
                        <c:v>0</c:v>
                      </c:pt>
                      <c:pt idx="157">
                        <c:v>4935.5343990609663</c:v>
                      </c:pt>
                      <c:pt idx="158">
                        <c:v>17565.789022205467</c:v>
                      </c:pt>
                      <c:pt idx="159">
                        <c:v>0</c:v>
                      </c:pt>
                      <c:pt idx="160">
                        <c:v>4860.8846427983999</c:v>
                      </c:pt>
                      <c:pt idx="161">
                        <c:v>7747.8886888434999</c:v>
                      </c:pt>
                      <c:pt idx="162">
                        <c:v>7332.9546567796342</c:v>
                      </c:pt>
                      <c:pt idx="163">
                        <c:v>0</c:v>
                      </c:pt>
                      <c:pt idx="164">
                        <c:v>22671.678447876136</c:v>
                      </c:pt>
                      <c:pt idx="165">
                        <c:v>13409.9650712071</c:v>
                      </c:pt>
                      <c:pt idx="166">
                        <c:v>0</c:v>
                      </c:pt>
                      <c:pt idx="167">
                        <c:v>4106.4546077965997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2933.1818627118532</c:v>
                      </c:pt>
                      <c:pt idx="172">
                        <c:v>5165.2591258956663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4591.3414452406005</c:v>
                      </c:pt>
                      <c:pt idx="176">
                        <c:v>18078.406940634868</c:v>
                      </c:pt>
                      <c:pt idx="177">
                        <c:v>0</c:v>
                      </c:pt>
                      <c:pt idx="178">
                        <c:v>2916.53078567904</c:v>
                      </c:pt>
                      <c:pt idx="179">
                        <c:v>13241.587520851033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8506.2274018643675</c:v>
                      </c:pt>
                      <c:pt idx="183">
                        <c:v>3240.5897618655999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4017.4237645855333</c:v>
                      </c:pt>
                      <c:pt idx="192">
                        <c:v>4399.7727940677669</c:v>
                      </c:pt>
                      <c:pt idx="193">
                        <c:v>7777.4154284774331</c:v>
                      </c:pt>
                      <c:pt idx="194">
                        <c:v>0</c:v>
                      </c:pt>
                      <c:pt idx="195">
                        <c:v>3564.6487380521667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4536.8256666118332</c:v>
                      </c:pt>
                      <c:pt idx="199">
                        <c:v>5165.2591258956663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6A14-4981-93AF-360E46F8F938}"/>
                  </c:ext>
                </c:extLst>
              </c15:ser>
            </c15:filteredScatterSeries>
          </c:ext>
        </c:extLst>
      </c:scatterChart>
      <c:valAx>
        <c:axId val="681164143"/>
        <c:scaling>
          <c:orientation val="minMax"/>
          <c:max val="1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623"/>
        <c:crosses val="autoZero"/>
        <c:crossBetween val="midCat"/>
        <c:majorUnit val="200"/>
      </c:valAx>
      <c:valAx>
        <c:axId val="681164623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143"/>
        <c:crosses val="autoZero"/>
        <c:crossBetween val="midCat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0890145799564231"/>
          <c:y val="0.1830579861111111"/>
          <c:w val="0.27131787439613531"/>
          <c:h val="0.29800590277777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6"/>
          <c:order val="6"/>
          <c:tx>
            <c:strRef>
              <c:f>Summary!$H$1</c:f>
              <c:strCache>
                <c:ptCount val="1"/>
                <c:pt idx="0">
                  <c:v>R1</c:v>
                </c:pt>
              </c:strCache>
              <c:extLst xmlns:c15="http://schemas.microsoft.com/office/drawing/2012/chart"/>
            </c:strRef>
          </c:tx>
          <c:spPr>
            <a:ln w="381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Summary!$H$2:$H$201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2195.7484556700701</c:v>
                </c:pt>
                <c:pt idx="7">
                  <c:v>2561.7065316150797</c:v>
                </c:pt>
                <c:pt idx="8">
                  <c:v>1744.9948151988735</c:v>
                </c:pt>
                <c:pt idx="9">
                  <c:v>8417.0357467352678</c:v>
                </c:pt>
                <c:pt idx="10">
                  <c:v>15551.216352110367</c:v>
                </c:pt>
                <c:pt idx="11">
                  <c:v>21390.567284595567</c:v>
                </c:pt>
                <c:pt idx="12">
                  <c:v>27893.703668268801</c:v>
                </c:pt>
                <c:pt idx="13">
                  <c:v>40796.162014616231</c:v>
                </c:pt>
                <c:pt idx="14">
                  <c:v>81541.348607489825</c:v>
                </c:pt>
                <c:pt idx="15">
                  <c:v>71174.141279233299</c:v>
                </c:pt>
                <c:pt idx="16">
                  <c:v>106057.61485799751</c:v>
                </c:pt>
                <c:pt idx="17">
                  <c:v>92167.284337749064</c:v>
                </c:pt>
                <c:pt idx="18">
                  <c:v>162311.58400682267</c:v>
                </c:pt>
                <c:pt idx="19">
                  <c:v>205980.30731788834</c:v>
                </c:pt>
                <c:pt idx="20">
                  <c:v>230606.86987141133</c:v>
                </c:pt>
                <c:pt idx="21">
                  <c:v>257559.65538341369</c:v>
                </c:pt>
                <c:pt idx="22">
                  <c:v>317015.06096672331</c:v>
                </c:pt>
                <c:pt idx="23">
                  <c:v>317753.86898574041</c:v>
                </c:pt>
                <c:pt idx="24">
                  <c:v>461848.18156446499</c:v>
                </c:pt>
                <c:pt idx="25">
                  <c:v>514410.66549903969</c:v>
                </c:pt>
                <c:pt idx="26">
                  <c:v>603199.83735292801</c:v>
                </c:pt>
                <c:pt idx="27">
                  <c:v>624448.94483568764</c:v>
                </c:pt>
                <c:pt idx="28">
                  <c:v>815355.61123233393</c:v>
                </c:pt>
                <c:pt idx="29">
                  <c:v>881947.70160716434</c:v>
                </c:pt>
                <c:pt idx="30">
                  <c:v>859192.57856530894</c:v>
                </c:pt>
                <c:pt idx="31">
                  <c:v>1164374.8176010458</c:v>
                </c:pt>
                <c:pt idx="32">
                  <c:v>1256801.3031029266</c:v>
                </c:pt>
                <c:pt idx="33">
                  <c:v>1479592.9243876999</c:v>
                </c:pt>
                <c:pt idx="34">
                  <c:v>1559185.5289508335</c:v>
                </c:pt>
                <c:pt idx="35">
                  <c:v>1658471.4853484</c:v>
                </c:pt>
                <c:pt idx="36">
                  <c:v>2074258.9231694033</c:v>
                </c:pt>
                <c:pt idx="37">
                  <c:v>1807973.5090457799</c:v>
                </c:pt>
                <c:pt idx="38">
                  <c:v>2180111.8319523865</c:v>
                </c:pt>
                <c:pt idx="39">
                  <c:v>2244217.8950157934</c:v>
                </c:pt>
                <c:pt idx="40">
                  <c:v>2330384.0239887033</c:v>
                </c:pt>
                <c:pt idx="41">
                  <c:v>2505121.7758961734</c:v>
                </c:pt>
                <c:pt idx="42">
                  <c:v>2394790.5114071532</c:v>
                </c:pt>
                <c:pt idx="43">
                  <c:v>2301385.4508530735</c:v>
                </c:pt>
                <c:pt idx="44">
                  <c:v>2674735.2526712264</c:v>
                </c:pt>
                <c:pt idx="45">
                  <c:v>2144069.0705670663</c:v>
                </c:pt>
                <c:pt idx="46">
                  <c:v>2346927.9300981332</c:v>
                </c:pt>
                <c:pt idx="47">
                  <c:v>3114744.5709569701</c:v>
                </c:pt>
                <c:pt idx="48">
                  <c:v>2935650.0217218362</c:v>
                </c:pt>
                <c:pt idx="49">
                  <c:v>2598330.1569462302</c:v>
                </c:pt>
                <c:pt idx="50">
                  <c:v>2628165.3311261735</c:v>
                </c:pt>
                <c:pt idx="51">
                  <c:v>2447819.7210391168</c:v>
                </c:pt>
                <c:pt idx="52">
                  <c:v>2617473.8249532203</c:v>
                </c:pt>
                <c:pt idx="53">
                  <c:v>3072031.1837258502</c:v>
                </c:pt>
                <c:pt idx="54">
                  <c:v>2633016.59304064</c:v>
                </c:pt>
                <c:pt idx="55">
                  <c:v>2410783.4142465037</c:v>
                </c:pt>
                <c:pt idx="56">
                  <c:v>2543610.0113543463</c:v>
                </c:pt>
                <c:pt idx="57">
                  <c:v>2449459.6839294131</c:v>
                </c:pt>
                <c:pt idx="58">
                  <c:v>2324080.7934636902</c:v>
                </c:pt>
                <c:pt idx="59">
                  <c:v>2720936.7552008801</c:v>
                </c:pt>
                <c:pt idx="60">
                  <c:v>2477905.5877992962</c:v>
                </c:pt>
                <c:pt idx="61">
                  <c:v>2515008.3934684531</c:v>
                </c:pt>
                <c:pt idx="62">
                  <c:v>2184750.0812127297</c:v>
                </c:pt>
                <c:pt idx="63">
                  <c:v>2218677.0220838501</c:v>
                </c:pt>
                <c:pt idx="64">
                  <c:v>2147437.6314269765</c:v>
                </c:pt>
                <c:pt idx="65">
                  <c:v>2027508.06514511</c:v>
                </c:pt>
                <c:pt idx="66">
                  <c:v>1669901.0319619135</c:v>
                </c:pt>
                <c:pt idx="67">
                  <c:v>1815682.46442547</c:v>
                </c:pt>
                <c:pt idx="68">
                  <c:v>1902673.5051907666</c:v>
                </c:pt>
                <c:pt idx="69">
                  <c:v>1457975.9216144152</c:v>
                </c:pt>
                <c:pt idx="70">
                  <c:v>1444873.7193992937</c:v>
                </c:pt>
                <c:pt idx="71">
                  <c:v>1455769.6538288898</c:v>
                </c:pt>
                <c:pt idx="72">
                  <c:v>1277605.5847865366</c:v>
                </c:pt>
                <c:pt idx="73">
                  <c:v>1269164.5287974901</c:v>
                </c:pt>
                <c:pt idx="74">
                  <c:v>1343590.3109603401</c:v>
                </c:pt>
                <c:pt idx="75">
                  <c:v>1073318.3221697493</c:v>
                </c:pt>
                <c:pt idx="76">
                  <c:v>1241062.9816196267</c:v>
                </c:pt>
                <c:pt idx="77">
                  <c:v>1508061.5898333632</c:v>
                </c:pt>
                <c:pt idx="78">
                  <c:v>1359986.49695216</c:v>
                </c:pt>
                <c:pt idx="79">
                  <c:v>989037.00173551461</c:v>
                </c:pt>
                <c:pt idx="80">
                  <c:v>1338670.8870005568</c:v>
                </c:pt>
                <c:pt idx="81">
                  <c:v>889994.67206664465</c:v>
                </c:pt>
                <c:pt idx="82">
                  <c:v>783144.53895822132</c:v>
                </c:pt>
                <c:pt idx="83">
                  <c:v>816317.98427702067</c:v>
                </c:pt>
                <c:pt idx="84">
                  <c:v>678505.789253606</c:v>
                </c:pt>
                <c:pt idx="85">
                  <c:v>699122.91624116979</c:v>
                </c:pt>
                <c:pt idx="86">
                  <c:v>575348.9720887536</c:v>
                </c:pt>
                <c:pt idx="87">
                  <c:v>523049.15894604567</c:v>
                </c:pt>
                <c:pt idx="88">
                  <c:v>543083.70369673334</c:v>
                </c:pt>
                <c:pt idx="89">
                  <c:v>566855.53447389696</c:v>
                </c:pt>
                <c:pt idx="90">
                  <c:v>643584.5125468137</c:v>
                </c:pt>
                <c:pt idx="91">
                  <c:v>506616.00594584161</c:v>
                </c:pt>
                <c:pt idx="92">
                  <c:v>431552.00940100633</c:v>
                </c:pt>
                <c:pt idx="93">
                  <c:v>718772.169044498</c:v>
                </c:pt>
                <c:pt idx="94">
                  <c:v>612962.64062397135</c:v>
                </c:pt>
                <c:pt idx="95">
                  <c:v>437934.09565469698</c:v>
                </c:pt>
                <c:pt idx="96">
                  <c:v>307735.65136975265</c:v>
                </c:pt>
                <c:pt idx="97">
                  <c:v>283160.65273613465</c:v>
                </c:pt>
                <c:pt idx="98">
                  <c:v>452586.15173206199</c:v>
                </c:pt>
                <c:pt idx="99">
                  <c:v>320026.52879344969</c:v>
                </c:pt>
                <c:pt idx="100">
                  <c:v>409452.62985066132</c:v>
                </c:pt>
                <c:pt idx="101">
                  <c:v>253260.98532972633</c:v>
                </c:pt>
                <c:pt idx="102">
                  <c:v>270457.72604877996</c:v>
                </c:pt>
                <c:pt idx="103">
                  <c:v>204292.59129339736</c:v>
                </c:pt>
                <c:pt idx="104">
                  <c:v>234228.35854312664</c:v>
                </c:pt>
                <c:pt idx="105">
                  <c:v>317642.91442108969</c:v>
                </c:pt>
                <c:pt idx="106">
                  <c:v>255412.70460556998</c:v>
                </c:pt>
                <c:pt idx="107">
                  <c:v>272123.79036375234</c:v>
                </c:pt>
                <c:pt idx="108">
                  <c:v>337355.81074533169</c:v>
                </c:pt>
                <c:pt idx="109">
                  <c:v>214355.86404349966</c:v>
                </c:pt>
                <c:pt idx="110">
                  <c:v>141647.45787760601</c:v>
                </c:pt>
                <c:pt idx="111">
                  <c:v>241865.92637140467</c:v>
                </c:pt>
                <c:pt idx="112">
                  <c:v>203562.86742556901</c:v>
                </c:pt>
                <c:pt idx="113">
                  <c:v>191663.44881630634</c:v>
                </c:pt>
                <c:pt idx="114">
                  <c:v>182865.72573510767</c:v>
                </c:pt>
                <c:pt idx="115">
                  <c:v>73148.512464657033</c:v>
                </c:pt>
                <c:pt idx="116">
                  <c:v>92531.673085261486</c:v>
                </c:pt>
                <c:pt idx="117">
                  <c:v>144040.21615311995</c:v>
                </c:pt>
                <c:pt idx="118">
                  <c:v>116101.69864080827</c:v>
                </c:pt>
                <c:pt idx="119">
                  <c:v>103420.73330073727</c:v>
                </c:pt>
                <c:pt idx="120">
                  <c:v>111077.06944464466</c:v>
                </c:pt>
                <c:pt idx="121">
                  <c:v>110651.51615566824</c:v>
                </c:pt>
                <c:pt idx="122">
                  <c:v>99049.824574302373</c:v>
                </c:pt>
                <c:pt idx="123">
                  <c:v>109295.17945535753</c:v>
                </c:pt>
                <c:pt idx="124">
                  <c:v>75928.137305337252</c:v>
                </c:pt>
                <c:pt idx="125">
                  <c:v>142252.48489044866</c:v>
                </c:pt>
                <c:pt idx="126">
                  <c:v>154247.34640594569</c:v>
                </c:pt>
                <c:pt idx="127">
                  <c:v>66660.863948483529</c:v>
                </c:pt>
                <c:pt idx="128">
                  <c:v>82425.646234683794</c:v>
                </c:pt>
                <c:pt idx="129">
                  <c:v>47922.219381750831</c:v>
                </c:pt>
                <c:pt idx="130">
                  <c:v>117747.74872889237</c:v>
                </c:pt>
                <c:pt idx="131">
                  <c:v>25227.005719330366</c:v>
                </c:pt>
                <c:pt idx="132">
                  <c:v>105413.85514878773</c:v>
                </c:pt>
                <c:pt idx="133">
                  <c:v>22123.392238963952</c:v>
                </c:pt>
                <c:pt idx="134">
                  <c:v>55919.967638149683</c:v>
                </c:pt>
                <c:pt idx="135">
                  <c:v>50000.306905146463</c:v>
                </c:pt>
                <c:pt idx="136">
                  <c:v>40876.195219056004</c:v>
                </c:pt>
                <c:pt idx="137">
                  <c:v>45378.801417181334</c:v>
                </c:pt>
                <c:pt idx="138">
                  <c:v>36230.634182772388</c:v>
                </c:pt>
                <c:pt idx="139">
                  <c:v>100983.28758376154</c:v>
                </c:pt>
                <c:pt idx="140">
                  <c:v>54698.833343267404</c:v>
                </c:pt>
                <c:pt idx="141">
                  <c:v>104337.53228312533</c:v>
                </c:pt>
                <c:pt idx="142">
                  <c:v>108086.91924371237</c:v>
                </c:pt>
                <c:pt idx="143">
                  <c:v>16965.152147444944</c:v>
                </c:pt>
                <c:pt idx="144">
                  <c:v>19357.6598821158</c:v>
                </c:pt>
                <c:pt idx="145">
                  <c:v>15005.065777961687</c:v>
                </c:pt>
                <c:pt idx="146">
                  <c:v>47637.918213467106</c:v>
                </c:pt>
                <c:pt idx="147">
                  <c:v>30520.009911612899</c:v>
                </c:pt>
                <c:pt idx="148">
                  <c:v>0</c:v>
                </c:pt>
                <c:pt idx="149">
                  <c:v>34275.281853821529</c:v>
                </c:pt>
                <c:pt idx="150">
                  <c:v>22938.312405658555</c:v>
                </c:pt>
                <c:pt idx="151">
                  <c:v>75806.550787662869</c:v>
                </c:pt>
                <c:pt idx="152">
                  <c:v>66021.500322487089</c:v>
                </c:pt>
                <c:pt idx="153">
                  <c:v>36595.807594500999</c:v>
                </c:pt>
                <c:pt idx="154">
                  <c:v>15704.953336789868</c:v>
                </c:pt>
                <c:pt idx="155">
                  <c:v>25017.727118875733</c:v>
                </c:pt>
                <c:pt idx="156">
                  <c:v>33898.428159644202</c:v>
                </c:pt>
                <c:pt idx="157">
                  <c:v>36943.647214219469</c:v>
                </c:pt>
                <c:pt idx="158">
                  <c:v>25236.8224242654</c:v>
                </c:pt>
                <c:pt idx="159">
                  <c:v>12621.982416117802</c:v>
                </c:pt>
                <c:pt idx="160">
                  <c:v>19494.117449573936</c:v>
                </c:pt>
                <c:pt idx="161">
                  <c:v>19696.573946374538</c:v>
                </c:pt>
                <c:pt idx="162">
                  <c:v>2927.6646075600934</c:v>
                </c:pt>
                <c:pt idx="163">
                  <c:v>12555.126794767135</c:v>
                </c:pt>
                <c:pt idx="164">
                  <c:v>41721.894954696167</c:v>
                </c:pt>
                <c:pt idx="165">
                  <c:v>15370.239189690501</c:v>
                </c:pt>
                <c:pt idx="166">
                  <c:v>7677.9771868750331</c:v>
                </c:pt>
                <c:pt idx="167">
                  <c:v>51100.615555654404</c:v>
                </c:pt>
                <c:pt idx="168">
                  <c:v>3659.5807594501002</c:v>
                </c:pt>
                <c:pt idx="169">
                  <c:v>0</c:v>
                </c:pt>
                <c:pt idx="170">
                  <c:v>36963.138832824567</c:v>
                </c:pt>
                <c:pt idx="171">
                  <c:v>10981.6847691612</c:v>
                </c:pt>
                <c:pt idx="172">
                  <c:v>22565.60425385147</c:v>
                </c:pt>
                <c:pt idx="173">
                  <c:v>0</c:v>
                </c:pt>
                <c:pt idx="174">
                  <c:v>24080.019647266134</c:v>
                </c:pt>
                <c:pt idx="175">
                  <c:v>0</c:v>
                </c:pt>
                <c:pt idx="176">
                  <c:v>8419.2916563569324</c:v>
                </c:pt>
                <c:pt idx="177">
                  <c:v>9226.6050551812696</c:v>
                </c:pt>
                <c:pt idx="178">
                  <c:v>6587.2453670102004</c:v>
                </c:pt>
                <c:pt idx="179">
                  <c:v>7685.1195948452332</c:v>
                </c:pt>
                <c:pt idx="180">
                  <c:v>4026.6177486924335</c:v>
                </c:pt>
                <c:pt idx="181">
                  <c:v>6800.5714268080737</c:v>
                </c:pt>
                <c:pt idx="182">
                  <c:v>20605.223635287133</c:v>
                </c:pt>
                <c:pt idx="183">
                  <c:v>16402.951262869432</c:v>
                </c:pt>
                <c:pt idx="184">
                  <c:v>3489.9896303977334</c:v>
                </c:pt>
                <c:pt idx="185">
                  <c:v>0</c:v>
                </c:pt>
                <c:pt idx="186">
                  <c:v>18515.34934418364</c:v>
                </c:pt>
                <c:pt idx="187">
                  <c:v>31473.571527595337</c:v>
                </c:pt>
                <c:pt idx="188">
                  <c:v>10246.826126460333</c:v>
                </c:pt>
                <c:pt idx="189">
                  <c:v>9880.8680505153006</c:v>
                </c:pt>
                <c:pt idx="190">
                  <c:v>8026.9761499148335</c:v>
                </c:pt>
                <c:pt idx="191">
                  <c:v>0</c:v>
                </c:pt>
                <c:pt idx="192">
                  <c:v>0</c:v>
                </c:pt>
                <c:pt idx="193">
                  <c:v>14930.871582586768</c:v>
                </c:pt>
                <c:pt idx="194">
                  <c:v>0</c:v>
                </c:pt>
                <c:pt idx="195">
                  <c:v>4758.7300666365336</c:v>
                </c:pt>
                <c:pt idx="196">
                  <c:v>3489.9896303977334</c:v>
                </c:pt>
                <c:pt idx="197">
                  <c:v>4025.5388353951334</c:v>
                </c:pt>
                <c:pt idx="198">
                  <c:v>3660.5615897204002</c:v>
                </c:pt>
                <c:pt idx="199">
                  <c:v>24891.818810098732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6-C10F-4687-B61D-D542564B8549}"/>
            </c:ext>
          </c:extLst>
        </c:ser>
        <c:ser>
          <c:idx val="7"/>
          <c:order val="7"/>
          <c:tx>
            <c:strRef>
              <c:f>Summary!$I$1</c:f>
              <c:strCache>
                <c:ptCount val="1"/>
                <c:pt idx="0">
                  <c:v>R2</c:v>
                </c:pt>
              </c:strCache>
              <c:extLst xmlns:c15="http://schemas.microsoft.com/office/drawing/2012/chart"/>
            </c:strRef>
          </c:tx>
          <c:spPr>
            <a:ln w="38100" cap="rnd" cmpd="sng">
              <a:solidFill>
                <a:srgbClr val="E40D0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Summary!$I$2:$I$201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9518.1523205959147</c:v>
                </c:pt>
                <c:pt idx="7">
                  <c:v>15435.9252179017</c:v>
                </c:pt>
                <c:pt idx="8">
                  <c:v>30221.385284716471</c:v>
                </c:pt>
                <c:pt idx="9">
                  <c:v>86022.077687430632</c:v>
                </c:pt>
                <c:pt idx="10">
                  <c:v>130979.98381141566</c:v>
                </c:pt>
                <c:pt idx="11">
                  <c:v>207071.26931363964</c:v>
                </c:pt>
                <c:pt idx="12">
                  <c:v>304678.61757907365</c:v>
                </c:pt>
                <c:pt idx="13">
                  <c:v>429168.51696925965</c:v>
                </c:pt>
                <c:pt idx="14">
                  <c:v>466658.21360783698</c:v>
                </c:pt>
                <c:pt idx="15">
                  <c:v>718408.31134877808</c:v>
                </c:pt>
                <c:pt idx="16">
                  <c:v>823262.7364911387</c:v>
                </c:pt>
                <c:pt idx="17">
                  <c:v>1131679.9211433243</c:v>
                </c:pt>
                <c:pt idx="18">
                  <c:v>1320511.1452073359</c:v>
                </c:pt>
                <c:pt idx="19">
                  <c:v>1590036.1224201033</c:v>
                </c:pt>
                <c:pt idx="20">
                  <c:v>1875391.47870927</c:v>
                </c:pt>
                <c:pt idx="21">
                  <c:v>2207740.8071009698</c:v>
                </c:pt>
                <c:pt idx="22">
                  <c:v>2370796.7577207568</c:v>
                </c:pt>
                <c:pt idx="23">
                  <c:v>3082078.5662155766</c:v>
                </c:pt>
                <c:pt idx="24">
                  <c:v>3449044.9230724336</c:v>
                </c:pt>
                <c:pt idx="25">
                  <c:v>3399007.1821724265</c:v>
                </c:pt>
                <c:pt idx="26">
                  <c:v>3280910.9429204334</c:v>
                </c:pt>
                <c:pt idx="27">
                  <c:v>3934049.6948535801</c:v>
                </c:pt>
                <c:pt idx="28">
                  <c:v>3877701.1020972505</c:v>
                </c:pt>
                <c:pt idx="29">
                  <c:v>3903648.52840763</c:v>
                </c:pt>
                <c:pt idx="30">
                  <c:v>3967640.6066655628</c:v>
                </c:pt>
                <c:pt idx="31">
                  <c:v>4476877.3996051364</c:v>
                </c:pt>
                <c:pt idx="32">
                  <c:v>4427088.1950668329</c:v>
                </c:pt>
                <c:pt idx="33">
                  <c:v>4480738.9544096468</c:v>
                </c:pt>
                <c:pt idx="34">
                  <c:v>4893600.9470875133</c:v>
                </c:pt>
                <c:pt idx="35">
                  <c:v>4070833.1725614034</c:v>
                </c:pt>
                <c:pt idx="36">
                  <c:v>4455444.6917801639</c:v>
                </c:pt>
                <c:pt idx="37">
                  <c:v>4862394.5881476402</c:v>
                </c:pt>
                <c:pt idx="38">
                  <c:v>4444781.9555677762</c:v>
                </c:pt>
                <c:pt idx="39">
                  <c:v>4210594.3351314506</c:v>
                </c:pt>
                <c:pt idx="40">
                  <c:v>4053588.9640730335</c:v>
                </c:pt>
                <c:pt idx="41">
                  <c:v>4926093.9475660734</c:v>
                </c:pt>
                <c:pt idx="42">
                  <c:v>4215380.5088129593</c:v>
                </c:pt>
                <c:pt idx="43">
                  <c:v>4155101.7996962965</c:v>
                </c:pt>
                <c:pt idx="44">
                  <c:v>4806376.3592304438</c:v>
                </c:pt>
                <c:pt idx="45">
                  <c:v>4067294.4997526133</c:v>
                </c:pt>
                <c:pt idx="46">
                  <c:v>4585009.2613018937</c:v>
                </c:pt>
                <c:pt idx="47">
                  <c:v>3877929.9042353737</c:v>
                </c:pt>
                <c:pt idx="48">
                  <c:v>3661071.88569383</c:v>
                </c:pt>
                <c:pt idx="49">
                  <c:v>3850566.4789472739</c:v>
                </c:pt>
                <c:pt idx="50">
                  <c:v>3553221.7451512306</c:v>
                </c:pt>
                <c:pt idx="51">
                  <c:v>3591283.131971803</c:v>
                </c:pt>
                <c:pt idx="52">
                  <c:v>3040786.0312681436</c:v>
                </c:pt>
                <c:pt idx="53">
                  <c:v>3222071.2417623331</c:v>
                </c:pt>
                <c:pt idx="54">
                  <c:v>2852703.8899996369</c:v>
                </c:pt>
                <c:pt idx="55">
                  <c:v>2937025.3094570166</c:v>
                </c:pt>
                <c:pt idx="56">
                  <c:v>2830498.8210822605</c:v>
                </c:pt>
                <c:pt idx="57">
                  <c:v>2932901.41665653</c:v>
                </c:pt>
                <c:pt idx="58">
                  <c:v>2614570.6380701768</c:v>
                </c:pt>
                <c:pt idx="59">
                  <c:v>2723432.6577716102</c:v>
                </c:pt>
                <c:pt idx="60">
                  <c:v>2802627.2708498738</c:v>
                </c:pt>
                <c:pt idx="61">
                  <c:v>2386176.7352162632</c:v>
                </c:pt>
                <c:pt idx="62">
                  <c:v>2287557.9122241032</c:v>
                </c:pt>
                <c:pt idx="63">
                  <c:v>2079586.2802978698</c:v>
                </c:pt>
                <c:pt idx="64">
                  <c:v>2379340.3553355867</c:v>
                </c:pt>
                <c:pt idx="65">
                  <c:v>1796237.2076314532</c:v>
                </c:pt>
                <c:pt idx="66">
                  <c:v>2006946.4378414399</c:v>
                </c:pt>
                <c:pt idx="67">
                  <c:v>1964364.3154031902</c:v>
                </c:pt>
                <c:pt idx="68">
                  <c:v>1559819.8177049968</c:v>
                </c:pt>
                <c:pt idx="69">
                  <c:v>1588024.1963748767</c:v>
                </c:pt>
                <c:pt idx="70">
                  <c:v>1636401.1911182634</c:v>
                </c:pt>
                <c:pt idx="71">
                  <c:v>1376426.5479030432</c:v>
                </c:pt>
                <c:pt idx="72">
                  <c:v>1464766.2632071634</c:v>
                </c:pt>
                <c:pt idx="73">
                  <c:v>1501376.5593487034</c:v>
                </c:pt>
                <c:pt idx="74">
                  <c:v>1273654.5394113534</c:v>
                </c:pt>
                <c:pt idx="75">
                  <c:v>1230995.5912227156</c:v>
                </c:pt>
                <c:pt idx="76">
                  <c:v>1081108.706441676</c:v>
                </c:pt>
                <c:pt idx="77">
                  <c:v>1131301.2543680465</c:v>
                </c:pt>
                <c:pt idx="78">
                  <c:v>978262.38399729924</c:v>
                </c:pt>
                <c:pt idx="79">
                  <c:v>684081.63118287735</c:v>
                </c:pt>
                <c:pt idx="80">
                  <c:v>1042958.018779885</c:v>
                </c:pt>
                <c:pt idx="81">
                  <c:v>713445.63625491562</c:v>
                </c:pt>
                <c:pt idx="82">
                  <c:v>777141.82186770358</c:v>
                </c:pt>
                <c:pt idx="83">
                  <c:v>612060.25590007938</c:v>
                </c:pt>
                <c:pt idx="84">
                  <c:v>682410.26259385829</c:v>
                </c:pt>
                <c:pt idx="85">
                  <c:v>646461.9085766949</c:v>
                </c:pt>
                <c:pt idx="86">
                  <c:v>706131.11877871433</c:v>
                </c:pt>
                <c:pt idx="87">
                  <c:v>547096.37831455504</c:v>
                </c:pt>
                <c:pt idx="88">
                  <c:v>531934.69935167138</c:v>
                </c:pt>
                <c:pt idx="89">
                  <c:v>482231.48824920203</c:v>
                </c:pt>
                <c:pt idx="90">
                  <c:v>470078.0131978523</c:v>
                </c:pt>
                <c:pt idx="91">
                  <c:v>623267.46721330797</c:v>
                </c:pt>
                <c:pt idx="92">
                  <c:v>589289.17240811768</c:v>
                </c:pt>
                <c:pt idx="93">
                  <c:v>317066.254460836</c:v>
                </c:pt>
                <c:pt idx="94">
                  <c:v>363964.01957572001</c:v>
                </c:pt>
                <c:pt idx="95">
                  <c:v>269835.5334951267</c:v>
                </c:pt>
                <c:pt idx="96">
                  <c:v>384568.48384405934</c:v>
                </c:pt>
                <c:pt idx="97">
                  <c:v>247613.41334691716</c:v>
                </c:pt>
                <c:pt idx="98">
                  <c:v>215809.01170903599</c:v>
                </c:pt>
                <c:pt idx="99">
                  <c:v>216699.11180713866</c:v>
                </c:pt>
                <c:pt idx="100">
                  <c:v>209103.29255836201</c:v>
                </c:pt>
                <c:pt idx="101">
                  <c:v>217810.85008676699</c:v>
                </c:pt>
                <c:pt idx="102">
                  <c:v>223860.82060863081</c:v>
                </c:pt>
                <c:pt idx="103">
                  <c:v>176842.18531377087</c:v>
                </c:pt>
                <c:pt idx="104">
                  <c:v>199776.25535151435</c:v>
                </c:pt>
                <c:pt idx="105">
                  <c:v>125802.39782334643</c:v>
                </c:pt>
                <c:pt idx="106">
                  <c:v>165131.84497610599</c:v>
                </c:pt>
                <c:pt idx="107">
                  <c:v>159300.81466180432</c:v>
                </c:pt>
                <c:pt idx="108">
                  <c:v>138970.61545883623</c:v>
                </c:pt>
                <c:pt idx="109">
                  <c:v>172602.89351629766</c:v>
                </c:pt>
                <c:pt idx="110">
                  <c:v>179408.58006286799</c:v>
                </c:pt>
                <c:pt idx="111">
                  <c:v>120051.6348330975</c:v>
                </c:pt>
                <c:pt idx="112">
                  <c:v>79415.248542546935</c:v>
                </c:pt>
                <c:pt idx="113">
                  <c:v>97200.461758150414</c:v>
                </c:pt>
                <c:pt idx="114">
                  <c:v>98396.207026113567</c:v>
                </c:pt>
                <c:pt idx="115">
                  <c:v>78706.003533168463</c:v>
                </c:pt>
                <c:pt idx="116">
                  <c:v>128783.01387120069</c:v>
                </c:pt>
                <c:pt idx="117">
                  <c:v>85318.675670415105</c:v>
                </c:pt>
                <c:pt idx="118">
                  <c:v>22235.344954754601</c:v>
                </c:pt>
                <c:pt idx="119">
                  <c:v>64292.65282238106</c:v>
                </c:pt>
                <c:pt idx="120">
                  <c:v>41559.584591380968</c:v>
                </c:pt>
                <c:pt idx="121">
                  <c:v>44895.601963184563</c:v>
                </c:pt>
                <c:pt idx="122">
                  <c:v>66777.211677898464</c:v>
                </c:pt>
                <c:pt idx="123">
                  <c:v>57563.970727725209</c:v>
                </c:pt>
                <c:pt idx="124">
                  <c:v>43048.327018647833</c:v>
                </c:pt>
                <c:pt idx="125">
                  <c:v>32665.519587576087</c:v>
                </c:pt>
                <c:pt idx="126">
                  <c:v>28881.907458838134</c:v>
                </c:pt>
                <c:pt idx="127">
                  <c:v>27121.515217666998</c:v>
                </c:pt>
                <c:pt idx="128">
                  <c:v>61278.398429709981</c:v>
                </c:pt>
                <c:pt idx="129">
                  <c:v>34247.006520924384</c:v>
                </c:pt>
                <c:pt idx="130">
                  <c:v>30001.36423077813</c:v>
                </c:pt>
                <c:pt idx="131">
                  <c:v>51541.728752099967</c:v>
                </c:pt>
                <c:pt idx="132">
                  <c:v>43347.422648604232</c:v>
                </c:pt>
                <c:pt idx="133">
                  <c:v>28960.671085966565</c:v>
                </c:pt>
                <c:pt idx="134">
                  <c:v>26775.347980767299</c:v>
                </c:pt>
                <c:pt idx="135">
                  <c:v>26204.100982329732</c:v>
                </c:pt>
                <c:pt idx="136">
                  <c:v>5986.6147001967001</c:v>
                </c:pt>
                <c:pt idx="137">
                  <c:v>14563.166385271921</c:v>
                </c:pt>
                <c:pt idx="138">
                  <c:v>23819.99821266608</c:v>
                </c:pt>
                <c:pt idx="139">
                  <c:v>29859.527512169036</c:v>
                </c:pt>
                <c:pt idx="140">
                  <c:v>31835.675792792597</c:v>
                </c:pt>
                <c:pt idx="141">
                  <c:v>28879.793761948022</c:v>
                </c:pt>
                <c:pt idx="142">
                  <c:v>15860.180242555294</c:v>
                </c:pt>
                <c:pt idx="143">
                  <c:v>25210.712656128668</c:v>
                </c:pt>
                <c:pt idx="144">
                  <c:v>26566.254349683633</c:v>
                </c:pt>
                <c:pt idx="145">
                  <c:v>21689.489002348735</c:v>
                </c:pt>
                <c:pt idx="146">
                  <c:v>34900.043350691936</c:v>
                </c:pt>
                <c:pt idx="147">
                  <c:v>40883.554109464698</c:v>
                </c:pt>
                <c:pt idx="148">
                  <c:v>8109.9916225411334</c:v>
                </c:pt>
                <c:pt idx="149">
                  <c:v>11982.774436332467</c:v>
                </c:pt>
                <c:pt idx="150">
                  <c:v>8815.208285370767</c:v>
                </c:pt>
                <c:pt idx="151">
                  <c:v>2817.2304471513835</c:v>
                </c:pt>
                <c:pt idx="152">
                  <c:v>45904.381773957306</c:v>
                </c:pt>
                <c:pt idx="153">
                  <c:v>9754.1595049884199</c:v>
                </c:pt>
                <c:pt idx="154">
                  <c:v>22906.814827378596</c:v>
                </c:pt>
                <c:pt idx="155">
                  <c:v>27739.472388832568</c:v>
                </c:pt>
                <c:pt idx="156">
                  <c:v>12103.544050265367</c:v>
                </c:pt>
                <c:pt idx="157">
                  <c:v>11491.433327732395</c:v>
                </c:pt>
                <c:pt idx="158">
                  <c:v>0</c:v>
                </c:pt>
                <c:pt idx="159">
                  <c:v>5741.7348629700327</c:v>
                </c:pt>
                <c:pt idx="160">
                  <c:v>8099.5375355602337</c:v>
                </c:pt>
                <c:pt idx="161">
                  <c:v>4231.2999769779663</c:v>
                </c:pt>
                <c:pt idx="162">
                  <c:v>16649.5524556251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2820.8666513186504</c:v>
                </c:pt>
                <c:pt idx="167">
                  <c:v>5634.460894302767</c:v>
                </c:pt>
                <c:pt idx="168">
                  <c:v>3526.0833141482999</c:v>
                </c:pt>
                <c:pt idx="169">
                  <c:v>0</c:v>
                </c:pt>
                <c:pt idx="170">
                  <c:v>9155.9989532420004</c:v>
                </c:pt>
                <c:pt idx="171">
                  <c:v>0</c:v>
                </c:pt>
                <c:pt idx="172">
                  <c:v>9320.8917071390988</c:v>
                </c:pt>
                <c:pt idx="173">
                  <c:v>16565.319168162532</c:v>
                </c:pt>
                <c:pt idx="174">
                  <c:v>8284.2892920156319</c:v>
                </c:pt>
                <c:pt idx="175">
                  <c:v>8659.7981842735662</c:v>
                </c:pt>
                <c:pt idx="176">
                  <c:v>0</c:v>
                </c:pt>
                <c:pt idx="177">
                  <c:v>3039.7419862782604</c:v>
                </c:pt>
                <c:pt idx="178">
                  <c:v>0</c:v>
                </c:pt>
                <c:pt idx="179">
                  <c:v>6699.5582968818007</c:v>
                </c:pt>
                <c:pt idx="180">
                  <c:v>7271.0419632562262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9586.6173351883062</c:v>
                </c:pt>
                <c:pt idx="185">
                  <c:v>14185.462602631866</c:v>
                </c:pt>
                <c:pt idx="186">
                  <c:v>0</c:v>
                </c:pt>
                <c:pt idx="187">
                  <c:v>0</c:v>
                </c:pt>
                <c:pt idx="188">
                  <c:v>7043.0761178784669</c:v>
                </c:pt>
                <c:pt idx="189">
                  <c:v>7768.229520488866</c:v>
                </c:pt>
                <c:pt idx="190">
                  <c:v>0</c:v>
                </c:pt>
                <c:pt idx="191">
                  <c:v>0</c:v>
                </c:pt>
                <c:pt idx="192">
                  <c:v>10217.005626132834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3715.2402054511999</c:v>
                </c:pt>
                <c:pt idx="197">
                  <c:v>0</c:v>
                </c:pt>
                <c:pt idx="198">
                  <c:v>0</c:v>
                </c:pt>
                <c:pt idx="199">
                  <c:v>5641.7333026373008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7-C10F-4687-B61D-D542564B8549}"/>
            </c:ext>
          </c:extLst>
        </c:ser>
        <c:ser>
          <c:idx val="8"/>
          <c:order val="8"/>
          <c:tx>
            <c:strRef>
              <c:f>Summary!$J$1</c:f>
              <c:strCache>
                <c:ptCount val="1"/>
                <c:pt idx="0">
                  <c:v>R3</c:v>
                </c:pt>
              </c:strCache>
              <c:extLst xmlns:c15="http://schemas.microsoft.com/office/drawing/2012/chart"/>
            </c:strRef>
          </c:tx>
          <c:spPr>
            <a:ln w="38100" cap="rnd">
              <a:solidFill>
                <a:srgbClr val="E40D0D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Summary!$J$2:$J$201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1758.8872989795134</c:v>
                </c:pt>
                <c:pt idx="4">
                  <c:v>1744.9726886506166</c:v>
                </c:pt>
                <c:pt idx="5">
                  <c:v>9444.5897405366923</c:v>
                </c:pt>
                <c:pt idx="6">
                  <c:v>20998.113627188766</c:v>
                </c:pt>
                <c:pt idx="7">
                  <c:v>34233.88895998567</c:v>
                </c:pt>
                <c:pt idx="8">
                  <c:v>47783.246982562232</c:v>
                </c:pt>
                <c:pt idx="9">
                  <c:v>152151.63237652785</c:v>
                </c:pt>
                <c:pt idx="10">
                  <c:v>128889.87478399568</c:v>
                </c:pt>
                <c:pt idx="11">
                  <c:v>165773.42787986467</c:v>
                </c:pt>
                <c:pt idx="12">
                  <c:v>248006.93170919199</c:v>
                </c:pt>
                <c:pt idx="13">
                  <c:v>271526.02761953202</c:v>
                </c:pt>
                <c:pt idx="14">
                  <c:v>430243.83631386701</c:v>
                </c:pt>
                <c:pt idx="15">
                  <c:v>451014.03017356264</c:v>
                </c:pt>
                <c:pt idx="16">
                  <c:v>576776.42408066301</c:v>
                </c:pt>
                <c:pt idx="17">
                  <c:v>657639.17266141705</c:v>
                </c:pt>
                <c:pt idx="18">
                  <c:v>910668.81127250334</c:v>
                </c:pt>
                <c:pt idx="19">
                  <c:v>921477.311713528</c:v>
                </c:pt>
                <c:pt idx="20">
                  <c:v>854228.454517568</c:v>
                </c:pt>
                <c:pt idx="21">
                  <c:v>1082798.8096919779</c:v>
                </c:pt>
                <c:pt idx="22">
                  <c:v>1191082.9411289617</c:v>
                </c:pt>
                <c:pt idx="23">
                  <c:v>1222979.2181778799</c:v>
                </c:pt>
                <c:pt idx="24">
                  <c:v>1121248.9187710385</c:v>
                </c:pt>
                <c:pt idx="25">
                  <c:v>1286577.8162883192</c:v>
                </c:pt>
                <c:pt idx="26">
                  <c:v>1548011.0443180401</c:v>
                </c:pt>
                <c:pt idx="27">
                  <c:v>1287917.2584273687</c:v>
                </c:pt>
                <c:pt idx="28">
                  <c:v>1461736.0123428293</c:v>
                </c:pt>
                <c:pt idx="29">
                  <c:v>1997956.5066855333</c:v>
                </c:pt>
                <c:pt idx="30">
                  <c:v>1544792.4297714334</c:v>
                </c:pt>
                <c:pt idx="31">
                  <c:v>1561181.2783738666</c:v>
                </c:pt>
                <c:pt idx="32">
                  <c:v>1552532.5726066933</c:v>
                </c:pt>
                <c:pt idx="33">
                  <c:v>1457277.2578848333</c:v>
                </c:pt>
                <c:pt idx="34">
                  <c:v>1511578.5373805298</c:v>
                </c:pt>
                <c:pt idx="35">
                  <c:v>1491560.4397740036</c:v>
                </c:pt>
                <c:pt idx="36">
                  <c:v>1933805.1160256539</c:v>
                </c:pt>
                <c:pt idx="37">
                  <c:v>1846301.8328711365</c:v>
                </c:pt>
                <c:pt idx="38">
                  <c:v>1691683.5344951199</c:v>
                </c:pt>
                <c:pt idx="39">
                  <c:v>1354240.7537857834</c:v>
                </c:pt>
                <c:pt idx="40">
                  <c:v>1401176.7970762898</c:v>
                </c:pt>
                <c:pt idx="41">
                  <c:v>1138632.9766139679</c:v>
                </c:pt>
                <c:pt idx="42">
                  <c:v>1191045.4653791003</c:v>
                </c:pt>
                <c:pt idx="43">
                  <c:v>1006121.2153660273</c:v>
                </c:pt>
                <c:pt idx="44">
                  <c:v>1176810.1021522267</c:v>
                </c:pt>
                <c:pt idx="45">
                  <c:v>1008118.0013185047</c:v>
                </c:pt>
                <c:pt idx="46">
                  <c:v>1007676.5001696041</c:v>
                </c:pt>
                <c:pt idx="47">
                  <c:v>891806.19677817693</c:v>
                </c:pt>
                <c:pt idx="48">
                  <c:v>909188.19805350003</c:v>
                </c:pt>
                <c:pt idx="49">
                  <c:v>1035782.1313706174</c:v>
                </c:pt>
                <c:pt idx="50">
                  <c:v>844393.32201906072</c:v>
                </c:pt>
                <c:pt idx="51">
                  <c:v>940391.58635153633</c:v>
                </c:pt>
                <c:pt idx="52">
                  <c:v>621234.30928810569</c:v>
                </c:pt>
                <c:pt idx="53">
                  <c:v>855868.47036632244</c:v>
                </c:pt>
                <c:pt idx="54">
                  <c:v>865081.17741454591</c:v>
                </c:pt>
                <c:pt idx="55">
                  <c:v>658503.91333831695</c:v>
                </c:pt>
                <c:pt idx="56">
                  <c:v>792177.62470915436</c:v>
                </c:pt>
                <c:pt idx="57">
                  <c:v>530352.35507830663</c:v>
                </c:pt>
                <c:pt idx="58">
                  <c:v>619858.9562736497</c:v>
                </c:pt>
                <c:pt idx="59">
                  <c:v>690991.20770453976</c:v>
                </c:pt>
                <c:pt idx="60">
                  <c:v>606257.58671272697</c:v>
                </c:pt>
                <c:pt idx="61">
                  <c:v>537550.97644930391</c:v>
                </c:pt>
                <c:pt idx="62">
                  <c:v>414835.05985148903</c:v>
                </c:pt>
                <c:pt idx="63">
                  <c:v>524825.62053654867</c:v>
                </c:pt>
                <c:pt idx="64">
                  <c:v>428697.3974390403</c:v>
                </c:pt>
                <c:pt idx="65">
                  <c:v>370343.36299130198</c:v>
                </c:pt>
                <c:pt idx="66">
                  <c:v>262675.69269911735</c:v>
                </c:pt>
                <c:pt idx="67">
                  <c:v>399802.4641649953</c:v>
                </c:pt>
                <c:pt idx="68">
                  <c:v>237728.98224542433</c:v>
                </c:pt>
                <c:pt idx="69">
                  <c:v>391856.02195626264</c:v>
                </c:pt>
                <c:pt idx="70">
                  <c:v>234213.07228207504</c:v>
                </c:pt>
                <c:pt idx="71">
                  <c:v>456419.96345838392</c:v>
                </c:pt>
                <c:pt idx="72">
                  <c:v>335038.22745258734</c:v>
                </c:pt>
                <c:pt idx="73">
                  <c:v>357201.1963486867</c:v>
                </c:pt>
                <c:pt idx="74">
                  <c:v>394787.07817509334</c:v>
                </c:pt>
                <c:pt idx="75">
                  <c:v>291939.50396365469</c:v>
                </c:pt>
                <c:pt idx="76">
                  <c:v>219461.52366452766</c:v>
                </c:pt>
                <c:pt idx="77">
                  <c:v>199882.7808442933</c:v>
                </c:pt>
                <c:pt idx="78">
                  <c:v>147587.77886318057</c:v>
                </c:pt>
                <c:pt idx="79">
                  <c:v>174353.58391264512</c:v>
                </c:pt>
                <c:pt idx="80">
                  <c:v>203518.98584932092</c:v>
                </c:pt>
                <c:pt idx="81">
                  <c:v>156760.10501552591</c:v>
                </c:pt>
                <c:pt idx="82">
                  <c:v>142441.12643333222</c:v>
                </c:pt>
                <c:pt idx="83">
                  <c:v>183803.44878986405</c:v>
                </c:pt>
                <c:pt idx="84">
                  <c:v>124688.39972705679</c:v>
                </c:pt>
                <c:pt idx="85">
                  <c:v>127308.87170717295</c:v>
                </c:pt>
                <c:pt idx="86">
                  <c:v>145938.49142382634</c:v>
                </c:pt>
                <c:pt idx="87">
                  <c:v>178472.0576046145</c:v>
                </c:pt>
                <c:pt idx="88">
                  <c:v>126288.44947623527</c:v>
                </c:pt>
                <c:pt idx="89">
                  <c:v>131357.11670779382</c:v>
                </c:pt>
                <c:pt idx="90">
                  <c:v>54352.071268032938</c:v>
                </c:pt>
                <c:pt idx="91">
                  <c:v>135700.00096398513</c:v>
                </c:pt>
                <c:pt idx="92">
                  <c:v>56355.569538299831</c:v>
                </c:pt>
                <c:pt idx="93">
                  <c:v>126901.85693096508</c:v>
                </c:pt>
                <c:pt idx="94">
                  <c:v>44199.6467287798</c:v>
                </c:pt>
                <c:pt idx="95">
                  <c:v>133690.57370898366</c:v>
                </c:pt>
                <c:pt idx="96">
                  <c:v>39481.873990311731</c:v>
                </c:pt>
                <c:pt idx="97">
                  <c:v>30071.802265471615</c:v>
                </c:pt>
                <c:pt idx="98">
                  <c:v>149877.29504197391</c:v>
                </c:pt>
                <c:pt idx="99">
                  <c:v>20320.487972894367</c:v>
                </c:pt>
                <c:pt idx="100">
                  <c:v>76780.031750734532</c:v>
                </c:pt>
                <c:pt idx="101">
                  <c:v>60590.492174927764</c:v>
                </c:pt>
                <c:pt idx="102">
                  <c:v>43166.817710120165</c:v>
                </c:pt>
                <c:pt idx="103">
                  <c:v>25329.661531665832</c:v>
                </c:pt>
                <c:pt idx="104">
                  <c:v>86208.316091629691</c:v>
                </c:pt>
                <c:pt idx="105">
                  <c:v>72156.94900400452</c:v>
                </c:pt>
                <c:pt idx="106">
                  <c:v>75377.283297725371</c:v>
                </c:pt>
                <c:pt idx="107">
                  <c:v>56268.568136106631</c:v>
                </c:pt>
                <c:pt idx="108">
                  <c:v>71026.57643003964</c:v>
                </c:pt>
                <c:pt idx="109">
                  <c:v>65651.816763395458</c:v>
                </c:pt>
                <c:pt idx="110">
                  <c:v>28235.039334949499</c:v>
                </c:pt>
                <c:pt idx="111">
                  <c:v>43574.984429385629</c:v>
                </c:pt>
                <c:pt idx="112">
                  <c:v>23708.108216265333</c:v>
                </c:pt>
                <c:pt idx="113">
                  <c:v>13507.37420738804</c:v>
                </c:pt>
                <c:pt idx="114">
                  <c:v>13136.116293131681</c:v>
                </c:pt>
                <c:pt idx="115">
                  <c:v>5583.9126036819662</c:v>
                </c:pt>
                <c:pt idx="116">
                  <c:v>8090.881575305767</c:v>
                </c:pt>
                <c:pt idx="117">
                  <c:v>0</c:v>
                </c:pt>
                <c:pt idx="118">
                  <c:v>31859.5710945147</c:v>
                </c:pt>
                <c:pt idx="119">
                  <c:v>13320.233797126066</c:v>
                </c:pt>
                <c:pt idx="120">
                  <c:v>6281.9016791422328</c:v>
                </c:pt>
                <c:pt idx="121">
                  <c:v>45960.398662368963</c:v>
                </c:pt>
                <c:pt idx="122">
                  <c:v>24963.08649483565</c:v>
                </c:pt>
                <c:pt idx="123">
                  <c:v>61506.321639024034</c:v>
                </c:pt>
                <c:pt idx="124">
                  <c:v>0</c:v>
                </c:pt>
                <c:pt idx="125">
                  <c:v>11202.629393561567</c:v>
                </c:pt>
                <c:pt idx="126">
                  <c:v>35690.366906799798</c:v>
                </c:pt>
                <c:pt idx="127">
                  <c:v>16732.900339089032</c:v>
                </c:pt>
                <c:pt idx="128">
                  <c:v>8769.3901963055414</c:v>
                </c:pt>
                <c:pt idx="129">
                  <c:v>10665.120644911933</c:v>
                </c:pt>
                <c:pt idx="130">
                  <c:v>26166.563054813701</c:v>
                </c:pt>
                <c:pt idx="131">
                  <c:v>7680.1365974256214</c:v>
                </c:pt>
                <c:pt idx="132">
                  <c:v>6683.7717361221667</c:v>
                </c:pt>
                <c:pt idx="133">
                  <c:v>46213.27689280393</c:v>
                </c:pt>
                <c:pt idx="134">
                  <c:v>9979.6370583723019</c:v>
                </c:pt>
                <c:pt idx="135">
                  <c:v>8090.881575305767</c:v>
                </c:pt>
                <c:pt idx="136">
                  <c:v>8442.6590351016657</c:v>
                </c:pt>
                <c:pt idx="137">
                  <c:v>40314.2094638341</c:v>
                </c:pt>
                <c:pt idx="138">
                  <c:v>27772.623295776695</c:v>
                </c:pt>
                <c:pt idx="139">
                  <c:v>12312.451077058433</c:v>
                </c:pt>
                <c:pt idx="140">
                  <c:v>24454.663939700655</c:v>
                </c:pt>
                <c:pt idx="141">
                  <c:v>17915.60415099901</c:v>
                </c:pt>
                <c:pt idx="142">
                  <c:v>0</c:v>
                </c:pt>
                <c:pt idx="143">
                  <c:v>26341.840958658566</c:v>
                </c:pt>
                <c:pt idx="144">
                  <c:v>34594.290490931468</c:v>
                </c:pt>
                <c:pt idx="145">
                  <c:v>0</c:v>
                </c:pt>
                <c:pt idx="146">
                  <c:v>23624.702061341861</c:v>
                </c:pt>
                <c:pt idx="147">
                  <c:v>3555.0402149706333</c:v>
                </c:pt>
                <c:pt idx="148">
                  <c:v>0</c:v>
                </c:pt>
                <c:pt idx="149">
                  <c:v>0</c:v>
                </c:pt>
                <c:pt idx="150">
                  <c:v>3165.9971381631235</c:v>
                </c:pt>
                <c:pt idx="151">
                  <c:v>45531.617672187363</c:v>
                </c:pt>
                <c:pt idx="152">
                  <c:v>0</c:v>
                </c:pt>
                <c:pt idx="153">
                  <c:v>10665.120644911933</c:v>
                </c:pt>
                <c:pt idx="154">
                  <c:v>4924.884437142633</c:v>
                </c:pt>
                <c:pt idx="155">
                  <c:v>0</c:v>
                </c:pt>
                <c:pt idx="156">
                  <c:v>3555.0402149706333</c:v>
                </c:pt>
                <c:pt idx="157">
                  <c:v>0</c:v>
                </c:pt>
                <c:pt idx="158">
                  <c:v>3165.9971381631235</c:v>
                </c:pt>
                <c:pt idx="159">
                  <c:v>7110.0804299413003</c:v>
                </c:pt>
                <c:pt idx="160">
                  <c:v>0</c:v>
                </c:pt>
                <c:pt idx="161">
                  <c:v>4443.8002687133003</c:v>
                </c:pt>
                <c:pt idx="162">
                  <c:v>7554.4604568126333</c:v>
                </c:pt>
                <c:pt idx="163">
                  <c:v>0</c:v>
                </c:pt>
                <c:pt idx="164">
                  <c:v>0</c:v>
                </c:pt>
                <c:pt idx="165">
                  <c:v>3869.5520577549337</c:v>
                </c:pt>
                <c:pt idx="166">
                  <c:v>6331.9942763262334</c:v>
                </c:pt>
                <c:pt idx="167">
                  <c:v>0</c:v>
                </c:pt>
                <c:pt idx="168">
                  <c:v>3517.7745979590331</c:v>
                </c:pt>
                <c:pt idx="169">
                  <c:v>0</c:v>
                </c:pt>
                <c:pt idx="170">
                  <c:v>0</c:v>
                </c:pt>
                <c:pt idx="171">
                  <c:v>5776.9403493272994</c:v>
                </c:pt>
                <c:pt idx="172">
                  <c:v>3165.9971381631235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8887.6005374266006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8443.2205105552657</c:v>
                </c:pt>
                <c:pt idx="187">
                  <c:v>13306.319186797133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12442.640752397267</c:v>
                </c:pt>
                <c:pt idx="196">
                  <c:v>0</c:v>
                </c:pt>
                <c:pt idx="197">
                  <c:v>0</c:v>
                </c:pt>
                <c:pt idx="198">
                  <c:v>6281.9016791422328</c:v>
                </c:pt>
                <c:pt idx="199">
                  <c:v>0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8-C10F-4687-B61D-D542564B85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1164143"/>
        <c:axId val="681164623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Summary!$B$1</c15:sqref>
                        </c15:formulaRef>
                      </c:ext>
                    </c:extLst>
                    <c:strCache>
                      <c:ptCount val="1"/>
                      <c:pt idx="0">
                        <c:v>0R1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Summary!$B$2:$B$201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1694.0086887074633</c:v>
                      </c:pt>
                      <c:pt idx="5">
                        <c:v>1657.6628290222134</c:v>
                      </c:pt>
                      <c:pt idx="6">
                        <c:v>10357.470431245301</c:v>
                      </c:pt>
                      <c:pt idx="7">
                        <c:v>32841.017792959166</c:v>
                      </c:pt>
                      <c:pt idx="8">
                        <c:v>36163.612622940673</c:v>
                      </c:pt>
                      <c:pt idx="9">
                        <c:v>57332.123788718665</c:v>
                      </c:pt>
                      <c:pt idx="10">
                        <c:v>109610.62011366442</c:v>
                      </c:pt>
                      <c:pt idx="11">
                        <c:v>124026.44222587044</c:v>
                      </c:pt>
                      <c:pt idx="12">
                        <c:v>137193.61644820106</c:v>
                      </c:pt>
                      <c:pt idx="13">
                        <c:v>214704.26534198891</c:v>
                      </c:pt>
                      <c:pt idx="14">
                        <c:v>279633.26496796828</c:v>
                      </c:pt>
                      <c:pt idx="15">
                        <c:v>320638.43584323465</c:v>
                      </c:pt>
                      <c:pt idx="16">
                        <c:v>418029.06493112264</c:v>
                      </c:pt>
                      <c:pt idx="17">
                        <c:v>477258.3761105063</c:v>
                      </c:pt>
                      <c:pt idx="18">
                        <c:v>547708.14900842903</c:v>
                      </c:pt>
                      <c:pt idx="19">
                        <c:v>704910.68860859831</c:v>
                      </c:pt>
                      <c:pt idx="20">
                        <c:v>830767.74103064102</c:v>
                      </c:pt>
                      <c:pt idx="21">
                        <c:v>974280.0899805635</c:v>
                      </c:pt>
                      <c:pt idx="22">
                        <c:v>1237976.14570238</c:v>
                      </c:pt>
                      <c:pt idx="23">
                        <c:v>1218352.2528765732</c:v>
                      </c:pt>
                      <c:pt idx="24">
                        <c:v>1222315.1131031066</c:v>
                      </c:pt>
                      <c:pt idx="25">
                        <c:v>1639171.9155966367</c:v>
                      </c:pt>
                      <c:pt idx="26">
                        <c:v>1735299.6617566932</c:v>
                      </c:pt>
                      <c:pt idx="27">
                        <c:v>2072849.1371795067</c:v>
                      </c:pt>
                      <c:pt idx="28">
                        <c:v>2169866.5541413734</c:v>
                      </c:pt>
                      <c:pt idx="29">
                        <c:v>1986862.7168530766</c:v>
                      </c:pt>
                      <c:pt idx="30">
                        <c:v>2360340.194146167</c:v>
                      </c:pt>
                      <c:pt idx="31">
                        <c:v>2369693.9434258933</c:v>
                      </c:pt>
                      <c:pt idx="32">
                        <c:v>2678469.8605581266</c:v>
                      </c:pt>
                      <c:pt idx="33">
                        <c:v>2806065.4310633098</c:v>
                      </c:pt>
                      <c:pt idx="34">
                        <c:v>2820630.17874728</c:v>
                      </c:pt>
                      <c:pt idx="35">
                        <c:v>2771388.7481324631</c:v>
                      </c:pt>
                      <c:pt idx="36">
                        <c:v>2910024.1392199169</c:v>
                      </c:pt>
                      <c:pt idx="37">
                        <c:v>3272235.4830001765</c:v>
                      </c:pt>
                      <c:pt idx="38">
                        <c:v>3111355.9370712028</c:v>
                      </c:pt>
                      <c:pt idx="39">
                        <c:v>3205541.5824703239</c:v>
                      </c:pt>
                      <c:pt idx="40">
                        <c:v>3120360.9285257668</c:v>
                      </c:pt>
                      <c:pt idx="41">
                        <c:v>2847006.0031878105</c:v>
                      </c:pt>
                      <c:pt idx="42">
                        <c:v>3291218.4743595901</c:v>
                      </c:pt>
                      <c:pt idx="43">
                        <c:v>3252370.0156460931</c:v>
                      </c:pt>
                      <c:pt idx="44">
                        <c:v>3312134.0910144798</c:v>
                      </c:pt>
                      <c:pt idx="45">
                        <c:v>3100422.5492985067</c:v>
                      </c:pt>
                      <c:pt idx="46">
                        <c:v>2913974.3555151797</c:v>
                      </c:pt>
                      <c:pt idx="47">
                        <c:v>3014521.73881002</c:v>
                      </c:pt>
                      <c:pt idx="48">
                        <c:v>2946488.7087868867</c:v>
                      </c:pt>
                      <c:pt idx="49">
                        <c:v>3191301.7517185234</c:v>
                      </c:pt>
                      <c:pt idx="50">
                        <c:v>3626766.6709429435</c:v>
                      </c:pt>
                      <c:pt idx="51">
                        <c:v>2516710.1888812534</c:v>
                      </c:pt>
                      <c:pt idx="52">
                        <c:v>2752252.78806565</c:v>
                      </c:pt>
                      <c:pt idx="53">
                        <c:v>2671126.4654061403</c:v>
                      </c:pt>
                      <c:pt idx="54">
                        <c:v>2534347.3706978732</c:v>
                      </c:pt>
                      <c:pt idx="55">
                        <c:v>2714503.5742579903</c:v>
                      </c:pt>
                      <c:pt idx="56">
                        <c:v>2381667.539116303</c:v>
                      </c:pt>
                      <c:pt idx="57">
                        <c:v>2447761.9829595932</c:v>
                      </c:pt>
                      <c:pt idx="58">
                        <c:v>2150201.760510663</c:v>
                      </c:pt>
                      <c:pt idx="59">
                        <c:v>2044083.4703053832</c:v>
                      </c:pt>
                      <c:pt idx="60">
                        <c:v>2085349.1492566001</c:v>
                      </c:pt>
                      <c:pt idx="61">
                        <c:v>2154435.6975071696</c:v>
                      </c:pt>
                      <c:pt idx="62">
                        <c:v>1840526.2255097535</c:v>
                      </c:pt>
                      <c:pt idx="63">
                        <c:v>1996207.71546691</c:v>
                      </c:pt>
                      <c:pt idx="64">
                        <c:v>1681622.3571189765</c:v>
                      </c:pt>
                      <c:pt idx="65">
                        <c:v>1770665.2202414565</c:v>
                      </c:pt>
                      <c:pt idx="66">
                        <c:v>1911133.1823448401</c:v>
                      </c:pt>
                      <c:pt idx="67">
                        <c:v>1613504.0774391934</c:v>
                      </c:pt>
                      <c:pt idx="68">
                        <c:v>1372644.9464208533</c:v>
                      </c:pt>
                      <c:pt idx="69">
                        <c:v>1240958.5913049849</c:v>
                      </c:pt>
                      <c:pt idx="70">
                        <c:v>1394087.90723738</c:v>
                      </c:pt>
                      <c:pt idx="71">
                        <c:v>1577105.7329492001</c:v>
                      </c:pt>
                      <c:pt idx="72">
                        <c:v>1319906.2074390973</c:v>
                      </c:pt>
                      <c:pt idx="73">
                        <c:v>1521111.7493541567</c:v>
                      </c:pt>
                      <c:pt idx="74">
                        <c:v>1138382.3762256869</c:v>
                      </c:pt>
                      <c:pt idx="75">
                        <c:v>1145890.6551071294</c:v>
                      </c:pt>
                      <c:pt idx="76">
                        <c:v>979191.95050341834</c:v>
                      </c:pt>
                      <c:pt idx="77">
                        <c:v>977482.76740100107</c:v>
                      </c:pt>
                      <c:pt idx="78">
                        <c:v>935816.94531230908</c:v>
                      </c:pt>
                      <c:pt idx="79">
                        <c:v>967099.98445397045</c:v>
                      </c:pt>
                      <c:pt idx="80">
                        <c:v>833287.18569353502</c:v>
                      </c:pt>
                      <c:pt idx="81">
                        <c:v>905169.66174107895</c:v>
                      </c:pt>
                      <c:pt idx="82">
                        <c:v>1008365.4893481763</c:v>
                      </c:pt>
                      <c:pt idx="83">
                        <c:v>827403.40780218039</c:v>
                      </c:pt>
                      <c:pt idx="84">
                        <c:v>812645.86125024559</c:v>
                      </c:pt>
                      <c:pt idx="85">
                        <c:v>712393.46804869326</c:v>
                      </c:pt>
                      <c:pt idx="86">
                        <c:v>650038.91577475972</c:v>
                      </c:pt>
                      <c:pt idx="87">
                        <c:v>884880.65673666901</c:v>
                      </c:pt>
                      <c:pt idx="88">
                        <c:v>448799.32752912003</c:v>
                      </c:pt>
                      <c:pt idx="89">
                        <c:v>600836.41331104806</c:v>
                      </c:pt>
                      <c:pt idx="90">
                        <c:v>447182.82276346273</c:v>
                      </c:pt>
                      <c:pt idx="91">
                        <c:v>323666.25001195731</c:v>
                      </c:pt>
                      <c:pt idx="92">
                        <c:v>276052.49466389767</c:v>
                      </c:pt>
                      <c:pt idx="93">
                        <c:v>454835.17289127939</c:v>
                      </c:pt>
                      <c:pt idx="94">
                        <c:v>436391.47601283801</c:v>
                      </c:pt>
                      <c:pt idx="95">
                        <c:v>440205.61813676404</c:v>
                      </c:pt>
                      <c:pt idx="96">
                        <c:v>346178.37207365205</c:v>
                      </c:pt>
                      <c:pt idx="97">
                        <c:v>380619.62146171561</c:v>
                      </c:pt>
                      <c:pt idx="98">
                        <c:v>251741.92518034435</c:v>
                      </c:pt>
                      <c:pt idx="99">
                        <c:v>308419.00057707768</c:v>
                      </c:pt>
                      <c:pt idx="100">
                        <c:v>369004.82694564463</c:v>
                      </c:pt>
                      <c:pt idx="101">
                        <c:v>373831.35757938196</c:v>
                      </c:pt>
                      <c:pt idx="102">
                        <c:v>258110.2561538803</c:v>
                      </c:pt>
                      <c:pt idx="103">
                        <c:v>337516.65303768235</c:v>
                      </c:pt>
                      <c:pt idx="104">
                        <c:v>228349.09429989767</c:v>
                      </c:pt>
                      <c:pt idx="105">
                        <c:v>175273.240552248</c:v>
                      </c:pt>
                      <c:pt idx="106">
                        <c:v>260657.57208299669</c:v>
                      </c:pt>
                      <c:pt idx="107">
                        <c:v>118710.33783100358</c:v>
                      </c:pt>
                      <c:pt idx="108">
                        <c:v>312567.86117267999</c:v>
                      </c:pt>
                      <c:pt idx="109">
                        <c:v>236648.57003170732</c:v>
                      </c:pt>
                      <c:pt idx="110">
                        <c:v>167749.68950681234</c:v>
                      </c:pt>
                      <c:pt idx="111">
                        <c:v>170694.97819452002</c:v>
                      </c:pt>
                      <c:pt idx="112">
                        <c:v>98788.533244429869</c:v>
                      </c:pt>
                      <c:pt idx="113">
                        <c:v>129644.93885577661</c:v>
                      </c:pt>
                      <c:pt idx="114">
                        <c:v>243744.39062576901</c:v>
                      </c:pt>
                      <c:pt idx="115">
                        <c:v>156104.54820393724</c:v>
                      </c:pt>
                      <c:pt idx="116">
                        <c:v>106361.12012827815</c:v>
                      </c:pt>
                      <c:pt idx="117">
                        <c:v>103322.53770466354</c:v>
                      </c:pt>
                      <c:pt idx="118">
                        <c:v>74607.210024662243</c:v>
                      </c:pt>
                      <c:pt idx="119">
                        <c:v>111030.40222506951</c:v>
                      </c:pt>
                      <c:pt idx="120">
                        <c:v>162517.56270666566</c:v>
                      </c:pt>
                      <c:pt idx="121">
                        <c:v>165255.85759048944</c:v>
                      </c:pt>
                      <c:pt idx="122">
                        <c:v>103545.96323051275</c:v>
                      </c:pt>
                      <c:pt idx="123">
                        <c:v>82186.950628450591</c:v>
                      </c:pt>
                      <c:pt idx="124">
                        <c:v>96700.879637007791</c:v>
                      </c:pt>
                      <c:pt idx="125">
                        <c:v>147221.51813078564</c:v>
                      </c:pt>
                      <c:pt idx="126">
                        <c:v>71061.272820937927</c:v>
                      </c:pt>
                      <c:pt idx="127">
                        <c:v>67454.51491306664</c:v>
                      </c:pt>
                      <c:pt idx="128">
                        <c:v>108265.211704817</c:v>
                      </c:pt>
                      <c:pt idx="129">
                        <c:v>46697.209531172768</c:v>
                      </c:pt>
                      <c:pt idx="130">
                        <c:v>4137.6922128680999</c:v>
                      </c:pt>
                      <c:pt idx="131">
                        <c:v>52109.815117526938</c:v>
                      </c:pt>
                      <c:pt idx="132">
                        <c:v>116630.06205147981</c:v>
                      </c:pt>
                      <c:pt idx="133">
                        <c:v>49565.888658640462</c:v>
                      </c:pt>
                      <c:pt idx="134">
                        <c:v>73236.3071631278</c:v>
                      </c:pt>
                      <c:pt idx="135">
                        <c:v>33409.596402440402</c:v>
                      </c:pt>
                      <c:pt idx="136">
                        <c:v>101155.87625150633</c:v>
                      </c:pt>
                      <c:pt idx="137">
                        <c:v>56981.070417001167</c:v>
                      </c:pt>
                      <c:pt idx="138">
                        <c:v>29397.386203647602</c:v>
                      </c:pt>
                      <c:pt idx="139">
                        <c:v>29856.604341318875</c:v>
                      </c:pt>
                      <c:pt idx="140">
                        <c:v>54122.618460731435</c:v>
                      </c:pt>
                      <c:pt idx="141">
                        <c:v>68880.814752322098</c:v>
                      </c:pt>
                      <c:pt idx="142">
                        <c:v>49960.365253912772</c:v>
                      </c:pt>
                      <c:pt idx="143">
                        <c:v>52311.135660918742</c:v>
                      </c:pt>
                      <c:pt idx="144">
                        <c:v>46335.253900240808</c:v>
                      </c:pt>
                      <c:pt idx="145">
                        <c:v>30556.325512313197</c:v>
                      </c:pt>
                      <c:pt idx="146">
                        <c:v>52728.884598760931</c:v>
                      </c:pt>
                      <c:pt idx="147">
                        <c:v>48103.230246645726</c:v>
                      </c:pt>
                      <c:pt idx="148">
                        <c:v>35728.130598698168</c:v>
                      </c:pt>
                      <c:pt idx="149">
                        <c:v>18306.982838614869</c:v>
                      </c:pt>
                      <c:pt idx="150">
                        <c:v>63495.037282980244</c:v>
                      </c:pt>
                      <c:pt idx="151">
                        <c:v>21457.966885407001</c:v>
                      </c:pt>
                      <c:pt idx="152">
                        <c:v>7585.7690569248334</c:v>
                      </c:pt>
                      <c:pt idx="153">
                        <c:v>8620.1921101418666</c:v>
                      </c:pt>
                      <c:pt idx="154">
                        <c:v>17791.862815818899</c:v>
                      </c:pt>
                      <c:pt idx="155">
                        <c:v>14071.049647326667</c:v>
                      </c:pt>
                      <c:pt idx="156">
                        <c:v>31958.019344673568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12729.082595435733</c:v>
                      </c:pt>
                      <c:pt idx="160">
                        <c:v>6040.2779038504741</c:v>
                      </c:pt>
                      <c:pt idx="161">
                        <c:v>12757.884323009966</c:v>
                      </c:pt>
                      <c:pt idx="162">
                        <c:v>11027.8047347912</c:v>
                      </c:pt>
                      <c:pt idx="163">
                        <c:v>3646.8582238488666</c:v>
                      </c:pt>
                      <c:pt idx="164">
                        <c:v>61158.220079974271</c:v>
                      </c:pt>
                      <c:pt idx="165">
                        <c:v>8892.928434577334</c:v>
                      </c:pt>
                      <c:pt idx="166">
                        <c:v>37793.842608240098</c:v>
                      </c:pt>
                      <c:pt idx="167">
                        <c:v>15197.7429518258</c:v>
                      </c:pt>
                      <c:pt idx="168">
                        <c:v>6299.1187502844004</c:v>
                      </c:pt>
                      <c:pt idx="169">
                        <c:v>20477.632571693794</c:v>
                      </c:pt>
                      <c:pt idx="170">
                        <c:v>21337.905678121766</c:v>
                      </c:pt>
                      <c:pt idx="171">
                        <c:v>13447.4996918213</c:v>
                      </c:pt>
                      <c:pt idx="172">
                        <c:v>3388.0173774149334</c:v>
                      </c:pt>
                      <c:pt idx="173">
                        <c:v>4482.4998972737667</c:v>
                      </c:pt>
                      <c:pt idx="174">
                        <c:v>16339.594959599335</c:v>
                      </c:pt>
                      <c:pt idx="175">
                        <c:v>11424.7598480291</c:v>
                      </c:pt>
                      <c:pt idx="176">
                        <c:v>33593.826725304469</c:v>
                      </c:pt>
                      <c:pt idx="177">
                        <c:v>7585.7690569248334</c:v>
                      </c:pt>
                      <c:pt idx="178">
                        <c:v>3448.0768440567335</c:v>
                      </c:pt>
                      <c:pt idx="179">
                        <c:v>0</c:v>
                      </c:pt>
                      <c:pt idx="180">
                        <c:v>21504.786452973731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3103.2691596510699</c:v>
                      </c:pt>
                      <c:pt idx="184">
                        <c:v>0</c:v>
                      </c:pt>
                      <c:pt idx="185">
                        <c:v>9654.615163358867</c:v>
                      </c:pt>
                      <c:pt idx="186">
                        <c:v>6431.8699362967163</c:v>
                      </c:pt>
                      <c:pt idx="187">
                        <c:v>4404.4225906393995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3646.8582238488666</c:v>
                      </c:pt>
                      <c:pt idx="193">
                        <c:v>6206.5383193021335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8203.3130657660004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C10F-4687-B61D-D542564B8549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Summary!$C$1</c15:sqref>
                        </c15:formulaRef>
                      </c:ext>
                    </c:extLst>
                    <c:strCache>
                      <c:ptCount val="1"/>
                      <c:pt idx="0">
                        <c:v>0R2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Summary!$C$2:$C$201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3313.7249462514733</c:v>
                      </c:pt>
                      <c:pt idx="5">
                        <c:v>3313.7249462514733</c:v>
                      </c:pt>
                      <c:pt idx="6">
                        <c:v>14665.5988549212</c:v>
                      </c:pt>
                      <c:pt idx="7">
                        <c:v>28511.169254425597</c:v>
                      </c:pt>
                      <c:pt idx="8">
                        <c:v>41731.211222570302</c:v>
                      </c:pt>
                      <c:pt idx="9">
                        <c:v>101444.10498734259</c:v>
                      </c:pt>
                      <c:pt idx="10">
                        <c:v>126051.22629123158</c:v>
                      </c:pt>
                      <c:pt idx="11">
                        <c:v>153678.14555431111</c:v>
                      </c:pt>
                      <c:pt idx="12">
                        <c:v>231907.17515192367</c:v>
                      </c:pt>
                      <c:pt idx="13">
                        <c:v>311198.77444513567</c:v>
                      </c:pt>
                      <c:pt idx="14">
                        <c:v>298012.67448206764</c:v>
                      </c:pt>
                      <c:pt idx="15">
                        <c:v>490372.91065171239</c:v>
                      </c:pt>
                      <c:pt idx="16">
                        <c:v>581104.35635025857</c:v>
                      </c:pt>
                      <c:pt idx="17">
                        <c:v>823148.13053509372</c:v>
                      </c:pt>
                      <c:pt idx="18">
                        <c:v>816230.05635543528</c:v>
                      </c:pt>
                      <c:pt idx="19">
                        <c:v>1161314.4519188134</c:v>
                      </c:pt>
                      <c:pt idx="20">
                        <c:v>1442947.1965041701</c:v>
                      </c:pt>
                      <c:pt idx="21">
                        <c:v>1458780.44204126</c:v>
                      </c:pt>
                      <c:pt idx="22">
                        <c:v>1672525.6487058101</c:v>
                      </c:pt>
                      <c:pt idx="23">
                        <c:v>1947343.8093940767</c:v>
                      </c:pt>
                      <c:pt idx="24">
                        <c:v>1888264.2847222935</c:v>
                      </c:pt>
                      <c:pt idx="25">
                        <c:v>2131878.7995491968</c:v>
                      </c:pt>
                      <c:pt idx="26">
                        <c:v>2491043.4097964498</c:v>
                      </c:pt>
                      <c:pt idx="27">
                        <c:v>2569276.8457713202</c:v>
                      </c:pt>
                      <c:pt idx="28">
                        <c:v>2807132.9014883065</c:v>
                      </c:pt>
                      <c:pt idx="29">
                        <c:v>2515859.2337597366</c:v>
                      </c:pt>
                      <c:pt idx="30">
                        <c:v>2814495.2726756302</c:v>
                      </c:pt>
                      <c:pt idx="31">
                        <c:v>2843989.5225357465</c:v>
                      </c:pt>
                      <c:pt idx="32">
                        <c:v>3568188.0683661033</c:v>
                      </c:pt>
                      <c:pt idx="33">
                        <c:v>3000398.5874509136</c:v>
                      </c:pt>
                      <c:pt idx="34">
                        <c:v>3144468.88321826</c:v>
                      </c:pt>
                      <c:pt idx="35">
                        <c:v>3278921.5953264129</c:v>
                      </c:pt>
                      <c:pt idx="36">
                        <c:v>3163722.7136291363</c:v>
                      </c:pt>
                      <c:pt idx="37">
                        <c:v>3426144.6176112234</c:v>
                      </c:pt>
                      <c:pt idx="38">
                        <c:v>2839989.5336351469</c:v>
                      </c:pt>
                      <c:pt idx="39">
                        <c:v>3338835.6606610231</c:v>
                      </c:pt>
                      <c:pt idx="40">
                        <c:v>3144864.7761764233</c:v>
                      </c:pt>
                      <c:pt idx="41">
                        <c:v>3286580.2202627701</c:v>
                      </c:pt>
                      <c:pt idx="42">
                        <c:v>3622827.4267105297</c:v>
                      </c:pt>
                      <c:pt idx="43">
                        <c:v>3630032.5091062468</c:v>
                      </c:pt>
                      <c:pt idx="44">
                        <c:v>3222753.9019237068</c:v>
                      </c:pt>
                      <c:pt idx="45">
                        <c:v>3243807.4390380098</c:v>
                      </c:pt>
                      <c:pt idx="46">
                        <c:v>2864408.843203567</c:v>
                      </c:pt>
                      <c:pt idx="47">
                        <c:v>3089202.9581053364</c:v>
                      </c:pt>
                      <c:pt idx="48">
                        <c:v>2801713.5931813768</c:v>
                      </c:pt>
                      <c:pt idx="49">
                        <c:v>2460669.0515877232</c:v>
                      </c:pt>
                      <c:pt idx="50">
                        <c:v>2752685.5284290262</c:v>
                      </c:pt>
                      <c:pt idx="51">
                        <c:v>2726090.8711836068</c:v>
                      </c:pt>
                      <c:pt idx="52">
                        <c:v>2423750.1676729601</c:v>
                      </c:pt>
                      <c:pt idx="53">
                        <c:v>2444440.5018688198</c:v>
                      </c:pt>
                      <c:pt idx="54">
                        <c:v>2028177.57661725</c:v>
                      </c:pt>
                      <c:pt idx="55">
                        <c:v>2241890.0301551698</c:v>
                      </c:pt>
                      <c:pt idx="56">
                        <c:v>2170714.1277221437</c:v>
                      </c:pt>
                      <c:pt idx="57">
                        <c:v>2051214.3726139236</c:v>
                      </c:pt>
                      <c:pt idx="58">
                        <c:v>2437433.2913628202</c:v>
                      </c:pt>
                      <c:pt idx="59">
                        <c:v>1959656.4200920935</c:v>
                      </c:pt>
                      <c:pt idx="60">
                        <c:v>2189866.2363347467</c:v>
                      </c:pt>
                      <c:pt idx="61">
                        <c:v>2097830.7172317966</c:v>
                      </c:pt>
                      <c:pt idx="62">
                        <c:v>1939511.7001100667</c:v>
                      </c:pt>
                      <c:pt idx="63">
                        <c:v>2007934.5264978067</c:v>
                      </c:pt>
                      <c:pt idx="64">
                        <c:v>1782447.0082595798</c:v>
                      </c:pt>
                      <c:pt idx="65">
                        <c:v>1513596.9928639566</c:v>
                      </c:pt>
                      <c:pt idx="66">
                        <c:v>1422472.36967663</c:v>
                      </c:pt>
                      <c:pt idx="67">
                        <c:v>1529337.1726650198</c:v>
                      </c:pt>
                      <c:pt idx="68">
                        <c:v>1828186.9709742668</c:v>
                      </c:pt>
                      <c:pt idx="69">
                        <c:v>1513838.47985613</c:v>
                      </c:pt>
                      <c:pt idx="70">
                        <c:v>1232947.7982010064</c:v>
                      </c:pt>
                      <c:pt idx="71">
                        <c:v>1419700.4313539567</c:v>
                      </c:pt>
                      <c:pt idx="72">
                        <c:v>1114490.7380283878</c:v>
                      </c:pt>
                      <c:pt idx="73">
                        <c:v>1067863.72085917</c:v>
                      </c:pt>
                      <c:pt idx="74">
                        <c:v>1267825.3614013102</c:v>
                      </c:pt>
                      <c:pt idx="75">
                        <c:v>1285048.6538727591</c:v>
                      </c:pt>
                      <c:pt idx="76">
                        <c:v>1230184.1226806373</c:v>
                      </c:pt>
                      <c:pt idx="77">
                        <c:v>904320.90176671033</c:v>
                      </c:pt>
                      <c:pt idx="78">
                        <c:v>1021331.7714517466</c:v>
                      </c:pt>
                      <c:pt idx="79">
                        <c:v>778791.5660568137</c:v>
                      </c:pt>
                      <c:pt idx="80">
                        <c:v>1013253.7368454259</c:v>
                      </c:pt>
                      <c:pt idx="81">
                        <c:v>750399.36002022773</c:v>
                      </c:pt>
                      <c:pt idx="82">
                        <c:v>761668.26566470915</c:v>
                      </c:pt>
                      <c:pt idx="83">
                        <c:v>692521.26506394998</c:v>
                      </c:pt>
                      <c:pt idx="84">
                        <c:v>523358.72216185695</c:v>
                      </c:pt>
                      <c:pt idx="85">
                        <c:v>762166.69964730495</c:v>
                      </c:pt>
                      <c:pt idx="86">
                        <c:v>479205.33281191665</c:v>
                      </c:pt>
                      <c:pt idx="87">
                        <c:v>842270.7362194896</c:v>
                      </c:pt>
                      <c:pt idx="88">
                        <c:v>668454.60535511095</c:v>
                      </c:pt>
                      <c:pt idx="89">
                        <c:v>638708.86303790624</c:v>
                      </c:pt>
                      <c:pt idx="90">
                        <c:v>521235.71254892368</c:v>
                      </c:pt>
                      <c:pt idx="91">
                        <c:v>395234.97599464905</c:v>
                      </c:pt>
                      <c:pt idx="92">
                        <c:v>395072.79933187738</c:v>
                      </c:pt>
                      <c:pt idx="93">
                        <c:v>495609.45864477963</c:v>
                      </c:pt>
                      <c:pt idx="94">
                        <c:v>286091.50164309435</c:v>
                      </c:pt>
                      <c:pt idx="95">
                        <c:v>289968.16505249805</c:v>
                      </c:pt>
                      <c:pt idx="96">
                        <c:v>327661.55849802168</c:v>
                      </c:pt>
                      <c:pt idx="97">
                        <c:v>351327.00231292262</c:v>
                      </c:pt>
                      <c:pt idx="98">
                        <c:v>415353.22423421033</c:v>
                      </c:pt>
                      <c:pt idx="99">
                        <c:v>429148.20679790695</c:v>
                      </c:pt>
                      <c:pt idx="100">
                        <c:v>281712.48466701462</c:v>
                      </c:pt>
                      <c:pt idx="101">
                        <c:v>287348.37587251904</c:v>
                      </c:pt>
                      <c:pt idx="102">
                        <c:v>175585.57480594734</c:v>
                      </c:pt>
                      <c:pt idx="103">
                        <c:v>268070.39516212797</c:v>
                      </c:pt>
                      <c:pt idx="104">
                        <c:v>192181.64187908001</c:v>
                      </c:pt>
                      <c:pt idx="105">
                        <c:v>328170.92744107766</c:v>
                      </c:pt>
                      <c:pt idx="106">
                        <c:v>108210.7860914435</c:v>
                      </c:pt>
                      <c:pt idx="107">
                        <c:v>211020.61050561132</c:v>
                      </c:pt>
                      <c:pt idx="108">
                        <c:v>226706.48979438966</c:v>
                      </c:pt>
                      <c:pt idx="109">
                        <c:v>204349.28466045565</c:v>
                      </c:pt>
                      <c:pt idx="110">
                        <c:v>200022.51523499671</c:v>
                      </c:pt>
                      <c:pt idx="111">
                        <c:v>197741.55890144026</c:v>
                      </c:pt>
                      <c:pt idx="112">
                        <c:v>172672.54550101826</c:v>
                      </c:pt>
                      <c:pt idx="113">
                        <c:v>94200.07938694967</c:v>
                      </c:pt>
                      <c:pt idx="114">
                        <c:v>54452.96601574833</c:v>
                      </c:pt>
                      <c:pt idx="115">
                        <c:v>113112.19336596369</c:v>
                      </c:pt>
                      <c:pt idx="116">
                        <c:v>86398.483149077365</c:v>
                      </c:pt>
                      <c:pt idx="117">
                        <c:v>119551.76155814998</c:v>
                      </c:pt>
                      <c:pt idx="118">
                        <c:v>124427.52920744849</c:v>
                      </c:pt>
                      <c:pt idx="119">
                        <c:v>117710.70876584777</c:v>
                      </c:pt>
                      <c:pt idx="120">
                        <c:v>80568.063025689393</c:v>
                      </c:pt>
                      <c:pt idx="121">
                        <c:v>103828.49001002415</c:v>
                      </c:pt>
                      <c:pt idx="122">
                        <c:v>102982.86680619717</c:v>
                      </c:pt>
                      <c:pt idx="123">
                        <c:v>79108.222855001499</c:v>
                      </c:pt>
                      <c:pt idx="124">
                        <c:v>86614.56327149256</c:v>
                      </c:pt>
                      <c:pt idx="125">
                        <c:v>94163.659980303899</c:v>
                      </c:pt>
                      <c:pt idx="126">
                        <c:v>72927.322974584458</c:v>
                      </c:pt>
                      <c:pt idx="127">
                        <c:v>49808.628944717202</c:v>
                      </c:pt>
                      <c:pt idx="128">
                        <c:v>22217.430062066433</c:v>
                      </c:pt>
                      <c:pt idx="129">
                        <c:v>34870.57291195877</c:v>
                      </c:pt>
                      <c:pt idx="130">
                        <c:v>35834.484648709396</c:v>
                      </c:pt>
                      <c:pt idx="131">
                        <c:v>59291.472230344232</c:v>
                      </c:pt>
                      <c:pt idx="132">
                        <c:v>48438.870526538405</c:v>
                      </c:pt>
                      <c:pt idx="133">
                        <c:v>23701.021193489534</c:v>
                      </c:pt>
                      <c:pt idx="134">
                        <c:v>33604.325324948499</c:v>
                      </c:pt>
                      <c:pt idx="135">
                        <c:v>35253.445248385971</c:v>
                      </c:pt>
                      <c:pt idx="136">
                        <c:v>43062.522373566571</c:v>
                      </c:pt>
                      <c:pt idx="137">
                        <c:v>31182.110665993463</c:v>
                      </c:pt>
                      <c:pt idx="138">
                        <c:v>20105.273267548469</c:v>
                      </c:pt>
                      <c:pt idx="139">
                        <c:v>34273.938123124302</c:v>
                      </c:pt>
                      <c:pt idx="140">
                        <c:v>43911.3014696682</c:v>
                      </c:pt>
                      <c:pt idx="141">
                        <c:v>53616.524485064372</c:v>
                      </c:pt>
                      <c:pt idx="142">
                        <c:v>25628.660594128698</c:v>
                      </c:pt>
                      <c:pt idx="143">
                        <c:v>57315.251559098768</c:v>
                      </c:pt>
                      <c:pt idx="144">
                        <c:v>7694.1528986946332</c:v>
                      </c:pt>
                      <c:pt idx="145">
                        <c:v>45933.903642226673</c:v>
                      </c:pt>
                      <c:pt idx="146">
                        <c:v>12951.930320852334</c:v>
                      </c:pt>
                      <c:pt idx="147">
                        <c:v>26169.699495801065</c:v>
                      </c:pt>
                      <c:pt idx="148">
                        <c:v>14347.855494802663</c:v>
                      </c:pt>
                      <c:pt idx="149">
                        <c:v>38438.923372836398</c:v>
                      </c:pt>
                      <c:pt idx="150">
                        <c:v>40858.329749730066</c:v>
                      </c:pt>
                      <c:pt idx="151">
                        <c:v>33424.435659505092</c:v>
                      </c:pt>
                      <c:pt idx="152">
                        <c:v>13765.340452528368</c:v>
                      </c:pt>
                      <c:pt idx="153">
                        <c:v>9799.9979086633703</c:v>
                      </c:pt>
                      <c:pt idx="154">
                        <c:v>10710.259476745467</c:v>
                      </c:pt>
                      <c:pt idx="155">
                        <c:v>15067.0794702937</c:v>
                      </c:pt>
                      <c:pt idx="156">
                        <c:v>5633.3324086274997</c:v>
                      </c:pt>
                      <c:pt idx="157">
                        <c:v>51701.93385325469</c:v>
                      </c:pt>
                      <c:pt idx="158">
                        <c:v>12141.206004908165</c:v>
                      </c:pt>
                      <c:pt idx="159">
                        <c:v>9328.2905120040996</c:v>
                      </c:pt>
                      <c:pt idx="160">
                        <c:v>16726.419344988335</c:v>
                      </c:pt>
                      <c:pt idx="161">
                        <c:v>11266.664817254999</c:v>
                      </c:pt>
                      <c:pt idx="162">
                        <c:v>10603.9198280047</c:v>
                      </c:pt>
                      <c:pt idx="163">
                        <c:v>10123.562441277567</c:v>
                      </c:pt>
                      <c:pt idx="164">
                        <c:v>0</c:v>
                      </c:pt>
                      <c:pt idx="165">
                        <c:v>16366.643819891613</c:v>
                      </c:pt>
                      <c:pt idx="166">
                        <c:v>30069.050499789635</c:v>
                      </c:pt>
                      <c:pt idx="167">
                        <c:v>7734.5253488599001</c:v>
                      </c:pt>
                      <c:pt idx="168">
                        <c:v>3313.7249462514733</c:v>
                      </c:pt>
                      <c:pt idx="169">
                        <c:v>19068.1180532867</c:v>
                      </c:pt>
                      <c:pt idx="170">
                        <c:v>23493.472400602932</c:v>
                      </c:pt>
                      <c:pt idx="171">
                        <c:v>7946.3215472627671</c:v>
                      </c:pt>
                      <c:pt idx="172">
                        <c:v>3010.7554820978999</c:v>
                      </c:pt>
                      <c:pt idx="173">
                        <c:v>9032.2664462937009</c:v>
                      </c:pt>
                      <c:pt idx="174">
                        <c:v>0</c:v>
                      </c:pt>
                      <c:pt idx="175">
                        <c:v>15987.932941147164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9196.7242605772663</c:v>
                      </c:pt>
                      <c:pt idx="179">
                        <c:v>2982.3524516263265</c:v>
                      </c:pt>
                      <c:pt idx="180">
                        <c:v>12640.682818145067</c:v>
                      </c:pt>
                      <c:pt idx="181">
                        <c:v>4639.2149247520665</c:v>
                      </c:pt>
                      <c:pt idx="182">
                        <c:v>23416.987082983669</c:v>
                      </c:pt>
                      <c:pt idx="183">
                        <c:v>8615.6848602538339</c:v>
                      </c:pt>
                      <c:pt idx="184">
                        <c:v>17395.476118787865</c:v>
                      </c:pt>
                      <c:pt idx="185">
                        <c:v>0</c:v>
                      </c:pt>
                      <c:pt idx="186">
                        <c:v>9328.2905120040996</c:v>
                      </c:pt>
                      <c:pt idx="187">
                        <c:v>0</c:v>
                      </c:pt>
                      <c:pt idx="188">
                        <c:v>4348.8690296969662</c:v>
                      </c:pt>
                      <c:pt idx="189">
                        <c:v>4639.2149247520665</c:v>
                      </c:pt>
                      <c:pt idx="190">
                        <c:v>4014.3406427972</c:v>
                      </c:pt>
                      <c:pt idx="191">
                        <c:v>3313.7249462514733</c:v>
                      </c:pt>
                      <c:pt idx="192">
                        <c:v>5873.368100150733</c:v>
                      </c:pt>
                      <c:pt idx="193">
                        <c:v>6356.0393510955664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10035.851606992999</c:v>
                      </c:pt>
                      <c:pt idx="197">
                        <c:v>0</c:v>
                      </c:pt>
                      <c:pt idx="198">
                        <c:v>11401.243959116133</c:v>
                      </c:pt>
                      <c:pt idx="199">
                        <c:v>9673.7827531894345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10F-4687-B61D-D542564B8549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Summary!$D$1</c15:sqref>
                        </c15:formulaRef>
                      </c:ext>
                    </c:extLst>
                    <c:strCache>
                      <c:ptCount val="1"/>
                      <c:pt idx="0">
                        <c:v>0R3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Summary!$D$2:$D$201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1716.81824366615</c:v>
                      </c:pt>
                      <c:pt idx="6">
                        <c:v>5896.6585109494199</c:v>
                      </c:pt>
                      <c:pt idx="7">
                        <c:v>15239.055264514633</c:v>
                      </c:pt>
                      <c:pt idx="8">
                        <c:v>17598.148945567667</c:v>
                      </c:pt>
                      <c:pt idx="9">
                        <c:v>12839.961966734567</c:v>
                      </c:pt>
                      <c:pt idx="10">
                        <c:v>55242.031320341957</c:v>
                      </c:pt>
                      <c:pt idx="11">
                        <c:v>83951.154291024199</c:v>
                      </c:pt>
                      <c:pt idx="12">
                        <c:v>124209.07113566941</c:v>
                      </c:pt>
                      <c:pt idx="13">
                        <c:v>154976.15667271402</c:v>
                      </c:pt>
                      <c:pt idx="14">
                        <c:v>178419.34361746433</c:v>
                      </c:pt>
                      <c:pt idx="15">
                        <c:v>234346.69515310333</c:v>
                      </c:pt>
                      <c:pt idx="16">
                        <c:v>303688.74255009968</c:v>
                      </c:pt>
                      <c:pt idx="17">
                        <c:v>382119.02002637432</c:v>
                      </c:pt>
                      <c:pt idx="18">
                        <c:v>498261.96017290669</c:v>
                      </c:pt>
                      <c:pt idx="19">
                        <c:v>539812.91683068196</c:v>
                      </c:pt>
                      <c:pt idx="20">
                        <c:v>703484.14247636904</c:v>
                      </c:pt>
                      <c:pt idx="21">
                        <c:v>770137.80377522577</c:v>
                      </c:pt>
                      <c:pt idx="22">
                        <c:v>745916.92911730928</c:v>
                      </c:pt>
                      <c:pt idx="23">
                        <c:v>918353.65001651738</c:v>
                      </c:pt>
                      <c:pt idx="24">
                        <c:v>1052066.3739782083</c:v>
                      </c:pt>
                      <c:pt idx="25">
                        <c:v>1275651.8966967</c:v>
                      </c:pt>
                      <c:pt idx="26">
                        <c:v>1418163.1397444634</c:v>
                      </c:pt>
                      <c:pt idx="27">
                        <c:v>1616491.9278069467</c:v>
                      </c:pt>
                      <c:pt idx="28">
                        <c:v>1636731.1595579789</c:v>
                      </c:pt>
                      <c:pt idx="29">
                        <c:v>1720137.1369547667</c:v>
                      </c:pt>
                      <c:pt idx="30">
                        <c:v>1931853.3638908535</c:v>
                      </c:pt>
                      <c:pt idx="31">
                        <c:v>2243808.5616358002</c:v>
                      </c:pt>
                      <c:pt idx="32">
                        <c:v>2219837.331696453</c:v>
                      </c:pt>
                      <c:pt idx="33">
                        <c:v>2304861.2925350601</c:v>
                      </c:pt>
                      <c:pt idx="34">
                        <c:v>2311006.1926592034</c:v>
                      </c:pt>
                      <c:pt idx="35">
                        <c:v>2136645.5818925067</c:v>
                      </c:pt>
                      <c:pt idx="36">
                        <c:v>2467246.9056223831</c:v>
                      </c:pt>
                      <c:pt idx="37">
                        <c:v>2488438.3756929166</c:v>
                      </c:pt>
                      <c:pt idx="38">
                        <c:v>2703478.3413994499</c:v>
                      </c:pt>
                      <c:pt idx="39">
                        <c:v>2921061.8381618299</c:v>
                      </c:pt>
                      <c:pt idx="40">
                        <c:v>2774753.7231864198</c:v>
                      </c:pt>
                      <c:pt idx="41">
                        <c:v>3054243.787420874</c:v>
                      </c:pt>
                      <c:pt idx="42">
                        <c:v>2710287.0878042602</c:v>
                      </c:pt>
                      <c:pt idx="43">
                        <c:v>3028567.3250580169</c:v>
                      </c:pt>
                      <c:pt idx="44">
                        <c:v>2961662.9604251799</c:v>
                      </c:pt>
                      <c:pt idx="45">
                        <c:v>2858232.5206418694</c:v>
                      </c:pt>
                      <c:pt idx="46">
                        <c:v>3106851.50696958</c:v>
                      </c:pt>
                      <c:pt idx="47">
                        <c:v>3107395.6283641164</c:v>
                      </c:pt>
                      <c:pt idx="48">
                        <c:v>3239738.5508842398</c:v>
                      </c:pt>
                      <c:pt idx="49">
                        <c:v>3068415.6784814368</c:v>
                      </c:pt>
                      <c:pt idx="50">
                        <c:v>2885640.5851982101</c:v>
                      </c:pt>
                      <c:pt idx="51">
                        <c:v>3096300.7222158462</c:v>
                      </c:pt>
                      <c:pt idx="52">
                        <c:v>2821546.7384816334</c:v>
                      </c:pt>
                      <c:pt idx="53">
                        <c:v>2501480.2683750703</c:v>
                      </c:pt>
                      <c:pt idx="54">
                        <c:v>2532838.0241987067</c:v>
                      </c:pt>
                      <c:pt idx="55">
                        <c:v>2564717.3052633866</c:v>
                      </c:pt>
                      <c:pt idx="56">
                        <c:v>2501272.8093078001</c:v>
                      </c:pt>
                      <c:pt idx="57">
                        <c:v>2872893.6122990767</c:v>
                      </c:pt>
                      <c:pt idx="58">
                        <c:v>2618525.9390984266</c:v>
                      </c:pt>
                      <c:pt idx="59">
                        <c:v>2600767.1069976934</c:v>
                      </c:pt>
                      <c:pt idx="60">
                        <c:v>2613612.9800105668</c:v>
                      </c:pt>
                      <c:pt idx="61">
                        <c:v>2302053.2420248133</c:v>
                      </c:pt>
                      <c:pt idx="62">
                        <c:v>2212312.4925765432</c:v>
                      </c:pt>
                      <c:pt idx="63">
                        <c:v>2535261.235072637</c:v>
                      </c:pt>
                      <c:pt idx="64">
                        <c:v>2121600.3905609702</c:v>
                      </c:pt>
                      <c:pt idx="65">
                        <c:v>2623626.9624204063</c:v>
                      </c:pt>
                      <c:pt idx="66">
                        <c:v>1775213.7098226966</c:v>
                      </c:pt>
                      <c:pt idx="67">
                        <c:v>1968314.0081355402</c:v>
                      </c:pt>
                      <c:pt idx="68">
                        <c:v>1825173.1866676568</c:v>
                      </c:pt>
                      <c:pt idx="69">
                        <c:v>1814047.3532814097</c:v>
                      </c:pt>
                      <c:pt idx="70">
                        <c:v>1809412.5040056298</c:v>
                      </c:pt>
                      <c:pt idx="71">
                        <c:v>1959043.0186732432</c:v>
                      </c:pt>
                      <c:pt idx="72">
                        <c:v>1518677.9896414534</c:v>
                      </c:pt>
                      <c:pt idx="73">
                        <c:v>1499600.5237943167</c:v>
                      </c:pt>
                      <c:pt idx="74">
                        <c:v>1512951.2611165</c:v>
                      </c:pt>
                      <c:pt idx="75">
                        <c:v>1547554.0355662864</c:v>
                      </c:pt>
                      <c:pt idx="76">
                        <c:v>1634043.4463402368</c:v>
                      </c:pt>
                      <c:pt idx="77">
                        <c:v>1367098.636870916</c:v>
                      </c:pt>
                      <c:pt idx="78">
                        <c:v>1384674.7582410632</c:v>
                      </c:pt>
                      <c:pt idx="79">
                        <c:v>1166020.807935382</c:v>
                      </c:pt>
                      <c:pt idx="80">
                        <c:v>1156549.9453142867</c:v>
                      </c:pt>
                      <c:pt idx="81">
                        <c:v>1192550.4322209624</c:v>
                      </c:pt>
                      <c:pt idx="82">
                        <c:v>1050947.6295989279</c:v>
                      </c:pt>
                      <c:pt idx="83">
                        <c:v>1222615.7303395767</c:v>
                      </c:pt>
                      <c:pt idx="84">
                        <c:v>943472.01750919502</c:v>
                      </c:pt>
                      <c:pt idx="85">
                        <c:v>735616.81041557493</c:v>
                      </c:pt>
                      <c:pt idx="86">
                        <c:v>861441.41465645994</c:v>
                      </c:pt>
                      <c:pt idx="87">
                        <c:v>835441.60819091031</c:v>
                      </c:pt>
                      <c:pt idx="88">
                        <c:v>720129.36626834574</c:v>
                      </c:pt>
                      <c:pt idx="89">
                        <c:v>904241.95606265729</c:v>
                      </c:pt>
                      <c:pt idx="90">
                        <c:v>563843.69731781469</c:v>
                      </c:pt>
                      <c:pt idx="91">
                        <c:v>687031.28347815201</c:v>
                      </c:pt>
                      <c:pt idx="92">
                        <c:v>532443.72432110738</c:v>
                      </c:pt>
                      <c:pt idx="93">
                        <c:v>696227.39706104819</c:v>
                      </c:pt>
                      <c:pt idx="94">
                        <c:v>533733.14868653507</c:v>
                      </c:pt>
                      <c:pt idx="95">
                        <c:v>504565.24259222561</c:v>
                      </c:pt>
                      <c:pt idx="96">
                        <c:v>381749.56229388568</c:v>
                      </c:pt>
                      <c:pt idx="97">
                        <c:v>542270.62043936539</c:v>
                      </c:pt>
                      <c:pt idx="98">
                        <c:v>501553.21472291095</c:v>
                      </c:pt>
                      <c:pt idx="99">
                        <c:v>499483.25385622168</c:v>
                      </c:pt>
                      <c:pt idx="100">
                        <c:v>370067.42685464071</c:v>
                      </c:pt>
                      <c:pt idx="101">
                        <c:v>293382.75620683999</c:v>
                      </c:pt>
                      <c:pt idx="102">
                        <c:v>377662.72205470764</c:v>
                      </c:pt>
                      <c:pt idx="103">
                        <c:v>380443.30426681397</c:v>
                      </c:pt>
                      <c:pt idx="104">
                        <c:v>322584.43527276634</c:v>
                      </c:pt>
                      <c:pt idx="105">
                        <c:v>341678.40909688035</c:v>
                      </c:pt>
                      <c:pt idx="106">
                        <c:v>258219.17750978368</c:v>
                      </c:pt>
                      <c:pt idx="107">
                        <c:v>396764.36424358195</c:v>
                      </c:pt>
                      <c:pt idx="108">
                        <c:v>290554.228981013</c:v>
                      </c:pt>
                      <c:pt idx="109">
                        <c:v>277054.97557084198</c:v>
                      </c:pt>
                      <c:pt idx="110">
                        <c:v>336578.23310737434</c:v>
                      </c:pt>
                      <c:pt idx="111">
                        <c:v>236957.99173103436</c:v>
                      </c:pt>
                      <c:pt idx="112">
                        <c:v>207139.36508927168</c:v>
                      </c:pt>
                      <c:pt idx="113">
                        <c:v>187590.85478717709</c:v>
                      </c:pt>
                      <c:pt idx="114">
                        <c:v>275709.12821384129</c:v>
                      </c:pt>
                      <c:pt idx="115">
                        <c:v>215898.13705278831</c:v>
                      </c:pt>
                      <c:pt idx="116">
                        <c:v>168439.65888149958</c:v>
                      </c:pt>
                      <c:pt idx="117">
                        <c:v>154934.38877686064</c:v>
                      </c:pt>
                      <c:pt idx="118">
                        <c:v>126888.28667537535</c:v>
                      </c:pt>
                      <c:pt idx="119">
                        <c:v>192029.694021887</c:v>
                      </c:pt>
                      <c:pt idx="120">
                        <c:v>176382.86552255834</c:v>
                      </c:pt>
                      <c:pt idx="121">
                        <c:v>93667.083601418941</c:v>
                      </c:pt>
                      <c:pt idx="122">
                        <c:v>116618.31760523024</c:v>
                      </c:pt>
                      <c:pt idx="123">
                        <c:v>118258.64336036173</c:v>
                      </c:pt>
                      <c:pt idx="124">
                        <c:v>114505.96639814967</c:v>
                      </c:pt>
                      <c:pt idx="125">
                        <c:v>172587.00789709532</c:v>
                      </c:pt>
                      <c:pt idx="126">
                        <c:v>150773.82987705167</c:v>
                      </c:pt>
                      <c:pt idx="127">
                        <c:v>128081.57861861266</c:v>
                      </c:pt>
                      <c:pt idx="128">
                        <c:v>112048.87427350045</c:v>
                      </c:pt>
                      <c:pt idx="129">
                        <c:v>165535.12002738207</c:v>
                      </c:pt>
                      <c:pt idx="130">
                        <c:v>153880.38757438023</c:v>
                      </c:pt>
                      <c:pt idx="131">
                        <c:v>62653.752672699396</c:v>
                      </c:pt>
                      <c:pt idx="132">
                        <c:v>67146.774089340659</c:v>
                      </c:pt>
                      <c:pt idx="133">
                        <c:v>106402.31024327269</c:v>
                      </c:pt>
                      <c:pt idx="134">
                        <c:v>82481.831152255982</c:v>
                      </c:pt>
                      <c:pt idx="135">
                        <c:v>77425.76467870234</c:v>
                      </c:pt>
                      <c:pt idx="136">
                        <c:v>50159.528418905502</c:v>
                      </c:pt>
                      <c:pt idx="137">
                        <c:v>64760.983170226631</c:v>
                      </c:pt>
                      <c:pt idx="138">
                        <c:v>42460.703778891067</c:v>
                      </c:pt>
                      <c:pt idx="139">
                        <c:v>64225.681236587174</c:v>
                      </c:pt>
                      <c:pt idx="140">
                        <c:v>79850.110003037029</c:v>
                      </c:pt>
                      <c:pt idx="141">
                        <c:v>85066.938097525563</c:v>
                      </c:pt>
                      <c:pt idx="142">
                        <c:v>57452.451544464471</c:v>
                      </c:pt>
                      <c:pt idx="143">
                        <c:v>45646.774587879532</c:v>
                      </c:pt>
                      <c:pt idx="144">
                        <c:v>61321.707407438291</c:v>
                      </c:pt>
                      <c:pt idx="145">
                        <c:v>79264.184353001765</c:v>
                      </c:pt>
                      <c:pt idx="146">
                        <c:v>14087.159059670301</c:v>
                      </c:pt>
                      <c:pt idx="147">
                        <c:v>39204.532387749598</c:v>
                      </c:pt>
                      <c:pt idx="148">
                        <c:v>19430.5843695082</c:v>
                      </c:pt>
                      <c:pt idx="149">
                        <c:v>21975.892895286568</c:v>
                      </c:pt>
                      <c:pt idx="150">
                        <c:v>25297.815642782934</c:v>
                      </c:pt>
                      <c:pt idx="151">
                        <c:v>30852.846340016898</c:v>
                      </c:pt>
                      <c:pt idx="152">
                        <c:v>45220.901756144063</c:v>
                      </c:pt>
                      <c:pt idx="153">
                        <c:v>49272.607539520897</c:v>
                      </c:pt>
                      <c:pt idx="154">
                        <c:v>30662.521596066497</c:v>
                      </c:pt>
                      <c:pt idx="155">
                        <c:v>17449.698169478233</c:v>
                      </c:pt>
                      <c:pt idx="156">
                        <c:v>38100.559713020339</c:v>
                      </c:pt>
                      <c:pt idx="157">
                        <c:v>38939.209456611708</c:v>
                      </c:pt>
                      <c:pt idx="158">
                        <c:v>44791.967541171005</c:v>
                      </c:pt>
                      <c:pt idx="159">
                        <c:v>27966.116459309636</c:v>
                      </c:pt>
                      <c:pt idx="160">
                        <c:v>40877.450205025605</c:v>
                      </c:pt>
                      <c:pt idx="161">
                        <c:v>16114.6458723708</c:v>
                      </c:pt>
                      <c:pt idx="162">
                        <c:v>31660.123921353897</c:v>
                      </c:pt>
                      <c:pt idx="163">
                        <c:v>16856.671810426298</c:v>
                      </c:pt>
                      <c:pt idx="164">
                        <c:v>0</c:v>
                      </c:pt>
                      <c:pt idx="165">
                        <c:v>14338.557605006799</c:v>
                      </c:pt>
                      <c:pt idx="166">
                        <c:v>20390.129371872932</c:v>
                      </c:pt>
                      <c:pt idx="167">
                        <c:v>40085.881934348472</c:v>
                      </c:pt>
                      <c:pt idx="168">
                        <c:v>6998.1212361305033</c:v>
                      </c:pt>
                      <c:pt idx="169">
                        <c:v>13924.870693279634</c:v>
                      </c:pt>
                      <c:pt idx="170">
                        <c:v>8786.3112587780724</c:v>
                      </c:pt>
                      <c:pt idx="171">
                        <c:v>24538.323075444834</c:v>
                      </c:pt>
                      <c:pt idx="172">
                        <c:v>34921.589613048731</c:v>
                      </c:pt>
                      <c:pt idx="173">
                        <c:v>4869.7648333281668</c:v>
                      </c:pt>
                      <c:pt idx="174">
                        <c:v>4973.6252332218328</c:v>
                      </c:pt>
                      <c:pt idx="175">
                        <c:v>9484.9338527414366</c:v>
                      </c:pt>
                      <c:pt idx="176">
                        <c:v>0</c:v>
                      </c:pt>
                      <c:pt idx="177">
                        <c:v>11897.590339365699</c:v>
                      </c:pt>
                      <c:pt idx="178">
                        <c:v>0</c:v>
                      </c:pt>
                      <c:pt idx="179">
                        <c:v>9152.2105257310013</c:v>
                      </c:pt>
                      <c:pt idx="180">
                        <c:v>44293.910686586663</c:v>
                      </c:pt>
                      <c:pt idx="181">
                        <c:v>35967.270206621797</c:v>
                      </c:pt>
                      <c:pt idx="182">
                        <c:v>0</c:v>
                      </c:pt>
                      <c:pt idx="183">
                        <c:v>3552.5894523012998</c:v>
                      </c:pt>
                      <c:pt idx="184">
                        <c:v>7815.6967950628668</c:v>
                      </c:pt>
                      <c:pt idx="185">
                        <c:v>7866.5431922993666</c:v>
                      </c:pt>
                      <c:pt idx="186">
                        <c:v>10644.273110730133</c:v>
                      </c:pt>
                      <c:pt idx="187">
                        <c:v>0</c:v>
                      </c:pt>
                      <c:pt idx="188">
                        <c:v>7460.4378498327342</c:v>
                      </c:pt>
                      <c:pt idx="189">
                        <c:v>5618.9594230709663</c:v>
                      </c:pt>
                      <c:pt idx="190">
                        <c:v>3907.8483975314334</c:v>
                      </c:pt>
                      <c:pt idx="191">
                        <c:v>3197.3305070711763</c:v>
                      </c:pt>
                      <c:pt idx="192">
                        <c:v>0</c:v>
                      </c:pt>
                      <c:pt idx="193">
                        <c:v>15778.9317355686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10114.126961527732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10F-4687-B61D-D542564B8549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Summary!$E$1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Summary!$E$2:$E$201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1843.5127477080398</c:v>
                      </c:pt>
                      <c:pt idx="5">
                        <c:v>0</c:v>
                      </c:pt>
                      <c:pt idx="6">
                        <c:v>8108.911872003956</c:v>
                      </c:pt>
                      <c:pt idx="7">
                        <c:v>28880.861616902137</c:v>
                      </c:pt>
                      <c:pt idx="8">
                        <c:v>32134.336859581137</c:v>
                      </c:pt>
                      <c:pt idx="9">
                        <c:v>58433.720780678872</c:v>
                      </c:pt>
                      <c:pt idx="10">
                        <c:v>143702.72252772938</c:v>
                      </c:pt>
                      <c:pt idx="11">
                        <c:v>190584.88294327434</c:v>
                      </c:pt>
                      <c:pt idx="12">
                        <c:v>306447.95279410033</c:v>
                      </c:pt>
                      <c:pt idx="13">
                        <c:v>435564.60146591632</c:v>
                      </c:pt>
                      <c:pt idx="14">
                        <c:v>579608.34496802057</c:v>
                      </c:pt>
                      <c:pt idx="15">
                        <c:v>724837.57054610678</c:v>
                      </c:pt>
                      <c:pt idx="16">
                        <c:v>952679.38170385035</c:v>
                      </c:pt>
                      <c:pt idx="17">
                        <c:v>1209009.7511604165</c:v>
                      </c:pt>
                      <c:pt idx="18">
                        <c:v>1453042.4924344402</c:v>
                      </c:pt>
                      <c:pt idx="19">
                        <c:v>1507476.3442540735</c:v>
                      </c:pt>
                      <c:pt idx="20">
                        <c:v>1749573.5675750666</c:v>
                      </c:pt>
                      <c:pt idx="21">
                        <c:v>2106997.5931774266</c:v>
                      </c:pt>
                      <c:pt idx="22">
                        <c:v>2231557.4972264669</c:v>
                      </c:pt>
                      <c:pt idx="23">
                        <c:v>2818654.0003809035</c:v>
                      </c:pt>
                      <c:pt idx="24">
                        <c:v>2989537.8044005968</c:v>
                      </c:pt>
                      <c:pt idx="25">
                        <c:v>3239910.1585603333</c:v>
                      </c:pt>
                      <c:pt idx="26">
                        <c:v>3508555.9264186732</c:v>
                      </c:pt>
                      <c:pt idx="27">
                        <c:v>3481481.8986533731</c:v>
                      </c:pt>
                      <c:pt idx="28">
                        <c:v>4093699.3370058998</c:v>
                      </c:pt>
                      <c:pt idx="29">
                        <c:v>5064850.9023824902</c:v>
                      </c:pt>
                      <c:pt idx="30">
                        <c:v>4845132.1314422702</c:v>
                      </c:pt>
                      <c:pt idx="31">
                        <c:v>5415568.4964033393</c:v>
                      </c:pt>
                      <c:pt idx="32">
                        <c:v>5187978.0526251262</c:v>
                      </c:pt>
                      <c:pt idx="33">
                        <c:v>5522816.6906855395</c:v>
                      </c:pt>
                      <c:pt idx="34">
                        <c:v>5339479.4994528098</c:v>
                      </c:pt>
                      <c:pt idx="35">
                        <c:v>5882396.431187883</c:v>
                      </c:pt>
                      <c:pt idx="36">
                        <c:v>6210369.9591158936</c:v>
                      </c:pt>
                      <c:pt idx="37">
                        <c:v>6289551.5962202204</c:v>
                      </c:pt>
                      <c:pt idx="38">
                        <c:v>5770462.2388070561</c:v>
                      </c:pt>
                      <c:pt idx="39">
                        <c:v>5568673.0398363238</c:v>
                      </c:pt>
                      <c:pt idx="40">
                        <c:v>6620955.0895016426</c:v>
                      </c:pt>
                      <c:pt idx="41">
                        <c:v>5615122.3036899166</c:v>
                      </c:pt>
                      <c:pt idx="42">
                        <c:v>6021392.5983845368</c:v>
                      </c:pt>
                      <c:pt idx="43">
                        <c:v>5760202.914163609</c:v>
                      </c:pt>
                      <c:pt idx="44">
                        <c:v>5505836.8655745676</c:v>
                      </c:pt>
                      <c:pt idx="45">
                        <c:v>5639934.8228220763</c:v>
                      </c:pt>
                      <c:pt idx="46">
                        <c:v>5188682.8488986036</c:v>
                      </c:pt>
                      <c:pt idx="47">
                        <c:v>5225113.6043084934</c:v>
                      </c:pt>
                      <c:pt idx="48">
                        <c:v>5359916.431124731</c:v>
                      </c:pt>
                      <c:pt idx="49">
                        <c:v>5344112.9598967405</c:v>
                      </c:pt>
                      <c:pt idx="50">
                        <c:v>5035022.1569728972</c:v>
                      </c:pt>
                      <c:pt idx="51">
                        <c:v>4845652.7844047565</c:v>
                      </c:pt>
                      <c:pt idx="52">
                        <c:v>4622782.7310349569</c:v>
                      </c:pt>
                      <c:pt idx="53">
                        <c:v>4561904.2979175635</c:v>
                      </c:pt>
                      <c:pt idx="54">
                        <c:v>4318505.9674959192</c:v>
                      </c:pt>
                      <c:pt idx="55">
                        <c:v>4059212.8188312636</c:v>
                      </c:pt>
                      <c:pt idx="56">
                        <c:v>4116539.2973208167</c:v>
                      </c:pt>
                      <c:pt idx="57">
                        <c:v>3952209.6862772033</c:v>
                      </c:pt>
                      <c:pt idx="58">
                        <c:v>3740462.3352134465</c:v>
                      </c:pt>
                      <c:pt idx="59">
                        <c:v>3435417.1061833068</c:v>
                      </c:pt>
                      <c:pt idx="60">
                        <c:v>3598591.6089344197</c:v>
                      </c:pt>
                      <c:pt idx="61">
                        <c:v>3383673.2030564765</c:v>
                      </c:pt>
                      <c:pt idx="62">
                        <c:v>3392787.8830194436</c:v>
                      </c:pt>
                      <c:pt idx="63">
                        <c:v>2791505.20591994</c:v>
                      </c:pt>
                      <c:pt idx="64">
                        <c:v>2775263.9311784897</c:v>
                      </c:pt>
                      <c:pt idx="65">
                        <c:v>2496364.6720780502</c:v>
                      </c:pt>
                      <c:pt idx="66">
                        <c:v>2423294.5041006766</c:v>
                      </c:pt>
                      <c:pt idx="67">
                        <c:v>2632346.1255278401</c:v>
                      </c:pt>
                      <c:pt idx="68">
                        <c:v>2430730.4634433468</c:v>
                      </c:pt>
                      <c:pt idx="69">
                        <c:v>2371003.6896059602</c:v>
                      </c:pt>
                      <c:pt idx="70">
                        <c:v>2340279.6322950535</c:v>
                      </c:pt>
                      <c:pt idx="71">
                        <c:v>1914042.6085791967</c:v>
                      </c:pt>
                      <c:pt idx="72">
                        <c:v>1832118.3826859333</c:v>
                      </c:pt>
                      <c:pt idx="73">
                        <c:v>2003232.6542203967</c:v>
                      </c:pt>
                      <c:pt idx="74">
                        <c:v>1550209.34037166</c:v>
                      </c:pt>
                      <c:pt idx="75">
                        <c:v>1590715.7282939169</c:v>
                      </c:pt>
                      <c:pt idx="76">
                        <c:v>1614815.9556075465</c:v>
                      </c:pt>
                      <c:pt idx="77">
                        <c:v>1068705.4528899521</c:v>
                      </c:pt>
                      <c:pt idx="78">
                        <c:v>1399202.7785657898</c:v>
                      </c:pt>
                      <c:pt idx="79">
                        <c:v>1491533.6316164464</c:v>
                      </c:pt>
                      <c:pt idx="80">
                        <c:v>1287851.4933705966</c:v>
                      </c:pt>
                      <c:pt idx="81">
                        <c:v>1372687.9073383063</c:v>
                      </c:pt>
                      <c:pt idx="82">
                        <c:v>1039877.3105140636</c:v>
                      </c:pt>
                      <c:pt idx="83">
                        <c:v>1108107.6710203711</c:v>
                      </c:pt>
                      <c:pt idx="84">
                        <c:v>906116.69794756442</c:v>
                      </c:pt>
                      <c:pt idx="85">
                        <c:v>825926.57569329848</c:v>
                      </c:pt>
                      <c:pt idx="86">
                        <c:v>914190.52136963874</c:v>
                      </c:pt>
                      <c:pt idx="87">
                        <c:v>999928.34176437545</c:v>
                      </c:pt>
                      <c:pt idx="88">
                        <c:v>739819.71664450632</c:v>
                      </c:pt>
                      <c:pt idx="89">
                        <c:v>626037.23984886601</c:v>
                      </c:pt>
                      <c:pt idx="90">
                        <c:v>565683.49616234668</c:v>
                      </c:pt>
                      <c:pt idx="91">
                        <c:v>557191.94900033134</c:v>
                      </c:pt>
                      <c:pt idx="92">
                        <c:v>580645.23519256932</c:v>
                      </c:pt>
                      <c:pt idx="93">
                        <c:v>554238.01152984635</c:v>
                      </c:pt>
                      <c:pt idx="94">
                        <c:v>307115.94297517766</c:v>
                      </c:pt>
                      <c:pt idx="95">
                        <c:v>525538.95438406395</c:v>
                      </c:pt>
                      <c:pt idx="96">
                        <c:v>449505.29297698132</c:v>
                      </c:pt>
                      <c:pt idx="97">
                        <c:v>493855.36698072497</c:v>
                      </c:pt>
                      <c:pt idx="98">
                        <c:v>443716.1548661277</c:v>
                      </c:pt>
                      <c:pt idx="99">
                        <c:v>325392.87327746564</c:v>
                      </c:pt>
                      <c:pt idx="100">
                        <c:v>408768.19025131641</c:v>
                      </c:pt>
                      <c:pt idx="101">
                        <c:v>418482.28998868604</c:v>
                      </c:pt>
                      <c:pt idx="102">
                        <c:v>459077.53036336805</c:v>
                      </c:pt>
                      <c:pt idx="103">
                        <c:v>284060.49752774002</c:v>
                      </c:pt>
                      <c:pt idx="104">
                        <c:v>459678.53245844692</c:v>
                      </c:pt>
                      <c:pt idx="105">
                        <c:v>233360.82894110531</c:v>
                      </c:pt>
                      <c:pt idx="106">
                        <c:v>172320.20936459865</c:v>
                      </c:pt>
                      <c:pt idx="107">
                        <c:v>227370.744266753</c:v>
                      </c:pt>
                      <c:pt idx="108">
                        <c:v>259449.43776341435</c:v>
                      </c:pt>
                      <c:pt idx="109">
                        <c:v>199882.79011036034</c:v>
                      </c:pt>
                      <c:pt idx="110">
                        <c:v>107046.74187272927</c:v>
                      </c:pt>
                      <c:pt idx="111">
                        <c:v>216113.21538415435</c:v>
                      </c:pt>
                      <c:pt idx="112">
                        <c:v>157357.77622870609</c:v>
                      </c:pt>
                      <c:pt idx="113">
                        <c:v>152768.5575695477</c:v>
                      </c:pt>
                      <c:pt idx="114">
                        <c:v>133881.61832583536</c:v>
                      </c:pt>
                      <c:pt idx="115">
                        <c:v>191432.70424768899</c:v>
                      </c:pt>
                      <c:pt idx="116">
                        <c:v>54828.328977037141</c:v>
                      </c:pt>
                      <c:pt idx="117">
                        <c:v>100692.94460397831</c:v>
                      </c:pt>
                      <c:pt idx="118">
                        <c:v>129238.99569980963</c:v>
                      </c:pt>
                      <c:pt idx="119">
                        <c:v>121702.07245887659</c:v>
                      </c:pt>
                      <c:pt idx="120">
                        <c:v>216519.24577967764</c:v>
                      </c:pt>
                      <c:pt idx="121">
                        <c:v>137399.05812390038</c:v>
                      </c:pt>
                      <c:pt idx="122">
                        <c:v>123215.72248247474</c:v>
                      </c:pt>
                      <c:pt idx="123">
                        <c:v>93825.433066395184</c:v>
                      </c:pt>
                      <c:pt idx="124">
                        <c:v>55333.485536014021</c:v>
                      </c:pt>
                      <c:pt idx="125">
                        <c:v>125265.79009420176</c:v>
                      </c:pt>
                      <c:pt idx="126">
                        <c:v>91090.766378007436</c:v>
                      </c:pt>
                      <c:pt idx="127">
                        <c:v>103088.87950874794</c:v>
                      </c:pt>
                      <c:pt idx="128">
                        <c:v>20250.653827762831</c:v>
                      </c:pt>
                      <c:pt idx="129">
                        <c:v>112953.38789885999</c:v>
                      </c:pt>
                      <c:pt idx="130">
                        <c:v>60153.782031821465</c:v>
                      </c:pt>
                      <c:pt idx="131">
                        <c:v>27195.683152667607</c:v>
                      </c:pt>
                      <c:pt idx="132">
                        <c:v>103658.53964290388</c:v>
                      </c:pt>
                      <c:pt idx="133">
                        <c:v>113819.69813743884</c:v>
                      </c:pt>
                      <c:pt idx="134">
                        <c:v>49315.17819711793</c:v>
                      </c:pt>
                      <c:pt idx="135">
                        <c:v>33586.05445463927</c:v>
                      </c:pt>
                      <c:pt idx="136">
                        <c:v>42797.712561734072</c:v>
                      </c:pt>
                      <c:pt idx="137">
                        <c:v>54364.819657649168</c:v>
                      </c:pt>
                      <c:pt idx="138">
                        <c:v>56142.266523455</c:v>
                      </c:pt>
                      <c:pt idx="139">
                        <c:v>23210.708442350788</c:v>
                      </c:pt>
                      <c:pt idx="140">
                        <c:v>27012.478238366035</c:v>
                      </c:pt>
                      <c:pt idx="141">
                        <c:v>40018.381348240167</c:v>
                      </c:pt>
                      <c:pt idx="142">
                        <c:v>48763.264883638265</c:v>
                      </c:pt>
                      <c:pt idx="143">
                        <c:v>44873.108642440806</c:v>
                      </c:pt>
                      <c:pt idx="144">
                        <c:v>38817.06009704843</c:v>
                      </c:pt>
                      <c:pt idx="145">
                        <c:v>31538.474205756065</c:v>
                      </c:pt>
                      <c:pt idx="146">
                        <c:v>27294.309174199327</c:v>
                      </c:pt>
                      <c:pt idx="147">
                        <c:v>23074.850057905063</c:v>
                      </c:pt>
                      <c:pt idx="148">
                        <c:v>31123.185466913797</c:v>
                      </c:pt>
                      <c:pt idx="149">
                        <c:v>20433.155256576567</c:v>
                      </c:pt>
                      <c:pt idx="150">
                        <c:v>23948.365038406901</c:v>
                      </c:pt>
                      <c:pt idx="151">
                        <c:v>25795.439691190899</c:v>
                      </c:pt>
                      <c:pt idx="152">
                        <c:v>48161.209325418538</c:v>
                      </c:pt>
                      <c:pt idx="153">
                        <c:v>7852.2089136081095</c:v>
                      </c:pt>
                      <c:pt idx="154">
                        <c:v>37462.025780236669</c:v>
                      </c:pt>
                      <c:pt idx="155">
                        <c:v>4424.4305944993002</c:v>
                      </c:pt>
                      <c:pt idx="156">
                        <c:v>40847.489150245172</c:v>
                      </c:pt>
                      <c:pt idx="157">
                        <c:v>22560.683800558167</c:v>
                      </c:pt>
                      <c:pt idx="158">
                        <c:v>13099.641187125033</c:v>
                      </c:pt>
                      <c:pt idx="159">
                        <c:v>25582.835559251631</c:v>
                      </c:pt>
                      <c:pt idx="160">
                        <c:v>41419.950848921566</c:v>
                      </c:pt>
                      <c:pt idx="161">
                        <c:v>27218.266912193634</c:v>
                      </c:pt>
                      <c:pt idx="162">
                        <c:v>11414.004884739066</c:v>
                      </c:pt>
                      <c:pt idx="163">
                        <c:v>4050.1307655525666</c:v>
                      </c:pt>
                      <c:pt idx="164">
                        <c:v>7374.0509908321665</c:v>
                      </c:pt>
                      <c:pt idx="165">
                        <c:v>13254.973414535665</c:v>
                      </c:pt>
                      <c:pt idx="166">
                        <c:v>10324.380722289334</c:v>
                      </c:pt>
                      <c:pt idx="167">
                        <c:v>22841.497049226866</c:v>
                      </c:pt>
                      <c:pt idx="168">
                        <c:v>0</c:v>
                      </c:pt>
                      <c:pt idx="169">
                        <c:v>7374.0509908321665</c:v>
                      </c:pt>
                      <c:pt idx="170">
                        <c:v>22239.636132912634</c:v>
                      </c:pt>
                      <c:pt idx="171">
                        <c:v>10706.765193485233</c:v>
                      </c:pt>
                      <c:pt idx="172">
                        <c:v>9204.8426489830999</c:v>
                      </c:pt>
                      <c:pt idx="173">
                        <c:v>23728.385599342731</c:v>
                      </c:pt>
                      <c:pt idx="174">
                        <c:v>15677.763319031934</c:v>
                      </c:pt>
                      <c:pt idx="175">
                        <c:v>7363.8741191865001</c:v>
                      </c:pt>
                      <c:pt idx="176">
                        <c:v>5154.7118834305338</c:v>
                      </c:pt>
                      <c:pt idx="177">
                        <c:v>3318.3229458744736</c:v>
                      </c:pt>
                      <c:pt idx="178">
                        <c:v>11598.484832814533</c:v>
                      </c:pt>
                      <c:pt idx="179">
                        <c:v>26384.528512517198</c:v>
                      </c:pt>
                      <c:pt idx="180">
                        <c:v>3441.4602407630996</c:v>
                      </c:pt>
                      <c:pt idx="181">
                        <c:v>4055.7280449576997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13636.905897216668</c:v>
                      </c:pt>
                      <c:pt idx="185">
                        <c:v>13765.840963052433</c:v>
                      </c:pt>
                      <c:pt idx="186">
                        <c:v>7647.6894239180328</c:v>
                      </c:pt>
                      <c:pt idx="187">
                        <c:v>4970.9981255467001</c:v>
                      </c:pt>
                      <c:pt idx="188">
                        <c:v>0</c:v>
                      </c:pt>
                      <c:pt idx="189">
                        <c:v>22233.530009925234</c:v>
                      </c:pt>
                      <c:pt idx="190">
                        <c:v>0</c:v>
                      </c:pt>
                      <c:pt idx="191">
                        <c:v>9750.4493479333014</c:v>
                      </c:pt>
                      <c:pt idx="192">
                        <c:v>7732.0678251458003</c:v>
                      </c:pt>
                      <c:pt idx="193">
                        <c:v>21376.097532514435</c:v>
                      </c:pt>
                      <c:pt idx="194">
                        <c:v>0</c:v>
                      </c:pt>
                      <c:pt idx="195">
                        <c:v>12904.5892339563</c:v>
                      </c:pt>
                      <c:pt idx="196">
                        <c:v>4786.5181774712337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0-C10F-4687-B61D-D542564B8549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Summary!$F$1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Summary!$F$2:$F$201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2266.9736229635369</c:v>
                      </c:pt>
                      <c:pt idx="3">
                        <c:v>1484.5060146296735</c:v>
                      </c:pt>
                      <c:pt idx="4">
                        <c:v>8012.5390439551129</c:v>
                      </c:pt>
                      <c:pt idx="5">
                        <c:v>4936.1456408745735</c:v>
                      </c:pt>
                      <c:pt idx="6">
                        <c:v>17243.00119313088</c:v>
                      </c:pt>
                      <c:pt idx="7">
                        <c:v>21205.763555647998</c:v>
                      </c:pt>
                      <c:pt idx="8">
                        <c:v>67869.81383476546</c:v>
                      </c:pt>
                      <c:pt idx="9">
                        <c:v>97777.283952782702</c:v>
                      </c:pt>
                      <c:pt idx="10">
                        <c:v>175646.03696422768</c:v>
                      </c:pt>
                      <c:pt idx="11">
                        <c:v>240347.12583360029</c:v>
                      </c:pt>
                      <c:pt idx="12">
                        <c:v>295788.39365641802</c:v>
                      </c:pt>
                      <c:pt idx="13">
                        <c:v>461632.93984611466</c:v>
                      </c:pt>
                      <c:pt idx="14">
                        <c:v>439423.76493300637</c:v>
                      </c:pt>
                      <c:pt idx="15">
                        <c:v>569513.89979414595</c:v>
                      </c:pt>
                      <c:pt idx="16">
                        <c:v>719933.78759030905</c:v>
                      </c:pt>
                      <c:pt idx="17">
                        <c:v>896378.56643684267</c:v>
                      </c:pt>
                      <c:pt idx="18">
                        <c:v>1069089.35136973</c:v>
                      </c:pt>
                      <c:pt idx="19">
                        <c:v>1198413.6063088335</c:v>
                      </c:pt>
                      <c:pt idx="20">
                        <c:v>1266371.2075175436</c:v>
                      </c:pt>
                      <c:pt idx="21">
                        <c:v>1676599.3708758298</c:v>
                      </c:pt>
                      <c:pt idx="22">
                        <c:v>1742842.0358369064</c:v>
                      </c:pt>
                      <c:pt idx="23">
                        <c:v>1816219.9732870169</c:v>
                      </c:pt>
                      <c:pt idx="24">
                        <c:v>1919824.6858643231</c:v>
                      </c:pt>
                      <c:pt idx="25">
                        <c:v>1599308.7497807464</c:v>
                      </c:pt>
                      <c:pt idx="26">
                        <c:v>2091683.8323134799</c:v>
                      </c:pt>
                      <c:pt idx="27">
                        <c:v>2195625.5262805931</c:v>
                      </c:pt>
                      <c:pt idx="28">
                        <c:v>1983466.0473720965</c:v>
                      </c:pt>
                      <c:pt idx="29">
                        <c:v>1749022.7321030733</c:v>
                      </c:pt>
                      <c:pt idx="30">
                        <c:v>1853962.3307199366</c:v>
                      </c:pt>
                      <c:pt idx="31">
                        <c:v>2328774.3795142868</c:v>
                      </c:pt>
                      <c:pt idx="32">
                        <c:v>2418470.8162518502</c:v>
                      </c:pt>
                      <c:pt idx="33">
                        <c:v>2256348.8606498237</c:v>
                      </c:pt>
                      <c:pt idx="34">
                        <c:v>2002419.1947366532</c:v>
                      </c:pt>
                      <c:pt idx="35">
                        <c:v>2330570.2559761195</c:v>
                      </c:pt>
                      <c:pt idx="36">
                        <c:v>2315823.7959348098</c:v>
                      </c:pt>
                      <c:pt idx="37">
                        <c:v>2099240.5781308967</c:v>
                      </c:pt>
                      <c:pt idx="38">
                        <c:v>2079443.6876300499</c:v>
                      </c:pt>
                      <c:pt idx="39">
                        <c:v>1932711.0087115867</c:v>
                      </c:pt>
                      <c:pt idx="40">
                        <c:v>1727471.5911411766</c:v>
                      </c:pt>
                      <c:pt idx="41">
                        <c:v>1777142.48901942</c:v>
                      </c:pt>
                      <c:pt idx="42">
                        <c:v>2030942.1154136832</c:v>
                      </c:pt>
                      <c:pt idx="43">
                        <c:v>2048255.9928737797</c:v>
                      </c:pt>
                      <c:pt idx="44">
                        <c:v>2021455.6939373135</c:v>
                      </c:pt>
                      <c:pt idx="45">
                        <c:v>2028260.9282078065</c:v>
                      </c:pt>
                      <c:pt idx="46">
                        <c:v>1800257.8778917268</c:v>
                      </c:pt>
                      <c:pt idx="47">
                        <c:v>1524462.4747665098</c:v>
                      </c:pt>
                      <c:pt idx="48">
                        <c:v>1717713.6342551333</c:v>
                      </c:pt>
                      <c:pt idx="49">
                        <c:v>1720170.1407196831</c:v>
                      </c:pt>
                      <c:pt idx="50">
                        <c:v>1779642.4368769533</c:v>
                      </c:pt>
                      <c:pt idx="51">
                        <c:v>1400794.5264315268</c:v>
                      </c:pt>
                      <c:pt idx="52">
                        <c:v>1369276.0161471919</c:v>
                      </c:pt>
                      <c:pt idx="53">
                        <c:v>1226466.413788222</c:v>
                      </c:pt>
                      <c:pt idx="54">
                        <c:v>1363705.6797517133</c:v>
                      </c:pt>
                      <c:pt idx="55">
                        <c:v>1314489.0563650366</c:v>
                      </c:pt>
                      <c:pt idx="56">
                        <c:v>1135813.5470979444</c:v>
                      </c:pt>
                      <c:pt idx="57">
                        <c:v>904954.70842909103</c:v>
                      </c:pt>
                      <c:pt idx="58">
                        <c:v>971872.79605784325</c:v>
                      </c:pt>
                      <c:pt idx="59">
                        <c:v>1007533.3207403173</c:v>
                      </c:pt>
                      <c:pt idx="60">
                        <c:v>1018069.4116393166</c:v>
                      </c:pt>
                      <c:pt idx="61">
                        <c:v>1083177.0527121329</c:v>
                      </c:pt>
                      <c:pt idx="62">
                        <c:v>957587.04165193287</c:v>
                      </c:pt>
                      <c:pt idx="63">
                        <c:v>1103994.9340015922</c:v>
                      </c:pt>
                      <c:pt idx="64">
                        <c:v>720462.12290669372</c:v>
                      </c:pt>
                      <c:pt idx="65">
                        <c:v>753315.32238856063</c:v>
                      </c:pt>
                      <c:pt idx="66">
                        <c:v>881862.41588107694</c:v>
                      </c:pt>
                      <c:pt idx="67">
                        <c:v>772437.99429400114</c:v>
                      </c:pt>
                      <c:pt idx="68">
                        <c:v>888928.49673953035</c:v>
                      </c:pt>
                      <c:pt idx="69">
                        <c:v>857859.03142164799</c:v>
                      </c:pt>
                      <c:pt idx="70">
                        <c:v>686782.69517999573</c:v>
                      </c:pt>
                      <c:pt idx="71">
                        <c:v>822507.13488516305</c:v>
                      </c:pt>
                      <c:pt idx="72">
                        <c:v>509818.39849630365</c:v>
                      </c:pt>
                      <c:pt idx="73">
                        <c:v>508777.755195715</c:v>
                      </c:pt>
                      <c:pt idx="74">
                        <c:v>605099.55227846897</c:v>
                      </c:pt>
                      <c:pt idx="75">
                        <c:v>491211.99009935668</c:v>
                      </c:pt>
                      <c:pt idx="76">
                        <c:v>299067.84695820836</c:v>
                      </c:pt>
                      <c:pt idx="77">
                        <c:v>490624.49771637534</c:v>
                      </c:pt>
                      <c:pt idx="78">
                        <c:v>376735.81777515402</c:v>
                      </c:pt>
                      <c:pt idx="79">
                        <c:v>360280.19731835037</c:v>
                      </c:pt>
                      <c:pt idx="80">
                        <c:v>458183.51429993665</c:v>
                      </c:pt>
                      <c:pt idx="81">
                        <c:v>434610.57358655869</c:v>
                      </c:pt>
                      <c:pt idx="82">
                        <c:v>309713.02953822905</c:v>
                      </c:pt>
                      <c:pt idx="83">
                        <c:v>163399.05811421035</c:v>
                      </c:pt>
                      <c:pt idx="84">
                        <c:v>182012.6603474943</c:v>
                      </c:pt>
                      <c:pt idx="85">
                        <c:v>195727.91823021299</c:v>
                      </c:pt>
                      <c:pt idx="86">
                        <c:v>249040.68409846802</c:v>
                      </c:pt>
                      <c:pt idx="87">
                        <c:v>232199.69287058801</c:v>
                      </c:pt>
                      <c:pt idx="88">
                        <c:v>210088.93577944834</c:v>
                      </c:pt>
                      <c:pt idx="89">
                        <c:v>283492.46190914133</c:v>
                      </c:pt>
                      <c:pt idx="90">
                        <c:v>202700.93875924242</c:v>
                      </c:pt>
                      <c:pt idx="91">
                        <c:v>328810.11803387734</c:v>
                      </c:pt>
                      <c:pt idx="92">
                        <c:v>214452.32332860734</c:v>
                      </c:pt>
                      <c:pt idx="93">
                        <c:v>163955.30603313769</c:v>
                      </c:pt>
                      <c:pt idx="94">
                        <c:v>191907.99242624067</c:v>
                      </c:pt>
                      <c:pt idx="95">
                        <c:v>148707.82478263814</c:v>
                      </c:pt>
                      <c:pt idx="96">
                        <c:v>227935.90329861568</c:v>
                      </c:pt>
                      <c:pt idx="97">
                        <c:v>182853.88496511849</c:v>
                      </c:pt>
                      <c:pt idx="98">
                        <c:v>191869.4270546386</c:v>
                      </c:pt>
                      <c:pt idx="99">
                        <c:v>129370.19748402591</c:v>
                      </c:pt>
                      <c:pt idx="100">
                        <c:v>180414.55873195885</c:v>
                      </c:pt>
                      <c:pt idx="101">
                        <c:v>146564.94520242399</c:v>
                      </c:pt>
                      <c:pt idx="102">
                        <c:v>152744.15209754262</c:v>
                      </c:pt>
                      <c:pt idx="103">
                        <c:v>98663.800038804126</c:v>
                      </c:pt>
                      <c:pt idx="104">
                        <c:v>87224.898566700169</c:v>
                      </c:pt>
                      <c:pt idx="105">
                        <c:v>64827.978632715502</c:v>
                      </c:pt>
                      <c:pt idx="106">
                        <c:v>86639.98816878564</c:v>
                      </c:pt>
                      <c:pt idx="107">
                        <c:v>68610.393360791903</c:v>
                      </c:pt>
                      <c:pt idx="108">
                        <c:v>90596.335738917929</c:v>
                      </c:pt>
                      <c:pt idx="109">
                        <c:v>25625.502442458877</c:v>
                      </c:pt>
                      <c:pt idx="110">
                        <c:v>139714.16038613877</c:v>
                      </c:pt>
                      <c:pt idx="111">
                        <c:v>91393.553812877159</c:v>
                      </c:pt>
                      <c:pt idx="112">
                        <c:v>97807.992295254997</c:v>
                      </c:pt>
                      <c:pt idx="113">
                        <c:v>42537.918017413132</c:v>
                      </c:pt>
                      <c:pt idx="114">
                        <c:v>97851.089719623633</c:v>
                      </c:pt>
                      <c:pt idx="115">
                        <c:v>117720.939457535</c:v>
                      </c:pt>
                      <c:pt idx="116">
                        <c:v>78455.732470757895</c:v>
                      </c:pt>
                      <c:pt idx="117">
                        <c:v>38159.450415943233</c:v>
                      </c:pt>
                      <c:pt idx="118">
                        <c:v>34328.343818177469</c:v>
                      </c:pt>
                      <c:pt idx="119">
                        <c:v>41295.625779434798</c:v>
                      </c:pt>
                      <c:pt idx="120">
                        <c:v>26205.579333806298</c:v>
                      </c:pt>
                      <c:pt idx="121">
                        <c:v>62354.635412821306</c:v>
                      </c:pt>
                      <c:pt idx="122">
                        <c:v>27901.368073359932</c:v>
                      </c:pt>
                      <c:pt idx="123">
                        <c:v>42128.351422874584</c:v>
                      </c:pt>
                      <c:pt idx="124">
                        <c:v>22940.539887400897</c:v>
                      </c:pt>
                      <c:pt idx="125">
                        <c:v>6756.0748190037666</c:v>
                      </c:pt>
                      <c:pt idx="126">
                        <c:v>7772.4809930178335</c:v>
                      </c:pt>
                      <c:pt idx="127">
                        <c:v>14007.833567773867</c:v>
                      </c:pt>
                      <c:pt idx="128">
                        <c:v>79561.104085350627</c:v>
                      </c:pt>
                      <c:pt idx="129">
                        <c:v>20882.4130769207</c:v>
                      </c:pt>
                      <c:pt idx="130">
                        <c:v>30709.430995471601</c:v>
                      </c:pt>
                      <c:pt idx="131">
                        <c:v>26879.830100853364</c:v>
                      </c:pt>
                      <c:pt idx="132">
                        <c:v>8097.8773352304961</c:v>
                      </c:pt>
                      <c:pt idx="133">
                        <c:v>22681.899617479081</c:v>
                      </c:pt>
                      <c:pt idx="134">
                        <c:v>11270.751505065478</c:v>
                      </c:pt>
                      <c:pt idx="135">
                        <c:v>15795.882325725412</c:v>
                      </c:pt>
                      <c:pt idx="136">
                        <c:v>19047.975301578725</c:v>
                      </c:pt>
                      <c:pt idx="137">
                        <c:v>7831.5554533909008</c:v>
                      </c:pt>
                      <c:pt idx="138">
                        <c:v>4156.6168409631</c:v>
                      </c:pt>
                      <c:pt idx="139">
                        <c:v>8189.6152984895161</c:v>
                      </c:pt>
                      <c:pt idx="140">
                        <c:v>6357.2425457900135</c:v>
                      </c:pt>
                      <c:pt idx="141">
                        <c:v>5829.3607447633667</c:v>
                      </c:pt>
                      <c:pt idx="142">
                        <c:v>3992.2260294113003</c:v>
                      </c:pt>
                      <c:pt idx="143">
                        <c:v>24936.709852598899</c:v>
                      </c:pt>
                      <c:pt idx="144">
                        <c:v>11334.8681148177</c:v>
                      </c:pt>
                      <c:pt idx="145">
                        <c:v>3562.8144351112333</c:v>
                      </c:pt>
                      <c:pt idx="146">
                        <c:v>3886.2404965089336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26475.547524106267</c:v>
                      </c:pt>
                      <c:pt idx="151">
                        <c:v>0</c:v>
                      </c:pt>
                      <c:pt idx="152">
                        <c:v>6531.8264643705661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7448.6276183087675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23805.573264329698</c:v>
                      </c:pt>
                      <c:pt idx="159">
                        <c:v>24642.799842852601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11929.525147292299</c:v>
                      </c:pt>
                      <c:pt idx="163">
                        <c:v>3562.8144351112333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5641.1228555927664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19001.676987259834</c:v>
                      </c:pt>
                      <c:pt idx="175">
                        <c:v>5938.0240585186993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3859.7156380371666</c:v>
                      </c:pt>
                      <c:pt idx="180">
                        <c:v>15735.763755074566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3685.1317194566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21079.985407741366</c:v>
                      </c:pt>
                      <c:pt idx="189">
                        <c:v>5047.3204497408997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7247.9461545678323</c:v>
                      </c:pt>
                      <c:pt idx="197">
                        <c:v>3685.1317194566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C10F-4687-B61D-D542564B8549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Summary!$G$1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prstDash val="sysDot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Summary!$G$2:$G$201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1443.8076910531965</c:v>
                      </c:pt>
                      <c:pt idx="3">
                        <c:v>1420.3892148305301</c:v>
                      </c:pt>
                      <c:pt idx="4">
                        <c:v>5940.2850813128898</c:v>
                      </c:pt>
                      <c:pt idx="5">
                        <c:v>1443.8076910531965</c:v>
                      </c:pt>
                      <c:pt idx="6">
                        <c:v>6550.343792582993</c:v>
                      </c:pt>
                      <c:pt idx="7">
                        <c:v>14515.892641026221</c:v>
                      </c:pt>
                      <c:pt idx="8">
                        <c:v>44375.047050199471</c:v>
                      </c:pt>
                      <c:pt idx="9">
                        <c:v>44904.552725011432</c:v>
                      </c:pt>
                      <c:pt idx="10">
                        <c:v>50782.018623392731</c:v>
                      </c:pt>
                      <c:pt idx="11">
                        <c:v>86166.181338443261</c:v>
                      </c:pt>
                      <c:pt idx="12">
                        <c:v>137879.11084806221</c:v>
                      </c:pt>
                      <c:pt idx="13">
                        <c:v>141564.34064230532</c:v>
                      </c:pt>
                      <c:pt idx="14">
                        <c:v>125012.92684745316</c:v>
                      </c:pt>
                      <c:pt idx="15">
                        <c:v>228768.87713668038</c:v>
                      </c:pt>
                      <c:pt idx="16">
                        <c:v>277736.81830048334</c:v>
                      </c:pt>
                      <c:pt idx="17">
                        <c:v>344630.18786402099</c:v>
                      </c:pt>
                      <c:pt idx="18">
                        <c:v>338487.40939270769</c:v>
                      </c:pt>
                      <c:pt idx="19">
                        <c:v>548404.14569965668</c:v>
                      </c:pt>
                      <c:pt idx="20">
                        <c:v>610981.25725414837</c:v>
                      </c:pt>
                      <c:pt idx="21">
                        <c:v>747845.742612659</c:v>
                      </c:pt>
                      <c:pt idx="22">
                        <c:v>772629.94348096708</c:v>
                      </c:pt>
                      <c:pt idx="23">
                        <c:v>961275.824053313</c:v>
                      </c:pt>
                      <c:pt idx="24">
                        <c:v>967979.84530525003</c:v>
                      </c:pt>
                      <c:pt idx="25">
                        <c:v>1099385.6502795669</c:v>
                      </c:pt>
                      <c:pt idx="26">
                        <c:v>997434.99435816193</c:v>
                      </c:pt>
                      <c:pt idx="27">
                        <c:v>1269014.4728860157</c:v>
                      </c:pt>
                      <c:pt idx="28">
                        <c:v>1047952.8059280847</c:v>
                      </c:pt>
                      <c:pt idx="29">
                        <c:v>1110363.9316750544</c:v>
                      </c:pt>
                      <c:pt idx="30">
                        <c:v>1174020.2657747576</c:v>
                      </c:pt>
                      <c:pt idx="31">
                        <c:v>1103776.7940864002</c:v>
                      </c:pt>
                      <c:pt idx="32">
                        <c:v>1078304.401227124</c:v>
                      </c:pt>
                      <c:pt idx="33">
                        <c:v>1089487.4661809711</c:v>
                      </c:pt>
                      <c:pt idx="34">
                        <c:v>1156096.2269883966</c:v>
                      </c:pt>
                      <c:pt idx="35">
                        <c:v>1630136.3648560066</c:v>
                      </c:pt>
                      <c:pt idx="36">
                        <c:v>1546300.1059452768</c:v>
                      </c:pt>
                      <c:pt idx="37">
                        <c:v>1372700.4506069932</c:v>
                      </c:pt>
                      <c:pt idx="38">
                        <c:v>1496077.4510305666</c:v>
                      </c:pt>
                      <c:pt idx="39">
                        <c:v>1597746.2367353132</c:v>
                      </c:pt>
                      <c:pt idx="40">
                        <c:v>1329243.4937794001</c:v>
                      </c:pt>
                      <c:pt idx="41">
                        <c:v>1447091.9656737333</c:v>
                      </c:pt>
                      <c:pt idx="42">
                        <c:v>1329431.9144800932</c:v>
                      </c:pt>
                      <c:pt idx="43">
                        <c:v>1442782.9525568066</c:v>
                      </c:pt>
                      <c:pt idx="44">
                        <c:v>1597964.8355653267</c:v>
                      </c:pt>
                      <c:pt idx="45">
                        <c:v>1356475.54861341</c:v>
                      </c:pt>
                      <c:pt idx="46">
                        <c:v>1487091.0077711567</c:v>
                      </c:pt>
                      <c:pt idx="47">
                        <c:v>1319088.4385006099</c:v>
                      </c:pt>
                      <c:pt idx="48">
                        <c:v>1460722.02387246</c:v>
                      </c:pt>
                      <c:pt idx="49">
                        <c:v>1470193.8731602002</c:v>
                      </c:pt>
                      <c:pt idx="50">
                        <c:v>1512758.0902723602</c:v>
                      </c:pt>
                      <c:pt idx="51">
                        <c:v>1117743.1841071632</c:v>
                      </c:pt>
                      <c:pt idx="52">
                        <c:v>1151805.0967180165</c:v>
                      </c:pt>
                      <c:pt idx="53">
                        <c:v>1262451.82541119</c:v>
                      </c:pt>
                      <c:pt idx="54">
                        <c:v>1363015.8264125499</c:v>
                      </c:pt>
                      <c:pt idx="55">
                        <c:v>1156523.973016199</c:v>
                      </c:pt>
                      <c:pt idx="56">
                        <c:v>902396.1405565514</c:v>
                      </c:pt>
                      <c:pt idx="57">
                        <c:v>1251039.9965147274</c:v>
                      </c:pt>
                      <c:pt idx="58">
                        <c:v>996566.93314392131</c:v>
                      </c:pt>
                      <c:pt idx="59">
                        <c:v>1015124.3580969885</c:v>
                      </c:pt>
                      <c:pt idx="60">
                        <c:v>1090682.3783888968</c:v>
                      </c:pt>
                      <c:pt idx="61">
                        <c:v>929073.34986644646</c:v>
                      </c:pt>
                      <c:pt idx="62">
                        <c:v>851388.40271349123</c:v>
                      </c:pt>
                      <c:pt idx="63">
                        <c:v>583449.72238622431</c:v>
                      </c:pt>
                      <c:pt idx="64">
                        <c:v>751326.04740842304</c:v>
                      </c:pt>
                      <c:pt idx="65">
                        <c:v>734594.56538469729</c:v>
                      </c:pt>
                      <c:pt idx="66">
                        <c:v>752429.29007297393</c:v>
                      </c:pt>
                      <c:pt idx="67">
                        <c:v>581945.71637446934</c:v>
                      </c:pt>
                      <c:pt idx="68">
                        <c:v>851432.20300172269</c:v>
                      </c:pt>
                      <c:pt idx="69">
                        <c:v>627548.66852401465</c:v>
                      </c:pt>
                      <c:pt idx="70">
                        <c:v>639145.29251211963</c:v>
                      </c:pt>
                      <c:pt idx="71">
                        <c:v>630809.26600405469</c:v>
                      </c:pt>
                      <c:pt idx="72">
                        <c:v>527393.90359821403</c:v>
                      </c:pt>
                      <c:pt idx="73">
                        <c:v>708481.85186964273</c:v>
                      </c:pt>
                      <c:pt idx="74">
                        <c:v>426746.37472085172</c:v>
                      </c:pt>
                      <c:pt idx="75">
                        <c:v>630762.68352283898</c:v>
                      </c:pt>
                      <c:pt idx="76">
                        <c:v>538430.49152436701</c:v>
                      </c:pt>
                      <c:pt idx="77">
                        <c:v>504715.07877475739</c:v>
                      </c:pt>
                      <c:pt idx="78">
                        <c:v>406511.45353886363</c:v>
                      </c:pt>
                      <c:pt idx="79">
                        <c:v>407003.88681637234</c:v>
                      </c:pt>
                      <c:pt idx="80">
                        <c:v>462908.58804896596</c:v>
                      </c:pt>
                      <c:pt idx="81">
                        <c:v>467679.93465639796</c:v>
                      </c:pt>
                      <c:pt idx="82">
                        <c:v>424220.65503188904</c:v>
                      </c:pt>
                      <c:pt idx="83">
                        <c:v>357419.37753987539</c:v>
                      </c:pt>
                      <c:pt idx="84">
                        <c:v>361559.20225439005</c:v>
                      </c:pt>
                      <c:pt idx="85">
                        <c:v>430875.72230586433</c:v>
                      </c:pt>
                      <c:pt idx="86">
                        <c:v>215541.98552426437</c:v>
                      </c:pt>
                      <c:pt idx="87">
                        <c:v>318734.16361799033</c:v>
                      </c:pt>
                      <c:pt idx="88">
                        <c:v>265410.57349028799</c:v>
                      </c:pt>
                      <c:pt idx="89">
                        <c:v>260990.66406401436</c:v>
                      </c:pt>
                      <c:pt idx="90">
                        <c:v>381528.7117641056</c:v>
                      </c:pt>
                      <c:pt idx="91">
                        <c:v>360912.51612410299</c:v>
                      </c:pt>
                      <c:pt idx="92">
                        <c:v>131064.07137019026</c:v>
                      </c:pt>
                      <c:pt idx="93">
                        <c:v>351098.31295178435</c:v>
                      </c:pt>
                      <c:pt idx="94">
                        <c:v>270934.300147795</c:v>
                      </c:pt>
                      <c:pt idx="95">
                        <c:v>301837.06797482702</c:v>
                      </c:pt>
                      <c:pt idx="96">
                        <c:v>146546.33287245734</c:v>
                      </c:pt>
                      <c:pt idx="97">
                        <c:v>265406.33055378066</c:v>
                      </c:pt>
                      <c:pt idx="98">
                        <c:v>196318.70990635667</c:v>
                      </c:pt>
                      <c:pt idx="99">
                        <c:v>169693.10507914706</c:v>
                      </c:pt>
                      <c:pt idx="100">
                        <c:v>144360.82465924433</c:v>
                      </c:pt>
                      <c:pt idx="101">
                        <c:v>137176.80679324534</c:v>
                      </c:pt>
                      <c:pt idx="102">
                        <c:v>137474.60716757618</c:v>
                      </c:pt>
                      <c:pt idx="103">
                        <c:v>136794.99798964299</c:v>
                      </c:pt>
                      <c:pt idx="104">
                        <c:v>96882.924376141469</c:v>
                      </c:pt>
                      <c:pt idx="105">
                        <c:v>220927.75910868635</c:v>
                      </c:pt>
                      <c:pt idx="106">
                        <c:v>126049.91991282521</c:v>
                      </c:pt>
                      <c:pt idx="107">
                        <c:v>117494.52142901794</c:v>
                      </c:pt>
                      <c:pt idx="108">
                        <c:v>111504.31277790939</c:v>
                      </c:pt>
                      <c:pt idx="109">
                        <c:v>136614.5631049884</c:v>
                      </c:pt>
                      <c:pt idx="110">
                        <c:v>108812.87191125342</c:v>
                      </c:pt>
                      <c:pt idx="111">
                        <c:v>163417.94171371101</c:v>
                      </c:pt>
                      <c:pt idx="112">
                        <c:v>123019.80706300777</c:v>
                      </c:pt>
                      <c:pt idx="113">
                        <c:v>23500.480958508135</c:v>
                      </c:pt>
                      <c:pt idx="114">
                        <c:v>82280.068356939126</c:v>
                      </c:pt>
                      <c:pt idx="115">
                        <c:v>67912.401420220936</c:v>
                      </c:pt>
                      <c:pt idx="116">
                        <c:v>49567.765345261003</c:v>
                      </c:pt>
                      <c:pt idx="117">
                        <c:v>73729.823543045786</c:v>
                      </c:pt>
                      <c:pt idx="118">
                        <c:v>84216.284329117465</c:v>
                      </c:pt>
                      <c:pt idx="119">
                        <c:v>41197.59849228034</c:v>
                      </c:pt>
                      <c:pt idx="120">
                        <c:v>61760.695044032473</c:v>
                      </c:pt>
                      <c:pt idx="121">
                        <c:v>86623.139276726535</c:v>
                      </c:pt>
                      <c:pt idx="122">
                        <c:v>54674.089316339232</c:v>
                      </c:pt>
                      <c:pt idx="123">
                        <c:v>55761.523779443836</c:v>
                      </c:pt>
                      <c:pt idx="124">
                        <c:v>44925.85841508583</c:v>
                      </c:pt>
                      <c:pt idx="125">
                        <c:v>54016.976029500067</c:v>
                      </c:pt>
                      <c:pt idx="126">
                        <c:v>40287.924705661062</c:v>
                      </c:pt>
                      <c:pt idx="127">
                        <c:v>62330.139990690666</c:v>
                      </c:pt>
                      <c:pt idx="128">
                        <c:v>32798.540670832415</c:v>
                      </c:pt>
                      <c:pt idx="129">
                        <c:v>44947.525268268197</c:v>
                      </c:pt>
                      <c:pt idx="130">
                        <c:v>32309.82616266167</c:v>
                      </c:pt>
                      <c:pt idx="131">
                        <c:v>42377.69068829593</c:v>
                      </c:pt>
                      <c:pt idx="132">
                        <c:v>21909.031861867959</c:v>
                      </c:pt>
                      <c:pt idx="133">
                        <c:v>20398.792930240732</c:v>
                      </c:pt>
                      <c:pt idx="134">
                        <c:v>49251.612110077265</c:v>
                      </c:pt>
                      <c:pt idx="135">
                        <c:v>36190.365452714766</c:v>
                      </c:pt>
                      <c:pt idx="136">
                        <c:v>12313.704847677765</c:v>
                      </c:pt>
                      <c:pt idx="137">
                        <c:v>51103.9957818904</c:v>
                      </c:pt>
                      <c:pt idx="138">
                        <c:v>63233.92677601787</c:v>
                      </c:pt>
                      <c:pt idx="139">
                        <c:v>24168.604447314767</c:v>
                      </c:pt>
                      <c:pt idx="140">
                        <c:v>29030.963876313235</c:v>
                      </c:pt>
                      <c:pt idx="141">
                        <c:v>37214.197428560001</c:v>
                      </c:pt>
                      <c:pt idx="142">
                        <c:v>6495.6408408259767</c:v>
                      </c:pt>
                      <c:pt idx="143">
                        <c:v>9583.2777833597665</c:v>
                      </c:pt>
                      <c:pt idx="144">
                        <c:v>28062.264605800428</c:v>
                      </c:pt>
                      <c:pt idx="145">
                        <c:v>35776.271246126365</c:v>
                      </c:pt>
                      <c:pt idx="146">
                        <c:v>8374.0846081085328</c:v>
                      </c:pt>
                      <c:pt idx="147">
                        <c:v>42776.371718591232</c:v>
                      </c:pt>
                      <c:pt idx="148">
                        <c:v>16599.307140371569</c:v>
                      </c:pt>
                      <c:pt idx="149">
                        <c:v>19712.849633229034</c:v>
                      </c:pt>
                      <c:pt idx="150">
                        <c:v>5737.7612022565127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16670.743018203531</c:v>
                      </c:pt>
                      <c:pt idx="154">
                        <c:v>4194.6656937670332</c:v>
                      </c:pt>
                      <c:pt idx="155">
                        <c:v>9325.8007206834973</c:v>
                      </c:pt>
                      <c:pt idx="156">
                        <c:v>21039.830419559763</c:v>
                      </c:pt>
                      <c:pt idx="157">
                        <c:v>11163.342390079733</c:v>
                      </c:pt>
                      <c:pt idx="158">
                        <c:v>7172.2015028206561</c:v>
                      </c:pt>
                      <c:pt idx="159">
                        <c:v>7830.0426283651332</c:v>
                      </c:pt>
                      <c:pt idx="160">
                        <c:v>7044.3110501913661</c:v>
                      </c:pt>
                      <c:pt idx="161">
                        <c:v>27785.051834694401</c:v>
                      </c:pt>
                      <c:pt idx="162">
                        <c:v>25848.027581621533</c:v>
                      </c:pt>
                      <c:pt idx="163">
                        <c:v>12053.045480934334</c:v>
                      </c:pt>
                      <c:pt idx="164">
                        <c:v>0</c:v>
                      </c:pt>
                      <c:pt idx="165">
                        <c:v>8424.7990945871788</c:v>
                      </c:pt>
                      <c:pt idx="166">
                        <c:v>30256.015225960902</c:v>
                      </c:pt>
                      <c:pt idx="167">
                        <c:v>8559.8048509394503</c:v>
                      </c:pt>
                      <c:pt idx="168">
                        <c:v>2516.7994162602267</c:v>
                      </c:pt>
                      <c:pt idx="169">
                        <c:v>0</c:v>
                      </c:pt>
                      <c:pt idx="170">
                        <c:v>3753.8999967383002</c:v>
                      </c:pt>
                      <c:pt idx="171">
                        <c:v>0</c:v>
                      </c:pt>
                      <c:pt idx="172">
                        <c:v>7632.4526764162229</c:v>
                      </c:pt>
                      <c:pt idx="173">
                        <c:v>2237.1550366757569</c:v>
                      </c:pt>
                      <c:pt idx="174">
                        <c:v>0</c:v>
                      </c:pt>
                      <c:pt idx="175">
                        <c:v>15015.599986953266</c:v>
                      </c:pt>
                      <c:pt idx="176">
                        <c:v>2598.8538438957567</c:v>
                      </c:pt>
                      <c:pt idx="177">
                        <c:v>0</c:v>
                      </c:pt>
                      <c:pt idx="178">
                        <c:v>2516.7994162602267</c:v>
                      </c:pt>
                      <c:pt idx="179">
                        <c:v>0</c:v>
                      </c:pt>
                      <c:pt idx="180">
                        <c:v>8238.2574460170672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4829.3233304238001</c:v>
                      </c:pt>
                      <c:pt idx="184">
                        <c:v>3693.011958559367</c:v>
                      </c:pt>
                      <c:pt idx="185">
                        <c:v>5113.4011733898997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3753.8999967383002</c:v>
                      </c:pt>
                      <c:pt idx="189">
                        <c:v>2598.8538438957567</c:v>
                      </c:pt>
                      <c:pt idx="190">
                        <c:v>0</c:v>
                      </c:pt>
                      <c:pt idx="191">
                        <c:v>5033.5988325204662</c:v>
                      </c:pt>
                      <c:pt idx="192">
                        <c:v>3915.0213141825666</c:v>
                      </c:pt>
                      <c:pt idx="193">
                        <c:v>4545.2454874576997</c:v>
                      </c:pt>
                      <c:pt idx="194">
                        <c:v>3635.3769345981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4042.6615349489671</c:v>
                      </c:pt>
                      <c:pt idx="198">
                        <c:v>5113.4011733898997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C10F-4687-B61D-D542564B8549}"/>
                  </c:ext>
                </c:extLst>
              </c15:ser>
            </c15:filteredScatterSeries>
            <c15:filteredScatte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Summary!$K$1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chemeClr val="accent4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Summary!$K$2:$K$201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1484.6362399134132</c:v>
                      </c:pt>
                      <c:pt idx="4">
                        <c:v>3242.2055417792967</c:v>
                      </c:pt>
                      <c:pt idx="5">
                        <c:v>5010.6812918407331</c:v>
                      </c:pt>
                      <c:pt idx="6">
                        <c:v>9490.8105463189804</c:v>
                      </c:pt>
                      <c:pt idx="7">
                        <c:v>32373.188249638963</c:v>
                      </c:pt>
                      <c:pt idx="8">
                        <c:v>59663.105710316602</c:v>
                      </c:pt>
                      <c:pt idx="9">
                        <c:v>140496.17490641034</c:v>
                      </c:pt>
                      <c:pt idx="10">
                        <c:v>148819.043244756</c:v>
                      </c:pt>
                      <c:pt idx="11">
                        <c:v>224140.11467304829</c:v>
                      </c:pt>
                      <c:pt idx="12">
                        <c:v>329095.7792224717</c:v>
                      </c:pt>
                      <c:pt idx="13">
                        <c:v>485490.80658920429</c:v>
                      </c:pt>
                      <c:pt idx="14">
                        <c:v>607295.13233505702</c:v>
                      </c:pt>
                      <c:pt idx="15">
                        <c:v>835218.03524465265</c:v>
                      </c:pt>
                      <c:pt idx="16">
                        <c:v>1066896.8462004466</c:v>
                      </c:pt>
                      <c:pt idx="17">
                        <c:v>1399173.8853797999</c:v>
                      </c:pt>
                      <c:pt idx="18">
                        <c:v>1436618.9227962133</c:v>
                      </c:pt>
                      <c:pt idx="19">
                        <c:v>2113732.90983313</c:v>
                      </c:pt>
                      <c:pt idx="20">
                        <c:v>2147612.8645679699</c:v>
                      </c:pt>
                      <c:pt idx="21">
                        <c:v>2620825.5303418431</c:v>
                      </c:pt>
                      <c:pt idx="22">
                        <c:v>2660039.9670749768</c:v>
                      </c:pt>
                      <c:pt idx="23">
                        <c:v>2945876.4948582668</c:v>
                      </c:pt>
                      <c:pt idx="24">
                        <c:v>2870803.0628176532</c:v>
                      </c:pt>
                      <c:pt idx="25">
                        <c:v>3455118.7429129467</c:v>
                      </c:pt>
                      <c:pt idx="26">
                        <c:v>3315833.3590517971</c:v>
                      </c:pt>
                      <c:pt idx="27">
                        <c:v>3242016.6244171704</c:v>
                      </c:pt>
                      <c:pt idx="28">
                        <c:v>3946674.1564462599</c:v>
                      </c:pt>
                      <c:pt idx="29">
                        <c:v>3983565.6634037471</c:v>
                      </c:pt>
                      <c:pt idx="30">
                        <c:v>3510169.7478303034</c:v>
                      </c:pt>
                      <c:pt idx="31">
                        <c:v>3367579.7817695965</c:v>
                      </c:pt>
                      <c:pt idx="32">
                        <c:v>4262279.5411795704</c:v>
                      </c:pt>
                      <c:pt idx="33">
                        <c:v>3861132.3299063668</c:v>
                      </c:pt>
                      <c:pt idx="34">
                        <c:v>3236627.663531607</c:v>
                      </c:pt>
                      <c:pt idx="35">
                        <c:v>3766102.9753401703</c:v>
                      </c:pt>
                      <c:pt idx="36">
                        <c:v>3773080.5466913469</c:v>
                      </c:pt>
                      <c:pt idx="37">
                        <c:v>3851315.3410913795</c:v>
                      </c:pt>
                      <c:pt idx="38">
                        <c:v>3571454.8129738797</c:v>
                      </c:pt>
                      <c:pt idx="39">
                        <c:v>3613986.0537350564</c:v>
                      </c:pt>
                      <c:pt idx="40">
                        <c:v>3768911.0845752838</c:v>
                      </c:pt>
                      <c:pt idx="41">
                        <c:v>3179480.2277778536</c:v>
                      </c:pt>
                      <c:pt idx="42">
                        <c:v>3474603.460026253</c:v>
                      </c:pt>
                      <c:pt idx="43">
                        <c:v>3012621.3616639967</c:v>
                      </c:pt>
                      <c:pt idx="44">
                        <c:v>3514695.0803777333</c:v>
                      </c:pt>
                      <c:pt idx="45">
                        <c:v>2981206.460986793</c:v>
                      </c:pt>
                      <c:pt idx="46">
                        <c:v>3119020.2841803967</c:v>
                      </c:pt>
                      <c:pt idx="47">
                        <c:v>3071468.6034610434</c:v>
                      </c:pt>
                      <c:pt idx="48">
                        <c:v>2844976.9179462437</c:v>
                      </c:pt>
                      <c:pt idx="49">
                        <c:v>2788364.52674687</c:v>
                      </c:pt>
                      <c:pt idx="50">
                        <c:v>2811169.9977213698</c:v>
                      </c:pt>
                      <c:pt idx="51">
                        <c:v>2733653.0398700931</c:v>
                      </c:pt>
                      <c:pt idx="52">
                        <c:v>2735303.1866189735</c:v>
                      </c:pt>
                      <c:pt idx="53">
                        <c:v>2481475.1704034233</c:v>
                      </c:pt>
                      <c:pt idx="54">
                        <c:v>2329729.3074331833</c:v>
                      </c:pt>
                      <c:pt idx="55">
                        <c:v>2295693.5141551499</c:v>
                      </c:pt>
                      <c:pt idx="56">
                        <c:v>2257730.8140370972</c:v>
                      </c:pt>
                      <c:pt idx="57">
                        <c:v>2186638.4425833602</c:v>
                      </c:pt>
                      <c:pt idx="58">
                        <c:v>2050152.34846118</c:v>
                      </c:pt>
                      <c:pt idx="59">
                        <c:v>2274329.7828074135</c:v>
                      </c:pt>
                      <c:pt idx="60">
                        <c:v>1613019.2134096699</c:v>
                      </c:pt>
                      <c:pt idx="61">
                        <c:v>1921751.8295150537</c:v>
                      </c:pt>
                      <c:pt idx="62">
                        <c:v>1478409.9324297898</c:v>
                      </c:pt>
                      <c:pt idx="63">
                        <c:v>1415182.8747238165</c:v>
                      </c:pt>
                      <c:pt idx="64">
                        <c:v>1587650.93073031</c:v>
                      </c:pt>
                      <c:pt idx="65">
                        <c:v>1267358.5869660734</c:v>
                      </c:pt>
                      <c:pt idx="66">
                        <c:v>1309474.7962066599</c:v>
                      </c:pt>
                      <c:pt idx="67">
                        <c:v>1333405.2626319367</c:v>
                      </c:pt>
                      <c:pt idx="68">
                        <c:v>1253287.2354568099</c:v>
                      </c:pt>
                      <c:pt idx="69">
                        <c:v>1015352.0602468514</c:v>
                      </c:pt>
                      <c:pt idx="70">
                        <c:v>1204640.8663344334</c:v>
                      </c:pt>
                      <c:pt idx="71">
                        <c:v>1001782.8608859883</c:v>
                      </c:pt>
                      <c:pt idx="72">
                        <c:v>777186.38191124005</c:v>
                      </c:pt>
                      <c:pt idx="73">
                        <c:v>909014.84073637181</c:v>
                      </c:pt>
                      <c:pt idx="74">
                        <c:v>627394.90897605161</c:v>
                      </c:pt>
                      <c:pt idx="75">
                        <c:v>690246.32060529198</c:v>
                      </c:pt>
                      <c:pt idx="76">
                        <c:v>775840.63026843313</c:v>
                      </c:pt>
                      <c:pt idx="77">
                        <c:v>625756.21237925196</c:v>
                      </c:pt>
                      <c:pt idx="78">
                        <c:v>649874.21370309906</c:v>
                      </c:pt>
                      <c:pt idx="79">
                        <c:v>619116.20413400873</c:v>
                      </c:pt>
                      <c:pt idx="80">
                        <c:v>538968.24448457093</c:v>
                      </c:pt>
                      <c:pt idx="81">
                        <c:v>537807.83938044135</c:v>
                      </c:pt>
                      <c:pt idx="82">
                        <c:v>432444.06789739238</c:v>
                      </c:pt>
                      <c:pt idx="83">
                        <c:v>381998.27163661999</c:v>
                      </c:pt>
                      <c:pt idx="84">
                        <c:v>488111.6268049677</c:v>
                      </c:pt>
                      <c:pt idx="85">
                        <c:v>261402.16843510137</c:v>
                      </c:pt>
                      <c:pt idx="86">
                        <c:v>378298.47318731231</c:v>
                      </c:pt>
                      <c:pt idx="87">
                        <c:v>305254.52803456737</c:v>
                      </c:pt>
                      <c:pt idx="88">
                        <c:v>284182.36046309507</c:v>
                      </c:pt>
                      <c:pt idx="89">
                        <c:v>212614.66462323078</c:v>
                      </c:pt>
                      <c:pt idx="90">
                        <c:v>165584.77338113435</c:v>
                      </c:pt>
                      <c:pt idx="91">
                        <c:v>302507.71841353434</c:v>
                      </c:pt>
                      <c:pt idx="92">
                        <c:v>254296.80352474566</c:v>
                      </c:pt>
                      <c:pt idx="93">
                        <c:v>158163.61726711734</c:v>
                      </c:pt>
                      <c:pt idx="94">
                        <c:v>178454.98677955018</c:v>
                      </c:pt>
                      <c:pt idx="95">
                        <c:v>222985.61616750495</c:v>
                      </c:pt>
                      <c:pt idx="96">
                        <c:v>158079.53390700254</c:v>
                      </c:pt>
                      <c:pt idx="97">
                        <c:v>138255.25311703136</c:v>
                      </c:pt>
                      <c:pt idx="98">
                        <c:v>141541.85074426909</c:v>
                      </c:pt>
                      <c:pt idx="99">
                        <c:v>157442.05211560315</c:v>
                      </c:pt>
                      <c:pt idx="100">
                        <c:v>85048.497758468919</c:v>
                      </c:pt>
                      <c:pt idx="101">
                        <c:v>121745.90719537549</c:v>
                      </c:pt>
                      <c:pt idx="102">
                        <c:v>98291.82433284483</c:v>
                      </c:pt>
                      <c:pt idx="103">
                        <c:v>85955.15546892077</c:v>
                      </c:pt>
                      <c:pt idx="104">
                        <c:v>109805.40066714193</c:v>
                      </c:pt>
                      <c:pt idx="105">
                        <c:v>86563.670550678406</c:v>
                      </c:pt>
                      <c:pt idx="106">
                        <c:v>51935.778866216628</c:v>
                      </c:pt>
                      <c:pt idx="107">
                        <c:v>53014.985256153101</c:v>
                      </c:pt>
                      <c:pt idx="108">
                        <c:v>79496.267862933004</c:v>
                      </c:pt>
                      <c:pt idx="109">
                        <c:v>105994.99928417418</c:v>
                      </c:pt>
                      <c:pt idx="110">
                        <c:v>48295.406930079269</c:v>
                      </c:pt>
                      <c:pt idx="111">
                        <c:v>53344.697934673772</c:v>
                      </c:pt>
                      <c:pt idx="112">
                        <c:v>62530.643249758235</c:v>
                      </c:pt>
                      <c:pt idx="113">
                        <c:v>41725.1594021735</c:v>
                      </c:pt>
                      <c:pt idx="114">
                        <c:v>48912.714758996299</c:v>
                      </c:pt>
                      <c:pt idx="115">
                        <c:v>49698.479186786339</c:v>
                      </c:pt>
                      <c:pt idx="116">
                        <c:v>42823.2342557433</c:v>
                      </c:pt>
                      <c:pt idx="117">
                        <c:v>44710.286821621296</c:v>
                      </c:pt>
                      <c:pt idx="118">
                        <c:v>37069.627153590096</c:v>
                      </c:pt>
                      <c:pt idx="119">
                        <c:v>11631.209626466101</c:v>
                      </c:pt>
                      <c:pt idx="120">
                        <c:v>43805.247018195769</c:v>
                      </c:pt>
                      <c:pt idx="121">
                        <c:v>25772.449228505935</c:v>
                      </c:pt>
                      <c:pt idx="122">
                        <c:v>19866.556024835896</c:v>
                      </c:pt>
                      <c:pt idx="123">
                        <c:v>23999.543310563229</c:v>
                      </c:pt>
                      <c:pt idx="124">
                        <c:v>46611.21430063853</c:v>
                      </c:pt>
                      <c:pt idx="125">
                        <c:v>19757.53509929742</c:v>
                      </c:pt>
                      <c:pt idx="126">
                        <c:v>17437.999914331202</c:v>
                      </c:pt>
                      <c:pt idx="127">
                        <c:v>12489.946553460433</c:v>
                      </c:pt>
                      <c:pt idx="128">
                        <c:v>6809.6950968497194</c:v>
                      </c:pt>
                      <c:pt idx="129">
                        <c:v>34344.906938221364</c:v>
                      </c:pt>
                      <c:pt idx="130">
                        <c:v>18778.6695354117</c:v>
                      </c:pt>
                      <c:pt idx="131">
                        <c:v>12464.445605424005</c:v>
                      </c:pt>
                      <c:pt idx="132">
                        <c:v>25474.082807120049</c:v>
                      </c:pt>
                      <c:pt idx="133">
                        <c:v>21191.911559373966</c:v>
                      </c:pt>
                      <c:pt idx="134">
                        <c:v>25822.663949274098</c:v>
                      </c:pt>
                      <c:pt idx="135">
                        <c:v>41577.393586675193</c:v>
                      </c:pt>
                      <c:pt idx="136">
                        <c:v>13199.589636573313</c:v>
                      </c:pt>
                      <c:pt idx="137">
                        <c:v>27187.260167781806</c:v>
                      </c:pt>
                      <c:pt idx="138">
                        <c:v>20730.375117810032</c:v>
                      </c:pt>
                      <c:pt idx="139">
                        <c:v>2078.49073587878</c:v>
                      </c:pt>
                      <c:pt idx="140">
                        <c:v>9224.4889418868333</c:v>
                      </c:pt>
                      <c:pt idx="141">
                        <c:v>2672.3452318441432</c:v>
                      </c:pt>
                      <c:pt idx="142">
                        <c:v>23033.247160967967</c:v>
                      </c:pt>
                      <c:pt idx="143">
                        <c:v>7213.6857734235009</c:v>
                      </c:pt>
                      <c:pt idx="144">
                        <c:v>11276.017026791718</c:v>
                      </c:pt>
                      <c:pt idx="145">
                        <c:v>17605.487454718794</c:v>
                      </c:pt>
                      <c:pt idx="146">
                        <c:v>7814.8262545420994</c:v>
                      </c:pt>
                      <c:pt idx="147">
                        <c:v>11022.738101125555</c:v>
                      </c:pt>
                      <c:pt idx="148">
                        <c:v>2375.41798386146</c:v>
                      </c:pt>
                      <c:pt idx="149">
                        <c:v>8115.3964951014341</c:v>
                      </c:pt>
                      <c:pt idx="150">
                        <c:v>5410.2643300676</c:v>
                      </c:pt>
                      <c:pt idx="151">
                        <c:v>13053.982581179813</c:v>
                      </c:pt>
                      <c:pt idx="152">
                        <c:v>3860.0542237748668</c:v>
                      </c:pt>
                      <c:pt idx="153">
                        <c:v>8033.8565440810671</c:v>
                      </c:pt>
                      <c:pt idx="154">
                        <c:v>0</c:v>
                      </c:pt>
                      <c:pt idx="155">
                        <c:v>0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6779.1570419021664</c:v>
                      </c:pt>
                      <c:pt idx="159">
                        <c:v>11836.432591468831</c:v>
                      </c:pt>
                      <c:pt idx="160">
                        <c:v>12791.955967422919</c:v>
                      </c:pt>
                      <c:pt idx="161">
                        <c:v>0</c:v>
                      </c:pt>
                      <c:pt idx="162">
                        <c:v>5600.1732085278672</c:v>
                      </c:pt>
                      <c:pt idx="163">
                        <c:v>2947.4595834357237</c:v>
                      </c:pt>
                      <c:pt idx="164">
                        <c:v>12104.215898838476</c:v>
                      </c:pt>
                      <c:pt idx="165">
                        <c:v>9813.9583290396258</c:v>
                      </c:pt>
                      <c:pt idx="166">
                        <c:v>6253.7322295881531</c:v>
                      </c:pt>
                      <c:pt idx="167">
                        <c:v>13657.326881471899</c:v>
                      </c:pt>
                      <c:pt idx="168">
                        <c:v>3242.2055417792967</c:v>
                      </c:pt>
                      <c:pt idx="169">
                        <c:v>3606.8428867117332</c:v>
                      </c:pt>
                      <c:pt idx="170">
                        <c:v>6829.3267036016996</c:v>
                      </c:pt>
                      <c:pt idx="171">
                        <c:v>6011.404811186233</c:v>
                      </c:pt>
                      <c:pt idx="172">
                        <c:v>5063.0998317823869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2652.7136250921535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0</c:v>
                      </c:pt>
                      <c:pt idx="180">
                        <c:v>10467.539879634254</c:v>
                      </c:pt>
                      <c:pt idx="181">
                        <c:v>5109.6940895082998</c:v>
                      </c:pt>
                      <c:pt idx="182">
                        <c:v>0</c:v>
                      </c:pt>
                      <c:pt idx="183">
                        <c:v>3563.1269757922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5305.4272501842997</c:v>
                      </c:pt>
                      <c:pt idx="189">
                        <c:v>3831.6974584664331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2969.2724798268264</c:v>
                      </c:pt>
                      <c:pt idx="193">
                        <c:v>4126.4434168100006</c:v>
                      </c:pt>
                      <c:pt idx="194">
                        <c:v>5109.6940895082998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3306.2726461524303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C10F-4687-B61D-D542564B8549}"/>
                  </c:ext>
                </c:extLst>
              </c15:ser>
            </c15:filteredScatterSeries>
            <c15:filteredScatte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Summary!$L$1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>
                    <a:solidFill>
                      <a:schemeClr val="accent5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Summary!$L$2:$L$201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1474.0358509622965</c:v>
                      </c:pt>
                      <c:pt idx="3">
                        <c:v>4273.6366493654896</c:v>
                      </c:pt>
                      <c:pt idx="4">
                        <c:v>15480.567381505767</c:v>
                      </c:pt>
                      <c:pt idx="5">
                        <c:v>16690.17366902118</c:v>
                      </c:pt>
                      <c:pt idx="6">
                        <c:v>32259.703779176834</c:v>
                      </c:pt>
                      <c:pt idx="7">
                        <c:v>72914.384478977896</c:v>
                      </c:pt>
                      <c:pt idx="8">
                        <c:v>99782.734917404407</c:v>
                      </c:pt>
                      <c:pt idx="9">
                        <c:v>165216.18481718699</c:v>
                      </c:pt>
                      <c:pt idx="10">
                        <c:v>225584.46742447233</c:v>
                      </c:pt>
                      <c:pt idx="11">
                        <c:v>285477.98427539394</c:v>
                      </c:pt>
                      <c:pt idx="12">
                        <c:v>426433.89881202037</c:v>
                      </c:pt>
                      <c:pt idx="13">
                        <c:v>585777.36745822802</c:v>
                      </c:pt>
                      <c:pt idx="14">
                        <c:v>802512.60473620531</c:v>
                      </c:pt>
                      <c:pt idx="15">
                        <c:v>1077912.1777055466</c:v>
                      </c:pt>
                      <c:pt idx="16">
                        <c:v>1185474.8734701658</c:v>
                      </c:pt>
                      <c:pt idx="17">
                        <c:v>1275961.8346053532</c:v>
                      </c:pt>
                      <c:pt idx="18">
                        <c:v>1550368.405699813</c:v>
                      </c:pt>
                      <c:pt idx="19">
                        <c:v>2050716.4016126466</c:v>
                      </c:pt>
                      <c:pt idx="20">
                        <c:v>2077333.6243871066</c:v>
                      </c:pt>
                      <c:pt idx="21">
                        <c:v>1975730.16476472</c:v>
                      </c:pt>
                      <c:pt idx="22">
                        <c:v>2566304.4223562735</c:v>
                      </c:pt>
                      <c:pt idx="23">
                        <c:v>2733263.3331774264</c:v>
                      </c:pt>
                      <c:pt idx="24">
                        <c:v>3005133.7341937297</c:v>
                      </c:pt>
                      <c:pt idx="25">
                        <c:v>3010006.0875747669</c:v>
                      </c:pt>
                      <c:pt idx="26">
                        <c:v>2938412.4520871635</c:v>
                      </c:pt>
                      <c:pt idx="27">
                        <c:v>3147914.8750393535</c:v>
                      </c:pt>
                      <c:pt idx="28">
                        <c:v>2837871.7161256801</c:v>
                      </c:pt>
                      <c:pt idx="29">
                        <c:v>2976027.4783375696</c:v>
                      </c:pt>
                      <c:pt idx="30">
                        <c:v>2771443.0574294236</c:v>
                      </c:pt>
                      <c:pt idx="31">
                        <c:v>2702680.0205859668</c:v>
                      </c:pt>
                      <c:pt idx="32">
                        <c:v>2776084.0117835435</c:v>
                      </c:pt>
                      <c:pt idx="33">
                        <c:v>2613874.9837898999</c:v>
                      </c:pt>
                      <c:pt idx="34">
                        <c:v>2619362.8053806531</c:v>
                      </c:pt>
                      <c:pt idx="35">
                        <c:v>3083852.0621508067</c:v>
                      </c:pt>
                      <c:pt idx="36">
                        <c:v>2748699.49880662</c:v>
                      </c:pt>
                      <c:pt idx="37">
                        <c:v>2669327.3624456204</c:v>
                      </c:pt>
                      <c:pt idx="38">
                        <c:v>2638513.6445163102</c:v>
                      </c:pt>
                      <c:pt idx="39">
                        <c:v>2779900.2703077463</c:v>
                      </c:pt>
                      <c:pt idx="40">
                        <c:v>2801368.6420711833</c:v>
                      </c:pt>
                      <c:pt idx="41">
                        <c:v>2805989.6924800701</c:v>
                      </c:pt>
                      <c:pt idx="42">
                        <c:v>2499101.602458253</c:v>
                      </c:pt>
                      <c:pt idx="43">
                        <c:v>2416026.8691469668</c:v>
                      </c:pt>
                      <c:pt idx="44">
                        <c:v>2374765.7425725064</c:v>
                      </c:pt>
                      <c:pt idx="45">
                        <c:v>2343343.1915724566</c:v>
                      </c:pt>
                      <c:pt idx="46">
                        <c:v>2048400.2238786297</c:v>
                      </c:pt>
                      <c:pt idx="47">
                        <c:v>2178407.40332535</c:v>
                      </c:pt>
                      <c:pt idx="48">
                        <c:v>2055239.0792436667</c:v>
                      </c:pt>
                      <c:pt idx="49">
                        <c:v>1815414.8034255903</c:v>
                      </c:pt>
                      <c:pt idx="50">
                        <c:v>1758815.0801332768</c:v>
                      </c:pt>
                      <c:pt idx="51">
                        <c:v>1829227.2029563964</c:v>
                      </c:pt>
                      <c:pt idx="52">
                        <c:v>1547553.9004419667</c:v>
                      </c:pt>
                      <c:pt idx="53">
                        <c:v>1632924.69428999</c:v>
                      </c:pt>
                      <c:pt idx="54">
                        <c:v>1782679.9133805633</c:v>
                      </c:pt>
                      <c:pt idx="55">
                        <c:v>1347434.3275714733</c:v>
                      </c:pt>
                      <c:pt idx="56">
                        <c:v>1458956.116753689</c:v>
                      </c:pt>
                      <c:pt idx="57">
                        <c:v>1444422.9206337037</c:v>
                      </c:pt>
                      <c:pt idx="58">
                        <c:v>1306032.6953947134</c:v>
                      </c:pt>
                      <c:pt idx="59">
                        <c:v>903204.99407636933</c:v>
                      </c:pt>
                      <c:pt idx="60">
                        <c:v>1285812.9486337586</c:v>
                      </c:pt>
                      <c:pt idx="61">
                        <c:v>1121213.1664228234</c:v>
                      </c:pt>
                      <c:pt idx="62">
                        <c:v>1156782.3836369303</c:v>
                      </c:pt>
                      <c:pt idx="63">
                        <c:v>1066851.8706025013</c:v>
                      </c:pt>
                      <c:pt idx="64">
                        <c:v>790659.12378439459</c:v>
                      </c:pt>
                      <c:pt idx="65">
                        <c:v>856736.80214067071</c:v>
                      </c:pt>
                      <c:pt idx="66">
                        <c:v>789946.07596463163</c:v>
                      </c:pt>
                      <c:pt idx="67">
                        <c:v>938071.97731767653</c:v>
                      </c:pt>
                      <c:pt idx="68">
                        <c:v>716016.41521741764</c:v>
                      </c:pt>
                      <c:pt idx="69">
                        <c:v>504721.53254788369</c:v>
                      </c:pt>
                      <c:pt idx="70">
                        <c:v>880369.25975463726</c:v>
                      </c:pt>
                      <c:pt idx="71">
                        <c:v>596009.1399231737</c:v>
                      </c:pt>
                      <c:pt idx="72">
                        <c:v>506124.11438674573</c:v>
                      </c:pt>
                      <c:pt idx="73">
                        <c:v>541612.42700951907</c:v>
                      </c:pt>
                      <c:pt idx="74">
                        <c:v>437795.04664993897</c:v>
                      </c:pt>
                      <c:pt idx="75">
                        <c:v>573311.56625432044</c:v>
                      </c:pt>
                      <c:pt idx="76">
                        <c:v>453325.78158790531</c:v>
                      </c:pt>
                      <c:pt idx="77">
                        <c:v>566649.8025085734</c:v>
                      </c:pt>
                      <c:pt idx="78">
                        <c:v>449085.7440840613</c:v>
                      </c:pt>
                      <c:pt idx="79">
                        <c:v>358785.08554499474</c:v>
                      </c:pt>
                      <c:pt idx="80">
                        <c:v>313621.97776871599</c:v>
                      </c:pt>
                      <c:pt idx="81">
                        <c:v>374108.08715960832</c:v>
                      </c:pt>
                      <c:pt idx="82">
                        <c:v>377940.76009843702</c:v>
                      </c:pt>
                      <c:pt idx="83">
                        <c:v>193777.23437809452</c:v>
                      </c:pt>
                      <c:pt idx="84">
                        <c:v>320814.13377051265</c:v>
                      </c:pt>
                      <c:pt idx="85">
                        <c:v>123358.2283905692</c:v>
                      </c:pt>
                      <c:pt idx="86">
                        <c:v>247351.31412410465</c:v>
                      </c:pt>
                      <c:pt idx="87">
                        <c:v>155194.92699959865</c:v>
                      </c:pt>
                      <c:pt idx="88">
                        <c:v>141920.20275625293</c:v>
                      </c:pt>
                      <c:pt idx="89">
                        <c:v>235806.65001048264</c:v>
                      </c:pt>
                      <c:pt idx="90">
                        <c:v>134225.15656977639</c:v>
                      </c:pt>
                      <c:pt idx="91">
                        <c:v>161308.57956356768</c:v>
                      </c:pt>
                      <c:pt idx="92">
                        <c:v>104806.85014702017</c:v>
                      </c:pt>
                      <c:pt idx="93">
                        <c:v>197438.40650377283</c:v>
                      </c:pt>
                      <c:pt idx="94">
                        <c:v>254612.22229196303</c:v>
                      </c:pt>
                      <c:pt idx="95">
                        <c:v>161999.0218111045</c:v>
                      </c:pt>
                      <c:pt idx="96">
                        <c:v>163636.903813782</c:v>
                      </c:pt>
                      <c:pt idx="97">
                        <c:v>87246.675407911491</c:v>
                      </c:pt>
                      <c:pt idx="98">
                        <c:v>92570.618988819959</c:v>
                      </c:pt>
                      <c:pt idx="99">
                        <c:v>156336.44624161025</c:v>
                      </c:pt>
                      <c:pt idx="100">
                        <c:v>74188.331827643764</c:v>
                      </c:pt>
                      <c:pt idx="101">
                        <c:v>123902.71096107717</c:v>
                      </c:pt>
                      <c:pt idx="102">
                        <c:v>98179.437454194514</c:v>
                      </c:pt>
                      <c:pt idx="103">
                        <c:v>57960.707864589036</c:v>
                      </c:pt>
                      <c:pt idx="104">
                        <c:v>157155.8432649957</c:v>
                      </c:pt>
                      <c:pt idx="105">
                        <c:v>111708.68099300856</c:v>
                      </c:pt>
                      <c:pt idx="106">
                        <c:v>53964.668040161334</c:v>
                      </c:pt>
                      <c:pt idx="107">
                        <c:v>60886.006445328174</c:v>
                      </c:pt>
                      <c:pt idx="108">
                        <c:v>97793.617277228273</c:v>
                      </c:pt>
                      <c:pt idx="109">
                        <c:v>64884.31659743729</c:v>
                      </c:pt>
                      <c:pt idx="110">
                        <c:v>71714.808272903931</c:v>
                      </c:pt>
                      <c:pt idx="111">
                        <c:v>57955.025275195199</c:v>
                      </c:pt>
                      <c:pt idx="112">
                        <c:v>39070.766113811995</c:v>
                      </c:pt>
                      <c:pt idx="113">
                        <c:v>38788.984373899839</c:v>
                      </c:pt>
                      <c:pt idx="114">
                        <c:v>124260.70994951589</c:v>
                      </c:pt>
                      <c:pt idx="115">
                        <c:v>13145.411298993198</c:v>
                      </c:pt>
                      <c:pt idx="116">
                        <c:v>39481.662766266723</c:v>
                      </c:pt>
                      <c:pt idx="117">
                        <c:v>17565.144588103769</c:v>
                      </c:pt>
                      <c:pt idx="118">
                        <c:v>37037.613342673365</c:v>
                      </c:pt>
                      <c:pt idx="119">
                        <c:v>19788.913252296232</c:v>
                      </c:pt>
                      <c:pt idx="120">
                        <c:v>10757.259756749239</c:v>
                      </c:pt>
                      <c:pt idx="121">
                        <c:v>86420.184907554401</c:v>
                      </c:pt>
                      <c:pt idx="122">
                        <c:v>33981.23392999397</c:v>
                      </c:pt>
                      <c:pt idx="123">
                        <c:v>24661.938819193801</c:v>
                      </c:pt>
                      <c:pt idx="124">
                        <c:v>21261.315738007826</c:v>
                      </c:pt>
                      <c:pt idx="125">
                        <c:v>30655.676426315069</c:v>
                      </c:pt>
                      <c:pt idx="126">
                        <c:v>13069.365196034532</c:v>
                      </c:pt>
                      <c:pt idx="127">
                        <c:v>22676.766467065867</c:v>
                      </c:pt>
                      <c:pt idx="128">
                        <c:v>28547.473955037629</c:v>
                      </c:pt>
                      <c:pt idx="129">
                        <c:v>19441.731707435032</c:v>
                      </c:pt>
                      <c:pt idx="130">
                        <c:v>48649.314338759265</c:v>
                      </c:pt>
                      <c:pt idx="131">
                        <c:v>21521.982167848066</c:v>
                      </c:pt>
                      <c:pt idx="132">
                        <c:v>21380.656073403272</c:v>
                      </c:pt>
                      <c:pt idx="133">
                        <c:v>12422.173145439012</c:v>
                      </c:pt>
                      <c:pt idx="134">
                        <c:v>8254.6007653888664</c:v>
                      </c:pt>
                      <c:pt idx="135">
                        <c:v>22185.518983215166</c:v>
                      </c:pt>
                      <c:pt idx="136">
                        <c:v>44223.438783771351</c:v>
                      </c:pt>
                      <c:pt idx="137">
                        <c:v>19331.852972408204</c:v>
                      </c:pt>
                      <c:pt idx="138">
                        <c:v>2519.6407185628732</c:v>
                      </c:pt>
                      <c:pt idx="139">
                        <c:v>18175.987911644166</c:v>
                      </c:pt>
                      <c:pt idx="140">
                        <c:v>4318.1779204219101</c:v>
                      </c:pt>
                      <c:pt idx="141">
                        <c:v>26243.907063153671</c:v>
                      </c:pt>
                      <c:pt idx="142">
                        <c:v>18068.050650152167</c:v>
                      </c:pt>
                      <c:pt idx="143">
                        <c:v>12988.930005912202</c:v>
                      </c:pt>
                      <c:pt idx="144">
                        <c:v>11435.956639247001</c:v>
                      </c:pt>
                      <c:pt idx="145">
                        <c:v>3242.8788721170499</c:v>
                      </c:pt>
                      <c:pt idx="146">
                        <c:v>1959.7205588822364</c:v>
                      </c:pt>
                      <c:pt idx="147">
                        <c:v>1959.7205588822364</c:v>
                      </c:pt>
                      <c:pt idx="148">
                        <c:v>12381.9011480833</c:v>
                      </c:pt>
                      <c:pt idx="149">
                        <c:v>12019.120605470474</c:v>
                      </c:pt>
                      <c:pt idx="150">
                        <c:v>25058.609466359034</c:v>
                      </c:pt>
                      <c:pt idx="151">
                        <c:v>5726.6256716140042</c:v>
                      </c:pt>
                      <c:pt idx="152">
                        <c:v>6433.4457105440479</c:v>
                      </c:pt>
                      <c:pt idx="153">
                        <c:v>4127.3003826944332</c:v>
                      </c:pt>
                      <c:pt idx="154">
                        <c:v>9372.3064478998003</c:v>
                      </c:pt>
                      <c:pt idx="155">
                        <c:v>11626.834176974493</c:v>
                      </c:pt>
                      <c:pt idx="156">
                        <c:v>19597.205588822366</c:v>
                      </c:pt>
                      <c:pt idx="157">
                        <c:v>7558.9221556886332</c:v>
                      </c:pt>
                      <c:pt idx="158">
                        <c:v>10337.669288693567</c:v>
                      </c:pt>
                      <c:pt idx="159">
                        <c:v>0</c:v>
                      </c:pt>
                      <c:pt idx="160">
                        <c:v>10358.522954091799</c:v>
                      </c:pt>
                      <c:pt idx="161">
                        <c:v>6439.0818363273329</c:v>
                      </c:pt>
                      <c:pt idx="162">
                        <c:v>5167.832737090027</c:v>
                      </c:pt>
                      <c:pt idx="163">
                        <c:v>0</c:v>
                      </c:pt>
                      <c:pt idx="164">
                        <c:v>2799.600798403193</c:v>
                      </c:pt>
                      <c:pt idx="165">
                        <c:v>8678.7624750498999</c:v>
                      </c:pt>
                      <c:pt idx="166">
                        <c:v>2239.6806387225533</c:v>
                      </c:pt>
                      <c:pt idx="167">
                        <c:v>5592.4382458664195</c:v>
                      </c:pt>
                      <c:pt idx="168">
                        <c:v>10536.688038317499</c:v>
                      </c:pt>
                      <c:pt idx="169">
                        <c:v>3352.7576071438666</c:v>
                      </c:pt>
                      <c:pt idx="170">
                        <c:v>0</c:v>
                      </c:pt>
                      <c:pt idx="171">
                        <c:v>8118.8423153692665</c:v>
                      </c:pt>
                      <c:pt idx="172">
                        <c:v>4716.9147230793333</c:v>
                      </c:pt>
                      <c:pt idx="173">
                        <c:v>10352.886828308512</c:v>
                      </c:pt>
                      <c:pt idx="174">
                        <c:v>4127.3003826944332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2653.2645317321335</c:v>
                      </c:pt>
                      <c:pt idx="180">
                        <c:v>0</c:v>
                      </c:pt>
                      <c:pt idx="181">
                        <c:v>3911.5505416678334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4127.3003826944332</c:v>
                      </c:pt>
                      <c:pt idx="189">
                        <c:v>2653.2645317321335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2653.2645317321335</c:v>
                      </c:pt>
                      <c:pt idx="193">
                        <c:v>0</c:v>
                      </c:pt>
                      <c:pt idx="194">
                        <c:v>4479.3612774451003</c:v>
                      </c:pt>
                      <c:pt idx="195">
                        <c:v>13561.129828853132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C10F-4687-B61D-D542564B8549}"/>
                  </c:ext>
                </c:extLst>
              </c15:ser>
            </c15:filteredScatterSeries>
            <c15:filteredScatte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Summary!$M$1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chemeClr val="accent6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Summary!$M$2:$M$201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1466.5909313559266</c:v>
                      </c:pt>
                      <c:pt idx="4">
                        <c:v>1466.5909313559266</c:v>
                      </c:pt>
                      <c:pt idx="5">
                        <c:v>2053.2273038982967</c:v>
                      </c:pt>
                      <c:pt idx="6">
                        <c:v>7779.9767926276991</c:v>
                      </c:pt>
                      <c:pt idx="7">
                        <c:v>5108.316386468784</c:v>
                      </c:pt>
                      <c:pt idx="8">
                        <c:v>4707.1806932215268</c:v>
                      </c:pt>
                      <c:pt idx="9">
                        <c:v>32495.064004983968</c:v>
                      </c:pt>
                      <c:pt idx="10">
                        <c:v>54696.260409491028</c:v>
                      </c:pt>
                      <c:pt idx="11">
                        <c:v>62192.131100007238</c:v>
                      </c:pt>
                      <c:pt idx="12">
                        <c:v>118235.84097011272</c:v>
                      </c:pt>
                      <c:pt idx="13">
                        <c:v>180612.28354602496</c:v>
                      </c:pt>
                      <c:pt idx="14">
                        <c:v>144752.49884372053</c:v>
                      </c:pt>
                      <c:pt idx="15">
                        <c:v>221796.78307472231</c:v>
                      </c:pt>
                      <c:pt idx="16">
                        <c:v>304239.98568418296</c:v>
                      </c:pt>
                      <c:pt idx="17">
                        <c:v>255498.60265669666</c:v>
                      </c:pt>
                      <c:pt idx="18">
                        <c:v>390621.60313858464</c:v>
                      </c:pt>
                      <c:pt idx="19">
                        <c:v>546580.60397268331</c:v>
                      </c:pt>
                      <c:pt idx="20">
                        <c:v>486089.96670173295</c:v>
                      </c:pt>
                      <c:pt idx="21">
                        <c:v>789851.32659665553</c:v>
                      </c:pt>
                      <c:pt idx="22">
                        <c:v>779750.36484228482</c:v>
                      </c:pt>
                      <c:pt idx="23">
                        <c:v>943181.69635882566</c:v>
                      </c:pt>
                      <c:pt idx="24">
                        <c:v>803139.74238439056</c:v>
                      </c:pt>
                      <c:pt idx="25">
                        <c:v>876820.15291384875</c:v>
                      </c:pt>
                      <c:pt idx="26">
                        <c:v>1133798.1577427643</c:v>
                      </c:pt>
                      <c:pt idx="27">
                        <c:v>1152383.0457881035</c:v>
                      </c:pt>
                      <c:pt idx="28">
                        <c:v>1335540.4441035532</c:v>
                      </c:pt>
                      <c:pt idx="29">
                        <c:v>1115698.8071240371</c:v>
                      </c:pt>
                      <c:pt idx="30">
                        <c:v>1239163.2362928865</c:v>
                      </c:pt>
                      <c:pt idx="31">
                        <c:v>1407434.8565416234</c:v>
                      </c:pt>
                      <c:pt idx="32">
                        <c:v>1427696.5283026667</c:v>
                      </c:pt>
                      <c:pt idx="33">
                        <c:v>1604240.6315742966</c:v>
                      </c:pt>
                      <c:pt idx="34">
                        <c:v>1400607.7729760499</c:v>
                      </c:pt>
                      <c:pt idx="35">
                        <c:v>1388426.1398797366</c:v>
                      </c:pt>
                      <c:pt idx="36">
                        <c:v>1191612.1904165132</c:v>
                      </c:pt>
                      <c:pt idx="37">
                        <c:v>1447476.78440136</c:v>
                      </c:pt>
                      <c:pt idx="38">
                        <c:v>1385273.4311935934</c:v>
                      </c:pt>
                      <c:pt idx="39">
                        <c:v>1579318.2409381613</c:v>
                      </c:pt>
                      <c:pt idx="40">
                        <c:v>1650016.4456997067</c:v>
                      </c:pt>
                      <c:pt idx="41">
                        <c:v>1454043.69040496</c:v>
                      </c:pt>
                      <c:pt idx="42">
                        <c:v>1236739.7870630368</c:v>
                      </c:pt>
                      <c:pt idx="43">
                        <c:v>1147075.0441809483</c:v>
                      </c:pt>
                      <c:pt idx="44">
                        <c:v>1189116.7339458812</c:v>
                      </c:pt>
                      <c:pt idx="45">
                        <c:v>1298152.40621222</c:v>
                      </c:pt>
                      <c:pt idx="46">
                        <c:v>1465470.4725258064</c:v>
                      </c:pt>
                      <c:pt idx="47">
                        <c:v>1499080.4821161733</c:v>
                      </c:pt>
                      <c:pt idx="48">
                        <c:v>1304858.3777193499</c:v>
                      </c:pt>
                      <c:pt idx="49">
                        <c:v>1368552.6558881968</c:v>
                      </c:pt>
                      <c:pt idx="50">
                        <c:v>1326745.2365290953</c:v>
                      </c:pt>
                      <c:pt idx="51">
                        <c:v>1266858.3203245457</c:v>
                      </c:pt>
                      <c:pt idx="52">
                        <c:v>1578666.3238142699</c:v>
                      </c:pt>
                      <c:pt idx="53">
                        <c:v>1070320.966849182</c:v>
                      </c:pt>
                      <c:pt idx="54">
                        <c:v>1117040.0880354836</c:v>
                      </c:pt>
                      <c:pt idx="55">
                        <c:v>1288308.6958807034</c:v>
                      </c:pt>
                      <c:pt idx="56">
                        <c:v>1129558.9881371532</c:v>
                      </c:pt>
                      <c:pt idx="57">
                        <c:v>883965.47928295506</c:v>
                      </c:pt>
                      <c:pt idx="58">
                        <c:v>946330.19815430057</c:v>
                      </c:pt>
                      <c:pt idx="59">
                        <c:v>1049022.5557494436</c:v>
                      </c:pt>
                      <c:pt idx="60">
                        <c:v>981619.18653196131</c:v>
                      </c:pt>
                      <c:pt idx="61">
                        <c:v>808064.21720627788</c:v>
                      </c:pt>
                      <c:pt idx="62">
                        <c:v>917751.51308186166</c:v>
                      </c:pt>
                      <c:pt idx="63">
                        <c:v>958212.124540383</c:v>
                      </c:pt>
                      <c:pt idx="64">
                        <c:v>770419.94881610747</c:v>
                      </c:pt>
                      <c:pt idx="65">
                        <c:v>768518.75836872065</c:v>
                      </c:pt>
                      <c:pt idx="66">
                        <c:v>632280.60938410496</c:v>
                      </c:pt>
                      <c:pt idx="67">
                        <c:v>856896.32387880294</c:v>
                      </c:pt>
                      <c:pt idx="68">
                        <c:v>803239.80239800678</c:v>
                      </c:pt>
                      <c:pt idx="69">
                        <c:v>833204.12697173038</c:v>
                      </c:pt>
                      <c:pt idx="70">
                        <c:v>662767.46182488801</c:v>
                      </c:pt>
                      <c:pt idx="71">
                        <c:v>727718.26598340028</c:v>
                      </c:pt>
                      <c:pt idx="72">
                        <c:v>542256.03997588332</c:v>
                      </c:pt>
                      <c:pt idx="73">
                        <c:v>557017.11138650437</c:v>
                      </c:pt>
                      <c:pt idx="74">
                        <c:v>467089.41958348203</c:v>
                      </c:pt>
                      <c:pt idx="75">
                        <c:v>534492.28620334098</c:v>
                      </c:pt>
                      <c:pt idx="76">
                        <c:v>470837.28547251434</c:v>
                      </c:pt>
                      <c:pt idx="77">
                        <c:v>486931.99099744833</c:v>
                      </c:pt>
                      <c:pt idx="78">
                        <c:v>338546.23564463464</c:v>
                      </c:pt>
                      <c:pt idx="79">
                        <c:v>395921.75470340095</c:v>
                      </c:pt>
                      <c:pt idx="80">
                        <c:v>487161.52031848766</c:v>
                      </c:pt>
                      <c:pt idx="81">
                        <c:v>405482.12121901527</c:v>
                      </c:pt>
                      <c:pt idx="82">
                        <c:v>263422.58339511568</c:v>
                      </c:pt>
                      <c:pt idx="83">
                        <c:v>272146.24032981601</c:v>
                      </c:pt>
                      <c:pt idx="84">
                        <c:v>384420.87169840065</c:v>
                      </c:pt>
                      <c:pt idx="85">
                        <c:v>350700.84592126374</c:v>
                      </c:pt>
                      <c:pt idx="86">
                        <c:v>326721.69687350438</c:v>
                      </c:pt>
                      <c:pt idx="87">
                        <c:v>188240.03696653203</c:v>
                      </c:pt>
                      <c:pt idx="88">
                        <c:v>209184.28730277877</c:v>
                      </c:pt>
                      <c:pt idx="89">
                        <c:v>322277.67746453529</c:v>
                      </c:pt>
                      <c:pt idx="90">
                        <c:v>305387.42125473102</c:v>
                      </c:pt>
                      <c:pt idx="91">
                        <c:v>231726.25818224301</c:v>
                      </c:pt>
                      <c:pt idx="92">
                        <c:v>284330.49032183405</c:v>
                      </c:pt>
                      <c:pt idx="93">
                        <c:v>215096.78257038133</c:v>
                      </c:pt>
                      <c:pt idx="94">
                        <c:v>109012.7568607763</c:v>
                      </c:pt>
                      <c:pt idx="95">
                        <c:v>214269.97504873064</c:v>
                      </c:pt>
                      <c:pt idx="96">
                        <c:v>93082.628624875972</c:v>
                      </c:pt>
                      <c:pt idx="97">
                        <c:v>132409.11051192752</c:v>
                      </c:pt>
                      <c:pt idx="98">
                        <c:v>204277.39654198239</c:v>
                      </c:pt>
                      <c:pt idx="99">
                        <c:v>148442.58397672069</c:v>
                      </c:pt>
                      <c:pt idx="100">
                        <c:v>137241.19340598257</c:v>
                      </c:pt>
                      <c:pt idx="101">
                        <c:v>153307.42813108533</c:v>
                      </c:pt>
                      <c:pt idx="102">
                        <c:v>214885.03594661565</c:v>
                      </c:pt>
                      <c:pt idx="103">
                        <c:v>110400.18404235724</c:v>
                      </c:pt>
                      <c:pt idx="104">
                        <c:v>94378.486166457005</c:v>
                      </c:pt>
                      <c:pt idx="105">
                        <c:v>164524.1180448751</c:v>
                      </c:pt>
                      <c:pt idx="106">
                        <c:v>129737.251280679</c:v>
                      </c:pt>
                      <c:pt idx="107">
                        <c:v>122307.35359614411</c:v>
                      </c:pt>
                      <c:pt idx="108">
                        <c:v>106484.53351999672</c:v>
                      </c:pt>
                      <c:pt idx="109">
                        <c:v>138519.33495155667</c:v>
                      </c:pt>
                      <c:pt idx="110">
                        <c:v>83917.407651652684</c:v>
                      </c:pt>
                      <c:pt idx="111">
                        <c:v>105454.15238747564</c:v>
                      </c:pt>
                      <c:pt idx="112">
                        <c:v>69182.312377979586</c:v>
                      </c:pt>
                      <c:pt idx="113">
                        <c:v>75552.616131787145</c:v>
                      </c:pt>
                      <c:pt idx="114">
                        <c:v>46038.756018847933</c:v>
                      </c:pt>
                      <c:pt idx="115">
                        <c:v>64714.697518372639</c:v>
                      </c:pt>
                      <c:pt idx="116">
                        <c:v>59178.839104178238</c:v>
                      </c:pt>
                      <c:pt idx="117">
                        <c:v>129511.48264611582</c:v>
                      </c:pt>
                      <c:pt idx="118">
                        <c:v>54426.315141641644</c:v>
                      </c:pt>
                      <c:pt idx="119">
                        <c:v>42878.749581770469</c:v>
                      </c:pt>
                      <c:pt idx="120">
                        <c:v>91030.056330253661</c:v>
                      </c:pt>
                      <c:pt idx="121">
                        <c:v>76123.611092611201</c:v>
                      </c:pt>
                      <c:pt idx="122">
                        <c:v>124365.23043667215</c:v>
                      </c:pt>
                      <c:pt idx="123">
                        <c:v>20052.713314806188</c:v>
                      </c:pt>
                      <c:pt idx="124">
                        <c:v>63962.781433268268</c:v>
                      </c:pt>
                      <c:pt idx="125">
                        <c:v>56302.489284667732</c:v>
                      </c:pt>
                      <c:pt idx="126">
                        <c:v>42830.119957414368</c:v>
                      </c:pt>
                      <c:pt idx="127">
                        <c:v>63902.897826761131</c:v>
                      </c:pt>
                      <c:pt idx="128">
                        <c:v>26837.841544216633</c:v>
                      </c:pt>
                      <c:pt idx="129">
                        <c:v>11157.619427037343</c:v>
                      </c:pt>
                      <c:pt idx="130">
                        <c:v>68074.159944275525</c:v>
                      </c:pt>
                      <c:pt idx="131">
                        <c:v>64400.322678252123</c:v>
                      </c:pt>
                      <c:pt idx="132">
                        <c:v>50127.212235742896</c:v>
                      </c:pt>
                      <c:pt idx="133">
                        <c:v>40009.318149208913</c:v>
                      </c:pt>
                      <c:pt idx="134">
                        <c:v>12523.96624764232</c:v>
                      </c:pt>
                      <c:pt idx="135">
                        <c:v>23911.468511992935</c:v>
                      </c:pt>
                      <c:pt idx="136">
                        <c:v>27854.692004860433</c:v>
                      </c:pt>
                      <c:pt idx="137">
                        <c:v>21230.233526228873</c:v>
                      </c:pt>
                      <c:pt idx="138">
                        <c:v>51746.112388553993</c:v>
                      </c:pt>
                      <c:pt idx="139">
                        <c:v>10571.432539039508</c:v>
                      </c:pt>
                      <c:pt idx="140">
                        <c:v>5184.9436189849666</c:v>
                      </c:pt>
                      <c:pt idx="141">
                        <c:v>32699.012559725201</c:v>
                      </c:pt>
                      <c:pt idx="142">
                        <c:v>19760.31666498577</c:v>
                      </c:pt>
                      <c:pt idx="143">
                        <c:v>39914.330030345802</c:v>
                      </c:pt>
                      <c:pt idx="144">
                        <c:v>36618.664309081338</c:v>
                      </c:pt>
                      <c:pt idx="145">
                        <c:v>41490.4245708655</c:v>
                      </c:pt>
                      <c:pt idx="146">
                        <c:v>21362.141103110731</c:v>
                      </c:pt>
                      <c:pt idx="147">
                        <c:v>36371.455097627004</c:v>
                      </c:pt>
                      <c:pt idx="148">
                        <c:v>27925.251265498879</c:v>
                      </c:pt>
                      <c:pt idx="149">
                        <c:v>16218.386975844138</c:v>
                      </c:pt>
                      <c:pt idx="150">
                        <c:v>35561.366355094331</c:v>
                      </c:pt>
                      <c:pt idx="151">
                        <c:v>15443.979933922334</c:v>
                      </c:pt>
                      <c:pt idx="152">
                        <c:v>14137.295327373133</c:v>
                      </c:pt>
                      <c:pt idx="153">
                        <c:v>7824.2008401673011</c:v>
                      </c:pt>
                      <c:pt idx="154">
                        <c:v>2869.5884032753734</c:v>
                      </c:pt>
                      <c:pt idx="155">
                        <c:v>12050.742162282733</c:v>
                      </c:pt>
                      <c:pt idx="156">
                        <c:v>0</c:v>
                      </c:pt>
                      <c:pt idx="157">
                        <c:v>4935.5343990609663</c:v>
                      </c:pt>
                      <c:pt idx="158">
                        <c:v>17565.789022205467</c:v>
                      </c:pt>
                      <c:pt idx="159">
                        <c:v>0</c:v>
                      </c:pt>
                      <c:pt idx="160">
                        <c:v>4860.8846427983999</c:v>
                      </c:pt>
                      <c:pt idx="161">
                        <c:v>7747.8886888434999</c:v>
                      </c:pt>
                      <c:pt idx="162">
                        <c:v>7332.9546567796342</c:v>
                      </c:pt>
                      <c:pt idx="163">
                        <c:v>0</c:v>
                      </c:pt>
                      <c:pt idx="164">
                        <c:v>22671.678447876136</c:v>
                      </c:pt>
                      <c:pt idx="165">
                        <c:v>13409.9650712071</c:v>
                      </c:pt>
                      <c:pt idx="166">
                        <c:v>0</c:v>
                      </c:pt>
                      <c:pt idx="167">
                        <c:v>4106.4546077965997</c:v>
                      </c:pt>
                      <c:pt idx="168">
                        <c:v>0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2933.1818627118532</c:v>
                      </c:pt>
                      <c:pt idx="172">
                        <c:v>5165.2591258956663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4591.3414452406005</c:v>
                      </c:pt>
                      <c:pt idx="176">
                        <c:v>18078.406940634868</c:v>
                      </c:pt>
                      <c:pt idx="177">
                        <c:v>0</c:v>
                      </c:pt>
                      <c:pt idx="178">
                        <c:v>2916.53078567904</c:v>
                      </c:pt>
                      <c:pt idx="179">
                        <c:v>13241.587520851033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8506.2274018643675</c:v>
                      </c:pt>
                      <c:pt idx="183">
                        <c:v>3240.5897618655999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4017.4237645855333</c:v>
                      </c:pt>
                      <c:pt idx="192">
                        <c:v>4399.7727940677669</c:v>
                      </c:pt>
                      <c:pt idx="193">
                        <c:v>7777.4154284774331</c:v>
                      </c:pt>
                      <c:pt idx="194">
                        <c:v>0</c:v>
                      </c:pt>
                      <c:pt idx="195">
                        <c:v>3564.6487380521667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4536.8256666118332</c:v>
                      </c:pt>
                      <c:pt idx="199">
                        <c:v>5165.2591258956663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C10F-4687-B61D-D542564B8549}"/>
                  </c:ext>
                </c:extLst>
              </c15:ser>
            </c15:filteredScatterSeries>
          </c:ext>
        </c:extLst>
      </c:scatterChart>
      <c:valAx>
        <c:axId val="681164143"/>
        <c:scaling>
          <c:orientation val="minMax"/>
          <c:max val="1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623"/>
        <c:crosses val="autoZero"/>
        <c:crossBetween val="midCat"/>
        <c:majorUnit val="200"/>
      </c:valAx>
      <c:valAx>
        <c:axId val="681164623"/>
        <c:scaling>
          <c:orientation val="minMax"/>
          <c:max val="7000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143"/>
        <c:crosses val="autoZero"/>
        <c:crossBetween val="midCat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0890145799564231"/>
          <c:y val="0.1830579861111111"/>
          <c:w val="0.27131787439613531"/>
          <c:h val="0.29800590277777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9"/>
          <c:order val="9"/>
          <c:tx>
            <c:strRef>
              <c:f>Summary!$K$1</c:f>
              <c:strCache>
                <c:ptCount val="1"/>
                <c:pt idx="0">
                  <c:v>R1</c:v>
                </c:pt>
              </c:strCache>
              <c:extLst xmlns:c15="http://schemas.microsoft.com/office/drawing/2012/chart"/>
            </c:strRef>
          </c:tx>
          <c:spPr>
            <a:ln w="3810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Summary!$K$2:$K$201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1484.6362399134132</c:v>
                </c:pt>
                <c:pt idx="4">
                  <c:v>3242.2055417792967</c:v>
                </c:pt>
                <c:pt idx="5">
                  <c:v>5010.6812918407331</c:v>
                </c:pt>
                <c:pt idx="6">
                  <c:v>9490.8105463189804</c:v>
                </c:pt>
                <c:pt idx="7">
                  <c:v>32373.188249638963</c:v>
                </c:pt>
                <c:pt idx="8">
                  <c:v>59663.105710316602</c:v>
                </c:pt>
                <c:pt idx="9">
                  <c:v>140496.17490641034</c:v>
                </c:pt>
                <c:pt idx="10">
                  <c:v>148819.043244756</c:v>
                </c:pt>
                <c:pt idx="11">
                  <c:v>224140.11467304829</c:v>
                </c:pt>
                <c:pt idx="12">
                  <c:v>329095.7792224717</c:v>
                </c:pt>
                <c:pt idx="13">
                  <c:v>485490.80658920429</c:v>
                </c:pt>
                <c:pt idx="14">
                  <c:v>607295.13233505702</c:v>
                </c:pt>
                <c:pt idx="15">
                  <c:v>835218.03524465265</c:v>
                </c:pt>
                <c:pt idx="16">
                  <c:v>1066896.8462004466</c:v>
                </c:pt>
                <c:pt idx="17">
                  <c:v>1399173.8853797999</c:v>
                </c:pt>
                <c:pt idx="18">
                  <c:v>1436618.9227962133</c:v>
                </c:pt>
                <c:pt idx="19">
                  <c:v>2113732.90983313</c:v>
                </c:pt>
                <c:pt idx="20">
                  <c:v>2147612.8645679699</c:v>
                </c:pt>
                <c:pt idx="21">
                  <c:v>2620825.5303418431</c:v>
                </c:pt>
                <c:pt idx="22">
                  <c:v>2660039.9670749768</c:v>
                </c:pt>
                <c:pt idx="23">
                  <c:v>2945876.4948582668</c:v>
                </c:pt>
                <c:pt idx="24">
                  <c:v>2870803.0628176532</c:v>
                </c:pt>
                <c:pt idx="25">
                  <c:v>3455118.7429129467</c:v>
                </c:pt>
                <c:pt idx="26">
                  <c:v>3315833.3590517971</c:v>
                </c:pt>
                <c:pt idx="27">
                  <c:v>3242016.6244171704</c:v>
                </c:pt>
                <c:pt idx="28">
                  <c:v>3946674.1564462599</c:v>
                </c:pt>
                <c:pt idx="29">
                  <c:v>3983565.6634037471</c:v>
                </c:pt>
                <c:pt idx="30">
                  <c:v>3510169.7478303034</c:v>
                </c:pt>
                <c:pt idx="31">
                  <c:v>3367579.7817695965</c:v>
                </c:pt>
                <c:pt idx="32">
                  <c:v>4262279.5411795704</c:v>
                </c:pt>
                <c:pt idx="33">
                  <c:v>3861132.3299063668</c:v>
                </c:pt>
                <c:pt idx="34">
                  <c:v>3236627.663531607</c:v>
                </c:pt>
                <c:pt idx="35">
                  <c:v>3766102.9753401703</c:v>
                </c:pt>
                <c:pt idx="36">
                  <c:v>3773080.5466913469</c:v>
                </c:pt>
                <c:pt idx="37">
                  <c:v>3851315.3410913795</c:v>
                </c:pt>
                <c:pt idx="38">
                  <c:v>3571454.8129738797</c:v>
                </c:pt>
                <c:pt idx="39">
                  <c:v>3613986.0537350564</c:v>
                </c:pt>
                <c:pt idx="40">
                  <c:v>3768911.0845752838</c:v>
                </c:pt>
                <c:pt idx="41">
                  <c:v>3179480.2277778536</c:v>
                </c:pt>
                <c:pt idx="42">
                  <c:v>3474603.460026253</c:v>
                </c:pt>
                <c:pt idx="43">
                  <c:v>3012621.3616639967</c:v>
                </c:pt>
                <c:pt idx="44">
                  <c:v>3514695.0803777333</c:v>
                </c:pt>
                <c:pt idx="45">
                  <c:v>2981206.460986793</c:v>
                </c:pt>
                <c:pt idx="46">
                  <c:v>3119020.2841803967</c:v>
                </c:pt>
                <c:pt idx="47">
                  <c:v>3071468.6034610434</c:v>
                </c:pt>
                <c:pt idx="48">
                  <c:v>2844976.9179462437</c:v>
                </c:pt>
                <c:pt idx="49">
                  <c:v>2788364.52674687</c:v>
                </c:pt>
                <c:pt idx="50">
                  <c:v>2811169.9977213698</c:v>
                </c:pt>
                <c:pt idx="51">
                  <c:v>2733653.0398700931</c:v>
                </c:pt>
                <c:pt idx="52">
                  <c:v>2735303.1866189735</c:v>
                </c:pt>
                <c:pt idx="53">
                  <c:v>2481475.1704034233</c:v>
                </c:pt>
                <c:pt idx="54">
                  <c:v>2329729.3074331833</c:v>
                </c:pt>
                <c:pt idx="55">
                  <c:v>2295693.5141551499</c:v>
                </c:pt>
                <c:pt idx="56">
                  <c:v>2257730.8140370972</c:v>
                </c:pt>
                <c:pt idx="57">
                  <c:v>2186638.4425833602</c:v>
                </c:pt>
                <c:pt idx="58">
                  <c:v>2050152.34846118</c:v>
                </c:pt>
                <c:pt idx="59">
                  <c:v>2274329.7828074135</c:v>
                </c:pt>
                <c:pt idx="60">
                  <c:v>1613019.2134096699</c:v>
                </c:pt>
                <c:pt idx="61">
                  <c:v>1921751.8295150537</c:v>
                </c:pt>
                <c:pt idx="62">
                  <c:v>1478409.9324297898</c:v>
                </c:pt>
                <c:pt idx="63">
                  <c:v>1415182.8747238165</c:v>
                </c:pt>
                <c:pt idx="64">
                  <c:v>1587650.93073031</c:v>
                </c:pt>
                <c:pt idx="65">
                  <c:v>1267358.5869660734</c:v>
                </c:pt>
                <c:pt idx="66">
                  <c:v>1309474.7962066599</c:v>
                </c:pt>
                <c:pt idx="67">
                  <c:v>1333405.2626319367</c:v>
                </c:pt>
                <c:pt idx="68">
                  <c:v>1253287.2354568099</c:v>
                </c:pt>
                <c:pt idx="69">
                  <c:v>1015352.0602468514</c:v>
                </c:pt>
                <c:pt idx="70">
                  <c:v>1204640.8663344334</c:v>
                </c:pt>
                <c:pt idx="71">
                  <c:v>1001782.8608859883</c:v>
                </c:pt>
                <c:pt idx="72">
                  <c:v>777186.38191124005</c:v>
                </c:pt>
                <c:pt idx="73">
                  <c:v>909014.84073637181</c:v>
                </c:pt>
                <c:pt idx="74">
                  <c:v>627394.90897605161</c:v>
                </c:pt>
                <c:pt idx="75">
                  <c:v>690246.32060529198</c:v>
                </c:pt>
                <c:pt idx="76">
                  <c:v>775840.63026843313</c:v>
                </c:pt>
                <c:pt idx="77">
                  <c:v>625756.21237925196</c:v>
                </c:pt>
                <c:pt idx="78">
                  <c:v>649874.21370309906</c:v>
                </c:pt>
                <c:pt idx="79">
                  <c:v>619116.20413400873</c:v>
                </c:pt>
                <c:pt idx="80">
                  <c:v>538968.24448457093</c:v>
                </c:pt>
                <c:pt idx="81">
                  <c:v>537807.83938044135</c:v>
                </c:pt>
                <c:pt idx="82">
                  <c:v>432444.06789739238</c:v>
                </c:pt>
                <c:pt idx="83">
                  <c:v>381998.27163661999</c:v>
                </c:pt>
                <c:pt idx="84">
                  <c:v>488111.6268049677</c:v>
                </c:pt>
                <c:pt idx="85">
                  <c:v>261402.16843510137</c:v>
                </c:pt>
                <c:pt idx="86">
                  <c:v>378298.47318731231</c:v>
                </c:pt>
                <c:pt idx="87">
                  <c:v>305254.52803456737</c:v>
                </c:pt>
                <c:pt idx="88">
                  <c:v>284182.36046309507</c:v>
                </c:pt>
                <c:pt idx="89">
                  <c:v>212614.66462323078</c:v>
                </c:pt>
                <c:pt idx="90">
                  <c:v>165584.77338113435</c:v>
                </c:pt>
                <c:pt idx="91">
                  <c:v>302507.71841353434</c:v>
                </c:pt>
                <c:pt idx="92">
                  <c:v>254296.80352474566</c:v>
                </c:pt>
                <c:pt idx="93">
                  <c:v>158163.61726711734</c:v>
                </c:pt>
                <c:pt idx="94">
                  <c:v>178454.98677955018</c:v>
                </c:pt>
                <c:pt idx="95">
                  <c:v>222985.61616750495</c:v>
                </c:pt>
                <c:pt idx="96">
                  <c:v>158079.53390700254</c:v>
                </c:pt>
                <c:pt idx="97">
                  <c:v>138255.25311703136</c:v>
                </c:pt>
                <c:pt idx="98">
                  <c:v>141541.85074426909</c:v>
                </c:pt>
                <c:pt idx="99">
                  <c:v>157442.05211560315</c:v>
                </c:pt>
                <c:pt idx="100">
                  <c:v>85048.497758468919</c:v>
                </c:pt>
                <c:pt idx="101">
                  <c:v>121745.90719537549</c:v>
                </c:pt>
                <c:pt idx="102">
                  <c:v>98291.82433284483</c:v>
                </c:pt>
                <c:pt idx="103">
                  <c:v>85955.15546892077</c:v>
                </c:pt>
                <c:pt idx="104">
                  <c:v>109805.40066714193</c:v>
                </c:pt>
                <c:pt idx="105">
                  <c:v>86563.670550678406</c:v>
                </c:pt>
                <c:pt idx="106">
                  <c:v>51935.778866216628</c:v>
                </c:pt>
                <c:pt idx="107">
                  <c:v>53014.985256153101</c:v>
                </c:pt>
                <c:pt idx="108">
                  <c:v>79496.267862933004</c:v>
                </c:pt>
                <c:pt idx="109">
                  <c:v>105994.99928417418</c:v>
                </c:pt>
                <c:pt idx="110">
                  <c:v>48295.406930079269</c:v>
                </c:pt>
                <c:pt idx="111">
                  <c:v>53344.697934673772</c:v>
                </c:pt>
                <c:pt idx="112">
                  <c:v>62530.643249758235</c:v>
                </c:pt>
                <c:pt idx="113">
                  <c:v>41725.1594021735</c:v>
                </c:pt>
                <c:pt idx="114">
                  <c:v>48912.714758996299</c:v>
                </c:pt>
                <c:pt idx="115">
                  <c:v>49698.479186786339</c:v>
                </c:pt>
                <c:pt idx="116">
                  <c:v>42823.2342557433</c:v>
                </c:pt>
                <c:pt idx="117">
                  <c:v>44710.286821621296</c:v>
                </c:pt>
                <c:pt idx="118">
                  <c:v>37069.627153590096</c:v>
                </c:pt>
                <c:pt idx="119">
                  <c:v>11631.209626466101</c:v>
                </c:pt>
                <c:pt idx="120">
                  <c:v>43805.247018195769</c:v>
                </c:pt>
                <c:pt idx="121">
                  <c:v>25772.449228505935</c:v>
                </c:pt>
                <c:pt idx="122">
                  <c:v>19866.556024835896</c:v>
                </c:pt>
                <c:pt idx="123">
                  <c:v>23999.543310563229</c:v>
                </c:pt>
                <c:pt idx="124">
                  <c:v>46611.21430063853</c:v>
                </c:pt>
                <c:pt idx="125">
                  <c:v>19757.53509929742</c:v>
                </c:pt>
                <c:pt idx="126">
                  <c:v>17437.999914331202</c:v>
                </c:pt>
                <c:pt idx="127">
                  <c:v>12489.946553460433</c:v>
                </c:pt>
                <c:pt idx="128">
                  <c:v>6809.6950968497194</c:v>
                </c:pt>
                <c:pt idx="129">
                  <c:v>34344.906938221364</c:v>
                </c:pt>
                <c:pt idx="130">
                  <c:v>18778.6695354117</c:v>
                </c:pt>
                <c:pt idx="131">
                  <c:v>12464.445605424005</c:v>
                </c:pt>
                <c:pt idx="132">
                  <c:v>25474.082807120049</c:v>
                </c:pt>
                <c:pt idx="133">
                  <c:v>21191.911559373966</c:v>
                </c:pt>
                <c:pt idx="134">
                  <c:v>25822.663949274098</c:v>
                </c:pt>
                <c:pt idx="135">
                  <c:v>41577.393586675193</c:v>
                </c:pt>
                <c:pt idx="136">
                  <c:v>13199.589636573313</c:v>
                </c:pt>
                <c:pt idx="137">
                  <c:v>27187.260167781806</c:v>
                </c:pt>
                <c:pt idx="138">
                  <c:v>20730.375117810032</c:v>
                </c:pt>
                <c:pt idx="139">
                  <c:v>2078.49073587878</c:v>
                </c:pt>
                <c:pt idx="140">
                  <c:v>9224.4889418868333</c:v>
                </c:pt>
                <c:pt idx="141">
                  <c:v>2672.3452318441432</c:v>
                </c:pt>
                <c:pt idx="142">
                  <c:v>23033.247160967967</c:v>
                </c:pt>
                <c:pt idx="143">
                  <c:v>7213.6857734235009</c:v>
                </c:pt>
                <c:pt idx="144">
                  <c:v>11276.017026791718</c:v>
                </c:pt>
                <c:pt idx="145">
                  <c:v>17605.487454718794</c:v>
                </c:pt>
                <c:pt idx="146">
                  <c:v>7814.8262545420994</c:v>
                </c:pt>
                <c:pt idx="147">
                  <c:v>11022.738101125555</c:v>
                </c:pt>
                <c:pt idx="148">
                  <c:v>2375.41798386146</c:v>
                </c:pt>
                <c:pt idx="149">
                  <c:v>8115.3964951014341</c:v>
                </c:pt>
                <c:pt idx="150">
                  <c:v>5410.2643300676</c:v>
                </c:pt>
                <c:pt idx="151">
                  <c:v>13053.982581179813</c:v>
                </c:pt>
                <c:pt idx="152">
                  <c:v>3860.0542237748668</c:v>
                </c:pt>
                <c:pt idx="153">
                  <c:v>8033.8565440810671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6779.1570419021664</c:v>
                </c:pt>
                <c:pt idx="159">
                  <c:v>11836.432591468831</c:v>
                </c:pt>
                <c:pt idx="160">
                  <c:v>12791.955967422919</c:v>
                </c:pt>
                <c:pt idx="161">
                  <c:v>0</c:v>
                </c:pt>
                <c:pt idx="162">
                  <c:v>5600.1732085278672</c:v>
                </c:pt>
                <c:pt idx="163">
                  <c:v>2947.4595834357237</c:v>
                </c:pt>
                <c:pt idx="164">
                  <c:v>12104.215898838476</c:v>
                </c:pt>
                <c:pt idx="165">
                  <c:v>9813.9583290396258</c:v>
                </c:pt>
                <c:pt idx="166">
                  <c:v>6253.7322295881531</c:v>
                </c:pt>
                <c:pt idx="167">
                  <c:v>13657.326881471899</c:v>
                </c:pt>
                <c:pt idx="168">
                  <c:v>3242.2055417792967</c:v>
                </c:pt>
                <c:pt idx="169">
                  <c:v>3606.8428867117332</c:v>
                </c:pt>
                <c:pt idx="170">
                  <c:v>6829.3267036016996</c:v>
                </c:pt>
                <c:pt idx="171">
                  <c:v>6011.404811186233</c:v>
                </c:pt>
                <c:pt idx="172">
                  <c:v>5063.0998317823869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2652.7136250921535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10467.539879634254</c:v>
                </c:pt>
                <c:pt idx="181">
                  <c:v>5109.6940895082998</c:v>
                </c:pt>
                <c:pt idx="182">
                  <c:v>0</c:v>
                </c:pt>
                <c:pt idx="183">
                  <c:v>3563.1269757922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5305.4272501842997</c:v>
                </c:pt>
                <c:pt idx="189">
                  <c:v>3831.6974584664331</c:v>
                </c:pt>
                <c:pt idx="190">
                  <c:v>0</c:v>
                </c:pt>
                <c:pt idx="191">
                  <c:v>0</c:v>
                </c:pt>
                <c:pt idx="192">
                  <c:v>2969.2724798268264</c:v>
                </c:pt>
                <c:pt idx="193">
                  <c:v>4126.4434168100006</c:v>
                </c:pt>
                <c:pt idx="194">
                  <c:v>5109.6940895082998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3306.2726461524303</c:v>
                </c:pt>
                <c:pt idx="199">
                  <c:v>0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9-0698-40A7-BBB9-F9035A4CF9B7}"/>
            </c:ext>
          </c:extLst>
        </c:ser>
        <c:ser>
          <c:idx val="10"/>
          <c:order val="10"/>
          <c:tx>
            <c:strRef>
              <c:f>Summary!$L$1</c:f>
              <c:strCache>
                <c:ptCount val="1"/>
                <c:pt idx="0">
                  <c:v>R2</c:v>
                </c:pt>
              </c:strCache>
              <c:extLst xmlns:c15="http://schemas.microsoft.com/office/drawing/2012/chart"/>
            </c:strRef>
          </c:tx>
          <c:spPr>
            <a:ln w="38100" cap="rnd">
              <a:solidFill>
                <a:srgbClr val="00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Summary!$L$2:$L$201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1474.0358509622965</c:v>
                </c:pt>
                <c:pt idx="3">
                  <c:v>4273.6366493654896</c:v>
                </c:pt>
                <c:pt idx="4">
                  <c:v>15480.567381505767</c:v>
                </c:pt>
                <c:pt idx="5">
                  <c:v>16690.17366902118</c:v>
                </c:pt>
                <c:pt idx="6">
                  <c:v>32259.703779176834</c:v>
                </c:pt>
                <c:pt idx="7">
                  <c:v>72914.384478977896</c:v>
                </c:pt>
                <c:pt idx="8">
                  <c:v>99782.734917404407</c:v>
                </c:pt>
                <c:pt idx="9">
                  <c:v>165216.18481718699</c:v>
                </c:pt>
                <c:pt idx="10">
                  <c:v>225584.46742447233</c:v>
                </c:pt>
                <c:pt idx="11">
                  <c:v>285477.98427539394</c:v>
                </c:pt>
                <c:pt idx="12">
                  <c:v>426433.89881202037</c:v>
                </c:pt>
                <c:pt idx="13">
                  <c:v>585777.36745822802</c:v>
                </c:pt>
                <c:pt idx="14">
                  <c:v>802512.60473620531</c:v>
                </c:pt>
                <c:pt idx="15">
                  <c:v>1077912.1777055466</c:v>
                </c:pt>
                <c:pt idx="16">
                  <c:v>1185474.8734701658</c:v>
                </c:pt>
                <c:pt idx="17">
                  <c:v>1275961.8346053532</c:v>
                </c:pt>
                <c:pt idx="18">
                  <c:v>1550368.405699813</c:v>
                </c:pt>
                <c:pt idx="19">
                  <c:v>2050716.4016126466</c:v>
                </c:pt>
                <c:pt idx="20">
                  <c:v>2077333.6243871066</c:v>
                </c:pt>
                <c:pt idx="21">
                  <c:v>1975730.16476472</c:v>
                </c:pt>
                <c:pt idx="22">
                  <c:v>2566304.4223562735</c:v>
                </c:pt>
                <c:pt idx="23">
                  <c:v>2733263.3331774264</c:v>
                </c:pt>
                <c:pt idx="24">
                  <c:v>3005133.7341937297</c:v>
                </c:pt>
                <c:pt idx="25">
                  <c:v>3010006.0875747669</c:v>
                </c:pt>
                <c:pt idx="26">
                  <c:v>2938412.4520871635</c:v>
                </c:pt>
                <c:pt idx="27">
                  <c:v>3147914.8750393535</c:v>
                </c:pt>
                <c:pt idx="28">
                  <c:v>2837871.7161256801</c:v>
                </c:pt>
                <c:pt idx="29">
                  <c:v>2976027.4783375696</c:v>
                </c:pt>
                <c:pt idx="30">
                  <c:v>2771443.0574294236</c:v>
                </c:pt>
                <c:pt idx="31">
                  <c:v>2702680.0205859668</c:v>
                </c:pt>
                <c:pt idx="32">
                  <c:v>2776084.0117835435</c:v>
                </c:pt>
                <c:pt idx="33">
                  <c:v>2613874.9837898999</c:v>
                </c:pt>
                <c:pt idx="34">
                  <c:v>2619362.8053806531</c:v>
                </c:pt>
                <c:pt idx="35">
                  <c:v>3083852.0621508067</c:v>
                </c:pt>
                <c:pt idx="36">
                  <c:v>2748699.49880662</c:v>
                </c:pt>
                <c:pt idx="37">
                  <c:v>2669327.3624456204</c:v>
                </c:pt>
                <c:pt idx="38">
                  <c:v>2638513.6445163102</c:v>
                </c:pt>
                <c:pt idx="39">
                  <c:v>2779900.2703077463</c:v>
                </c:pt>
                <c:pt idx="40">
                  <c:v>2801368.6420711833</c:v>
                </c:pt>
                <c:pt idx="41">
                  <c:v>2805989.6924800701</c:v>
                </c:pt>
                <c:pt idx="42">
                  <c:v>2499101.602458253</c:v>
                </c:pt>
                <c:pt idx="43">
                  <c:v>2416026.8691469668</c:v>
                </c:pt>
                <c:pt idx="44">
                  <c:v>2374765.7425725064</c:v>
                </c:pt>
                <c:pt idx="45">
                  <c:v>2343343.1915724566</c:v>
                </c:pt>
                <c:pt idx="46">
                  <c:v>2048400.2238786297</c:v>
                </c:pt>
                <c:pt idx="47">
                  <c:v>2178407.40332535</c:v>
                </c:pt>
                <c:pt idx="48">
                  <c:v>2055239.0792436667</c:v>
                </c:pt>
                <c:pt idx="49">
                  <c:v>1815414.8034255903</c:v>
                </c:pt>
                <c:pt idx="50">
                  <c:v>1758815.0801332768</c:v>
                </c:pt>
                <c:pt idx="51">
                  <c:v>1829227.2029563964</c:v>
                </c:pt>
                <c:pt idx="52">
                  <c:v>1547553.9004419667</c:v>
                </c:pt>
                <c:pt idx="53">
                  <c:v>1632924.69428999</c:v>
                </c:pt>
                <c:pt idx="54">
                  <c:v>1782679.9133805633</c:v>
                </c:pt>
                <c:pt idx="55">
                  <c:v>1347434.3275714733</c:v>
                </c:pt>
                <c:pt idx="56">
                  <c:v>1458956.116753689</c:v>
                </c:pt>
                <c:pt idx="57">
                  <c:v>1444422.9206337037</c:v>
                </c:pt>
                <c:pt idx="58">
                  <c:v>1306032.6953947134</c:v>
                </c:pt>
                <c:pt idx="59">
                  <c:v>903204.99407636933</c:v>
                </c:pt>
                <c:pt idx="60">
                  <c:v>1285812.9486337586</c:v>
                </c:pt>
                <c:pt idx="61">
                  <c:v>1121213.1664228234</c:v>
                </c:pt>
                <c:pt idx="62">
                  <c:v>1156782.3836369303</c:v>
                </c:pt>
                <c:pt idx="63">
                  <c:v>1066851.8706025013</c:v>
                </c:pt>
                <c:pt idx="64">
                  <c:v>790659.12378439459</c:v>
                </c:pt>
                <c:pt idx="65">
                  <c:v>856736.80214067071</c:v>
                </c:pt>
                <c:pt idx="66">
                  <c:v>789946.07596463163</c:v>
                </c:pt>
                <c:pt idx="67">
                  <c:v>938071.97731767653</c:v>
                </c:pt>
                <c:pt idx="68">
                  <c:v>716016.41521741764</c:v>
                </c:pt>
                <c:pt idx="69">
                  <c:v>504721.53254788369</c:v>
                </c:pt>
                <c:pt idx="70">
                  <c:v>880369.25975463726</c:v>
                </c:pt>
                <c:pt idx="71">
                  <c:v>596009.1399231737</c:v>
                </c:pt>
                <c:pt idx="72">
                  <c:v>506124.11438674573</c:v>
                </c:pt>
                <c:pt idx="73">
                  <c:v>541612.42700951907</c:v>
                </c:pt>
                <c:pt idx="74">
                  <c:v>437795.04664993897</c:v>
                </c:pt>
                <c:pt idx="75">
                  <c:v>573311.56625432044</c:v>
                </c:pt>
                <c:pt idx="76">
                  <c:v>453325.78158790531</c:v>
                </c:pt>
                <c:pt idx="77">
                  <c:v>566649.8025085734</c:v>
                </c:pt>
                <c:pt idx="78">
                  <c:v>449085.7440840613</c:v>
                </c:pt>
                <c:pt idx="79">
                  <c:v>358785.08554499474</c:v>
                </c:pt>
                <c:pt idx="80">
                  <c:v>313621.97776871599</c:v>
                </c:pt>
                <c:pt idx="81">
                  <c:v>374108.08715960832</c:v>
                </c:pt>
                <c:pt idx="82">
                  <c:v>377940.76009843702</c:v>
                </c:pt>
                <c:pt idx="83">
                  <c:v>193777.23437809452</c:v>
                </c:pt>
                <c:pt idx="84">
                  <c:v>320814.13377051265</c:v>
                </c:pt>
                <c:pt idx="85">
                  <c:v>123358.2283905692</c:v>
                </c:pt>
                <c:pt idx="86">
                  <c:v>247351.31412410465</c:v>
                </c:pt>
                <c:pt idx="87">
                  <c:v>155194.92699959865</c:v>
                </c:pt>
                <c:pt idx="88">
                  <c:v>141920.20275625293</c:v>
                </c:pt>
                <c:pt idx="89">
                  <c:v>235806.65001048264</c:v>
                </c:pt>
                <c:pt idx="90">
                  <c:v>134225.15656977639</c:v>
                </c:pt>
                <c:pt idx="91">
                  <c:v>161308.57956356768</c:v>
                </c:pt>
                <c:pt idx="92">
                  <c:v>104806.85014702017</c:v>
                </c:pt>
                <c:pt idx="93">
                  <c:v>197438.40650377283</c:v>
                </c:pt>
                <c:pt idx="94">
                  <c:v>254612.22229196303</c:v>
                </c:pt>
                <c:pt idx="95">
                  <c:v>161999.0218111045</c:v>
                </c:pt>
                <c:pt idx="96">
                  <c:v>163636.903813782</c:v>
                </c:pt>
                <c:pt idx="97">
                  <c:v>87246.675407911491</c:v>
                </c:pt>
                <c:pt idx="98">
                  <c:v>92570.618988819959</c:v>
                </c:pt>
                <c:pt idx="99">
                  <c:v>156336.44624161025</c:v>
                </c:pt>
                <c:pt idx="100">
                  <c:v>74188.331827643764</c:v>
                </c:pt>
                <c:pt idx="101">
                  <c:v>123902.71096107717</c:v>
                </c:pt>
                <c:pt idx="102">
                  <c:v>98179.437454194514</c:v>
                </c:pt>
                <c:pt idx="103">
                  <c:v>57960.707864589036</c:v>
                </c:pt>
                <c:pt idx="104">
                  <c:v>157155.8432649957</c:v>
                </c:pt>
                <c:pt idx="105">
                  <c:v>111708.68099300856</c:v>
                </c:pt>
                <c:pt idx="106">
                  <c:v>53964.668040161334</c:v>
                </c:pt>
                <c:pt idx="107">
                  <c:v>60886.006445328174</c:v>
                </c:pt>
                <c:pt idx="108">
                  <c:v>97793.617277228273</c:v>
                </c:pt>
                <c:pt idx="109">
                  <c:v>64884.31659743729</c:v>
                </c:pt>
                <c:pt idx="110">
                  <c:v>71714.808272903931</c:v>
                </c:pt>
                <c:pt idx="111">
                  <c:v>57955.025275195199</c:v>
                </c:pt>
                <c:pt idx="112">
                  <c:v>39070.766113811995</c:v>
                </c:pt>
                <c:pt idx="113">
                  <c:v>38788.984373899839</c:v>
                </c:pt>
                <c:pt idx="114">
                  <c:v>124260.70994951589</c:v>
                </c:pt>
                <c:pt idx="115">
                  <c:v>13145.411298993198</c:v>
                </c:pt>
                <c:pt idx="116">
                  <c:v>39481.662766266723</c:v>
                </c:pt>
                <c:pt idx="117">
                  <c:v>17565.144588103769</c:v>
                </c:pt>
                <c:pt idx="118">
                  <c:v>37037.613342673365</c:v>
                </c:pt>
                <c:pt idx="119">
                  <c:v>19788.913252296232</c:v>
                </c:pt>
                <c:pt idx="120">
                  <c:v>10757.259756749239</c:v>
                </c:pt>
                <c:pt idx="121">
                  <c:v>86420.184907554401</c:v>
                </c:pt>
                <c:pt idx="122">
                  <c:v>33981.23392999397</c:v>
                </c:pt>
                <c:pt idx="123">
                  <c:v>24661.938819193801</c:v>
                </c:pt>
                <c:pt idx="124">
                  <c:v>21261.315738007826</c:v>
                </c:pt>
                <c:pt idx="125">
                  <c:v>30655.676426315069</c:v>
                </c:pt>
                <c:pt idx="126">
                  <c:v>13069.365196034532</c:v>
                </c:pt>
                <c:pt idx="127">
                  <c:v>22676.766467065867</c:v>
                </c:pt>
                <c:pt idx="128">
                  <c:v>28547.473955037629</c:v>
                </c:pt>
                <c:pt idx="129">
                  <c:v>19441.731707435032</c:v>
                </c:pt>
                <c:pt idx="130">
                  <c:v>48649.314338759265</c:v>
                </c:pt>
                <c:pt idx="131">
                  <c:v>21521.982167848066</c:v>
                </c:pt>
                <c:pt idx="132">
                  <c:v>21380.656073403272</c:v>
                </c:pt>
                <c:pt idx="133">
                  <c:v>12422.173145439012</c:v>
                </c:pt>
                <c:pt idx="134">
                  <c:v>8254.6007653888664</c:v>
                </c:pt>
                <c:pt idx="135">
                  <c:v>22185.518983215166</c:v>
                </c:pt>
                <c:pt idx="136">
                  <c:v>44223.438783771351</c:v>
                </c:pt>
                <c:pt idx="137">
                  <c:v>19331.852972408204</c:v>
                </c:pt>
                <c:pt idx="138">
                  <c:v>2519.6407185628732</c:v>
                </c:pt>
                <c:pt idx="139">
                  <c:v>18175.987911644166</c:v>
                </c:pt>
                <c:pt idx="140">
                  <c:v>4318.1779204219101</c:v>
                </c:pt>
                <c:pt idx="141">
                  <c:v>26243.907063153671</c:v>
                </c:pt>
                <c:pt idx="142">
                  <c:v>18068.050650152167</c:v>
                </c:pt>
                <c:pt idx="143">
                  <c:v>12988.930005912202</c:v>
                </c:pt>
                <c:pt idx="144">
                  <c:v>11435.956639247001</c:v>
                </c:pt>
                <c:pt idx="145">
                  <c:v>3242.8788721170499</c:v>
                </c:pt>
                <c:pt idx="146">
                  <c:v>1959.7205588822364</c:v>
                </c:pt>
                <c:pt idx="147">
                  <c:v>1959.7205588822364</c:v>
                </c:pt>
                <c:pt idx="148">
                  <c:v>12381.9011480833</c:v>
                </c:pt>
                <c:pt idx="149">
                  <c:v>12019.120605470474</c:v>
                </c:pt>
                <c:pt idx="150">
                  <c:v>25058.609466359034</c:v>
                </c:pt>
                <c:pt idx="151">
                  <c:v>5726.6256716140042</c:v>
                </c:pt>
                <c:pt idx="152">
                  <c:v>6433.4457105440479</c:v>
                </c:pt>
                <c:pt idx="153">
                  <c:v>4127.3003826944332</c:v>
                </c:pt>
                <c:pt idx="154">
                  <c:v>9372.3064478998003</c:v>
                </c:pt>
                <c:pt idx="155">
                  <c:v>11626.834176974493</c:v>
                </c:pt>
                <c:pt idx="156">
                  <c:v>19597.205588822366</c:v>
                </c:pt>
                <c:pt idx="157">
                  <c:v>7558.9221556886332</c:v>
                </c:pt>
                <c:pt idx="158">
                  <c:v>10337.669288693567</c:v>
                </c:pt>
                <c:pt idx="159">
                  <c:v>0</c:v>
                </c:pt>
                <c:pt idx="160">
                  <c:v>10358.522954091799</c:v>
                </c:pt>
                <c:pt idx="161">
                  <c:v>6439.0818363273329</c:v>
                </c:pt>
                <c:pt idx="162">
                  <c:v>5167.832737090027</c:v>
                </c:pt>
                <c:pt idx="163">
                  <c:v>0</c:v>
                </c:pt>
                <c:pt idx="164">
                  <c:v>2799.600798403193</c:v>
                </c:pt>
                <c:pt idx="165">
                  <c:v>8678.7624750498999</c:v>
                </c:pt>
                <c:pt idx="166">
                  <c:v>2239.6806387225533</c:v>
                </c:pt>
                <c:pt idx="167">
                  <c:v>5592.4382458664195</c:v>
                </c:pt>
                <c:pt idx="168">
                  <c:v>10536.688038317499</c:v>
                </c:pt>
                <c:pt idx="169">
                  <c:v>3352.7576071438666</c:v>
                </c:pt>
                <c:pt idx="170">
                  <c:v>0</c:v>
                </c:pt>
                <c:pt idx="171">
                  <c:v>8118.8423153692665</c:v>
                </c:pt>
                <c:pt idx="172">
                  <c:v>4716.9147230793333</c:v>
                </c:pt>
                <c:pt idx="173">
                  <c:v>10352.886828308512</c:v>
                </c:pt>
                <c:pt idx="174">
                  <c:v>4127.3003826944332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2653.2645317321335</c:v>
                </c:pt>
                <c:pt idx="180">
                  <c:v>0</c:v>
                </c:pt>
                <c:pt idx="181">
                  <c:v>3911.5505416678334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4127.3003826944332</c:v>
                </c:pt>
                <c:pt idx="189">
                  <c:v>2653.2645317321335</c:v>
                </c:pt>
                <c:pt idx="190">
                  <c:v>0</c:v>
                </c:pt>
                <c:pt idx="191">
                  <c:v>0</c:v>
                </c:pt>
                <c:pt idx="192">
                  <c:v>2653.2645317321335</c:v>
                </c:pt>
                <c:pt idx="193">
                  <c:v>0</c:v>
                </c:pt>
                <c:pt idx="194">
                  <c:v>4479.3612774451003</c:v>
                </c:pt>
                <c:pt idx="195">
                  <c:v>13561.129828853132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A-0698-40A7-BBB9-F9035A4CF9B7}"/>
            </c:ext>
          </c:extLst>
        </c:ser>
        <c:ser>
          <c:idx val="11"/>
          <c:order val="11"/>
          <c:tx>
            <c:strRef>
              <c:f>Summary!$M$1</c:f>
              <c:strCache>
                <c:ptCount val="1"/>
                <c:pt idx="0">
                  <c:v>R3</c:v>
                </c:pt>
              </c:strCache>
              <c:extLst xmlns:c15="http://schemas.microsoft.com/office/drawing/2012/chart"/>
            </c:strRef>
          </c:tx>
          <c:spPr>
            <a:ln w="38100" cap="rnd">
              <a:solidFill>
                <a:srgbClr val="00000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Summary!$A$2:$A$201</c:f>
              <c:numCache>
                <c:formatCode>General</c:formatCode>
                <c:ptCount val="200"/>
                <c:pt idx="0">
                  <c:v>2.5</c:v>
                </c:pt>
                <c:pt idx="1">
                  <c:v>7.5</c:v>
                </c:pt>
                <c:pt idx="2">
                  <c:v>12.5</c:v>
                </c:pt>
                <c:pt idx="3">
                  <c:v>17.5</c:v>
                </c:pt>
                <c:pt idx="4">
                  <c:v>22.5</c:v>
                </c:pt>
                <c:pt idx="5">
                  <c:v>27.5</c:v>
                </c:pt>
                <c:pt idx="6">
                  <c:v>32.5</c:v>
                </c:pt>
                <c:pt idx="7">
                  <c:v>37.5</c:v>
                </c:pt>
                <c:pt idx="8">
                  <c:v>42.5</c:v>
                </c:pt>
                <c:pt idx="9">
                  <c:v>47.5</c:v>
                </c:pt>
                <c:pt idx="10">
                  <c:v>52.5</c:v>
                </c:pt>
                <c:pt idx="11">
                  <c:v>57.5</c:v>
                </c:pt>
                <c:pt idx="12">
                  <c:v>62.5</c:v>
                </c:pt>
                <c:pt idx="13">
                  <c:v>67.5</c:v>
                </c:pt>
                <c:pt idx="14">
                  <c:v>72.5</c:v>
                </c:pt>
                <c:pt idx="15">
                  <c:v>77.5</c:v>
                </c:pt>
                <c:pt idx="16">
                  <c:v>82.5</c:v>
                </c:pt>
                <c:pt idx="17">
                  <c:v>87.5</c:v>
                </c:pt>
                <c:pt idx="18">
                  <c:v>92.5</c:v>
                </c:pt>
                <c:pt idx="19">
                  <c:v>97.5</c:v>
                </c:pt>
                <c:pt idx="20">
                  <c:v>102.5</c:v>
                </c:pt>
                <c:pt idx="21">
                  <c:v>107.5</c:v>
                </c:pt>
                <c:pt idx="22">
                  <c:v>112.5</c:v>
                </c:pt>
                <c:pt idx="23">
                  <c:v>117.5</c:v>
                </c:pt>
                <c:pt idx="24">
                  <c:v>122.5</c:v>
                </c:pt>
                <c:pt idx="25">
                  <c:v>127.5</c:v>
                </c:pt>
                <c:pt idx="26">
                  <c:v>132.5</c:v>
                </c:pt>
                <c:pt idx="27">
                  <c:v>137.5</c:v>
                </c:pt>
                <c:pt idx="28">
                  <c:v>142.5</c:v>
                </c:pt>
                <c:pt idx="29">
                  <c:v>147.5</c:v>
                </c:pt>
                <c:pt idx="30">
                  <c:v>152.5</c:v>
                </c:pt>
                <c:pt idx="31">
                  <c:v>157.5</c:v>
                </c:pt>
                <c:pt idx="32">
                  <c:v>162.5</c:v>
                </c:pt>
                <c:pt idx="33">
                  <c:v>167.5</c:v>
                </c:pt>
                <c:pt idx="34">
                  <c:v>172.5</c:v>
                </c:pt>
                <c:pt idx="35">
                  <c:v>177.5</c:v>
                </c:pt>
                <c:pt idx="36">
                  <c:v>182.5</c:v>
                </c:pt>
                <c:pt idx="37">
                  <c:v>187.5</c:v>
                </c:pt>
                <c:pt idx="38">
                  <c:v>192.5</c:v>
                </c:pt>
                <c:pt idx="39">
                  <c:v>197.5</c:v>
                </c:pt>
                <c:pt idx="40">
                  <c:v>202.5</c:v>
                </c:pt>
                <c:pt idx="41">
                  <c:v>207.5</c:v>
                </c:pt>
                <c:pt idx="42">
                  <c:v>212.5</c:v>
                </c:pt>
                <c:pt idx="43">
                  <c:v>217.5</c:v>
                </c:pt>
                <c:pt idx="44">
                  <c:v>222.5</c:v>
                </c:pt>
                <c:pt idx="45">
                  <c:v>227.5</c:v>
                </c:pt>
                <c:pt idx="46">
                  <c:v>232.5</c:v>
                </c:pt>
                <c:pt idx="47">
                  <c:v>237.5</c:v>
                </c:pt>
                <c:pt idx="48">
                  <c:v>242.5</c:v>
                </c:pt>
                <c:pt idx="49">
                  <c:v>247.5</c:v>
                </c:pt>
                <c:pt idx="50">
                  <c:v>252.5</c:v>
                </c:pt>
                <c:pt idx="51">
                  <c:v>257.5</c:v>
                </c:pt>
                <c:pt idx="52">
                  <c:v>262.5</c:v>
                </c:pt>
                <c:pt idx="53">
                  <c:v>267.5</c:v>
                </c:pt>
                <c:pt idx="54">
                  <c:v>272.5</c:v>
                </c:pt>
                <c:pt idx="55">
                  <c:v>277.5</c:v>
                </c:pt>
                <c:pt idx="56">
                  <c:v>282.5</c:v>
                </c:pt>
                <c:pt idx="57">
                  <c:v>287.5</c:v>
                </c:pt>
                <c:pt idx="58">
                  <c:v>292.5</c:v>
                </c:pt>
                <c:pt idx="59">
                  <c:v>297.5</c:v>
                </c:pt>
                <c:pt idx="60">
                  <c:v>302.5</c:v>
                </c:pt>
                <c:pt idx="61">
                  <c:v>307.5</c:v>
                </c:pt>
                <c:pt idx="62">
                  <c:v>312.5</c:v>
                </c:pt>
                <c:pt idx="63">
                  <c:v>317.5</c:v>
                </c:pt>
                <c:pt idx="64">
                  <c:v>322.5</c:v>
                </c:pt>
                <c:pt idx="65">
                  <c:v>327.5</c:v>
                </c:pt>
                <c:pt idx="66">
                  <c:v>332.5</c:v>
                </c:pt>
                <c:pt idx="67">
                  <c:v>337.5</c:v>
                </c:pt>
                <c:pt idx="68">
                  <c:v>342.5</c:v>
                </c:pt>
                <c:pt idx="69">
                  <c:v>347.5</c:v>
                </c:pt>
                <c:pt idx="70">
                  <c:v>352.5</c:v>
                </c:pt>
                <c:pt idx="71">
                  <c:v>357.5</c:v>
                </c:pt>
                <c:pt idx="72">
                  <c:v>362.5</c:v>
                </c:pt>
                <c:pt idx="73">
                  <c:v>367.5</c:v>
                </c:pt>
                <c:pt idx="74">
                  <c:v>372.5</c:v>
                </c:pt>
                <c:pt idx="75">
                  <c:v>377.5</c:v>
                </c:pt>
                <c:pt idx="76">
                  <c:v>382.5</c:v>
                </c:pt>
                <c:pt idx="77">
                  <c:v>387.5</c:v>
                </c:pt>
                <c:pt idx="78">
                  <c:v>392.5</c:v>
                </c:pt>
                <c:pt idx="79">
                  <c:v>397.5</c:v>
                </c:pt>
                <c:pt idx="80">
                  <c:v>402.5</c:v>
                </c:pt>
                <c:pt idx="81">
                  <c:v>407.5</c:v>
                </c:pt>
                <c:pt idx="82">
                  <c:v>412.5</c:v>
                </c:pt>
                <c:pt idx="83">
                  <c:v>417.5</c:v>
                </c:pt>
                <c:pt idx="84">
                  <c:v>422.5</c:v>
                </c:pt>
                <c:pt idx="85">
                  <c:v>427.5</c:v>
                </c:pt>
                <c:pt idx="86">
                  <c:v>432.5</c:v>
                </c:pt>
                <c:pt idx="87">
                  <c:v>437.5</c:v>
                </c:pt>
                <c:pt idx="88">
                  <c:v>442.5</c:v>
                </c:pt>
                <c:pt idx="89">
                  <c:v>447.5</c:v>
                </c:pt>
                <c:pt idx="90">
                  <c:v>452.5</c:v>
                </c:pt>
                <c:pt idx="91">
                  <c:v>457.5</c:v>
                </c:pt>
                <c:pt idx="92">
                  <c:v>462.5</c:v>
                </c:pt>
                <c:pt idx="93">
                  <c:v>467.5</c:v>
                </c:pt>
                <c:pt idx="94">
                  <c:v>472.5</c:v>
                </c:pt>
                <c:pt idx="95">
                  <c:v>477.5</c:v>
                </c:pt>
                <c:pt idx="96">
                  <c:v>482.5</c:v>
                </c:pt>
                <c:pt idx="97">
                  <c:v>487.5</c:v>
                </c:pt>
                <c:pt idx="98">
                  <c:v>492.5</c:v>
                </c:pt>
                <c:pt idx="99">
                  <c:v>497.5</c:v>
                </c:pt>
                <c:pt idx="100">
                  <c:v>502.5</c:v>
                </c:pt>
                <c:pt idx="101">
                  <c:v>507.5</c:v>
                </c:pt>
                <c:pt idx="102">
                  <c:v>512.5</c:v>
                </c:pt>
                <c:pt idx="103">
                  <c:v>517.5</c:v>
                </c:pt>
                <c:pt idx="104">
                  <c:v>522.5</c:v>
                </c:pt>
                <c:pt idx="105">
                  <c:v>527.5</c:v>
                </c:pt>
                <c:pt idx="106">
                  <c:v>532.5</c:v>
                </c:pt>
                <c:pt idx="107">
                  <c:v>537.5</c:v>
                </c:pt>
                <c:pt idx="108">
                  <c:v>542.5</c:v>
                </c:pt>
                <c:pt idx="109">
                  <c:v>547.5</c:v>
                </c:pt>
                <c:pt idx="110">
                  <c:v>552.5</c:v>
                </c:pt>
                <c:pt idx="111">
                  <c:v>557.5</c:v>
                </c:pt>
                <c:pt idx="112">
                  <c:v>562.5</c:v>
                </c:pt>
                <c:pt idx="113">
                  <c:v>567.5</c:v>
                </c:pt>
                <c:pt idx="114">
                  <c:v>572.5</c:v>
                </c:pt>
                <c:pt idx="115">
                  <c:v>577.5</c:v>
                </c:pt>
                <c:pt idx="116">
                  <c:v>582.5</c:v>
                </c:pt>
                <c:pt idx="117">
                  <c:v>587.5</c:v>
                </c:pt>
                <c:pt idx="118">
                  <c:v>592.5</c:v>
                </c:pt>
                <c:pt idx="119">
                  <c:v>597.5</c:v>
                </c:pt>
                <c:pt idx="120">
                  <c:v>602.5</c:v>
                </c:pt>
                <c:pt idx="121">
                  <c:v>607.5</c:v>
                </c:pt>
                <c:pt idx="122">
                  <c:v>612.5</c:v>
                </c:pt>
                <c:pt idx="123">
                  <c:v>617.5</c:v>
                </c:pt>
                <c:pt idx="124">
                  <c:v>622.5</c:v>
                </c:pt>
                <c:pt idx="125">
                  <c:v>627.5</c:v>
                </c:pt>
                <c:pt idx="126">
                  <c:v>632.5</c:v>
                </c:pt>
                <c:pt idx="127">
                  <c:v>637.5</c:v>
                </c:pt>
                <c:pt idx="128">
                  <c:v>642.5</c:v>
                </c:pt>
                <c:pt idx="129">
                  <c:v>647.5</c:v>
                </c:pt>
                <c:pt idx="130">
                  <c:v>652.5</c:v>
                </c:pt>
                <c:pt idx="131">
                  <c:v>657.5</c:v>
                </c:pt>
                <c:pt idx="132">
                  <c:v>662.5</c:v>
                </c:pt>
                <c:pt idx="133">
                  <c:v>667.5</c:v>
                </c:pt>
                <c:pt idx="134">
                  <c:v>672.5</c:v>
                </c:pt>
                <c:pt idx="135">
                  <c:v>677.5</c:v>
                </c:pt>
                <c:pt idx="136">
                  <c:v>682.5</c:v>
                </c:pt>
                <c:pt idx="137">
                  <c:v>687.5</c:v>
                </c:pt>
                <c:pt idx="138">
                  <c:v>692.5</c:v>
                </c:pt>
                <c:pt idx="139">
                  <c:v>697.5</c:v>
                </c:pt>
                <c:pt idx="140">
                  <c:v>702.5</c:v>
                </c:pt>
                <c:pt idx="141">
                  <c:v>707.5</c:v>
                </c:pt>
                <c:pt idx="142">
                  <c:v>712.5</c:v>
                </c:pt>
                <c:pt idx="143">
                  <c:v>717.5</c:v>
                </c:pt>
                <c:pt idx="144">
                  <c:v>722.5</c:v>
                </c:pt>
                <c:pt idx="145">
                  <c:v>727.5</c:v>
                </c:pt>
                <c:pt idx="146">
                  <c:v>732.5</c:v>
                </c:pt>
                <c:pt idx="147">
                  <c:v>737.5</c:v>
                </c:pt>
                <c:pt idx="148">
                  <c:v>742.5</c:v>
                </c:pt>
                <c:pt idx="149">
                  <c:v>747.5</c:v>
                </c:pt>
                <c:pt idx="150">
                  <c:v>752.5</c:v>
                </c:pt>
                <c:pt idx="151">
                  <c:v>757.5</c:v>
                </c:pt>
                <c:pt idx="152">
                  <c:v>762.5</c:v>
                </c:pt>
                <c:pt idx="153">
                  <c:v>767.5</c:v>
                </c:pt>
                <c:pt idx="154">
                  <c:v>772.5</c:v>
                </c:pt>
                <c:pt idx="155">
                  <c:v>777.5</c:v>
                </c:pt>
                <c:pt idx="156">
                  <c:v>782.5</c:v>
                </c:pt>
                <c:pt idx="157">
                  <c:v>787.5</c:v>
                </c:pt>
                <c:pt idx="158">
                  <c:v>792.5</c:v>
                </c:pt>
                <c:pt idx="159">
                  <c:v>797.5</c:v>
                </c:pt>
                <c:pt idx="160">
                  <c:v>802.5</c:v>
                </c:pt>
                <c:pt idx="161">
                  <c:v>807.5</c:v>
                </c:pt>
                <c:pt idx="162">
                  <c:v>812.5</c:v>
                </c:pt>
                <c:pt idx="163">
                  <c:v>817.5</c:v>
                </c:pt>
                <c:pt idx="164">
                  <c:v>822.5</c:v>
                </c:pt>
                <c:pt idx="165">
                  <c:v>827.5</c:v>
                </c:pt>
                <c:pt idx="166">
                  <c:v>832.5</c:v>
                </c:pt>
                <c:pt idx="167">
                  <c:v>837.5</c:v>
                </c:pt>
                <c:pt idx="168">
                  <c:v>842.5</c:v>
                </c:pt>
                <c:pt idx="169">
                  <c:v>847.5</c:v>
                </c:pt>
                <c:pt idx="170">
                  <c:v>852.5</c:v>
                </c:pt>
                <c:pt idx="171">
                  <c:v>857.5</c:v>
                </c:pt>
                <c:pt idx="172">
                  <c:v>862.5</c:v>
                </c:pt>
                <c:pt idx="173">
                  <c:v>867.5</c:v>
                </c:pt>
                <c:pt idx="174">
                  <c:v>872.5</c:v>
                </c:pt>
                <c:pt idx="175">
                  <c:v>877.5</c:v>
                </c:pt>
                <c:pt idx="176">
                  <c:v>882.5</c:v>
                </c:pt>
                <c:pt idx="177">
                  <c:v>887.5</c:v>
                </c:pt>
                <c:pt idx="178">
                  <c:v>892.5</c:v>
                </c:pt>
                <c:pt idx="179">
                  <c:v>897.5</c:v>
                </c:pt>
                <c:pt idx="180">
                  <c:v>902.5</c:v>
                </c:pt>
                <c:pt idx="181">
                  <c:v>907.5</c:v>
                </c:pt>
                <c:pt idx="182">
                  <c:v>912.5</c:v>
                </c:pt>
                <c:pt idx="183">
                  <c:v>917.5</c:v>
                </c:pt>
                <c:pt idx="184">
                  <c:v>922.5</c:v>
                </c:pt>
                <c:pt idx="185">
                  <c:v>927.5</c:v>
                </c:pt>
                <c:pt idx="186">
                  <c:v>932.5</c:v>
                </c:pt>
                <c:pt idx="187">
                  <c:v>937.5</c:v>
                </c:pt>
                <c:pt idx="188">
                  <c:v>942.5</c:v>
                </c:pt>
                <c:pt idx="189">
                  <c:v>947.5</c:v>
                </c:pt>
                <c:pt idx="190">
                  <c:v>952.5</c:v>
                </c:pt>
                <c:pt idx="191">
                  <c:v>957.5</c:v>
                </c:pt>
                <c:pt idx="192">
                  <c:v>962.5</c:v>
                </c:pt>
                <c:pt idx="193">
                  <c:v>967.5</c:v>
                </c:pt>
                <c:pt idx="194">
                  <c:v>972.5</c:v>
                </c:pt>
                <c:pt idx="195">
                  <c:v>977.5</c:v>
                </c:pt>
                <c:pt idx="196">
                  <c:v>982.5</c:v>
                </c:pt>
                <c:pt idx="197">
                  <c:v>987.5</c:v>
                </c:pt>
                <c:pt idx="198">
                  <c:v>992.5</c:v>
                </c:pt>
                <c:pt idx="199">
                  <c:v>997.5</c:v>
                </c:pt>
              </c:numCache>
              <c:extLst xmlns:c15="http://schemas.microsoft.com/office/drawing/2012/chart"/>
            </c:numRef>
          </c:xVal>
          <c:yVal>
            <c:numRef>
              <c:f>Summary!$M$2:$M$201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1466.5909313559266</c:v>
                </c:pt>
                <c:pt idx="4">
                  <c:v>1466.5909313559266</c:v>
                </c:pt>
                <c:pt idx="5">
                  <c:v>2053.2273038982967</c:v>
                </c:pt>
                <c:pt idx="6">
                  <c:v>7779.9767926276991</c:v>
                </c:pt>
                <c:pt idx="7">
                  <c:v>5108.316386468784</c:v>
                </c:pt>
                <c:pt idx="8">
                  <c:v>4707.1806932215268</c:v>
                </c:pt>
                <c:pt idx="9">
                  <c:v>32495.064004983968</c:v>
                </c:pt>
                <c:pt idx="10">
                  <c:v>54696.260409491028</c:v>
                </c:pt>
                <c:pt idx="11">
                  <c:v>62192.131100007238</c:v>
                </c:pt>
                <c:pt idx="12">
                  <c:v>118235.84097011272</c:v>
                </c:pt>
                <c:pt idx="13">
                  <c:v>180612.28354602496</c:v>
                </c:pt>
                <c:pt idx="14">
                  <c:v>144752.49884372053</c:v>
                </c:pt>
                <c:pt idx="15">
                  <c:v>221796.78307472231</c:v>
                </c:pt>
                <c:pt idx="16">
                  <c:v>304239.98568418296</c:v>
                </c:pt>
                <c:pt idx="17">
                  <c:v>255498.60265669666</c:v>
                </c:pt>
                <c:pt idx="18">
                  <c:v>390621.60313858464</c:v>
                </c:pt>
                <c:pt idx="19">
                  <c:v>546580.60397268331</c:v>
                </c:pt>
                <c:pt idx="20">
                  <c:v>486089.96670173295</c:v>
                </c:pt>
                <c:pt idx="21">
                  <c:v>789851.32659665553</c:v>
                </c:pt>
                <c:pt idx="22">
                  <c:v>779750.36484228482</c:v>
                </c:pt>
                <c:pt idx="23">
                  <c:v>943181.69635882566</c:v>
                </c:pt>
                <c:pt idx="24">
                  <c:v>803139.74238439056</c:v>
                </c:pt>
                <c:pt idx="25">
                  <c:v>876820.15291384875</c:v>
                </c:pt>
                <c:pt idx="26">
                  <c:v>1133798.1577427643</c:v>
                </c:pt>
                <c:pt idx="27">
                  <c:v>1152383.0457881035</c:v>
                </c:pt>
                <c:pt idx="28">
                  <c:v>1335540.4441035532</c:v>
                </c:pt>
                <c:pt idx="29">
                  <c:v>1115698.8071240371</c:v>
                </c:pt>
                <c:pt idx="30">
                  <c:v>1239163.2362928865</c:v>
                </c:pt>
                <c:pt idx="31">
                  <c:v>1407434.8565416234</c:v>
                </c:pt>
                <c:pt idx="32">
                  <c:v>1427696.5283026667</c:v>
                </c:pt>
                <c:pt idx="33">
                  <c:v>1604240.6315742966</c:v>
                </c:pt>
                <c:pt idx="34">
                  <c:v>1400607.7729760499</c:v>
                </c:pt>
                <c:pt idx="35">
                  <c:v>1388426.1398797366</c:v>
                </c:pt>
                <c:pt idx="36">
                  <c:v>1191612.1904165132</c:v>
                </c:pt>
                <c:pt idx="37">
                  <c:v>1447476.78440136</c:v>
                </c:pt>
                <c:pt idx="38">
                  <c:v>1385273.4311935934</c:v>
                </c:pt>
                <c:pt idx="39">
                  <c:v>1579318.2409381613</c:v>
                </c:pt>
                <c:pt idx="40">
                  <c:v>1650016.4456997067</c:v>
                </c:pt>
                <c:pt idx="41">
                  <c:v>1454043.69040496</c:v>
                </c:pt>
                <c:pt idx="42">
                  <c:v>1236739.7870630368</c:v>
                </c:pt>
                <c:pt idx="43">
                  <c:v>1147075.0441809483</c:v>
                </c:pt>
                <c:pt idx="44">
                  <c:v>1189116.7339458812</c:v>
                </c:pt>
                <c:pt idx="45">
                  <c:v>1298152.40621222</c:v>
                </c:pt>
                <c:pt idx="46">
                  <c:v>1465470.4725258064</c:v>
                </c:pt>
                <c:pt idx="47">
                  <c:v>1499080.4821161733</c:v>
                </c:pt>
                <c:pt idx="48">
                  <c:v>1304858.3777193499</c:v>
                </c:pt>
                <c:pt idx="49">
                  <c:v>1368552.6558881968</c:v>
                </c:pt>
                <c:pt idx="50">
                  <c:v>1326745.2365290953</c:v>
                </c:pt>
                <c:pt idx="51">
                  <c:v>1266858.3203245457</c:v>
                </c:pt>
                <c:pt idx="52">
                  <c:v>1578666.3238142699</c:v>
                </c:pt>
                <c:pt idx="53">
                  <c:v>1070320.966849182</c:v>
                </c:pt>
                <c:pt idx="54">
                  <c:v>1117040.0880354836</c:v>
                </c:pt>
                <c:pt idx="55">
                  <c:v>1288308.6958807034</c:v>
                </c:pt>
                <c:pt idx="56">
                  <c:v>1129558.9881371532</c:v>
                </c:pt>
                <c:pt idx="57">
                  <c:v>883965.47928295506</c:v>
                </c:pt>
                <c:pt idx="58">
                  <c:v>946330.19815430057</c:v>
                </c:pt>
                <c:pt idx="59">
                  <c:v>1049022.5557494436</c:v>
                </c:pt>
                <c:pt idx="60">
                  <c:v>981619.18653196131</c:v>
                </c:pt>
                <c:pt idx="61">
                  <c:v>808064.21720627788</c:v>
                </c:pt>
                <c:pt idx="62">
                  <c:v>917751.51308186166</c:v>
                </c:pt>
                <c:pt idx="63">
                  <c:v>958212.124540383</c:v>
                </c:pt>
                <c:pt idx="64">
                  <c:v>770419.94881610747</c:v>
                </c:pt>
                <c:pt idx="65">
                  <c:v>768518.75836872065</c:v>
                </c:pt>
                <c:pt idx="66">
                  <c:v>632280.60938410496</c:v>
                </c:pt>
                <c:pt idx="67">
                  <c:v>856896.32387880294</c:v>
                </c:pt>
                <c:pt idx="68">
                  <c:v>803239.80239800678</c:v>
                </c:pt>
                <c:pt idx="69">
                  <c:v>833204.12697173038</c:v>
                </c:pt>
                <c:pt idx="70">
                  <c:v>662767.46182488801</c:v>
                </c:pt>
                <c:pt idx="71">
                  <c:v>727718.26598340028</c:v>
                </c:pt>
                <c:pt idx="72">
                  <c:v>542256.03997588332</c:v>
                </c:pt>
                <c:pt idx="73">
                  <c:v>557017.11138650437</c:v>
                </c:pt>
                <c:pt idx="74">
                  <c:v>467089.41958348203</c:v>
                </c:pt>
                <c:pt idx="75">
                  <c:v>534492.28620334098</c:v>
                </c:pt>
                <c:pt idx="76">
                  <c:v>470837.28547251434</c:v>
                </c:pt>
                <c:pt idx="77">
                  <c:v>486931.99099744833</c:v>
                </c:pt>
                <c:pt idx="78">
                  <c:v>338546.23564463464</c:v>
                </c:pt>
                <c:pt idx="79">
                  <c:v>395921.75470340095</c:v>
                </c:pt>
                <c:pt idx="80">
                  <c:v>487161.52031848766</c:v>
                </c:pt>
                <c:pt idx="81">
                  <c:v>405482.12121901527</c:v>
                </c:pt>
                <c:pt idx="82">
                  <c:v>263422.58339511568</c:v>
                </c:pt>
                <c:pt idx="83">
                  <c:v>272146.24032981601</c:v>
                </c:pt>
                <c:pt idx="84">
                  <c:v>384420.87169840065</c:v>
                </c:pt>
                <c:pt idx="85">
                  <c:v>350700.84592126374</c:v>
                </c:pt>
                <c:pt idx="86">
                  <c:v>326721.69687350438</c:v>
                </c:pt>
                <c:pt idx="87">
                  <c:v>188240.03696653203</c:v>
                </c:pt>
                <c:pt idx="88">
                  <c:v>209184.28730277877</c:v>
                </c:pt>
                <c:pt idx="89">
                  <c:v>322277.67746453529</c:v>
                </c:pt>
                <c:pt idx="90">
                  <c:v>305387.42125473102</c:v>
                </c:pt>
                <c:pt idx="91">
                  <c:v>231726.25818224301</c:v>
                </c:pt>
                <c:pt idx="92">
                  <c:v>284330.49032183405</c:v>
                </c:pt>
                <c:pt idx="93">
                  <c:v>215096.78257038133</c:v>
                </c:pt>
                <c:pt idx="94">
                  <c:v>109012.7568607763</c:v>
                </c:pt>
                <c:pt idx="95">
                  <c:v>214269.97504873064</c:v>
                </c:pt>
                <c:pt idx="96">
                  <c:v>93082.628624875972</c:v>
                </c:pt>
                <c:pt idx="97">
                  <c:v>132409.11051192752</c:v>
                </c:pt>
                <c:pt idx="98">
                  <c:v>204277.39654198239</c:v>
                </c:pt>
                <c:pt idx="99">
                  <c:v>148442.58397672069</c:v>
                </c:pt>
                <c:pt idx="100">
                  <c:v>137241.19340598257</c:v>
                </c:pt>
                <c:pt idx="101">
                  <c:v>153307.42813108533</c:v>
                </c:pt>
                <c:pt idx="102">
                  <c:v>214885.03594661565</c:v>
                </c:pt>
                <c:pt idx="103">
                  <c:v>110400.18404235724</c:v>
                </c:pt>
                <c:pt idx="104">
                  <c:v>94378.486166457005</c:v>
                </c:pt>
                <c:pt idx="105">
                  <c:v>164524.1180448751</c:v>
                </c:pt>
                <c:pt idx="106">
                  <c:v>129737.251280679</c:v>
                </c:pt>
                <c:pt idx="107">
                  <c:v>122307.35359614411</c:v>
                </c:pt>
                <c:pt idx="108">
                  <c:v>106484.53351999672</c:v>
                </c:pt>
                <c:pt idx="109">
                  <c:v>138519.33495155667</c:v>
                </c:pt>
                <c:pt idx="110">
                  <c:v>83917.407651652684</c:v>
                </c:pt>
                <c:pt idx="111">
                  <c:v>105454.15238747564</c:v>
                </c:pt>
                <c:pt idx="112">
                  <c:v>69182.312377979586</c:v>
                </c:pt>
                <c:pt idx="113">
                  <c:v>75552.616131787145</c:v>
                </c:pt>
                <c:pt idx="114">
                  <c:v>46038.756018847933</c:v>
                </c:pt>
                <c:pt idx="115">
                  <c:v>64714.697518372639</c:v>
                </c:pt>
                <c:pt idx="116">
                  <c:v>59178.839104178238</c:v>
                </c:pt>
                <c:pt idx="117">
                  <c:v>129511.48264611582</c:v>
                </c:pt>
                <c:pt idx="118">
                  <c:v>54426.315141641644</c:v>
                </c:pt>
                <c:pt idx="119">
                  <c:v>42878.749581770469</c:v>
                </c:pt>
                <c:pt idx="120">
                  <c:v>91030.056330253661</c:v>
                </c:pt>
                <c:pt idx="121">
                  <c:v>76123.611092611201</c:v>
                </c:pt>
                <c:pt idx="122">
                  <c:v>124365.23043667215</c:v>
                </c:pt>
                <c:pt idx="123">
                  <c:v>20052.713314806188</c:v>
                </c:pt>
                <c:pt idx="124">
                  <c:v>63962.781433268268</c:v>
                </c:pt>
                <c:pt idx="125">
                  <c:v>56302.489284667732</c:v>
                </c:pt>
                <c:pt idx="126">
                  <c:v>42830.119957414368</c:v>
                </c:pt>
                <c:pt idx="127">
                  <c:v>63902.897826761131</c:v>
                </c:pt>
                <c:pt idx="128">
                  <c:v>26837.841544216633</c:v>
                </c:pt>
                <c:pt idx="129">
                  <c:v>11157.619427037343</c:v>
                </c:pt>
                <c:pt idx="130">
                  <c:v>68074.159944275525</c:v>
                </c:pt>
                <c:pt idx="131">
                  <c:v>64400.322678252123</c:v>
                </c:pt>
                <c:pt idx="132">
                  <c:v>50127.212235742896</c:v>
                </c:pt>
                <c:pt idx="133">
                  <c:v>40009.318149208913</c:v>
                </c:pt>
                <c:pt idx="134">
                  <c:v>12523.96624764232</c:v>
                </c:pt>
                <c:pt idx="135">
                  <c:v>23911.468511992935</c:v>
                </c:pt>
                <c:pt idx="136">
                  <c:v>27854.692004860433</c:v>
                </c:pt>
                <c:pt idx="137">
                  <c:v>21230.233526228873</c:v>
                </c:pt>
                <c:pt idx="138">
                  <c:v>51746.112388553993</c:v>
                </c:pt>
                <c:pt idx="139">
                  <c:v>10571.432539039508</c:v>
                </c:pt>
                <c:pt idx="140">
                  <c:v>5184.9436189849666</c:v>
                </c:pt>
                <c:pt idx="141">
                  <c:v>32699.012559725201</c:v>
                </c:pt>
                <c:pt idx="142">
                  <c:v>19760.31666498577</c:v>
                </c:pt>
                <c:pt idx="143">
                  <c:v>39914.330030345802</c:v>
                </c:pt>
                <c:pt idx="144">
                  <c:v>36618.664309081338</c:v>
                </c:pt>
                <c:pt idx="145">
                  <c:v>41490.4245708655</c:v>
                </c:pt>
                <c:pt idx="146">
                  <c:v>21362.141103110731</c:v>
                </c:pt>
                <c:pt idx="147">
                  <c:v>36371.455097627004</c:v>
                </c:pt>
                <c:pt idx="148">
                  <c:v>27925.251265498879</c:v>
                </c:pt>
                <c:pt idx="149">
                  <c:v>16218.386975844138</c:v>
                </c:pt>
                <c:pt idx="150">
                  <c:v>35561.366355094331</c:v>
                </c:pt>
                <c:pt idx="151">
                  <c:v>15443.979933922334</c:v>
                </c:pt>
                <c:pt idx="152">
                  <c:v>14137.295327373133</c:v>
                </c:pt>
                <c:pt idx="153">
                  <c:v>7824.2008401673011</c:v>
                </c:pt>
                <c:pt idx="154">
                  <c:v>2869.5884032753734</c:v>
                </c:pt>
                <c:pt idx="155">
                  <c:v>12050.742162282733</c:v>
                </c:pt>
                <c:pt idx="156">
                  <c:v>0</c:v>
                </c:pt>
                <c:pt idx="157">
                  <c:v>4935.5343990609663</c:v>
                </c:pt>
                <c:pt idx="158">
                  <c:v>17565.789022205467</c:v>
                </c:pt>
                <c:pt idx="159">
                  <c:v>0</c:v>
                </c:pt>
                <c:pt idx="160">
                  <c:v>4860.8846427983999</c:v>
                </c:pt>
                <c:pt idx="161">
                  <c:v>7747.8886888434999</c:v>
                </c:pt>
                <c:pt idx="162">
                  <c:v>7332.9546567796342</c:v>
                </c:pt>
                <c:pt idx="163">
                  <c:v>0</c:v>
                </c:pt>
                <c:pt idx="164">
                  <c:v>22671.678447876136</c:v>
                </c:pt>
                <c:pt idx="165">
                  <c:v>13409.9650712071</c:v>
                </c:pt>
                <c:pt idx="166">
                  <c:v>0</c:v>
                </c:pt>
                <c:pt idx="167">
                  <c:v>4106.4546077965997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2933.1818627118532</c:v>
                </c:pt>
                <c:pt idx="172">
                  <c:v>5165.2591258956663</c:v>
                </c:pt>
                <c:pt idx="173">
                  <c:v>0</c:v>
                </c:pt>
                <c:pt idx="174">
                  <c:v>0</c:v>
                </c:pt>
                <c:pt idx="175">
                  <c:v>4591.3414452406005</c:v>
                </c:pt>
                <c:pt idx="176">
                  <c:v>18078.406940634868</c:v>
                </c:pt>
                <c:pt idx="177">
                  <c:v>0</c:v>
                </c:pt>
                <c:pt idx="178">
                  <c:v>2916.53078567904</c:v>
                </c:pt>
                <c:pt idx="179">
                  <c:v>13241.587520851033</c:v>
                </c:pt>
                <c:pt idx="180">
                  <c:v>0</c:v>
                </c:pt>
                <c:pt idx="181">
                  <c:v>0</c:v>
                </c:pt>
                <c:pt idx="182">
                  <c:v>8506.2274018643675</c:v>
                </c:pt>
                <c:pt idx="183">
                  <c:v>3240.5897618655999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4017.4237645855333</c:v>
                </c:pt>
                <c:pt idx="192">
                  <c:v>4399.7727940677669</c:v>
                </c:pt>
                <c:pt idx="193">
                  <c:v>7777.4154284774331</c:v>
                </c:pt>
                <c:pt idx="194">
                  <c:v>0</c:v>
                </c:pt>
                <c:pt idx="195">
                  <c:v>3564.6487380521667</c:v>
                </c:pt>
                <c:pt idx="196">
                  <c:v>0</c:v>
                </c:pt>
                <c:pt idx="197">
                  <c:v>0</c:v>
                </c:pt>
                <c:pt idx="198">
                  <c:v>4536.8256666118332</c:v>
                </c:pt>
                <c:pt idx="199">
                  <c:v>5165.2591258956663</c:v>
                </c:pt>
              </c:numCache>
              <c:extLst xmlns:c15="http://schemas.microsoft.com/office/drawing/2012/chart"/>
            </c:numRef>
          </c:yVal>
          <c:smooth val="0"/>
          <c:extLst xmlns:c15="http://schemas.microsoft.com/office/drawing/2012/chart">
            <c:ext xmlns:c16="http://schemas.microsoft.com/office/drawing/2014/chart" uri="{C3380CC4-5D6E-409C-BE32-E72D297353CC}">
              <c16:uniqueId val="{0000000B-0698-40A7-BBB9-F9035A4CF9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1164143"/>
        <c:axId val="681164623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Summary!$B$1</c15:sqref>
                        </c15:formulaRef>
                      </c:ext>
                    </c:extLst>
                    <c:strCache>
                      <c:ptCount val="1"/>
                      <c:pt idx="0">
                        <c:v>0R1</c:v>
                      </c:pt>
                    </c:strCache>
                  </c:strRef>
                </c:tx>
                <c:spPr>
                  <a:ln w="3810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Summary!$B$2:$B$201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1694.0086887074633</c:v>
                      </c:pt>
                      <c:pt idx="5">
                        <c:v>1657.6628290222134</c:v>
                      </c:pt>
                      <c:pt idx="6">
                        <c:v>10357.470431245301</c:v>
                      </c:pt>
                      <c:pt idx="7">
                        <c:v>32841.017792959166</c:v>
                      </c:pt>
                      <c:pt idx="8">
                        <c:v>36163.612622940673</c:v>
                      </c:pt>
                      <c:pt idx="9">
                        <c:v>57332.123788718665</c:v>
                      </c:pt>
                      <c:pt idx="10">
                        <c:v>109610.62011366442</c:v>
                      </c:pt>
                      <c:pt idx="11">
                        <c:v>124026.44222587044</c:v>
                      </c:pt>
                      <c:pt idx="12">
                        <c:v>137193.61644820106</c:v>
                      </c:pt>
                      <c:pt idx="13">
                        <c:v>214704.26534198891</c:v>
                      </c:pt>
                      <c:pt idx="14">
                        <c:v>279633.26496796828</c:v>
                      </c:pt>
                      <c:pt idx="15">
                        <c:v>320638.43584323465</c:v>
                      </c:pt>
                      <c:pt idx="16">
                        <c:v>418029.06493112264</c:v>
                      </c:pt>
                      <c:pt idx="17">
                        <c:v>477258.3761105063</c:v>
                      </c:pt>
                      <c:pt idx="18">
                        <c:v>547708.14900842903</c:v>
                      </c:pt>
                      <c:pt idx="19">
                        <c:v>704910.68860859831</c:v>
                      </c:pt>
                      <c:pt idx="20">
                        <c:v>830767.74103064102</c:v>
                      </c:pt>
                      <c:pt idx="21">
                        <c:v>974280.0899805635</c:v>
                      </c:pt>
                      <c:pt idx="22">
                        <c:v>1237976.14570238</c:v>
                      </c:pt>
                      <c:pt idx="23">
                        <c:v>1218352.2528765732</c:v>
                      </c:pt>
                      <c:pt idx="24">
                        <c:v>1222315.1131031066</c:v>
                      </c:pt>
                      <c:pt idx="25">
                        <c:v>1639171.9155966367</c:v>
                      </c:pt>
                      <c:pt idx="26">
                        <c:v>1735299.6617566932</c:v>
                      </c:pt>
                      <c:pt idx="27">
                        <c:v>2072849.1371795067</c:v>
                      </c:pt>
                      <c:pt idx="28">
                        <c:v>2169866.5541413734</c:v>
                      </c:pt>
                      <c:pt idx="29">
                        <c:v>1986862.7168530766</c:v>
                      </c:pt>
                      <c:pt idx="30">
                        <c:v>2360340.194146167</c:v>
                      </c:pt>
                      <c:pt idx="31">
                        <c:v>2369693.9434258933</c:v>
                      </c:pt>
                      <c:pt idx="32">
                        <c:v>2678469.8605581266</c:v>
                      </c:pt>
                      <c:pt idx="33">
                        <c:v>2806065.4310633098</c:v>
                      </c:pt>
                      <c:pt idx="34">
                        <c:v>2820630.17874728</c:v>
                      </c:pt>
                      <c:pt idx="35">
                        <c:v>2771388.7481324631</c:v>
                      </c:pt>
                      <c:pt idx="36">
                        <c:v>2910024.1392199169</c:v>
                      </c:pt>
                      <c:pt idx="37">
                        <c:v>3272235.4830001765</c:v>
                      </c:pt>
                      <c:pt idx="38">
                        <c:v>3111355.9370712028</c:v>
                      </c:pt>
                      <c:pt idx="39">
                        <c:v>3205541.5824703239</c:v>
                      </c:pt>
                      <c:pt idx="40">
                        <c:v>3120360.9285257668</c:v>
                      </c:pt>
                      <c:pt idx="41">
                        <c:v>2847006.0031878105</c:v>
                      </c:pt>
                      <c:pt idx="42">
                        <c:v>3291218.4743595901</c:v>
                      </c:pt>
                      <c:pt idx="43">
                        <c:v>3252370.0156460931</c:v>
                      </c:pt>
                      <c:pt idx="44">
                        <c:v>3312134.0910144798</c:v>
                      </c:pt>
                      <c:pt idx="45">
                        <c:v>3100422.5492985067</c:v>
                      </c:pt>
                      <c:pt idx="46">
                        <c:v>2913974.3555151797</c:v>
                      </c:pt>
                      <c:pt idx="47">
                        <c:v>3014521.73881002</c:v>
                      </c:pt>
                      <c:pt idx="48">
                        <c:v>2946488.7087868867</c:v>
                      </c:pt>
                      <c:pt idx="49">
                        <c:v>3191301.7517185234</c:v>
                      </c:pt>
                      <c:pt idx="50">
                        <c:v>3626766.6709429435</c:v>
                      </c:pt>
                      <c:pt idx="51">
                        <c:v>2516710.1888812534</c:v>
                      </c:pt>
                      <c:pt idx="52">
                        <c:v>2752252.78806565</c:v>
                      </c:pt>
                      <c:pt idx="53">
                        <c:v>2671126.4654061403</c:v>
                      </c:pt>
                      <c:pt idx="54">
                        <c:v>2534347.3706978732</c:v>
                      </c:pt>
                      <c:pt idx="55">
                        <c:v>2714503.5742579903</c:v>
                      </c:pt>
                      <c:pt idx="56">
                        <c:v>2381667.539116303</c:v>
                      </c:pt>
                      <c:pt idx="57">
                        <c:v>2447761.9829595932</c:v>
                      </c:pt>
                      <c:pt idx="58">
                        <c:v>2150201.760510663</c:v>
                      </c:pt>
                      <c:pt idx="59">
                        <c:v>2044083.4703053832</c:v>
                      </c:pt>
                      <c:pt idx="60">
                        <c:v>2085349.1492566001</c:v>
                      </c:pt>
                      <c:pt idx="61">
                        <c:v>2154435.6975071696</c:v>
                      </c:pt>
                      <c:pt idx="62">
                        <c:v>1840526.2255097535</c:v>
                      </c:pt>
                      <c:pt idx="63">
                        <c:v>1996207.71546691</c:v>
                      </c:pt>
                      <c:pt idx="64">
                        <c:v>1681622.3571189765</c:v>
                      </c:pt>
                      <c:pt idx="65">
                        <c:v>1770665.2202414565</c:v>
                      </c:pt>
                      <c:pt idx="66">
                        <c:v>1911133.1823448401</c:v>
                      </c:pt>
                      <c:pt idx="67">
                        <c:v>1613504.0774391934</c:v>
                      </c:pt>
                      <c:pt idx="68">
                        <c:v>1372644.9464208533</c:v>
                      </c:pt>
                      <c:pt idx="69">
                        <c:v>1240958.5913049849</c:v>
                      </c:pt>
                      <c:pt idx="70">
                        <c:v>1394087.90723738</c:v>
                      </c:pt>
                      <c:pt idx="71">
                        <c:v>1577105.7329492001</c:v>
                      </c:pt>
                      <c:pt idx="72">
                        <c:v>1319906.2074390973</c:v>
                      </c:pt>
                      <c:pt idx="73">
                        <c:v>1521111.7493541567</c:v>
                      </c:pt>
                      <c:pt idx="74">
                        <c:v>1138382.3762256869</c:v>
                      </c:pt>
                      <c:pt idx="75">
                        <c:v>1145890.6551071294</c:v>
                      </c:pt>
                      <c:pt idx="76">
                        <c:v>979191.95050341834</c:v>
                      </c:pt>
                      <c:pt idx="77">
                        <c:v>977482.76740100107</c:v>
                      </c:pt>
                      <c:pt idx="78">
                        <c:v>935816.94531230908</c:v>
                      </c:pt>
                      <c:pt idx="79">
                        <c:v>967099.98445397045</c:v>
                      </c:pt>
                      <c:pt idx="80">
                        <c:v>833287.18569353502</c:v>
                      </c:pt>
                      <c:pt idx="81">
                        <c:v>905169.66174107895</c:v>
                      </c:pt>
                      <c:pt idx="82">
                        <c:v>1008365.4893481763</c:v>
                      </c:pt>
                      <c:pt idx="83">
                        <c:v>827403.40780218039</c:v>
                      </c:pt>
                      <c:pt idx="84">
                        <c:v>812645.86125024559</c:v>
                      </c:pt>
                      <c:pt idx="85">
                        <c:v>712393.46804869326</c:v>
                      </c:pt>
                      <c:pt idx="86">
                        <c:v>650038.91577475972</c:v>
                      </c:pt>
                      <c:pt idx="87">
                        <c:v>884880.65673666901</c:v>
                      </c:pt>
                      <c:pt idx="88">
                        <c:v>448799.32752912003</c:v>
                      </c:pt>
                      <c:pt idx="89">
                        <c:v>600836.41331104806</c:v>
                      </c:pt>
                      <c:pt idx="90">
                        <c:v>447182.82276346273</c:v>
                      </c:pt>
                      <c:pt idx="91">
                        <c:v>323666.25001195731</c:v>
                      </c:pt>
                      <c:pt idx="92">
                        <c:v>276052.49466389767</c:v>
                      </c:pt>
                      <c:pt idx="93">
                        <c:v>454835.17289127939</c:v>
                      </c:pt>
                      <c:pt idx="94">
                        <c:v>436391.47601283801</c:v>
                      </c:pt>
                      <c:pt idx="95">
                        <c:v>440205.61813676404</c:v>
                      </c:pt>
                      <c:pt idx="96">
                        <c:v>346178.37207365205</c:v>
                      </c:pt>
                      <c:pt idx="97">
                        <c:v>380619.62146171561</c:v>
                      </c:pt>
                      <c:pt idx="98">
                        <c:v>251741.92518034435</c:v>
                      </c:pt>
                      <c:pt idx="99">
                        <c:v>308419.00057707768</c:v>
                      </c:pt>
                      <c:pt idx="100">
                        <c:v>369004.82694564463</c:v>
                      </c:pt>
                      <c:pt idx="101">
                        <c:v>373831.35757938196</c:v>
                      </c:pt>
                      <c:pt idx="102">
                        <c:v>258110.2561538803</c:v>
                      </c:pt>
                      <c:pt idx="103">
                        <c:v>337516.65303768235</c:v>
                      </c:pt>
                      <c:pt idx="104">
                        <c:v>228349.09429989767</c:v>
                      </c:pt>
                      <c:pt idx="105">
                        <c:v>175273.240552248</c:v>
                      </c:pt>
                      <c:pt idx="106">
                        <c:v>260657.57208299669</c:v>
                      </c:pt>
                      <c:pt idx="107">
                        <c:v>118710.33783100358</c:v>
                      </c:pt>
                      <c:pt idx="108">
                        <c:v>312567.86117267999</c:v>
                      </c:pt>
                      <c:pt idx="109">
                        <c:v>236648.57003170732</c:v>
                      </c:pt>
                      <c:pt idx="110">
                        <c:v>167749.68950681234</c:v>
                      </c:pt>
                      <c:pt idx="111">
                        <c:v>170694.97819452002</c:v>
                      </c:pt>
                      <c:pt idx="112">
                        <c:v>98788.533244429869</c:v>
                      </c:pt>
                      <c:pt idx="113">
                        <c:v>129644.93885577661</c:v>
                      </c:pt>
                      <c:pt idx="114">
                        <c:v>243744.39062576901</c:v>
                      </c:pt>
                      <c:pt idx="115">
                        <c:v>156104.54820393724</c:v>
                      </c:pt>
                      <c:pt idx="116">
                        <c:v>106361.12012827815</c:v>
                      </c:pt>
                      <c:pt idx="117">
                        <c:v>103322.53770466354</c:v>
                      </c:pt>
                      <c:pt idx="118">
                        <c:v>74607.210024662243</c:v>
                      </c:pt>
                      <c:pt idx="119">
                        <c:v>111030.40222506951</c:v>
                      </c:pt>
                      <c:pt idx="120">
                        <c:v>162517.56270666566</c:v>
                      </c:pt>
                      <c:pt idx="121">
                        <c:v>165255.85759048944</c:v>
                      </c:pt>
                      <c:pt idx="122">
                        <c:v>103545.96323051275</c:v>
                      </c:pt>
                      <c:pt idx="123">
                        <c:v>82186.950628450591</c:v>
                      </c:pt>
                      <c:pt idx="124">
                        <c:v>96700.879637007791</c:v>
                      </c:pt>
                      <c:pt idx="125">
                        <c:v>147221.51813078564</c:v>
                      </c:pt>
                      <c:pt idx="126">
                        <c:v>71061.272820937927</c:v>
                      </c:pt>
                      <c:pt idx="127">
                        <c:v>67454.51491306664</c:v>
                      </c:pt>
                      <c:pt idx="128">
                        <c:v>108265.211704817</c:v>
                      </c:pt>
                      <c:pt idx="129">
                        <c:v>46697.209531172768</c:v>
                      </c:pt>
                      <c:pt idx="130">
                        <c:v>4137.6922128680999</c:v>
                      </c:pt>
                      <c:pt idx="131">
                        <c:v>52109.815117526938</c:v>
                      </c:pt>
                      <c:pt idx="132">
                        <c:v>116630.06205147981</c:v>
                      </c:pt>
                      <c:pt idx="133">
                        <c:v>49565.888658640462</c:v>
                      </c:pt>
                      <c:pt idx="134">
                        <c:v>73236.3071631278</c:v>
                      </c:pt>
                      <c:pt idx="135">
                        <c:v>33409.596402440402</c:v>
                      </c:pt>
                      <c:pt idx="136">
                        <c:v>101155.87625150633</c:v>
                      </c:pt>
                      <c:pt idx="137">
                        <c:v>56981.070417001167</c:v>
                      </c:pt>
                      <c:pt idx="138">
                        <c:v>29397.386203647602</c:v>
                      </c:pt>
                      <c:pt idx="139">
                        <c:v>29856.604341318875</c:v>
                      </c:pt>
                      <c:pt idx="140">
                        <c:v>54122.618460731435</c:v>
                      </c:pt>
                      <c:pt idx="141">
                        <c:v>68880.814752322098</c:v>
                      </c:pt>
                      <c:pt idx="142">
                        <c:v>49960.365253912772</c:v>
                      </c:pt>
                      <c:pt idx="143">
                        <c:v>52311.135660918742</c:v>
                      </c:pt>
                      <c:pt idx="144">
                        <c:v>46335.253900240808</c:v>
                      </c:pt>
                      <c:pt idx="145">
                        <c:v>30556.325512313197</c:v>
                      </c:pt>
                      <c:pt idx="146">
                        <c:v>52728.884598760931</c:v>
                      </c:pt>
                      <c:pt idx="147">
                        <c:v>48103.230246645726</c:v>
                      </c:pt>
                      <c:pt idx="148">
                        <c:v>35728.130598698168</c:v>
                      </c:pt>
                      <c:pt idx="149">
                        <c:v>18306.982838614869</c:v>
                      </c:pt>
                      <c:pt idx="150">
                        <c:v>63495.037282980244</c:v>
                      </c:pt>
                      <c:pt idx="151">
                        <c:v>21457.966885407001</c:v>
                      </c:pt>
                      <c:pt idx="152">
                        <c:v>7585.7690569248334</c:v>
                      </c:pt>
                      <c:pt idx="153">
                        <c:v>8620.1921101418666</c:v>
                      </c:pt>
                      <c:pt idx="154">
                        <c:v>17791.862815818899</c:v>
                      </c:pt>
                      <c:pt idx="155">
                        <c:v>14071.049647326667</c:v>
                      </c:pt>
                      <c:pt idx="156">
                        <c:v>31958.019344673568</c:v>
                      </c:pt>
                      <c:pt idx="157">
                        <c:v>0</c:v>
                      </c:pt>
                      <c:pt idx="158">
                        <c:v>0</c:v>
                      </c:pt>
                      <c:pt idx="159">
                        <c:v>12729.082595435733</c:v>
                      </c:pt>
                      <c:pt idx="160">
                        <c:v>6040.2779038504741</c:v>
                      </c:pt>
                      <c:pt idx="161">
                        <c:v>12757.884323009966</c:v>
                      </c:pt>
                      <c:pt idx="162">
                        <c:v>11027.8047347912</c:v>
                      </c:pt>
                      <c:pt idx="163">
                        <c:v>3646.8582238488666</c:v>
                      </c:pt>
                      <c:pt idx="164">
                        <c:v>61158.220079974271</c:v>
                      </c:pt>
                      <c:pt idx="165">
                        <c:v>8892.928434577334</c:v>
                      </c:pt>
                      <c:pt idx="166">
                        <c:v>37793.842608240098</c:v>
                      </c:pt>
                      <c:pt idx="167">
                        <c:v>15197.7429518258</c:v>
                      </c:pt>
                      <c:pt idx="168">
                        <c:v>6299.1187502844004</c:v>
                      </c:pt>
                      <c:pt idx="169">
                        <c:v>20477.632571693794</c:v>
                      </c:pt>
                      <c:pt idx="170">
                        <c:v>21337.905678121766</c:v>
                      </c:pt>
                      <c:pt idx="171">
                        <c:v>13447.4996918213</c:v>
                      </c:pt>
                      <c:pt idx="172">
                        <c:v>3388.0173774149334</c:v>
                      </c:pt>
                      <c:pt idx="173">
                        <c:v>4482.4998972737667</c:v>
                      </c:pt>
                      <c:pt idx="174">
                        <c:v>16339.594959599335</c:v>
                      </c:pt>
                      <c:pt idx="175">
                        <c:v>11424.7598480291</c:v>
                      </c:pt>
                      <c:pt idx="176">
                        <c:v>33593.826725304469</c:v>
                      </c:pt>
                      <c:pt idx="177">
                        <c:v>7585.7690569248334</c:v>
                      </c:pt>
                      <c:pt idx="178">
                        <c:v>3448.0768440567335</c:v>
                      </c:pt>
                      <c:pt idx="179">
                        <c:v>0</c:v>
                      </c:pt>
                      <c:pt idx="180">
                        <c:v>21504.786452973731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3103.2691596510699</c:v>
                      </c:pt>
                      <c:pt idx="184">
                        <c:v>0</c:v>
                      </c:pt>
                      <c:pt idx="185">
                        <c:v>9654.615163358867</c:v>
                      </c:pt>
                      <c:pt idx="186">
                        <c:v>6431.8699362967163</c:v>
                      </c:pt>
                      <c:pt idx="187">
                        <c:v>4404.4225906393995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3646.8582238488666</c:v>
                      </c:pt>
                      <c:pt idx="193">
                        <c:v>6206.5383193021335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8203.3130657660004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0698-40A7-BBB9-F9035A4CF9B7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Summary!$C$1</c15:sqref>
                        </c15:formulaRef>
                      </c:ext>
                    </c:extLst>
                    <c:strCache>
                      <c:ptCount val="1"/>
                      <c:pt idx="0">
                        <c:v>0R2</c:v>
                      </c:pt>
                    </c:strCache>
                  </c:strRef>
                </c:tx>
                <c:spPr>
                  <a:ln w="3810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Summary!$C$2:$C$201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3313.7249462514733</c:v>
                      </c:pt>
                      <c:pt idx="5">
                        <c:v>3313.7249462514733</c:v>
                      </c:pt>
                      <c:pt idx="6">
                        <c:v>14665.5988549212</c:v>
                      </c:pt>
                      <c:pt idx="7">
                        <c:v>28511.169254425597</c:v>
                      </c:pt>
                      <c:pt idx="8">
                        <c:v>41731.211222570302</c:v>
                      </c:pt>
                      <c:pt idx="9">
                        <c:v>101444.10498734259</c:v>
                      </c:pt>
                      <c:pt idx="10">
                        <c:v>126051.22629123158</c:v>
                      </c:pt>
                      <c:pt idx="11">
                        <c:v>153678.14555431111</c:v>
                      </c:pt>
                      <c:pt idx="12">
                        <c:v>231907.17515192367</c:v>
                      </c:pt>
                      <c:pt idx="13">
                        <c:v>311198.77444513567</c:v>
                      </c:pt>
                      <c:pt idx="14">
                        <c:v>298012.67448206764</c:v>
                      </c:pt>
                      <c:pt idx="15">
                        <c:v>490372.91065171239</c:v>
                      </c:pt>
                      <c:pt idx="16">
                        <c:v>581104.35635025857</c:v>
                      </c:pt>
                      <c:pt idx="17">
                        <c:v>823148.13053509372</c:v>
                      </c:pt>
                      <c:pt idx="18">
                        <c:v>816230.05635543528</c:v>
                      </c:pt>
                      <c:pt idx="19">
                        <c:v>1161314.4519188134</c:v>
                      </c:pt>
                      <c:pt idx="20">
                        <c:v>1442947.1965041701</c:v>
                      </c:pt>
                      <c:pt idx="21">
                        <c:v>1458780.44204126</c:v>
                      </c:pt>
                      <c:pt idx="22">
                        <c:v>1672525.6487058101</c:v>
                      </c:pt>
                      <c:pt idx="23">
                        <c:v>1947343.8093940767</c:v>
                      </c:pt>
                      <c:pt idx="24">
                        <c:v>1888264.2847222935</c:v>
                      </c:pt>
                      <c:pt idx="25">
                        <c:v>2131878.7995491968</c:v>
                      </c:pt>
                      <c:pt idx="26">
                        <c:v>2491043.4097964498</c:v>
                      </c:pt>
                      <c:pt idx="27">
                        <c:v>2569276.8457713202</c:v>
                      </c:pt>
                      <c:pt idx="28">
                        <c:v>2807132.9014883065</c:v>
                      </c:pt>
                      <c:pt idx="29">
                        <c:v>2515859.2337597366</c:v>
                      </c:pt>
                      <c:pt idx="30">
                        <c:v>2814495.2726756302</c:v>
                      </c:pt>
                      <c:pt idx="31">
                        <c:v>2843989.5225357465</c:v>
                      </c:pt>
                      <c:pt idx="32">
                        <c:v>3568188.0683661033</c:v>
                      </c:pt>
                      <c:pt idx="33">
                        <c:v>3000398.5874509136</c:v>
                      </c:pt>
                      <c:pt idx="34">
                        <c:v>3144468.88321826</c:v>
                      </c:pt>
                      <c:pt idx="35">
                        <c:v>3278921.5953264129</c:v>
                      </c:pt>
                      <c:pt idx="36">
                        <c:v>3163722.7136291363</c:v>
                      </c:pt>
                      <c:pt idx="37">
                        <c:v>3426144.6176112234</c:v>
                      </c:pt>
                      <c:pt idx="38">
                        <c:v>2839989.5336351469</c:v>
                      </c:pt>
                      <c:pt idx="39">
                        <c:v>3338835.6606610231</c:v>
                      </c:pt>
                      <c:pt idx="40">
                        <c:v>3144864.7761764233</c:v>
                      </c:pt>
                      <c:pt idx="41">
                        <c:v>3286580.2202627701</c:v>
                      </c:pt>
                      <c:pt idx="42">
                        <c:v>3622827.4267105297</c:v>
                      </c:pt>
                      <c:pt idx="43">
                        <c:v>3630032.5091062468</c:v>
                      </c:pt>
                      <c:pt idx="44">
                        <c:v>3222753.9019237068</c:v>
                      </c:pt>
                      <c:pt idx="45">
                        <c:v>3243807.4390380098</c:v>
                      </c:pt>
                      <c:pt idx="46">
                        <c:v>2864408.843203567</c:v>
                      </c:pt>
                      <c:pt idx="47">
                        <c:v>3089202.9581053364</c:v>
                      </c:pt>
                      <c:pt idx="48">
                        <c:v>2801713.5931813768</c:v>
                      </c:pt>
                      <c:pt idx="49">
                        <c:v>2460669.0515877232</c:v>
                      </c:pt>
                      <c:pt idx="50">
                        <c:v>2752685.5284290262</c:v>
                      </c:pt>
                      <c:pt idx="51">
                        <c:v>2726090.8711836068</c:v>
                      </c:pt>
                      <c:pt idx="52">
                        <c:v>2423750.1676729601</c:v>
                      </c:pt>
                      <c:pt idx="53">
                        <c:v>2444440.5018688198</c:v>
                      </c:pt>
                      <c:pt idx="54">
                        <c:v>2028177.57661725</c:v>
                      </c:pt>
                      <c:pt idx="55">
                        <c:v>2241890.0301551698</c:v>
                      </c:pt>
                      <c:pt idx="56">
                        <c:v>2170714.1277221437</c:v>
                      </c:pt>
                      <c:pt idx="57">
                        <c:v>2051214.3726139236</c:v>
                      </c:pt>
                      <c:pt idx="58">
                        <c:v>2437433.2913628202</c:v>
                      </c:pt>
                      <c:pt idx="59">
                        <c:v>1959656.4200920935</c:v>
                      </c:pt>
                      <c:pt idx="60">
                        <c:v>2189866.2363347467</c:v>
                      </c:pt>
                      <c:pt idx="61">
                        <c:v>2097830.7172317966</c:v>
                      </c:pt>
                      <c:pt idx="62">
                        <c:v>1939511.7001100667</c:v>
                      </c:pt>
                      <c:pt idx="63">
                        <c:v>2007934.5264978067</c:v>
                      </c:pt>
                      <c:pt idx="64">
                        <c:v>1782447.0082595798</c:v>
                      </c:pt>
                      <c:pt idx="65">
                        <c:v>1513596.9928639566</c:v>
                      </c:pt>
                      <c:pt idx="66">
                        <c:v>1422472.36967663</c:v>
                      </c:pt>
                      <c:pt idx="67">
                        <c:v>1529337.1726650198</c:v>
                      </c:pt>
                      <c:pt idx="68">
                        <c:v>1828186.9709742668</c:v>
                      </c:pt>
                      <c:pt idx="69">
                        <c:v>1513838.47985613</c:v>
                      </c:pt>
                      <c:pt idx="70">
                        <c:v>1232947.7982010064</c:v>
                      </c:pt>
                      <c:pt idx="71">
                        <c:v>1419700.4313539567</c:v>
                      </c:pt>
                      <c:pt idx="72">
                        <c:v>1114490.7380283878</c:v>
                      </c:pt>
                      <c:pt idx="73">
                        <c:v>1067863.72085917</c:v>
                      </c:pt>
                      <c:pt idx="74">
                        <c:v>1267825.3614013102</c:v>
                      </c:pt>
                      <c:pt idx="75">
                        <c:v>1285048.6538727591</c:v>
                      </c:pt>
                      <c:pt idx="76">
                        <c:v>1230184.1226806373</c:v>
                      </c:pt>
                      <c:pt idx="77">
                        <c:v>904320.90176671033</c:v>
                      </c:pt>
                      <c:pt idx="78">
                        <c:v>1021331.7714517466</c:v>
                      </c:pt>
                      <c:pt idx="79">
                        <c:v>778791.5660568137</c:v>
                      </c:pt>
                      <c:pt idx="80">
                        <c:v>1013253.7368454259</c:v>
                      </c:pt>
                      <c:pt idx="81">
                        <c:v>750399.36002022773</c:v>
                      </c:pt>
                      <c:pt idx="82">
                        <c:v>761668.26566470915</c:v>
                      </c:pt>
                      <c:pt idx="83">
                        <c:v>692521.26506394998</c:v>
                      </c:pt>
                      <c:pt idx="84">
                        <c:v>523358.72216185695</c:v>
                      </c:pt>
                      <c:pt idx="85">
                        <c:v>762166.69964730495</c:v>
                      </c:pt>
                      <c:pt idx="86">
                        <c:v>479205.33281191665</c:v>
                      </c:pt>
                      <c:pt idx="87">
                        <c:v>842270.7362194896</c:v>
                      </c:pt>
                      <c:pt idx="88">
                        <c:v>668454.60535511095</c:v>
                      </c:pt>
                      <c:pt idx="89">
                        <c:v>638708.86303790624</c:v>
                      </c:pt>
                      <c:pt idx="90">
                        <c:v>521235.71254892368</c:v>
                      </c:pt>
                      <c:pt idx="91">
                        <c:v>395234.97599464905</c:v>
                      </c:pt>
                      <c:pt idx="92">
                        <c:v>395072.79933187738</c:v>
                      </c:pt>
                      <c:pt idx="93">
                        <c:v>495609.45864477963</c:v>
                      </c:pt>
                      <c:pt idx="94">
                        <c:v>286091.50164309435</c:v>
                      </c:pt>
                      <c:pt idx="95">
                        <c:v>289968.16505249805</c:v>
                      </c:pt>
                      <c:pt idx="96">
                        <c:v>327661.55849802168</c:v>
                      </c:pt>
                      <c:pt idx="97">
                        <c:v>351327.00231292262</c:v>
                      </c:pt>
                      <c:pt idx="98">
                        <c:v>415353.22423421033</c:v>
                      </c:pt>
                      <c:pt idx="99">
                        <c:v>429148.20679790695</c:v>
                      </c:pt>
                      <c:pt idx="100">
                        <c:v>281712.48466701462</c:v>
                      </c:pt>
                      <c:pt idx="101">
                        <c:v>287348.37587251904</c:v>
                      </c:pt>
                      <c:pt idx="102">
                        <c:v>175585.57480594734</c:v>
                      </c:pt>
                      <c:pt idx="103">
                        <c:v>268070.39516212797</c:v>
                      </c:pt>
                      <c:pt idx="104">
                        <c:v>192181.64187908001</c:v>
                      </c:pt>
                      <c:pt idx="105">
                        <c:v>328170.92744107766</c:v>
                      </c:pt>
                      <c:pt idx="106">
                        <c:v>108210.7860914435</c:v>
                      </c:pt>
                      <c:pt idx="107">
                        <c:v>211020.61050561132</c:v>
                      </c:pt>
                      <c:pt idx="108">
                        <c:v>226706.48979438966</c:v>
                      </c:pt>
                      <c:pt idx="109">
                        <c:v>204349.28466045565</c:v>
                      </c:pt>
                      <c:pt idx="110">
                        <c:v>200022.51523499671</c:v>
                      </c:pt>
                      <c:pt idx="111">
                        <c:v>197741.55890144026</c:v>
                      </c:pt>
                      <c:pt idx="112">
                        <c:v>172672.54550101826</c:v>
                      </c:pt>
                      <c:pt idx="113">
                        <c:v>94200.07938694967</c:v>
                      </c:pt>
                      <c:pt idx="114">
                        <c:v>54452.96601574833</c:v>
                      </c:pt>
                      <c:pt idx="115">
                        <c:v>113112.19336596369</c:v>
                      </c:pt>
                      <c:pt idx="116">
                        <c:v>86398.483149077365</c:v>
                      </c:pt>
                      <c:pt idx="117">
                        <c:v>119551.76155814998</c:v>
                      </c:pt>
                      <c:pt idx="118">
                        <c:v>124427.52920744849</c:v>
                      </c:pt>
                      <c:pt idx="119">
                        <c:v>117710.70876584777</c:v>
                      </c:pt>
                      <c:pt idx="120">
                        <c:v>80568.063025689393</c:v>
                      </c:pt>
                      <c:pt idx="121">
                        <c:v>103828.49001002415</c:v>
                      </c:pt>
                      <c:pt idx="122">
                        <c:v>102982.86680619717</c:v>
                      </c:pt>
                      <c:pt idx="123">
                        <c:v>79108.222855001499</c:v>
                      </c:pt>
                      <c:pt idx="124">
                        <c:v>86614.56327149256</c:v>
                      </c:pt>
                      <c:pt idx="125">
                        <c:v>94163.659980303899</c:v>
                      </c:pt>
                      <c:pt idx="126">
                        <c:v>72927.322974584458</c:v>
                      </c:pt>
                      <c:pt idx="127">
                        <c:v>49808.628944717202</c:v>
                      </c:pt>
                      <c:pt idx="128">
                        <c:v>22217.430062066433</c:v>
                      </c:pt>
                      <c:pt idx="129">
                        <c:v>34870.57291195877</c:v>
                      </c:pt>
                      <c:pt idx="130">
                        <c:v>35834.484648709396</c:v>
                      </c:pt>
                      <c:pt idx="131">
                        <c:v>59291.472230344232</c:v>
                      </c:pt>
                      <c:pt idx="132">
                        <c:v>48438.870526538405</c:v>
                      </c:pt>
                      <c:pt idx="133">
                        <c:v>23701.021193489534</c:v>
                      </c:pt>
                      <c:pt idx="134">
                        <c:v>33604.325324948499</c:v>
                      </c:pt>
                      <c:pt idx="135">
                        <c:v>35253.445248385971</c:v>
                      </c:pt>
                      <c:pt idx="136">
                        <c:v>43062.522373566571</c:v>
                      </c:pt>
                      <c:pt idx="137">
                        <c:v>31182.110665993463</c:v>
                      </c:pt>
                      <c:pt idx="138">
                        <c:v>20105.273267548469</c:v>
                      </c:pt>
                      <c:pt idx="139">
                        <c:v>34273.938123124302</c:v>
                      </c:pt>
                      <c:pt idx="140">
                        <c:v>43911.3014696682</c:v>
                      </c:pt>
                      <c:pt idx="141">
                        <c:v>53616.524485064372</c:v>
                      </c:pt>
                      <c:pt idx="142">
                        <c:v>25628.660594128698</c:v>
                      </c:pt>
                      <c:pt idx="143">
                        <c:v>57315.251559098768</c:v>
                      </c:pt>
                      <c:pt idx="144">
                        <c:v>7694.1528986946332</c:v>
                      </c:pt>
                      <c:pt idx="145">
                        <c:v>45933.903642226673</c:v>
                      </c:pt>
                      <c:pt idx="146">
                        <c:v>12951.930320852334</c:v>
                      </c:pt>
                      <c:pt idx="147">
                        <c:v>26169.699495801065</c:v>
                      </c:pt>
                      <c:pt idx="148">
                        <c:v>14347.855494802663</c:v>
                      </c:pt>
                      <c:pt idx="149">
                        <c:v>38438.923372836398</c:v>
                      </c:pt>
                      <c:pt idx="150">
                        <c:v>40858.329749730066</c:v>
                      </c:pt>
                      <c:pt idx="151">
                        <c:v>33424.435659505092</c:v>
                      </c:pt>
                      <c:pt idx="152">
                        <c:v>13765.340452528368</c:v>
                      </c:pt>
                      <c:pt idx="153">
                        <c:v>9799.9979086633703</c:v>
                      </c:pt>
                      <c:pt idx="154">
                        <c:v>10710.259476745467</c:v>
                      </c:pt>
                      <c:pt idx="155">
                        <c:v>15067.0794702937</c:v>
                      </c:pt>
                      <c:pt idx="156">
                        <c:v>5633.3324086274997</c:v>
                      </c:pt>
                      <c:pt idx="157">
                        <c:v>51701.93385325469</c:v>
                      </c:pt>
                      <c:pt idx="158">
                        <c:v>12141.206004908165</c:v>
                      </c:pt>
                      <c:pt idx="159">
                        <c:v>9328.2905120040996</c:v>
                      </c:pt>
                      <c:pt idx="160">
                        <c:v>16726.419344988335</c:v>
                      </c:pt>
                      <c:pt idx="161">
                        <c:v>11266.664817254999</c:v>
                      </c:pt>
                      <c:pt idx="162">
                        <c:v>10603.9198280047</c:v>
                      </c:pt>
                      <c:pt idx="163">
                        <c:v>10123.562441277567</c:v>
                      </c:pt>
                      <c:pt idx="164">
                        <c:v>0</c:v>
                      </c:pt>
                      <c:pt idx="165">
                        <c:v>16366.643819891613</c:v>
                      </c:pt>
                      <c:pt idx="166">
                        <c:v>30069.050499789635</c:v>
                      </c:pt>
                      <c:pt idx="167">
                        <c:v>7734.5253488599001</c:v>
                      </c:pt>
                      <c:pt idx="168">
                        <c:v>3313.7249462514733</c:v>
                      </c:pt>
                      <c:pt idx="169">
                        <c:v>19068.1180532867</c:v>
                      </c:pt>
                      <c:pt idx="170">
                        <c:v>23493.472400602932</c:v>
                      </c:pt>
                      <c:pt idx="171">
                        <c:v>7946.3215472627671</c:v>
                      </c:pt>
                      <c:pt idx="172">
                        <c:v>3010.7554820978999</c:v>
                      </c:pt>
                      <c:pt idx="173">
                        <c:v>9032.2664462937009</c:v>
                      </c:pt>
                      <c:pt idx="174">
                        <c:v>0</c:v>
                      </c:pt>
                      <c:pt idx="175">
                        <c:v>15987.932941147164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9196.7242605772663</c:v>
                      </c:pt>
                      <c:pt idx="179">
                        <c:v>2982.3524516263265</c:v>
                      </c:pt>
                      <c:pt idx="180">
                        <c:v>12640.682818145067</c:v>
                      </c:pt>
                      <c:pt idx="181">
                        <c:v>4639.2149247520665</c:v>
                      </c:pt>
                      <c:pt idx="182">
                        <c:v>23416.987082983669</c:v>
                      </c:pt>
                      <c:pt idx="183">
                        <c:v>8615.6848602538339</c:v>
                      </c:pt>
                      <c:pt idx="184">
                        <c:v>17395.476118787865</c:v>
                      </c:pt>
                      <c:pt idx="185">
                        <c:v>0</c:v>
                      </c:pt>
                      <c:pt idx="186">
                        <c:v>9328.2905120040996</c:v>
                      </c:pt>
                      <c:pt idx="187">
                        <c:v>0</c:v>
                      </c:pt>
                      <c:pt idx="188">
                        <c:v>4348.8690296969662</c:v>
                      </c:pt>
                      <c:pt idx="189">
                        <c:v>4639.2149247520665</c:v>
                      </c:pt>
                      <c:pt idx="190">
                        <c:v>4014.3406427972</c:v>
                      </c:pt>
                      <c:pt idx="191">
                        <c:v>3313.7249462514733</c:v>
                      </c:pt>
                      <c:pt idx="192">
                        <c:v>5873.368100150733</c:v>
                      </c:pt>
                      <c:pt idx="193">
                        <c:v>6356.0393510955664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10035.851606992999</c:v>
                      </c:pt>
                      <c:pt idx="197">
                        <c:v>0</c:v>
                      </c:pt>
                      <c:pt idx="198">
                        <c:v>11401.243959116133</c:v>
                      </c:pt>
                      <c:pt idx="199">
                        <c:v>9673.7827531894345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0698-40A7-BBB9-F9035A4CF9B7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Summary!$D$1</c15:sqref>
                        </c15:formulaRef>
                      </c:ext>
                    </c:extLst>
                    <c:strCache>
                      <c:ptCount val="1"/>
                      <c:pt idx="0">
                        <c:v>0R3</c:v>
                      </c:pt>
                    </c:strCache>
                  </c:strRef>
                </c:tx>
                <c:spPr>
                  <a:ln w="38100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Summary!$D$2:$D$201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1716.81824366615</c:v>
                      </c:pt>
                      <c:pt idx="6">
                        <c:v>5896.6585109494199</c:v>
                      </c:pt>
                      <c:pt idx="7">
                        <c:v>15239.055264514633</c:v>
                      </c:pt>
                      <c:pt idx="8">
                        <c:v>17598.148945567667</c:v>
                      </c:pt>
                      <c:pt idx="9">
                        <c:v>12839.961966734567</c:v>
                      </c:pt>
                      <c:pt idx="10">
                        <c:v>55242.031320341957</c:v>
                      </c:pt>
                      <c:pt idx="11">
                        <c:v>83951.154291024199</c:v>
                      </c:pt>
                      <c:pt idx="12">
                        <c:v>124209.07113566941</c:v>
                      </c:pt>
                      <c:pt idx="13">
                        <c:v>154976.15667271402</c:v>
                      </c:pt>
                      <c:pt idx="14">
                        <c:v>178419.34361746433</c:v>
                      </c:pt>
                      <c:pt idx="15">
                        <c:v>234346.69515310333</c:v>
                      </c:pt>
                      <c:pt idx="16">
                        <c:v>303688.74255009968</c:v>
                      </c:pt>
                      <c:pt idx="17">
                        <c:v>382119.02002637432</c:v>
                      </c:pt>
                      <c:pt idx="18">
                        <c:v>498261.96017290669</c:v>
                      </c:pt>
                      <c:pt idx="19">
                        <c:v>539812.91683068196</c:v>
                      </c:pt>
                      <c:pt idx="20">
                        <c:v>703484.14247636904</c:v>
                      </c:pt>
                      <c:pt idx="21">
                        <c:v>770137.80377522577</c:v>
                      </c:pt>
                      <c:pt idx="22">
                        <c:v>745916.92911730928</c:v>
                      </c:pt>
                      <c:pt idx="23">
                        <c:v>918353.65001651738</c:v>
                      </c:pt>
                      <c:pt idx="24">
                        <c:v>1052066.3739782083</c:v>
                      </c:pt>
                      <c:pt idx="25">
                        <c:v>1275651.8966967</c:v>
                      </c:pt>
                      <c:pt idx="26">
                        <c:v>1418163.1397444634</c:v>
                      </c:pt>
                      <c:pt idx="27">
                        <c:v>1616491.9278069467</c:v>
                      </c:pt>
                      <c:pt idx="28">
                        <c:v>1636731.1595579789</c:v>
                      </c:pt>
                      <c:pt idx="29">
                        <c:v>1720137.1369547667</c:v>
                      </c:pt>
                      <c:pt idx="30">
                        <c:v>1931853.3638908535</c:v>
                      </c:pt>
                      <c:pt idx="31">
                        <c:v>2243808.5616358002</c:v>
                      </c:pt>
                      <c:pt idx="32">
                        <c:v>2219837.331696453</c:v>
                      </c:pt>
                      <c:pt idx="33">
                        <c:v>2304861.2925350601</c:v>
                      </c:pt>
                      <c:pt idx="34">
                        <c:v>2311006.1926592034</c:v>
                      </c:pt>
                      <c:pt idx="35">
                        <c:v>2136645.5818925067</c:v>
                      </c:pt>
                      <c:pt idx="36">
                        <c:v>2467246.9056223831</c:v>
                      </c:pt>
                      <c:pt idx="37">
                        <c:v>2488438.3756929166</c:v>
                      </c:pt>
                      <c:pt idx="38">
                        <c:v>2703478.3413994499</c:v>
                      </c:pt>
                      <c:pt idx="39">
                        <c:v>2921061.8381618299</c:v>
                      </c:pt>
                      <c:pt idx="40">
                        <c:v>2774753.7231864198</c:v>
                      </c:pt>
                      <c:pt idx="41">
                        <c:v>3054243.787420874</c:v>
                      </c:pt>
                      <c:pt idx="42">
                        <c:v>2710287.0878042602</c:v>
                      </c:pt>
                      <c:pt idx="43">
                        <c:v>3028567.3250580169</c:v>
                      </c:pt>
                      <c:pt idx="44">
                        <c:v>2961662.9604251799</c:v>
                      </c:pt>
                      <c:pt idx="45">
                        <c:v>2858232.5206418694</c:v>
                      </c:pt>
                      <c:pt idx="46">
                        <c:v>3106851.50696958</c:v>
                      </c:pt>
                      <c:pt idx="47">
                        <c:v>3107395.6283641164</c:v>
                      </c:pt>
                      <c:pt idx="48">
                        <c:v>3239738.5508842398</c:v>
                      </c:pt>
                      <c:pt idx="49">
                        <c:v>3068415.6784814368</c:v>
                      </c:pt>
                      <c:pt idx="50">
                        <c:v>2885640.5851982101</c:v>
                      </c:pt>
                      <c:pt idx="51">
                        <c:v>3096300.7222158462</c:v>
                      </c:pt>
                      <c:pt idx="52">
                        <c:v>2821546.7384816334</c:v>
                      </c:pt>
                      <c:pt idx="53">
                        <c:v>2501480.2683750703</c:v>
                      </c:pt>
                      <c:pt idx="54">
                        <c:v>2532838.0241987067</c:v>
                      </c:pt>
                      <c:pt idx="55">
                        <c:v>2564717.3052633866</c:v>
                      </c:pt>
                      <c:pt idx="56">
                        <c:v>2501272.8093078001</c:v>
                      </c:pt>
                      <c:pt idx="57">
                        <c:v>2872893.6122990767</c:v>
                      </c:pt>
                      <c:pt idx="58">
                        <c:v>2618525.9390984266</c:v>
                      </c:pt>
                      <c:pt idx="59">
                        <c:v>2600767.1069976934</c:v>
                      </c:pt>
                      <c:pt idx="60">
                        <c:v>2613612.9800105668</c:v>
                      </c:pt>
                      <c:pt idx="61">
                        <c:v>2302053.2420248133</c:v>
                      </c:pt>
                      <c:pt idx="62">
                        <c:v>2212312.4925765432</c:v>
                      </c:pt>
                      <c:pt idx="63">
                        <c:v>2535261.235072637</c:v>
                      </c:pt>
                      <c:pt idx="64">
                        <c:v>2121600.3905609702</c:v>
                      </c:pt>
                      <c:pt idx="65">
                        <c:v>2623626.9624204063</c:v>
                      </c:pt>
                      <c:pt idx="66">
                        <c:v>1775213.7098226966</c:v>
                      </c:pt>
                      <c:pt idx="67">
                        <c:v>1968314.0081355402</c:v>
                      </c:pt>
                      <c:pt idx="68">
                        <c:v>1825173.1866676568</c:v>
                      </c:pt>
                      <c:pt idx="69">
                        <c:v>1814047.3532814097</c:v>
                      </c:pt>
                      <c:pt idx="70">
                        <c:v>1809412.5040056298</c:v>
                      </c:pt>
                      <c:pt idx="71">
                        <c:v>1959043.0186732432</c:v>
                      </c:pt>
                      <c:pt idx="72">
                        <c:v>1518677.9896414534</c:v>
                      </c:pt>
                      <c:pt idx="73">
                        <c:v>1499600.5237943167</c:v>
                      </c:pt>
                      <c:pt idx="74">
                        <c:v>1512951.2611165</c:v>
                      </c:pt>
                      <c:pt idx="75">
                        <c:v>1547554.0355662864</c:v>
                      </c:pt>
                      <c:pt idx="76">
                        <c:v>1634043.4463402368</c:v>
                      </c:pt>
                      <c:pt idx="77">
                        <c:v>1367098.636870916</c:v>
                      </c:pt>
                      <c:pt idx="78">
                        <c:v>1384674.7582410632</c:v>
                      </c:pt>
                      <c:pt idx="79">
                        <c:v>1166020.807935382</c:v>
                      </c:pt>
                      <c:pt idx="80">
                        <c:v>1156549.9453142867</c:v>
                      </c:pt>
                      <c:pt idx="81">
                        <c:v>1192550.4322209624</c:v>
                      </c:pt>
                      <c:pt idx="82">
                        <c:v>1050947.6295989279</c:v>
                      </c:pt>
                      <c:pt idx="83">
                        <c:v>1222615.7303395767</c:v>
                      </c:pt>
                      <c:pt idx="84">
                        <c:v>943472.01750919502</c:v>
                      </c:pt>
                      <c:pt idx="85">
                        <c:v>735616.81041557493</c:v>
                      </c:pt>
                      <c:pt idx="86">
                        <c:v>861441.41465645994</c:v>
                      </c:pt>
                      <c:pt idx="87">
                        <c:v>835441.60819091031</c:v>
                      </c:pt>
                      <c:pt idx="88">
                        <c:v>720129.36626834574</c:v>
                      </c:pt>
                      <c:pt idx="89">
                        <c:v>904241.95606265729</c:v>
                      </c:pt>
                      <c:pt idx="90">
                        <c:v>563843.69731781469</c:v>
                      </c:pt>
                      <c:pt idx="91">
                        <c:v>687031.28347815201</c:v>
                      </c:pt>
                      <c:pt idx="92">
                        <c:v>532443.72432110738</c:v>
                      </c:pt>
                      <c:pt idx="93">
                        <c:v>696227.39706104819</c:v>
                      </c:pt>
                      <c:pt idx="94">
                        <c:v>533733.14868653507</c:v>
                      </c:pt>
                      <c:pt idx="95">
                        <c:v>504565.24259222561</c:v>
                      </c:pt>
                      <c:pt idx="96">
                        <c:v>381749.56229388568</c:v>
                      </c:pt>
                      <c:pt idx="97">
                        <c:v>542270.62043936539</c:v>
                      </c:pt>
                      <c:pt idx="98">
                        <c:v>501553.21472291095</c:v>
                      </c:pt>
                      <c:pt idx="99">
                        <c:v>499483.25385622168</c:v>
                      </c:pt>
                      <c:pt idx="100">
                        <c:v>370067.42685464071</c:v>
                      </c:pt>
                      <c:pt idx="101">
                        <c:v>293382.75620683999</c:v>
                      </c:pt>
                      <c:pt idx="102">
                        <c:v>377662.72205470764</c:v>
                      </c:pt>
                      <c:pt idx="103">
                        <c:v>380443.30426681397</c:v>
                      </c:pt>
                      <c:pt idx="104">
                        <c:v>322584.43527276634</c:v>
                      </c:pt>
                      <c:pt idx="105">
                        <c:v>341678.40909688035</c:v>
                      </c:pt>
                      <c:pt idx="106">
                        <c:v>258219.17750978368</c:v>
                      </c:pt>
                      <c:pt idx="107">
                        <c:v>396764.36424358195</c:v>
                      </c:pt>
                      <c:pt idx="108">
                        <c:v>290554.228981013</c:v>
                      </c:pt>
                      <c:pt idx="109">
                        <c:v>277054.97557084198</c:v>
                      </c:pt>
                      <c:pt idx="110">
                        <c:v>336578.23310737434</c:v>
                      </c:pt>
                      <c:pt idx="111">
                        <c:v>236957.99173103436</c:v>
                      </c:pt>
                      <c:pt idx="112">
                        <c:v>207139.36508927168</c:v>
                      </c:pt>
                      <c:pt idx="113">
                        <c:v>187590.85478717709</c:v>
                      </c:pt>
                      <c:pt idx="114">
                        <c:v>275709.12821384129</c:v>
                      </c:pt>
                      <c:pt idx="115">
                        <c:v>215898.13705278831</c:v>
                      </c:pt>
                      <c:pt idx="116">
                        <c:v>168439.65888149958</c:v>
                      </c:pt>
                      <c:pt idx="117">
                        <c:v>154934.38877686064</c:v>
                      </c:pt>
                      <c:pt idx="118">
                        <c:v>126888.28667537535</c:v>
                      </c:pt>
                      <c:pt idx="119">
                        <c:v>192029.694021887</c:v>
                      </c:pt>
                      <c:pt idx="120">
                        <c:v>176382.86552255834</c:v>
                      </c:pt>
                      <c:pt idx="121">
                        <c:v>93667.083601418941</c:v>
                      </c:pt>
                      <c:pt idx="122">
                        <c:v>116618.31760523024</c:v>
                      </c:pt>
                      <c:pt idx="123">
                        <c:v>118258.64336036173</c:v>
                      </c:pt>
                      <c:pt idx="124">
                        <c:v>114505.96639814967</c:v>
                      </c:pt>
                      <c:pt idx="125">
                        <c:v>172587.00789709532</c:v>
                      </c:pt>
                      <c:pt idx="126">
                        <c:v>150773.82987705167</c:v>
                      </c:pt>
                      <c:pt idx="127">
                        <c:v>128081.57861861266</c:v>
                      </c:pt>
                      <c:pt idx="128">
                        <c:v>112048.87427350045</c:v>
                      </c:pt>
                      <c:pt idx="129">
                        <c:v>165535.12002738207</c:v>
                      </c:pt>
                      <c:pt idx="130">
                        <c:v>153880.38757438023</c:v>
                      </c:pt>
                      <c:pt idx="131">
                        <c:v>62653.752672699396</c:v>
                      </c:pt>
                      <c:pt idx="132">
                        <c:v>67146.774089340659</c:v>
                      </c:pt>
                      <c:pt idx="133">
                        <c:v>106402.31024327269</c:v>
                      </c:pt>
                      <c:pt idx="134">
                        <c:v>82481.831152255982</c:v>
                      </c:pt>
                      <c:pt idx="135">
                        <c:v>77425.76467870234</c:v>
                      </c:pt>
                      <c:pt idx="136">
                        <c:v>50159.528418905502</c:v>
                      </c:pt>
                      <c:pt idx="137">
                        <c:v>64760.983170226631</c:v>
                      </c:pt>
                      <c:pt idx="138">
                        <c:v>42460.703778891067</c:v>
                      </c:pt>
                      <c:pt idx="139">
                        <c:v>64225.681236587174</c:v>
                      </c:pt>
                      <c:pt idx="140">
                        <c:v>79850.110003037029</c:v>
                      </c:pt>
                      <c:pt idx="141">
                        <c:v>85066.938097525563</c:v>
                      </c:pt>
                      <c:pt idx="142">
                        <c:v>57452.451544464471</c:v>
                      </c:pt>
                      <c:pt idx="143">
                        <c:v>45646.774587879532</c:v>
                      </c:pt>
                      <c:pt idx="144">
                        <c:v>61321.707407438291</c:v>
                      </c:pt>
                      <c:pt idx="145">
                        <c:v>79264.184353001765</c:v>
                      </c:pt>
                      <c:pt idx="146">
                        <c:v>14087.159059670301</c:v>
                      </c:pt>
                      <c:pt idx="147">
                        <c:v>39204.532387749598</c:v>
                      </c:pt>
                      <c:pt idx="148">
                        <c:v>19430.5843695082</c:v>
                      </c:pt>
                      <c:pt idx="149">
                        <c:v>21975.892895286568</c:v>
                      </c:pt>
                      <c:pt idx="150">
                        <c:v>25297.815642782934</c:v>
                      </c:pt>
                      <c:pt idx="151">
                        <c:v>30852.846340016898</c:v>
                      </c:pt>
                      <c:pt idx="152">
                        <c:v>45220.901756144063</c:v>
                      </c:pt>
                      <c:pt idx="153">
                        <c:v>49272.607539520897</c:v>
                      </c:pt>
                      <c:pt idx="154">
                        <c:v>30662.521596066497</c:v>
                      </c:pt>
                      <c:pt idx="155">
                        <c:v>17449.698169478233</c:v>
                      </c:pt>
                      <c:pt idx="156">
                        <c:v>38100.559713020339</c:v>
                      </c:pt>
                      <c:pt idx="157">
                        <c:v>38939.209456611708</c:v>
                      </c:pt>
                      <c:pt idx="158">
                        <c:v>44791.967541171005</c:v>
                      </c:pt>
                      <c:pt idx="159">
                        <c:v>27966.116459309636</c:v>
                      </c:pt>
                      <c:pt idx="160">
                        <c:v>40877.450205025605</c:v>
                      </c:pt>
                      <c:pt idx="161">
                        <c:v>16114.6458723708</c:v>
                      </c:pt>
                      <c:pt idx="162">
                        <c:v>31660.123921353897</c:v>
                      </c:pt>
                      <c:pt idx="163">
                        <c:v>16856.671810426298</c:v>
                      </c:pt>
                      <c:pt idx="164">
                        <c:v>0</c:v>
                      </c:pt>
                      <c:pt idx="165">
                        <c:v>14338.557605006799</c:v>
                      </c:pt>
                      <c:pt idx="166">
                        <c:v>20390.129371872932</c:v>
                      </c:pt>
                      <c:pt idx="167">
                        <c:v>40085.881934348472</c:v>
                      </c:pt>
                      <c:pt idx="168">
                        <c:v>6998.1212361305033</c:v>
                      </c:pt>
                      <c:pt idx="169">
                        <c:v>13924.870693279634</c:v>
                      </c:pt>
                      <c:pt idx="170">
                        <c:v>8786.3112587780724</c:v>
                      </c:pt>
                      <c:pt idx="171">
                        <c:v>24538.323075444834</c:v>
                      </c:pt>
                      <c:pt idx="172">
                        <c:v>34921.589613048731</c:v>
                      </c:pt>
                      <c:pt idx="173">
                        <c:v>4869.7648333281668</c:v>
                      </c:pt>
                      <c:pt idx="174">
                        <c:v>4973.6252332218328</c:v>
                      </c:pt>
                      <c:pt idx="175">
                        <c:v>9484.9338527414366</c:v>
                      </c:pt>
                      <c:pt idx="176">
                        <c:v>0</c:v>
                      </c:pt>
                      <c:pt idx="177">
                        <c:v>11897.590339365699</c:v>
                      </c:pt>
                      <c:pt idx="178">
                        <c:v>0</c:v>
                      </c:pt>
                      <c:pt idx="179">
                        <c:v>9152.2105257310013</c:v>
                      </c:pt>
                      <c:pt idx="180">
                        <c:v>44293.910686586663</c:v>
                      </c:pt>
                      <c:pt idx="181">
                        <c:v>35967.270206621797</c:v>
                      </c:pt>
                      <c:pt idx="182">
                        <c:v>0</c:v>
                      </c:pt>
                      <c:pt idx="183">
                        <c:v>3552.5894523012998</c:v>
                      </c:pt>
                      <c:pt idx="184">
                        <c:v>7815.6967950628668</c:v>
                      </c:pt>
                      <c:pt idx="185">
                        <c:v>7866.5431922993666</c:v>
                      </c:pt>
                      <c:pt idx="186">
                        <c:v>10644.273110730133</c:v>
                      </c:pt>
                      <c:pt idx="187">
                        <c:v>0</c:v>
                      </c:pt>
                      <c:pt idx="188">
                        <c:v>7460.4378498327342</c:v>
                      </c:pt>
                      <c:pt idx="189">
                        <c:v>5618.9594230709663</c:v>
                      </c:pt>
                      <c:pt idx="190">
                        <c:v>3907.8483975314334</c:v>
                      </c:pt>
                      <c:pt idx="191">
                        <c:v>3197.3305070711763</c:v>
                      </c:pt>
                      <c:pt idx="192">
                        <c:v>0</c:v>
                      </c:pt>
                      <c:pt idx="193">
                        <c:v>15778.9317355686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10114.126961527732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0698-40A7-BBB9-F9035A4CF9B7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Summary!$E$1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Summary!$E$2:$E$201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1843.5127477080398</c:v>
                      </c:pt>
                      <c:pt idx="5">
                        <c:v>0</c:v>
                      </c:pt>
                      <c:pt idx="6">
                        <c:v>8108.911872003956</c:v>
                      </c:pt>
                      <c:pt idx="7">
                        <c:v>28880.861616902137</c:v>
                      </c:pt>
                      <c:pt idx="8">
                        <c:v>32134.336859581137</c:v>
                      </c:pt>
                      <c:pt idx="9">
                        <c:v>58433.720780678872</c:v>
                      </c:pt>
                      <c:pt idx="10">
                        <c:v>143702.72252772938</c:v>
                      </c:pt>
                      <c:pt idx="11">
                        <c:v>190584.88294327434</c:v>
                      </c:pt>
                      <c:pt idx="12">
                        <c:v>306447.95279410033</c:v>
                      </c:pt>
                      <c:pt idx="13">
                        <c:v>435564.60146591632</c:v>
                      </c:pt>
                      <c:pt idx="14">
                        <c:v>579608.34496802057</c:v>
                      </c:pt>
                      <c:pt idx="15">
                        <c:v>724837.57054610678</c:v>
                      </c:pt>
                      <c:pt idx="16">
                        <c:v>952679.38170385035</c:v>
                      </c:pt>
                      <c:pt idx="17">
                        <c:v>1209009.7511604165</c:v>
                      </c:pt>
                      <c:pt idx="18">
                        <c:v>1453042.4924344402</c:v>
                      </c:pt>
                      <c:pt idx="19">
                        <c:v>1507476.3442540735</c:v>
                      </c:pt>
                      <c:pt idx="20">
                        <c:v>1749573.5675750666</c:v>
                      </c:pt>
                      <c:pt idx="21">
                        <c:v>2106997.5931774266</c:v>
                      </c:pt>
                      <c:pt idx="22">
                        <c:v>2231557.4972264669</c:v>
                      </c:pt>
                      <c:pt idx="23">
                        <c:v>2818654.0003809035</c:v>
                      </c:pt>
                      <c:pt idx="24">
                        <c:v>2989537.8044005968</c:v>
                      </c:pt>
                      <c:pt idx="25">
                        <c:v>3239910.1585603333</c:v>
                      </c:pt>
                      <c:pt idx="26">
                        <c:v>3508555.9264186732</c:v>
                      </c:pt>
                      <c:pt idx="27">
                        <c:v>3481481.8986533731</c:v>
                      </c:pt>
                      <c:pt idx="28">
                        <c:v>4093699.3370058998</c:v>
                      </c:pt>
                      <c:pt idx="29">
                        <c:v>5064850.9023824902</c:v>
                      </c:pt>
                      <c:pt idx="30">
                        <c:v>4845132.1314422702</c:v>
                      </c:pt>
                      <c:pt idx="31">
                        <c:v>5415568.4964033393</c:v>
                      </c:pt>
                      <c:pt idx="32">
                        <c:v>5187978.0526251262</c:v>
                      </c:pt>
                      <c:pt idx="33">
                        <c:v>5522816.6906855395</c:v>
                      </c:pt>
                      <c:pt idx="34">
                        <c:v>5339479.4994528098</c:v>
                      </c:pt>
                      <c:pt idx="35">
                        <c:v>5882396.431187883</c:v>
                      </c:pt>
                      <c:pt idx="36">
                        <c:v>6210369.9591158936</c:v>
                      </c:pt>
                      <c:pt idx="37">
                        <c:v>6289551.5962202204</c:v>
                      </c:pt>
                      <c:pt idx="38">
                        <c:v>5770462.2388070561</c:v>
                      </c:pt>
                      <c:pt idx="39">
                        <c:v>5568673.0398363238</c:v>
                      </c:pt>
                      <c:pt idx="40">
                        <c:v>6620955.0895016426</c:v>
                      </c:pt>
                      <c:pt idx="41">
                        <c:v>5615122.3036899166</c:v>
                      </c:pt>
                      <c:pt idx="42">
                        <c:v>6021392.5983845368</c:v>
                      </c:pt>
                      <c:pt idx="43">
                        <c:v>5760202.914163609</c:v>
                      </c:pt>
                      <c:pt idx="44">
                        <c:v>5505836.8655745676</c:v>
                      </c:pt>
                      <c:pt idx="45">
                        <c:v>5639934.8228220763</c:v>
                      </c:pt>
                      <c:pt idx="46">
                        <c:v>5188682.8488986036</c:v>
                      </c:pt>
                      <c:pt idx="47">
                        <c:v>5225113.6043084934</c:v>
                      </c:pt>
                      <c:pt idx="48">
                        <c:v>5359916.431124731</c:v>
                      </c:pt>
                      <c:pt idx="49">
                        <c:v>5344112.9598967405</c:v>
                      </c:pt>
                      <c:pt idx="50">
                        <c:v>5035022.1569728972</c:v>
                      </c:pt>
                      <c:pt idx="51">
                        <c:v>4845652.7844047565</c:v>
                      </c:pt>
                      <c:pt idx="52">
                        <c:v>4622782.7310349569</c:v>
                      </c:pt>
                      <c:pt idx="53">
                        <c:v>4561904.2979175635</c:v>
                      </c:pt>
                      <c:pt idx="54">
                        <c:v>4318505.9674959192</c:v>
                      </c:pt>
                      <c:pt idx="55">
                        <c:v>4059212.8188312636</c:v>
                      </c:pt>
                      <c:pt idx="56">
                        <c:v>4116539.2973208167</c:v>
                      </c:pt>
                      <c:pt idx="57">
                        <c:v>3952209.6862772033</c:v>
                      </c:pt>
                      <c:pt idx="58">
                        <c:v>3740462.3352134465</c:v>
                      </c:pt>
                      <c:pt idx="59">
                        <c:v>3435417.1061833068</c:v>
                      </c:pt>
                      <c:pt idx="60">
                        <c:v>3598591.6089344197</c:v>
                      </c:pt>
                      <c:pt idx="61">
                        <c:v>3383673.2030564765</c:v>
                      </c:pt>
                      <c:pt idx="62">
                        <c:v>3392787.8830194436</c:v>
                      </c:pt>
                      <c:pt idx="63">
                        <c:v>2791505.20591994</c:v>
                      </c:pt>
                      <c:pt idx="64">
                        <c:v>2775263.9311784897</c:v>
                      </c:pt>
                      <c:pt idx="65">
                        <c:v>2496364.6720780502</c:v>
                      </c:pt>
                      <c:pt idx="66">
                        <c:v>2423294.5041006766</c:v>
                      </c:pt>
                      <c:pt idx="67">
                        <c:v>2632346.1255278401</c:v>
                      </c:pt>
                      <c:pt idx="68">
                        <c:v>2430730.4634433468</c:v>
                      </c:pt>
                      <c:pt idx="69">
                        <c:v>2371003.6896059602</c:v>
                      </c:pt>
                      <c:pt idx="70">
                        <c:v>2340279.6322950535</c:v>
                      </c:pt>
                      <c:pt idx="71">
                        <c:v>1914042.6085791967</c:v>
                      </c:pt>
                      <c:pt idx="72">
                        <c:v>1832118.3826859333</c:v>
                      </c:pt>
                      <c:pt idx="73">
                        <c:v>2003232.6542203967</c:v>
                      </c:pt>
                      <c:pt idx="74">
                        <c:v>1550209.34037166</c:v>
                      </c:pt>
                      <c:pt idx="75">
                        <c:v>1590715.7282939169</c:v>
                      </c:pt>
                      <c:pt idx="76">
                        <c:v>1614815.9556075465</c:v>
                      </c:pt>
                      <c:pt idx="77">
                        <c:v>1068705.4528899521</c:v>
                      </c:pt>
                      <c:pt idx="78">
                        <c:v>1399202.7785657898</c:v>
                      </c:pt>
                      <c:pt idx="79">
                        <c:v>1491533.6316164464</c:v>
                      </c:pt>
                      <c:pt idx="80">
                        <c:v>1287851.4933705966</c:v>
                      </c:pt>
                      <c:pt idx="81">
                        <c:v>1372687.9073383063</c:v>
                      </c:pt>
                      <c:pt idx="82">
                        <c:v>1039877.3105140636</c:v>
                      </c:pt>
                      <c:pt idx="83">
                        <c:v>1108107.6710203711</c:v>
                      </c:pt>
                      <c:pt idx="84">
                        <c:v>906116.69794756442</c:v>
                      </c:pt>
                      <c:pt idx="85">
                        <c:v>825926.57569329848</c:v>
                      </c:pt>
                      <c:pt idx="86">
                        <c:v>914190.52136963874</c:v>
                      </c:pt>
                      <c:pt idx="87">
                        <c:v>999928.34176437545</c:v>
                      </c:pt>
                      <c:pt idx="88">
                        <c:v>739819.71664450632</c:v>
                      </c:pt>
                      <c:pt idx="89">
                        <c:v>626037.23984886601</c:v>
                      </c:pt>
                      <c:pt idx="90">
                        <c:v>565683.49616234668</c:v>
                      </c:pt>
                      <c:pt idx="91">
                        <c:v>557191.94900033134</c:v>
                      </c:pt>
                      <c:pt idx="92">
                        <c:v>580645.23519256932</c:v>
                      </c:pt>
                      <c:pt idx="93">
                        <c:v>554238.01152984635</c:v>
                      </c:pt>
                      <c:pt idx="94">
                        <c:v>307115.94297517766</c:v>
                      </c:pt>
                      <c:pt idx="95">
                        <c:v>525538.95438406395</c:v>
                      </c:pt>
                      <c:pt idx="96">
                        <c:v>449505.29297698132</c:v>
                      </c:pt>
                      <c:pt idx="97">
                        <c:v>493855.36698072497</c:v>
                      </c:pt>
                      <c:pt idx="98">
                        <c:v>443716.1548661277</c:v>
                      </c:pt>
                      <c:pt idx="99">
                        <c:v>325392.87327746564</c:v>
                      </c:pt>
                      <c:pt idx="100">
                        <c:v>408768.19025131641</c:v>
                      </c:pt>
                      <c:pt idx="101">
                        <c:v>418482.28998868604</c:v>
                      </c:pt>
                      <c:pt idx="102">
                        <c:v>459077.53036336805</c:v>
                      </c:pt>
                      <c:pt idx="103">
                        <c:v>284060.49752774002</c:v>
                      </c:pt>
                      <c:pt idx="104">
                        <c:v>459678.53245844692</c:v>
                      </c:pt>
                      <c:pt idx="105">
                        <c:v>233360.82894110531</c:v>
                      </c:pt>
                      <c:pt idx="106">
                        <c:v>172320.20936459865</c:v>
                      </c:pt>
                      <c:pt idx="107">
                        <c:v>227370.744266753</c:v>
                      </c:pt>
                      <c:pt idx="108">
                        <c:v>259449.43776341435</c:v>
                      </c:pt>
                      <c:pt idx="109">
                        <c:v>199882.79011036034</c:v>
                      </c:pt>
                      <c:pt idx="110">
                        <c:v>107046.74187272927</c:v>
                      </c:pt>
                      <c:pt idx="111">
                        <c:v>216113.21538415435</c:v>
                      </c:pt>
                      <c:pt idx="112">
                        <c:v>157357.77622870609</c:v>
                      </c:pt>
                      <c:pt idx="113">
                        <c:v>152768.5575695477</c:v>
                      </c:pt>
                      <c:pt idx="114">
                        <c:v>133881.61832583536</c:v>
                      </c:pt>
                      <c:pt idx="115">
                        <c:v>191432.70424768899</c:v>
                      </c:pt>
                      <c:pt idx="116">
                        <c:v>54828.328977037141</c:v>
                      </c:pt>
                      <c:pt idx="117">
                        <c:v>100692.94460397831</c:v>
                      </c:pt>
                      <c:pt idx="118">
                        <c:v>129238.99569980963</c:v>
                      </c:pt>
                      <c:pt idx="119">
                        <c:v>121702.07245887659</c:v>
                      </c:pt>
                      <c:pt idx="120">
                        <c:v>216519.24577967764</c:v>
                      </c:pt>
                      <c:pt idx="121">
                        <c:v>137399.05812390038</c:v>
                      </c:pt>
                      <c:pt idx="122">
                        <c:v>123215.72248247474</c:v>
                      </c:pt>
                      <c:pt idx="123">
                        <c:v>93825.433066395184</c:v>
                      </c:pt>
                      <c:pt idx="124">
                        <c:v>55333.485536014021</c:v>
                      </c:pt>
                      <c:pt idx="125">
                        <c:v>125265.79009420176</c:v>
                      </c:pt>
                      <c:pt idx="126">
                        <c:v>91090.766378007436</c:v>
                      </c:pt>
                      <c:pt idx="127">
                        <c:v>103088.87950874794</c:v>
                      </c:pt>
                      <c:pt idx="128">
                        <c:v>20250.653827762831</c:v>
                      </c:pt>
                      <c:pt idx="129">
                        <c:v>112953.38789885999</c:v>
                      </c:pt>
                      <c:pt idx="130">
                        <c:v>60153.782031821465</c:v>
                      </c:pt>
                      <c:pt idx="131">
                        <c:v>27195.683152667607</c:v>
                      </c:pt>
                      <c:pt idx="132">
                        <c:v>103658.53964290388</c:v>
                      </c:pt>
                      <c:pt idx="133">
                        <c:v>113819.69813743884</c:v>
                      </c:pt>
                      <c:pt idx="134">
                        <c:v>49315.17819711793</c:v>
                      </c:pt>
                      <c:pt idx="135">
                        <c:v>33586.05445463927</c:v>
                      </c:pt>
                      <c:pt idx="136">
                        <c:v>42797.712561734072</c:v>
                      </c:pt>
                      <c:pt idx="137">
                        <c:v>54364.819657649168</c:v>
                      </c:pt>
                      <c:pt idx="138">
                        <c:v>56142.266523455</c:v>
                      </c:pt>
                      <c:pt idx="139">
                        <c:v>23210.708442350788</c:v>
                      </c:pt>
                      <c:pt idx="140">
                        <c:v>27012.478238366035</c:v>
                      </c:pt>
                      <c:pt idx="141">
                        <c:v>40018.381348240167</c:v>
                      </c:pt>
                      <c:pt idx="142">
                        <c:v>48763.264883638265</c:v>
                      </c:pt>
                      <c:pt idx="143">
                        <c:v>44873.108642440806</c:v>
                      </c:pt>
                      <c:pt idx="144">
                        <c:v>38817.06009704843</c:v>
                      </c:pt>
                      <c:pt idx="145">
                        <c:v>31538.474205756065</c:v>
                      </c:pt>
                      <c:pt idx="146">
                        <c:v>27294.309174199327</c:v>
                      </c:pt>
                      <c:pt idx="147">
                        <c:v>23074.850057905063</c:v>
                      </c:pt>
                      <c:pt idx="148">
                        <c:v>31123.185466913797</c:v>
                      </c:pt>
                      <c:pt idx="149">
                        <c:v>20433.155256576567</c:v>
                      </c:pt>
                      <c:pt idx="150">
                        <c:v>23948.365038406901</c:v>
                      </c:pt>
                      <c:pt idx="151">
                        <c:v>25795.439691190899</c:v>
                      </c:pt>
                      <c:pt idx="152">
                        <c:v>48161.209325418538</c:v>
                      </c:pt>
                      <c:pt idx="153">
                        <c:v>7852.2089136081095</c:v>
                      </c:pt>
                      <c:pt idx="154">
                        <c:v>37462.025780236669</c:v>
                      </c:pt>
                      <c:pt idx="155">
                        <c:v>4424.4305944993002</c:v>
                      </c:pt>
                      <c:pt idx="156">
                        <c:v>40847.489150245172</c:v>
                      </c:pt>
                      <c:pt idx="157">
                        <c:v>22560.683800558167</c:v>
                      </c:pt>
                      <c:pt idx="158">
                        <c:v>13099.641187125033</c:v>
                      </c:pt>
                      <c:pt idx="159">
                        <c:v>25582.835559251631</c:v>
                      </c:pt>
                      <c:pt idx="160">
                        <c:v>41419.950848921566</c:v>
                      </c:pt>
                      <c:pt idx="161">
                        <c:v>27218.266912193634</c:v>
                      </c:pt>
                      <c:pt idx="162">
                        <c:v>11414.004884739066</c:v>
                      </c:pt>
                      <c:pt idx="163">
                        <c:v>4050.1307655525666</c:v>
                      </c:pt>
                      <c:pt idx="164">
                        <c:v>7374.0509908321665</c:v>
                      </c:pt>
                      <c:pt idx="165">
                        <c:v>13254.973414535665</c:v>
                      </c:pt>
                      <c:pt idx="166">
                        <c:v>10324.380722289334</c:v>
                      </c:pt>
                      <c:pt idx="167">
                        <c:v>22841.497049226866</c:v>
                      </c:pt>
                      <c:pt idx="168">
                        <c:v>0</c:v>
                      </c:pt>
                      <c:pt idx="169">
                        <c:v>7374.0509908321665</c:v>
                      </c:pt>
                      <c:pt idx="170">
                        <c:v>22239.636132912634</c:v>
                      </c:pt>
                      <c:pt idx="171">
                        <c:v>10706.765193485233</c:v>
                      </c:pt>
                      <c:pt idx="172">
                        <c:v>9204.8426489830999</c:v>
                      </c:pt>
                      <c:pt idx="173">
                        <c:v>23728.385599342731</c:v>
                      </c:pt>
                      <c:pt idx="174">
                        <c:v>15677.763319031934</c:v>
                      </c:pt>
                      <c:pt idx="175">
                        <c:v>7363.8741191865001</c:v>
                      </c:pt>
                      <c:pt idx="176">
                        <c:v>5154.7118834305338</c:v>
                      </c:pt>
                      <c:pt idx="177">
                        <c:v>3318.3229458744736</c:v>
                      </c:pt>
                      <c:pt idx="178">
                        <c:v>11598.484832814533</c:v>
                      </c:pt>
                      <c:pt idx="179">
                        <c:v>26384.528512517198</c:v>
                      </c:pt>
                      <c:pt idx="180">
                        <c:v>3441.4602407630996</c:v>
                      </c:pt>
                      <c:pt idx="181">
                        <c:v>4055.7280449576997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13636.905897216668</c:v>
                      </c:pt>
                      <c:pt idx="185">
                        <c:v>13765.840963052433</c:v>
                      </c:pt>
                      <c:pt idx="186">
                        <c:v>7647.6894239180328</c:v>
                      </c:pt>
                      <c:pt idx="187">
                        <c:v>4970.9981255467001</c:v>
                      </c:pt>
                      <c:pt idx="188">
                        <c:v>0</c:v>
                      </c:pt>
                      <c:pt idx="189">
                        <c:v>22233.530009925234</c:v>
                      </c:pt>
                      <c:pt idx="190">
                        <c:v>0</c:v>
                      </c:pt>
                      <c:pt idx="191">
                        <c:v>9750.4493479333014</c:v>
                      </c:pt>
                      <c:pt idx="192">
                        <c:v>7732.0678251458003</c:v>
                      </c:pt>
                      <c:pt idx="193">
                        <c:v>21376.097532514435</c:v>
                      </c:pt>
                      <c:pt idx="194">
                        <c:v>0</c:v>
                      </c:pt>
                      <c:pt idx="195">
                        <c:v>12904.5892339563</c:v>
                      </c:pt>
                      <c:pt idx="196">
                        <c:v>4786.5181774712337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0698-40A7-BBB9-F9035A4CF9B7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Summary!$F$1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Summary!$F$2:$F$201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2266.9736229635369</c:v>
                      </c:pt>
                      <c:pt idx="3">
                        <c:v>1484.5060146296735</c:v>
                      </c:pt>
                      <c:pt idx="4">
                        <c:v>8012.5390439551129</c:v>
                      </c:pt>
                      <c:pt idx="5">
                        <c:v>4936.1456408745735</c:v>
                      </c:pt>
                      <c:pt idx="6">
                        <c:v>17243.00119313088</c:v>
                      </c:pt>
                      <c:pt idx="7">
                        <c:v>21205.763555647998</c:v>
                      </c:pt>
                      <c:pt idx="8">
                        <c:v>67869.81383476546</c:v>
                      </c:pt>
                      <c:pt idx="9">
                        <c:v>97777.283952782702</c:v>
                      </c:pt>
                      <c:pt idx="10">
                        <c:v>175646.03696422768</c:v>
                      </c:pt>
                      <c:pt idx="11">
                        <c:v>240347.12583360029</c:v>
                      </c:pt>
                      <c:pt idx="12">
                        <c:v>295788.39365641802</c:v>
                      </c:pt>
                      <c:pt idx="13">
                        <c:v>461632.93984611466</c:v>
                      </c:pt>
                      <c:pt idx="14">
                        <c:v>439423.76493300637</c:v>
                      </c:pt>
                      <c:pt idx="15">
                        <c:v>569513.89979414595</c:v>
                      </c:pt>
                      <c:pt idx="16">
                        <c:v>719933.78759030905</c:v>
                      </c:pt>
                      <c:pt idx="17">
                        <c:v>896378.56643684267</c:v>
                      </c:pt>
                      <c:pt idx="18">
                        <c:v>1069089.35136973</c:v>
                      </c:pt>
                      <c:pt idx="19">
                        <c:v>1198413.6063088335</c:v>
                      </c:pt>
                      <c:pt idx="20">
                        <c:v>1266371.2075175436</c:v>
                      </c:pt>
                      <c:pt idx="21">
                        <c:v>1676599.3708758298</c:v>
                      </c:pt>
                      <c:pt idx="22">
                        <c:v>1742842.0358369064</c:v>
                      </c:pt>
                      <c:pt idx="23">
                        <c:v>1816219.9732870169</c:v>
                      </c:pt>
                      <c:pt idx="24">
                        <c:v>1919824.6858643231</c:v>
                      </c:pt>
                      <c:pt idx="25">
                        <c:v>1599308.7497807464</c:v>
                      </c:pt>
                      <c:pt idx="26">
                        <c:v>2091683.8323134799</c:v>
                      </c:pt>
                      <c:pt idx="27">
                        <c:v>2195625.5262805931</c:v>
                      </c:pt>
                      <c:pt idx="28">
                        <c:v>1983466.0473720965</c:v>
                      </c:pt>
                      <c:pt idx="29">
                        <c:v>1749022.7321030733</c:v>
                      </c:pt>
                      <c:pt idx="30">
                        <c:v>1853962.3307199366</c:v>
                      </c:pt>
                      <c:pt idx="31">
                        <c:v>2328774.3795142868</c:v>
                      </c:pt>
                      <c:pt idx="32">
                        <c:v>2418470.8162518502</c:v>
                      </c:pt>
                      <c:pt idx="33">
                        <c:v>2256348.8606498237</c:v>
                      </c:pt>
                      <c:pt idx="34">
                        <c:v>2002419.1947366532</c:v>
                      </c:pt>
                      <c:pt idx="35">
                        <c:v>2330570.2559761195</c:v>
                      </c:pt>
                      <c:pt idx="36">
                        <c:v>2315823.7959348098</c:v>
                      </c:pt>
                      <c:pt idx="37">
                        <c:v>2099240.5781308967</c:v>
                      </c:pt>
                      <c:pt idx="38">
                        <c:v>2079443.6876300499</c:v>
                      </c:pt>
                      <c:pt idx="39">
                        <c:v>1932711.0087115867</c:v>
                      </c:pt>
                      <c:pt idx="40">
                        <c:v>1727471.5911411766</c:v>
                      </c:pt>
                      <c:pt idx="41">
                        <c:v>1777142.48901942</c:v>
                      </c:pt>
                      <c:pt idx="42">
                        <c:v>2030942.1154136832</c:v>
                      </c:pt>
                      <c:pt idx="43">
                        <c:v>2048255.9928737797</c:v>
                      </c:pt>
                      <c:pt idx="44">
                        <c:v>2021455.6939373135</c:v>
                      </c:pt>
                      <c:pt idx="45">
                        <c:v>2028260.9282078065</c:v>
                      </c:pt>
                      <c:pt idx="46">
                        <c:v>1800257.8778917268</c:v>
                      </c:pt>
                      <c:pt idx="47">
                        <c:v>1524462.4747665098</c:v>
                      </c:pt>
                      <c:pt idx="48">
                        <c:v>1717713.6342551333</c:v>
                      </c:pt>
                      <c:pt idx="49">
                        <c:v>1720170.1407196831</c:v>
                      </c:pt>
                      <c:pt idx="50">
                        <c:v>1779642.4368769533</c:v>
                      </c:pt>
                      <c:pt idx="51">
                        <c:v>1400794.5264315268</c:v>
                      </c:pt>
                      <c:pt idx="52">
                        <c:v>1369276.0161471919</c:v>
                      </c:pt>
                      <c:pt idx="53">
                        <c:v>1226466.413788222</c:v>
                      </c:pt>
                      <c:pt idx="54">
                        <c:v>1363705.6797517133</c:v>
                      </c:pt>
                      <c:pt idx="55">
                        <c:v>1314489.0563650366</c:v>
                      </c:pt>
                      <c:pt idx="56">
                        <c:v>1135813.5470979444</c:v>
                      </c:pt>
                      <c:pt idx="57">
                        <c:v>904954.70842909103</c:v>
                      </c:pt>
                      <c:pt idx="58">
                        <c:v>971872.79605784325</c:v>
                      </c:pt>
                      <c:pt idx="59">
                        <c:v>1007533.3207403173</c:v>
                      </c:pt>
                      <c:pt idx="60">
                        <c:v>1018069.4116393166</c:v>
                      </c:pt>
                      <c:pt idx="61">
                        <c:v>1083177.0527121329</c:v>
                      </c:pt>
                      <c:pt idx="62">
                        <c:v>957587.04165193287</c:v>
                      </c:pt>
                      <c:pt idx="63">
                        <c:v>1103994.9340015922</c:v>
                      </c:pt>
                      <c:pt idx="64">
                        <c:v>720462.12290669372</c:v>
                      </c:pt>
                      <c:pt idx="65">
                        <c:v>753315.32238856063</c:v>
                      </c:pt>
                      <c:pt idx="66">
                        <c:v>881862.41588107694</c:v>
                      </c:pt>
                      <c:pt idx="67">
                        <c:v>772437.99429400114</c:v>
                      </c:pt>
                      <c:pt idx="68">
                        <c:v>888928.49673953035</c:v>
                      </c:pt>
                      <c:pt idx="69">
                        <c:v>857859.03142164799</c:v>
                      </c:pt>
                      <c:pt idx="70">
                        <c:v>686782.69517999573</c:v>
                      </c:pt>
                      <c:pt idx="71">
                        <c:v>822507.13488516305</c:v>
                      </c:pt>
                      <c:pt idx="72">
                        <c:v>509818.39849630365</c:v>
                      </c:pt>
                      <c:pt idx="73">
                        <c:v>508777.755195715</c:v>
                      </c:pt>
                      <c:pt idx="74">
                        <c:v>605099.55227846897</c:v>
                      </c:pt>
                      <c:pt idx="75">
                        <c:v>491211.99009935668</c:v>
                      </c:pt>
                      <c:pt idx="76">
                        <c:v>299067.84695820836</c:v>
                      </c:pt>
                      <c:pt idx="77">
                        <c:v>490624.49771637534</c:v>
                      </c:pt>
                      <c:pt idx="78">
                        <c:v>376735.81777515402</c:v>
                      </c:pt>
                      <c:pt idx="79">
                        <c:v>360280.19731835037</c:v>
                      </c:pt>
                      <c:pt idx="80">
                        <c:v>458183.51429993665</c:v>
                      </c:pt>
                      <c:pt idx="81">
                        <c:v>434610.57358655869</c:v>
                      </c:pt>
                      <c:pt idx="82">
                        <c:v>309713.02953822905</c:v>
                      </c:pt>
                      <c:pt idx="83">
                        <c:v>163399.05811421035</c:v>
                      </c:pt>
                      <c:pt idx="84">
                        <c:v>182012.6603474943</c:v>
                      </c:pt>
                      <c:pt idx="85">
                        <c:v>195727.91823021299</c:v>
                      </c:pt>
                      <c:pt idx="86">
                        <c:v>249040.68409846802</c:v>
                      </c:pt>
                      <c:pt idx="87">
                        <c:v>232199.69287058801</c:v>
                      </c:pt>
                      <c:pt idx="88">
                        <c:v>210088.93577944834</c:v>
                      </c:pt>
                      <c:pt idx="89">
                        <c:v>283492.46190914133</c:v>
                      </c:pt>
                      <c:pt idx="90">
                        <c:v>202700.93875924242</c:v>
                      </c:pt>
                      <c:pt idx="91">
                        <c:v>328810.11803387734</c:v>
                      </c:pt>
                      <c:pt idx="92">
                        <c:v>214452.32332860734</c:v>
                      </c:pt>
                      <c:pt idx="93">
                        <c:v>163955.30603313769</c:v>
                      </c:pt>
                      <c:pt idx="94">
                        <c:v>191907.99242624067</c:v>
                      </c:pt>
                      <c:pt idx="95">
                        <c:v>148707.82478263814</c:v>
                      </c:pt>
                      <c:pt idx="96">
                        <c:v>227935.90329861568</c:v>
                      </c:pt>
                      <c:pt idx="97">
                        <c:v>182853.88496511849</c:v>
                      </c:pt>
                      <c:pt idx="98">
                        <c:v>191869.4270546386</c:v>
                      </c:pt>
                      <c:pt idx="99">
                        <c:v>129370.19748402591</c:v>
                      </c:pt>
                      <c:pt idx="100">
                        <c:v>180414.55873195885</c:v>
                      </c:pt>
                      <c:pt idx="101">
                        <c:v>146564.94520242399</c:v>
                      </c:pt>
                      <c:pt idx="102">
                        <c:v>152744.15209754262</c:v>
                      </c:pt>
                      <c:pt idx="103">
                        <c:v>98663.800038804126</c:v>
                      </c:pt>
                      <c:pt idx="104">
                        <c:v>87224.898566700169</c:v>
                      </c:pt>
                      <c:pt idx="105">
                        <c:v>64827.978632715502</c:v>
                      </c:pt>
                      <c:pt idx="106">
                        <c:v>86639.98816878564</c:v>
                      </c:pt>
                      <c:pt idx="107">
                        <c:v>68610.393360791903</c:v>
                      </c:pt>
                      <c:pt idx="108">
                        <c:v>90596.335738917929</c:v>
                      </c:pt>
                      <c:pt idx="109">
                        <c:v>25625.502442458877</c:v>
                      </c:pt>
                      <c:pt idx="110">
                        <c:v>139714.16038613877</c:v>
                      </c:pt>
                      <c:pt idx="111">
                        <c:v>91393.553812877159</c:v>
                      </c:pt>
                      <c:pt idx="112">
                        <c:v>97807.992295254997</c:v>
                      </c:pt>
                      <c:pt idx="113">
                        <c:v>42537.918017413132</c:v>
                      </c:pt>
                      <c:pt idx="114">
                        <c:v>97851.089719623633</c:v>
                      </c:pt>
                      <c:pt idx="115">
                        <c:v>117720.939457535</c:v>
                      </c:pt>
                      <c:pt idx="116">
                        <c:v>78455.732470757895</c:v>
                      </c:pt>
                      <c:pt idx="117">
                        <c:v>38159.450415943233</c:v>
                      </c:pt>
                      <c:pt idx="118">
                        <c:v>34328.343818177469</c:v>
                      </c:pt>
                      <c:pt idx="119">
                        <c:v>41295.625779434798</c:v>
                      </c:pt>
                      <c:pt idx="120">
                        <c:v>26205.579333806298</c:v>
                      </c:pt>
                      <c:pt idx="121">
                        <c:v>62354.635412821306</c:v>
                      </c:pt>
                      <c:pt idx="122">
                        <c:v>27901.368073359932</c:v>
                      </c:pt>
                      <c:pt idx="123">
                        <c:v>42128.351422874584</c:v>
                      </c:pt>
                      <c:pt idx="124">
                        <c:v>22940.539887400897</c:v>
                      </c:pt>
                      <c:pt idx="125">
                        <c:v>6756.0748190037666</c:v>
                      </c:pt>
                      <c:pt idx="126">
                        <c:v>7772.4809930178335</c:v>
                      </c:pt>
                      <c:pt idx="127">
                        <c:v>14007.833567773867</c:v>
                      </c:pt>
                      <c:pt idx="128">
                        <c:v>79561.104085350627</c:v>
                      </c:pt>
                      <c:pt idx="129">
                        <c:v>20882.4130769207</c:v>
                      </c:pt>
                      <c:pt idx="130">
                        <c:v>30709.430995471601</c:v>
                      </c:pt>
                      <c:pt idx="131">
                        <c:v>26879.830100853364</c:v>
                      </c:pt>
                      <c:pt idx="132">
                        <c:v>8097.8773352304961</c:v>
                      </c:pt>
                      <c:pt idx="133">
                        <c:v>22681.899617479081</c:v>
                      </c:pt>
                      <c:pt idx="134">
                        <c:v>11270.751505065478</c:v>
                      </c:pt>
                      <c:pt idx="135">
                        <c:v>15795.882325725412</c:v>
                      </c:pt>
                      <c:pt idx="136">
                        <c:v>19047.975301578725</c:v>
                      </c:pt>
                      <c:pt idx="137">
                        <c:v>7831.5554533909008</c:v>
                      </c:pt>
                      <c:pt idx="138">
                        <c:v>4156.6168409631</c:v>
                      </c:pt>
                      <c:pt idx="139">
                        <c:v>8189.6152984895161</c:v>
                      </c:pt>
                      <c:pt idx="140">
                        <c:v>6357.2425457900135</c:v>
                      </c:pt>
                      <c:pt idx="141">
                        <c:v>5829.3607447633667</c:v>
                      </c:pt>
                      <c:pt idx="142">
                        <c:v>3992.2260294113003</c:v>
                      </c:pt>
                      <c:pt idx="143">
                        <c:v>24936.709852598899</c:v>
                      </c:pt>
                      <c:pt idx="144">
                        <c:v>11334.8681148177</c:v>
                      </c:pt>
                      <c:pt idx="145">
                        <c:v>3562.8144351112333</c:v>
                      </c:pt>
                      <c:pt idx="146">
                        <c:v>3886.2404965089336</c:v>
                      </c:pt>
                      <c:pt idx="147">
                        <c:v>0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26475.547524106267</c:v>
                      </c:pt>
                      <c:pt idx="151">
                        <c:v>0</c:v>
                      </c:pt>
                      <c:pt idx="152">
                        <c:v>6531.8264643705661</c:v>
                      </c:pt>
                      <c:pt idx="153">
                        <c:v>0</c:v>
                      </c:pt>
                      <c:pt idx="154">
                        <c:v>0</c:v>
                      </c:pt>
                      <c:pt idx="155">
                        <c:v>7448.6276183087675</c:v>
                      </c:pt>
                      <c:pt idx="156">
                        <c:v>0</c:v>
                      </c:pt>
                      <c:pt idx="157">
                        <c:v>0</c:v>
                      </c:pt>
                      <c:pt idx="158">
                        <c:v>23805.573264329698</c:v>
                      </c:pt>
                      <c:pt idx="159">
                        <c:v>24642.799842852601</c:v>
                      </c:pt>
                      <c:pt idx="160">
                        <c:v>0</c:v>
                      </c:pt>
                      <c:pt idx="161">
                        <c:v>0</c:v>
                      </c:pt>
                      <c:pt idx="162">
                        <c:v>11929.525147292299</c:v>
                      </c:pt>
                      <c:pt idx="163">
                        <c:v>3562.8144351112333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0</c:v>
                      </c:pt>
                      <c:pt idx="167">
                        <c:v>0</c:v>
                      </c:pt>
                      <c:pt idx="168">
                        <c:v>5641.1228555927664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0</c:v>
                      </c:pt>
                      <c:pt idx="172">
                        <c:v>0</c:v>
                      </c:pt>
                      <c:pt idx="173">
                        <c:v>0</c:v>
                      </c:pt>
                      <c:pt idx="174">
                        <c:v>19001.676987259834</c:v>
                      </c:pt>
                      <c:pt idx="175">
                        <c:v>5938.0240585186993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0</c:v>
                      </c:pt>
                      <c:pt idx="179">
                        <c:v>3859.7156380371666</c:v>
                      </c:pt>
                      <c:pt idx="180">
                        <c:v>15735.763755074566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3685.1317194566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21079.985407741366</c:v>
                      </c:pt>
                      <c:pt idx="189">
                        <c:v>5047.3204497408997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7247.9461545678323</c:v>
                      </c:pt>
                      <c:pt idx="197">
                        <c:v>3685.1317194566</c:v>
                      </c:pt>
                      <c:pt idx="198">
                        <c:v>0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698-40A7-BBB9-F9035A4CF9B7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Summary!$G$1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rgbClr val="14D446"/>
                    </a:solidFill>
                    <a:prstDash val="sysDot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Summary!$G$2:$G$201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1443.8076910531965</c:v>
                      </c:pt>
                      <c:pt idx="3">
                        <c:v>1420.3892148305301</c:v>
                      </c:pt>
                      <c:pt idx="4">
                        <c:v>5940.2850813128898</c:v>
                      </c:pt>
                      <c:pt idx="5">
                        <c:v>1443.8076910531965</c:v>
                      </c:pt>
                      <c:pt idx="6">
                        <c:v>6550.343792582993</c:v>
                      </c:pt>
                      <c:pt idx="7">
                        <c:v>14515.892641026221</c:v>
                      </c:pt>
                      <c:pt idx="8">
                        <c:v>44375.047050199471</c:v>
                      </c:pt>
                      <c:pt idx="9">
                        <c:v>44904.552725011432</c:v>
                      </c:pt>
                      <c:pt idx="10">
                        <c:v>50782.018623392731</c:v>
                      </c:pt>
                      <c:pt idx="11">
                        <c:v>86166.181338443261</c:v>
                      </c:pt>
                      <c:pt idx="12">
                        <c:v>137879.11084806221</c:v>
                      </c:pt>
                      <c:pt idx="13">
                        <c:v>141564.34064230532</c:v>
                      </c:pt>
                      <c:pt idx="14">
                        <c:v>125012.92684745316</c:v>
                      </c:pt>
                      <c:pt idx="15">
                        <c:v>228768.87713668038</c:v>
                      </c:pt>
                      <c:pt idx="16">
                        <c:v>277736.81830048334</c:v>
                      </c:pt>
                      <c:pt idx="17">
                        <c:v>344630.18786402099</c:v>
                      </c:pt>
                      <c:pt idx="18">
                        <c:v>338487.40939270769</c:v>
                      </c:pt>
                      <c:pt idx="19">
                        <c:v>548404.14569965668</c:v>
                      </c:pt>
                      <c:pt idx="20">
                        <c:v>610981.25725414837</c:v>
                      </c:pt>
                      <c:pt idx="21">
                        <c:v>747845.742612659</c:v>
                      </c:pt>
                      <c:pt idx="22">
                        <c:v>772629.94348096708</c:v>
                      </c:pt>
                      <c:pt idx="23">
                        <c:v>961275.824053313</c:v>
                      </c:pt>
                      <c:pt idx="24">
                        <c:v>967979.84530525003</c:v>
                      </c:pt>
                      <c:pt idx="25">
                        <c:v>1099385.6502795669</c:v>
                      </c:pt>
                      <c:pt idx="26">
                        <c:v>997434.99435816193</c:v>
                      </c:pt>
                      <c:pt idx="27">
                        <c:v>1269014.4728860157</c:v>
                      </c:pt>
                      <c:pt idx="28">
                        <c:v>1047952.8059280847</c:v>
                      </c:pt>
                      <c:pt idx="29">
                        <c:v>1110363.9316750544</c:v>
                      </c:pt>
                      <c:pt idx="30">
                        <c:v>1174020.2657747576</c:v>
                      </c:pt>
                      <c:pt idx="31">
                        <c:v>1103776.7940864002</c:v>
                      </c:pt>
                      <c:pt idx="32">
                        <c:v>1078304.401227124</c:v>
                      </c:pt>
                      <c:pt idx="33">
                        <c:v>1089487.4661809711</c:v>
                      </c:pt>
                      <c:pt idx="34">
                        <c:v>1156096.2269883966</c:v>
                      </c:pt>
                      <c:pt idx="35">
                        <c:v>1630136.3648560066</c:v>
                      </c:pt>
                      <c:pt idx="36">
                        <c:v>1546300.1059452768</c:v>
                      </c:pt>
                      <c:pt idx="37">
                        <c:v>1372700.4506069932</c:v>
                      </c:pt>
                      <c:pt idx="38">
                        <c:v>1496077.4510305666</c:v>
                      </c:pt>
                      <c:pt idx="39">
                        <c:v>1597746.2367353132</c:v>
                      </c:pt>
                      <c:pt idx="40">
                        <c:v>1329243.4937794001</c:v>
                      </c:pt>
                      <c:pt idx="41">
                        <c:v>1447091.9656737333</c:v>
                      </c:pt>
                      <c:pt idx="42">
                        <c:v>1329431.9144800932</c:v>
                      </c:pt>
                      <c:pt idx="43">
                        <c:v>1442782.9525568066</c:v>
                      </c:pt>
                      <c:pt idx="44">
                        <c:v>1597964.8355653267</c:v>
                      </c:pt>
                      <c:pt idx="45">
                        <c:v>1356475.54861341</c:v>
                      </c:pt>
                      <c:pt idx="46">
                        <c:v>1487091.0077711567</c:v>
                      </c:pt>
                      <c:pt idx="47">
                        <c:v>1319088.4385006099</c:v>
                      </c:pt>
                      <c:pt idx="48">
                        <c:v>1460722.02387246</c:v>
                      </c:pt>
                      <c:pt idx="49">
                        <c:v>1470193.8731602002</c:v>
                      </c:pt>
                      <c:pt idx="50">
                        <c:v>1512758.0902723602</c:v>
                      </c:pt>
                      <c:pt idx="51">
                        <c:v>1117743.1841071632</c:v>
                      </c:pt>
                      <c:pt idx="52">
                        <c:v>1151805.0967180165</c:v>
                      </c:pt>
                      <c:pt idx="53">
                        <c:v>1262451.82541119</c:v>
                      </c:pt>
                      <c:pt idx="54">
                        <c:v>1363015.8264125499</c:v>
                      </c:pt>
                      <c:pt idx="55">
                        <c:v>1156523.973016199</c:v>
                      </c:pt>
                      <c:pt idx="56">
                        <c:v>902396.1405565514</c:v>
                      </c:pt>
                      <c:pt idx="57">
                        <c:v>1251039.9965147274</c:v>
                      </c:pt>
                      <c:pt idx="58">
                        <c:v>996566.93314392131</c:v>
                      </c:pt>
                      <c:pt idx="59">
                        <c:v>1015124.3580969885</c:v>
                      </c:pt>
                      <c:pt idx="60">
                        <c:v>1090682.3783888968</c:v>
                      </c:pt>
                      <c:pt idx="61">
                        <c:v>929073.34986644646</c:v>
                      </c:pt>
                      <c:pt idx="62">
                        <c:v>851388.40271349123</c:v>
                      </c:pt>
                      <c:pt idx="63">
                        <c:v>583449.72238622431</c:v>
                      </c:pt>
                      <c:pt idx="64">
                        <c:v>751326.04740842304</c:v>
                      </c:pt>
                      <c:pt idx="65">
                        <c:v>734594.56538469729</c:v>
                      </c:pt>
                      <c:pt idx="66">
                        <c:v>752429.29007297393</c:v>
                      </c:pt>
                      <c:pt idx="67">
                        <c:v>581945.71637446934</c:v>
                      </c:pt>
                      <c:pt idx="68">
                        <c:v>851432.20300172269</c:v>
                      </c:pt>
                      <c:pt idx="69">
                        <c:v>627548.66852401465</c:v>
                      </c:pt>
                      <c:pt idx="70">
                        <c:v>639145.29251211963</c:v>
                      </c:pt>
                      <c:pt idx="71">
                        <c:v>630809.26600405469</c:v>
                      </c:pt>
                      <c:pt idx="72">
                        <c:v>527393.90359821403</c:v>
                      </c:pt>
                      <c:pt idx="73">
                        <c:v>708481.85186964273</c:v>
                      </c:pt>
                      <c:pt idx="74">
                        <c:v>426746.37472085172</c:v>
                      </c:pt>
                      <c:pt idx="75">
                        <c:v>630762.68352283898</c:v>
                      </c:pt>
                      <c:pt idx="76">
                        <c:v>538430.49152436701</c:v>
                      </c:pt>
                      <c:pt idx="77">
                        <c:v>504715.07877475739</c:v>
                      </c:pt>
                      <c:pt idx="78">
                        <c:v>406511.45353886363</c:v>
                      </c:pt>
                      <c:pt idx="79">
                        <c:v>407003.88681637234</c:v>
                      </c:pt>
                      <c:pt idx="80">
                        <c:v>462908.58804896596</c:v>
                      </c:pt>
                      <c:pt idx="81">
                        <c:v>467679.93465639796</c:v>
                      </c:pt>
                      <c:pt idx="82">
                        <c:v>424220.65503188904</c:v>
                      </c:pt>
                      <c:pt idx="83">
                        <c:v>357419.37753987539</c:v>
                      </c:pt>
                      <c:pt idx="84">
                        <c:v>361559.20225439005</c:v>
                      </c:pt>
                      <c:pt idx="85">
                        <c:v>430875.72230586433</c:v>
                      </c:pt>
                      <c:pt idx="86">
                        <c:v>215541.98552426437</c:v>
                      </c:pt>
                      <c:pt idx="87">
                        <c:v>318734.16361799033</c:v>
                      </c:pt>
                      <c:pt idx="88">
                        <c:v>265410.57349028799</c:v>
                      </c:pt>
                      <c:pt idx="89">
                        <c:v>260990.66406401436</c:v>
                      </c:pt>
                      <c:pt idx="90">
                        <c:v>381528.7117641056</c:v>
                      </c:pt>
                      <c:pt idx="91">
                        <c:v>360912.51612410299</c:v>
                      </c:pt>
                      <c:pt idx="92">
                        <c:v>131064.07137019026</c:v>
                      </c:pt>
                      <c:pt idx="93">
                        <c:v>351098.31295178435</c:v>
                      </c:pt>
                      <c:pt idx="94">
                        <c:v>270934.300147795</c:v>
                      </c:pt>
                      <c:pt idx="95">
                        <c:v>301837.06797482702</c:v>
                      </c:pt>
                      <c:pt idx="96">
                        <c:v>146546.33287245734</c:v>
                      </c:pt>
                      <c:pt idx="97">
                        <c:v>265406.33055378066</c:v>
                      </c:pt>
                      <c:pt idx="98">
                        <c:v>196318.70990635667</c:v>
                      </c:pt>
                      <c:pt idx="99">
                        <c:v>169693.10507914706</c:v>
                      </c:pt>
                      <c:pt idx="100">
                        <c:v>144360.82465924433</c:v>
                      </c:pt>
                      <c:pt idx="101">
                        <c:v>137176.80679324534</c:v>
                      </c:pt>
                      <c:pt idx="102">
                        <c:v>137474.60716757618</c:v>
                      </c:pt>
                      <c:pt idx="103">
                        <c:v>136794.99798964299</c:v>
                      </c:pt>
                      <c:pt idx="104">
                        <c:v>96882.924376141469</c:v>
                      </c:pt>
                      <c:pt idx="105">
                        <c:v>220927.75910868635</c:v>
                      </c:pt>
                      <c:pt idx="106">
                        <c:v>126049.91991282521</c:v>
                      </c:pt>
                      <c:pt idx="107">
                        <c:v>117494.52142901794</c:v>
                      </c:pt>
                      <c:pt idx="108">
                        <c:v>111504.31277790939</c:v>
                      </c:pt>
                      <c:pt idx="109">
                        <c:v>136614.5631049884</c:v>
                      </c:pt>
                      <c:pt idx="110">
                        <c:v>108812.87191125342</c:v>
                      </c:pt>
                      <c:pt idx="111">
                        <c:v>163417.94171371101</c:v>
                      </c:pt>
                      <c:pt idx="112">
                        <c:v>123019.80706300777</c:v>
                      </c:pt>
                      <c:pt idx="113">
                        <c:v>23500.480958508135</c:v>
                      </c:pt>
                      <c:pt idx="114">
                        <c:v>82280.068356939126</c:v>
                      </c:pt>
                      <c:pt idx="115">
                        <c:v>67912.401420220936</c:v>
                      </c:pt>
                      <c:pt idx="116">
                        <c:v>49567.765345261003</c:v>
                      </c:pt>
                      <c:pt idx="117">
                        <c:v>73729.823543045786</c:v>
                      </c:pt>
                      <c:pt idx="118">
                        <c:v>84216.284329117465</c:v>
                      </c:pt>
                      <c:pt idx="119">
                        <c:v>41197.59849228034</c:v>
                      </c:pt>
                      <c:pt idx="120">
                        <c:v>61760.695044032473</c:v>
                      </c:pt>
                      <c:pt idx="121">
                        <c:v>86623.139276726535</c:v>
                      </c:pt>
                      <c:pt idx="122">
                        <c:v>54674.089316339232</c:v>
                      </c:pt>
                      <c:pt idx="123">
                        <c:v>55761.523779443836</c:v>
                      </c:pt>
                      <c:pt idx="124">
                        <c:v>44925.85841508583</c:v>
                      </c:pt>
                      <c:pt idx="125">
                        <c:v>54016.976029500067</c:v>
                      </c:pt>
                      <c:pt idx="126">
                        <c:v>40287.924705661062</c:v>
                      </c:pt>
                      <c:pt idx="127">
                        <c:v>62330.139990690666</c:v>
                      </c:pt>
                      <c:pt idx="128">
                        <c:v>32798.540670832415</c:v>
                      </c:pt>
                      <c:pt idx="129">
                        <c:v>44947.525268268197</c:v>
                      </c:pt>
                      <c:pt idx="130">
                        <c:v>32309.82616266167</c:v>
                      </c:pt>
                      <c:pt idx="131">
                        <c:v>42377.69068829593</c:v>
                      </c:pt>
                      <c:pt idx="132">
                        <c:v>21909.031861867959</c:v>
                      </c:pt>
                      <c:pt idx="133">
                        <c:v>20398.792930240732</c:v>
                      </c:pt>
                      <c:pt idx="134">
                        <c:v>49251.612110077265</c:v>
                      </c:pt>
                      <c:pt idx="135">
                        <c:v>36190.365452714766</c:v>
                      </c:pt>
                      <c:pt idx="136">
                        <c:v>12313.704847677765</c:v>
                      </c:pt>
                      <c:pt idx="137">
                        <c:v>51103.9957818904</c:v>
                      </c:pt>
                      <c:pt idx="138">
                        <c:v>63233.92677601787</c:v>
                      </c:pt>
                      <c:pt idx="139">
                        <c:v>24168.604447314767</c:v>
                      </c:pt>
                      <c:pt idx="140">
                        <c:v>29030.963876313235</c:v>
                      </c:pt>
                      <c:pt idx="141">
                        <c:v>37214.197428560001</c:v>
                      </c:pt>
                      <c:pt idx="142">
                        <c:v>6495.6408408259767</c:v>
                      </c:pt>
                      <c:pt idx="143">
                        <c:v>9583.2777833597665</c:v>
                      </c:pt>
                      <c:pt idx="144">
                        <c:v>28062.264605800428</c:v>
                      </c:pt>
                      <c:pt idx="145">
                        <c:v>35776.271246126365</c:v>
                      </c:pt>
                      <c:pt idx="146">
                        <c:v>8374.0846081085328</c:v>
                      </c:pt>
                      <c:pt idx="147">
                        <c:v>42776.371718591232</c:v>
                      </c:pt>
                      <c:pt idx="148">
                        <c:v>16599.307140371569</c:v>
                      </c:pt>
                      <c:pt idx="149">
                        <c:v>19712.849633229034</c:v>
                      </c:pt>
                      <c:pt idx="150">
                        <c:v>5737.7612022565127</c:v>
                      </c:pt>
                      <c:pt idx="151">
                        <c:v>0</c:v>
                      </c:pt>
                      <c:pt idx="152">
                        <c:v>0</c:v>
                      </c:pt>
                      <c:pt idx="153">
                        <c:v>16670.743018203531</c:v>
                      </c:pt>
                      <c:pt idx="154">
                        <c:v>4194.6656937670332</c:v>
                      </c:pt>
                      <c:pt idx="155">
                        <c:v>9325.8007206834973</c:v>
                      </c:pt>
                      <c:pt idx="156">
                        <c:v>21039.830419559763</c:v>
                      </c:pt>
                      <c:pt idx="157">
                        <c:v>11163.342390079733</c:v>
                      </c:pt>
                      <c:pt idx="158">
                        <c:v>7172.2015028206561</c:v>
                      </c:pt>
                      <c:pt idx="159">
                        <c:v>7830.0426283651332</c:v>
                      </c:pt>
                      <c:pt idx="160">
                        <c:v>7044.3110501913661</c:v>
                      </c:pt>
                      <c:pt idx="161">
                        <c:v>27785.051834694401</c:v>
                      </c:pt>
                      <c:pt idx="162">
                        <c:v>25848.027581621533</c:v>
                      </c:pt>
                      <c:pt idx="163">
                        <c:v>12053.045480934334</c:v>
                      </c:pt>
                      <c:pt idx="164">
                        <c:v>0</c:v>
                      </c:pt>
                      <c:pt idx="165">
                        <c:v>8424.7990945871788</c:v>
                      </c:pt>
                      <c:pt idx="166">
                        <c:v>30256.015225960902</c:v>
                      </c:pt>
                      <c:pt idx="167">
                        <c:v>8559.8048509394503</c:v>
                      </c:pt>
                      <c:pt idx="168">
                        <c:v>2516.7994162602267</c:v>
                      </c:pt>
                      <c:pt idx="169">
                        <c:v>0</c:v>
                      </c:pt>
                      <c:pt idx="170">
                        <c:v>3753.8999967383002</c:v>
                      </c:pt>
                      <c:pt idx="171">
                        <c:v>0</c:v>
                      </c:pt>
                      <c:pt idx="172">
                        <c:v>7632.4526764162229</c:v>
                      </c:pt>
                      <c:pt idx="173">
                        <c:v>2237.1550366757569</c:v>
                      </c:pt>
                      <c:pt idx="174">
                        <c:v>0</c:v>
                      </c:pt>
                      <c:pt idx="175">
                        <c:v>15015.599986953266</c:v>
                      </c:pt>
                      <c:pt idx="176">
                        <c:v>2598.8538438957567</c:v>
                      </c:pt>
                      <c:pt idx="177">
                        <c:v>0</c:v>
                      </c:pt>
                      <c:pt idx="178">
                        <c:v>2516.7994162602267</c:v>
                      </c:pt>
                      <c:pt idx="179">
                        <c:v>0</c:v>
                      </c:pt>
                      <c:pt idx="180">
                        <c:v>8238.2574460170672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4829.3233304238001</c:v>
                      </c:pt>
                      <c:pt idx="184">
                        <c:v>3693.011958559367</c:v>
                      </c:pt>
                      <c:pt idx="185">
                        <c:v>5113.4011733898997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3753.8999967383002</c:v>
                      </c:pt>
                      <c:pt idx="189">
                        <c:v>2598.8538438957567</c:v>
                      </c:pt>
                      <c:pt idx="190">
                        <c:v>0</c:v>
                      </c:pt>
                      <c:pt idx="191">
                        <c:v>5033.5988325204662</c:v>
                      </c:pt>
                      <c:pt idx="192">
                        <c:v>3915.0213141825666</c:v>
                      </c:pt>
                      <c:pt idx="193">
                        <c:v>4545.2454874576997</c:v>
                      </c:pt>
                      <c:pt idx="194">
                        <c:v>3635.3769345981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4042.6615349489671</c:v>
                      </c:pt>
                      <c:pt idx="198">
                        <c:v>5113.4011733898997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0698-40A7-BBB9-F9035A4CF9B7}"/>
                  </c:ext>
                </c:extLst>
              </c15:ser>
            </c15:filteredScatterSeries>
            <c15:filteredScatte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Summary!$H$1</c15:sqref>
                        </c15:formulaRef>
                      </c:ext>
                    </c:extLst>
                    <c:strCache>
                      <c:ptCount val="1"/>
                      <c:pt idx="0">
                        <c:v>R1</c:v>
                      </c:pt>
                    </c:strCache>
                  </c:strRef>
                </c:tx>
                <c:spPr>
                  <a:ln w="38100" cap="rnd">
                    <a:solidFill>
                      <a:srgbClr val="E40D0D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Summary!$H$2:$H$201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2195.7484556700701</c:v>
                      </c:pt>
                      <c:pt idx="7">
                        <c:v>2561.7065316150797</c:v>
                      </c:pt>
                      <c:pt idx="8">
                        <c:v>1744.9948151988735</c:v>
                      </c:pt>
                      <c:pt idx="9">
                        <c:v>8417.0357467352678</c:v>
                      </c:pt>
                      <c:pt idx="10">
                        <c:v>15551.216352110367</c:v>
                      </c:pt>
                      <c:pt idx="11">
                        <c:v>21390.567284595567</c:v>
                      </c:pt>
                      <c:pt idx="12">
                        <c:v>27893.703668268801</c:v>
                      </c:pt>
                      <c:pt idx="13">
                        <c:v>40796.162014616231</c:v>
                      </c:pt>
                      <c:pt idx="14">
                        <c:v>81541.348607489825</c:v>
                      </c:pt>
                      <c:pt idx="15">
                        <c:v>71174.141279233299</c:v>
                      </c:pt>
                      <c:pt idx="16">
                        <c:v>106057.61485799751</c:v>
                      </c:pt>
                      <c:pt idx="17">
                        <c:v>92167.284337749064</c:v>
                      </c:pt>
                      <c:pt idx="18">
                        <c:v>162311.58400682267</c:v>
                      </c:pt>
                      <c:pt idx="19">
                        <c:v>205980.30731788834</c:v>
                      </c:pt>
                      <c:pt idx="20">
                        <c:v>230606.86987141133</c:v>
                      </c:pt>
                      <c:pt idx="21">
                        <c:v>257559.65538341369</c:v>
                      </c:pt>
                      <c:pt idx="22">
                        <c:v>317015.06096672331</c:v>
                      </c:pt>
                      <c:pt idx="23">
                        <c:v>317753.86898574041</c:v>
                      </c:pt>
                      <c:pt idx="24">
                        <c:v>461848.18156446499</c:v>
                      </c:pt>
                      <c:pt idx="25">
                        <c:v>514410.66549903969</c:v>
                      </c:pt>
                      <c:pt idx="26">
                        <c:v>603199.83735292801</c:v>
                      </c:pt>
                      <c:pt idx="27">
                        <c:v>624448.94483568764</c:v>
                      </c:pt>
                      <c:pt idx="28">
                        <c:v>815355.61123233393</c:v>
                      </c:pt>
                      <c:pt idx="29">
                        <c:v>881947.70160716434</c:v>
                      </c:pt>
                      <c:pt idx="30">
                        <c:v>859192.57856530894</c:v>
                      </c:pt>
                      <c:pt idx="31">
                        <c:v>1164374.8176010458</c:v>
                      </c:pt>
                      <c:pt idx="32">
                        <c:v>1256801.3031029266</c:v>
                      </c:pt>
                      <c:pt idx="33">
                        <c:v>1479592.9243876999</c:v>
                      </c:pt>
                      <c:pt idx="34">
                        <c:v>1559185.5289508335</c:v>
                      </c:pt>
                      <c:pt idx="35">
                        <c:v>1658471.4853484</c:v>
                      </c:pt>
                      <c:pt idx="36">
                        <c:v>2074258.9231694033</c:v>
                      </c:pt>
                      <c:pt idx="37">
                        <c:v>1807973.5090457799</c:v>
                      </c:pt>
                      <c:pt idx="38">
                        <c:v>2180111.8319523865</c:v>
                      </c:pt>
                      <c:pt idx="39">
                        <c:v>2244217.8950157934</c:v>
                      </c:pt>
                      <c:pt idx="40">
                        <c:v>2330384.0239887033</c:v>
                      </c:pt>
                      <c:pt idx="41">
                        <c:v>2505121.7758961734</c:v>
                      </c:pt>
                      <c:pt idx="42">
                        <c:v>2394790.5114071532</c:v>
                      </c:pt>
                      <c:pt idx="43">
                        <c:v>2301385.4508530735</c:v>
                      </c:pt>
                      <c:pt idx="44">
                        <c:v>2674735.2526712264</c:v>
                      </c:pt>
                      <c:pt idx="45">
                        <c:v>2144069.0705670663</c:v>
                      </c:pt>
                      <c:pt idx="46">
                        <c:v>2346927.9300981332</c:v>
                      </c:pt>
                      <c:pt idx="47">
                        <c:v>3114744.5709569701</c:v>
                      </c:pt>
                      <c:pt idx="48">
                        <c:v>2935650.0217218362</c:v>
                      </c:pt>
                      <c:pt idx="49">
                        <c:v>2598330.1569462302</c:v>
                      </c:pt>
                      <c:pt idx="50">
                        <c:v>2628165.3311261735</c:v>
                      </c:pt>
                      <c:pt idx="51">
                        <c:v>2447819.7210391168</c:v>
                      </c:pt>
                      <c:pt idx="52">
                        <c:v>2617473.8249532203</c:v>
                      </c:pt>
                      <c:pt idx="53">
                        <c:v>3072031.1837258502</c:v>
                      </c:pt>
                      <c:pt idx="54">
                        <c:v>2633016.59304064</c:v>
                      </c:pt>
                      <c:pt idx="55">
                        <c:v>2410783.4142465037</c:v>
                      </c:pt>
                      <c:pt idx="56">
                        <c:v>2543610.0113543463</c:v>
                      </c:pt>
                      <c:pt idx="57">
                        <c:v>2449459.6839294131</c:v>
                      </c:pt>
                      <c:pt idx="58">
                        <c:v>2324080.7934636902</c:v>
                      </c:pt>
                      <c:pt idx="59">
                        <c:v>2720936.7552008801</c:v>
                      </c:pt>
                      <c:pt idx="60">
                        <c:v>2477905.5877992962</c:v>
                      </c:pt>
                      <c:pt idx="61">
                        <c:v>2515008.3934684531</c:v>
                      </c:pt>
                      <c:pt idx="62">
                        <c:v>2184750.0812127297</c:v>
                      </c:pt>
                      <c:pt idx="63">
                        <c:v>2218677.0220838501</c:v>
                      </c:pt>
                      <c:pt idx="64">
                        <c:v>2147437.6314269765</c:v>
                      </c:pt>
                      <c:pt idx="65">
                        <c:v>2027508.06514511</c:v>
                      </c:pt>
                      <c:pt idx="66">
                        <c:v>1669901.0319619135</c:v>
                      </c:pt>
                      <c:pt idx="67">
                        <c:v>1815682.46442547</c:v>
                      </c:pt>
                      <c:pt idx="68">
                        <c:v>1902673.5051907666</c:v>
                      </c:pt>
                      <c:pt idx="69">
                        <c:v>1457975.9216144152</c:v>
                      </c:pt>
                      <c:pt idx="70">
                        <c:v>1444873.7193992937</c:v>
                      </c:pt>
                      <c:pt idx="71">
                        <c:v>1455769.6538288898</c:v>
                      </c:pt>
                      <c:pt idx="72">
                        <c:v>1277605.5847865366</c:v>
                      </c:pt>
                      <c:pt idx="73">
                        <c:v>1269164.5287974901</c:v>
                      </c:pt>
                      <c:pt idx="74">
                        <c:v>1343590.3109603401</c:v>
                      </c:pt>
                      <c:pt idx="75">
                        <c:v>1073318.3221697493</c:v>
                      </c:pt>
                      <c:pt idx="76">
                        <c:v>1241062.9816196267</c:v>
                      </c:pt>
                      <c:pt idx="77">
                        <c:v>1508061.5898333632</c:v>
                      </c:pt>
                      <c:pt idx="78">
                        <c:v>1359986.49695216</c:v>
                      </c:pt>
                      <c:pt idx="79">
                        <c:v>989037.00173551461</c:v>
                      </c:pt>
                      <c:pt idx="80">
                        <c:v>1338670.8870005568</c:v>
                      </c:pt>
                      <c:pt idx="81">
                        <c:v>889994.67206664465</c:v>
                      </c:pt>
                      <c:pt idx="82">
                        <c:v>783144.53895822132</c:v>
                      </c:pt>
                      <c:pt idx="83">
                        <c:v>816317.98427702067</c:v>
                      </c:pt>
                      <c:pt idx="84">
                        <c:v>678505.789253606</c:v>
                      </c:pt>
                      <c:pt idx="85">
                        <c:v>699122.91624116979</c:v>
                      </c:pt>
                      <c:pt idx="86">
                        <c:v>575348.9720887536</c:v>
                      </c:pt>
                      <c:pt idx="87">
                        <c:v>523049.15894604567</c:v>
                      </c:pt>
                      <c:pt idx="88">
                        <c:v>543083.70369673334</c:v>
                      </c:pt>
                      <c:pt idx="89">
                        <c:v>566855.53447389696</c:v>
                      </c:pt>
                      <c:pt idx="90">
                        <c:v>643584.5125468137</c:v>
                      </c:pt>
                      <c:pt idx="91">
                        <c:v>506616.00594584161</c:v>
                      </c:pt>
                      <c:pt idx="92">
                        <c:v>431552.00940100633</c:v>
                      </c:pt>
                      <c:pt idx="93">
                        <c:v>718772.169044498</c:v>
                      </c:pt>
                      <c:pt idx="94">
                        <c:v>612962.64062397135</c:v>
                      </c:pt>
                      <c:pt idx="95">
                        <c:v>437934.09565469698</c:v>
                      </c:pt>
                      <c:pt idx="96">
                        <c:v>307735.65136975265</c:v>
                      </c:pt>
                      <c:pt idx="97">
                        <c:v>283160.65273613465</c:v>
                      </c:pt>
                      <c:pt idx="98">
                        <c:v>452586.15173206199</c:v>
                      </c:pt>
                      <c:pt idx="99">
                        <c:v>320026.52879344969</c:v>
                      </c:pt>
                      <c:pt idx="100">
                        <c:v>409452.62985066132</c:v>
                      </c:pt>
                      <c:pt idx="101">
                        <c:v>253260.98532972633</c:v>
                      </c:pt>
                      <c:pt idx="102">
                        <c:v>270457.72604877996</c:v>
                      </c:pt>
                      <c:pt idx="103">
                        <c:v>204292.59129339736</c:v>
                      </c:pt>
                      <c:pt idx="104">
                        <c:v>234228.35854312664</c:v>
                      </c:pt>
                      <c:pt idx="105">
                        <c:v>317642.91442108969</c:v>
                      </c:pt>
                      <c:pt idx="106">
                        <c:v>255412.70460556998</c:v>
                      </c:pt>
                      <c:pt idx="107">
                        <c:v>272123.79036375234</c:v>
                      </c:pt>
                      <c:pt idx="108">
                        <c:v>337355.81074533169</c:v>
                      </c:pt>
                      <c:pt idx="109">
                        <c:v>214355.86404349966</c:v>
                      </c:pt>
                      <c:pt idx="110">
                        <c:v>141647.45787760601</c:v>
                      </c:pt>
                      <c:pt idx="111">
                        <c:v>241865.92637140467</c:v>
                      </c:pt>
                      <c:pt idx="112">
                        <c:v>203562.86742556901</c:v>
                      </c:pt>
                      <c:pt idx="113">
                        <c:v>191663.44881630634</c:v>
                      </c:pt>
                      <c:pt idx="114">
                        <c:v>182865.72573510767</c:v>
                      </c:pt>
                      <c:pt idx="115">
                        <c:v>73148.512464657033</c:v>
                      </c:pt>
                      <c:pt idx="116">
                        <c:v>92531.673085261486</c:v>
                      </c:pt>
                      <c:pt idx="117">
                        <c:v>144040.21615311995</c:v>
                      </c:pt>
                      <c:pt idx="118">
                        <c:v>116101.69864080827</c:v>
                      </c:pt>
                      <c:pt idx="119">
                        <c:v>103420.73330073727</c:v>
                      </c:pt>
                      <c:pt idx="120">
                        <c:v>111077.06944464466</c:v>
                      </c:pt>
                      <c:pt idx="121">
                        <c:v>110651.51615566824</c:v>
                      </c:pt>
                      <c:pt idx="122">
                        <c:v>99049.824574302373</c:v>
                      </c:pt>
                      <c:pt idx="123">
                        <c:v>109295.17945535753</c:v>
                      </c:pt>
                      <c:pt idx="124">
                        <c:v>75928.137305337252</c:v>
                      </c:pt>
                      <c:pt idx="125">
                        <c:v>142252.48489044866</c:v>
                      </c:pt>
                      <c:pt idx="126">
                        <c:v>154247.34640594569</c:v>
                      </c:pt>
                      <c:pt idx="127">
                        <c:v>66660.863948483529</c:v>
                      </c:pt>
                      <c:pt idx="128">
                        <c:v>82425.646234683794</c:v>
                      </c:pt>
                      <c:pt idx="129">
                        <c:v>47922.219381750831</c:v>
                      </c:pt>
                      <c:pt idx="130">
                        <c:v>117747.74872889237</c:v>
                      </c:pt>
                      <c:pt idx="131">
                        <c:v>25227.005719330366</c:v>
                      </c:pt>
                      <c:pt idx="132">
                        <c:v>105413.85514878773</c:v>
                      </c:pt>
                      <c:pt idx="133">
                        <c:v>22123.392238963952</c:v>
                      </c:pt>
                      <c:pt idx="134">
                        <c:v>55919.967638149683</c:v>
                      </c:pt>
                      <c:pt idx="135">
                        <c:v>50000.306905146463</c:v>
                      </c:pt>
                      <c:pt idx="136">
                        <c:v>40876.195219056004</c:v>
                      </c:pt>
                      <c:pt idx="137">
                        <c:v>45378.801417181334</c:v>
                      </c:pt>
                      <c:pt idx="138">
                        <c:v>36230.634182772388</c:v>
                      </c:pt>
                      <c:pt idx="139">
                        <c:v>100983.28758376154</c:v>
                      </c:pt>
                      <c:pt idx="140">
                        <c:v>54698.833343267404</c:v>
                      </c:pt>
                      <c:pt idx="141">
                        <c:v>104337.53228312533</c:v>
                      </c:pt>
                      <c:pt idx="142">
                        <c:v>108086.91924371237</c:v>
                      </c:pt>
                      <c:pt idx="143">
                        <c:v>16965.152147444944</c:v>
                      </c:pt>
                      <c:pt idx="144">
                        <c:v>19357.6598821158</c:v>
                      </c:pt>
                      <c:pt idx="145">
                        <c:v>15005.065777961687</c:v>
                      </c:pt>
                      <c:pt idx="146">
                        <c:v>47637.918213467106</c:v>
                      </c:pt>
                      <c:pt idx="147">
                        <c:v>30520.009911612899</c:v>
                      </c:pt>
                      <c:pt idx="148">
                        <c:v>0</c:v>
                      </c:pt>
                      <c:pt idx="149">
                        <c:v>34275.281853821529</c:v>
                      </c:pt>
                      <c:pt idx="150">
                        <c:v>22938.312405658555</c:v>
                      </c:pt>
                      <c:pt idx="151">
                        <c:v>75806.550787662869</c:v>
                      </c:pt>
                      <c:pt idx="152">
                        <c:v>66021.500322487089</c:v>
                      </c:pt>
                      <c:pt idx="153">
                        <c:v>36595.807594500999</c:v>
                      </c:pt>
                      <c:pt idx="154">
                        <c:v>15704.953336789868</c:v>
                      </c:pt>
                      <c:pt idx="155">
                        <c:v>25017.727118875733</c:v>
                      </c:pt>
                      <c:pt idx="156">
                        <c:v>33898.428159644202</c:v>
                      </c:pt>
                      <c:pt idx="157">
                        <c:v>36943.647214219469</c:v>
                      </c:pt>
                      <c:pt idx="158">
                        <c:v>25236.8224242654</c:v>
                      </c:pt>
                      <c:pt idx="159">
                        <c:v>12621.982416117802</c:v>
                      </c:pt>
                      <c:pt idx="160">
                        <c:v>19494.117449573936</c:v>
                      </c:pt>
                      <c:pt idx="161">
                        <c:v>19696.573946374538</c:v>
                      </c:pt>
                      <c:pt idx="162">
                        <c:v>2927.6646075600934</c:v>
                      </c:pt>
                      <c:pt idx="163">
                        <c:v>12555.126794767135</c:v>
                      </c:pt>
                      <c:pt idx="164">
                        <c:v>41721.894954696167</c:v>
                      </c:pt>
                      <c:pt idx="165">
                        <c:v>15370.239189690501</c:v>
                      </c:pt>
                      <c:pt idx="166">
                        <c:v>7677.9771868750331</c:v>
                      </c:pt>
                      <c:pt idx="167">
                        <c:v>51100.615555654404</c:v>
                      </c:pt>
                      <c:pt idx="168">
                        <c:v>3659.5807594501002</c:v>
                      </c:pt>
                      <c:pt idx="169">
                        <c:v>0</c:v>
                      </c:pt>
                      <c:pt idx="170">
                        <c:v>36963.138832824567</c:v>
                      </c:pt>
                      <c:pt idx="171">
                        <c:v>10981.6847691612</c:v>
                      </c:pt>
                      <c:pt idx="172">
                        <c:v>22565.60425385147</c:v>
                      </c:pt>
                      <c:pt idx="173">
                        <c:v>0</c:v>
                      </c:pt>
                      <c:pt idx="174">
                        <c:v>24080.019647266134</c:v>
                      </c:pt>
                      <c:pt idx="175">
                        <c:v>0</c:v>
                      </c:pt>
                      <c:pt idx="176">
                        <c:v>8419.2916563569324</c:v>
                      </c:pt>
                      <c:pt idx="177">
                        <c:v>9226.6050551812696</c:v>
                      </c:pt>
                      <c:pt idx="178">
                        <c:v>6587.2453670102004</c:v>
                      </c:pt>
                      <c:pt idx="179">
                        <c:v>7685.1195948452332</c:v>
                      </c:pt>
                      <c:pt idx="180">
                        <c:v>4026.6177486924335</c:v>
                      </c:pt>
                      <c:pt idx="181">
                        <c:v>6800.5714268080737</c:v>
                      </c:pt>
                      <c:pt idx="182">
                        <c:v>20605.223635287133</c:v>
                      </c:pt>
                      <c:pt idx="183">
                        <c:v>16402.951262869432</c:v>
                      </c:pt>
                      <c:pt idx="184">
                        <c:v>3489.9896303977334</c:v>
                      </c:pt>
                      <c:pt idx="185">
                        <c:v>0</c:v>
                      </c:pt>
                      <c:pt idx="186">
                        <c:v>18515.34934418364</c:v>
                      </c:pt>
                      <c:pt idx="187">
                        <c:v>31473.571527595337</c:v>
                      </c:pt>
                      <c:pt idx="188">
                        <c:v>10246.826126460333</c:v>
                      </c:pt>
                      <c:pt idx="189">
                        <c:v>9880.8680505153006</c:v>
                      </c:pt>
                      <c:pt idx="190">
                        <c:v>8026.9761499148335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14930.871582586768</c:v>
                      </c:pt>
                      <c:pt idx="194">
                        <c:v>0</c:v>
                      </c:pt>
                      <c:pt idx="195">
                        <c:v>4758.7300666365336</c:v>
                      </c:pt>
                      <c:pt idx="196">
                        <c:v>3489.9896303977334</c:v>
                      </c:pt>
                      <c:pt idx="197">
                        <c:v>4025.5388353951334</c:v>
                      </c:pt>
                      <c:pt idx="198">
                        <c:v>3660.5615897204002</c:v>
                      </c:pt>
                      <c:pt idx="199">
                        <c:v>24891.818810098732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0-0698-40A7-BBB9-F9035A4CF9B7}"/>
                  </c:ext>
                </c:extLst>
              </c15:ser>
            </c15:filteredScatterSeries>
            <c15:filteredScatte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Summary!$I$1</c15:sqref>
                        </c15:formulaRef>
                      </c:ext>
                    </c:extLst>
                    <c:strCache>
                      <c:ptCount val="1"/>
                      <c:pt idx="0">
                        <c:v>R2</c:v>
                      </c:pt>
                    </c:strCache>
                  </c:strRef>
                </c:tx>
                <c:spPr>
                  <a:ln w="38100" cap="rnd" cmpd="sng">
                    <a:solidFill>
                      <a:srgbClr val="E40D0D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Summary!$I$2:$I$201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9518.1523205959147</c:v>
                      </c:pt>
                      <c:pt idx="7">
                        <c:v>15435.9252179017</c:v>
                      </c:pt>
                      <c:pt idx="8">
                        <c:v>30221.385284716471</c:v>
                      </c:pt>
                      <c:pt idx="9">
                        <c:v>86022.077687430632</c:v>
                      </c:pt>
                      <c:pt idx="10">
                        <c:v>130979.98381141566</c:v>
                      </c:pt>
                      <c:pt idx="11">
                        <c:v>207071.26931363964</c:v>
                      </c:pt>
                      <c:pt idx="12">
                        <c:v>304678.61757907365</c:v>
                      </c:pt>
                      <c:pt idx="13">
                        <c:v>429168.51696925965</c:v>
                      </c:pt>
                      <c:pt idx="14">
                        <c:v>466658.21360783698</c:v>
                      </c:pt>
                      <c:pt idx="15">
                        <c:v>718408.31134877808</c:v>
                      </c:pt>
                      <c:pt idx="16">
                        <c:v>823262.7364911387</c:v>
                      </c:pt>
                      <c:pt idx="17">
                        <c:v>1131679.9211433243</c:v>
                      </c:pt>
                      <c:pt idx="18">
                        <c:v>1320511.1452073359</c:v>
                      </c:pt>
                      <c:pt idx="19">
                        <c:v>1590036.1224201033</c:v>
                      </c:pt>
                      <c:pt idx="20">
                        <c:v>1875391.47870927</c:v>
                      </c:pt>
                      <c:pt idx="21">
                        <c:v>2207740.8071009698</c:v>
                      </c:pt>
                      <c:pt idx="22">
                        <c:v>2370796.7577207568</c:v>
                      </c:pt>
                      <c:pt idx="23">
                        <c:v>3082078.5662155766</c:v>
                      </c:pt>
                      <c:pt idx="24">
                        <c:v>3449044.9230724336</c:v>
                      </c:pt>
                      <c:pt idx="25">
                        <c:v>3399007.1821724265</c:v>
                      </c:pt>
                      <c:pt idx="26">
                        <c:v>3280910.9429204334</c:v>
                      </c:pt>
                      <c:pt idx="27">
                        <c:v>3934049.6948535801</c:v>
                      </c:pt>
                      <c:pt idx="28">
                        <c:v>3877701.1020972505</c:v>
                      </c:pt>
                      <c:pt idx="29">
                        <c:v>3903648.52840763</c:v>
                      </c:pt>
                      <c:pt idx="30">
                        <c:v>3967640.6066655628</c:v>
                      </c:pt>
                      <c:pt idx="31">
                        <c:v>4476877.3996051364</c:v>
                      </c:pt>
                      <c:pt idx="32">
                        <c:v>4427088.1950668329</c:v>
                      </c:pt>
                      <c:pt idx="33">
                        <c:v>4480738.9544096468</c:v>
                      </c:pt>
                      <c:pt idx="34">
                        <c:v>4893600.9470875133</c:v>
                      </c:pt>
                      <c:pt idx="35">
                        <c:v>4070833.1725614034</c:v>
                      </c:pt>
                      <c:pt idx="36">
                        <c:v>4455444.6917801639</c:v>
                      </c:pt>
                      <c:pt idx="37">
                        <c:v>4862394.5881476402</c:v>
                      </c:pt>
                      <c:pt idx="38">
                        <c:v>4444781.9555677762</c:v>
                      </c:pt>
                      <c:pt idx="39">
                        <c:v>4210594.3351314506</c:v>
                      </c:pt>
                      <c:pt idx="40">
                        <c:v>4053588.9640730335</c:v>
                      </c:pt>
                      <c:pt idx="41">
                        <c:v>4926093.9475660734</c:v>
                      </c:pt>
                      <c:pt idx="42">
                        <c:v>4215380.5088129593</c:v>
                      </c:pt>
                      <c:pt idx="43">
                        <c:v>4155101.7996962965</c:v>
                      </c:pt>
                      <c:pt idx="44">
                        <c:v>4806376.3592304438</c:v>
                      </c:pt>
                      <c:pt idx="45">
                        <c:v>4067294.4997526133</c:v>
                      </c:pt>
                      <c:pt idx="46">
                        <c:v>4585009.2613018937</c:v>
                      </c:pt>
                      <c:pt idx="47">
                        <c:v>3877929.9042353737</c:v>
                      </c:pt>
                      <c:pt idx="48">
                        <c:v>3661071.88569383</c:v>
                      </c:pt>
                      <c:pt idx="49">
                        <c:v>3850566.4789472739</c:v>
                      </c:pt>
                      <c:pt idx="50">
                        <c:v>3553221.7451512306</c:v>
                      </c:pt>
                      <c:pt idx="51">
                        <c:v>3591283.131971803</c:v>
                      </c:pt>
                      <c:pt idx="52">
                        <c:v>3040786.0312681436</c:v>
                      </c:pt>
                      <c:pt idx="53">
                        <c:v>3222071.2417623331</c:v>
                      </c:pt>
                      <c:pt idx="54">
                        <c:v>2852703.8899996369</c:v>
                      </c:pt>
                      <c:pt idx="55">
                        <c:v>2937025.3094570166</c:v>
                      </c:pt>
                      <c:pt idx="56">
                        <c:v>2830498.8210822605</c:v>
                      </c:pt>
                      <c:pt idx="57">
                        <c:v>2932901.41665653</c:v>
                      </c:pt>
                      <c:pt idx="58">
                        <c:v>2614570.6380701768</c:v>
                      </c:pt>
                      <c:pt idx="59">
                        <c:v>2723432.6577716102</c:v>
                      </c:pt>
                      <c:pt idx="60">
                        <c:v>2802627.2708498738</c:v>
                      </c:pt>
                      <c:pt idx="61">
                        <c:v>2386176.7352162632</c:v>
                      </c:pt>
                      <c:pt idx="62">
                        <c:v>2287557.9122241032</c:v>
                      </c:pt>
                      <c:pt idx="63">
                        <c:v>2079586.2802978698</c:v>
                      </c:pt>
                      <c:pt idx="64">
                        <c:v>2379340.3553355867</c:v>
                      </c:pt>
                      <c:pt idx="65">
                        <c:v>1796237.2076314532</c:v>
                      </c:pt>
                      <c:pt idx="66">
                        <c:v>2006946.4378414399</c:v>
                      </c:pt>
                      <c:pt idx="67">
                        <c:v>1964364.3154031902</c:v>
                      </c:pt>
                      <c:pt idx="68">
                        <c:v>1559819.8177049968</c:v>
                      </c:pt>
                      <c:pt idx="69">
                        <c:v>1588024.1963748767</c:v>
                      </c:pt>
                      <c:pt idx="70">
                        <c:v>1636401.1911182634</c:v>
                      </c:pt>
                      <c:pt idx="71">
                        <c:v>1376426.5479030432</c:v>
                      </c:pt>
                      <c:pt idx="72">
                        <c:v>1464766.2632071634</c:v>
                      </c:pt>
                      <c:pt idx="73">
                        <c:v>1501376.5593487034</c:v>
                      </c:pt>
                      <c:pt idx="74">
                        <c:v>1273654.5394113534</c:v>
                      </c:pt>
                      <c:pt idx="75">
                        <c:v>1230995.5912227156</c:v>
                      </c:pt>
                      <c:pt idx="76">
                        <c:v>1081108.706441676</c:v>
                      </c:pt>
                      <c:pt idx="77">
                        <c:v>1131301.2543680465</c:v>
                      </c:pt>
                      <c:pt idx="78">
                        <c:v>978262.38399729924</c:v>
                      </c:pt>
                      <c:pt idx="79">
                        <c:v>684081.63118287735</c:v>
                      </c:pt>
                      <c:pt idx="80">
                        <c:v>1042958.018779885</c:v>
                      </c:pt>
                      <c:pt idx="81">
                        <c:v>713445.63625491562</c:v>
                      </c:pt>
                      <c:pt idx="82">
                        <c:v>777141.82186770358</c:v>
                      </c:pt>
                      <c:pt idx="83">
                        <c:v>612060.25590007938</c:v>
                      </c:pt>
                      <c:pt idx="84">
                        <c:v>682410.26259385829</c:v>
                      </c:pt>
                      <c:pt idx="85">
                        <c:v>646461.9085766949</c:v>
                      </c:pt>
                      <c:pt idx="86">
                        <c:v>706131.11877871433</c:v>
                      </c:pt>
                      <c:pt idx="87">
                        <c:v>547096.37831455504</c:v>
                      </c:pt>
                      <c:pt idx="88">
                        <c:v>531934.69935167138</c:v>
                      </c:pt>
                      <c:pt idx="89">
                        <c:v>482231.48824920203</c:v>
                      </c:pt>
                      <c:pt idx="90">
                        <c:v>470078.0131978523</c:v>
                      </c:pt>
                      <c:pt idx="91">
                        <c:v>623267.46721330797</c:v>
                      </c:pt>
                      <c:pt idx="92">
                        <c:v>589289.17240811768</c:v>
                      </c:pt>
                      <c:pt idx="93">
                        <c:v>317066.254460836</c:v>
                      </c:pt>
                      <c:pt idx="94">
                        <c:v>363964.01957572001</c:v>
                      </c:pt>
                      <c:pt idx="95">
                        <c:v>269835.5334951267</c:v>
                      </c:pt>
                      <c:pt idx="96">
                        <c:v>384568.48384405934</c:v>
                      </c:pt>
                      <c:pt idx="97">
                        <c:v>247613.41334691716</c:v>
                      </c:pt>
                      <c:pt idx="98">
                        <c:v>215809.01170903599</c:v>
                      </c:pt>
                      <c:pt idx="99">
                        <c:v>216699.11180713866</c:v>
                      </c:pt>
                      <c:pt idx="100">
                        <c:v>209103.29255836201</c:v>
                      </c:pt>
                      <c:pt idx="101">
                        <c:v>217810.85008676699</c:v>
                      </c:pt>
                      <c:pt idx="102">
                        <c:v>223860.82060863081</c:v>
                      </c:pt>
                      <c:pt idx="103">
                        <c:v>176842.18531377087</c:v>
                      </c:pt>
                      <c:pt idx="104">
                        <c:v>199776.25535151435</c:v>
                      </c:pt>
                      <c:pt idx="105">
                        <c:v>125802.39782334643</c:v>
                      </c:pt>
                      <c:pt idx="106">
                        <c:v>165131.84497610599</c:v>
                      </c:pt>
                      <c:pt idx="107">
                        <c:v>159300.81466180432</c:v>
                      </c:pt>
                      <c:pt idx="108">
                        <c:v>138970.61545883623</c:v>
                      </c:pt>
                      <c:pt idx="109">
                        <c:v>172602.89351629766</c:v>
                      </c:pt>
                      <c:pt idx="110">
                        <c:v>179408.58006286799</c:v>
                      </c:pt>
                      <c:pt idx="111">
                        <c:v>120051.6348330975</c:v>
                      </c:pt>
                      <c:pt idx="112">
                        <c:v>79415.248542546935</c:v>
                      </c:pt>
                      <c:pt idx="113">
                        <c:v>97200.461758150414</c:v>
                      </c:pt>
                      <c:pt idx="114">
                        <c:v>98396.207026113567</c:v>
                      </c:pt>
                      <c:pt idx="115">
                        <c:v>78706.003533168463</c:v>
                      </c:pt>
                      <c:pt idx="116">
                        <c:v>128783.01387120069</c:v>
                      </c:pt>
                      <c:pt idx="117">
                        <c:v>85318.675670415105</c:v>
                      </c:pt>
                      <c:pt idx="118">
                        <c:v>22235.344954754601</c:v>
                      </c:pt>
                      <c:pt idx="119">
                        <c:v>64292.65282238106</c:v>
                      </c:pt>
                      <c:pt idx="120">
                        <c:v>41559.584591380968</c:v>
                      </c:pt>
                      <c:pt idx="121">
                        <c:v>44895.601963184563</c:v>
                      </c:pt>
                      <c:pt idx="122">
                        <c:v>66777.211677898464</c:v>
                      </c:pt>
                      <c:pt idx="123">
                        <c:v>57563.970727725209</c:v>
                      </c:pt>
                      <c:pt idx="124">
                        <c:v>43048.327018647833</c:v>
                      </c:pt>
                      <c:pt idx="125">
                        <c:v>32665.519587576087</c:v>
                      </c:pt>
                      <c:pt idx="126">
                        <c:v>28881.907458838134</c:v>
                      </c:pt>
                      <c:pt idx="127">
                        <c:v>27121.515217666998</c:v>
                      </c:pt>
                      <c:pt idx="128">
                        <c:v>61278.398429709981</c:v>
                      </c:pt>
                      <c:pt idx="129">
                        <c:v>34247.006520924384</c:v>
                      </c:pt>
                      <c:pt idx="130">
                        <c:v>30001.36423077813</c:v>
                      </c:pt>
                      <c:pt idx="131">
                        <c:v>51541.728752099967</c:v>
                      </c:pt>
                      <c:pt idx="132">
                        <c:v>43347.422648604232</c:v>
                      </c:pt>
                      <c:pt idx="133">
                        <c:v>28960.671085966565</c:v>
                      </c:pt>
                      <c:pt idx="134">
                        <c:v>26775.347980767299</c:v>
                      </c:pt>
                      <c:pt idx="135">
                        <c:v>26204.100982329732</c:v>
                      </c:pt>
                      <c:pt idx="136">
                        <c:v>5986.6147001967001</c:v>
                      </c:pt>
                      <c:pt idx="137">
                        <c:v>14563.166385271921</c:v>
                      </c:pt>
                      <c:pt idx="138">
                        <c:v>23819.99821266608</c:v>
                      </c:pt>
                      <c:pt idx="139">
                        <c:v>29859.527512169036</c:v>
                      </c:pt>
                      <c:pt idx="140">
                        <c:v>31835.675792792597</c:v>
                      </c:pt>
                      <c:pt idx="141">
                        <c:v>28879.793761948022</c:v>
                      </c:pt>
                      <c:pt idx="142">
                        <c:v>15860.180242555294</c:v>
                      </c:pt>
                      <c:pt idx="143">
                        <c:v>25210.712656128668</c:v>
                      </c:pt>
                      <c:pt idx="144">
                        <c:v>26566.254349683633</c:v>
                      </c:pt>
                      <c:pt idx="145">
                        <c:v>21689.489002348735</c:v>
                      </c:pt>
                      <c:pt idx="146">
                        <c:v>34900.043350691936</c:v>
                      </c:pt>
                      <c:pt idx="147">
                        <c:v>40883.554109464698</c:v>
                      </c:pt>
                      <c:pt idx="148">
                        <c:v>8109.9916225411334</c:v>
                      </c:pt>
                      <c:pt idx="149">
                        <c:v>11982.774436332467</c:v>
                      </c:pt>
                      <c:pt idx="150">
                        <c:v>8815.208285370767</c:v>
                      </c:pt>
                      <c:pt idx="151">
                        <c:v>2817.2304471513835</c:v>
                      </c:pt>
                      <c:pt idx="152">
                        <c:v>45904.381773957306</c:v>
                      </c:pt>
                      <c:pt idx="153">
                        <c:v>9754.1595049884199</c:v>
                      </c:pt>
                      <c:pt idx="154">
                        <c:v>22906.814827378596</c:v>
                      </c:pt>
                      <c:pt idx="155">
                        <c:v>27739.472388832568</c:v>
                      </c:pt>
                      <c:pt idx="156">
                        <c:v>12103.544050265367</c:v>
                      </c:pt>
                      <c:pt idx="157">
                        <c:v>11491.433327732395</c:v>
                      </c:pt>
                      <c:pt idx="158">
                        <c:v>0</c:v>
                      </c:pt>
                      <c:pt idx="159">
                        <c:v>5741.7348629700327</c:v>
                      </c:pt>
                      <c:pt idx="160">
                        <c:v>8099.5375355602337</c:v>
                      </c:pt>
                      <c:pt idx="161">
                        <c:v>4231.2999769779663</c:v>
                      </c:pt>
                      <c:pt idx="162">
                        <c:v>16649.5524556251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0</c:v>
                      </c:pt>
                      <c:pt idx="166">
                        <c:v>2820.8666513186504</c:v>
                      </c:pt>
                      <c:pt idx="167">
                        <c:v>5634.460894302767</c:v>
                      </c:pt>
                      <c:pt idx="168">
                        <c:v>3526.0833141482999</c:v>
                      </c:pt>
                      <c:pt idx="169">
                        <c:v>0</c:v>
                      </c:pt>
                      <c:pt idx="170">
                        <c:v>9155.9989532420004</c:v>
                      </c:pt>
                      <c:pt idx="171">
                        <c:v>0</c:v>
                      </c:pt>
                      <c:pt idx="172">
                        <c:v>9320.8917071390988</c:v>
                      </c:pt>
                      <c:pt idx="173">
                        <c:v>16565.319168162532</c:v>
                      </c:pt>
                      <c:pt idx="174">
                        <c:v>8284.2892920156319</c:v>
                      </c:pt>
                      <c:pt idx="175">
                        <c:v>8659.7981842735662</c:v>
                      </c:pt>
                      <c:pt idx="176">
                        <c:v>0</c:v>
                      </c:pt>
                      <c:pt idx="177">
                        <c:v>3039.7419862782604</c:v>
                      </c:pt>
                      <c:pt idx="178">
                        <c:v>0</c:v>
                      </c:pt>
                      <c:pt idx="179">
                        <c:v>6699.5582968818007</c:v>
                      </c:pt>
                      <c:pt idx="180">
                        <c:v>7271.0419632562262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9586.6173351883062</c:v>
                      </c:pt>
                      <c:pt idx="185">
                        <c:v>14185.462602631866</c:v>
                      </c:pt>
                      <c:pt idx="186">
                        <c:v>0</c:v>
                      </c:pt>
                      <c:pt idx="187">
                        <c:v>0</c:v>
                      </c:pt>
                      <c:pt idx="188">
                        <c:v>7043.0761178784669</c:v>
                      </c:pt>
                      <c:pt idx="189">
                        <c:v>7768.229520488866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10217.005626132834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3715.2402054511999</c:v>
                      </c:pt>
                      <c:pt idx="197">
                        <c:v>0</c:v>
                      </c:pt>
                      <c:pt idx="198">
                        <c:v>0</c:v>
                      </c:pt>
                      <c:pt idx="199">
                        <c:v>5641.7333026373008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0698-40A7-BBB9-F9035A4CF9B7}"/>
                  </c:ext>
                </c:extLst>
              </c15:ser>
            </c15:filteredScatterSeries>
            <c15:filteredScatte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Summary!$J$1</c15:sqref>
                        </c15:formulaRef>
                      </c:ext>
                    </c:extLst>
                    <c:strCache>
                      <c:ptCount val="1"/>
                      <c:pt idx="0">
                        <c:v>R3</c:v>
                      </c:pt>
                    </c:strCache>
                  </c:strRef>
                </c:tx>
                <c:spPr>
                  <a:ln w="38100" cap="rnd">
                    <a:solidFill>
                      <a:srgbClr val="E40D0D"/>
                    </a:solidFill>
                    <a:prstDash val="sysDot"/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Summary!$A$2:$A$201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2.5</c:v>
                      </c:pt>
                      <c:pt idx="1">
                        <c:v>7.5</c:v>
                      </c:pt>
                      <c:pt idx="2">
                        <c:v>12.5</c:v>
                      </c:pt>
                      <c:pt idx="3">
                        <c:v>17.5</c:v>
                      </c:pt>
                      <c:pt idx="4">
                        <c:v>22.5</c:v>
                      </c:pt>
                      <c:pt idx="5">
                        <c:v>27.5</c:v>
                      </c:pt>
                      <c:pt idx="6">
                        <c:v>32.5</c:v>
                      </c:pt>
                      <c:pt idx="7">
                        <c:v>37.5</c:v>
                      </c:pt>
                      <c:pt idx="8">
                        <c:v>42.5</c:v>
                      </c:pt>
                      <c:pt idx="9">
                        <c:v>47.5</c:v>
                      </c:pt>
                      <c:pt idx="10">
                        <c:v>52.5</c:v>
                      </c:pt>
                      <c:pt idx="11">
                        <c:v>57.5</c:v>
                      </c:pt>
                      <c:pt idx="12">
                        <c:v>62.5</c:v>
                      </c:pt>
                      <c:pt idx="13">
                        <c:v>67.5</c:v>
                      </c:pt>
                      <c:pt idx="14">
                        <c:v>72.5</c:v>
                      </c:pt>
                      <c:pt idx="15">
                        <c:v>77.5</c:v>
                      </c:pt>
                      <c:pt idx="16">
                        <c:v>82.5</c:v>
                      </c:pt>
                      <c:pt idx="17">
                        <c:v>87.5</c:v>
                      </c:pt>
                      <c:pt idx="18">
                        <c:v>92.5</c:v>
                      </c:pt>
                      <c:pt idx="19">
                        <c:v>97.5</c:v>
                      </c:pt>
                      <c:pt idx="20">
                        <c:v>102.5</c:v>
                      </c:pt>
                      <c:pt idx="21">
                        <c:v>107.5</c:v>
                      </c:pt>
                      <c:pt idx="22">
                        <c:v>112.5</c:v>
                      </c:pt>
                      <c:pt idx="23">
                        <c:v>117.5</c:v>
                      </c:pt>
                      <c:pt idx="24">
                        <c:v>122.5</c:v>
                      </c:pt>
                      <c:pt idx="25">
                        <c:v>127.5</c:v>
                      </c:pt>
                      <c:pt idx="26">
                        <c:v>132.5</c:v>
                      </c:pt>
                      <c:pt idx="27">
                        <c:v>137.5</c:v>
                      </c:pt>
                      <c:pt idx="28">
                        <c:v>142.5</c:v>
                      </c:pt>
                      <c:pt idx="29">
                        <c:v>147.5</c:v>
                      </c:pt>
                      <c:pt idx="30">
                        <c:v>152.5</c:v>
                      </c:pt>
                      <c:pt idx="31">
                        <c:v>157.5</c:v>
                      </c:pt>
                      <c:pt idx="32">
                        <c:v>162.5</c:v>
                      </c:pt>
                      <c:pt idx="33">
                        <c:v>167.5</c:v>
                      </c:pt>
                      <c:pt idx="34">
                        <c:v>172.5</c:v>
                      </c:pt>
                      <c:pt idx="35">
                        <c:v>177.5</c:v>
                      </c:pt>
                      <c:pt idx="36">
                        <c:v>182.5</c:v>
                      </c:pt>
                      <c:pt idx="37">
                        <c:v>187.5</c:v>
                      </c:pt>
                      <c:pt idx="38">
                        <c:v>192.5</c:v>
                      </c:pt>
                      <c:pt idx="39">
                        <c:v>197.5</c:v>
                      </c:pt>
                      <c:pt idx="40">
                        <c:v>202.5</c:v>
                      </c:pt>
                      <c:pt idx="41">
                        <c:v>207.5</c:v>
                      </c:pt>
                      <c:pt idx="42">
                        <c:v>212.5</c:v>
                      </c:pt>
                      <c:pt idx="43">
                        <c:v>217.5</c:v>
                      </c:pt>
                      <c:pt idx="44">
                        <c:v>222.5</c:v>
                      </c:pt>
                      <c:pt idx="45">
                        <c:v>227.5</c:v>
                      </c:pt>
                      <c:pt idx="46">
                        <c:v>232.5</c:v>
                      </c:pt>
                      <c:pt idx="47">
                        <c:v>237.5</c:v>
                      </c:pt>
                      <c:pt idx="48">
                        <c:v>242.5</c:v>
                      </c:pt>
                      <c:pt idx="49">
                        <c:v>247.5</c:v>
                      </c:pt>
                      <c:pt idx="50">
                        <c:v>252.5</c:v>
                      </c:pt>
                      <c:pt idx="51">
                        <c:v>257.5</c:v>
                      </c:pt>
                      <c:pt idx="52">
                        <c:v>262.5</c:v>
                      </c:pt>
                      <c:pt idx="53">
                        <c:v>267.5</c:v>
                      </c:pt>
                      <c:pt idx="54">
                        <c:v>272.5</c:v>
                      </c:pt>
                      <c:pt idx="55">
                        <c:v>277.5</c:v>
                      </c:pt>
                      <c:pt idx="56">
                        <c:v>282.5</c:v>
                      </c:pt>
                      <c:pt idx="57">
                        <c:v>287.5</c:v>
                      </c:pt>
                      <c:pt idx="58">
                        <c:v>292.5</c:v>
                      </c:pt>
                      <c:pt idx="59">
                        <c:v>297.5</c:v>
                      </c:pt>
                      <c:pt idx="60">
                        <c:v>302.5</c:v>
                      </c:pt>
                      <c:pt idx="61">
                        <c:v>307.5</c:v>
                      </c:pt>
                      <c:pt idx="62">
                        <c:v>312.5</c:v>
                      </c:pt>
                      <c:pt idx="63">
                        <c:v>317.5</c:v>
                      </c:pt>
                      <c:pt idx="64">
                        <c:v>322.5</c:v>
                      </c:pt>
                      <c:pt idx="65">
                        <c:v>327.5</c:v>
                      </c:pt>
                      <c:pt idx="66">
                        <c:v>332.5</c:v>
                      </c:pt>
                      <c:pt idx="67">
                        <c:v>337.5</c:v>
                      </c:pt>
                      <c:pt idx="68">
                        <c:v>342.5</c:v>
                      </c:pt>
                      <c:pt idx="69">
                        <c:v>347.5</c:v>
                      </c:pt>
                      <c:pt idx="70">
                        <c:v>352.5</c:v>
                      </c:pt>
                      <c:pt idx="71">
                        <c:v>357.5</c:v>
                      </c:pt>
                      <c:pt idx="72">
                        <c:v>362.5</c:v>
                      </c:pt>
                      <c:pt idx="73">
                        <c:v>367.5</c:v>
                      </c:pt>
                      <c:pt idx="74">
                        <c:v>372.5</c:v>
                      </c:pt>
                      <c:pt idx="75">
                        <c:v>377.5</c:v>
                      </c:pt>
                      <c:pt idx="76">
                        <c:v>382.5</c:v>
                      </c:pt>
                      <c:pt idx="77">
                        <c:v>387.5</c:v>
                      </c:pt>
                      <c:pt idx="78">
                        <c:v>392.5</c:v>
                      </c:pt>
                      <c:pt idx="79">
                        <c:v>397.5</c:v>
                      </c:pt>
                      <c:pt idx="80">
                        <c:v>402.5</c:v>
                      </c:pt>
                      <c:pt idx="81">
                        <c:v>407.5</c:v>
                      </c:pt>
                      <c:pt idx="82">
                        <c:v>412.5</c:v>
                      </c:pt>
                      <c:pt idx="83">
                        <c:v>417.5</c:v>
                      </c:pt>
                      <c:pt idx="84">
                        <c:v>422.5</c:v>
                      </c:pt>
                      <c:pt idx="85">
                        <c:v>427.5</c:v>
                      </c:pt>
                      <c:pt idx="86">
                        <c:v>432.5</c:v>
                      </c:pt>
                      <c:pt idx="87">
                        <c:v>437.5</c:v>
                      </c:pt>
                      <c:pt idx="88">
                        <c:v>442.5</c:v>
                      </c:pt>
                      <c:pt idx="89">
                        <c:v>447.5</c:v>
                      </c:pt>
                      <c:pt idx="90">
                        <c:v>452.5</c:v>
                      </c:pt>
                      <c:pt idx="91">
                        <c:v>457.5</c:v>
                      </c:pt>
                      <c:pt idx="92">
                        <c:v>462.5</c:v>
                      </c:pt>
                      <c:pt idx="93">
                        <c:v>467.5</c:v>
                      </c:pt>
                      <c:pt idx="94">
                        <c:v>472.5</c:v>
                      </c:pt>
                      <c:pt idx="95">
                        <c:v>477.5</c:v>
                      </c:pt>
                      <c:pt idx="96">
                        <c:v>482.5</c:v>
                      </c:pt>
                      <c:pt idx="97">
                        <c:v>487.5</c:v>
                      </c:pt>
                      <c:pt idx="98">
                        <c:v>492.5</c:v>
                      </c:pt>
                      <c:pt idx="99">
                        <c:v>497.5</c:v>
                      </c:pt>
                      <c:pt idx="100">
                        <c:v>502.5</c:v>
                      </c:pt>
                      <c:pt idx="101">
                        <c:v>507.5</c:v>
                      </c:pt>
                      <c:pt idx="102">
                        <c:v>512.5</c:v>
                      </c:pt>
                      <c:pt idx="103">
                        <c:v>517.5</c:v>
                      </c:pt>
                      <c:pt idx="104">
                        <c:v>522.5</c:v>
                      </c:pt>
                      <c:pt idx="105">
                        <c:v>527.5</c:v>
                      </c:pt>
                      <c:pt idx="106">
                        <c:v>532.5</c:v>
                      </c:pt>
                      <c:pt idx="107">
                        <c:v>537.5</c:v>
                      </c:pt>
                      <c:pt idx="108">
                        <c:v>542.5</c:v>
                      </c:pt>
                      <c:pt idx="109">
                        <c:v>547.5</c:v>
                      </c:pt>
                      <c:pt idx="110">
                        <c:v>552.5</c:v>
                      </c:pt>
                      <c:pt idx="111">
                        <c:v>557.5</c:v>
                      </c:pt>
                      <c:pt idx="112">
                        <c:v>562.5</c:v>
                      </c:pt>
                      <c:pt idx="113">
                        <c:v>567.5</c:v>
                      </c:pt>
                      <c:pt idx="114">
                        <c:v>572.5</c:v>
                      </c:pt>
                      <c:pt idx="115">
                        <c:v>577.5</c:v>
                      </c:pt>
                      <c:pt idx="116">
                        <c:v>582.5</c:v>
                      </c:pt>
                      <c:pt idx="117">
                        <c:v>587.5</c:v>
                      </c:pt>
                      <c:pt idx="118">
                        <c:v>592.5</c:v>
                      </c:pt>
                      <c:pt idx="119">
                        <c:v>597.5</c:v>
                      </c:pt>
                      <c:pt idx="120">
                        <c:v>602.5</c:v>
                      </c:pt>
                      <c:pt idx="121">
                        <c:v>607.5</c:v>
                      </c:pt>
                      <c:pt idx="122">
                        <c:v>612.5</c:v>
                      </c:pt>
                      <c:pt idx="123">
                        <c:v>617.5</c:v>
                      </c:pt>
                      <c:pt idx="124">
                        <c:v>622.5</c:v>
                      </c:pt>
                      <c:pt idx="125">
                        <c:v>627.5</c:v>
                      </c:pt>
                      <c:pt idx="126">
                        <c:v>632.5</c:v>
                      </c:pt>
                      <c:pt idx="127">
                        <c:v>637.5</c:v>
                      </c:pt>
                      <c:pt idx="128">
                        <c:v>642.5</c:v>
                      </c:pt>
                      <c:pt idx="129">
                        <c:v>647.5</c:v>
                      </c:pt>
                      <c:pt idx="130">
                        <c:v>652.5</c:v>
                      </c:pt>
                      <c:pt idx="131">
                        <c:v>657.5</c:v>
                      </c:pt>
                      <c:pt idx="132">
                        <c:v>662.5</c:v>
                      </c:pt>
                      <c:pt idx="133">
                        <c:v>667.5</c:v>
                      </c:pt>
                      <c:pt idx="134">
                        <c:v>672.5</c:v>
                      </c:pt>
                      <c:pt idx="135">
                        <c:v>677.5</c:v>
                      </c:pt>
                      <c:pt idx="136">
                        <c:v>682.5</c:v>
                      </c:pt>
                      <c:pt idx="137">
                        <c:v>687.5</c:v>
                      </c:pt>
                      <c:pt idx="138">
                        <c:v>692.5</c:v>
                      </c:pt>
                      <c:pt idx="139">
                        <c:v>697.5</c:v>
                      </c:pt>
                      <c:pt idx="140">
                        <c:v>702.5</c:v>
                      </c:pt>
                      <c:pt idx="141">
                        <c:v>707.5</c:v>
                      </c:pt>
                      <c:pt idx="142">
                        <c:v>712.5</c:v>
                      </c:pt>
                      <c:pt idx="143">
                        <c:v>717.5</c:v>
                      </c:pt>
                      <c:pt idx="144">
                        <c:v>722.5</c:v>
                      </c:pt>
                      <c:pt idx="145">
                        <c:v>727.5</c:v>
                      </c:pt>
                      <c:pt idx="146">
                        <c:v>732.5</c:v>
                      </c:pt>
                      <c:pt idx="147">
                        <c:v>737.5</c:v>
                      </c:pt>
                      <c:pt idx="148">
                        <c:v>742.5</c:v>
                      </c:pt>
                      <c:pt idx="149">
                        <c:v>747.5</c:v>
                      </c:pt>
                      <c:pt idx="150">
                        <c:v>752.5</c:v>
                      </c:pt>
                      <c:pt idx="151">
                        <c:v>757.5</c:v>
                      </c:pt>
                      <c:pt idx="152">
                        <c:v>762.5</c:v>
                      </c:pt>
                      <c:pt idx="153">
                        <c:v>767.5</c:v>
                      </c:pt>
                      <c:pt idx="154">
                        <c:v>772.5</c:v>
                      </c:pt>
                      <c:pt idx="155">
                        <c:v>777.5</c:v>
                      </c:pt>
                      <c:pt idx="156">
                        <c:v>782.5</c:v>
                      </c:pt>
                      <c:pt idx="157">
                        <c:v>787.5</c:v>
                      </c:pt>
                      <c:pt idx="158">
                        <c:v>792.5</c:v>
                      </c:pt>
                      <c:pt idx="159">
                        <c:v>797.5</c:v>
                      </c:pt>
                      <c:pt idx="160">
                        <c:v>802.5</c:v>
                      </c:pt>
                      <c:pt idx="161">
                        <c:v>807.5</c:v>
                      </c:pt>
                      <c:pt idx="162">
                        <c:v>812.5</c:v>
                      </c:pt>
                      <c:pt idx="163">
                        <c:v>817.5</c:v>
                      </c:pt>
                      <c:pt idx="164">
                        <c:v>822.5</c:v>
                      </c:pt>
                      <c:pt idx="165">
                        <c:v>827.5</c:v>
                      </c:pt>
                      <c:pt idx="166">
                        <c:v>832.5</c:v>
                      </c:pt>
                      <c:pt idx="167">
                        <c:v>837.5</c:v>
                      </c:pt>
                      <c:pt idx="168">
                        <c:v>842.5</c:v>
                      </c:pt>
                      <c:pt idx="169">
                        <c:v>847.5</c:v>
                      </c:pt>
                      <c:pt idx="170">
                        <c:v>852.5</c:v>
                      </c:pt>
                      <c:pt idx="171">
                        <c:v>857.5</c:v>
                      </c:pt>
                      <c:pt idx="172">
                        <c:v>862.5</c:v>
                      </c:pt>
                      <c:pt idx="173">
                        <c:v>867.5</c:v>
                      </c:pt>
                      <c:pt idx="174">
                        <c:v>872.5</c:v>
                      </c:pt>
                      <c:pt idx="175">
                        <c:v>877.5</c:v>
                      </c:pt>
                      <c:pt idx="176">
                        <c:v>882.5</c:v>
                      </c:pt>
                      <c:pt idx="177">
                        <c:v>887.5</c:v>
                      </c:pt>
                      <c:pt idx="178">
                        <c:v>892.5</c:v>
                      </c:pt>
                      <c:pt idx="179">
                        <c:v>897.5</c:v>
                      </c:pt>
                      <c:pt idx="180">
                        <c:v>902.5</c:v>
                      </c:pt>
                      <c:pt idx="181">
                        <c:v>907.5</c:v>
                      </c:pt>
                      <c:pt idx="182">
                        <c:v>912.5</c:v>
                      </c:pt>
                      <c:pt idx="183">
                        <c:v>917.5</c:v>
                      </c:pt>
                      <c:pt idx="184">
                        <c:v>922.5</c:v>
                      </c:pt>
                      <c:pt idx="185">
                        <c:v>927.5</c:v>
                      </c:pt>
                      <c:pt idx="186">
                        <c:v>932.5</c:v>
                      </c:pt>
                      <c:pt idx="187">
                        <c:v>937.5</c:v>
                      </c:pt>
                      <c:pt idx="188">
                        <c:v>942.5</c:v>
                      </c:pt>
                      <c:pt idx="189">
                        <c:v>947.5</c:v>
                      </c:pt>
                      <c:pt idx="190">
                        <c:v>952.5</c:v>
                      </c:pt>
                      <c:pt idx="191">
                        <c:v>957.5</c:v>
                      </c:pt>
                      <c:pt idx="192">
                        <c:v>962.5</c:v>
                      </c:pt>
                      <c:pt idx="193">
                        <c:v>967.5</c:v>
                      </c:pt>
                      <c:pt idx="194">
                        <c:v>972.5</c:v>
                      </c:pt>
                      <c:pt idx="195">
                        <c:v>977.5</c:v>
                      </c:pt>
                      <c:pt idx="196">
                        <c:v>982.5</c:v>
                      </c:pt>
                      <c:pt idx="197">
                        <c:v>987.5</c:v>
                      </c:pt>
                      <c:pt idx="198">
                        <c:v>992.5</c:v>
                      </c:pt>
                      <c:pt idx="199">
                        <c:v>997.5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Summary!$J$2:$J$201</c15:sqref>
                        </c15:formulaRef>
                      </c:ext>
                    </c:extLst>
                    <c:numCache>
                      <c:formatCode>General</c:formatCode>
                      <c:ptCount val="200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1758.8872989795134</c:v>
                      </c:pt>
                      <c:pt idx="4">
                        <c:v>1744.9726886506166</c:v>
                      </c:pt>
                      <c:pt idx="5">
                        <c:v>9444.5897405366923</c:v>
                      </c:pt>
                      <c:pt idx="6">
                        <c:v>20998.113627188766</c:v>
                      </c:pt>
                      <c:pt idx="7">
                        <c:v>34233.88895998567</c:v>
                      </c:pt>
                      <c:pt idx="8">
                        <c:v>47783.246982562232</c:v>
                      </c:pt>
                      <c:pt idx="9">
                        <c:v>152151.63237652785</c:v>
                      </c:pt>
                      <c:pt idx="10">
                        <c:v>128889.87478399568</c:v>
                      </c:pt>
                      <c:pt idx="11">
                        <c:v>165773.42787986467</c:v>
                      </c:pt>
                      <c:pt idx="12">
                        <c:v>248006.93170919199</c:v>
                      </c:pt>
                      <c:pt idx="13">
                        <c:v>271526.02761953202</c:v>
                      </c:pt>
                      <c:pt idx="14">
                        <c:v>430243.83631386701</c:v>
                      </c:pt>
                      <c:pt idx="15">
                        <c:v>451014.03017356264</c:v>
                      </c:pt>
                      <c:pt idx="16">
                        <c:v>576776.42408066301</c:v>
                      </c:pt>
                      <c:pt idx="17">
                        <c:v>657639.17266141705</c:v>
                      </c:pt>
                      <c:pt idx="18">
                        <c:v>910668.81127250334</c:v>
                      </c:pt>
                      <c:pt idx="19">
                        <c:v>921477.311713528</c:v>
                      </c:pt>
                      <c:pt idx="20">
                        <c:v>854228.454517568</c:v>
                      </c:pt>
                      <c:pt idx="21">
                        <c:v>1082798.8096919779</c:v>
                      </c:pt>
                      <c:pt idx="22">
                        <c:v>1191082.9411289617</c:v>
                      </c:pt>
                      <c:pt idx="23">
                        <c:v>1222979.2181778799</c:v>
                      </c:pt>
                      <c:pt idx="24">
                        <c:v>1121248.9187710385</c:v>
                      </c:pt>
                      <c:pt idx="25">
                        <c:v>1286577.8162883192</c:v>
                      </c:pt>
                      <c:pt idx="26">
                        <c:v>1548011.0443180401</c:v>
                      </c:pt>
                      <c:pt idx="27">
                        <c:v>1287917.2584273687</c:v>
                      </c:pt>
                      <c:pt idx="28">
                        <c:v>1461736.0123428293</c:v>
                      </c:pt>
                      <c:pt idx="29">
                        <c:v>1997956.5066855333</c:v>
                      </c:pt>
                      <c:pt idx="30">
                        <c:v>1544792.4297714334</c:v>
                      </c:pt>
                      <c:pt idx="31">
                        <c:v>1561181.2783738666</c:v>
                      </c:pt>
                      <c:pt idx="32">
                        <c:v>1552532.5726066933</c:v>
                      </c:pt>
                      <c:pt idx="33">
                        <c:v>1457277.2578848333</c:v>
                      </c:pt>
                      <c:pt idx="34">
                        <c:v>1511578.5373805298</c:v>
                      </c:pt>
                      <c:pt idx="35">
                        <c:v>1491560.4397740036</c:v>
                      </c:pt>
                      <c:pt idx="36">
                        <c:v>1933805.1160256539</c:v>
                      </c:pt>
                      <c:pt idx="37">
                        <c:v>1846301.8328711365</c:v>
                      </c:pt>
                      <c:pt idx="38">
                        <c:v>1691683.5344951199</c:v>
                      </c:pt>
                      <c:pt idx="39">
                        <c:v>1354240.7537857834</c:v>
                      </c:pt>
                      <c:pt idx="40">
                        <c:v>1401176.7970762898</c:v>
                      </c:pt>
                      <c:pt idx="41">
                        <c:v>1138632.9766139679</c:v>
                      </c:pt>
                      <c:pt idx="42">
                        <c:v>1191045.4653791003</c:v>
                      </c:pt>
                      <c:pt idx="43">
                        <c:v>1006121.2153660273</c:v>
                      </c:pt>
                      <c:pt idx="44">
                        <c:v>1176810.1021522267</c:v>
                      </c:pt>
                      <c:pt idx="45">
                        <c:v>1008118.0013185047</c:v>
                      </c:pt>
                      <c:pt idx="46">
                        <c:v>1007676.5001696041</c:v>
                      </c:pt>
                      <c:pt idx="47">
                        <c:v>891806.19677817693</c:v>
                      </c:pt>
                      <c:pt idx="48">
                        <c:v>909188.19805350003</c:v>
                      </c:pt>
                      <c:pt idx="49">
                        <c:v>1035782.1313706174</c:v>
                      </c:pt>
                      <c:pt idx="50">
                        <c:v>844393.32201906072</c:v>
                      </c:pt>
                      <c:pt idx="51">
                        <c:v>940391.58635153633</c:v>
                      </c:pt>
                      <c:pt idx="52">
                        <c:v>621234.30928810569</c:v>
                      </c:pt>
                      <c:pt idx="53">
                        <c:v>855868.47036632244</c:v>
                      </c:pt>
                      <c:pt idx="54">
                        <c:v>865081.17741454591</c:v>
                      </c:pt>
                      <c:pt idx="55">
                        <c:v>658503.91333831695</c:v>
                      </c:pt>
                      <c:pt idx="56">
                        <c:v>792177.62470915436</c:v>
                      </c:pt>
                      <c:pt idx="57">
                        <c:v>530352.35507830663</c:v>
                      </c:pt>
                      <c:pt idx="58">
                        <c:v>619858.9562736497</c:v>
                      </c:pt>
                      <c:pt idx="59">
                        <c:v>690991.20770453976</c:v>
                      </c:pt>
                      <c:pt idx="60">
                        <c:v>606257.58671272697</c:v>
                      </c:pt>
                      <c:pt idx="61">
                        <c:v>537550.97644930391</c:v>
                      </c:pt>
                      <c:pt idx="62">
                        <c:v>414835.05985148903</c:v>
                      </c:pt>
                      <c:pt idx="63">
                        <c:v>524825.62053654867</c:v>
                      </c:pt>
                      <c:pt idx="64">
                        <c:v>428697.3974390403</c:v>
                      </c:pt>
                      <c:pt idx="65">
                        <c:v>370343.36299130198</c:v>
                      </c:pt>
                      <c:pt idx="66">
                        <c:v>262675.69269911735</c:v>
                      </c:pt>
                      <c:pt idx="67">
                        <c:v>399802.4641649953</c:v>
                      </c:pt>
                      <c:pt idx="68">
                        <c:v>237728.98224542433</c:v>
                      </c:pt>
                      <c:pt idx="69">
                        <c:v>391856.02195626264</c:v>
                      </c:pt>
                      <c:pt idx="70">
                        <c:v>234213.07228207504</c:v>
                      </c:pt>
                      <c:pt idx="71">
                        <c:v>456419.96345838392</c:v>
                      </c:pt>
                      <c:pt idx="72">
                        <c:v>335038.22745258734</c:v>
                      </c:pt>
                      <c:pt idx="73">
                        <c:v>357201.1963486867</c:v>
                      </c:pt>
                      <c:pt idx="74">
                        <c:v>394787.07817509334</c:v>
                      </c:pt>
                      <c:pt idx="75">
                        <c:v>291939.50396365469</c:v>
                      </c:pt>
                      <c:pt idx="76">
                        <c:v>219461.52366452766</c:v>
                      </c:pt>
                      <c:pt idx="77">
                        <c:v>199882.7808442933</c:v>
                      </c:pt>
                      <c:pt idx="78">
                        <c:v>147587.77886318057</c:v>
                      </c:pt>
                      <c:pt idx="79">
                        <c:v>174353.58391264512</c:v>
                      </c:pt>
                      <c:pt idx="80">
                        <c:v>203518.98584932092</c:v>
                      </c:pt>
                      <c:pt idx="81">
                        <c:v>156760.10501552591</c:v>
                      </c:pt>
                      <c:pt idx="82">
                        <c:v>142441.12643333222</c:v>
                      </c:pt>
                      <c:pt idx="83">
                        <c:v>183803.44878986405</c:v>
                      </c:pt>
                      <c:pt idx="84">
                        <c:v>124688.39972705679</c:v>
                      </c:pt>
                      <c:pt idx="85">
                        <c:v>127308.87170717295</c:v>
                      </c:pt>
                      <c:pt idx="86">
                        <c:v>145938.49142382634</c:v>
                      </c:pt>
                      <c:pt idx="87">
                        <c:v>178472.0576046145</c:v>
                      </c:pt>
                      <c:pt idx="88">
                        <c:v>126288.44947623527</c:v>
                      </c:pt>
                      <c:pt idx="89">
                        <c:v>131357.11670779382</c:v>
                      </c:pt>
                      <c:pt idx="90">
                        <c:v>54352.071268032938</c:v>
                      </c:pt>
                      <c:pt idx="91">
                        <c:v>135700.00096398513</c:v>
                      </c:pt>
                      <c:pt idx="92">
                        <c:v>56355.569538299831</c:v>
                      </c:pt>
                      <c:pt idx="93">
                        <c:v>126901.85693096508</c:v>
                      </c:pt>
                      <c:pt idx="94">
                        <c:v>44199.6467287798</c:v>
                      </c:pt>
                      <c:pt idx="95">
                        <c:v>133690.57370898366</c:v>
                      </c:pt>
                      <c:pt idx="96">
                        <c:v>39481.873990311731</c:v>
                      </c:pt>
                      <c:pt idx="97">
                        <c:v>30071.802265471615</c:v>
                      </c:pt>
                      <c:pt idx="98">
                        <c:v>149877.29504197391</c:v>
                      </c:pt>
                      <c:pt idx="99">
                        <c:v>20320.487972894367</c:v>
                      </c:pt>
                      <c:pt idx="100">
                        <c:v>76780.031750734532</c:v>
                      </c:pt>
                      <c:pt idx="101">
                        <c:v>60590.492174927764</c:v>
                      </c:pt>
                      <c:pt idx="102">
                        <c:v>43166.817710120165</c:v>
                      </c:pt>
                      <c:pt idx="103">
                        <c:v>25329.661531665832</c:v>
                      </c:pt>
                      <c:pt idx="104">
                        <c:v>86208.316091629691</c:v>
                      </c:pt>
                      <c:pt idx="105">
                        <c:v>72156.94900400452</c:v>
                      </c:pt>
                      <c:pt idx="106">
                        <c:v>75377.283297725371</c:v>
                      </c:pt>
                      <c:pt idx="107">
                        <c:v>56268.568136106631</c:v>
                      </c:pt>
                      <c:pt idx="108">
                        <c:v>71026.57643003964</c:v>
                      </c:pt>
                      <c:pt idx="109">
                        <c:v>65651.816763395458</c:v>
                      </c:pt>
                      <c:pt idx="110">
                        <c:v>28235.039334949499</c:v>
                      </c:pt>
                      <c:pt idx="111">
                        <c:v>43574.984429385629</c:v>
                      </c:pt>
                      <c:pt idx="112">
                        <c:v>23708.108216265333</c:v>
                      </c:pt>
                      <c:pt idx="113">
                        <c:v>13507.37420738804</c:v>
                      </c:pt>
                      <c:pt idx="114">
                        <c:v>13136.116293131681</c:v>
                      </c:pt>
                      <c:pt idx="115">
                        <c:v>5583.9126036819662</c:v>
                      </c:pt>
                      <c:pt idx="116">
                        <c:v>8090.881575305767</c:v>
                      </c:pt>
                      <c:pt idx="117">
                        <c:v>0</c:v>
                      </c:pt>
                      <c:pt idx="118">
                        <c:v>31859.5710945147</c:v>
                      </c:pt>
                      <c:pt idx="119">
                        <c:v>13320.233797126066</c:v>
                      </c:pt>
                      <c:pt idx="120">
                        <c:v>6281.9016791422328</c:v>
                      </c:pt>
                      <c:pt idx="121">
                        <c:v>45960.398662368963</c:v>
                      </c:pt>
                      <c:pt idx="122">
                        <c:v>24963.08649483565</c:v>
                      </c:pt>
                      <c:pt idx="123">
                        <c:v>61506.321639024034</c:v>
                      </c:pt>
                      <c:pt idx="124">
                        <c:v>0</c:v>
                      </c:pt>
                      <c:pt idx="125">
                        <c:v>11202.629393561567</c:v>
                      </c:pt>
                      <c:pt idx="126">
                        <c:v>35690.366906799798</c:v>
                      </c:pt>
                      <c:pt idx="127">
                        <c:v>16732.900339089032</c:v>
                      </c:pt>
                      <c:pt idx="128">
                        <c:v>8769.3901963055414</c:v>
                      </c:pt>
                      <c:pt idx="129">
                        <c:v>10665.120644911933</c:v>
                      </c:pt>
                      <c:pt idx="130">
                        <c:v>26166.563054813701</c:v>
                      </c:pt>
                      <c:pt idx="131">
                        <c:v>7680.1365974256214</c:v>
                      </c:pt>
                      <c:pt idx="132">
                        <c:v>6683.7717361221667</c:v>
                      </c:pt>
                      <c:pt idx="133">
                        <c:v>46213.27689280393</c:v>
                      </c:pt>
                      <c:pt idx="134">
                        <c:v>9979.6370583723019</c:v>
                      </c:pt>
                      <c:pt idx="135">
                        <c:v>8090.881575305767</c:v>
                      </c:pt>
                      <c:pt idx="136">
                        <c:v>8442.6590351016657</c:v>
                      </c:pt>
                      <c:pt idx="137">
                        <c:v>40314.2094638341</c:v>
                      </c:pt>
                      <c:pt idx="138">
                        <c:v>27772.623295776695</c:v>
                      </c:pt>
                      <c:pt idx="139">
                        <c:v>12312.451077058433</c:v>
                      </c:pt>
                      <c:pt idx="140">
                        <c:v>24454.663939700655</c:v>
                      </c:pt>
                      <c:pt idx="141">
                        <c:v>17915.60415099901</c:v>
                      </c:pt>
                      <c:pt idx="142">
                        <c:v>0</c:v>
                      </c:pt>
                      <c:pt idx="143">
                        <c:v>26341.840958658566</c:v>
                      </c:pt>
                      <c:pt idx="144">
                        <c:v>34594.290490931468</c:v>
                      </c:pt>
                      <c:pt idx="145">
                        <c:v>0</c:v>
                      </c:pt>
                      <c:pt idx="146">
                        <c:v>23624.702061341861</c:v>
                      </c:pt>
                      <c:pt idx="147">
                        <c:v>3555.0402149706333</c:v>
                      </c:pt>
                      <c:pt idx="148">
                        <c:v>0</c:v>
                      </c:pt>
                      <c:pt idx="149">
                        <c:v>0</c:v>
                      </c:pt>
                      <c:pt idx="150">
                        <c:v>3165.9971381631235</c:v>
                      </c:pt>
                      <c:pt idx="151">
                        <c:v>45531.617672187363</c:v>
                      </c:pt>
                      <c:pt idx="152">
                        <c:v>0</c:v>
                      </c:pt>
                      <c:pt idx="153">
                        <c:v>10665.120644911933</c:v>
                      </c:pt>
                      <c:pt idx="154">
                        <c:v>4924.884437142633</c:v>
                      </c:pt>
                      <c:pt idx="155">
                        <c:v>0</c:v>
                      </c:pt>
                      <c:pt idx="156">
                        <c:v>3555.0402149706333</c:v>
                      </c:pt>
                      <c:pt idx="157">
                        <c:v>0</c:v>
                      </c:pt>
                      <c:pt idx="158">
                        <c:v>3165.9971381631235</c:v>
                      </c:pt>
                      <c:pt idx="159">
                        <c:v>7110.0804299413003</c:v>
                      </c:pt>
                      <c:pt idx="160">
                        <c:v>0</c:v>
                      </c:pt>
                      <c:pt idx="161">
                        <c:v>4443.8002687133003</c:v>
                      </c:pt>
                      <c:pt idx="162">
                        <c:v>7554.4604568126333</c:v>
                      </c:pt>
                      <c:pt idx="163">
                        <c:v>0</c:v>
                      </c:pt>
                      <c:pt idx="164">
                        <c:v>0</c:v>
                      </c:pt>
                      <c:pt idx="165">
                        <c:v>3869.5520577549337</c:v>
                      </c:pt>
                      <c:pt idx="166">
                        <c:v>6331.9942763262334</c:v>
                      </c:pt>
                      <c:pt idx="167">
                        <c:v>0</c:v>
                      </c:pt>
                      <c:pt idx="168">
                        <c:v>3517.7745979590331</c:v>
                      </c:pt>
                      <c:pt idx="169">
                        <c:v>0</c:v>
                      </c:pt>
                      <c:pt idx="170">
                        <c:v>0</c:v>
                      </c:pt>
                      <c:pt idx="171">
                        <c:v>5776.9403493272994</c:v>
                      </c:pt>
                      <c:pt idx="172">
                        <c:v>3165.9971381631235</c:v>
                      </c:pt>
                      <c:pt idx="173">
                        <c:v>0</c:v>
                      </c:pt>
                      <c:pt idx="174">
                        <c:v>0</c:v>
                      </c:pt>
                      <c:pt idx="175">
                        <c:v>0</c:v>
                      </c:pt>
                      <c:pt idx="176">
                        <c:v>0</c:v>
                      </c:pt>
                      <c:pt idx="177">
                        <c:v>0</c:v>
                      </c:pt>
                      <c:pt idx="178">
                        <c:v>8887.6005374266006</c:v>
                      </c:pt>
                      <c:pt idx="179">
                        <c:v>0</c:v>
                      </c:pt>
                      <c:pt idx="180">
                        <c:v>0</c:v>
                      </c:pt>
                      <c:pt idx="181">
                        <c:v>0</c:v>
                      </c:pt>
                      <c:pt idx="182">
                        <c:v>0</c:v>
                      </c:pt>
                      <c:pt idx="183">
                        <c:v>0</c:v>
                      </c:pt>
                      <c:pt idx="184">
                        <c:v>0</c:v>
                      </c:pt>
                      <c:pt idx="185">
                        <c:v>0</c:v>
                      </c:pt>
                      <c:pt idx="186">
                        <c:v>8443.2205105552657</c:v>
                      </c:pt>
                      <c:pt idx="187">
                        <c:v>13306.319186797133</c:v>
                      </c:pt>
                      <c:pt idx="188">
                        <c:v>0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12442.640752397267</c:v>
                      </c:pt>
                      <c:pt idx="196">
                        <c:v>0</c:v>
                      </c:pt>
                      <c:pt idx="197">
                        <c:v>0</c:v>
                      </c:pt>
                      <c:pt idx="198">
                        <c:v>6281.9016791422328</c:v>
                      </c:pt>
                      <c:pt idx="199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0698-40A7-BBB9-F9035A4CF9B7}"/>
                  </c:ext>
                </c:extLst>
              </c15:ser>
            </c15:filteredScatterSeries>
          </c:ext>
        </c:extLst>
      </c:scatterChart>
      <c:valAx>
        <c:axId val="681164143"/>
        <c:scaling>
          <c:orientation val="minMax"/>
          <c:max val="1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623"/>
        <c:crosses val="autoZero"/>
        <c:crossBetween val="midCat"/>
        <c:majorUnit val="200"/>
      </c:valAx>
      <c:valAx>
        <c:axId val="681164623"/>
        <c:scaling>
          <c:orientation val="minMax"/>
          <c:max val="7000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681164143"/>
        <c:crosses val="autoZero"/>
        <c:crossBetween val="midCat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0890145799564231"/>
          <c:y val="0.1830579861111111"/>
          <c:w val="0.27131787439613531"/>
          <c:h val="0.29800590277777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'0.7% size'!$U$1</c:f>
              <c:strCache>
                <c:ptCount val="1"/>
                <c:pt idx="0">
                  <c:v>R1</c:v>
                </c:pt>
              </c:strCache>
            </c:strRef>
          </c:tx>
          <c:spPr>
            <a:ln w="381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'0.7%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'0.7% size'!$U$2:$U$71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1.4117</c:v>
                </c:pt>
                <c:pt idx="43">
                  <c:v>10.436999999999999</c:v>
                </c:pt>
                <c:pt idx="44">
                  <c:v>21.03</c:v>
                </c:pt>
                <c:pt idx="45">
                  <c:v>25.956666666666667</c:v>
                </c:pt>
                <c:pt idx="46">
                  <c:v>22.429999999999996</c:v>
                </c:pt>
                <c:pt idx="47">
                  <c:v>13.31</c:v>
                </c:pt>
                <c:pt idx="48">
                  <c:v>4.6740000000000004</c:v>
                </c:pt>
                <c:pt idx="49">
                  <c:v>0.75186666666666679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A24-41B6-AB19-4EF7E85E5801}"/>
            </c:ext>
          </c:extLst>
        </c:ser>
        <c:ser>
          <c:idx val="1"/>
          <c:order val="1"/>
          <c:tx>
            <c:strRef>
              <c:f>'0.7% size'!$V$1</c:f>
              <c:strCache>
                <c:ptCount val="1"/>
                <c:pt idx="0">
                  <c:v>R2</c:v>
                </c:pt>
              </c:strCache>
            </c:strRef>
          </c:tx>
          <c:spPr>
            <a:ln w="38100" cap="rnd">
              <a:solidFill>
                <a:srgbClr val="E40D0D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'0.7%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'0.7% size'!$V$2:$V$71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0.83829999999999993</c:v>
                </c:pt>
                <c:pt idx="41">
                  <c:v>4.373333333333334</c:v>
                </c:pt>
                <c:pt idx="42">
                  <c:v>10.589666666666666</c:v>
                </c:pt>
                <c:pt idx="43">
                  <c:v>16.696666666666669</c:v>
                </c:pt>
                <c:pt idx="44">
                  <c:v>19.970000000000002</c:v>
                </c:pt>
                <c:pt idx="45">
                  <c:v>19.123333333333335</c:v>
                </c:pt>
                <c:pt idx="46">
                  <c:v>14.726666666666667</c:v>
                </c:pt>
                <c:pt idx="47">
                  <c:v>8.7563333333333322</c:v>
                </c:pt>
                <c:pt idx="48">
                  <c:v>3.6509999999999998</c:v>
                </c:pt>
                <c:pt idx="49">
                  <c:v>1.0286666666666666</c:v>
                </c:pt>
                <c:pt idx="50">
                  <c:v>0.2452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A24-41B6-AB19-4EF7E85E5801}"/>
            </c:ext>
          </c:extLst>
        </c:ser>
        <c:ser>
          <c:idx val="2"/>
          <c:order val="2"/>
          <c:tx>
            <c:strRef>
              <c:f>'0.7% size'!$W$1</c:f>
              <c:strCache>
                <c:ptCount val="1"/>
                <c:pt idx="0">
                  <c:v>R3</c:v>
                </c:pt>
              </c:strCache>
            </c:strRef>
          </c:tx>
          <c:spPr>
            <a:ln w="38100" cap="rnd">
              <a:solidFill>
                <a:srgbClr val="E40D0D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'0.7%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'0.7% size'!$W$2:$W$71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0.49100000000000005</c:v>
                </c:pt>
                <c:pt idx="41">
                  <c:v>3.5150000000000001</c:v>
                </c:pt>
                <c:pt idx="42">
                  <c:v>15.493333333333332</c:v>
                </c:pt>
                <c:pt idx="43">
                  <c:v>26.26</c:v>
                </c:pt>
                <c:pt idx="44">
                  <c:v>26.973333333333333</c:v>
                </c:pt>
                <c:pt idx="45">
                  <c:v>17.739999999999998</c:v>
                </c:pt>
                <c:pt idx="46">
                  <c:v>6.6787333333333336</c:v>
                </c:pt>
                <c:pt idx="47">
                  <c:v>2.2556666666666669</c:v>
                </c:pt>
                <c:pt idx="48">
                  <c:v>0.58966666666666667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A24-41B6-AB19-4EF7E85E5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4185936"/>
        <c:axId val="564186416"/>
      </c:scatterChart>
      <c:valAx>
        <c:axId val="564185936"/>
        <c:scaling>
          <c:logBase val="10"/>
          <c:orientation val="minMax"/>
          <c:max val="5000"/>
          <c:min val="10"/>
        </c:scaling>
        <c:delete val="0"/>
        <c:axPos val="b"/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6416"/>
        <c:crosses val="autoZero"/>
        <c:crossBetween val="midCat"/>
      </c:valAx>
      <c:valAx>
        <c:axId val="564186416"/>
        <c:scaling>
          <c:orientation val="minMax"/>
          <c:max val="3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59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2428147458641348"/>
          <c:y val="0.23988723067784221"/>
          <c:w val="0.26574016428618918"/>
          <c:h val="0.31423665791776029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'0.3 size'!$U$1</c:f>
              <c:strCache>
                <c:ptCount val="1"/>
                <c:pt idx="0">
                  <c:v>R1</c:v>
                </c:pt>
              </c:strCache>
            </c:strRef>
          </c:tx>
          <c:spPr>
            <a:ln w="38100" cap="rnd">
              <a:solidFill>
                <a:srgbClr val="14D446"/>
              </a:solidFill>
              <a:round/>
            </a:ln>
            <a:effectLst/>
          </c:spPr>
          <c:marker>
            <c:symbol val="none"/>
          </c:marker>
          <c:xVal>
            <c:numRef>
              <c:f>'0.3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'0.3 size'!$U$2:$U$71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0.32316666666666666</c:v>
                </c:pt>
                <c:pt idx="41">
                  <c:v>4.2793333333333337</c:v>
                </c:pt>
                <c:pt idx="42">
                  <c:v>10.706666666666665</c:v>
                </c:pt>
                <c:pt idx="43">
                  <c:v>16.843333333333334</c:v>
                </c:pt>
                <c:pt idx="44">
                  <c:v>20.169999999999998</c:v>
                </c:pt>
                <c:pt idx="45">
                  <c:v>19.493333333333332</c:v>
                </c:pt>
                <c:pt idx="46">
                  <c:v>15.226666666666667</c:v>
                </c:pt>
                <c:pt idx="47">
                  <c:v>9.1069999999999993</c:v>
                </c:pt>
                <c:pt idx="48">
                  <c:v>3.4979999999999998</c:v>
                </c:pt>
                <c:pt idx="49">
                  <c:v>0.34906666666666664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6EF-486F-B2A7-F676C9033365}"/>
            </c:ext>
          </c:extLst>
        </c:ser>
        <c:ser>
          <c:idx val="1"/>
          <c:order val="1"/>
          <c:tx>
            <c:strRef>
              <c:f>'0.3 size'!$V$1</c:f>
              <c:strCache>
                <c:ptCount val="1"/>
                <c:pt idx="0">
                  <c:v>R2</c:v>
                </c:pt>
              </c:strCache>
            </c:strRef>
          </c:tx>
          <c:spPr>
            <a:ln w="38100" cap="rnd">
              <a:solidFill>
                <a:srgbClr val="14D446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'0.3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'0.3 size'!$V$2:$V$71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2.4923333333333333</c:v>
                </c:pt>
                <c:pt idx="42">
                  <c:v>18.189999999999998</c:v>
                </c:pt>
                <c:pt idx="43">
                  <c:v>31.723333333333333</c:v>
                </c:pt>
                <c:pt idx="44">
                  <c:v>30.323333333333334</c:v>
                </c:pt>
                <c:pt idx="45">
                  <c:v>15.683333333333332</c:v>
                </c:pt>
                <c:pt idx="46">
                  <c:v>1.5886666666666667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6EF-486F-B2A7-F676C9033365}"/>
            </c:ext>
          </c:extLst>
        </c:ser>
        <c:ser>
          <c:idx val="2"/>
          <c:order val="2"/>
          <c:tx>
            <c:strRef>
              <c:f>'0.3 size'!$W$1</c:f>
              <c:strCache>
                <c:ptCount val="1"/>
                <c:pt idx="0">
                  <c:v>R3</c:v>
                </c:pt>
              </c:strCache>
            </c:strRef>
          </c:tx>
          <c:spPr>
            <a:ln w="38100" cap="rnd">
              <a:solidFill>
                <a:srgbClr val="14D446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'0.3 size'!$T$2:$T$71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'0.3 size'!$W$2:$W$71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2.2706666666666666</c:v>
                </c:pt>
                <c:pt idx="43">
                  <c:v>16.12</c:v>
                </c:pt>
                <c:pt idx="44">
                  <c:v>29.063333333333333</c:v>
                </c:pt>
                <c:pt idx="45">
                  <c:v>29.78</c:v>
                </c:pt>
                <c:pt idx="46">
                  <c:v>18.183333333333334</c:v>
                </c:pt>
                <c:pt idx="47">
                  <c:v>4.5813333333333333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A6EF-486F-B2A7-F676C90333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4185936"/>
        <c:axId val="564186416"/>
      </c:scatterChart>
      <c:valAx>
        <c:axId val="564185936"/>
        <c:scaling>
          <c:logBase val="10"/>
          <c:orientation val="minMax"/>
          <c:max val="5000"/>
          <c:min val="10"/>
        </c:scaling>
        <c:delete val="0"/>
        <c:axPos val="b"/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6416"/>
        <c:crosses val="autoZero"/>
        <c:crossBetween val="midCat"/>
      </c:valAx>
      <c:valAx>
        <c:axId val="564186416"/>
        <c:scaling>
          <c:orientation val="minMax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59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4445555555555556"/>
          <c:y val="0.25"/>
          <c:w val="0.28778611111111113"/>
          <c:h val="0.31423665791776029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'2.3 size'!$Z$1</c:f>
              <c:strCache>
                <c:ptCount val="1"/>
                <c:pt idx="0">
                  <c:v>R1</c:v>
                </c:pt>
              </c:strCache>
            </c:strRef>
          </c:tx>
          <c:spPr>
            <a:ln w="3810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xVal>
            <c:numRef>
              <c:f>'2.3 size'!$Y$2:$Y$71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'2.3 size'!$Z$2:$Z$71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0.31313333333333332</c:v>
                </c:pt>
                <c:pt idx="41">
                  <c:v>6.5693333333333337</c:v>
                </c:pt>
                <c:pt idx="42">
                  <c:v>15.706666666666665</c:v>
                </c:pt>
                <c:pt idx="43">
                  <c:v>22.459999999999997</c:v>
                </c:pt>
                <c:pt idx="44">
                  <c:v>23.383333333333336</c:v>
                </c:pt>
                <c:pt idx="45">
                  <c:v>18.33666666666667</c:v>
                </c:pt>
                <c:pt idx="46">
                  <c:v>10.172666666666666</c:v>
                </c:pt>
                <c:pt idx="47">
                  <c:v>3.0579999999999998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257-4A92-B0FA-2D098F5F7E3F}"/>
            </c:ext>
          </c:extLst>
        </c:ser>
        <c:ser>
          <c:idx val="1"/>
          <c:order val="1"/>
          <c:tx>
            <c:strRef>
              <c:f>'2.3 size'!$AA$1</c:f>
              <c:strCache>
                <c:ptCount val="1"/>
                <c:pt idx="0">
                  <c:v>R2</c:v>
                </c:pt>
              </c:strCache>
            </c:strRef>
          </c:tx>
          <c:spPr>
            <a:ln w="38100" cap="rnd">
              <a:solidFill>
                <a:srgbClr val="00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'2.3 size'!$Y$2:$Y$71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'2.3 size'!$AA$2:$AA$71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3.1629999999999998E-2</c:v>
                </c:pt>
                <c:pt idx="41">
                  <c:v>6.1403333333333334</c:v>
                </c:pt>
                <c:pt idx="42">
                  <c:v>16.396666666666665</c:v>
                </c:pt>
                <c:pt idx="43">
                  <c:v>24.09</c:v>
                </c:pt>
                <c:pt idx="44">
                  <c:v>24.626666666666665</c:v>
                </c:pt>
                <c:pt idx="45">
                  <c:v>18.113333333333333</c:v>
                </c:pt>
                <c:pt idx="46">
                  <c:v>8.7266666666666666</c:v>
                </c:pt>
                <c:pt idx="47">
                  <c:v>1.8719999999999999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257-4A92-B0FA-2D098F5F7E3F}"/>
            </c:ext>
          </c:extLst>
        </c:ser>
        <c:ser>
          <c:idx val="2"/>
          <c:order val="2"/>
          <c:tx>
            <c:strRef>
              <c:f>'2.3 size'!$AB$1</c:f>
              <c:strCache>
                <c:ptCount val="1"/>
                <c:pt idx="0">
                  <c:v>R3</c:v>
                </c:pt>
              </c:strCache>
            </c:strRef>
          </c:tx>
          <c:spPr>
            <a:ln w="38100" cap="rnd">
              <a:solidFill>
                <a:srgbClr val="00000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'2.3 size'!$Y$2:$Y$71</c:f>
              <c:numCache>
                <c:formatCode>General</c:formatCode>
                <c:ptCount val="70"/>
                <c:pt idx="0">
                  <c:v>0.3</c:v>
                </c:pt>
                <c:pt idx="1">
                  <c:v>0.34889999999999999</c:v>
                </c:pt>
                <c:pt idx="2">
                  <c:v>0.40570000000000001</c:v>
                </c:pt>
                <c:pt idx="3">
                  <c:v>0.4718</c:v>
                </c:pt>
                <c:pt idx="4">
                  <c:v>0.54869999999999997</c:v>
                </c:pt>
                <c:pt idx="5">
                  <c:v>0.6381</c:v>
                </c:pt>
                <c:pt idx="6">
                  <c:v>0.74199999999999999</c:v>
                </c:pt>
                <c:pt idx="7">
                  <c:v>0.8629</c:v>
                </c:pt>
                <c:pt idx="8">
                  <c:v>1.0029999999999999</c:v>
                </c:pt>
                <c:pt idx="9">
                  <c:v>1.167</c:v>
                </c:pt>
                <c:pt idx="10">
                  <c:v>1.357</c:v>
                </c:pt>
                <c:pt idx="11">
                  <c:v>1.5780000000000001</c:v>
                </c:pt>
                <c:pt idx="12">
                  <c:v>1.835</c:v>
                </c:pt>
                <c:pt idx="13">
                  <c:v>2.1339999999999999</c:v>
                </c:pt>
                <c:pt idx="14">
                  <c:v>2.4820000000000002</c:v>
                </c:pt>
                <c:pt idx="15">
                  <c:v>2.8860000000000001</c:v>
                </c:pt>
                <c:pt idx="16">
                  <c:v>3.3570000000000002</c:v>
                </c:pt>
                <c:pt idx="17">
                  <c:v>3.903</c:v>
                </c:pt>
                <c:pt idx="18">
                  <c:v>4.5389999999999997</c:v>
                </c:pt>
                <c:pt idx="19">
                  <c:v>5.2789999999999999</c:v>
                </c:pt>
                <c:pt idx="20">
                  <c:v>6.1390000000000002</c:v>
                </c:pt>
                <c:pt idx="21">
                  <c:v>7.1390000000000002</c:v>
                </c:pt>
                <c:pt idx="22">
                  <c:v>8.3019999999999996</c:v>
                </c:pt>
                <c:pt idx="23">
                  <c:v>9.6549999999999994</c:v>
                </c:pt>
                <c:pt idx="24">
                  <c:v>11.23</c:v>
                </c:pt>
                <c:pt idx="25">
                  <c:v>13.06</c:v>
                </c:pt>
                <c:pt idx="26">
                  <c:v>15.18</c:v>
                </c:pt>
                <c:pt idx="27">
                  <c:v>17.66</c:v>
                </c:pt>
                <c:pt idx="28">
                  <c:v>20.53</c:v>
                </c:pt>
                <c:pt idx="29">
                  <c:v>23.88</c:v>
                </c:pt>
                <c:pt idx="30">
                  <c:v>27.77</c:v>
                </c:pt>
                <c:pt idx="31">
                  <c:v>32.299999999999997</c:v>
                </c:pt>
                <c:pt idx="32">
                  <c:v>37.56</c:v>
                </c:pt>
                <c:pt idx="33">
                  <c:v>43.68</c:v>
                </c:pt>
                <c:pt idx="34">
                  <c:v>50.79</c:v>
                </c:pt>
                <c:pt idx="35">
                  <c:v>59.07</c:v>
                </c:pt>
                <c:pt idx="36">
                  <c:v>68.69</c:v>
                </c:pt>
                <c:pt idx="37">
                  <c:v>79.88</c:v>
                </c:pt>
                <c:pt idx="38">
                  <c:v>92.89</c:v>
                </c:pt>
                <c:pt idx="39">
                  <c:v>108</c:v>
                </c:pt>
                <c:pt idx="40">
                  <c:v>125.6</c:v>
                </c:pt>
                <c:pt idx="41">
                  <c:v>146.1</c:v>
                </c:pt>
                <c:pt idx="42">
                  <c:v>169.9</c:v>
                </c:pt>
                <c:pt idx="43">
                  <c:v>197.6</c:v>
                </c:pt>
                <c:pt idx="44">
                  <c:v>229.8</c:v>
                </c:pt>
                <c:pt idx="45">
                  <c:v>267.2</c:v>
                </c:pt>
                <c:pt idx="46">
                  <c:v>310.7</c:v>
                </c:pt>
                <c:pt idx="47">
                  <c:v>361.3</c:v>
                </c:pt>
                <c:pt idx="48">
                  <c:v>420.2</c:v>
                </c:pt>
                <c:pt idx="49">
                  <c:v>488.7</c:v>
                </c:pt>
                <c:pt idx="50">
                  <c:v>568.29999999999995</c:v>
                </c:pt>
                <c:pt idx="51">
                  <c:v>660.9</c:v>
                </c:pt>
                <c:pt idx="52">
                  <c:v>768.5</c:v>
                </c:pt>
                <c:pt idx="53">
                  <c:v>893.8</c:v>
                </c:pt>
                <c:pt idx="54">
                  <c:v>1039</c:v>
                </c:pt>
                <c:pt idx="55">
                  <c:v>1209</c:v>
                </c:pt>
                <c:pt idx="56">
                  <c:v>1406</c:v>
                </c:pt>
                <c:pt idx="57">
                  <c:v>1635</c:v>
                </c:pt>
                <c:pt idx="58">
                  <c:v>1901</c:v>
                </c:pt>
                <c:pt idx="59">
                  <c:v>2211</c:v>
                </c:pt>
                <c:pt idx="60">
                  <c:v>2571</c:v>
                </c:pt>
                <c:pt idx="61">
                  <c:v>2990</c:v>
                </c:pt>
                <c:pt idx="62">
                  <c:v>3477</c:v>
                </c:pt>
                <c:pt idx="63">
                  <c:v>4043</c:v>
                </c:pt>
                <c:pt idx="64">
                  <c:v>4702</c:v>
                </c:pt>
                <c:pt idx="65">
                  <c:v>5468</c:v>
                </c:pt>
                <c:pt idx="66">
                  <c:v>6358</c:v>
                </c:pt>
                <c:pt idx="67">
                  <c:v>7394</c:v>
                </c:pt>
                <c:pt idx="68">
                  <c:v>8599</c:v>
                </c:pt>
                <c:pt idx="69">
                  <c:v>10000</c:v>
                </c:pt>
              </c:numCache>
            </c:numRef>
          </c:xVal>
          <c:yVal>
            <c:numRef>
              <c:f>'2.3 size'!$AB$2:$AB$71</c:f>
              <c:numCache>
                <c:formatCode>General</c:formatCode>
                <c:ptCount val="7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0.78633333333333333</c:v>
                </c:pt>
                <c:pt idx="41">
                  <c:v>4.4733333333333336</c:v>
                </c:pt>
                <c:pt idx="42">
                  <c:v>9.3743333333333343</c:v>
                </c:pt>
                <c:pt idx="43">
                  <c:v>28.036666666666665</c:v>
                </c:pt>
                <c:pt idx="44">
                  <c:v>34.78</c:v>
                </c:pt>
                <c:pt idx="45">
                  <c:v>19.657666666666668</c:v>
                </c:pt>
                <c:pt idx="46">
                  <c:v>2.8898666666666668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257-4A92-B0FA-2D098F5F7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4185936"/>
        <c:axId val="564186416"/>
      </c:scatterChart>
      <c:valAx>
        <c:axId val="564185936"/>
        <c:scaling>
          <c:logBase val="10"/>
          <c:orientation val="minMax"/>
          <c:max val="5000"/>
          <c:min val="1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6416"/>
        <c:crosses val="autoZero"/>
        <c:crossBetween val="midCat"/>
      </c:valAx>
      <c:valAx>
        <c:axId val="564186416"/>
        <c:scaling>
          <c:orientation val="minMax"/>
          <c:max val="3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564185936"/>
        <c:crosses val="autoZero"/>
        <c:crossBetween val="midCat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65292500000000009"/>
          <c:y val="0.24241507936507936"/>
          <c:w val="0.25692067901234567"/>
          <c:h val="0.3438202380952381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E40D0D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'0.7 Con'!$I$11:$I$18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16600000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10300000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10000000</c:v>
                  </c:pt>
                </c:numCache>
              </c:numRef>
            </c:plus>
            <c:minus>
              <c:numRef>
                <c:f>'0.7 Con'!$I$11:$I$18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16600000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10300000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10000000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'0.7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'0.7 Con'!$I$2:$I$9</c:f>
              <c:numCache>
                <c:formatCode>0.00E+00</c:formatCode>
                <c:ptCount val="8"/>
                <c:pt idx="0">
                  <c:v>164100000</c:v>
                </c:pt>
                <c:pt idx="1">
                  <c:v>113000000</c:v>
                </c:pt>
                <c:pt idx="3">
                  <c:v>197600000</c:v>
                </c:pt>
                <c:pt idx="4">
                  <c:v>180000000</c:v>
                </c:pt>
                <c:pt idx="6">
                  <c:v>49460000</c:v>
                </c:pt>
                <c:pt idx="7">
                  <c:v>72400000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80-4850-995D-0545B749A924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E40D0D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'0.7 Con'!$J$11:$J$18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11100000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21000000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8690000</c:v>
                  </c:pt>
                </c:numCache>
              </c:numRef>
            </c:plus>
            <c:minus>
              <c:numRef>
                <c:f>'0.7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11500000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25800000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4140000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'0.7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'0.7 Con'!$J$2:$J$9</c:f>
              <c:numCache>
                <c:formatCode>0.00E+00</c:formatCode>
                <c:ptCount val="8"/>
                <c:pt idx="0">
                  <c:v>124300000</c:v>
                </c:pt>
                <c:pt idx="1">
                  <c:v>136000000</c:v>
                </c:pt>
                <c:pt idx="3">
                  <c:v>190100000</c:v>
                </c:pt>
                <c:pt idx="4">
                  <c:v>209000000</c:v>
                </c:pt>
                <c:pt idx="6">
                  <c:v>125500000</c:v>
                </c:pt>
                <c:pt idx="7">
                  <c:v>59700000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80-4850-995D-0545B749A924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E40D0D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'0.7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11500000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25800000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4140000</c:v>
                  </c:pt>
                </c:numCache>
              </c:numRef>
            </c:plus>
            <c:minus>
              <c:numRef>
                <c:f>'0.7 Con'!$K$11:$K$18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11500000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25800000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4140000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'0.7 Con'!$H$2:$H$9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'0.7 Con'!$K$2:$K$9</c:f>
              <c:numCache>
                <c:formatCode>0.00E+00</c:formatCode>
                <c:ptCount val="8"/>
                <c:pt idx="0">
                  <c:v>135500000</c:v>
                </c:pt>
                <c:pt idx="1">
                  <c:v>129000000</c:v>
                </c:pt>
                <c:pt idx="3">
                  <c:v>205900000</c:v>
                </c:pt>
                <c:pt idx="4">
                  <c:v>221000000</c:v>
                </c:pt>
                <c:pt idx="6">
                  <c:v>94710000</c:v>
                </c:pt>
                <c:pt idx="7">
                  <c:v>56900000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80-4850-995D-0545B749A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7078576"/>
        <c:axId val="827080976"/>
      </c:lineChart>
      <c:catAx>
        <c:axId val="827078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80976"/>
        <c:crosses val="autoZero"/>
        <c:auto val="1"/>
        <c:lblAlgn val="ctr"/>
        <c:lblOffset val="100"/>
        <c:tickMarkSkip val="1"/>
        <c:noMultiLvlLbl val="0"/>
      </c:catAx>
      <c:valAx>
        <c:axId val="82708097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78576"/>
        <c:crosses val="autoZero"/>
        <c:crossBetween val="between"/>
        <c:dispUnits>
          <c:builtInUnit val="hundred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'2.3 conc'!$I$11:$I$18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8270000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11700000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12100000</c:v>
                  </c:pt>
                </c:numCache>
              </c:numRef>
            </c:plus>
            <c:minus>
              <c:numRef>
                <c:f>'2.3 conc'!$I$11:$I$18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8270000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11700000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12100000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'2.3 conc'!$H$2:$H$9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'2.3 conc'!$I$2:$I$9</c:f>
              <c:numCache>
                <c:formatCode>0.00E+00</c:formatCode>
                <c:ptCount val="8"/>
                <c:pt idx="0">
                  <c:v>138900000</c:v>
                </c:pt>
                <c:pt idx="1">
                  <c:v>163000000</c:v>
                </c:pt>
                <c:pt idx="3">
                  <c:v>123800000</c:v>
                </c:pt>
                <c:pt idx="4">
                  <c:v>127000000</c:v>
                </c:pt>
                <c:pt idx="6">
                  <c:v>77740000</c:v>
                </c:pt>
                <c:pt idx="7">
                  <c:v>71200000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1F-4172-96C2-CF378EC541FE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'2.3 conc'!$J$11:$J$18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14400000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16100000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6370000</c:v>
                  </c:pt>
                </c:numCache>
              </c:numRef>
            </c:plus>
            <c:minus>
              <c:numRef>
                <c:f>'2.3 conc'!$J$11:$J$18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14400000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16100000</c:v>
                  </c:pt>
                  <c:pt idx="5">
                    <c:v>0</c:v>
                  </c:pt>
                  <c:pt idx="6">
                    <c:v>0</c:v>
                  </c:pt>
                  <c:pt idx="7">
                    <c:v>6370000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'2.3 conc'!$H$2:$H$9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'2.3 conc'!$J$2:$J$9</c:f>
              <c:numCache>
                <c:formatCode>0.00E+00</c:formatCode>
                <c:ptCount val="8"/>
                <c:pt idx="0">
                  <c:v>147300000</c:v>
                </c:pt>
                <c:pt idx="1">
                  <c:v>158000000</c:v>
                </c:pt>
                <c:pt idx="3">
                  <c:v>91560000</c:v>
                </c:pt>
                <c:pt idx="4">
                  <c:v>120000000</c:v>
                </c:pt>
                <c:pt idx="6">
                  <c:v>68700000</c:v>
                </c:pt>
                <c:pt idx="7">
                  <c:v>77800000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1F-4172-96C2-CF378EC541FE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errBars>
            <c:errDir val="y"/>
            <c:errBarType val="both"/>
            <c:errValType val="cust"/>
            <c:noEndCap val="0"/>
            <c:plus>
              <c:numRef>
                <c:f>'2.3 conc'!$K$11:$K$18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20800000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9860000</c:v>
                  </c:pt>
                  <c:pt idx="5">
                    <c:v>0</c:v>
                  </c:pt>
                  <c:pt idx="6">
                    <c:v>0</c:v>
                  </c:pt>
                  <c:pt idx="7">
                    <c:v>24500000</c:v>
                  </c:pt>
                </c:numCache>
              </c:numRef>
            </c:plus>
            <c:minus>
              <c:numRef>
                <c:f>'2.3 conc'!$K$11:$K$18</c:f>
                <c:numCache>
                  <c:formatCode>General</c:formatCode>
                  <c:ptCount val="8"/>
                  <c:pt idx="0">
                    <c:v>0</c:v>
                  </c:pt>
                  <c:pt idx="1">
                    <c:v>20800000</c:v>
                  </c:pt>
                  <c:pt idx="2">
                    <c:v>0</c:v>
                  </c:pt>
                  <c:pt idx="3">
                    <c:v>0</c:v>
                  </c:pt>
                  <c:pt idx="4">
                    <c:v>9860000</c:v>
                  </c:pt>
                  <c:pt idx="5">
                    <c:v>0</c:v>
                  </c:pt>
                  <c:pt idx="6">
                    <c:v>0</c:v>
                  </c:pt>
                  <c:pt idx="7">
                    <c:v>24500000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'2.3 conc'!$H$2:$H$9</c:f>
              <c:strCache>
                <c:ptCount val="8"/>
                <c:pt idx="0">
                  <c:v>R1_DLS</c:v>
                </c:pt>
                <c:pt idx="1">
                  <c:v>R1_NTA</c:v>
                </c:pt>
                <c:pt idx="2">
                  <c:v> </c:v>
                </c:pt>
                <c:pt idx="3">
                  <c:v>R2_DLS</c:v>
                </c:pt>
                <c:pt idx="4">
                  <c:v>R2_NTA</c:v>
                </c:pt>
                <c:pt idx="5">
                  <c:v> </c:v>
                </c:pt>
                <c:pt idx="6">
                  <c:v>R3_DLS</c:v>
                </c:pt>
                <c:pt idx="7">
                  <c:v>R3_NTA</c:v>
                </c:pt>
              </c:strCache>
            </c:strRef>
          </c:cat>
          <c:val>
            <c:numRef>
              <c:f>'2.3 conc'!$K$2:$K$9</c:f>
              <c:numCache>
                <c:formatCode>0.00E+00</c:formatCode>
                <c:ptCount val="8"/>
                <c:pt idx="0">
                  <c:v>173900000</c:v>
                </c:pt>
                <c:pt idx="1">
                  <c:v>166000000</c:v>
                </c:pt>
                <c:pt idx="3">
                  <c:v>129400000</c:v>
                </c:pt>
                <c:pt idx="4">
                  <c:v>124000000</c:v>
                </c:pt>
                <c:pt idx="6">
                  <c:v>61810000</c:v>
                </c:pt>
                <c:pt idx="7">
                  <c:v>70900000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1F-4172-96C2-CF378EC541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7078576"/>
        <c:axId val="827080976"/>
      </c:lineChart>
      <c:catAx>
        <c:axId val="827078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80976"/>
        <c:crosses val="autoZero"/>
        <c:auto val="1"/>
        <c:lblAlgn val="ctr"/>
        <c:lblOffset val="100"/>
        <c:tickMarkSkip val="1"/>
        <c:noMultiLvlLbl val="0"/>
      </c:catAx>
      <c:valAx>
        <c:axId val="827080976"/>
        <c:scaling>
          <c:orientation val="minMax"/>
          <c:max val="30000000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827078576"/>
        <c:crosses val="autoZero"/>
        <c:crossBetween val="between"/>
        <c:dispUnits>
          <c:builtInUnit val="hundred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0.25R1</c:v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7"/>
            <c:spPr>
              <a:solidFill>
                <a:srgbClr val="14D446"/>
              </a:solidFill>
              <a:ln w="9525">
                <a:solidFill>
                  <a:srgbClr val="14D446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(Concentrations!$O$4,Concentrations!$O$10,Concentrations!$O$16,Concentrations!$O$22,Concentrations!$V$4,Concentrations!$V$10,Concentrations!$V$16)</c:f>
              <c:numCache>
                <c:formatCode>0.000</c:formatCode>
                <c:ptCount val="7"/>
                <c:pt idx="0">
                  <c:v>0.56618087088539204</c:v>
                </c:pt>
                <c:pt idx="1">
                  <c:v>0.49349616901787502</c:v>
                </c:pt>
                <c:pt idx="2">
                  <c:v>0.54275652003989505</c:v>
                </c:pt>
                <c:pt idx="3">
                  <c:v>0.58378214607015899</c:v>
                </c:pt>
                <c:pt idx="4">
                  <c:v>0.50036381807399499</c:v>
                </c:pt>
                <c:pt idx="5">
                  <c:v>0.48050657575822198</c:v>
                </c:pt>
                <c:pt idx="6">
                  <c:v>0.508819104560707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C9-4E4A-B49F-F975860F68EA}"/>
            </c:ext>
          </c:extLst>
        </c:ser>
        <c:ser>
          <c:idx val="1"/>
          <c:order val="1"/>
          <c:tx>
            <c:v>0.25R2</c:v>
          </c:tx>
          <c:spPr>
            <a:ln w="28575" cap="rnd">
              <a:noFill/>
              <a:round/>
            </a:ln>
            <a:effectLst/>
          </c:spPr>
          <c:marker>
            <c:symbol val="square"/>
            <c:size val="7"/>
            <c:spPr>
              <a:solidFill>
                <a:srgbClr val="14D446"/>
              </a:solidFill>
              <a:ln w="9525">
                <a:solidFill>
                  <a:srgbClr val="14D446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(Concentrations!$P$4,Concentrations!$P$10,Concentrations!$P$16,Concentrations!$P$22,Concentrations!$W$4,Concentrations!$W$10,Concentrations!$W$16)</c:f>
              <c:numCache>
                <c:formatCode>0.000</c:formatCode>
                <c:ptCount val="7"/>
                <c:pt idx="0">
                  <c:v>0.59341467023454997</c:v>
                </c:pt>
                <c:pt idx="1">
                  <c:v>0.50321781316104097</c:v>
                </c:pt>
                <c:pt idx="2">
                  <c:v>0.51636429764827096</c:v>
                </c:pt>
                <c:pt idx="3">
                  <c:v>0.51331492414189395</c:v>
                </c:pt>
                <c:pt idx="4">
                  <c:v>0.46307502352945501</c:v>
                </c:pt>
                <c:pt idx="5">
                  <c:v>0.565856859993907</c:v>
                </c:pt>
                <c:pt idx="6">
                  <c:v>0.46647986616832898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C9-4E4A-B49F-F975860F68EA}"/>
            </c:ext>
          </c:extLst>
        </c:ser>
        <c:ser>
          <c:idx val="2"/>
          <c:order val="2"/>
          <c:tx>
            <c:v>0.25R3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14D446"/>
              </a:solidFill>
              <a:ln w="9525">
                <a:solidFill>
                  <a:srgbClr val="14D446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(Concentrations!$Q$4,Concentrations!$Q$10,Concentrations!$Q$16,Concentrations!$Q$22,Concentrations!$X$4,Concentrations!$X$10,Concentrations!$X$16)</c:f>
              <c:numCache>
                <c:formatCode>0.000</c:formatCode>
                <c:ptCount val="7"/>
                <c:pt idx="0">
                  <c:v>0.53147327067117001</c:v>
                </c:pt>
                <c:pt idx="1">
                  <c:v>0.53769063230927205</c:v>
                </c:pt>
                <c:pt idx="2">
                  <c:v>0.59102417493536497</c:v>
                </c:pt>
                <c:pt idx="3">
                  <c:v>0.503766941590996</c:v>
                </c:pt>
                <c:pt idx="4">
                  <c:v>0.38541736879918498</c:v>
                </c:pt>
                <c:pt idx="5">
                  <c:v>0.52994358426204902</c:v>
                </c:pt>
                <c:pt idx="6">
                  <c:v>0.53423372337417996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C9-4E4A-B49F-F975860F6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484800"/>
        <c:axId val="1878468480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v>0.7R1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(Concentrations!$O$5,Concentrations!$O$11,Concentrations!$O$17,Concentrations!$O$23,Concentrations!$V$5,Concentrations!$V$11,Concentrations!$V$17)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0.564848147357497</c:v>
                      </c:pt>
                      <c:pt idx="1">
                        <c:v>0.63552911316161798</c:v>
                      </c:pt>
                      <c:pt idx="2">
                        <c:v>0.59706790527768605</c:v>
                      </c:pt>
                      <c:pt idx="3">
                        <c:v>0.51588777323731105</c:v>
                      </c:pt>
                      <c:pt idx="4">
                        <c:v>0.73886724710359897</c:v>
                      </c:pt>
                      <c:pt idx="5">
                        <c:v>0.58910975736154103</c:v>
                      </c:pt>
                      <c:pt idx="6">
                        <c:v>0.49140745755155102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08C9-4E4A-B49F-F975860F68EA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v>0.7R2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(Concentrations!$P$5,Concentrations!$P$11,Concentrations!$P$17,Concentrations!$P$23,Concentrations!$W$5,Concentrations!$W$11,Concentrations!$W$17)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0.54272743584499406</c:v>
                      </c:pt>
                      <c:pt idx="1">
                        <c:v>0.55280246700851199</c:v>
                      </c:pt>
                      <c:pt idx="2">
                        <c:v>0.58422824614095503</c:v>
                      </c:pt>
                      <c:pt idx="3">
                        <c:v>0.58774995749746795</c:v>
                      </c:pt>
                      <c:pt idx="4">
                        <c:v>0.552117593895735</c:v>
                      </c:pt>
                      <c:pt idx="5">
                        <c:v>0.61410972766777305</c:v>
                      </c:pt>
                      <c:pt idx="6">
                        <c:v>0.492716850458575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08C9-4E4A-B49F-F975860F68EA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v>0.7R3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(Concentrations!$Q$5,Concentrations!$Q$11,Concentrations!$Q$17,Concentrations!$Q$23,Concentrations!$X$5,Concentrations!$X$11,Concentrations!$X$17)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0.55200079753244802</c:v>
                      </c:pt>
                      <c:pt idx="1">
                        <c:v>0.51954170616655504</c:v>
                      </c:pt>
                      <c:pt idx="2">
                        <c:v>0.55806922704650896</c:v>
                      </c:pt>
                      <c:pt idx="3">
                        <c:v>0.53595822361621304</c:v>
                      </c:pt>
                      <c:pt idx="4">
                        <c:v>0.61094181760302002</c:v>
                      </c:pt>
                      <c:pt idx="5">
                        <c:v>0.50813709630508797</c:v>
                      </c:pt>
                      <c:pt idx="6">
                        <c:v>0.57547637885541902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08C9-4E4A-B49F-F975860F68EA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v>2.6R1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>
                        <a:lumMod val="60000"/>
                      </a:schemeClr>
                    </a:solidFill>
                    <a:ln w="9525">
                      <a:solidFill>
                        <a:schemeClr val="accent1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(Concentrations!$O$6,Concentrations!$O$12,Concentrations!$O$18,Concentrations!$O$24,Concentrations!$V$6,Concentrations!$V$12,Concentrations!$V$18)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0.83255448702257395</c:v>
                      </c:pt>
                      <c:pt idx="1">
                        <c:v>0.609879218278219</c:v>
                      </c:pt>
                      <c:pt idx="2">
                        <c:v>0.63249301843982397</c:v>
                      </c:pt>
                      <c:pt idx="3">
                        <c:v>0.65173680446853499</c:v>
                      </c:pt>
                      <c:pt idx="4">
                        <c:v>0.63507638438231695</c:v>
                      </c:pt>
                      <c:pt idx="5">
                        <c:v>0.65921133777199303</c:v>
                      </c:pt>
                      <c:pt idx="6">
                        <c:v>0.557758103683484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08C9-4E4A-B49F-F975860F68EA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v>2.6R2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>
                        <a:lumMod val="60000"/>
                      </a:schemeClr>
                    </a:solidFill>
                    <a:ln w="9525">
                      <a:solidFill>
                        <a:schemeClr val="accent2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(Concentrations!$P$6,Concentrations!$P$12,Concentrations!$P$18,Concentrations!$P$24,Concentrations!$W$6,Concentrations!$W$12,Concentrations!$W$18)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0.58210027970660905</c:v>
                      </c:pt>
                      <c:pt idx="1">
                        <c:v>0.62777174786471501</c:v>
                      </c:pt>
                      <c:pt idx="2">
                        <c:v>0.59020020097148695</c:v>
                      </c:pt>
                      <c:pt idx="3">
                        <c:v>0.59431497626914098</c:v>
                      </c:pt>
                      <c:pt idx="4">
                        <c:v>0.68377987632257198</c:v>
                      </c:pt>
                      <c:pt idx="5">
                        <c:v>0.70399494107591798</c:v>
                      </c:pt>
                      <c:pt idx="6">
                        <c:v>0.459618127724371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8C9-4E4A-B49F-F975860F68EA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v>2.6R3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>
                        <a:lumMod val="60000"/>
                      </a:schemeClr>
                    </a:solidFill>
                    <a:ln w="9525">
                      <a:solidFill>
                        <a:schemeClr val="accent3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(Concentrations!$Q$6,Concentrations!$Q$12,Concentrations!$Q$18,Concentrations!$Q$24,Concentrations!$X$6,Concentrations!$X$12,Concentrations!$X$18)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0.62612185471058401</c:v>
                      </c:pt>
                      <c:pt idx="1">
                        <c:v>0.63381187433576902</c:v>
                      </c:pt>
                      <c:pt idx="2">
                        <c:v>0.58157033177600204</c:v>
                      </c:pt>
                      <c:pt idx="3">
                        <c:v>0.63644953865679299</c:v>
                      </c:pt>
                      <c:pt idx="4">
                        <c:v>0.65506145834607199</c:v>
                      </c:pt>
                      <c:pt idx="5">
                        <c:v>0.68632426925879098</c:v>
                      </c:pt>
                      <c:pt idx="6">
                        <c:v>0.673362242685552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08C9-4E4A-B49F-F975860F68EA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v>BlkR1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>
                        <a:lumMod val="60000"/>
                      </a:schemeClr>
                    </a:solidFill>
                    <a:ln w="9525">
                      <a:solidFill>
                        <a:schemeClr val="accent4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(Concentrations!$O$7,Concentrations!$O$13,Concentrations!$O$19,Concentrations!$O$25,Concentrations!$V$7,Concentrations!$V$13,Concentrations!$V$19)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0.48952887168230702</c:v>
                      </c:pt>
                      <c:pt idx="1">
                        <c:v>0.50579368474262598</c:v>
                      </c:pt>
                      <c:pt idx="2">
                        <c:v>0.47937911442637299</c:v>
                      </c:pt>
                      <c:pt idx="3">
                        <c:v>0.441855460780399</c:v>
                      </c:pt>
                      <c:pt idx="4">
                        <c:v>0.50390441900716598</c:v>
                      </c:pt>
                      <c:pt idx="5">
                        <c:v>0.63644953865679299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08C9-4E4A-B49F-F975860F68EA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v>BlkR2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>
                        <a:lumMod val="60000"/>
                      </a:schemeClr>
                    </a:solidFill>
                    <a:ln w="9525">
                      <a:solidFill>
                        <a:schemeClr val="accent5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(Concentrations!$P$7,Concentrations!$P$13,Concentrations!$P$19,Concentrations!$P$25,Concentrations!$W$7,Concentrations!$W$13,Concentrations!$W$19)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0.54123216356039605</c:v>
                      </c:pt>
                      <c:pt idx="1">
                        <c:v>0.38877321802727099</c:v>
                      </c:pt>
                      <c:pt idx="2">
                        <c:v>0.51668331619142205</c:v>
                      </c:pt>
                      <c:pt idx="3">
                        <c:v>0.52306907946880599</c:v>
                      </c:pt>
                      <c:pt idx="4">
                        <c:v>0.47868557200355699</c:v>
                      </c:pt>
                      <c:pt idx="5">
                        <c:v>0.49592437358265901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08C9-4E4A-B49F-F975860F68EA}"/>
                  </c:ext>
                </c:extLst>
              </c15:ser>
            </c15:filteredLineSeries>
          </c:ext>
        </c:extLst>
      </c:lineChart>
      <c:catAx>
        <c:axId val="187848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68480"/>
        <c:crosses val="autoZero"/>
        <c:auto val="1"/>
        <c:lblAlgn val="ctr"/>
        <c:lblOffset val="100"/>
        <c:noMultiLvlLbl val="0"/>
      </c:catAx>
      <c:valAx>
        <c:axId val="1878468480"/>
        <c:scaling>
          <c:orientation val="minMax"/>
          <c:max val="0.9"/>
          <c:min val="0.30000000000000004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8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966099861543782"/>
          <c:y val="4.1606280193236603E-3"/>
          <c:w val="0.20033900138456209"/>
          <c:h val="0.2514453371140516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3"/>
          <c:order val="3"/>
          <c:tx>
            <c:v>0.7R1</c:v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7"/>
            <c:spPr>
              <a:solidFill>
                <a:srgbClr val="E40D0D"/>
              </a:solidFill>
              <a:ln w="9525">
                <a:solidFill>
                  <a:srgbClr val="E40D0D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(Concentrations!$O$5,Concentrations!$O$11,Concentrations!$O$17,Concentrations!$O$23,Concentrations!$V$5,Concentrations!$V$11,Concentrations!$V$17)</c:f>
              <c:numCache>
                <c:formatCode>0.000</c:formatCode>
                <c:ptCount val="7"/>
                <c:pt idx="0">
                  <c:v>0.564848147357497</c:v>
                </c:pt>
                <c:pt idx="1">
                  <c:v>0.63552911316161798</c:v>
                </c:pt>
                <c:pt idx="2">
                  <c:v>0.59706790527768605</c:v>
                </c:pt>
                <c:pt idx="3">
                  <c:v>0.51588777323731105</c:v>
                </c:pt>
                <c:pt idx="4">
                  <c:v>0.73886724710359897</c:v>
                </c:pt>
                <c:pt idx="5">
                  <c:v>0.58910975736154103</c:v>
                </c:pt>
                <c:pt idx="6">
                  <c:v>0.49140745755155102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44-44F8-8313-D09BE6A77066}"/>
            </c:ext>
          </c:extLst>
        </c:ser>
        <c:ser>
          <c:idx val="4"/>
          <c:order val="4"/>
          <c:tx>
            <c:v>0.7R2</c:v>
          </c:tx>
          <c:spPr>
            <a:ln w="28575" cap="rnd">
              <a:noFill/>
              <a:round/>
            </a:ln>
            <a:effectLst/>
          </c:spPr>
          <c:marker>
            <c:symbol val="square"/>
            <c:size val="7"/>
            <c:spPr>
              <a:solidFill>
                <a:srgbClr val="E40D0D"/>
              </a:solidFill>
              <a:ln w="9525">
                <a:solidFill>
                  <a:srgbClr val="E40D0D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(Concentrations!$P$5,Concentrations!$P$11,Concentrations!$P$17,Concentrations!$P$23,Concentrations!$W$5,Concentrations!$W$11,Concentrations!$W$17)</c:f>
              <c:numCache>
                <c:formatCode>0.000</c:formatCode>
                <c:ptCount val="7"/>
                <c:pt idx="0">
                  <c:v>0.54272743584499406</c:v>
                </c:pt>
                <c:pt idx="1">
                  <c:v>0.55280246700851199</c:v>
                </c:pt>
                <c:pt idx="2">
                  <c:v>0.58422824614095503</c:v>
                </c:pt>
                <c:pt idx="3">
                  <c:v>0.58774995749746795</c:v>
                </c:pt>
                <c:pt idx="4">
                  <c:v>0.552117593895735</c:v>
                </c:pt>
                <c:pt idx="5">
                  <c:v>0.61410972766777305</c:v>
                </c:pt>
                <c:pt idx="6">
                  <c:v>0.492716850458575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144-44F8-8313-D09BE6A77066}"/>
            </c:ext>
          </c:extLst>
        </c:ser>
        <c:ser>
          <c:idx val="5"/>
          <c:order val="5"/>
          <c:tx>
            <c:v>0.7R3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E40D0D"/>
              </a:solidFill>
              <a:ln w="9525">
                <a:solidFill>
                  <a:srgbClr val="E40D0D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(Concentrations!$Q$5,Concentrations!$Q$11,Concentrations!$Q$17,Concentrations!$Q$23,Concentrations!$X$5,Concentrations!$X$11,Concentrations!$X$17)</c:f>
              <c:numCache>
                <c:formatCode>0.000</c:formatCode>
                <c:ptCount val="7"/>
                <c:pt idx="0">
                  <c:v>0.55200079753244802</c:v>
                </c:pt>
                <c:pt idx="1">
                  <c:v>0.51954170616655504</c:v>
                </c:pt>
                <c:pt idx="2">
                  <c:v>0.55806922704650896</c:v>
                </c:pt>
                <c:pt idx="3">
                  <c:v>0.53595822361621304</c:v>
                </c:pt>
                <c:pt idx="4">
                  <c:v>0.61094181760302002</c:v>
                </c:pt>
                <c:pt idx="5">
                  <c:v>0.50813709630508797</c:v>
                </c:pt>
                <c:pt idx="6">
                  <c:v>0.57547637885541902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144-44F8-8313-D09BE6A770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484800"/>
        <c:axId val="18784684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v>0.25R1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(Concentrations!$O$4,Concentrations!$O$10,Concentrations!$O$16,Concentrations!$O$22,Concentrations!$V$4,Concentrations!$V$10,Concentrations!$V$16)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0.56618087088539204</c:v>
                      </c:pt>
                      <c:pt idx="1">
                        <c:v>0.49349616901787502</c:v>
                      </c:pt>
                      <c:pt idx="2">
                        <c:v>0.54275652003989505</c:v>
                      </c:pt>
                      <c:pt idx="3">
                        <c:v>0.58378214607015899</c:v>
                      </c:pt>
                      <c:pt idx="4">
                        <c:v>0.50036381807399499</c:v>
                      </c:pt>
                      <c:pt idx="5">
                        <c:v>0.48050657575822198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D144-44F8-8313-D09BE6A77066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v>0.25R2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(Concentrations!$P$4,Concentrations!$P$10,Concentrations!$P$16,Concentrations!$P$22,Concentrations!$W$4,Concentrations!$W$10,Concentrations!$W$16)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0.59341467023454997</c:v>
                      </c:pt>
                      <c:pt idx="1">
                        <c:v>0.50321781316104097</c:v>
                      </c:pt>
                      <c:pt idx="2">
                        <c:v>0.51636429764827096</c:v>
                      </c:pt>
                      <c:pt idx="3">
                        <c:v>0.51331492414189395</c:v>
                      </c:pt>
                      <c:pt idx="4">
                        <c:v>0.46307502352945501</c:v>
                      </c:pt>
                      <c:pt idx="5">
                        <c:v>0.565856859993907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D144-44F8-8313-D09BE6A77066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v>0.25R3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(Concentrations!$Q$4,Concentrations!$Q$10,Concentrations!$Q$16,Concentrations!$Q$22,Concentrations!$X$4,Concentrations!$X$10,Concentrations!$X$16)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0.53147327067117001</c:v>
                      </c:pt>
                      <c:pt idx="1">
                        <c:v>0.53769063230927205</c:v>
                      </c:pt>
                      <c:pt idx="2">
                        <c:v>0.59102417493536497</c:v>
                      </c:pt>
                      <c:pt idx="3">
                        <c:v>0.503766941590996</c:v>
                      </c:pt>
                      <c:pt idx="4">
                        <c:v>0.38541736879918498</c:v>
                      </c:pt>
                      <c:pt idx="5">
                        <c:v>0.52994358426204902</c:v>
                      </c:pt>
                      <c:pt idx="6">
                        <c:v>0.53423372337417996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D144-44F8-8313-D09BE6A77066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v>2.6R1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>
                        <a:lumMod val="60000"/>
                      </a:schemeClr>
                    </a:solidFill>
                    <a:ln w="9525">
                      <a:solidFill>
                        <a:schemeClr val="accent1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(Concentrations!$O$6,Concentrations!$O$12,Concentrations!$O$18,Concentrations!$O$24,Concentrations!$V$6,Concentrations!$V$12,Concentrations!$V$18)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0.83255448702257395</c:v>
                      </c:pt>
                      <c:pt idx="1">
                        <c:v>0.609879218278219</c:v>
                      </c:pt>
                      <c:pt idx="2">
                        <c:v>0.63249301843982397</c:v>
                      </c:pt>
                      <c:pt idx="3">
                        <c:v>0.65173680446853499</c:v>
                      </c:pt>
                      <c:pt idx="4">
                        <c:v>0.63507638438231695</c:v>
                      </c:pt>
                      <c:pt idx="5">
                        <c:v>0.65921133777199303</c:v>
                      </c:pt>
                      <c:pt idx="6">
                        <c:v>0.557758103683484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D144-44F8-8313-D09BE6A77066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v>2.6R2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>
                        <a:lumMod val="60000"/>
                      </a:schemeClr>
                    </a:solidFill>
                    <a:ln w="9525">
                      <a:solidFill>
                        <a:schemeClr val="accent2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(Concentrations!$P$6,Concentrations!$P$12,Concentrations!$P$18,Concentrations!$P$24,Concentrations!$W$6,Concentrations!$W$12,Concentrations!$W$18)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0.58210027970660905</c:v>
                      </c:pt>
                      <c:pt idx="1">
                        <c:v>0.62777174786471501</c:v>
                      </c:pt>
                      <c:pt idx="2">
                        <c:v>0.59020020097148695</c:v>
                      </c:pt>
                      <c:pt idx="3">
                        <c:v>0.59431497626914098</c:v>
                      </c:pt>
                      <c:pt idx="4">
                        <c:v>0.68377987632257198</c:v>
                      </c:pt>
                      <c:pt idx="5">
                        <c:v>0.70399494107591798</c:v>
                      </c:pt>
                      <c:pt idx="6">
                        <c:v>0.459618127724371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D144-44F8-8313-D09BE6A77066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v>2.6R3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>
                        <a:lumMod val="60000"/>
                      </a:schemeClr>
                    </a:solidFill>
                    <a:ln w="9525">
                      <a:solidFill>
                        <a:schemeClr val="accent3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(Concentrations!$Q$6,Concentrations!$Q$12,Concentrations!$Q$18,Concentrations!$Q$24,Concentrations!$X$6,Concentrations!$X$12,Concentrations!$X$18)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0.62612185471058401</c:v>
                      </c:pt>
                      <c:pt idx="1">
                        <c:v>0.63381187433576902</c:v>
                      </c:pt>
                      <c:pt idx="2">
                        <c:v>0.58157033177600204</c:v>
                      </c:pt>
                      <c:pt idx="3">
                        <c:v>0.63644953865679299</c:v>
                      </c:pt>
                      <c:pt idx="4">
                        <c:v>0.65506145834607199</c:v>
                      </c:pt>
                      <c:pt idx="5">
                        <c:v>0.68632426925879098</c:v>
                      </c:pt>
                      <c:pt idx="6">
                        <c:v>0.673362242685552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D144-44F8-8313-D09BE6A77066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v>BlkR1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>
                        <a:lumMod val="60000"/>
                      </a:schemeClr>
                    </a:solidFill>
                    <a:ln w="9525">
                      <a:solidFill>
                        <a:schemeClr val="accent4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(Concentrations!$O$7,Concentrations!$O$13,Concentrations!$O$19,Concentrations!$O$25,Concentrations!$V$7,Concentrations!$V$13,Concentrations!$V$19)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0.48952887168230702</c:v>
                      </c:pt>
                      <c:pt idx="1">
                        <c:v>0.50579368474262598</c:v>
                      </c:pt>
                      <c:pt idx="2">
                        <c:v>0.47937911442637299</c:v>
                      </c:pt>
                      <c:pt idx="3">
                        <c:v>0.441855460780399</c:v>
                      </c:pt>
                      <c:pt idx="4">
                        <c:v>0.50390441900716598</c:v>
                      </c:pt>
                      <c:pt idx="5">
                        <c:v>0.63644953865679299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D144-44F8-8313-D09BE6A77066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v>BlkR2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>
                        <a:lumMod val="60000"/>
                      </a:schemeClr>
                    </a:solidFill>
                    <a:ln w="9525">
                      <a:solidFill>
                        <a:schemeClr val="accent5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(Concentrations!$P$7,Concentrations!$P$13,Concentrations!$P$19,Concentrations!$P$25,Concentrations!$W$7,Concentrations!$W$13,Concentrations!$W$19)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0.54123216356039605</c:v>
                      </c:pt>
                      <c:pt idx="1">
                        <c:v>0.38877321802727099</c:v>
                      </c:pt>
                      <c:pt idx="2">
                        <c:v>0.51668331619142205</c:v>
                      </c:pt>
                      <c:pt idx="3">
                        <c:v>0.52306907946880599</c:v>
                      </c:pt>
                      <c:pt idx="4">
                        <c:v>0.47868557200355699</c:v>
                      </c:pt>
                      <c:pt idx="5">
                        <c:v>0.49592437358265901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D144-44F8-8313-D09BE6A77066}"/>
                  </c:ext>
                </c:extLst>
              </c15:ser>
            </c15:filteredLineSeries>
          </c:ext>
        </c:extLst>
      </c:lineChart>
      <c:catAx>
        <c:axId val="187848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68480"/>
        <c:crosses val="autoZero"/>
        <c:auto val="1"/>
        <c:lblAlgn val="ctr"/>
        <c:lblOffset val="100"/>
        <c:noMultiLvlLbl val="0"/>
      </c:catAx>
      <c:valAx>
        <c:axId val="1878468480"/>
        <c:scaling>
          <c:orientation val="minMax"/>
          <c:max val="0.9"/>
          <c:min val="0.30000000000000004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8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410003461405335"/>
          <c:y val="0"/>
          <c:w val="0.17589996538594671"/>
          <c:h val="0.2514453371140516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9"/>
          <c:order val="9"/>
          <c:tx>
            <c:v>BlkR1</c:v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7"/>
            <c:spPr>
              <a:solidFill>
                <a:srgbClr val="000000"/>
              </a:solidFill>
              <a:ln w="9525">
                <a:solidFill>
                  <a:srgbClr val="000000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(Concentrations!$O$7,Concentrations!$O$13,Concentrations!$O$19,Concentrations!$O$25,Concentrations!$V$7,Concentrations!$V$13,Concentrations!$V$19)</c:f>
              <c:numCache>
                <c:formatCode>0.000</c:formatCode>
                <c:ptCount val="7"/>
                <c:pt idx="0">
                  <c:v>0.48952887168230702</c:v>
                </c:pt>
                <c:pt idx="1">
                  <c:v>0.50579368474262598</c:v>
                </c:pt>
                <c:pt idx="2">
                  <c:v>0.47937911442637299</c:v>
                </c:pt>
                <c:pt idx="3">
                  <c:v>0.441855460780399</c:v>
                </c:pt>
                <c:pt idx="4">
                  <c:v>0.50390441900716598</c:v>
                </c:pt>
                <c:pt idx="5">
                  <c:v>0.63644953865679299</c:v>
                </c:pt>
                <c:pt idx="6">
                  <c:v>0.508819104560707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D19-4604-BD04-3B2898AA3624}"/>
            </c:ext>
          </c:extLst>
        </c:ser>
        <c:ser>
          <c:idx val="10"/>
          <c:order val="10"/>
          <c:tx>
            <c:v>BlkR2</c:v>
          </c:tx>
          <c:spPr>
            <a:ln w="28575" cap="rnd">
              <a:noFill/>
              <a:round/>
            </a:ln>
            <a:effectLst/>
          </c:spPr>
          <c:marker>
            <c:symbol val="square"/>
            <c:size val="7"/>
            <c:spPr>
              <a:solidFill>
                <a:srgbClr val="000000"/>
              </a:solidFill>
              <a:ln w="9525">
                <a:solidFill>
                  <a:srgbClr val="000000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(Concentrations!$P$7,Concentrations!$P$13,Concentrations!$P$19,Concentrations!$P$25,Concentrations!$W$7,Concentrations!$W$13,Concentrations!$W$19)</c:f>
              <c:numCache>
                <c:formatCode>0.000</c:formatCode>
                <c:ptCount val="7"/>
                <c:pt idx="0">
                  <c:v>0.54123216356039605</c:v>
                </c:pt>
                <c:pt idx="1">
                  <c:v>0.38877321802727099</c:v>
                </c:pt>
                <c:pt idx="2">
                  <c:v>0.51668331619142205</c:v>
                </c:pt>
                <c:pt idx="3">
                  <c:v>0.52306907946880599</c:v>
                </c:pt>
                <c:pt idx="4">
                  <c:v>0.47868557200355699</c:v>
                </c:pt>
                <c:pt idx="5">
                  <c:v>0.49592437358265901</c:v>
                </c:pt>
                <c:pt idx="6">
                  <c:v>0.46647986616832898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D19-4604-BD04-3B2898AA36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484800"/>
        <c:axId val="18784684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v>0.25R1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(Concentrations!$O$4,Concentrations!$O$10,Concentrations!$O$16,Concentrations!$O$22,Concentrations!$V$4,Concentrations!$V$10,Concentrations!$V$16)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0.56618087088539204</c:v>
                      </c:pt>
                      <c:pt idx="1">
                        <c:v>0.49349616901787502</c:v>
                      </c:pt>
                      <c:pt idx="2">
                        <c:v>0.54275652003989505</c:v>
                      </c:pt>
                      <c:pt idx="3">
                        <c:v>0.58378214607015899</c:v>
                      </c:pt>
                      <c:pt idx="4">
                        <c:v>0.50036381807399499</c:v>
                      </c:pt>
                      <c:pt idx="5">
                        <c:v>0.48050657575822198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7D19-4604-BD04-3B2898AA3624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v>0.25R2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(Concentrations!$P$4,Concentrations!$P$10,Concentrations!$P$16,Concentrations!$P$22,Concentrations!$W$4,Concentrations!$W$10,Concentrations!$W$16)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0.59341467023454997</c:v>
                      </c:pt>
                      <c:pt idx="1">
                        <c:v>0.50321781316104097</c:v>
                      </c:pt>
                      <c:pt idx="2">
                        <c:v>0.51636429764827096</c:v>
                      </c:pt>
                      <c:pt idx="3">
                        <c:v>0.51331492414189395</c:v>
                      </c:pt>
                      <c:pt idx="4">
                        <c:v>0.46307502352945501</c:v>
                      </c:pt>
                      <c:pt idx="5">
                        <c:v>0.565856859993907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7D19-4604-BD04-3B2898AA3624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v>0.25R3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(Concentrations!$Q$4,Concentrations!$Q$10,Concentrations!$Q$16,Concentrations!$Q$22,Concentrations!$X$4,Concentrations!$X$10,Concentrations!$X$16)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0.53147327067117001</c:v>
                      </c:pt>
                      <c:pt idx="1">
                        <c:v>0.53769063230927205</c:v>
                      </c:pt>
                      <c:pt idx="2">
                        <c:v>0.59102417493536497</c:v>
                      </c:pt>
                      <c:pt idx="3">
                        <c:v>0.503766941590996</c:v>
                      </c:pt>
                      <c:pt idx="4">
                        <c:v>0.38541736879918498</c:v>
                      </c:pt>
                      <c:pt idx="5">
                        <c:v>0.52994358426204902</c:v>
                      </c:pt>
                      <c:pt idx="6">
                        <c:v>0.53423372337417996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7D19-4604-BD04-3B2898AA3624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v>0.7R1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(Concentrations!$O$5,Concentrations!$O$11,Concentrations!$O$17,Concentrations!$O$23,Concentrations!$V$5,Concentrations!$V$11,Concentrations!$V$17)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0.564848147357497</c:v>
                      </c:pt>
                      <c:pt idx="1">
                        <c:v>0.63552911316161798</c:v>
                      </c:pt>
                      <c:pt idx="2">
                        <c:v>0.59706790527768605</c:v>
                      </c:pt>
                      <c:pt idx="3">
                        <c:v>0.51588777323731105</c:v>
                      </c:pt>
                      <c:pt idx="4">
                        <c:v>0.73886724710359897</c:v>
                      </c:pt>
                      <c:pt idx="5">
                        <c:v>0.58910975736154103</c:v>
                      </c:pt>
                      <c:pt idx="6">
                        <c:v>0.49140745755155102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D19-4604-BD04-3B2898AA3624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v>0.7R2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(Concentrations!$P$5,Concentrations!$P$11,Concentrations!$P$17,Concentrations!$P$23,Concentrations!$W$5,Concentrations!$W$11,Concentrations!$W$17)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0.54272743584499406</c:v>
                      </c:pt>
                      <c:pt idx="1">
                        <c:v>0.55280246700851199</c:v>
                      </c:pt>
                      <c:pt idx="2">
                        <c:v>0.58422824614095503</c:v>
                      </c:pt>
                      <c:pt idx="3">
                        <c:v>0.58774995749746795</c:v>
                      </c:pt>
                      <c:pt idx="4">
                        <c:v>0.552117593895735</c:v>
                      </c:pt>
                      <c:pt idx="5">
                        <c:v>0.61410972766777305</c:v>
                      </c:pt>
                      <c:pt idx="6">
                        <c:v>0.492716850458575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D19-4604-BD04-3B2898AA3624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v>0.7R3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(Concentrations!$Q$5,Concentrations!$Q$11,Concentrations!$Q$17,Concentrations!$Q$23,Concentrations!$X$5,Concentrations!$X$11,Concentrations!$X$17)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0.55200079753244802</c:v>
                      </c:pt>
                      <c:pt idx="1">
                        <c:v>0.51954170616655504</c:v>
                      </c:pt>
                      <c:pt idx="2">
                        <c:v>0.55806922704650896</c:v>
                      </c:pt>
                      <c:pt idx="3">
                        <c:v>0.53595822361621304</c:v>
                      </c:pt>
                      <c:pt idx="4">
                        <c:v>0.61094181760302002</c:v>
                      </c:pt>
                      <c:pt idx="5">
                        <c:v>0.50813709630508797</c:v>
                      </c:pt>
                      <c:pt idx="6">
                        <c:v>0.57547637885541902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D19-4604-BD04-3B2898AA3624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v>2.6R1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>
                        <a:lumMod val="60000"/>
                      </a:schemeClr>
                    </a:solidFill>
                    <a:ln w="9525">
                      <a:solidFill>
                        <a:schemeClr val="accent1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(Concentrations!$O$6,Concentrations!$O$12,Concentrations!$O$18,Concentrations!$O$24,Concentrations!$V$6,Concentrations!$V$12,Concentrations!$V$18)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0.83255448702257395</c:v>
                      </c:pt>
                      <c:pt idx="1">
                        <c:v>0.609879218278219</c:v>
                      </c:pt>
                      <c:pt idx="2">
                        <c:v>0.63249301843982397</c:v>
                      </c:pt>
                      <c:pt idx="3">
                        <c:v>0.65173680446853499</c:v>
                      </c:pt>
                      <c:pt idx="4">
                        <c:v>0.63507638438231695</c:v>
                      </c:pt>
                      <c:pt idx="5">
                        <c:v>0.65921133777199303</c:v>
                      </c:pt>
                      <c:pt idx="6">
                        <c:v>0.557758103683484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D19-4604-BD04-3B2898AA3624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v>2.6R2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>
                        <a:lumMod val="60000"/>
                      </a:schemeClr>
                    </a:solidFill>
                    <a:ln w="9525">
                      <a:solidFill>
                        <a:schemeClr val="accent2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(Concentrations!$P$6,Concentrations!$P$12,Concentrations!$P$18,Concentrations!$P$24,Concentrations!$W$6,Concentrations!$W$12,Concentrations!$W$18)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0.58210027970660905</c:v>
                      </c:pt>
                      <c:pt idx="1">
                        <c:v>0.62777174786471501</c:v>
                      </c:pt>
                      <c:pt idx="2">
                        <c:v>0.59020020097148695</c:v>
                      </c:pt>
                      <c:pt idx="3">
                        <c:v>0.59431497626914098</c:v>
                      </c:pt>
                      <c:pt idx="4">
                        <c:v>0.68377987632257198</c:v>
                      </c:pt>
                      <c:pt idx="5">
                        <c:v>0.70399494107591798</c:v>
                      </c:pt>
                      <c:pt idx="6">
                        <c:v>0.459618127724371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D19-4604-BD04-3B2898AA3624}"/>
                  </c:ext>
                </c:extLst>
              </c15:ser>
            </c15:filteredLineSeries>
            <c15:filteredLineSeries>
              <c15:ser>
                <c:idx val="8"/>
                <c:order val="8"/>
                <c:tx>
                  <c:v>2.6R3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>
                        <a:lumMod val="60000"/>
                      </a:schemeClr>
                    </a:solidFill>
                    <a:ln w="9525">
                      <a:solidFill>
                        <a:schemeClr val="accent3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(Concentrations!$Q$6,Concentrations!$Q$12,Concentrations!$Q$18,Concentrations!$Q$24,Concentrations!$X$6,Concentrations!$X$12,Concentrations!$X$18)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0.62612185471058401</c:v>
                      </c:pt>
                      <c:pt idx="1">
                        <c:v>0.63381187433576902</c:v>
                      </c:pt>
                      <c:pt idx="2">
                        <c:v>0.58157033177600204</c:v>
                      </c:pt>
                      <c:pt idx="3">
                        <c:v>0.63644953865679299</c:v>
                      </c:pt>
                      <c:pt idx="4">
                        <c:v>0.65506145834607199</c:v>
                      </c:pt>
                      <c:pt idx="5">
                        <c:v>0.68632426925879098</c:v>
                      </c:pt>
                      <c:pt idx="6">
                        <c:v>0.673362242685552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7D19-4604-BD04-3B2898AA3624}"/>
                  </c:ext>
                </c:extLst>
              </c15:ser>
            </c15:filteredLineSeries>
          </c:ext>
        </c:extLst>
      </c:lineChart>
      <c:catAx>
        <c:axId val="187848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68480"/>
        <c:crosses val="autoZero"/>
        <c:auto val="1"/>
        <c:lblAlgn val="ctr"/>
        <c:lblOffset val="100"/>
        <c:noMultiLvlLbl val="0"/>
      </c:catAx>
      <c:valAx>
        <c:axId val="1878468480"/>
        <c:scaling>
          <c:orientation val="minMax"/>
          <c:max val="0.9"/>
          <c:min val="0.30000000000000004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8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302872966424367"/>
          <c:y val="2.721329552615013E-3"/>
          <c:w val="0.17422377985462098"/>
          <c:h val="0.1676302247427011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6"/>
          <c:order val="6"/>
          <c:tx>
            <c:v>2.7R1</c:v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(Concentrations!$O$6,Concentrations!$O$12,Concentrations!$O$18,Concentrations!$O$24,Concentrations!$V$6,Concentrations!$V$12,Concentrations!$V$18)</c:f>
              <c:numCache>
                <c:formatCode>0.000</c:formatCode>
                <c:ptCount val="7"/>
                <c:pt idx="0">
                  <c:v>0.83255448702257395</c:v>
                </c:pt>
                <c:pt idx="1">
                  <c:v>0.609879218278219</c:v>
                </c:pt>
                <c:pt idx="2">
                  <c:v>0.63249301843982397</c:v>
                </c:pt>
                <c:pt idx="3">
                  <c:v>0.65173680446853499</c:v>
                </c:pt>
                <c:pt idx="4">
                  <c:v>0.63507638438231695</c:v>
                </c:pt>
                <c:pt idx="5">
                  <c:v>0.65921133777199303</c:v>
                </c:pt>
                <c:pt idx="6">
                  <c:v>0.557758103683484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31B-4B08-9638-1A6CF1196FEB}"/>
            </c:ext>
          </c:extLst>
        </c:ser>
        <c:ser>
          <c:idx val="7"/>
          <c:order val="7"/>
          <c:tx>
            <c:v>2.7R2</c:v>
          </c:tx>
          <c:spPr>
            <a:ln w="28575" cap="rnd">
              <a:noFill/>
              <a:round/>
            </a:ln>
            <a:effectLst/>
          </c:spPr>
          <c:marker>
            <c:symbol val="squar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(Concentrations!$P$6,Concentrations!$P$12,Concentrations!$P$18,Concentrations!$P$24,Concentrations!$W$6,Concentrations!$W$12,Concentrations!$W$18)</c:f>
              <c:numCache>
                <c:formatCode>0.000</c:formatCode>
                <c:ptCount val="7"/>
                <c:pt idx="0">
                  <c:v>0.58210027970660905</c:v>
                </c:pt>
                <c:pt idx="1">
                  <c:v>0.62777174786471501</c:v>
                </c:pt>
                <c:pt idx="2">
                  <c:v>0.59020020097148695</c:v>
                </c:pt>
                <c:pt idx="3">
                  <c:v>0.59431497626914098</c:v>
                </c:pt>
                <c:pt idx="4">
                  <c:v>0.68377987632257198</c:v>
                </c:pt>
                <c:pt idx="5">
                  <c:v>0.70399494107591798</c:v>
                </c:pt>
                <c:pt idx="6">
                  <c:v>0.459618127724371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31B-4B08-9638-1A6CF1196FEB}"/>
            </c:ext>
          </c:extLst>
        </c:ser>
        <c:ser>
          <c:idx val="8"/>
          <c:order val="8"/>
          <c:tx>
            <c:v>2.7R3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Concentrations!$N$65:$N$71</c:f>
              <c:numCache>
                <c:formatCode>General</c:formatCode>
                <c:ptCount val="7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14</c:v>
                </c:pt>
                <c:pt idx="4">
                  <c:v>21</c:v>
                </c:pt>
                <c:pt idx="5">
                  <c:v>28</c:v>
                </c:pt>
                <c:pt idx="6">
                  <c:v>35</c:v>
                </c:pt>
              </c:numCache>
            </c:numRef>
          </c:cat>
          <c:val>
            <c:numRef>
              <c:f>(Concentrations!$Q$6,Concentrations!$Q$12,Concentrations!$Q$18,Concentrations!$Q$24,Concentrations!$X$6,Concentrations!$X$12,Concentrations!$X$18)</c:f>
              <c:numCache>
                <c:formatCode>0.000</c:formatCode>
                <c:ptCount val="7"/>
                <c:pt idx="0">
                  <c:v>0.62612185471058401</c:v>
                </c:pt>
                <c:pt idx="1">
                  <c:v>0.63381187433576902</c:v>
                </c:pt>
                <c:pt idx="2">
                  <c:v>0.58157033177600204</c:v>
                </c:pt>
                <c:pt idx="3">
                  <c:v>0.63644953865679299</c:v>
                </c:pt>
                <c:pt idx="4">
                  <c:v>0.65506145834607199</c:v>
                </c:pt>
                <c:pt idx="5">
                  <c:v>0.68632426925879098</c:v>
                </c:pt>
                <c:pt idx="6">
                  <c:v>0.673362242685552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31B-4B08-9638-1A6CF1196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78484800"/>
        <c:axId val="187846848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v>0.25R1</c:v>
                </c:tx>
                <c:spPr>
                  <a:ln w="25400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cat>
                  <c:numRef>
                    <c:extLst>
                      <c:ext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(Concentrations!$O$4,Concentrations!$O$10,Concentrations!$O$16,Concentrations!$O$22,Concentrations!$V$4,Concentrations!$V$10,Concentrations!$V$16)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0.56618087088539204</c:v>
                      </c:pt>
                      <c:pt idx="1">
                        <c:v>0.49349616901787502</c:v>
                      </c:pt>
                      <c:pt idx="2">
                        <c:v>0.54275652003989505</c:v>
                      </c:pt>
                      <c:pt idx="3">
                        <c:v>0.58378214607015899</c:v>
                      </c:pt>
                      <c:pt idx="4">
                        <c:v>0.50036381807399499</c:v>
                      </c:pt>
                      <c:pt idx="5">
                        <c:v>0.48050657575822198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E31B-4B08-9638-1A6CF1196FEB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v>0.25R2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2"/>
                    </a:solidFill>
                    <a:ln w="9525">
                      <a:solidFill>
                        <a:schemeClr val="accent2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(Concentrations!$P$4,Concentrations!$P$10,Concentrations!$P$16,Concentrations!$P$22,Concentrations!$W$4,Concentrations!$W$10,Concentrations!$W$16)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0.59341467023454997</c:v>
                      </c:pt>
                      <c:pt idx="1">
                        <c:v>0.50321781316104097</c:v>
                      </c:pt>
                      <c:pt idx="2">
                        <c:v>0.51636429764827096</c:v>
                      </c:pt>
                      <c:pt idx="3">
                        <c:v>0.51331492414189395</c:v>
                      </c:pt>
                      <c:pt idx="4">
                        <c:v>0.46307502352945501</c:v>
                      </c:pt>
                      <c:pt idx="5">
                        <c:v>0.565856859993907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1-E31B-4B08-9638-1A6CF1196FEB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v>0.25R3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3"/>
                    </a:solidFill>
                    <a:ln w="9525">
                      <a:solidFill>
                        <a:schemeClr val="accent3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(Concentrations!$Q$4,Concentrations!$Q$10,Concentrations!$Q$16,Concentrations!$Q$22,Concentrations!$X$4,Concentrations!$X$10,Concentrations!$X$16)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0.53147327067117001</c:v>
                      </c:pt>
                      <c:pt idx="1">
                        <c:v>0.53769063230927205</c:v>
                      </c:pt>
                      <c:pt idx="2">
                        <c:v>0.59102417493536497</c:v>
                      </c:pt>
                      <c:pt idx="3">
                        <c:v>0.503766941590996</c:v>
                      </c:pt>
                      <c:pt idx="4">
                        <c:v>0.38541736879918498</c:v>
                      </c:pt>
                      <c:pt idx="5">
                        <c:v>0.52994358426204902</c:v>
                      </c:pt>
                      <c:pt idx="6">
                        <c:v>0.53423372337417996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E31B-4B08-9638-1A6CF1196FEB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v>0.7R1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/>
                    </a:solidFill>
                    <a:ln w="9525">
                      <a:solidFill>
                        <a:schemeClr val="accent4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(Concentrations!$O$5,Concentrations!$O$11,Concentrations!$O$17,Concentrations!$O$23,Concentrations!$V$5,Concentrations!$V$11,Concentrations!$V$17)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0.564848147357497</c:v>
                      </c:pt>
                      <c:pt idx="1">
                        <c:v>0.63552911316161798</c:v>
                      </c:pt>
                      <c:pt idx="2">
                        <c:v>0.59706790527768605</c:v>
                      </c:pt>
                      <c:pt idx="3">
                        <c:v>0.51588777323731105</c:v>
                      </c:pt>
                      <c:pt idx="4">
                        <c:v>0.73886724710359897</c:v>
                      </c:pt>
                      <c:pt idx="5">
                        <c:v>0.58910975736154103</c:v>
                      </c:pt>
                      <c:pt idx="6">
                        <c:v>0.49140745755155102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E31B-4B08-9638-1A6CF1196FEB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v>0.7R2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/>
                    </a:solidFill>
                    <a:ln w="9525">
                      <a:solidFill>
                        <a:schemeClr val="accent5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(Concentrations!$P$5,Concentrations!$P$11,Concentrations!$P$17,Concentrations!$P$23,Concentrations!$W$5,Concentrations!$W$11,Concentrations!$W$17)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0.54272743584499406</c:v>
                      </c:pt>
                      <c:pt idx="1">
                        <c:v>0.55280246700851199</c:v>
                      </c:pt>
                      <c:pt idx="2">
                        <c:v>0.58422824614095503</c:v>
                      </c:pt>
                      <c:pt idx="3">
                        <c:v>0.58774995749746795</c:v>
                      </c:pt>
                      <c:pt idx="4">
                        <c:v>0.552117593895735</c:v>
                      </c:pt>
                      <c:pt idx="5">
                        <c:v>0.61410972766777305</c:v>
                      </c:pt>
                      <c:pt idx="6">
                        <c:v>0.492716850458575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E31B-4B08-9638-1A6CF1196FE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v>0.7R3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7"/>
                  <c:spPr>
                    <a:solidFill>
                      <a:schemeClr val="accent6"/>
                    </a:solidFill>
                    <a:ln w="9525">
                      <a:solidFill>
                        <a:schemeClr val="accent6"/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(Concentrations!$Q$5,Concentrations!$Q$11,Concentrations!$Q$17,Concentrations!$Q$23,Concentrations!$X$5,Concentrations!$X$11,Concentrations!$X$17)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0.55200079753244802</c:v>
                      </c:pt>
                      <c:pt idx="1">
                        <c:v>0.51954170616655504</c:v>
                      </c:pt>
                      <c:pt idx="2">
                        <c:v>0.55806922704650896</c:v>
                      </c:pt>
                      <c:pt idx="3">
                        <c:v>0.53595822361621304</c:v>
                      </c:pt>
                      <c:pt idx="4">
                        <c:v>0.61094181760302002</c:v>
                      </c:pt>
                      <c:pt idx="5">
                        <c:v>0.50813709630508797</c:v>
                      </c:pt>
                      <c:pt idx="6">
                        <c:v>0.57547637885541902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E31B-4B08-9638-1A6CF1196FEB}"/>
                  </c:ext>
                </c:extLst>
              </c15:ser>
            </c15:filteredLineSeries>
            <c15:filteredLineSeries>
              <c15:ser>
                <c:idx val="9"/>
                <c:order val="9"/>
                <c:tx>
                  <c:v>BlkR1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triangle"/>
                  <c:size val="7"/>
                  <c:spPr>
                    <a:solidFill>
                      <a:schemeClr val="accent4">
                        <a:lumMod val="60000"/>
                      </a:schemeClr>
                    </a:solidFill>
                    <a:ln w="9525">
                      <a:solidFill>
                        <a:schemeClr val="accent4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(Concentrations!$O$7,Concentrations!$O$13,Concentrations!$O$19,Concentrations!$O$25,Concentrations!$V$7,Concentrations!$V$13,Concentrations!$V$19)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0.48952887168230702</c:v>
                      </c:pt>
                      <c:pt idx="1">
                        <c:v>0.50579368474262598</c:v>
                      </c:pt>
                      <c:pt idx="2">
                        <c:v>0.47937911442637299</c:v>
                      </c:pt>
                      <c:pt idx="3">
                        <c:v>0.441855460780399</c:v>
                      </c:pt>
                      <c:pt idx="4">
                        <c:v>0.50390441900716598</c:v>
                      </c:pt>
                      <c:pt idx="5">
                        <c:v>0.63644953865679299</c:v>
                      </c:pt>
                      <c:pt idx="6">
                        <c:v>0.508819104560707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E31B-4B08-9638-1A6CF1196FEB}"/>
                  </c:ext>
                </c:extLst>
              </c15:ser>
            </c15:filteredLineSeries>
            <c15:filteredLineSeries>
              <c15:ser>
                <c:idx val="10"/>
                <c:order val="10"/>
                <c:tx>
                  <c:v>BlkR2</c:v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square"/>
                  <c:size val="7"/>
                  <c:spPr>
                    <a:solidFill>
                      <a:schemeClr val="accent5">
                        <a:lumMod val="60000"/>
                      </a:schemeClr>
                    </a:solidFill>
                    <a:ln w="9525">
                      <a:solidFill>
                        <a:schemeClr val="accent5">
                          <a:lumMod val="60000"/>
                        </a:schemeClr>
                      </a:solidFill>
                    </a:ln>
                    <a:effectLst/>
                  </c:spPr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Concentrations!$N$65:$N$71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0</c:v>
                      </c:pt>
                      <c:pt idx="1">
                        <c:v>3</c:v>
                      </c:pt>
                      <c:pt idx="2">
                        <c:v>7</c:v>
                      </c:pt>
                      <c:pt idx="3">
                        <c:v>14</c:v>
                      </c:pt>
                      <c:pt idx="4">
                        <c:v>21</c:v>
                      </c:pt>
                      <c:pt idx="5">
                        <c:v>28</c:v>
                      </c:pt>
                      <c:pt idx="6">
                        <c:v>35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(Concentrations!$P$7,Concentrations!$P$13,Concentrations!$P$19,Concentrations!$P$25,Concentrations!$W$7,Concentrations!$W$13,Concentrations!$W$19)</c15:sqref>
                        </c15:formulaRef>
                      </c:ext>
                    </c:extLst>
                    <c:numCache>
                      <c:formatCode>0.000</c:formatCode>
                      <c:ptCount val="7"/>
                      <c:pt idx="0">
                        <c:v>0.54123216356039605</c:v>
                      </c:pt>
                      <c:pt idx="1">
                        <c:v>0.38877321802727099</c:v>
                      </c:pt>
                      <c:pt idx="2">
                        <c:v>0.51668331619142205</c:v>
                      </c:pt>
                      <c:pt idx="3">
                        <c:v>0.52306907946880599</c:v>
                      </c:pt>
                      <c:pt idx="4">
                        <c:v>0.47868557200355699</c:v>
                      </c:pt>
                      <c:pt idx="5">
                        <c:v>0.49592437358265901</c:v>
                      </c:pt>
                      <c:pt idx="6">
                        <c:v>0.46647986616832898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E31B-4B08-9638-1A6CF1196FEB}"/>
                  </c:ext>
                </c:extLst>
              </c15:ser>
            </c15:filteredLineSeries>
          </c:ext>
        </c:extLst>
      </c:lineChart>
      <c:catAx>
        <c:axId val="1878484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68480"/>
        <c:crosses val="autoZero"/>
        <c:auto val="1"/>
        <c:lblAlgn val="ctr"/>
        <c:lblOffset val="100"/>
        <c:noMultiLvlLbl val="0"/>
      </c:catAx>
      <c:valAx>
        <c:axId val="1878468480"/>
        <c:scaling>
          <c:orientation val="minMax"/>
          <c:min val="0.30000000000000004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ysClr val="windowText" lastClr="000000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878484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410003461405335"/>
          <c:y val="8.2624448645242615E-4"/>
          <c:w val="0.17589996538594668"/>
          <c:h val="0.25144533711405165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ysClr val="windowText" lastClr="000000"/>
              </a:solidFill>
              <a:latin typeface="Avenir LT Std 45 Book" panose="020B0502020203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ysClr val="windowText" lastClr="000000"/>
          </a:solidFill>
          <a:latin typeface="Avenir LT Std 45 Book" panose="020B0502020203020204" pitchFamily="34" charset="0"/>
        </a:defRPr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S4_n1_o/O-PTIR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Sheet2!$B$2:$B$589</c:f>
              <c:numCache>
                <c:formatCode>General</c:formatCode>
                <c:ptCount val="588"/>
                <c:pt idx="0">
                  <c:v>0.92057198277692265</c:v>
                </c:pt>
                <c:pt idx="1">
                  <c:v>1.0002178794952648</c:v>
                </c:pt>
                <c:pt idx="2">
                  <c:v>1.0355362254704177</c:v>
                </c:pt>
                <c:pt idx="3">
                  <c:v>1.0205220727022528</c:v>
                </c:pt>
                <c:pt idx="4">
                  <c:v>0.95071937845632348</c:v>
                </c:pt>
                <c:pt idx="5">
                  <c:v>0.99516219538885997</c:v>
                </c:pt>
                <c:pt idx="6">
                  <c:v>1.0659667686765137</c:v>
                </c:pt>
                <c:pt idx="7">
                  <c:v>1.0834440928203852</c:v>
                </c:pt>
                <c:pt idx="8">
                  <c:v>1.0863116556133339</c:v>
                </c:pt>
                <c:pt idx="9">
                  <c:v>1.0954658406107121</c:v>
                </c:pt>
                <c:pt idx="10">
                  <c:v>1.1196281812190187</c:v>
                </c:pt>
                <c:pt idx="11">
                  <c:v>1.1438149026409405</c:v>
                </c:pt>
                <c:pt idx="12">
                  <c:v>1.1392889346821138</c:v>
                </c:pt>
                <c:pt idx="13">
                  <c:v>1.1619298733023899</c:v>
                </c:pt>
                <c:pt idx="14">
                  <c:v>1.1977474847366953</c:v>
                </c:pt>
                <c:pt idx="15">
                  <c:v>1.218607813448106</c:v>
                </c:pt>
                <c:pt idx="16">
                  <c:v>1.2056407502670519</c:v>
                </c:pt>
                <c:pt idx="17">
                  <c:v>1.1960463968059647</c:v>
                </c:pt>
                <c:pt idx="18">
                  <c:v>1.2362557052411138</c:v>
                </c:pt>
                <c:pt idx="19">
                  <c:v>1.2462632644698892</c:v>
                </c:pt>
                <c:pt idx="20">
                  <c:v>1.2680601301718435</c:v>
                </c:pt>
                <c:pt idx="21">
                  <c:v>1.2797102633786739</c:v>
                </c:pt>
                <c:pt idx="22">
                  <c:v>1.2980149337647153</c:v>
                </c:pt>
                <c:pt idx="23">
                  <c:v>1.3400986757544748</c:v>
                </c:pt>
                <c:pt idx="24">
                  <c:v>1.360945278002456</c:v>
                </c:pt>
                <c:pt idx="25">
                  <c:v>1.3757879774377726</c:v>
                </c:pt>
                <c:pt idx="26">
                  <c:v>1.3797906403193867</c:v>
                </c:pt>
                <c:pt idx="27">
                  <c:v>1.4027261749904985</c:v>
                </c:pt>
                <c:pt idx="28">
                  <c:v>1.4265152865217527</c:v>
                </c:pt>
                <c:pt idx="29">
                  <c:v>1.4429530271531927</c:v>
                </c:pt>
                <c:pt idx="30">
                  <c:v>1.4631569694562396</c:v>
                </c:pt>
                <c:pt idx="31">
                  <c:v>1.4890125020106</c:v>
                </c:pt>
                <c:pt idx="32">
                  <c:v>1.520144434815875</c:v>
                </c:pt>
                <c:pt idx="33">
                  <c:v>1.5332962169762208</c:v>
                </c:pt>
                <c:pt idx="34">
                  <c:v>1.5440551497402899</c:v>
                </c:pt>
                <c:pt idx="35">
                  <c:v>1.556252668163034</c:v>
                </c:pt>
                <c:pt idx="36">
                  <c:v>1.5750845916186262</c:v>
                </c:pt>
                <c:pt idx="37">
                  <c:v>1.597318586353103</c:v>
                </c:pt>
                <c:pt idx="38">
                  <c:v>1.6263994456286677</c:v>
                </c:pt>
                <c:pt idx="39">
                  <c:v>1.6722526313499668</c:v>
                </c:pt>
                <c:pt idx="40">
                  <c:v>1.6829869872080869</c:v>
                </c:pt>
                <c:pt idx="41">
                  <c:v>1.6939856232420976</c:v>
                </c:pt>
                <c:pt idx="42">
                  <c:v>1.7323702532843637</c:v>
                </c:pt>
                <c:pt idx="43">
                  <c:v>1.7719832580025026</c:v>
                </c:pt>
                <c:pt idx="44">
                  <c:v>1.8070957083283916</c:v>
                </c:pt>
                <c:pt idx="45">
                  <c:v>1.8353527183417553</c:v>
                </c:pt>
                <c:pt idx="46">
                  <c:v>1.8624511102591121</c:v>
                </c:pt>
                <c:pt idx="47">
                  <c:v>1.8793610673781627</c:v>
                </c:pt>
                <c:pt idx="48">
                  <c:v>1.877716610913694</c:v>
                </c:pt>
                <c:pt idx="49">
                  <c:v>1.8537381264784059</c:v>
                </c:pt>
                <c:pt idx="50">
                  <c:v>1.8251290915057827</c:v>
                </c:pt>
                <c:pt idx="51">
                  <c:v>1.7947209747263648</c:v>
                </c:pt>
                <c:pt idx="52">
                  <c:v>1.7765073434749157</c:v>
                </c:pt>
                <c:pt idx="53">
                  <c:v>1.7653504739996211</c:v>
                </c:pt>
                <c:pt idx="54">
                  <c:v>1.7594010848560031</c:v>
                </c:pt>
                <c:pt idx="55">
                  <c:v>1.7494173181638391</c:v>
                </c:pt>
                <c:pt idx="56">
                  <c:v>1.750101340518575</c:v>
                </c:pt>
                <c:pt idx="57">
                  <c:v>1.7344332492280239</c:v>
                </c:pt>
                <c:pt idx="58">
                  <c:v>1.7119339807831611</c:v>
                </c:pt>
                <c:pt idx="59">
                  <c:v>1.7071904810610368</c:v>
                </c:pt>
                <c:pt idx="60">
                  <c:v>1.7250215492403016</c:v>
                </c:pt>
                <c:pt idx="61">
                  <c:v>1.7225415825561279</c:v>
                </c:pt>
                <c:pt idx="62">
                  <c:v>1.743878049601844</c:v>
                </c:pt>
                <c:pt idx="63">
                  <c:v>1.7431206102769958</c:v>
                </c:pt>
                <c:pt idx="64">
                  <c:v>1.7521014300412621</c:v>
                </c:pt>
                <c:pt idx="65">
                  <c:v>1.7749840982189382</c:v>
                </c:pt>
                <c:pt idx="66">
                  <c:v>1.7743078149750127</c:v>
                </c:pt>
                <c:pt idx="67">
                  <c:v>1.7722656832557644</c:v>
                </c:pt>
                <c:pt idx="68">
                  <c:v>1.7803265423681811</c:v>
                </c:pt>
                <c:pt idx="69">
                  <c:v>1.7791095149020766</c:v>
                </c:pt>
                <c:pt idx="70">
                  <c:v>1.7823621899675612</c:v>
                </c:pt>
                <c:pt idx="71">
                  <c:v>1.7832727904786354</c:v>
                </c:pt>
                <c:pt idx="72">
                  <c:v>1.7944446675539456</c:v>
                </c:pt>
                <c:pt idx="73">
                  <c:v>1.7975902500590373</c:v>
                </c:pt>
                <c:pt idx="74">
                  <c:v>1.7909599760380395</c:v>
                </c:pt>
                <c:pt idx="75">
                  <c:v>1.8019690180386123</c:v>
                </c:pt>
                <c:pt idx="76">
                  <c:v>1.8157905993230159</c:v>
                </c:pt>
                <c:pt idx="77">
                  <c:v>1.8413300833251234</c:v>
                </c:pt>
                <c:pt idx="78">
                  <c:v>1.8473504317482592</c:v>
                </c:pt>
                <c:pt idx="79">
                  <c:v>1.861001438847115</c:v>
                </c:pt>
                <c:pt idx="80">
                  <c:v>1.8837994474274886</c:v>
                </c:pt>
                <c:pt idx="81">
                  <c:v>1.8894785951882398</c:v>
                </c:pt>
                <c:pt idx="82">
                  <c:v>1.8954520383249134</c:v>
                </c:pt>
                <c:pt idx="83">
                  <c:v>1.9027222008525155</c:v>
                </c:pt>
                <c:pt idx="84">
                  <c:v>1.9108715891176387</c:v>
                </c:pt>
                <c:pt idx="85">
                  <c:v>1.9265783236709495</c:v>
                </c:pt>
                <c:pt idx="86">
                  <c:v>1.9278754613921905</c:v>
                </c:pt>
                <c:pt idx="87">
                  <c:v>1.9137442633841126</c:v>
                </c:pt>
                <c:pt idx="88">
                  <c:v>1.9241169726857503</c:v>
                </c:pt>
                <c:pt idx="89">
                  <c:v>1.9213773274591395</c:v>
                </c:pt>
                <c:pt idx="90">
                  <c:v>1.9034799016338098</c:v>
                </c:pt>
                <c:pt idx="91">
                  <c:v>1.8987019419520679</c:v>
                </c:pt>
                <c:pt idx="92">
                  <c:v>1.8777821841904192</c:v>
                </c:pt>
                <c:pt idx="93">
                  <c:v>1.8467611612096526</c:v>
                </c:pt>
                <c:pt idx="94">
                  <c:v>1.8230318447676601</c:v>
                </c:pt>
                <c:pt idx="95">
                  <c:v>1.8017660755450162</c:v>
                </c:pt>
                <c:pt idx="96">
                  <c:v>1.7958392762383577</c:v>
                </c:pt>
                <c:pt idx="97">
                  <c:v>1.7832539133232137</c:v>
                </c:pt>
                <c:pt idx="98">
                  <c:v>1.753531910550103</c:v>
                </c:pt>
                <c:pt idx="99">
                  <c:v>1.7409766151262804</c:v>
                </c:pt>
                <c:pt idx="100">
                  <c:v>1.7220486325723279</c:v>
                </c:pt>
                <c:pt idx="101">
                  <c:v>1.7041153349225706</c:v>
                </c:pt>
                <c:pt idx="102">
                  <c:v>1.6912462394719339</c:v>
                </c:pt>
                <c:pt idx="103">
                  <c:v>1.6800066451770386</c:v>
                </c:pt>
                <c:pt idx="104">
                  <c:v>1.6690951787222148</c:v>
                </c:pt>
                <c:pt idx="105">
                  <c:v>1.6464179107287293</c:v>
                </c:pt>
                <c:pt idx="106">
                  <c:v>1.6376024883123734</c:v>
                </c:pt>
                <c:pt idx="107">
                  <c:v>1.6293866378186079</c:v>
                </c:pt>
                <c:pt idx="108">
                  <c:v>1.6024632648463863</c:v>
                </c:pt>
                <c:pt idx="109">
                  <c:v>1.5745114267971105</c:v>
                </c:pt>
                <c:pt idx="110">
                  <c:v>1.5546068521250453</c:v>
                </c:pt>
                <c:pt idx="111">
                  <c:v>1.5310086822365032</c:v>
                </c:pt>
                <c:pt idx="112">
                  <c:v>1.4933082837141294</c:v>
                </c:pt>
                <c:pt idx="113">
                  <c:v>1.4635233745200444</c:v>
                </c:pt>
                <c:pt idx="114">
                  <c:v>1.4283885696679985</c:v>
                </c:pt>
                <c:pt idx="115">
                  <c:v>1.4027116380120859</c:v>
                </c:pt>
                <c:pt idx="116">
                  <c:v>1.4076155151183529</c:v>
                </c:pt>
                <c:pt idx="117">
                  <c:v>1.3842022472286144</c:v>
                </c:pt>
                <c:pt idx="118">
                  <c:v>1.3777116170955701</c:v>
                </c:pt>
                <c:pt idx="119">
                  <c:v>1.3546101621636544</c:v>
                </c:pt>
                <c:pt idx="120">
                  <c:v>1.3369264508375074</c:v>
                </c:pt>
                <c:pt idx="121">
                  <c:v>1.3411638231709402</c:v>
                </c:pt>
                <c:pt idx="122">
                  <c:v>1.3538079614952048</c:v>
                </c:pt>
                <c:pt idx="123">
                  <c:v>1.360757839876124</c:v>
                </c:pt>
                <c:pt idx="124">
                  <c:v>1.3493527175050946</c:v>
                </c:pt>
                <c:pt idx="125">
                  <c:v>1.3231893984221839</c:v>
                </c:pt>
                <c:pt idx="126">
                  <c:v>1.3166910030326857</c:v>
                </c:pt>
                <c:pt idx="127">
                  <c:v>1.3059103432379304</c:v>
                </c:pt>
                <c:pt idx="128">
                  <c:v>1.2870650332122893</c:v>
                </c:pt>
                <c:pt idx="129">
                  <c:v>1.286484704484145</c:v>
                </c:pt>
                <c:pt idx="130">
                  <c:v>1.2873824413380635</c:v>
                </c:pt>
                <c:pt idx="131">
                  <c:v>1.2864166212255359</c:v>
                </c:pt>
                <c:pt idx="132">
                  <c:v>1.27179864360579</c:v>
                </c:pt>
                <c:pt idx="133">
                  <c:v>1.2628789000673726</c:v>
                </c:pt>
                <c:pt idx="134">
                  <c:v>1.2582202691077078</c:v>
                </c:pt>
                <c:pt idx="135">
                  <c:v>1.2489645017445417</c:v>
                </c:pt>
                <c:pt idx="136">
                  <c:v>1.2317006894711076</c:v>
                </c:pt>
                <c:pt idx="137">
                  <c:v>1.2444929167265402</c:v>
                </c:pt>
                <c:pt idx="138">
                  <c:v>1.2548980466275153</c:v>
                </c:pt>
                <c:pt idx="139">
                  <c:v>1.2448071873749584</c:v>
                </c:pt>
                <c:pt idx="140">
                  <c:v>1.2357890577758091</c:v>
                </c:pt>
                <c:pt idx="141">
                  <c:v>1.2276812149399983</c:v>
                </c:pt>
                <c:pt idx="142">
                  <c:v>1.2435408492230879</c:v>
                </c:pt>
                <c:pt idx="143">
                  <c:v>1.2589385161112603</c:v>
                </c:pt>
                <c:pt idx="144">
                  <c:v>1.2616241705817153</c:v>
                </c:pt>
                <c:pt idx="145">
                  <c:v>1.2779329347482105</c:v>
                </c:pt>
                <c:pt idx="146">
                  <c:v>1.2950563710556422</c:v>
                </c:pt>
                <c:pt idx="147">
                  <c:v>1.3250881212806511</c:v>
                </c:pt>
                <c:pt idx="148">
                  <c:v>1.3442442507296199</c:v>
                </c:pt>
                <c:pt idx="149">
                  <c:v>1.3430188566572352</c:v>
                </c:pt>
                <c:pt idx="150">
                  <c:v>1.3335218172854508</c:v>
                </c:pt>
                <c:pt idx="151">
                  <c:v>1.3354853290513047</c:v>
                </c:pt>
                <c:pt idx="152">
                  <c:v>1.3485510397495373</c:v>
                </c:pt>
                <c:pt idx="153">
                  <c:v>1.3608065230664201</c:v>
                </c:pt>
                <c:pt idx="154">
                  <c:v>1.3966615358453651</c:v>
                </c:pt>
                <c:pt idx="155">
                  <c:v>1.4402371744631934</c:v>
                </c:pt>
                <c:pt idx="156">
                  <c:v>1.4387738550247011</c:v>
                </c:pt>
                <c:pt idx="157">
                  <c:v>1.4194330065964418</c:v>
                </c:pt>
                <c:pt idx="158">
                  <c:v>1.4185011235306408</c:v>
                </c:pt>
                <c:pt idx="159">
                  <c:v>1.4203760538524977</c:v>
                </c:pt>
                <c:pt idx="160">
                  <c:v>1.4145340710170093</c:v>
                </c:pt>
                <c:pt idx="161">
                  <c:v>1.4073976434616753</c:v>
                </c:pt>
                <c:pt idx="162">
                  <c:v>1.3971861220591637</c:v>
                </c:pt>
                <c:pt idx="163">
                  <c:v>1.3834140606256842</c:v>
                </c:pt>
                <c:pt idx="164">
                  <c:v>1.3771233923827495</c:v>
                </c:pt>
                <c:pt idx="165">
                  <c:v>1.3593335558850601</c:v>
                </c:pt>
                <c:pt idx="166">
                  <c:v>1.3502289103478391</c:v>
                </c:pt>
                <c:pt idx="167">
                  <c:v>1.3623937467148002</c:v>
                </c:pt>
                <c:pt idx="168">
                  <c:v>1.3675932003335767</c:v>
                </c:pt>
                <c:pt idx="169">
                  <c:v>1.3541583392788532</c:v>
                </c:pt>
                <c:pt idx="170">
                  <c:v>1.3474682178773043</c:v>
                </c:pt>
                <c:pt idx="171">
                  <c:v>1.3429525251568162</c:v>
                </c:pt>
                <c:pt idx="172">
                  <c:v>1.3394576106938618</c:v>
                </c:pt>
                <c:pt idx="173">
                  <c:v>1.3477414660093023</c:v>
                </c:pt>
                <c:pt idx="174">
                  <c:v>1.3546320722138523</c:v>
                </c:pt>
                <c:pt idx="175">
                  <c:v>1.3507058330514838</c:v>
                </c:pt>
                <c:pt idx="176">
                  <c:v>1.33949732592805</c:v>
                </c:pt>
                <c:pt idx="177">
                  <c:v>1.3368644595140964</c:v>
                </c:pt>
                <c:pt idx="178">
                  <c:v>1.3428123583559706</c:v>
                </c:pt>
                <c:pt idx="179">
                  <c:v>1.3462729435875294</c:v>
                </c:pt>
                <c:pt idx="180">
                  <c:v>1.344375344991781</c:v>
                </c:pt>
                <c:pt idx="181">
                  <c:v>1.3411261734426765</c:v>
                </c:pt>
                <c:pt idx="182">
                  <c:v>1.3362034976179229</c:v>
                </c:pt>
                <c:pt idx="183">
                  <c:v>1.3448280829741444</c:v>
                </c:pt>
                <c:pt idx="184">
                  <c:v>1.351161708511202</c:v>
                </c:pt>
                <c:pt idx="185">
                  <c:v>1.3519098922778525</c:v>
                </c:pt>
                <c:pt idx="186">
                  <c:v>1.3637275406298084</c:v>
                </c:pt>
                <c:pt idx="187">
                  <c:v>1.3679360481715728</c:v>
                </c:pt>
                <c:pt idx="188">
                  <c:v>1.3620444670482259</c:v>
                </c:pt>
                <c:pt idx="189">
                  <c:v>1.3633394608266083</c:v>
                </c:pt>
                <c:pt idx="190">
                  <c:v>1.3580043113122164</c:v>
                </c:pt>
                <c:pt idx="191">
                  <c:v>1.350007195281401</c:v>
                </c:pt>
                <c:pt idx="192">
                  <c:v>1.357753809891044</c:v>
                </c:pt>
                <c:pt idx="193">
                  <c:v>1.3626809827666739</c:v>
                </c:pt>
                <c:pt idx="194">
                  <c:v>1.3861370772223118</c:v>
                </c:pt>
                <c:pt idx="195">
                  <c:v>1.3933997359499053</c:v>
                </c:pt>
                <c:pt idx="196">
                  <c:v>1.3957718257043479</c:v>
                </c:pt>
                <c:pt idx="197">
                  <c:v>1.3974037584050409</c:v>
                </c:pt>
                <c:pt idx="198">
                  <c:v>1.3851177631208786</c:v>
                </c:pt>
                <c:pt idx="199">
                  <c:v>1.3959853571840184</c:v>
                </c:pt>
                <c:pt idx="200">
                  <c:v>1.4068568208025625</c:v>
                </c:pt>
                <c:pt idx="201">
                  <c:v>1.4274076373728777</c:v>
                </c:pt>
                <c:pt idx="202">
                  <c:v>1.4649541687766199</c:v>
                </c:pt>
                <c:pt idx="203">
                  <c:v>1.5084790325525828</c:v>
                </c:pt>
                <c:pt idx="204">
                  <c:v>1.5394818581646885</c:v>
                </c:pt>
                <c:pt idx="205">
                  <c:v>1.5704495440304163</c:v>
                </c:pt>
                <c:pt idx="206">
                  <c:v>1.5935331153414065</c:v>
                </c:pt>
                <c:pt idx="207">
                  <c:v>1.6181039555013681</c:v>
                </c:pt>
                <c:pt idx="208">
                  <c:v>1.5990602000330068</c:v>
                </c:pt>
                <c:pt idx="209">
                  <c:v>1.5863740195121812</c:v>
                </c:pt>
                <c:pt idx="210">
                  <c:v>1.57896287966875</c:v>
                </c:pt>
                <c:pt idx="211">
                  <c:v>1.543978281545086</c:v>
                </c:pt>
                <c:pt idx="212">
                  <c:v>1.5162651532312561</c:v>
                </c:pt>
                <c:pt idx="213">
                  <c:v>1.4949347519750946</c:v>
                </c:pt>
                <c:pt idx="214">
                  <c:v>1.4712089913407715</c:v>
                </c:pt>
                <c:pt idx="215">
                  <c:v>1.4674587123667435</c:v>
                </c:pt>
                <c:pt idx="216">
                  <c:v>1.4554664372543227</c:v>
                </c:pt>
                <c:pt idx="217">
                  <c:v>1.454854367713601</c:v>
                </c:pt>
                <c:pt idx="218">
                  <c:v>1.4467972212827225</c:v>
                </c:pt>
                <c:pt idx="219">
                  <c:v>1.435695937447905</c:v>
                </c:pt>
                <c:pt idx="220">
                  <c:v>1.4469048367560076</c:v>
                </c:pt>
                <c:pt idx="221">
                  <c:v>1.4506978377133564</c:v>
                </c:pt>
                <c:pt idx="222">
                  <c:v>1.4417158675407264</c:v>
                </c:pt>
                <c:pt idx="223">
                  <c:v>1.4369599224917591</c:v>
                </c:pt>
                <c:pt idx="224">
                  <c:v>1.4322172332846193</c:v>
                </c:pt>
                <c:pt idx="225">
                  <c:v>1.4053364515674946</c:v>
                </c:pt>
                <c:pt idx="226">
                  <c:v>1.4124496356447551</c:v>
                </c:pt>
                <c:pt idx="227">
                  <c:v>1.4011231855184092</c:v>
                </c:pt>
                <c:pt idx="228">
                  <c:v>1.3962575594902309</c:v>
                </c:pt>
                <c:pt idx="229">
                  <c:v>1.3879628014409804</c:v>
                </c:pt>
                <c:pt idx="230">
                  <c:v>1.3816629822224256</c:v>
                </c:pt>
                <c:pt idx="231">
                  <c:v>1.3910028078330678</c:v>
                </c:pt>
                <c:pt idx="232">
                  <c:v>1.4106806213292817</c:v>
                </c:pt>
                <c:pt idx="233">
                  <c:v>1.40836780375121</c:v>
                </c:pt>
                <c:pt idx="234">
                  <c:v>1.3973793906642478</c:v>
                </c:pt>
                <c:pt idx="235">
                  <c:v>1.4061466005119112</c:v>
                </c:pt>
                <c:pt idx="236">
                  <c:v>1.4071939950356747</c:v>
                </c:pt>
                <c:pt idx="237">
                  <c:v>1.3969138413160169</c:v>
                </c:pt>
                <c:pt idx="238">
                  <c:v>1.4053795395898392</c:v>
                </c:pt>
                <c:pt idx="239">
                  <c:v>1.3971639766981645</c:v>
                </c:pt>
                <c:pt idx="240">
                  <c:v>1.3828927426174631</c:v>
                </c:pt>
                <c:pt idx="241">
                  <c:v>1.3708917871510262</c:v>
                </c:pt>
                <c:pt idx="242">
                  <c:v>1.3790538560537942</c:v>
                </c:pt>
                <c:pt idx="243">
                  <c:v>1.3903947124303302</c:v>
                </c:pt>
                <c:pt idx="244">
                  <c:v>1.3833411404228195</c:v>
                </c:pt>
                <c:pt idx="245">
                  <c:v>1.3862502617179027</c:v>
                </c:pt>
                <c:pt idx="246">
                  <c:v>1.3888571393610967</c:v>
                </c:pt>
                <c:pt idx="247">
                  <c:v>1.3849151343750179</c:v>
                </c:pt>
                <c:pt idx="248">
                  <c:v>1.3789515220007238</c:v>
                </c:pt>
                <c:pt idx="249">
                  <c:v>1.3933345025665616</c:v>
                </c:pt>
                <c:pt idx="250">
                  <c:v>1.4315799070511879</c:v>
                </c:pt>
                <c:pt idx="251">
                  <c:v>1.4875938393331312</c:v>
                </c:pt>
                <c:pt idx="252">
                  <c:v>1.5540317525258263</c:v>
                </c:pt>
                <c:pt idx="253">
                  <c:v>1.6160755240999047</c:v>
                </c:pt>
                <c:pt idx="254">
                  <c:v>1.6549590653329456</c:v>
                </c:pt>
                <c:pt idx="255">
                  <c:v>1.6964085401296947</c:v>
                </c:pt>
                <c:pt idx="256">
                  <c:v>1.7636579095490381</c:v>
                </c:pt>
                <c:pt idx="257">
                  <c:v>1.8444013076168959</c:v>
                </c:pt>
                <c:pt idx="258">
                  <c:v>1.9231578458582472</c:v>
                </c:pt>
                <c:pt idx="259">
                  <c:v>2</c:v>
                </c:pt>
                <c:pt idx="260">
                  <c:v>1.8780327640485259</c:v>
                </c:pt>
                <c:pt idx="261">
                  <c:v>1.6706896970054457</c:v>
                </c:pt>
                <c:pt idx="262">
                  <c:v>1.4831359546329146</c:v>
                </c:pt>
                <c:pt idx="263">
                  <c:v>1.4305670509239765</c:v>
                </c:pt>
                <c:pt idx="264">
                  <c:v>1.4129318397686137</c:v>
                </c:pt>
                <c:pt idx="265">
                  <c:v>1.4326202683965465</c:v>
                </c:pt>
                <c:pt idx="266">
                  <c:v>1.4443039726110776</c:v>
                </c:pt>
                <c:pt idx="267">
                  <c:v>1.4871989878079723</c:v>
                </c:pt>
                <c:pt idx="268">
                  <c:v>1.4740774823041047</c:v>
                </c:pt>
                <c:pt idx="269">
                  <c:v>1.4433858944456404</c:v>
                </c:pt>
                <c:pt idx="270">
                  <c:v>1.3733177892246902</c:v>
                </c:pt>
                <c:pt idx="271">
                  <c:v>1.3327942624324112</c:v>
                </c:pt>
                <c:pt idx="272">
                  <c:v>1.3221951318483023</c:v>
                </c:pt>
                <c:pt idx="273">
                  <c:v>1.3051137115917868</c:v>
                </c:pt>
                <c:pt idx="274">
                  <c:v>1.2995345709217339</c:v>
                </c:pt>
                <c:pt idx="275">
                  <c:v>1.321800567925234</c:v>
                </c:pt>
                <c:pt idx="276">
                  <c:v>1.368473602625107</c:v>
                </c:pt>
                <c:pt idx="277">
                  <c:v>1.4864530525667596</c:v>
                </c:pt>
                <c:pt idx="278">
                  <c:v>1.8491920786645053</c:v>
                </c:pt>
                <c:pt idx="279">
                  <c:v>1.959390480182543</c:v>
                </c:pt>
                <c:pt idx="280">
                  <c:v>1.8512928289190078</c:v>
                </c:pt>
                <c:pt idx="281">
                  <c:v>1.6235367589984417</c:v>
                </c:pt>
                <c:pt idx="282">
                  <c:v>1.4192450455572174</c:v>
                </c:pt>
                <c:pt idx="283">
                  <c:v>1.3147880968710774</c:v>
                </c:pt>
                <c:pt idx="284">
                  <c:v>1.2854785677876039</c:v>
                </c:pt>
                <c:pt idx="285">
                  <c:v>1.2424487195013667</c:v>
                </c:pt>
                <c:pt idx="286">
                  <c:v>1.2594450879759109</c:v>
                </c:pt>
                <c:pt idx="287">
                  <c:v>1.3334790953021303</c:v>
                </c:pt>
                <c:pt idx="288">
                  <c:v>1.3375244278757756</c:v>
                </c:pt>
                <c:pt idx="289">
                  <c:v>1.3204310067683749</c:v>
                </c:pt>
                <c:pt idx="290">
                  <c:v>1.3244658287928812</c:v>
                </c:pt>
                <c:pt idx="291">
                  <c:v>1.3193464331379519</c:v>
                </c:pt>
                <c:pt idx="292">
                  <c:v>1.3478879077648593</c:v>
                </c:pt>
                <c:pt idx="293">
                  <c:v>1.3655134711773547</c:v>
                </c:pt>
                <c:pt idx="294">
                  <c:v>1.4052253848691179</c:v>
                </c:pt>
                <c:pt idx="295">
                  <c:v>1.4177307421117018</c:v>
                </c:pt>
                <c:pt idx="296">
                  <c:v>1.4185316616435655</c:v>
                </c:pt>
                <c:pt idx="297">
                  <c:v>1.4548318824592215</c:v>
                </c:pt>
                <c:pt idx="298">
                  <c:v>1.4945856553280323</c:v>
                </c:pt>
                <c:pt idx="299">
                  <c:v>1.5301627137589473</c:v>
                </c:pt>
                <c:pt idx="300">
                  <c:v>1.5786934749465109</c:v>
                </c:pt>
                <c:pt idx="301">
                  <c:v>1.5803795029859375</c:v>
                </c:pt>
                <c:pt idx="302">
                  <c:v>1.5288449209784498</c:v>
                </c:pt>
                <c:pt idx="303">
                  <c:v>1.503815433920439</c:v>
                </c:pt>
                <c:pt idx="304">
                  <c:v>1.5517697359352645</c:v>
                </c:pt>
                <c:pt idx="305">
                  <c:v>1.6759123418110065</c:v>
                </c:pt>
                <c:pt idx="306">
                  <c:v>1.7369373744878331</c:v>
                </c:pt>
                <c:pt idx="307">
                  <c:v>1.7900280929722387</c:v>
                </c:pt>
                <c:pt idx="308">
                  <c:v>1.9173959732778965</c:v>
                </c:pt>
                <c:pt idx="309">
                  <c:v>1.989912591972534</c:v>
                </c:pt>
                <c:pt idx="310">
                  <c:v>2.0713481175449617</c:v>
                </c:pt>
                <c:pt idx="311">
                  <c:v>2.0864307032697322</c:v>
                </c:pt>
                <c:pt idx="312">
                  <c:v>2.3560482510550784</c:v>
                </c:pt>
                <c:pt idx="313">
                  <c:v>2.6105417984145749</c:v>
                </c:pt>
                <c:pt idx="314">
                  <c:v>2.6111686663901512</c:v>
                </c:pt>
                <c:pt idx="315">
                  <c:v>2.553957394312512</c:v>
                </c:pt>
                <c:pt idx="316">
                  <c:v>2.4994851399660032</c:v>
                </c:pt>
                <c:pt idx="317">
                  <c:v>2.429258984323285</c:v>
                </c:pt>
                <c:pt idx="318">
                  <c:v>2.3590317828547778</c:v>
                </c:pt>
                <c:pt idx="319">
                  <c:v>2.3279216032258292</c:v>
                </c:pt>
                <c:pt idx="320">
                  <c:v>2.305187337727058</c:v>
                </c:pt>
                <c:pt idx="321">
                  <c:v>2.3639162076014379</c:v>
                </c:pt>
                <c:pt idx="322">
                  <c:v>2.4173476561266267</c:v>
                </c:pt>
                <c:pt idx="323">
                  <c:v>2.4505307670441843</c:v>
                </c:pt>
                <c:pt idx="324">
                  <c:v>2.4674365408600982</c:v>
                </c:pt>
                <c:pt idx="325">
                  <c:v>2.4751502381031578</c:v>
                </c:pt>
                <c:pt idx="326">
                  <c:v>2.473254992615427</c:v>
                </c:pt>
                <c:pt idx="327">
                  <c:v>2.4842203713894744</c:v>
                </c:pt>
                <c:pt idx="328">
                  <c:v>2.5152307792385207</c:v>
                </c:pt>
                <c:pt idx="329">
                  <c:v>2.5618027610219074</c:v>
                </c:pt>
                <c:pt idx="330">
                  <c:v>2.6073460685630803</c:v>
                </c:pt>
                <c:pt idx="331">
                  <c:v>2.6574927874624699</c:v>
                </c:pt>
                <c:pt idx="332">
                  <c:v>2.6824411707308533</c:v>
                </c:pt>
                <c:pt idx="333">
                  <c:v>2.6478483912375723</c:v>
                </c:pt>
                <c:pt idx="334">
                  <c:v>2.5945311468881131</c:v>
                </c:pt>
                <c:pt idx="335">
                  <c:v>2.5183120957491107</c:v>
                </c:pt>
                <c:pt idx="336">
                  <c:v>2.4387283093117667</c:v>
                </c:pt>
                <c:pt idx="337">
                  <c:v>2.3778284096901245</c:v>
                </c:pt>
                <c:pt idx="338">
                  <c:v>2.3219522388097209</c:v>
                </c:pt>
                <c:pt idx="339">
                  <c:v>2.2653878099801492</c:v>
                </c:pt>
                <c:pt idx="340">
                  <c:v>2.2168522902852672</c:v>
                </c:pt>
                <c:pt idx="341">
                  <c:v>2.1784733077022351</c:v>
                </c:pt>
                <c:pt idx="342">
                  <c:v>2.138801998196576</c:v>
                </c:pt>
                <c:pt idx="343">
                  <c:v>2.0881590349621653</c:v>
                </c:pt>
                <c:pt idx="344">
                  <c:v>2.0628011063163489</c:v>
                </c:pt>
                <c:pt idx="345">
                  <c:v>2.0508541154604218</c:v>
                </c:pt>
                <c:pt idx="346">
                  <c:v>2.0138879389304671</c:v>
                </c:pt>
                <c:pt idx="347">
                  <c:v>1.9925341634680087</c:v>
                </c:pt>
                <c:pt idx="348">
                  <c:v>1.9586280731852155</c:v>
                </c:pt>
                <c:pt idx="349">
                  <c:v>1.8850965851487307</c:v>
                </c:pt>
                <c:pt idx="350">
                  <c:v>1.8199906879672101</c:v>
                </c:pt>
                <c:pt idx="351">
                  <c:v>1.8016851286292512</c:v>
                </c:pt>
                <c:pt idx="352">
                  <c:v>1.7604230658131899</c:v>
                </c:pt>
                <c:pt idx="353">
                  <c:v>1.7013828013112979</c:v>
                </c:pt>
                <c:pt idx="354">
                  <c:v>1.6628651945204589</c:v>
                </c:pt>
                <c:pt idx="355">
                  <c:v>1.624643870174534</c:v>
                </c:pt>
                <c:pt idx="356">
                  <c:v>1.5856584655100256</c:v>
                </c:pt>
                <c:pt idx="357">
                  <c:v>1.5877282070299987</c:v>
                </c:pt>
                <c:pt idx="358">
                  <c:v>1.5561607923678147</c:v>
                </c:pt>
                <c:pt idx="359">
                  <c:v>1.5698415532102565</c:v>
                </c:pt>
                <c:pt idx="360">
                  <c:v>1.6039852028201322</c:v>
                </c:pt>
                <c:pt idx="361">
                  <c:v>1.5844996382488614</c:v>
                </c:pt>
                <c:pt idx="362">
                  <c:v>1.5577795738092592</c:v>
                </c:pt>
                <c:pt idx="363">
                  <c:v>1.5341433358621401</c:v>
                </c:pt>
                <c:pt idx="364">
                  <c:v>1.523682986359713</c:v>
                </c:pt>
                <c:pt idx="365">
                  <c:v>1.5046602519896313</c:v>
                </c:pt>
                <c:pt idx="366">
                  <c:v>1.4796342684480004</c:v>
                </c:pt>
                <c:pt idx="367">
                  <c:v>1.4631898606771805</c:v>
                </c:pt>
                <c:pt idx="368">
                  <c:v>1.4591275595801718</c:v>
                </c:pt>
                <c:pt idx="369">
                  <c:v>1.4424314738341715</c:v>
                </c:pt>
                <c:pt idx="370">
                  <c:v>1.4352841696906722</c:v>
                </c:pt>
                <c:pt idx="371">
                  <c:v>1.4159002070944227</c:v>
                </c:pt>
                <c:pt idx="372">
                  <c:v>1.3991726942835792</c:v>
                </c:pt>
                <c:pt idx="373">
                  <c:v>1.384267977379207</c:v>
                </c:pt>
                <c:pt idx="374">
                  <c:v>1.364689569623865</c:v>
                </c:pt>
                <c:pt idx="375">
                  <c:v>1.3790641051464883</c:v>
                </c:pt>
                <c:pt idx="376">
                  <c:v>1.3571942930960224</c:v>
                </c:pt>
                <c:pt idx="377">
                  <c:v>1.3396031634975014</c:v>
                </c:pt>
                <c:pt idx="378">
                  <c:v>1.3194523491443364</c:v>
                </c:pt>
                <c:pt idx="379">
                  <c:v>1.2951762749819022</c:v>
                </c:pt>
                <c:pt idx="380">
                  <c:v>1.2798920801914118</c:v>
                </c:pt>
                <c:pt idx="381">
                  <c:v>1.2725542527355138</c:v>
                </c:pt>
                <c:pt idx="382">
                  <c:v>1.2365406404762607</c:v>
                </c:pt>
                <c:pt idx="383">
                  <c:v>1.2345034241382034</c:v>
                </c:pt>
                <c:pt idx="384">
                  <c:v>1.2275192165258877</c:v>
                </c:pt>
                <c:pt idx="385">
                  <c:v>1.2221067804859786</c:v>
                </c:pt>
                <c:pt idx="386">
                  <c:v>1.2111621744265899</c:v>
                </c:pt>
                <c:pt idx="387">
                  <c:v>1.1973546202805279</c:v>
                </c:pt>
                <c:pt idx="388">
                  <c:v>1.1886608274029786</c:v>
                </c:pt>
                <c:pt idx="389">
                  <c:v>1.1769742863860049</c:v>
                </c:pt>
                <c:pt idx="390">
                  <c:v>1.1739989381730804</c:v>
                </c:pt>
                <c:pt idx="391">
                  <c:v>1.1788071745113018</c:v>
                </c:pt>
                <c:pt idx="392">
                  <c:v>1.2045223441724811</c:v>
                </c:pt>
                <c:pt idx="393">
                  <c:v>1.2058306460839783</c:v>
                </c:pt>
                <c:pt idx="394">
                  <c:v>1.2089571161228478</c:v>
                </c:pt>
                <c:pt idx="395">
                  <c:v>1.2063836264678425</c:v>
                </c:pt>
                <c:pt idx="396">
                  <c:v>1.1970392907335026</c:v>
                </c:pt>
                <c:pt idx="397">
                  <c:v>1.20282984508601</c:v>
                </c:pt>
                <c:pt idx="398">
                  <c:v>1.2119808337783327</c:v>
                </c:pt>
                <c:pt idx="399">
                  <c:v>1.1819447172306701</c:v>
                </c:pt>
                <c:pt idx="400">
                  <c:v>1.2039032675989991</c:v>
                </c:pt>
                <c:pt idx="401">
                  <c:v>1.2089100670353417</c:v>
                </c:pt>
                <c:pt idx="402">
                  <c:v>1.1976446539163774</c:v>
                </c:pt>
                <c:pt idx="403">
                  <c:v>1.2065642275081052</c:v>
                </c:pt>
                <c:pt idx="404">
                  <c:v>1.2005177726588094</c:v>
                </c:pt>
                <c:pt idx="405">
                  <c:v>1.1860839518869934</c:v>
                </c:pt>
                <c:pt idx="406">
                  <c:v>1.1874457085689316</c:v>
                </c:pt>
                <c:pt idx="407">
                  <c:v>1.1607575941070647</c:v>
                </c:pt>
                <c:pt idx="408">
                  <c:v>1.1525301872383742</c:v>
                </c:pt>
                <c:pt idx="409">
                  <c:v>1.1419917406954454</c:v>
                </c:pt>
                <c:pt idx="410">
                  <c:v>1.1276412068745894</c:v>
                </c:pt>
                <c:pt idx="411">
                  <c:v>1.1246395430703482</c:v>
                </c:pt>
                <c:pt idx="412">
                  <c:v>1.1105913182654934</c:v>
                </c:pt>
                <c:pt idx="413">
                  <c:v>1.0917429949543089</c:v>
                </c:pt>
                <c:pt idx="414">
                  <c:v>1.075679025922047</c:v>
                </c:pt>
                <c:pt idx="415">
                  <c:v>1.0739328890456232</c:v>
                </c:pt>
                <c:pt idx="416">
                  <c:v>1.0628797328061534</c:v>
                </c:pt>
                <c:pt idx="417">
                  <c:v>1.0605157351287233</c:v>
                </c:pt>
                <c:pt idx="418">
                  <c:v>1.042990064419731</c:v>
                </c:pt>
                <c:pt idx="419">
                  <c:v>1.0497548773915684</c:v>
                </c:pt>
                <c:pt idx="420">
                  <c:v>1.0560879636747056</c:v>
                </c:pt>
                <c:pt idx="421">
                  <c:v>1.0598767682560919</c:v>
                </c:pt>
                <c:pt idx="422">
                  <c:v>1.0435994703729059</c:v>
                </c:pt>
                <c:pt idx="423">
                  <c:v>1.0473749602847657</c:v>
                </c:pt>
                <c:pt idx="424">
                  <c:v>1.061342931033437</c:v>
                </c:pt>
                <c:pt idx="425">
                  <c:v>1.0518558564204605</c:v>
                </c:pt>
                <c:pt idx="426">
                  <c:v>1.0577747695470592</c:v>
                </c:pt>
                <c:pt idx="427">
                  <c:v>1.0463460082450813</c:v>
                </c:pt>
                <c:pt idx="428">
                  <c:v>1.0426051743851747</c:v>
                </c:pt>
                <c:pt idx="429">
                  <c:v>1.0876365534727588</c:v>
                </c:pt>
                <c:pt idx="430">
                  <c:v>1.0680872850383536</c:v>
                </c:pt>
                <c:pt idx="431">
                  <c:v>1.0119873523777685</c:v>
                </c:pt>
                <c:pt idx="432">
                  <c:v>1.0077317638834942</c:v>
                </c:pt>
                <c:pt idx="433">
                  <c:v>1.0083422655025893</c:v>
                </c:pt>
                <c:pt idx="434">
                  <c:v>1.0095599735725054</c:v>
                </c:pt>
                <c:pt idx="435">
                  <c:v>1.0131869047486453</c:v>
                </c:pt>
                <c:pt idx="436">
                  <c:v>0.92850081945679386</c:v>
                </c:pt>
                <c:pt idx="437">
                  <c:v>0.9875953557805196</c:v>
                </c:pt>
                <c:pt idx="438">
                  <c:v>1.1211951158471685</c:v>
                </c:pt>
                <c:pt idx="439">
                  <c:v>1.0221297945360204</c:v>
                </c:pt>
                <c:pt idx="440">
                  <c:v>1.0065341185105725</c:v>
                </c:pt>
                <c:pt idx="441">
                  <c:v>1.1007570719785413</c:v>
                </c:pt>
                <c:pt idx="442">
                  <c:v>1.0959816026694496</c:v>
                </c:pt>
                <c:pt idx="443">
                  <c:v>1.1848986783062889</c:v>
                </c:pt>
                <c:pt idx="444">
                  <c:v>1.1678250233062273</c:v>
                </c:pt>
                <c:pt idx="445">
                  <c:v>1.1444001467502745</c:v>
                </c:pt>
                <c:pt idx="446">
                  <c:v>1.1420818908781194</c:v>
                </c:pt>
                <c:pt idx="447">
                  <c:v>1.1042185723076627</c:v>
                </c:pt>
                <c:pt idx="448">
                  <c:v>1.1028655744166751</c:v>
                </c:pt>
                <c:pt idx="449">
                  <c:v>1.0958003806701275</c:v>
                </c:pt>
                <c:pt idx="450">
                  <c:v>1.1594784053708598</c:v>
                </c:pt>
                <c:pt idx="451">
                  <c:v>1.1593497557264718</c:v>
                </c:pt>
                <c:pt idx="452">
                  <c:v>1.1631657125598029</c:v>
                </c:pt>
                <c:pt idx="453">
                  <c:v>1.1395195131220808</c:v>
                </c:pt>
                <c:pt idx="454">
                  <c:v>1.1428247278604431</c:v>
                </c:pt>
                <c:pt idx="455">
                  <c:v>1.1631479335214565</c:v>
                </c:pt>
                <c:pt idx="456">
                  <c:v>1.1558070993164271</c:v>
                </c:pt>
                <c:pt idx="457">
                  <c:v>1.1661265891584267</c:v>
                </c:pt>
                <c:pt idx="458">
                  <c:v>1.1620149250843612</c:v>
                </c:pt>
                <c:pt idx="459">
                  <c:v>1.1477995903918727</c:v>
                </c:pt>
                <c:pt idx="460">
                  <c:v>1.1618076031952909</c:v>
                </c:pt>
                <c:pt idx="461">
                  <c:v>1.1695812785471218</c:v>
                </c:pt>
                <c:pt idx="462">
                  <c:v>1.1775014218001543</c:v>
                </c:pt>
                <c:pt idx="463">
                  <c:v>1.1744740568272445</c:v>
                </c:pt>
                <c:pt idx="464">
                  <c:v>1.190126369221264</c:v>
                </c:pt>
                <c:pt idx="465">
                  <c:v>1.1985014466908079</c:v>
                </c:pt>
                <c:pt idx="466">
                  <c:v>1.2112336696918224</c:v>
                </c:pt>
                <c:pt idx="467">
                  <c:v>1.189543608948169</c:v>
                </c:pt>
                <c:pt idx="468">
                  <c:v>1.1839368061861018</c:v>
                </c:pt>
                <c:pt idx="469">
                  <c:v>1.2051793842219609</c:v>
                </c:pt>
                <c:pt idx="470">
                  <c:v>1.1940481897696902</c:v>
                </c:pt>
                <c:pt idx="471">
                  <c:v>1.1988660346323121</c:v>
                </c:pt>
                <c:pt idx="472">
                  <c:v>1.1990507013203131</c:v>
                </c:pt>
                <c:pt idx="473">
                  <c:v>1.2111938890935225</c:v>
                </c:pt>
                <c:pt idx="474">
                  <c:v>1.2144621077447373</c:v>
                </c:pt>
                <c:pt idx="475">
                  <c:v>1.2227832467494162</c:v>
                </c:pt>
                <c:pt idx="476">
                  <c:v>1.2481980421722971</c:v>
                </c:pt>
                <c:pt idx="477">
                  <c:v>1.2537494684590449</c:v>
                </c:pt>
                <c:pt idx="478">
                  <c:v>1.2406822151677792</c:v>
                </c:pt>
                <c:pt idx="479">
                  <c:v>1.243436920285695</c:v>
                </c:pt>
                <c:pt idx="480">
                  <c:v>1.2631893534516752</c:v>
                </c:pt>
                <c:pt idx="481">
                  <c:v>1.2727952632876871</c:v>
                </c:pt>
                <c:pt idx="482">
                  <c:v>1.2816334324148686</c:v>
                </c:pt>
                <c:pt idx="483">
                  <c:v>1.2795468269541099</c:v>
                </c:pt>
                <c:pt idx="484">
                  <c:v>1.2746203077195961</c:v>
                </c:pt>
                <c:pt idx="485">
                  <c:v>1.2828674545499799</c:v>
                </c:pt>
                <c:pt idx="486">
                  <c:v>1.2897316797991012</c:v>
                </c:pt>
                <c:pt idx="487">
                  <c:v>1.2858176506527736</c:v>
                </c:pt>
                <c:pt idx="488">
                  <c:v>1.2730992064064781</c:v>
                </c:pt>
                <c:pt idx="489">
                  <c:v>1.2808413239652447</c:v>
                </c:pt>
                <c:pt idx="490">
                  <c:v>1.2975081265892632</c:v>
                </c:pt>
                <c:pt idx="491">
                  <c:v>1.3062791275553967</c:v>
                </c:pt>
                <c:pt idx="492">
                  <c:v>1.3025222337332782</c:v>
                </c:pt>
                <c:pt idx="493">
                  <c:v>1.3126741430660389</c:v>
                </c:pt>
                <c:pt idx="494">
                  <c:v>1.3235084275779245</c:v>
                </c:pt>
                <c:pt idx="495">
                  <c:v>1.3285478959972279</c:v>
                </c:pt>
                <c:pt idx="496">
                  <c:v>1.326214005029585</c:v>
                </c:pt>
                <c:pt idx="497">
                  <c:v>1.3144112858407113</c:v>
                </c:pt>
                <c:pt idx="498">
                  <c:v>1.3172026471523943</c:v>
                </c:pt>
                <c:pt idx="499">
                  <c:v>1.3252693367435626</c:v>
                </c:pt>
                <c:pt idx="500">
                  <c:v>1.3233974654621266</c:v>
                </c:pt>
                <c:pt idx="501">
                  <c:v>1.3370885799798404</c:v>
                </c:pt>
                <c:pt idx="502">
                  <c:v>1.3406030513849772</c:v>
                </c:pt>
                <c:pt idx="503">
                  <c:v>1.346899890000044</c:v>
                </c:pt>
                <c:pt idx="504">
                  <c:v>1.3542088526642724</c:v>
                </c:pt>
                <c:pt idx="505">
                  <c:v>1.379871717963375</c:v>
                </c:pt>
                <c:pt idx="506">
                  <c:v>1.3989523910819508</c:v>
                </c:pt>
                <c:pt idx="507">
                  <c:v>1.4334671781173092</c:v>
                </c:pt>
                <c:pt idx="508">
                  <c:v>1.4695761958338069</c:v>
                </c:pt>
                <c:pt idx="509">
                  <c:v>1.5244333663605114</c:v>
                </c:pt>
                <c:pt idx="510">
                  <c:v>1.6384512805195499</c:v>
                </c:pt>
                <c:pt idx="511">
                  <c:v>1.7627986067927228</c:v>
                </c:pt>
                <c:pt idx="512">
                  <c:v>1.9712135406829376</c:v>
                </c:pt>
                <c:pt idx="513">
                  <c:v>2.2356760040084418</c:v>
                </c:pt>
                <c:pt idx="514">
                  <c:v>2.4595418111736405</c:v>
                </c:pt>
                <c:pt idx="515">
                  <c:v>2.4868461261880883</c:v>
                </c:pt>
                <c:pt idx="516">
                  <c:v>2.2955232799773988</c:v>
                </c:pt>
                <c:pt idx="517">
                  <c:v>2.0766009867157118</c:v>
                </c:pt>
                <c:pt idx="518">
                  <c:v>1.9199863791649747</c:v>
                </c:pt>
                <c:pt idx="519">
                  <c:v>1.8189495683981567</c:v>
                </c:pt>
                <c:pt idx="520">
                  <c:v>1.7433226115273852</c:v>
                </c:pt>
                <c:pt idx="521">
                  <c:v>1.682422711905744</c:v>
                </c:pt>
                <c:pt idx="522">
                  <c:v>1.6474238905514031</c:v>
                </c:pt>
                <c:pt idx="523">
                  <c:v>1.6139815717130066</c:v>
                </c:pt>
                <c:pt idx="524">
                  <c:v>1.5724797010444251</c:v>
                </c:pt>
                <c:pt idx="525">
                  <c:v>1.5870596106055941</c:v>
                </c:pt>
                <c:pt idx="526">
                  <c:v>1.6204724371568515</c:v>
                </c:pt>
                <c:pt idx="527">
                  <c:v>1.6140856836699118</c:v>
                </c:pt>
                <c:pt idx="528">
                  <c:v>1.6157907457386265</c:v>
                </c:pt>
                <c:pt idx="529">
                  <c:v>1.640746083748474</c:v>
                </c:pt>
                <c:pt idx="530">
                  <c:v>1.6506053448809235</c:v>
                </c:pt>
                <c:pt idx="531">
                  <c:v>1.6817013012791917</c:v>
                </c:pt>
                <c:pt idx="532">
                  <c:v>1.7023570403213952</c:v>
                </c:pt>
                <c:pt idx="533">
                  <c:v>1.7256721051699149</c:v>
                </c:pt>
                <c:pt idx="534">
                  <c:v>1.7467047598250631</c:v>
                </c:pt>
                <c:pt idx="535">
                  <c:v>1.7663829132146573</c:v>
                </c:pt>
                <c:pt idx="536">
                  <c:v>1.7959450092252291</c:v>
                </c:pt>
                <c:pt idx="537">
                  <c:v>1.8665202615150127</c:v>
                </c:pt>
                <c:pt idx="538">
                  <c:v>1.883889493027584</c:v>
                </c:pt>
                <c:pt idx="539">
                  <c:v>1.9154326445315546</c:v>
                </c:pt>
                <c:pt idx="540">
                  <c:v>1.9727184839876752</c:v>
                </c:pt>
                <c:pt idx="541">
                  <c:v>2.0385825002808042</c:v>
                </c:pt>
                <c:pt idx="542">
                  <c:v>2.1649773442760134</c:v>
                </c:pt>
                <c:pt idx="543">
                  <c:v>2.3077827635778991</c:v>
                </c:pt>
                <c:pt idx="544">
                  <c:v>2.5524627001004649</c:v>
                </c:pt>
                <c:pt idx="545">
                  <c:v>2.9200098056625579</c:v>
                </c:pt>
                <c:pt idx="546">
                  <c:v>3.2661588973314921</c:v>
                </c:pt>
                <c:pt idx="547">
                  <c:v>3.4473743602422191</c:v>
                </c:pt>
                <c:pt idx="548">
                  <c:v>3.4345236713254033</c:v>
                </c:pt>
                <c:pt idx="549">
                  <c:v>3.3123996660887483</c:v>
                </c:pt>
                <c:pt idx="550">
                  <c:v>3.1620467312610456</c:v>
                </c:pt>
                <c:pt idx="551">
                  <c:v>3.0195207566089421</c:v>
                </c:pt>
                <c:pt idx="552">
                  <c:v>2.8732662038678414</c:v>
                </c:pt>
                <c:pt idx="553">
                  <c:v>2.7774539203929995</c:v>
                </c:pt>
                <c:pt idx="554">
                  <c:v>2.6559547960629306</c:v>
                </c:pt>
                <c:pt idx="555">
                  <c:v>2.5612921888736278</c:v>
                </c:pt>
                <c:pt idx="556">
                  <c:v>2.4902202739185086</c:v>
                </c:pt>
                <c:pt idx="557">
                  <c:v>2.3812314222122097</c:v>
                </c:pt>
                <c:pt idx="558">
                  <c:v>2.2427039532842179</c:v>
                </c:pt>
                <c:pt idx="559">
                  <c:v>2.1456243381230107</c:v>
                </c:pt>
                <c:pt idx="560">
                  <c:v>2.039818038863304</c:v>
                </c:pt>
                <c:pt idx="561">
                  <c:v>1.9141439779991729</c:v>
                </c:pt>
                <c:pt idx="562">
                  <c:v>1.8460133434820265</c:v>
                </c:pt>
                <c:pt idx="563">
                  <c:v>1.8150615541682324</c:v>
                </c:pt>
                <c:pt idx="564">
                  <c:v>1.7974261077020679</c:v>
                </c:pt>
                <c:pt idx="565">
                  <c:v>1.817889362508526</c:v>
                </c:pt>
                <c:pt idx="566">
                  <c:v>1.7658354234161648</c:v>
                </c:pt>
                <c:pt idx="567">
                  <c:v>1.7388347639184247</c:v>
                </c:pt>
                <c:pt idx="568">
                  <c:v>1.7718640861542916</c:v>
                </c:pt>
                <c:pt idx="569">
                  <c:v>1.7271958210474954</c:v>
                </c:pt>
                <c:pt idx="570">
                  <c:v>1.6194883673843756</c:v>
                </c:pt>
                <c:pt idx="571">
                  <c:v>1.5783424958130361</c:v>
                </c:pt>
                <c:pt idx="572">
                  <c:v>1.5007559751687489</c:v>
                </c:pt>
                <c:pt idx="573">
                  <c:v>1.4306345066871144</c:v>
                </c:pt>
                <c:pt idx="574">
                  <c:v>1.3713610230351501</c:v>
                </c:pt>
                <c:pt idx="575">
                  <c:v>1.299933658041323</c:v>
                </c:pt>
                <c:pt idx="576">
                  <c:v>1.2652043198461551</c:v>
                </c:pt>
                <c:pt idx="577">
                  <c:v>1.0732403693563841</c:v>
                </c:pt>
                <c:pt idx="578">
                  <c:v>1.0476108822408532</c:v>
                </c:pt>
                <c:pt idx="579">
                  <c:v>1.0325218156644205</c:v>
                </c:pt>
                <c:pt idx="580">
                  <c:v>1.198329434494807</c:v>
                </c:pt>
                <c:pt idx="581">
                  <c:v>1.2822040872545004</c:v>
                </c:pt>
                <c:pt idx="582">
                  <c:v>1.242718725573432</c:v>
                </c:pt>
                <c:pt idx="583">
                  <c:v>1.2546405643192273</c:v>
                </c:pt>
                <c:pt idx="584">
                  <c:v>1.4252810029301943</c:v>
                </c:pt>
                <c:pt idx="585">
                  <c:v>1.4840094806199071</c:v>
                </c:pt>
                <c:pt idx="586">
                  <c:v>1.5993243756263194</c:v>
                </c:pt>
                <c:pt idx="587">
                  <c:v>1.5621223653818277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0C-4B9C-BBFB-FF685BE46DCA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S5_n1_o/O-PTIR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Sheet2!$C$2:$C$589</c:f>
              <c:numCache>
                <c:formatCode>General</c:formatCode>
                <c:ptCount val="588"/>
                <c:pt idx="0">
                  <c:v>2.0480299868132943</c:v>
                </c:pt>
                <c:pt idx="1">
                  <c:v>2.06222723002942</c:v>
                </c:pt>
                <c:pt idx="2">
                  <c:v>1.9566758089367775</c:v>
                </c:pt>
                <c:pt idx="3">
                  <c:v>2.0169352925876787</c:v>
                </c:pt>
                <c:pt idx="4">
                  <c:v>2.0516639391761244</c:v>
                </c:pt>
                <c:pt idx="5">
                  <c:v>2.1533391418005383</c:v>
                </c:pt>
                <c:pt idx="6">
                  <c:v>2.1201887113893543</c:v>
                </c:pt>
                <c:pt idx="7">
                  <c:v>2.1012319043604606</c:v>
                </c:pt>
                <c:pt idx="8">
                  <c:v>2.1384901363253737</c:v>
                </c:pt>
                <c:pt idx="9">
                  <c:v>2.1520587638255693</c:v>
                </c:pt>
                <c:pt idx="10">
                  <c:v>2.1619672569361978</c:v>
                </c:pt>
                <c:pt idx="11">
                  <c:v>2.1332460285363699</c:v>
                </c:pt>
                <c:pt idx="12">
                  <c:v>2.1358826951078678</c:v>
                </c:pt>
                <c:pt idx="13">
                  <c:v>2.1389802845730599</c:v>
                </c:pt>
                <c:pt idx="14">
                  <c:v>2.1142617060641591</c:v>
                </c:pt>
                <c:pt idx="15">
                  <c:v>2.0847809243620228</c:v>
                </c:pt>
                <c:pt idx="16">
                  <c:v>2.0900746038733087</c:v>
                </c:pt>
                <c:pt idx="17">
                  <c:v>2.0787599053242856</c:v>
                </c:pt>
                <c:pt idx="18">
                  <c:v>2.0597149829903105</c:v>
                </c:pt>
                <c:pt idx="19">
                  <c:v>2.0762477092687512</c:v>
                </c:pt>
                <c:pt idx="20">
                  <c:v>2.0833703343361671</c:v>
                </c:pt>
                <c:pt idx="21">
                  <c:v>2.0861097602642489</c:v>
                </c:pt>
                <c:pt idx="22">
                  <c:v>2.0785643558609621</c:v>
                </c:pt>
                <c:pt idx="23">
                  <c:v>2.0750574937854944</c:v>
                </c:pt>
                <c:pt idx="24">
                  <c:v>2.0638869414906216</c:v>
                </c:pt>
                <c:pt idx="25">
                  <c:v>2.0580905835376075</c:v>
                </c:pt>
                <c:pt idx="26">
                  <c:v>2.0669658748891302</c:v>
                </c:pt>
                <c:pt idx="27">
                  <c:v>2.0621128856358406</c:v>
                </c:pt>
                <c:pt idx="28">
                  <c:v>2.0586947310592882</c:v>
                </c:pt>
                <c:pt idx="29">
                  <c:v>2.0605120170639672</c:v>
                </c:pt>
                <c:pt idx="30">
                  <c:v>2.056006571076908</c:v>
                </c:pt>
                <c:pt idx="31">
                  <c:v>2.0493287267189388</c:v>
                </c:pt>
                <c:pt idx="32">
                  <c:v>2.0569775611089129</c:v>
                </c:pt>
                <c:pt idx="33">
                  <c:v>2.0523727638211766</c:v>
                </c:pt>
                <c:pt idx="34">
                  <c:v>2.0536227595071819</c:v>
                </c:pt>
                <c:pt idx="35">
                  <c:v>2.0380258602811594</c:v>
                </c:pt>
                <c:pt idx="36">
                  <c:v>2.0346085724253844</c:v>
                </c:pt>
                <c:pt idx="37">
                  <c:v>2.0495151814968211</c:v>
                </c:pt>
                <c:pt idx="38">
                  <c:v>2.0639800257333714</c:v>
                </c:pt>
                <c:pt idx="39">
                  <c:v>2.0719207567782272</c:v>
                </c:pt>
                <c:pt idx="40">
                  <c:v>2.0718425871921102</c:v>
                </c:pt>
                <c:pt idx="41">
                  <c:v>2.0643324673446282</c:v>
                </c:pt>
                <c:pt idx="42">
                  <c:v>2.063518683205634</c:v>
                </c:pt>
                <c:pt idx="43">
                  <c:v>2.0622987364544483</c:v>
                </c:pt>
                <c:pt idx="44">
                  <c:v>2.0537269973874448</c:v>
                </c:pt>
                <c:pt idx="45">
                  <c:v>2.0463768404678442</c:v>
                </c:pt>
                <c:pt idx="46">
                  <c:v>2.0443873162591171</c:v>
                </c:pt>
                <c:pt idx="47">
                  <c:v>2.0366185332041122</c:v>
                </c:pt>
                <c:pt idx="48">
                  <c:v>2.0326643333968146</c:v>
                </c:pt>
                <c:pt idx="49">
                  <c:v>2.0439181575571306</c:v>
                </c:pt>
                <c:pt idx="50">
                  <c:v>2.0663195443417486</c:v>
                </c:pt>
                <c:pt idx="51">
                  <c:v>2.0776966546303597</c:v>
                </c:pt>
                <c:pt idx="52">
                  <c:v>2.0762224214154861</c:v>
                </c:pt>
                <c:pt idx="53">
                  <c:v>2.0720034756679713</c:v>
                </c:pt>
                <c:pt idx="54">
                  <c:v>2.0885851069604033</c:v>
                </c:pt>
                <c:pt idx="55">
                  <c:v>2.0890071411517144</c:v>
                </c:pt>
                <c:pt idx="56">
                  <c:v>2.0705818339717523</c:v>
                </c:pt>
                <c:pt idx="57">
                  <c:v>2.0573801823235396</c:v>
                </c:pt>
                <c:pt idx="58">
                  <c:v>2.0521044137343791</c:v>
                </c:pt>
                <c:pt idx="59">
                  <c:v>2.0465084722152067</c:v>
                </c:pt>
                <c:pt idx="60">
                  <c:v>2.0470809510931036</c:v>
                </c:pt>
                <c:pt idx="61">
                  <c:v>2.0440015706078589</c:v>
                </c:pt>
                <c:pt idx="62">
                  <c:v>2.0413692180311807</c:v>
                </c:pt>
                <c:pt idx="63">
                  <c:v>2.0432432016932194</c:v>
                </c:pt>
                <c:pt idx="64">
                  <c:v>2.0508129487927249</c:v>
                </c:pt>
                <c:pt idx="65">
                  <c:v>2.0526274424662119</c:v>
                </c:pt>
                <c:pt idx="66">
                  <c:v>2.051002493959623</c:v>
                </c:pt>
                <c:pt idx="67">
                  <c:v>2.0613809536658132</c:v>
                </c:pt>
                <c:pt idx="68">
                  <c:v>2.0650363112865713</c:v>
                </c:pt>
                <c:pt idx="69">
                  <c:v>2.0635498733881739</c:v>
                </c:pt>
                <c:pt idx="70">
                  <c:v>2.0643794192955105</c:v>
                </c:pt>
                <c:pt idx="71">
                  <c:v>2.0757962693200298</c:v>
                </c:pt>
                <c:pt idx="72">
                  <c:v>2.0803598875663138</c:v>
                </c:pt>
                <c:pt idx="73">
                  <c:v>2.0666082055005162</c:v>
                </c:pt>
                <c:pt idx="74">
                  <c:v>2.0620951904134563</c:v>
                </c:pt>
                <c:pt idx="75">
                  <c:v>2.0589463585334427</c:v>
                </c:pt>
                <c:pt idx="76">
                  <c:v>2.0448873082586174</c:v>
                </c:pt>
                <c:pt idx="77">
                  <c:v>2.0498233615212369</c:v>
                </c:pt>
                <c:pt idx="78">
                  <c:v>2.0535062620380065</c:v>
                </c:pt>
                <c:pt idx="79">
                  <c:v>2.0544102792613561</c:v>
                </c:pt>
                <c:pt idx="80">
                  <c:v>2.0558552165295967</c:v>
                </c:pt>
                <c:pt idx="81">
                  <c:v>2.0470391092651745</c:v>
                </c:pt>
                <c:pt idx="82">
                  <c:v>2.0443117429135182</c:v>
                </c:pt>
                <c:pt idx="83">
                  <c:v>2.0485695812852316</c:v>
                </c:pt>
                <c:pt idx="84">
                  <c:v>2.0505150517632318</c:v>
                </c:pt>
                <c:pt idx="85">
                  <c:v>2.0458409128915029</c:v>
                </c:pt>
                <c:pt idx="86">
                  <c:v>2.0476270949935382</c:v>
                </c:pt>
                <c:pt idx="87">
                  <c:v>2.0484847603034666</c:v>
                </c:pt>
                <c:pt idx="88">
                  <c:v>2.0359942863883895</c:v>
                </c:pt>
                <c:pt idx="89">
                  <c:v>2.040425033594254</c:v>
                </c:pt>
                <c:pt idx="90">
                  <c:v>2.0406310307686661</c:v>
                </c:pt>
                <c:pt idx="91">
                  <c:v>2.0369635312133996</c:v>
                </c:pt>
                <c:pt idx="92">
                  <c:v>2.0376604570763792</c:v>
                </c:pt>
                <c:pt idx="93">
                  <c:v>2.0392862134765433</c:v>
                </c:pt>
                <c:pt idx="94">
                  <c:v>2.0391349216782477</c:v>
                </c:pt>
                <c:pt idx="95">
                  <c:v>2.0475499882188721</c:v>
                </c:pt>
                <c:pt idx="96">
                  <c:v>2.0435679866758742</c:v>
                </c:pt>
                <c:pt idx="97">
                  <c:v>2.033719183566284</c:v>
                </c:pt>
                <c:pt idx="98">
                  <c:v>2.0270323857081589</c:v>
                </c:pt>
                <c:pt idx="99">
                  <c:v>2.0275153982162339</c:v>
                </c:pt>
                <c:pt idx="100">
                  <c:v>2.0299927077800306</c:v>
                </c:pt>
                <c:pt idx="101">
                  <c:v>2.0365474424913117</c:v>
                </c:pt>
                <c:pt idx="102">
                  <c:v>2.0449823337990356</c:v>
                </c:pt>
                <c:pt idx="103">
                  <c:v>2.049481061719618</c:v>
                </c:pt>
                <c:pt idx="104">
                  <c:v>2.0321425459189451</c:v>
                </c:pt>
                <c:pt idx="105">
                  <c:v>2.0160427662778004</c:v>
                </c:pt>
                <c:pt idx="106">
                  <c:v>2.0106423977528323</c:v>
                </c:pt>
                <c:pt idx="107">
                  <c:v>2.0139705290620498</c:v>
                </c:pt>
                <c:pt idx="108">
                  <c:v>2.0072444517908727</c:v>
                </c:pt>
                <c:pt idx="109">
                  <c:v>2.0408750930646335</c:v>
                </c:pt>
                <c:pt idx="110">
                  <c:v>2.0542336525480334</c:v>
                </c:pt>
                <c:pt idx="111">
                  <c:v>2.0367871986360875</c:v>
                </c:pt>
                <c:pt idx="112">
                  <c:v>2.031002311987478</c:v>
                </c:pt>
                <c:pt idx="113">
                  <c:v>2.0245337061827544</c:v>
                </c:pt>
                <c:pt idx="114">
                  <c:v>2.015703764721311</c:v>
                </c:pt>
                <c:pt idx="115">
                  <c:v>2.0122597457849132</c:v>
                </c:pt>
                <c:pt idx="116">
                  <c:v>2.0047497136880077</c:v>
                </c:pt>
                <c:pt idx="117">
                  <c:v>2.0102123718861193</c:v>
                </c:pt>
                <c:pt idx="118">
                  <c:v>2.0320949331424929</c:v>
                </c:pt>
                <c:pt idx="119">
                  <c:v>2.0317158977140846</c:v>
                </c:pt>
                <c:pt idx="120">
                  <c:v>2.0290038833012636</c:v>
                </c:pt>
                <c:pt idx="121">
                  <c:v>2.0552659444464143</c:v>
                </c:pt>
                <c:pt idx="122">
                  <c:v>2.0868242676170214</c:v>
                </c:pt>
                <c:pt idx="123">
                  <c:v>2.0985636671905166</c:v>
                </c:pt>
                <c:pt idx="124">
                  <c:v>2.094725772683534</c:v>
                </c:pt>
                <c:pt idx="125">
                  <c:v>2.0729890666115312</c:v>
                </c:pt>
                <c:pt idx="126">
                  <c:v>2.0577460796768174</c:v>
                </c:pt>
                <c:pt idx="127">
                  <c:v>2.0254746276708726</c:v>
                </c:pt>
                <c:pt idx="128">
                  <c:v>2.0231421232258895</c:v>
                </c:pt>
                <c:pt idx="129">
                  <c:v>2.0268827057751997</c:v>
                </c:pt>
                <c:pt idx="130">
                  <c:v>2.0301135565012531</c:v>
                </c:pt>
                <c:pt idx="131">
                  <c:v>2.0408751911099703</c:v>
                </c:pt>
                <c:pt idx="132">
                  <c:v>2.0486572534253904</c:v>
                </c:pt>
                <c:pt idx="133">
                  <c:v>2.0330009151943917</c:v>
                </c:pt>
                <c:pt idx="134">
                  <c:v>2.0076939372058051</c:v>
                </c:pt>
                <c:pt idx="135">
                  <c:v>2.0024257602670725</c:v>
                </c:pt>
                <c:pt idx="136">
                  <c:v>2.0233336214558966</c:v>
                </c:pt>
                <c:pt idx="137">
                  <c:v>2.0276978350962147</c:v>
                </c:pt>
                <c:pt idx="138">
                  <c:v>2.0373757804800992</c:v>
                </c:pt>
                <c:pt idx="139">
                  <c:v>2.0392566116284594</c:v>
                </c:pt>
                <c:pt idx="140">
                  <c:v>2.040937500882408</c:v>
                </c:pt>
                <c:pt idx="141">
                  <c:v>2.0424487167983192</c:v>
                </c:pt>
                <c:pt idx="142">
                  <c:v>2.0360315514599971</c:v>
                </c:pt>
                <c:pt idx="143">
                  <c:v>2.0547136236897612</c:v>
                </c:pt>
                <c:pt idx="144">
                  <c:v>2.0564109100458352</c:v>
                </c:pt>
                <c:pt idx="145">
                  <c:v>2.0758892476738158</c:v>
                </c:pt>
                <c:pt idx="146">
                  <c:v>2.1023735834801922</c:v>
                </c:pt>
                <c:pt idx="147">
                  <c:v>2.0888262200526402</c:v>
                </c:pt>
                <c:pt idx="148">
                  <c:v>2.0850549336256603</c:v>
                </c:pt>
                <c:pt idx="149">
                  <c:v>2.0943586674117065</c:v>
                </c:pt>
                <c:pt idx="150">
                  <c:v>2.0856114938626757</c:v>
                </c:pt>
                <c:pt idx="151">
                  <c:v>2.0839473978140126</c:v>
                </c:pt>
                <c:pt idx="152">
                  <c:v>2.1057669404301635</c:v>
                </c:pt>
                <c:pt idx="153">
                  <c:v>2.109903622218297</c:v>
                </c:pt>
                <c:pt idx="154">
                  <c:v>2.0993037369234973</c:v>
                </c:pt>
                <c:pt idx="155">
                  <c:v>2.1133937538374945</c:v>
                </c:pt>
                <c:pt idx="156">
                  <c:v>2.1152250838562159</c:v>
                </c:pt>
                <c:pt idx="157">
                  <c:v>2.1102412197655633</c:v>
                </c:pt>
                <c:pt idx="158">
                  <c:v>2.0874142573920693</c:v>
                </c:pt>
                <c:pt idx="159">
                  <c:v>2.0981204003010698</c:v>
                </c:pt>
                <c:pt idx="160">
                  <c:v>2.1117386308980546</c:v>
                </c:pt>
                <c:pt idx="161">
                  <c:v>2.0968265391313841</c:v>
                </c:pt>
                <c:pt idx="162">
                  <c:v>2.09329926793861</c:v>
                </c:pt>
                <c:pt idx="163">
                  <c:v>2.0739684689334332</c:v>
                </c:pt>
                <c:pt idx="164">
                  <c:v>2.0737813435254466</c:v>
                </c:pt>
                <c:pt idx="165">
                  <c:v>2.0712780499864931</c:v>
                </c:pt>
                <c:pt idx="166">
                  <c:v>2.070747585496318</c:v>
                </c:pt>
                <c:pt idx="167">
                  <c:v>2.0668724337613549</c:v>
                </c:pt>
                <c:pt idx="168">
                  <c:v>2.0762594119601507</c:v>
                </c:pt>
                <c:pt idx="169">
                  <c:v>2.0723722516323373</c:v>
                </c:pt>
                <c:pt idx="170">
                  <c:v>2.0719505625606116</c:v>
                </c:pt>
                <c:pt idx="171">
                  <c:v>2.069752190019079</c:v>
                </c:pt>
                <c:pt idx="172">
                  <c:v>2.0522553172731413</c:v>
                </c:pt>
                <c:pt idx="173">
                  <c:v>2.0566221663721125</c:v>
                </c:pt>
                <c:pt idx="174">
                  <c:v>2.0604576607292504</c:v>
                </c:pt>
                <c:pt idx="175">
                  <c:v>2.0489008058856069</c:v>
                </c:pt>
                <c:pt idx="176">
                  <c:v>2.0331530815570917</c:v>
                </c:pt>
                <c:pt idx="177">
                  <c:v>2.0247071111263102</c:v>
                </c:pt>
                <c:pt idx="178">
                  <c:v>2.0271405591282403</c:v>
                </c:pt>
                <c:pt idx="179">
                  <c:v>2.0338808093430774</c:v>
                </c:pt>
                <c:pt idx="180">
                  <c:v>2.038619654215275</c:v>
                </c:pt>
                <c:pt idx="181">
                  <c:v>2.0452309689295114</c:v>
                </c:pt>
                <c:pt idx="182">
                  <c:v>2.0481641481303461</c:v>
                </c:pt>
                <c:pt idx="183">
                  <c:v>2.0437824902637058</c:v>
                </c:pt>
                <c:pt idx="184">
                  <c:v>2.0398633318597774</c:v>
                </c:pt>
                <c:pt idx="185">
                  <c:v>2.0417721843653927</c:v>
                </c:pt>
                <c:pt idx="186">
                  <c:v>2.0433708410344678</c:v>
                </c:pt>
                <c:pt idx="187">
                  <c:v>2.038747101387663</c:v>
                </c:pt>
                <c:pt idx="188">
                  <c:v>2.0412170830429885</c:v>
                </c:pt>
                <c:pt idx="189">
                  <c:v>2.0404880336058628</c:v>
                </c:pt>
                <c:pt idx="190">
                  <c:v>2.0394179981746312</c:v>
                </c:pt>
                <c:pt idx="191">
                  <c:v>2.0314847048490243</c:v>
                </c:pt>
                <c:pt idx="192">
                  <c:v>2.0346556890924328</c:v>
                </c:pt>
                <c:pt idx="193">
                  <c:v>2.0386955216968841</c:v>
                </c:pt>
                <c:pt idx="194">
                  <c:v>2.0298838637298453</c:v>
                </c:pt>
                <c:pt idx="195">
                  <c:v>2.0392058515966958</c:v>
                </c:pt>
                <c:pt idx="196">
                  <c:v>2.0416867711897937</c:v>
                </c:pt>
                <c:pt idx="197">
                  <c:v>2.048353359943099</c:v>
                </c:pt>
                <c:pt idx="198">
                  <c:v>2.0528555547467904</c:v>
                </c:pt>
                <c:pt idx="199">
                  <c:v>2.0484965022130011</c:v>
                </c:pt>
                <c:pt idx="200">
                  <c:v>2.0446953472546205</c:v>
                </c:pt>
                <c:pt idx="201">
                  <c:v>2.0446915901573148</c:v>
                </c:pt>
                <c:pt idx="202">
                  <c:v>2.0456189774671425</c:v>
                </c:pt>
                <c:pt idx="203">
                  <c:v>2.0525067055166737</c:v>
                </c:pt>
                <c:pt idx="204">
                  <c:v>2.0893204312990834</c:v>
                </c:pt>
                <c:pt idx="205">
                  <c:v>2.1092223875310179</c:v>
                </c:pt>
                <c:pt idx="206">
                  <c:v>2.1236259769629537</c:v>
                </c:pt>
                <c:pt idx="207">
                  <c:v>2.1422824985779503</c:v>
                </c:pt>
                <c:pt idx="208">
                  <c:v>2.142828415013204</c:v>
                </c:pt>
                <c:pt idx="209">
                  <c:v>2.1388560415222786</c:v>
                </c:pt>
                <c:pt idx="210">
                  <c:v>2.1527636548917086</c:v>
                </c:pt>
                <c:pt idx="211">
                  <c:v>2.1552764078447568</c:v>
                </c:pt>
                <c:pt idx="212">
                  <c:v>2.1384537262091028</c:v>
                </c:pt>
                <c:pt idx="213">
                  <c:v>2.1156213909511528</c:v>
                </c:pt>
                <c:pt idx="214">
                  <c:v>2.1218926060011278</c:v>
                </c:pt>
                <c:pt idx="215">
                  <c:v>2.1398362282068746</c:v>
                </c:pt>
                <c:pt idx="216">
                  <c:v>2.1486623635483442</c:v>
                </c:pt>
                <c:pt idx="217">
                  <c:v>2.157655207336866</c:v>
                </c:pt>
                <c:pt idx="218">
                  <c:v>2.1535588888529822</c:v>
                </c:pt>
                <c:pt idx="219">
                  <c:v>2.1397236564729849</c:v>
                </c:pt>
                <c:pt idx="220">
                  <c:v>2.1336509793081979</c:v>
                </c:pt>
                <c:pt idx="221">
                  <c:v>2.1347955684135265</c:v>
                </c:pt>
                <c:pt idx="222">
                  <c:v>2.1223541093232172</c:v>
                </c:pt>
                <c:pt idx="223">
                  <c:v>2.1154885591288681</c:v>
                </c:pt>
                <c:pt idx="224">
                  <c:v>2.1063797080978546</c:v>
                </c:pt>
                <c:pt idx="225">
                  <c:v>2.0919435205523418</c:v>
                </c:pt>
                <c:pt idx="226">
                  <c:v>2.0720087230543962</c:v>
                </c:pt>
                <c:pt idx="227">
                  <c:v>2.0579620421792608</c:v>
                </c:pt>
                <c:pt idx="228">
                  <c:v>2.0344832979376593</c:v>
                </c:pt>
                <c:pt idx="229">
                  <c:v>2.0193422330523538</c:v>
                </c:pt>
                <c:pt idx="230">
                  <c:v>2.0215412781848969</c:v>
                </c:pt>
                <c:pt idx="231">
                  <c:v>2.0173406120099733</c:v>
                </c:pt>
                <c:pt idx="232">
                  <c:v>2.0060923931015613</c:v>
                </c:pt>
                <c:pt idx="233">
                  <c:v>2.007646880836639</c:v>
                </c:pt>
                <c:pt idx="234">
                  <c:v>2.0020931122935206</c:v>
                </c:pt>
                <c:pt idx="235">
                  <c:v>2.0020641742123666</c:v>
                </c:pt>
                <c:pt idx="236">
                  <c:v>2.0029494110965671</c:v>
                </c:pt>
                <c:pt idx="237">
                  <c:v>2.0083615180994827</c:v>
                </c:pt>
                <c:pt idx="238">
                  <c:v>2.0102378519082444</c:v>
                </c:pt>
                <c:pt idx="239">
                  <c:v>2.009661432588262</c:v>
                </c:pt>
                <c:pt idx="240">
                  <c:v>2.0085141491970795</c:v>
                </c:pt>
                <c:pt idx="241">
                  <c:v>2.0049814747257946</c:v>
                </c:pt>
                <c:pt idx="242">
                  <c:v>2.0126093401595897</c:v>
                </c:pt>
                <c:pt idx="243">
                  <c:v>2.0174163736026185</c:v>
                </c:pt>
                <c:pt idx="244">
                  <c:v>2.0023942048656527</c:v>
                </c:pt>
                <c:pt idx="245">
                  <c:v>2.0075136308509927</c:v>
                </c:pt>
                <c:pt idx="246">
                  <c:v>2.0152202227684173</c:v>
                </c:pt>
                <c:pt idx="247">
                  <c:v>2.0182183883793843</c:v>
                </c:pt>
                <c:pt idx="248">
                  <c:v>2.0045834743878914</c:v>
                </c:pt>
                <c:pt idx="249">
                  <c:v>2.0099437600182726</c:v>
                </c:pt>
                <c:pt idx="250">
                  <c:v>2.0343878841377077</c:v>
                </c:pt>
                <c:pt idx="251">
                  <c:v>2.0963725578475332</c:v>
                </c:pt>
                <c:pt idx="252">
                  <c:v>2.1767509877479418</c:v>
                </c:pt>
                <c:pt idx="253">
                  <c:v>2.2430880076905191</c:v>
                </c:pt>
                <c:pt idx="254">
                  <c:v>2.316740935355651</c:v>
                </c:pt>
                <c:pt idx="255">
                  <c:v>2.4571870055573672</c:v>
                </c:pt>
                <c:pt idx="256">
                  <c:v>2.6254744688374272</c:v>
                </c:pt>
                <c:pt idx="257">
                  <c:v>2.7534266139282115</c:v>
                </c:pt>
                <c:pt idx="258">
                  <c:v>2.878230138916908</c:v>
                </c:pt>
                <c:pt idx="259">
                  <c:v>3</c:v>
                </c:pt>
                <c:pt idx="260">
                  <c:v>2.738467311370969</c:v>
                </c:pt>
                <c:pt idx="261">
                  <c:v>2.37574305031122</c:v>
                </c:pt>
                <c:pt idx="262">
                  <c:v>2.0510400492454273</c:v>
                </c:pt>
                <c:pt idx="263">
                  <c:v>1.9970394146763986</c:v>
                </c:pt>
                <c:pt idx="264">
                  <c:v>1.9841186614474127</c:v>
                </c:pt>
                <c:pt idx="265">
                  <c:v>1.9887357242067818</c:v>
                </c:pt>
                <c:pt idx="266">
                  <c:v>2.022292007406894</c:v>
                </c:pt>
                <c:pt idx="267">
                  <c:v>2.0436894491609046</c:v>
                </c:pt>
                <c:pt idx="268">
                  <c:v>2.0153366182704429</c:v>
                </c:pt>
                <c:pt idx="269">
                  <c:v>1.9890219832547977</c:v>
                </c:pt>
                <c:pt idx="270">
                  <c:v>1.9738426708836097</c:v>
                </c:pt>
                <c:pt idx="271">
                  <c:v>2.0153641229287724</c:v>
                </c:pt>
                <c:pt idx="272">
                  <c:v>2.0108392218055338</c:v>
                </c:pt>
                <c:pt idx="273">
                  <c:v>1.9936566147580665</c:v>
                </c:pt>
                <c:pt idx="274">
                  <c:v>2.0280566633807098</c:v>
                </c:pt>
                <c:pt idx="275">
                  <c:v>2.0386902939195264</c:v>
                </c:pt>
                <c:pt idx="276">
                  <c:v>2.0668142418930624</c:v>
                </c:pt>
                <c:pt idx="277">
                  <c:v>2.2034949162316333</c:v>
                </c:pt>
                <c:pt idx="278">
                  <c:v>2.6944613012702598</c:v>
                </c:pt>
                <c:pt idx="279">
                  <c:v>2.8420968713027106</c:v>
                </c:pt>
                <c:pt idx="280">
                  <c:v>2.6890689646192811</c:v>
                </c:pt>
                <c:pt idx="281">
                  <c:v>2.362105367519415</c:v>
                </c:pt>
                <c:pt idx="282">
                  <c:v>2.1129755787106395</c:v>
                </c:pt>
                <c:pt idx="283">
                  <c:v>2.0109586371039323</c:v>
                </c:pt>
                <c:pt idx="284">
                  <c:v>2.0346471042427434</c:v>
                </c:pt>
                <c:pt idx="285">
                  <c:v>2.0457902665923302</c:v>
                </c:pt>
                <c:pt idx="286">
                  <c:v>1.8911115784169741</c:v>
                </c:pt>
                <c:pt idx="287">
                  <c:v>1.9607909795780192</c:v>
                </c:pt>
                <c:pt idx="288">
                  <c:v>2.0062945674882919</c:v>
                </c:pt>
                <c:pt idx="289">
                  <c:v>2.0460641856542572</c:v>
                </c:pt>
                <c:pt idx="290">
                  <c:v>2.0462356708701188</c:v>
                </c:pt>
                <c:pt idx="291">
                  <c:v>2.0504023231568027</c:v>
                </c:pt>
                <c:pt idx="292">
                  <c:v>2.0045896360470818</c:v>
                </c:pt>
                <c:pt idx="293">
                  <c:v>1.9771221677839652</c:v>
                </c:pt>
                <c:pt idx="294">
                  <c:v>1.996674592635352</c:v>
                </c:pt>
                <c:pt idx="295">
                  <c:v>2.0083393520097412</c:v>
                </c:pt>
                <c:pt idx="296">
                  <c:v>2.0276411452824821</c:v>
                </c:pt>
                <c:pt idx="297">
                  <c:v>2.0491451936920924</c:v>
                </c:pt>
                <c:pt idx="298">
                  <c:v>2.0432250162441514</c:v>
                </c:pt>
                <c:pt idx="299">
                  <c:v>2.0219210881714655</c:v>
                </c:pt>
                <c:pt idx="300">
                  <c:v>2.0054970873083526</c:v>
                </c:pt>
                <c:pt idx="301">
                  <c:v>1.970607866969577</c:v>
                </c:pt>
                <c:pt idx="302">
                  <c:v>1.9355343125735536</c:v>
                </c:pt>
                <c:pt idx="303">
                  <c:v>1.9497365286491612</c:v>
                </c:pt>
                <c:pt idx="304">
                  <c:v>2.0426471370291042</c:v>
                </c:pt>
                <c:pt idx="305">
                  <c:v>2.0448491372480979</c:v>
                </c:pt>
                <c:pt idx="306">
                  <c:v>2.0341342408514289</c:v>
                </c:pt>
                <c:pt idx="307">
                  <c:v>2.0318024776291916</c:v>
                </c:pt>
                <c:pt idx="308">
                  <c:v>2.0643200195086688</c:v>
                </c:pt>
                <c:pt idx="309">
                  <c:v>2.0627281358114593</c:v>
                </c:pt>
                <c:pt idx="310">
                  <c:v>2.0552264831592626</c:v>
                </c:pt>
                <c:pt idx="311">
                  <c:v>2.0495363396805009</c:v>
                </c:pt>
                <c:pt idx="312">
                  <c:v>2.0648564098589999</c:v>
                </c:pt>
                <c:pt idx="313">
                  <c:v>2.0613299622470547</c:v>
                </c:pt>
                <c:pt idx="314">
                  <c:v>2.0766748418175753</c:v>
                </c:pt>
                <c:pt idx="315">
                  <c:v>2.0757643849765053</c:v>
                </c:pt>
                <c:pt idx="316">
                  <c:v>2.0635130475596752</c:v>
                </c:pt>
                <c:pt idx="317">
                  <c:v>2.063877140878756</c:v>
                </c:pt>
                <c:pt idx="318">
                  <c:v>2.0504682802157688</c:v>
                </c:pt>
                <c:pt idx="319">
                  <c:v>2.0510380138242357</c:v>
                </c:pt>
                <c:pt idx="320">
                  <c:v>2.037341099883569</c:v>
                </c:pt>
                <c:pt idx="321">
                  <c:v>2.043770799337747</c:v>
                </c:pt>
                <c:pt idx="322">
                  <c:v>2.033564342526796</c:v>
                </c:pt>
                <c:pt idx="323">
                  <c:v>2.0668341960800061</c:v>
                </c:pt>
                <c:pt idx="324">
                  <c:v>2.1060321256134893</c:v>
                </c:pt>
                <c:pt idx="325">
                  <c:v>2.0952362437686305</c:v>
                </c:pt>
                <c:pt idx="326">
                  <c:v>2.0979010218990926</c:v>
                </c:pt>
                <c:pt idx="327">
                  <c:v>2.102856099878863</c:v>
                </c:pt>
                <c:pt idx="328">
                  <c:v>2.1254229205211557</c:v>
                </c:pt>
                <c:pt idx="329">
                  <c:v>2.1678173162810794</c:v>
                </c:pt>
                <c:pt idx="330">
                  <c:v>2.2364885211657142</c:v>
                </c:pt>
                <c:pt idx="331">
                  <c:v>2.3745711496968758</c:v>
                </c:pt>
                <c:pt idx="332">
                  <c:v>2.5035182431781626</c:v>
                </c:pt>
                <c:pt idx="333">
                  <c:v>2.523608689609171</c:v>
                </c:pt>
                <c:pt idx="334">
                  <c:v>2.4349030417899038</c:v>
                </c:pt>
                <c:pt idx="335">
                  <c:v>2.3173391844698692</c:v>
                </c:pt>
                <c:pt idx="336">
                  <c:v>2.1945760378451866</c:v>
                </c:pt>
                <c:pt idx="337">
                  <c:v>2.1190896702256863</c:v>
                </c:pt>
                <c:pt idx="338">
                  <c:v>2.082848191934179</c:v>
                </c:pt>
                <c:pt idx="339">
                  <c:v>2.0601326325941605</c:v>
                </c:pt>
                <c:pt idx="340">
                  <c:v>2.0311989517149462</c:v>
                </c:pt>
                <c:pt idx="341">
                  <c:v>2.0359927647247624</c:v>
                </c:pt>
                <c:pt idx="342">
                  <c:v>2.0378778118226046</c:v>
                </c:pt>
                <c:pt idx="343">
                  <c:v>2.0340790844667636</c:v>
                </c:pt>
                <c:pt idx="344">
                  <c:v>2.0348420419031652</c:v>
                </c:pt>
                <c:pt idx="345">
                  <c:v>2.0378554378767491</c:v>
                </c:pt>
                <c:pt idx="346">
                  <c:v>2.0387166602714961</c:v>
                </c:pt>
                <c:pt idx="347">
                  <c:v>2.0264896596681643</c:v>
                </c:pt>
                <c:pt idx="348">
                  <c:v>2.0193812747054638</c:v>
                </c:pt>
                <c:pt idx="349">
                  <c:v>2.0167280325893286</c:v>
                </c:pt>
                <c:pt idx="350">
                  <c:v>2.0395247930772777</c:v>
                </c:pt>
                <c:pt idx="351">
                  <c:v>2.0429408063436747</c:v>
                </c:pt>
                <c:pt idx="352">
                  <c:v>2.0467403415930909</c:v>
                </c:pt>
                <c:pt idx="353">
                  <c:v>2.0404307555201093</c:v>
                </c:pt>
                <c:pt idx="354">
                  <c:v>2.0391535973539994</c:v>
                </c:pt>
                <c:pt idx="355">
                  <c:v>2.0276451023922748</c:v>
                </c:pt>
                <c:pt idx="356">
                  <c:v>2.0240629101236438</c:v>
                </c:pt>
                <c:pt idx="357">
                  <c:v>2.033063107312425</c:v>
                </c:pt>
                <c:pt idx="358">
                  <c:v>2.0246772720085113</c:v>
                </c:pt>
                <c:pt idx="359">
                  <c:v>2.0049079034659734</c:v>
                </c:pt>
                <c:pt idx="360">
                  <c:v>2.021777751771797</c:v>
                </c:pt>
                <c:pt idx="361">
                  <c:v>2.0270494475576672</c:v>
                </c:pt>
                <c:pt idx="362">
                  <c:v>2.0232673977136142</c:v>
                </c:pt>
                <c:pt idx="363">
                  <c:v>2.0149454928715551</c:v>
                </c:pt>
                <c:pt idx="364">
                  <c:v>2.0103268858981314</c:v>
                </c:pt>
                <c:pt idx="365">
                  <c:v>2.0150355906533459</c:v>
                </c:pt>
                <c:pt idx="366">
                  <c:v>2.0158053994978822</c:v>
                </c:pt>
                <c:pt idx="367">
                  <c:v>2.0232572068813082</c:v>
                </c:pt>
                <c:pt idx="368">
                  <c:v>2.0312042481240398</c:v>
                </c:pt>
                <c:pt idx="369">
                  <c:v>2.0141826805422518</c:v>
                </c:pt>
                <c:pt idx="370">
                  <c:v>2.0200734532132358</c:v>
                </c:pt>
                <c:pt idx="371">
                  <c:v>2.0305220133743251</c:v>
                </c:pt>
                <c:pt idx="372">
                  <c:v>2.0296162744748614</c:v>
                </c:pt>
                <c:pt idx="373">
                  <c:v>2.025808723038709</c:v>
                </c:pt>
                <c:pt idx="374">
                  <c:v>2.0079971865302335</c:v>
                </c:pt>
                <c:pt idx="375">
                  <c:v>2.0064943417251775</c:v>
                </c:pt>
                <c:pt idx="376">
                  <c:v>2.0234427008148903</c:v>
                </c:pt>
                <c:pt idx="377">
                  <c:v>2.0353117143627162</c:v>
                </c:pt>
                <c:pt idx="378">
                  <c:v>2.0397708476544887</c:v>
                </c:pt>
                <c:pt idx="379">
                  <c:v>2.0378475315007902</c:v>
                </c:pt>
                <c:pt idx="380">
                  <c:v>2.045386166854025</c:v>
                </c:pt>
                <c:pt idx="381">
                  <c:v>2.0489575153084068</c:v>
                </c:pt>
                <c:pt idx="382">
                  <c:v>2.0510185028022141</c:v>
                </c:pt>
                <c:pt idx="383">
                  <c:v>2.024022646825637</c:v>
                </c:pt>
                <c:pt idx="384">
                  <c:v>2.0242214964949969</c:v>
                </c:pt>
                <c:pt idx="385">
                  <c:v>2.0254044311315438</c:v>
                </c:pt>
                <c:pt idx="386">
                  <c:v>2.0371190193521103</c:v>
                </c:pt>
                <c:pt idx="387">
                  <c:v>2.0422125216601761</c:v>
                </c:pt>
                <c:pt idx="388">
                  <c:v>2.0521613898404949</c:v>
                </c:pt>
                <c:pt idx="389">
                  <c:v>2.0508262241313262</c:v>
                </c:pt>
                <c:pt idx="390">
                  <c:v>2.0376084930478795</c:v>
                </c:pt>
                <c:pt idx="391">
                  <c:v>2.0457670220038837</c:v>
                </c:pt>
                <c:pt idx="392">
                  <c:v>2.0637874529264728</c:v>
                </c:pt>
                <c:pt idx="393">
                  <c:v>2.074399915477076</c:v>
                </c:pt>
                <c:pt idx="394">
                  <c:v>2.0782691374300701</c:v>
                </c:pt>
                <c:pt idx="395">
                  <c:v>2.0768772152363395</c:v>
                </c:pt>
                <c:pt idx="396">
                  <c:v>2.0872522708084364</c:v>
                </c:pt>
                <c:pt idx="397">
                  <c:v>2.0931660439349784</c:v>
                </c:pt>
                <c:pt idx="398">
                  <c:v>2.0827270471160397</c:v>
                </c:pt>
                <c:pt idx="399">
                  <c:v>2.0901414786366272</c:v>
                </c:pt>
                <c:pt idx="400">
                  <c:v>2.0826395122393526</c:v>
                </c:pt>
                <c:pt idx="401">
                  <c:v>2.0744292584854711</c:v>
                </c:pt>
                <c:pt idx="402">
                  <c:v>2.0739751281727079</c:v>
                </c:pt>
                <c:pt idx="403">
                  <c:v>2.0716271619781126</c:v>
                </c:pt>
                <c:pt idx="404">
                  <c:v>2.0597146810106732</c:v>
                </c:pt>
                <c:pt idx="405">
                  <c:v>2.0388855335595855</c:v>
                </c:pt>
                <c:pt idx="406">
                  <c:v>2.0238092491892044</c:v>
                </c:pt>
                <c:pt idx="407">
                  <c:v>2.0182546514276498</c:v>
                </c:pt>
                <c:pt idx="408">
                  <c:v>2.02255124516009</c:v>
                </c:pt>
                <c:pt idx="409">
                  <c:v>2.0116811988811225</c:v>
                </c:pt>
                <c:pt idx="410">
                  <c:v>1.9921005519246535</c:v>
                </c:pt>
                <c:pt idx="411">
                  <c:v>2.0000770532403802</c:v>
                </c:pt>
                <c:pt idx="412">
                  <c:v>2.0133315872112485</c:v>
                </c:pt>
                <c:pt idx="413">
                  <c:v>2.0061266359256624</c:v>
                </c:pt>
                <c:pt idx="414">
                  <c:v>2.0019429428692175</c:v>
                </c:pt>
                <c:pt idx="415">
                  <c:v>1.9899225983049609</c:v>
                </c:pt>
                <c:pt idx="416">
                  <c:v>1.9978583207037868</c:v>
                </c:pt>
                <c:pt idx="417">
                  <c:v>2.0158946893860983</c:v>
                </c:pt>
                <c:pt idx="418">
                  <c:v>2.0028424041708801</c:v>
                </c:pt>
                <c:pt idx="419">
                  <c:v>2.0055858600074168</c:v>
                </c:pt>
                <c:pt idx="420">
                  <c:v>2.0061835983054315</c:v>
                </c:pt>
                <c:pt idx="421">
                  <c:v>2.0032847344822469</c:v>
                </c:pt>
                <c:pt idx="422">
                  <c:v>1.9985272587900389</c:v>
                </c:pt>
                <c:pt idx="423">
                  <c:v>1.9706446261272468</c:v>
                </c:pt>
                <c:pt idx="424">
                  <c:v>1.9850911652994179</c:v>
                </c:pt>
                <c:pt idx="425">
                  <c:v>1.9825208342418867</c:v>
                </c:pt>
                <c:pt idx="426">
                  <c:v>1.9689863441670554</c:v>
                </c:pt>
                <c:pt idx="427">
                  <c:v>1.9674730281200301</c:v>
                </c:pt>
                <c:pt idx="428">
                  <c:v>1.9735200644683386</c:v>
                </c:pt>
                <c:pt idx="429">
                  <c:v>2.0289411146766496</c:v>
                </c:pt>
                <c:pt idx="430">
                  <c:v>2.0115668133085016</c:v>
                </c:pt>
                <c:pt idx="431">
                  <c:v>1.9864483970920852</c:v>
                </c:pt>
                <c:pt idx="432">
                  <c:v>2.0233851187885925</c:v>
                </c:pt>
                <c:pt idx="433">
                  <c:v>2.0187450173359842</c:v>
                </c:pt>
                <c:pt idx="434">
                  <c:v>2.0094899150174395</c:v>
                </c:pt>
                <c:pt idx="435">
                  <c:v>1.9819236597045589</c:v>
                </c:pt>
                <c:pt idx="436">
                  <c:v>1.9526497811157464</c:v>
                </c:pt>
                <c:pt idx="437">
                  <c:v>1.9287900640698823</c:v>
                </c:pt>
                <c:pt idx="438">
                  <c:v>1.9562347421846886</c:v>
                </c:pt>
                <c:pt idx="439">
                  <c:v>1.9732367036404783</c:v>
                </c:pt>
                <c:pt idx="440">
                  <c:v>1.9766473479442324</c:v>
                </c:pt>
                <c:pt idx="441">
                  <c:v>1.9441509720920616</c:v>
                </c:pt>
                <c:pt idx="442">
                  <c:v>2.0180462344943262</c:v>
                </c:pt>
                <c:pt idx="443">
                  <c:v>2.1102657703178962</c:v>
                </c:pt>
                <c:pt idx="444">
                  <c:v>2.101377615418186</c:v>
                </c:pt>
                <c:pt idx="445">
                  <c:v>2.0781355369323449</c:v>
                </c:pt>
                <c:pt idx="446">
                  <c:v>2.0477865284766015</c:v>
                </c:pt>
                <c:pt idx="447">
                  <c:v>2.0944057370169933</c:v>
                </c:pt>
                <c:pt idx="448">
                  <c:v>2.0484375848092164</c:v>
                </c:pt>
                <c:pt idx="449">
                  <c:v>2.0667477200929563</c:v>
                </c:pt>
                <c:pt idx="450">
                  <c:v>2.1113906091705803</c:v>
                </c:pt>
                <c:pt idx="451">
                  <c:v>2.0791310030022268</c:v>
                </c:pt>
                <c:pt idx="452">
                  <c:v>2.0611876121834745</c:v>
                </c:pt>
                <c:pt idx="453">
                  <c:v>2.0726870555997063</c:v>
                </c:pt>
                <c:pt idx="454">
                  <c:v>2.076521498910834</c:v>
                </c:pt>
                <c:pt idx="455">
                  <c:v>2.0515260168399534</c:v>
                </c:pt>
                <c:pt idx="456">
                  <c:v>2.0694286168767873</c:v>
                </c:pt>
                <c:pt idx="457">
                  <c:v>2.0825012761581037</c:v>
                </c:pt>
                <c:pt idx="458">
                  <c:v>2.071867639736567</c:v>
                </c:pt>
                <c:pt idx="459">
                  <c:v>2.0624731042032112</c:v>
                </c:pt>
                <c:pt idx="460">
                  <c:v>2.0834534454072582</c:v>
                </c:pt>
                <c:pt idx="461">
                  <c:v>2.0969244746573983</c:v>
                </c:pt>
                <c:pt idx="462">
                  <c:v>2.0834618224008339</c:v>
                </c:pt>
                <c:pt idx="463">
                  <c:v>2.0661105038400831</c:v>
                </c:pt>
                <c:pt idx="464">
                  <c:v>2.0566380810911804</c:v>
                </c:pt>
                <c:pt idx="465">
                  <c:v>2.0743599521978</c:v>
                </c:pt>
                <c:pt idx="466">
                  <c:v>2.0749976155374092</c:v>
                </c:pt>
                <c:pt idx="467">
                  <c:v>2.0510808831672942</c:v>
                </c:pt>
                <c:pt idx="468">
                  <c:v>2.0278967867327244</c:v>
                </c:pt>
                <c:pt idx="469">
                  <c:v>2.0499602288895842</c:v>
                </c:pt>
                <c:pt idx="470">
                  <c:v>2.0766677590224458</c:v>
                </c:pt>
                <c:pt idx="471">
                  <c:v>2.0754621935612607</c:v>
                </c:pt>
                <c:pt idx="472">
                  <c:v>2.063198302419508</c:v>
                </c:pt>
                <c:pt idx="473">
                  <c:v>2.0546343403086187</c:v>
                </c:pt>
                <c:pt idx="474">
                  <c:v>2.0646206735730326</c:v>
                </c:pt>
                <c:pt idx="475">
                  <c:v>2.0688959326401868</c:v>
                </c:pt>
                <c:pt idx="476">
                  <c:v>2.0676710797003484</c:v>
                </c:pt>
                <c:pt idx="477">
                  <c:v>2.0785653912197186</c:v>
                </c:pt>
                <c:pt idx="478">
                  <c:v>2.0844108071374494</c:v>
                </c:pt>
                <c:pt idx="479">
                  <c:v>2.0915566650278716</c:v>
                </c:pt>
                <c:pt idx="480">
                  <c:v>2.0939815928900347</c:v>
                </c:pt>
                <c:pt idx="481">
                  <c:v>2.0945136574801064</c:v>
                </c:pt>
                <c:pt idx="482">
                  <c:v>2.0872468273313376</c:v>
                </c:pt>
                <c:pt idx="483">
                  <c:v>2.0994199716311703</c:v>
                </c:pt>
                <c:pt idx="484">
                  <c:v>2.1164680085125314</c:v>
                </c:pt>
                <c:pt idx="485">
                  <c:v>2.118188908107518</c:v>
                </c:pt>
                <c:pt idx="486">
                  <c:v>2.1116361303811595</c:v>
                </c:pt>
                <c:pt idx="487">
                  <c:v>2.1283065436869628</c:v>
                </c:pt>
                <c:pt idx="488">
                  <c:v>2.116597381295334</c:v>
                </c:pt>
                <c:pt idx="489">
                  <c:v>2.1095178648015986</c:v>
                </c:pt>
                <c:pt idx="490">
                  <c:v>2.1110671223081847</c:v>
                </c:pt>
                <c:pt idx="491">
                  <c:v>2.1077975064168712</c:v>
                </c:pt>
                <c:pt idx="492">
                  <c:v>2.1267395909579925</c:v>
                </c:pt>
                <c:pt idx="493">
                  <c:v>2.1273591512066163</c:v>
                </c:pt>
                <c:pt idx="494">
                  <c:v>2.1248003640070392</c:v>
                </c:pt>
                <c:pt idx="495">
                  <c:v>2.1256732185005434</c:v>
                </c:pt>
                <c:pt idx="496">
                  <c:v>2.1255046668011586</c:v>
                </c:pt>
                <c:pt idx="497">
                  <c:v>2.1214787762435994</c:v>
                </c:pt>
                <c:pt idx="498">
                  <c:v>2.1208729344984989</c:v>
                </c:pt>
                <c:pt idx="499">
                  <c:v>2.109163403456404</c:v>
                </c:pt>
                <c:pt idx="500">
                  <c:v>2.1261574212790069</c:v>
                </c:pt>
                <c:pt idx="501">
                  <c:v>2.1410388130898217</c:v>
                </c:pt>
                <c:pt idx="502">
                  <c:v>2.1346493788945566</c:v>
                </c:pt>
                <c:pt idx="503">
                  <c:v>2.13011214660931</c:v>
                </c:pt>
                <c:pt idx="504">
                  <c:v>2.1094788506011826</c:v>
                </c:pt>
                <c:pt idx="505">
                  <c:v>2.1152714240041965</c:v>
                </c:pt>
                <c:pt idx="506">
                  <c:v>2.1216242519925164</c:v>
                </c:pt>
                <c:pt idx="507">
                  <c:v>2.1170128268400132</c:v>
                </c:pt>
                <c:pt idx="508">
                  <c:v>2.1155609165874201</c:v>
                </c:pt>
                <c:pt idx="509">
                  <c:v>2.1187446212328238</c:v>
                </c:pt>
                <c:pt idx="510">
                  <c:v>2.1152649451683416</c:v>
                </c:pt>
                <c:pt idx="511">
                  <c:v>2.0830042644230966</c:v>
                </c:pt>
                <c:pt idx="512">
                  <c:v>2.0757929514658326</c:v>
                </c:pt>
                <c:pt idx="513">
                  <c:v>2.0534745149579536</c:v>
                </c:pt>
                <c:pt idx="514">
                  <c:v>2.0387828722483379</c:v>
                </c:pt>
                <c:pt idx="515">
                  <c:v>2.0442853608742948</c:v>
                </c:pt>
                <c:pt idx="516">
                  <c:v>2.0563403174033454</c:v>
                </c:pt>
                <c:pt idx="517">
                  <c:v>2.0544523171799587</c:v>
                </c:pt>
                <c:pt idx="518">
                  <c:v>2.068385634114883</c:v>
                </c:pt>
                <c:pt idx="519">
                  <c:v>2.0903318591497948</c:v>
                </c:pt>
                <c:pt idx="520">
                  <c:v>2.0802587910586419</c:v>
                </c:pt>
                <c:pt idx="521">
                  <c:v>2.0807760939428062</c:v>
                </c:pt>
                <c:pt idx="522">
                  <c:v>2.0823283869330194</c:v>
                </c:pt>
                <c:pt idx="523">
                  <c:v>2.0898305651082216</c:v>
                </c:pt>
                <c:pt idx="524">
                  <c:v>2.1045467387611021</c:v>
                </c:pt>
                <c:pt idx="525">
                  <c:v>2.095008488373078</c:v>
                </c:pt>
                <c:pt idx="526">
                  <c:v>2.0887123149021694</c:v>
                </c:pt>
                <c:pt idx="527">
                  <c:v>2.1092922664034557</c:v>
                </c:pt>
                <c:pt idx="528">
                  <c:v>2.1161121196272332</c:v>
                </c:pt>
                <c:pt idx="529">
                  <c:v>2.1142614472244698</c:v>
                </c:pt>
                <c:pt idx="530">
                  <c:v>2.0911292579521041</c:v>
                </c:pt>
                <c:pt idx="531">
                  <c:v>2.0686573138213178</c:v>
                </c:pt>
                <c:pt idx="532">
                  <c:v>2.0746430992868259</c:v>
                </c:pt>
                <c:pt idx="533">
                  <c:v>2.0898529351322641</c:v>
                </c:pt>
                <c:pt idx="534">
                  <c:v>2.0724142464109918</c:v>
                </c:pt>
                <c:pt idx="535">
                  <c:v>2.0823087308038994</c:v>
                </c:pt>
                <c:pt idx="536">
                  <c:v>2.0733023175407657</c:v>
                </c:pt>
                <c:pt idx="537">
                  <c:v>2.0721648896668374</c:v>
                </c:pt>
                <c:pt idx="538">
                  <c:v>2.0654389325011979</c:v>
                </c:pt>
                <c:pt idx="539">
                  <c:v>2.0541872261201561</c:v>
                </c:pt>
                <c:pt idx="540">
                  <c:v>2.0546606282243189</c:v>
                </c:pt>
                <c:pt idx="541">
                  <c:v>2.0650083173820106</c:v>
                </c:pt>
                <c:pt idx="542">
                  <c:v>2.122055251449424</c:v>
                </c:pt>
                <c:pt idx="543">
                  <c:v>2.1707747715073036</c:v>
                </c:pt>
                <c:pt idx="544">
                  <c:v>2.2124105944182868</c:v>
                </c:pt>
                <c:pt idx="545">
                  <c:v>2.2800168543855754</c:v>
                </c:pt>
                <c:pt idx="546">
                  <c:v>2.3671932459469631</c:v>
                </c:pt>
                <c:pt idx="547">
                  <c:v>2.448908622059855</c:v>
                </c:pt>
                <c:pt idx="548">
                  <c:v>2.5519156176338544</c:v>
                </c:pt>
                <c:pt idx="549">
                  <c:v>2.6246453033459964</c:v>
                </c:pt>
                <c:pt idx="550">
                  <c:v>2.6653941375477253</c:v>
                </c:pt>
                <c:pt idx="551">
                  <c:v>2.7114996669595999</c:v>
                </c:pt>
                <c:pt idx="552">
                  <c:v>2.7100650362171628</c:v>
                </c:pt>
                <c:pt idx="553">
                  <c:v>2.6560657433985684</c:v>
                </c:pt>
                <c:pt idx="554">
                  <c:v>2.6145609718065539</c:v>
                </c:pt>
                <c:pt idx="555">
                  <c:v>2.5108494616605084</c:v>
                </c:pt>
                <c:pt idx="556">
                  <c:v>2.3913268624456867</c:v>
                </c:pt>
                <c:pt idx="557">
                  <c:v>2.3479246861215808</c:v>
                </c:pt>
                <c:pt idx="558">
                  <c:v>2.2561230489370154</c:v>
                </c:pt>
                <c:pt idx="559">
                  <c:v>2.1643537902444732</c:v>
                </c:pt>
                <c:pt idx="560">
                  <c:v>2.155969423659704</c:v>
                </c:pt>
                <c:pt idx="561">
                  <c:v>2.0852482790298126</c:v>
                </c:pt>
                <c:pt idx="562">
                  <c:v>2.0111343549369827</c:v>
                </c:pt>
                <c:pt idx="563">
                  <c:v>2.0182234769323637</c:v>
                </c:pt>
                <c:pt idx="564">
                  <c:v>2.0014557921125897</c:v>
                </c:pt>
                <c:pt idx="565">
                  <c:v>2.0202899667304721</c:v>
                </c:pt>
                <c:pt idx="566">
                  <c:v>2.065630430731205</c:v>
                </c:pt>
                <c:pt idx="567">
                  <c:v>2.047204684308134</c:v>
                </c:pt>
                <c:pt idx="568">
                  <c:v>2.0736207844819177</c:v>
                </c:pt>
                <c:pt idx="569">
                  <c:v>2.1186152641372749</c:v>
                </c:pt>
                <c:pt idx="570">
                  <c:v>2.0489897565369573</c:v>
                </c:pt>
                <c:pt idx="571">
                  <c:v>2.0533416674484148</c:v>
                </c:pt>
                <c:pt idx="572">
                  <c:v>2.1323749467025546</c:v>
                </c:pt>
                <c:pt idx="573">
                  <c:v>2.0750154754759591</c:v>
                </c:pt>
                <c:pt idx="574">
                  <c:v>2.1047664544390381</c:v>
                </c:pt>
                <c:pt idx="575">
                  <c:v>2.0889445176341992</c:v>
                </c:pt>
                <c:pt idx="576">
                  <c:v>2.0680043475655423</c:v>
                </c:pt>
                <c:pt idx="577">
                  <c:v>2.0420709285065954</c:v>
                </c:pt>
                <c:pt idx="578">
                  <c:v>1.9866121837881014</c:v>
                </c:pt>
                <c:pt idx="579">
                  <c:v>2.2667994017508861</c:v>
                </c:pt>
                <c:pt idx="580">
                  <c:v>2.314510929466655</c:v>
                </c:pt>
                <c:pt idx="581">
                  <c:v>2.1233788164343439</c:v>
                </c:pt>
                <c:pt idx="582">
                  <c:v>2.2767148443149865</c:v>
                </c:pt>
                <c:pt idx="583">
                  <c:v>2.2979762814996141</c:v>
                </c:pt>
                <c:pt idx="584">
                  <c:v>1.9600852139474747</c:v>
                </c:pt>
                <c:pt idx="585">
                  <c:v>1.6077249058058836</c:v>
                </c:pt>
                <c:pt idx="586">
                  <c:v>1.262324330209164</c:v>
                </c:pt>
                <c:pt idx="587">
                  <c:v>0.72253006540643594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B0C-4B9C-BBFB-FF685BE46DCA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S6_n1_o/O-PTIR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Sheet2!$D$2:$D$589</c:f>
              <c:numCache>
                <c:formatCode>General</c:formatCode>
                <c:ptCount val="588"/>
                <c:pt idx="0">
                  <c:v>3.1531941597013562</c:v>
                </c:pt>
                <c:pt idx="1">
                  <c:v>3.367259794697961</c:v>
                </c:pt>
                <c:pt idx="2">
                  <c:v>3.218514412436253</c:v>
                </c:pt>
                <c:pt idx="3">
                  <c:v>3.0267407649390621</c:v>
                </c:pt>
                <c:pt idx="4">
                  <c:v>3.0362771514304892</c:v>
                </c:pt>
                <c:pt idx="5">
                  <c:v>3.0590350610341686</c:v>
                </c:pt>
                <c:pt idx="6">
                  <c:v>3.05132852320842</c:v>
                </c:pt>
                <c:pt idx="7">
                  <c:v>3.0853177765674888</c:v>
                </c:pt>
                <c:pt idx="8">
                  <c:v>3.0876599084804672</c:v>
                </c:pt>
                <c:pt idx="9">
                  <c:v>3.071057024435631</c:v>
                </c:pt>
                <c:pt idx="10">
                  <c:v>3.0854021749583453</c:v>
                </c:pt>
                <c:pt idx="11">
                  <c:v>3.0990935879711685</c:v>
                </c:pt>
                <c:pt idx="12">
                  <c:v>3.1347460780999694</c:v>
                </c:pt>
                <c:pt idx="13">
                  <c:v>3.1304472729694224</c:v>
                </c:pt>
                <c:pt idx="14">
                  <c:v>3.1424716591603583</c:v>
                </c:pt>
                <c:pt idx="15">
                  <c:v>3.152282151739819</c:v>
                </c:pt>
                <c:pt idx="16">
                  <c:v>3.1578516033025368</c:v>
                </c:pt>
                <c:pt idx="17">
                  <c:v>3.1418236641537325</c:v>
                </c:pt>
                <c:pt idx="18">
                  <c:v>3.1702778772172735</c:v>
                </c:pt>
                <c:pt idx="19">
                  <c:v>3.1780046505307213</c:v>
                </c:pt>
                <c:pt idx="20">
                  <c:v>3.1893809979626253</c:v>
                </c:pt>
                <c:pt idx="21">
                  <c:v>3.187412817862322</c:v>
                </c:pt>
                <c:pt idx="22">
                  <c:v>3.1870326969604239</c:v>
                </c:pt>
                <c:pt idx="23">
                  <c:v>3.2071076570822936</c:v>
                </c:pt>
                <c:pt idx="24">
                  <c:v>3.2019628991849185</c:v>
                </c:pt>
                <c:pt idx="25">
                  <c:v>3.1819363839144099</c:v>
                </c:pt>
                <c:pt idx="26">
                  <c:v>3.167125035100367</c:v>
                </c:pt>
                <c:pt idx="27">
                  <c:v>3.1666838686542271</c:v>
                </c:pt>
                <c:pt idx="28">
                  <c:v>3.1621068529130749</c:v>
                </c:pt>
                <c:pt idx="29">
                  <c:v>3.1422513111064698</c:v>
                </c:pt>
                <c:pt idx="30">
                  <c:v>3.1551640789597917</c:v>
                </c:pt>
                <c:pt idx="31">
                  <c:v>3.191271386285353</c:v>
                </c:pt>
                <c:pt idx="32">
                  <c:v>3.2235781408780211</c:v>
                </c:pt>
                <c:pt idx="33">
                  <c:v>3.2524840865937117</c:v>
                </c:pt>
                <c:pt idx="34">
                  <c:v>3.2594936376564001</c:v>
                </c:pt>
                <c:pt idx="35">
                  <c:v>3.2605517677153273</c:v>
                </c:pt>
                <c:pt idx="36">
                  <c:v>3.2553745455328222</c:v>
                </c:pt>
                <c:pt idx="37">
                  <c:v>3.2578806395866695</c:v>
                </c:pt>
                <c:pt idx="38">
                  <c:v>3.2882809924760736</c:v>
                </c:pt>
                <c:pt idx="39">
                  <c:v>3.3198824364104715</c:v>
                </c:pt>
                <c:pt idx="40">
                  <c:v>3.3426832370444961</c:v>
                </c:pt>
                <c:pt idx="41">
                  <c:v>3.3829885658337635</c:v>
                </c:pt>
                <c:pt idx="42">
                  <c:v>3.4228052240022544</c:v>
                </c:pt>
                <c:pt idx="43">
                  <c:v>3.4631433670958982</c:v>
                </c:pt>
                <c:pt idx="44">
                  <c:v>3.5118481077478241</c:v>
                </c:pt>
                <c:pt idx="45">
                  <c:v>3.5631609730640061</c:v>
                </c:pt>
                <c:pt idx="46">
                  <c:v>3.602058874462359</c:v>
                </c:pt>
                <c:pt idx="47">
                  <c:v>3.607407299808898</c:v>
                </c:pt>
                <c:pt idx="48">
                  <c:v>3.5529014276672535</c:v>
                </c:pt>
                <c:pt idx="49">
                  <c:v>3.4792789043487522</c:v>
                </c:pt>
                <c:pt idx="50">
                  <c:v>3.3913875839247711</c:v>
                </c:pt>
                <c:pt idx="51">
                  <c:v>3.3498076162963004</c:v>
                </c:pt>
                <c:pt idx="52">
                  <c:v>3.3279145687023464</c:v>
                </c:pt>
                <c:pt idx="53">
                  <c:v>3.3183525460356251</c:v>
                </c:pt>
                <c:pt idx="54">
                  <c:v>3.3182521998928416</c:v>
                </c:pt>
                <c:pt idx="55">
                  <c:v>3.3103858235904742</c:v>
                </c:pt>
                <c:pt idx="56">
                  <c:v>3.3006943375548858</c:v>
                </c:pt>
                <c:pt idx="57">
                  <c:v>3.3038390417243062</c:v>
                </c:pt>
                <c:pt idx="58">
                  <c:v>3.3010185647583294</c:v>
                </c:pt>
                <c:pt idx="59">
                  <c:v>3.2928781671382157</c:v>
                </c:pt>
                <c:pt idx="60">
                  <c:v>3.290333811605465</c:v>
                </c:pt>
                <c:pt idx="61">
                  <c:v>3.3023707984892816</c:v>
                </c:pt>
                <c:pt idx="62">
                  <c:v>3.3051335879081649</c:v>
                </c:pt>
                <c:pt idx="63">
                  <c:v>3.3021237505297321</c:v>
                </c:pt>
                <c:pt idx="64">
                  <c:v>3.3274300326839219</c:v>
                </c:pt>
                <c:pt idx="65">
                  <c:v>3.3325860787020027</c:v>
                </c:pt>
                <c:pt idx="66">
                  <c:v>3.3397886872554401</c:v>
                </c:pt>
                <c:pt idx="67">
                  <c:v>3.3441151001540694</c:v>
                </c:pt>
                <c:pt idx="68">
                  <c:v>3.3397671173193637</c:v>
                </c:pt>
                <c:pt idx="69">
                  <c:v>3.343215353804267</c:v>
                </c:pt>
                <c:pt idx="70">
                  <c:v>3.3224544215875063</c:v>
                </c:pt>
                <c:pt idx="71">
                  <c:v>3.3175738407165665</c:v>
                </c:pt>
                <c:pt idx="72">
                  <c:v>3.3244041819249532</c:v>
                </c:pt>
                <c:pt idx="73">
                  <c:v>3.3118460601352311</c:v>
                </c:pt>
                <c:pt idx="74">
                  <c:v>3.3109909631155841</c:v>
                </c:pt>
                <c:pt idx="75">
                  <c:v>3.3094713326799057</c:v>
                </c:pt>
                <c:pt idx="76">
                  <c:v>3.3074892830669524</c:v>
                </c:pt>
                <c:pt idx="77">
                  <c:v>3.3054942827418716</c:v>
                </c:pt>
                <c:pt idx="78">
                  <c:v>3.3070218323630067</c:v>
                </c:pt>
                <c:pt idx="79">
                  <c:v>3.3003854893220939</c:v>
                </c:pt>
                <c:pt idx="80">
                  <c:v>3.2899473903571268</c:v>
                </c:pt>
                <c:pt idx="81">
                  <c:v>3.2958534619922406</c:v>
                </c:pt>
                <c:pt idx="82">
                  <c:v>3.2962294264155845</c:v>
                </c:pt>
                <c:pt idx="83">
                  <c:v>3.2824669540266345</c:v>
                </c:pt>
                <c:pt idx="84">
                  <c:v>3.2840400061498376</c:v>
                </c:pt>
                <c:pt idx="85">
                  <c:v>3.2869433282962648</c:v>
                </c:pt>
                <c:pt idx="86">
                  <c:v>3.2730317695844295</c:v>
                </c:pt>
                <c:pt idx="87">
                  <c:v>3.2642291355495909</c:v>
                </c:pt>
                <c:pt idx="88">
                  <c:v>3.2552712898550507</c:v>
                </c:pt>
                <c:pt idx="89">
                  <c:v>3.2608089443568273</c:v>
                </c:pt>
                <c:pt idx="90">
                  <c:v>3.251696915184124</c:v>
                </c:pt>
                <c:pt idx="91">
                  <c:v>3.2419232402541729</c:v>
                </c:pt>
                <c:pt idx="92">
                  <c:v>3.2327923975469601</c:v>
                </c:pt>
                <c:pt idx="93">
                  <c:v>3.2208436811419161</c:v>
                </c:pt>
                <c:pt idx="94">
                  <c:v>3.2054196673889601</c:v>
                </c:pt>
                <c:pt idx="95">
                  <c:v>3.1952411076954093</c:v>
                </c:pt>
                <c:pt idx="96">
                  <c:v>3.196914418456585</c:v>
                </c:pt>
                <c:pt idx="97">
                  <c:v>3.1997143317918195</c:v>
                </c:pt>
                <c:pt idx="98">
                  <c:v>3.1952622838598335</c:v>
                </c:pt>
                <c:pt idx="99">
                  <c:v>3.1840198406659885</c:v>
                </c:pt>
                <c:pt idx="100">
                  <c:v>3.1713425263846688</c:v>
                </c:pt>
                <c:pt idx="101">
                  <c:v>3.1707815439751488</c:v>
                </c:pt>
                <c:pt idx="102">
                  <c:v>3.1593130539765557</c:v>
                </c:pt>
                <c:pt idx="103">
                  <c:v>3.143501743927144</c:v>
                </c:pt>
                <c:pt idx="104">
                  <c:v>3.1403104762598137</c:v>
                </c:pt>
                <c:pt idx="105">
                  <c:v>3.1425529620685015</c:v>
                </c:pt>
                <c:pt idx="106">
                  <c:v>3.1222835881313018</c:v>
                </c:pt>
                <c:pt idx="107">
                  <c:v>3.1243032429370712</c:v>
                </c:pt>
                <c:pt idx="108">
                  <c:v>3.1203555399252516</c:v>
                </c:pt>
                <c:pt idx="109">
                  <c:v>3.1061715896727868</c:v>
                </c:pt>
                <c:pt idx="110">
                  <c:v>3.1003871934783014</c:v>
                </c:pt>
                <c:pt idx="111">
                  <c:v>3.0878427935368595</c:v>
                </c:pt>
                <c:pt idx="112">
                  <c:v>3.0847546448210319</c:v>
                </c:pt>
                <c:pt idx="113">
                  <c:v>3.0844745473879245</c:v>
                </c:pt>
                <c:pt idx="114">
                  <c:v>3.0643337945857798</c:v>
                </c:pt>
                <c:pt idx="115">
                  <c:v>3.0579079935907973</c:v>
                </c:pt>
                <c:pt idx="116">
                  <c:v>3.0557364030867147</c:v>
                </c:pt>
                <c:pt idx="117">
                  <c:v>3.0592823004104939</c:v>
                </c:pt>
                <c:pt idx="118">
                  <c:v>3.0554538992712863</c:v>
                </c:pt>
                <c:pt idx="119">
                  <c:v>3.0453064092549287</c:v>
                </c:pt>
                <c:pt idx="120">
                  <c:v>3.0351827697688027</c:v>
                </c:pt>
                <c:pt idx="121">
                  <c:v>3.0340782703632665</c:v>
                </c:pt>
                <c:pt idx="122">
                  <c:v>3.0352951997791728</c:v>
                </c:pt>
                <c:pt idx="123">
                  <c:v>3.0487078470727407</c:v>
                </c:pt>
                <c:pt idx="124">
                  <c:v>3.0619622063655725</c:v>
                </c:pt>
                <c:pt idx="125">
                  <c:v>3.054420866686157</c:v>
                </c:pt>
                <c:pt idx="126">
                  <c:v>3.0450974231539307</c:v>
                </c:pt>
                <c:pt idx="127">
                  <c:v>3.044496781923046</c:v>
                </c:pt>
                <c:pt idx="128">
                  <c:v>3.0449885999825166</c:v>
                </c:pt>
                <c:pt idx="129">
                  <c:v>3.0437572650869891</c:v>
                </c:pt>
                <c:pt idx="130">
                  <c:v>3.0522535529797445</c:v>
                </c:pt>
                <c:pt idx="131">
                  <c:v>3.0504283065202547</c:v>
                </c:pt>
                <c:pt idx="132">
                  <c:v>3.0449547821073311</c:v>
                </c:pt>
                <c:pt idx="133">
                  <c:v>3.0337570839520289</c:v>
                </c:pt>
                <c:pt idx="134">
                  <c:v>3.0140556135080478</c:v>
                </c:pt>
                <c:pt idx="135">
                  <c:v>3.0058717847888285</c:v>
                </c:pt>
                <c:pt idx="136">
                  <c:v>3.0114333540821825</c:v>
                </c:pt>
                <c:pt idx="137">
                  <c:v>3.0165754895697328</c:v>
                </c:pt>
                <c:pt idx="138">
                  <c:v>3.0362026246761995</c:v>
                </c:pt>
                <c:pt idx="139">
                  <c:v>3.0494512988907978</c:v>
                </c:pt>
                <c:pt idx="140">
                  <c:v>3.0612915640198763</c:v>
                </c:pt>
                <c:pt idx="141">
                  <c:v>3.0719366665549521</c:v>
                </c:pt>
                <c:pt idx="142">
                  <c:v>3.0904249894316065</c:v>
                </c:pt>
                <c:pt idx="143">
                  <c:v>3.0830421975328366</c:v>
                </c:pt>
                <c:pt idx="144">
                  <c:v>3.0928439177549278</c:v>
                </c:pt>
                <c:pt idx="145">
                  <c:v>3.0970387999835141</c:v>
                </c:pt>
                <c:pt idx="146">
                  <c:v>3.0759062020172832</c:v>
                </c:pt>
                <c:pt idx="147">
                  <c:v>3.065018579896662</c:v>
                </c:pt>
                <c:pt idx="148">
                  <c:v>3.0628030893223741</c:v>
                </c:pt>
                <c:pt idx="149">
                  <c:v>3.0615377041170051</c:v>
                </c:pt>
                <c:pt idx="150">
                  <c:v>3.0838645896291221</c:v>
                </c:pt>
                <c:pt idx="151">
                  <c:v>3.0941867009662194</c:v>
                </c:pt>
                <c:pt idx="152">
                  <c:v>3.090130858414327</c:v>
                </c:pt>
                <c:pt idx="153">
                  <c:v>3.1076545993447811</c:v>
                </c:pt>
                <c:pt idx="154">
                  <c:v>3.1197423280812653</c:v>
                </c:pt>
                <c:pt idx="155">
                  <c:v>3.1031257987548591</c:v>
                </c:pt>
                <c:pt idx="156">
                  <c:v>3.1014030587131907</c:v>
                </c:pt>
                <c:pt idx="157">
                  <c:v>3.0956337899130228</c:v>
                </c:pt>
                <c:pt idx="158">
                  <c:v>3.081521057639157</c:v>
                </c:pt>
                <c:pt idx="159">
                  <c:v>3.0818896771273709</c:v>
                </c:pt>
                <c:pt idx="160">
                  <c:v>3.0840945522741929</c:v>
                </c:pt>
                <c:pt idx="161">
                  <c:v>3.0902170014323662</c:v>
                </c:pt>
                <c:pt idx="162">
                  <c:v>3.091749035675099</c:v>
                </c:pt>
                <c:pt idx="163">
                  <c:v>3.104646654257901</c:v>
                </c:pt>
                <c:pt idx="164">
                  <c:v>3.1144352815725456</c:v>
                </c:pt>
                <c:pt idx="165">
                  <c:v>3.1192136130710488</c:v>
                </c:pt>
                <c:pt idx="166">
                  <c:v>3.1191252113350583</c:v>
                </c:pt>
                <c:pt idx="167">
                  <c:v>3.1119574953252744</c:v>
                </c:pt>
                <c:pt idx="168">
                  <c:v>3.1051342966971394</c:v>
                </c:pt>
                <c:pt idx="169">
                  <c:v>3.1065248575356033</c:v>
                </c:pt>
                <c:pt idx="170">
                  <c:v>3.1028450505047145</c:v>
                </c:pt>
                <c:pt idx="171">
                  <c:v>3.1134027138567277</c:v>
                </c:pt>
                <c:pt idx="172">
                  <c:v>3.1193879992226066</c:v>
                </c:pt>
                <c:pt idx="173">
                  <c:v>3.1200079817513964</c:v>
                </c:pt>
                <c:pt idx="174">
                  <c:v>3.125900960479064</c:v>
                </c:pt>
                <c:pt idx="175">
                  <c:v>3.1162040053927464</c:v>
                </c:pt>
                <c:pt idx="176">
                  <c:v>3.120769164231918</c:v>
                </c:pt>
                <c:pt idx="177">
                  <c:v>3.1122861852741126</c:v>
                </c:pt>
                <c:pt idx="178">
                  <c:v>3.0987530192441461</c:v>
                </c:pt>
                <c:pt idx="179">
                  <c:v>3.1207858120223388</c:v>
                </c:pt>
                <c:pt idx="180">
                  <c:v>3.134972157719023</c:v>
                </c:pt>
                <c:pt idx="181">
                  <c:v>3.137690658765099</c:v>
                </c:pt>
                <c:pt idx="182">
                  <c:v>3.1349124684993619</c:v>
                </c:pt>
                <c:pt idx="183">
                  <c:v>3.1287040568018232</c:v>
                </c:pt>
                <c:pt idx="184">
                  <c:v>3.1344005106605795</c:v>
                </c:pt>
                <c:pt idx="185">
                  <c:v>3.1393581613943997</c:v>
                </c:pt>
                <c:pt idx="186">
                  <c:v>3.1489207090899911</c:v>
                </c:pt>
                <c:pt idx="187">
                  <c:v>3.1462021971058136</c:v>
                </c:pt>
                <c:pt idx="188">
                  <c:v>3.1412897426072215</c:v>
                </c:pt>
                <c:pt idx="189">
                  <c:v>3.1303805614886251</c:v>
                </c:pt>
                <c:pt idx="190">
                  <c:v>3.1273680770896388</c:v>
                </c:pt>
                <c:pt idx="191">
                  <c:v>3.1228912762340522</c:v>
                </c:pt>
                <c:pt idx="192">
                  <c:v>3.1124956936694561</c:v>
                </c:pt>
                <c:pt idx="193">
                  <c:v>3.1111434052479958</c:v>
                </c:pt>
                <c:pt idx="194">
                  <c:v>3.1155882230949175</c:v>
                </c:pt>
                <c:pt idx="195">
                  <c:v>3.1129826470083026</c:v>
                </c:pt>
                <c:pt idx="196">
                  <c:v>3.1206825016540596</c:v>
                </c:pt>
                <c:pt idx="197">
                  <c:v>3.1198580969471061</c:v>
                </c:pt>
                <c:pt idx="198">
                  <c:v>3.1149711172868115</c:v>
                </c:pt>
                <c:pt idx="199">
                  <c:v>3.1185624350768988</c:v>
                </c:pt>
                <c:pt idx="200">
                  <c:v>3.1210920898012882</c:v>
                </c:pt>
                <c:pt idx="201">
                  <c:v>3.1178563478134254</c:v>
                </c:pt>
                <c:pt idx="202">
                  <c:v>3.1347625399426646</c:v>
                </c:pt>
                <c:pt idx="203">
                  <c:v>3.160623285397905</c:v>
                </c:pt>
                <c:pt idx="204">
                  <c:v>3.1895555044332995</c:v>
                </c:pt>
                <c:pt idx="205">
                  <c:v>3.21643728884542</c:v>
                </c:pt>
                <c:pt idx="206">
                  <c:v>3.2264393950862371</c:v>
                </c:pt>
                <c:pt idx="207">
                  <c:v>3.2369766588790303</c:v>
                </c:pt>
                <c:pt idx="208">
                  <c:v>3.2409462271556655</c:v>
                </c:pt>
                <c:pt idx="209">
                  <c:v>3.2258861896668538</c:v>
                </c:pt>
                <c:pt idx="210">
                  <c:v>3.2205892171495774</c:v>
                </c:pt>
                <c:pt idx="211">
                  <c:v>3.2053272623078359</c:v>
                </c:pt>
                <c:pt idx="212">
                  <c:v>3.1881127688508766</c:v>
                </c:pt>
                <c:pt idx="213">
                  <c:v>3.159110392832726</c:v>
                </c:pt>
                <c:pt idx="214">
                  <c:v>3.1339747669374969</c:v>
                </c:pt>
                <c:pt idx="215">
                  <c:v>3.1303972639695523</c:v>
                </c:pt>
                <c:pt idx="216">
                  <c:v>3.1280734861908219</c:v>
                </c:pt>
                <c:pt idx="217">
                  <c:v>3.1282712142508937</c:v>
                </c:pt>
                <c:pt idx="218">
                  <c:v>3.1311480333774853</c:v>
                </c:pt>
                <c:pt idx="219">
                  <c:v>3.1314147808577619</c:v>
                </c:pt>
                <c:pt idx="220">
                  <c:v>3.143926765735531</c:v>
                </c:pt>
                <c:pt idx="221">
                  <c:v>3.1430066526408122</c:v>
                </c:pt>
                <c:pt idx="222">
                  <c:v>3.1505994998399971</c:v>
                </c:pt>
                <c:pt idx="223">
                  <c:v>3.1540330027022359</c:v>
                </c:pt>
                <c:pt idx="224">
                  <c:v>3.146518855143047</c:v>
                </c:pt>
                <c:pt idx="225">
                  <c:v>3.1453964856142527</c:v>
                </c:pt>
                <c:pt idx="226">
                  <c:v>3.1391176544195218</c:v>
                </c:pt>
                <c:pt idx="227">
                  <c:v>3.1440591277012842</c:v>
                </c:pt>
                <c:pt idx="228">
                  <c:v>3.1437510779498985</c:v>
                </c:pt>
                <c:pt idx="229">
                  <c:v>3.1350899282574298</c:v>
                </c:pt>
                <c:pt idx="230">
                  <c:v>3.1478655104422555</c:v>
                </c:pt>
                <c:pt idx="231">
                  <c:v>3.1452997709211536</c:v>
                </c:pt>
                <c:pt idx="232">
                  <c:v>3.1426819879133103</c:v>
                </c:pt>
                <c:pt idx="233">
                  <c:v>3.1468930038415488</c:v>
                </c:pt>
                <c:pt idx="234">
                  <c:v>3.1478194391589107</c:v>
                </c:pt>
                <c:pt idx="235">
                  <c:v>3.1411470550736911</c:v>
                </c:pt>
                <c:pt idx="236">
                  <c:v>3.1362184778135487</c:v>
                </c:pt>
                <c:pt idx="237">
                  <c:v>3.1313906295297413</c:v>
                </c:pt>
                <c:pt idx="238">
                  <c:v>3.1256043519818042</c:v>
                </c:pt>
                <c:pt idx="239">
                  <c:v>3.1142632689890033</c:v>
                </c:pt>
                <c:pt idx="240">
                  <c:v>3.1101188989129542</c:v>
                </c:pt>
                <c:pt idx="241">
                  <c:v>3.0934737555131311</c:v>
                </c:pt>
                <c:pt idx="242">
                  <c:v>3.0746281997118814</c:v>
                </c:pt>
                <c:pt idx="243">
                  <c:v>3.0635173582857389</c:v>
                </c:pt>
                <c:pt idx="244">
                  <c:v>3.0598698241232039</c:v>
                </c:pt>
                <c:pt idx="245">
                  <c:v>3.0482756662769495</c:v>
                </c:pt>
                <c:pt idx="246">
                  <c:v>3.051220339915941</c:v>
                </c:pt>
                <c:pt idx="247">
                  <c:v>3.0728941660804572</c:v>
                </c:pt>
                <c:pt idx="248">
                  <c:v>3.0818502780859163</c:v>
                </c:pt>
                <c:pt idx="249">
                  <c:v>3.0630364755932016</c:v>
                </c:pt>
                <c:pt idx="250">
                  <c:v>3.0703280109115001</c:v>
                </c:pt>
                <c:pt idx="251">
                  <c:v>3.1510554545993097</c:v>
                </c:pt>
                <c:pt idx="252">
                  <c:v>3.1983036667228735</c:v>
                </c:pt>
                <c:pt idx="253">
                  <c:v>3.2695665352898593</c:v>
                </c:pt>
                <c:pt idx="254">
                  <c:v>3.3560790642725467</c:v>
                </c:pt>
                <c:pt idx="255">
                  <c:v>3.4244034118826101</c:v>
                </c:pt>
                <c:pt idx="256">
                  <c:v>3.5579272665255677</c:v>
                </c:pt>
                <c:pt idx="257">
                  <c:v>3.7089561087240277</c:v>
                </c:pt>
                <c:pt idx="258">
                  <c:v>3.8562685340660159</c:v>
                </c:pt>
                <c:pt idx="259">
                  <c:v>4</c:v>
                </c:pt>
                <c:pt idx="260">
                  <c:v>3.8059580801199298</c:v>
                </c:pt>
                <c:pt idx="261">
                  <c:v>3.4813374550433087</c:v>
                </c:pt>
                <c:pt idx="262">
                  <c:v>3.2488992769739919</c:v>
                </c:pt>
                <c:pt idx="263">
                  <c:v>3.1841019858079438</c:v>
                </c:pt>
                <c:pt idx="264">
                  <c:v>3.1388800897939375</c:v>
                </c:pt>
                <c:pt idx="265">
                  <c:v>3.1127123555831528</c:v>
                </c:pt>
                <c:pt idx="266">
                  <c:v>3.1032051437428416</c:v>
                </c:pt>
                <c:pt idx="267">
                  <c:v>3.1077861847053314</c:v>
                </c:pt>
                <c:pt idx="268">
                  <c:v>3.1047953139948277</c:v>
                </c:pt>
                <c:pt idx="269">
                  <c:v>3.1314360773413026</c:v>
                </c:pt>
                <c:pt idx="270">
                  <c:v>3.1508193775555231</c:v>
                </c:pt>
                <c:pt idx="271">
                  <c:v>3.1891650579636246</c:v>
                </c:pt>
                <c:pt idx="272">
                  <c:v>3.192997659333793</c:v>
                </c:pt>
                <c:pt idx="273">
                  <c:v>3.2161931941732638</c:v>
                </c:pt>
                <c:pt idx="274">
                  <c:v>3.2595264738369796</c:v>
                </c:pt>
                <c:pt idx="275">
                  <c:v>3.3195244979783318</c:v>
                </c:pt>
                <c:pt idx="276">
                  <c:v>3.4502601649308189</c:v>
                </c:pt>
                <c:pt idx="277">
                  <c:v>3.7362630352636508</c:v>
                </c:pt>
                <c:pt idx="278">
                  <c:v>4.5353168982379408</c:v>
                </c:pt>
                <c:pt idx="279">
                  <c:v>4.6524133870811228</c:v>
                </c:pt>
                <c:pt idx="280">
                  <c:v>4.3770858850101</c:v>
                </c:pt>
                <c:pt idx="281">
                  <c:v>3.8923670690342083</c:v>
                </c:pt>
                <c:pt idx="282">
                  <c:v>3.4866900806208072</c:v>
                </c:pt>
                <c:pt idx="283">
                  <c:v>3.3055427385313343</c:v>
                </c:pt>
                <c:pt idx="284">
                  <c:v>3.2445641573466015</c:v>
                </c:pt>
                <c:pt idx="285">
                  <c:v>3.1684516189833984</c:v>
                </c:pt>
                <c:pt idx="286">
                  <c:v>3.0629823866814876</c:v>
                </c:pt>
                <c:pt idx="287">
                  <c:v>3.1032909750249895</c:v>
                </c:pt>
                <c:pt idx="288">
                  <c:v>3.1973624430923397</c:v>
                </c:pt>
                <c:pt idx="289">
                  <c:v>3.1875251302881016</c:v>
                </c:pt>
                <c:pt idx="290">
                  <c:v>3.126770430164028</c:v>
                </c:pt>
                <c:pt idx="291">
                  <c:v>3.1329876579713427</c:v>
                </c:pt>
                <c:pt idx="292">
                  <c:v>3.1189875881425029</c:v>
                </c:pt>
                <c:pt idx="293">
                  <c:v>3.0686946187515987</c:v>
                </c:pt>
                <c:pt idx="294">
                  <c:v>3.0775143490390175</c:v>
                </c:pt>
                <c:pt idx="295">
                  <c:v>3.1746487753745356</c:v>
                </c:pt>
                <c:pt idx="296">
                  <c:v>3.2288205978976268</c:v>
                </c:pt>
                <c:pt idx="297">
                  <c:v>3.2245369967281072</c:v>
                </c:pt>
                <c:pt idx="298">
                  <c:v>3.2067286081143385</c:v>
                </c:pt>
                <c:pt idx="299">
                  <c:v>3.2012001197415842</c:v>
                </c:pt>
                <c:pt idx="300">
                  <c:v>3.2415563763312432</c:v>
                </c:pt>
                <c:pt idx="301">
                  <c:v>3.2262178547792892</c:v>
                </c:pt>
                <c:pt idx="302">
                  <c:v>3.1639596141667834</c:v>
                </c:pt>
                <c:pt idx="303">
                  <c:v>3.157574770892714</c:v>
                </c:pt>
                <c:pt idx="304">
                  <c:v>3.2056201190362952</c:v>
                </c:pt>
                <c:pt idx="305">
                  <c:v>3.2769935280566242</c:v>
                </c:pt>
                <c:pt idx="306">
                  <c:v>3.2919586009485693</c:v>
                </c:pt>
                <c:pt idx="307">
                  <c:v>3.2837668380040044</c:v>
                </c:pt>
                <c:pt idx="308">
                  <c:v>3.2727286310405992</c:v>
                </c:pt>
                <c:pt idx="309">
                  <c:v>3.2696203945014419</c:v>
                </c:pt>
                <c:pt idx="310">
                  <c:v>3.2858980395684503</c:v>
                </c:pt>
                <c:pt idx="311">
                  <c:v>3.2705729937574937</c:v>
                </c:pt>
                <c:pt idx="312">
                  <c:v>3.2796524273878509</c:v>
                </c:pt>
                <c:pt idx="313">
                  <c:v>3.3138735684978471</c:v>
                </c:pt>
                <c:pt idx="314">
                  <c:v>3.3294047975213035</c:v>
                </c:pt>
                <c:pt idx="315">
                  <c:v>3.341755204764322</c:v>
                </c:pt>
                <c:pt idx="316">
                  <c:v>3.3490540904868005</c:v>
                </c:pt>
                <c:pt idx="317">
                  <c:v>3.3596184151426023</c:v>
                </c:pt>
                <c:pt idx="318">
                  <c:v>3.3908591423670904</c:v>
                </c:pt>
                <c:pt idx="319">
                  <c:v>3.4012147242946513</c:v>
                </c:pt>
                <c:pt idx="320">
                  <c:v>3.4164837013975302</c:v>
                </c:pt>
                <c:pt idx="321">
                  <c:v>3.4863711693346735</c:v>
                </c:pt>
                <c:pt idx="322">
                  <c:v>3.5540633165566184</c:v>
                </c:pt>
                <c:pt idx="323">
                  <c:v>3.6209609638409987</c:v>
                </c:pt>
                <c:pt idx="324">
                  <c:v>3.6299473579803458</c:v>
                </c:pt>
                <c:pt idx="325">
                  <c:v>3.5961750509256127</c:v>
                </c:pt>
                <c:pt idx="326">
                  <c:v>3.5758474644124485</c:v>
                </c:pt>
                <c:pt idx="327">
                  <c:v>3.5823984683857799</c:v>
                </c:pt>
                <c:pt idx="328">
                  <c:v>3.5940710414813934</c:v>
                </c:pt>
                <c:pt idx="329">
                  <c:v>3.624183416035589</c:v>
                </c:pt>
                <c:pt idx="330">
                  <c:v>3.6909978462440693</c:v>
                </c:pt>
                <c:pt idx="331">
                  <c:v>3.7864030298366025</c:v>
                </c:pt>
                <c:pt idx="332">
                  <c:v>3.8418010135332308</c:v>
                </c:pt>
                <c:pt idx="333">
                  <c:v>3.8507769945999892</c:v>
                </c:pt>
                <c:pt idx="334">
                  <c:v>3.770387374175737</c:v>
                </c:pt>
                <c:pt idx="335">
                  <c:v>3.6588720297257336</c:v>
                </c:pt>
                <c:pt idx="336">
                  <c:v>3.5668289560072184</c:v>
                </c:pt>
                <c:pt idx="337">
                  <c:v>3.4829193232762878</c:v>
                </c:pt>
                <c:pt idx="338">
                  <c:v>3.4410572401349917</c:v>
                </c:pt>
                <c:pt idx="339">
                  <c:v>3.4197911207642528</c:v>
                </c:pt>
                <c:pt idx="340">
                  <c:v>3.3995240875807657</c:v>
                </c:pt>
                <c:pt idx="341">
                  <c:v>3.3456102073662777</c:v>
                </c:pt>
                <c:pt idx="342">
                  <c:v>3.3479155872583544</c:v>
                </c:pt>
                <c:pt idx="343">
                  <c:v>3.3423537157999474</c:v>
                </c:pt>
                <c:pt idx="344">
                  <c:v>3.3114465569175482</c:v>
                </c:pt>
                <c:pt idx="345">
                  <c:v>3.3009349101583716</c:v>
                </c:pt>
                <c:pt idx="346">
                  <c:v>3.2892681123803293</c:v>
                </c:pt>
                <c:pt idx="347">
                  <c:v>3.2711214082884381</c:v>
                </c:pt>
                <c:pt idx="348">
                  <c:v>3.2580843945406448</c:v>
                </c:pt>
                <c:pt idx="349">
                  <c:v>3.2282311873624145</c:v>
                </c:pt>
                <c:pt idx="350">
                  <c:v>3.2184331860948201</c:v>
                </c:pt>
                <c:pt idx="351">
                  <c:v>3.2034721165480087</c:v>
                </c:pt>
                <c:pt idx="352">
                  <c:v>3.1908133861010679</c:v>
                </c:pt>
                <c:pt idx="353">
                  <c:v>3.1865926790149368</c:v>
                </c:pt>
                <c:pt idx="354">
                  <c:v>3.1693815435551258</c:v>
                </c:pt>
                <c:pt idx="355">
                  <c:v>3.1547569956377974</c:v>
                </c:pt>
                <c:pt idx="356">
                  <c:v>3.1526366556081</c:v>
                </c:pt>
                <c:pt idx="357">
                  <c:v>3.1494059451469085</c:v>
                </c:pt>
                <c:pt idx="358">
                  <c:v>3.1315765663164403</c:v>
                </c:pt>
                <c:pt idx="359">
                  <c:v>3.0837834453234496</c:v>
                </c:pt>
                <c:pt idx="360">
                  <c:v>3.1254861439193387</c:v>
                </c:pt>
                <c:pt idx="361">
                  <c:v>3.1244126348897612</c:v>
                </c:pt>
                <c:pt idx="362">
                  <c:v>3.1310475669155862</c:v>
                </c:pt>
                <c:pt idx="363">
                  <c:v>3.1377185728000216</c:v>
                </c:pt>
                <c:pt idx="364">
                  <c:v>3.1130916998798472</c:v>
                </c:pt>
                <c:pt idx="365">
                  <c:v>3.115333704412071</c:v>
                </c:pt>
                <c:pt idx="366">
                  <c:v>3.1198649988891258</c:v>
                </c:pt>
                <c:pt idx="367">
                  <c:v>3.1160449544594333</c:v>
                </c:pt>
                <c:pt idx="368">
                  <c:v>3.0984596156106137</c:v>
                </c:pt>
                <c:pt idx="369">
                  <c:v>3.086241384385624</c:v>
                </c:pt>
                <c:pt idx="370">
                  <c:v>3.089717808357987</c:v>
                </c:pt>
                <c:pt idx="371">
                  <c:v>3.0850260683396828</c:v>
                </c:pt>
                <c:pt idx="372">
                  <c:v>3.0749291342282685</c:v>
                </c:pt>
                <c:pt idx="373">
                  <c:v>3.0717993058768318</c:v>
                </c:pt>
                <c:pt idx="374">
                  <c:v>3.065218769029562</c:v>
                </c:pt>
                <c:pt idx="375">
                  <c:v>3.0526910059404391</c:v>
                </c:pt>
                <c:pt idx="376">
                  <c:v>3.0503328879921785</c:v>
                </c:pt>
                <c:pt idx="377">
                  <c:v>3.0507824877145433</c:v>
                </c:pt>
                <c:pt idx="378">
                  <c:v>3.0468738829463886</c:v>
                </c:pt>
                <c:pt idx="379">
                  <c:v>3.0516692505379139</c:v>
                </c:pt>
                <c:pt idx="380">
                  <c:v>3.0382646865013241</c:v>
                </c:pt>
                <c:pt idx="381">
                  <c:v>3.0137208433420608</c:v>
                </c:pt>
                <c:pt idx="382">
                  <c:v>3.0194447326938016</c:v>
                </c:pt>
                <c:pt idx="383">
                  <c:v>3.0308741969136528</c:v>
                </c:pt>
                <c:pt idx="384">
                  <c:v>3.0300745341921989</c:v>
                </c:pt>
                <c:pt idx="385">
                  <c:v>3.0229922447548083</c:v>
                </c:pt>
                <c:pt idx="386">
                  <c:v>3.0245384411044052</c:v>
                </c:pt>
                <c:pt idx="387">
                  <c:v>3.0173242299598448</c:v>
                </c:pt>
                <c:pt idx="388">
                  <c:v>3.0090149200243212</c:v>
                </c:pt>
                <c:pt idx="389">
                  <c:v>3.012395011453505</c:v>
                </c:pt>
                <c:pt idx="390">
                  <c:v>3.0082718209600361</c:v>
                </c:pt>
                <c:pt idx="391">
                  <c:v>3.0065639266565731</c:v>
                </c:pt>
                <c:pt idx="392">
                  <c:v>3.0403097696584589</c:v>
                </c:pt>
                <c:pt idx="393">
                  <c:v>3.0561811025396257</c:v>
                </c:pt>
                <c:pt idx="394">
                  <c:v>3.0656088545418889</c:v>
                </c:pt>
                <c:pt idx="395">
                  <c:v>3.0624941426466687</c:v>
                </c:pt>
                <c:pt idx="396">
                  <c:v>3.064465937789504</c:v>
                </c:pt>
                <c:pt idx="397">
                  <c:v>3.0736624911412318</c:v>
                </c:pt>
                <c:pt idx="398">
                  <c:v>3.0704230466060252</c:v>
                </c:pt>
                <c:pt idx="399">
                  <c:v>3.0611653547361937</c:v>
                </c:pt>
                <c:pt idx="400">
                  <c:v>3.102574715327159</c:v>
                </c:pt>
                <c:pt idx="401">
                  <c:v>3.102322362388402</c:v>
                </c:pt>
                <c:pt idx="402">
                  <c:v>3.1211066921667356</c:v>
                </c:pt>
                <c:pt idx="403">
                  <c:v>3.1296625079421556</c:v>
                </c:pt>
                <c:pt idx="404">
                  <c:v>3.1280876838465157</c:v>
                </c:pt>
                <c:pt idx="405">
                  <c:v>3.1281873299508054</c:v>
                </c:pt>
                <c:pt idx="406">
                  <c:v>3.123451361719253</c:v>
                </c:pt>
                <c:pt idx="407">
                  <c:v>3.1082556261437424</c:v>
                </c:pt>
                <c:pt idx="408">
                  <c:v>3.1124085607532339</c:v>
                </c:pt>
                <c:pt idx="409">
                  <c:v>3.0946205388843815</c:v>
                </c:pt>
                <c:pt idx="410">
                  <c:v>3.0726687044641365</c:v>
                </c:pt>
                <c:pt idx="411">
                  <c:v>3.0654069700032629</c:v>
                </c:pt>
                <c:pt idx="412">
                  <c:v>3.0642579552593148</c:v>
                </c:pt>
                <c:pt idx="413">
                  <c:v>3.0536462795622974</c:v>
                </c:pt>
                <c:pt idx="414">
                  <c:v>3.0519175946624864</c:v>
                </c:pt>
                <c:pt idx="415">
                  <c:v>3.04705061532071</c:v>
                </c:pt>
                <c:pt idx="416">
                  <c:v>3.0344533761456458</c:v>
                </c:pt>
                <c:pt idx="417">
                  <c:v>3.0408491165032938</c:v>
                </c:pt>
                <c:pt idx="418">
                  <c:v>3.0288159251406839</c:v>
                </c:pt>
                <c:pt idx="419">
                  <c:v>3.0307951992103916</c:v>
                </c:pt>
                <c:pt idx="420">
                  <c:v>3.0501158158996766</c:v>
                </c:pt>
                <c:pt idx="421">
                  <c:v>3.0303538577546281</c:v>
                </c:pt>
                <c:pt idx="422">
                  <c:v>3.0255412872640335</c:v>
                </c:pt>
                <c:pt idx="423">
                  <c:v>3.0425418970850662</c:v>
                </c:pt>
                <c:pt idx="424">
                  <c:v>3.0242351056747481</c:v>
                </c:pt>
                <c:pt idx="425">
                  <c:v>3.0290262183448062</c:v>
                </c:pt>
                <c:pt idx="426">
                  <c:v>3.0596973794846543</c:v>
                </c:pt>
                <c:pt idx="427">
                  <c:v>3.0646249176251579</c:v>
                </c:pt>
                <c:pt idx="428">
                  <c:v>3.0151130681392093</c:v>
                </c:pt>
                <c:pt idx="429">
                  <c:v>3.0366937454317018</c:v>
                </c:pt>
                <c:pt idx="430">
                  <c:v>3.0745035217624026</c:v>
                </c:pt>
                <c:pt idx="431">
                  <c:v>3.1030374298331731</c:v>
                </c:pt>
                <c:pt idx="432">
                  <c:v>3.0848119003131185</c:v>
                </c:pt>
                <c:pt idx="433">
                  <c:v>3.0669535081685302</c:v>
                </c:pt>
                <c:pt idx="434">
                  <c:v>3.0313332690318808</c:v>
                </c:pt>
                <c:pt idx="435">
                  <c:v>2.9252387382838716</c:v>
                </c:pt>
                <c:pt idx="436">
                  <c:v>2.8874082588616341</c:v>
                </c:pt>
                <c:pt idx="437">
                  <c:v>3.0096510553944396</c:v>
                </c:pt>
                <c:pt idx="438">
                  <c:v>2.9937304860168186</c:v>
                </c:pt>
                <c:pt idx="439">
                  <c:v>3.0079956797015002</c:v>
                </c:pt>
                <c:pt idx="440">
                  <c:v>2.9806407266928967</c:v>
                </c:pt>
                <c:pt idx="441">
                  <c:v>2.9756725193239064</c:v>
                </c:pt>
                <c:pt idx="442">
                  <c:v>2.9641140360955598</c:v>
                </c:pt>
                <c:pt idx="443">
                  <c:v>2.994017507951781</c:v>
                </c:pt>
                <c:pt idx="444">
                  <c:v>3.0246238102517662</c:v>
                </c:pt>
                <c:pt idx="445">
                  <c:v>3.101575672892313</c:v>
                </c:pt>
                <c:pt idx="446">
                  <c:v>3.1220052025110734</c:v>
                </c:pt>
                <c:pt idx="447">
                  <c:v>3.1232747551330982</c:v>
                </c:pt>
                <c:pt idx="448">
                  <c:v>3.0890872541541379</c:v>
                </c:pt>
                <c:pt idx="449">
                  <c:v>3.0981516314878359</c:v>
                </c:pt>
                <c:pt idx="450">
                  <c:v>3.0958633478483395</c:v>
                </c:pt>
                <c:pt idx="451">
                  <c:v>3.0912828920742776</c:v>
                </c:pt>
                <c:pt idx="452">
                  <c:v>3.0979383931998958</c:v>
                </c:pt>
                <c:pt idx="453">
                  <c:v>3.1310994900832108</c:v>
                </c:pt>
                <c:pt idx="454">
                  <c:v>3.1265658439143427</c:v>
                </c:pt>
                <c:pt idx="455">
                  <c:v>3.1072554570844466</c:v>
                </c:pt>
                <c:pt idx="456">
                  <c:v>3.0993653013495077</c:v>
                </c:pt>
                <c:pt idx="457">
                  <c:v>3.1187223391821255</c:v>
                </c:pt>
                <c:pt idx="458">
                  <c:v>3.0840059317761734</c:v>
                </c:pt>
                <c:pt idx="459">
                  <c:v>3.0826653143089704</c:v>
                </c:pt>
                <c:pt idx="460">
                  <c:v>3.1137186062268598</c:v>
                </c:pt>
                <c:pt idx="461">
                  <c:v>3.1204923536982991</c:v>
                </c:pt>
                <c:pt idx="462">
                  <c:v>3.1220775799284266</c:v>
                </c:pt>
                <c:pt idx="463">
                  <c:v>3.1245469985280816</c:v>
                </c:pt>
                <c:pt idx="464">
                  <c:v>3.092768838626514</c:v>
                </c:pt>
                <c:pt idx="465">
                  <c:v>3.1072911918619126</c:v>
                </c:pt>
                <c:pt idx="466">
                  <c:v>3.1233019472533243</c:v>
                </c:pt>
                <c:pt idx="467">
                  <c:v>3.1107797243125908</c:v>
                </c:pt>
                <c:pt idx="468">
                  <c:v>3.1005471085216292</c:v>
                </c:pt>
                <c:pt idx="469">
                  <c:v>3.11130935812333</c:v>
                </c:pt>
                <c:pt idx="470">
                  <c:v>3.1266141465703843</c:v>
                </c:pt>
                <c:pt idx="471">
                  <c:v>3.1278241302918643</c:v>
                </c:pt>
                <c:pt idx="472">
                  <c:v>3.1104392759046835</c:v>
                </c:pt>
                <c:pt idx="473">
                  <c:v>3.1106365336263928</c:v>
                </c:pt>
                <c:pt idx="474">
                  <c:v>3.1170297117337742</c:v>
                </c:pt>
                <c:pt idx="475">
                  <c:v>3.129454082418857</c:v>
                </c:pt>
                <c:pt idx="476">
                  <c:v>3.140094405003595</c:v>
                </c:pt>
                <c:pt idx="477">
                  <c:v>3.1278470237382177</c:v>
                </c:pt>
                <c:pt idx="478">
                  <c:v>3.1347806753148837</c:v>
                </c:pt>
                <c:pt idx="479">
                  <c:v>3.146480582726042</c:v>
                </c:pt>
                <c:pt idx="480">
                  <c:v>3.1585135115742173</c:v>
                </c:pt>
                <c:pt idx="481">
                  <c:v>3.1579416785680503</c:v>
                </c:pt>
                <c:pt idx="482">
                  <c:v>3.1473047905471696</c:v>
                </c:pt>
                <c:pt idx="483">
                  <c:v>3.1462266984530811</c:v>
                </c:pt>
                <c:pt idx="484">
                  <c:v>3.1472337038257887</c:v>
                </c:pt>
                <c:pt idx="485">
                  <c:v>3.1745936582812844</c:v>
                </c:pt>
                <c:pt idx="486">
                  <c:v>3.1770640503719698</c:v>
                </c:pt>
                <c:pt idx="487">
                  <c:v>3.1667197456270126</c:v>
                </c:pt>
                <c:pt idx="488">
                  <c:v>3.1559602633649817</c:v>
                </c:pt>
                <c:pt idx="489">
                  <c:v>3.1619151954993128</c:v>
                </c:pt>
                <c:pt idx="490">
                  <c:v>3.1735574372395798</c:v>
                </c:pt>
                <c:pt idx="491">
                  <c:v>3.1799154493507706</c:v>
                </c:pt>
                <c:pt idx="492">
                  <c:v>3.177067594316842</c:v>
                </c:pt>
                <c:pt idx="493">
                  <c:v>3.17058878181314</c:v>
                </c:pt>
                <c:pt idx="494">
                  <c:v>3.178406013225652</c:v>
                </c:pt>
                <c:pt idx="495">
                  <c:v>3.1875597165649148</c:v>
                </c:pt>
                <c:pt idx="496">
                  <c:v>3.1862526134405815</c:v>
                </c:pt>
                <c:pt idx="497">
                  <c:v>3.1910005807694346</c:v>
                </c:pt>
                <c:pt idx="498">
                  <c:v>3.1966146488480032</c:v>
                </c:pt>
                <c:pt idx="499">
                  <c:v>3.208783177339964</c:v>
                </c:pt>
                <c:pt idx="500">
                  <c:v>3.2147086531670652</c:v>
                </c:pt>
                <c:pt idx="501">
                  <c:v>3.1956118874586612</c:v>
                </c:pt>
                <c:pt idx="502">
                  <c:v>3.1958455690582288</c:v>
                </c:pt>
                <c:pt idx="503">
                  <c:v>3.2231436138594671</c:v>
                </c:pt>
                <c:pt idx="504">
                  <c:v>3.2402398664396559</c:v>
                </c:pt>
                <c:pt idx="505">
                  <c:v>3.2467729756789998</c:v>
                </c:pt>
                <c:pt idx="506">
                  <c:v>3.2796235289237963</c:v>
                </c:pt>
                <c:pt idx="507">
                  <c:v>3.3574327199566878</c:v>
                </c:pt>
                <c:pt idx="508">
                  <c:v>3.4541540415453591</c:v>
                </c:pt>
                <c:pt idx="509">
                  <c:v>3.5777914275561224</c:v>
                </c:pt>
                <c:pt idx="510">
                  <c:v>3.7157149366250768</c:v>
                </c:pt>
                <c:pt idx="511">
                  <c:v>3.8615481368781754</c:v>
                </c:pt>
                <c:pt idx="512">
                  <c:v>3.9837514940352809</c:v>
                </c:pt>
                <c:pt idx="513">
                  <c:v>4.078788894904358</c:v>
                </c:pt>
                <c:pt idx="514">
                  <c:v>4.1202511248087212</c:v>
                </c:pt>
                <c:pt idx="515">
                  <c:v>4.1079481232974331</c:v>
                </c:pt>
                <c:pt idx="516">
                  <c:v>4.0428049037346465</c:v>
                </c:pt>
                <c:pt idx="517">
                  <c:v>3.9765312095098788</c:v>
                </c:pt>
                <c:pt idx="518">
                  <c:v>3.8976127199794393</c:v>
                </c:pt>
                <c:pt idx="519">
                  <c:v>3.8326827496426952</c:v>
                </c:pt>
                <c:pt idx="520">
                  <c:v>3.7404791045947632</c:v>
                </c:pt>
                <c:pt idx="521">
                  <c:v>3.6617874275361713</c:v>
                </c:pt>
                <c:pt idx="522">
                  <c:v>3.6254549047015718</c:v>
                </c:pt>
                <c:pt idx="523">
                  <c:v>3.5957632970342956</c:v>
                </c:pt>
                <c:pt idx="524">
                  <c:v>3.5775677215050852</c:v>
                </c:pt>
                <c:pt idx="525">
                  <c:v>3.5929505861203537</c:v>
                </c:pt>
                <c:pt idx="526">
                  <c:v>3.6065102879844604</c:v>
                </c:pt>
                <c:pt idx="527">
                  <c:v>3.6322463281449684</c:v>
                </c:pt>
                <c:pt idx="528">
                  <c:v>3.6565656216521196</c:v>
                </c:pt>
                <c:pt idx="529">
                  <c:v>3.6783555010731144</c:v>
                </c:pt>
                <c:pt idx="530">
                  <c:v>3.7049341250652015</c:v>
                </c:pt>
                <c:pt idx="531">
                  <c:v>3.7315223308341654</c:v>
                </c:pt>
                <c:pt idx="532">
                  <c:v>3.767891386927638</c:v>
                </c:pt>
                <c:pt idx="533">
                  <c:v>3.8181106608599631</c:v>
                </c:pt>
                <c:pt idx="534">
                  <c:v>3.8600693930657499</c:v>
                </c:pt>
                <c:pt idx="535">
                  <c:v>3.901033283067652</c:v>
                </c:pt>
                <c:pt idx="536">
                  <c:v>3.9397459367797003</c:v>
                </c:pt>
                <c:pt idx="537">
                  <c:v>4.0122897882847326</c:v>
                </c:pt>
                <c:pt idx="538">
                  <c:v>4.1071676678821341</c:v>
                </c:pt>
                <c:pt idx="539">
                  <c:v>4.1893133348670011</c:v>
                </c:pt>
                <c:pt idx="540">
                  <c:v>4.3010687925202289</c:v>
                </c:pt>
                <c:pt idx="541">
                  <c:v>4.4467858301358305</c:v>
                </c:pt>
                <c:pt idx="542">
                  <c:v>4.6006364399962401</c:v>
                </c:pt>
                <c:pt idx="543">
                  <c:v>4.7540003480941406</c:v>
                </c:pt>
                <c:pt idx="544">
                  <c:v>4.9097709885322329</c:v>
                </c:pt>
                <c:pt idx="545">
                  <c:v>5.0643531386182055</c:v>
                </c:pt>
                <c:pt idx="546">
                  <c:v>5.217481483763085</c:v>
                </c:pt>
                <c:pt idx="547">
                  <c:v>5.3868391713189272</c:v>
                </c:pt>
                <c:pt idx="548">
                  <c:v>5.5901790024678997</c:v>
                </c:pt>
                <c:pt idx="549">
                  <c:v>5.7029765549233078</c:v>
                </c:pt>
                <c:pt idx="550">
                  <c:v>5.7507937342704638</c:v>
                </c:pt>
                <c:pt idx="551">
                  <c:v>5.811301211425361</c:v>
                </c:pt>
                <c:pt idx="552">
                  <c:v>5.8263735652164144</c:v>
                </c:pt>
                <c:pt idx="553">
                  <c:v>5.7661280774676573</c:v>
                </c:pt>
                <c:pt idx="554">
                  <c:v>5.6828471230561792</c:v>
                </c:pt>
                <c:pt idx="555">
                  <c:v>5.5385383878796031</c:v>
                </c:pt>
                <c:pt idx="556">
                  <c:v>5.3441187972323601</c:v>
                </c:pt>
                <c:pt idx="557">
                  <c:v>5.131226590822159</c:v>
                </c:pt>
                <c:pt idx="558">
                  <c:v>4.9065620120786351</c:v>
                </c:pt>
                <c:pt idx="559">
                  <c:v>4.6960536117479776</c:v>
                </c:pt>
                <c:pt idx="560">
                  <c:v>4.5031049769849218</c:v>
                </c:pt>
                <c:pt idx="561">
                  <c:v>4.3368910747979745</c:v>
                </c:pt>
                <c:pt idx="562">
                  <c:v>4.1780391274265192</c:v>
                </c:pt>
                <c:pt idx="563">
                  <c:v>4.0290618355376822</c:v>
                </c:pt>
                <c:pt idx="564">
                  <c:v>3.9174301971929668</c:v>
                </c:pt>
                <c:pt idx="565">
                  <c:v>3.7895534655711871</c:v>
                </c:pt>
                <c:pt idx="566">
                  <c:v>3.71183068553982</c:v>
                </c:pt>
                <c:pt idx="567">
                  <c:v>3.5996942319365783</c:v>
                </c:pt>
                <c:pt idx="568">
                  <c:v>3.5211929653481819</c:v>
                </c:pt>
                <c:pt idx="569">
                  <c:v>3.5034262946533765</c:v>
                </c:pt>
                <c:pt idx="570">
                  <c:v>3.4946731008371321</c:v>
                </c:pt>
                <c:pt idx="571">
                  <c:v>3.4662746830291331</c:v>
                </c:pt>
                <c:pt idx="572">
                  <c:v>3.3948858512857476</c:v>
                </c:pt>
                <c:pt idx="573">
                  <c:v>3.2915063979580572</c:v>
                </c:pt>
                <c:pt idx="574">
                  <c:v>3.231347321210825</c:v>
                </c:pt>
                <c:pt idx="575">
                  <c:v>3.3189230774077183</c:v>
                </c:pt>
                <c:pt idx="576">
                  <c:v>3.3190886802638055</c:v>
                </c:pt>
                <c:pt idx="577">
                  <c:v>3.2924717729166133</c:v>
                </c:pt>
                <c:pt idx="578">
                  <c:v>3.152235281975067</c:v>
                </c:pt>
                <c:pt idx="579">
                  <c:v>3.0513420098875188</c:v>
                </c:pt>
                <c:pt idx="580">
                  <c:v>3.1365747099018604</c:v>
                </c:pt>
                <c:pt idx="581">
                  <c:v>3.0374895387997647</c:v>
                </c:pt>
                <c:pt idx="582">
                  <c:v>3.0426933405688144</c:v>
                </c:pt>
                <c:pt idx="583">
                  <c:v>2.9892706207604465</c:v>
                </c:pt>
                <c:pt idx="584">
                  <c:v>2.5367149188616009</c:v>
                </c:pt>
                <c:pt idx="585">
                  <c:v>2.338534065141908</c:v>
                </c:pt>
                <c:pt idx="586">
                  <c:v>2.5149431966890283</c:v>
                </c:pt>
                <c:pt idx="587">
                  <c:v>2.4046455254458308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B0C-4B9C-BBFB-FF685BE46DCA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S1_n3_z_o/O-PTIR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Sheet2!$E$2:$E$589</c:f>
              <c:numCache>
                <c:formatCode>General</c:formatCode>
                <c:ptCount val="588"/>
                <c:pt idx="0">
                  <c:v>3.9649799652573297</c:v>
                </c:pt>
                <c:pt idx="1">
                  <c:v>3.4774858839405423</c:v>
                </c:pt>
                <c:pt idx="2">
                  <c:v>3.6989468628019644</c:v>
                </c:pt>
                <c:pt idx="3">
                  <c:v>3.9599719546895207</c:v>
                </c:pt>
                <c:pt idx="4">
                  <c:v>4.0530896821075242</c:v>
                </c:pt>
                <c:pt idx="5">
                  <c:v>4.1180144741397928</c:v>
                </c:pt>
                <c:pt idx="6">
                  <c:v>4.2758680858682556</c:v>
                </c:pt>
                <c:pt idx="7">
                  <c:v>4.2246901384379996</c:v>
                </c:pt>
                <c:pt idx="8">
                  <c:v>4.2615220855664031</c:v>
                </c:pt>
                <c:pt idx="9">
                  <c:v>4.2601594567240673</c:v>
                </c:pt>
                <c:pt idx="10">
                  <c:v>4.2574409685333201</c:v>
                </c:pt>
                <c:pt idx="11">
                  <c:v>4.1341711291071954</c:v>
                </c:pt>
                <c:pt idx="12">
                  <c:v>4.0278836356362433</c:v>
                </c:pt>
                <c:pt idx="13">
                  <c:v>4.0889448060595477</c:v>
                </c:pt>
                <c:pt idx="14">
                  <c:v>4.0735423531722663</c:v>
                </c:pt>
                <c:pt idx="15">
                  <c:v>4.0144665634164713</c:v>
                </c:pt>
                <c:pt idx="16">
                  <c:v>3.9340809847875047</c:v>
                </c:pt>
                <c:pt idx="17">
                  <c:v>4.057471301784779</c:v>
                </c:pt>
                <c:pt idx="18">
                  <c:v>4.0673680707016295</c:v>
                </c:pt>
                <c:pt idx="19">
                  <c:v>4.1267699914622993</c:v>
                </c:pt>
                <c:pt idx="20">
                  <c:v>4.1422965748580252</c:v>
                </c:pt>
                <c:pt idx="21">
                  <c:v>4.2184466674854173</c:v>
                </c:pt>
                <c:pt idx="22">
                  <c:v>4.1706983565296394</c:v>
                </c:pt>
                <c:pt idx="23">
                  <c:v>4.2170806169043509</c:v>
                </c:pt>
                <c:pt idx="24">
                  <c:v>4.2485240283741668</c:v>
                </c:pt>
                <c:pt idx="25">
                  <c:v>4.2468636527745298</c:v>
                </c:pt>
                <c:pt idx="26">
                  <c:v>4.2318496920805053</c:v>
                </c:pt>
                <c:pt idx="27">
                  <c:v>4.1894658906286528</c:v>
                </c:pt>
                <c:pt idx="28">
                  <c:v>4.241042109951378</c:v>
                </c:pt>
                <c:pt idx="29">
                  <c:v>4.2882886830337981</c:v>
                </c:pt>
                <c:pt idx="30">
                  <c:v>4.2602740572277478</c:v>
                </c:pt>
                <c:pt idx="31">
                  <c:v>4.2261448213001565</c:v>
                </c:pt>
                <c:pt idx="32">
                  <c:v>4.2392642484899952</c:v>
                </c:pt>
                <c:pt idx="33">
                  <c:v>4.247088932654262</c:v>
                </c:pt>
                <c:pt idx="34">
                  <c:v>4.2637662652812995</c:v>
                </c:pt>
                <c:pt idx="35">
                  <c:v>4.3057451733138405</c:v>
                </c:pt>
                <c:pt idx="36">
                  <c:v>4.3590245862100589</c:v>
                </c:pt>
                <c:pt idx="37">
                  <c:v>4.3435272540565171</c:v>
                </c:pt>
                <c:pt idx="38">
                  <c:v>4.3338595659237722</c:v>
                </c:pt>
                <c:pt idx="39">
                  <c:v>4.3771579888906302</c:v>
                </c:pt>
                <c:pt idx="40">
                  <c:v>4.4223937078478768</c:v>
                </c:pt>
                <c:pt idx="41">
                  <c:v>4.4390092272271255</c:v>
                </c:pt>
                <c:pt idx="42">
                  <c:v>4.448944365857483</c:v>
                </c:pt>
                <c:pt idx="43">
                  <c:v>4.527722742244304</c:v>
                </c:pt>
                <c:pt idx="44">
                  <c:v>4.5390296466842042</c:v>
                </c:pt>
                <c:pt idx="45">
                  <c:v>4.5404238664981804</c:v>
                </c:pt>
                <c:pt idx="46">
                  <c:v>4.5771111943014899</c:v>
                </c:pt>
                <c:pt idx="47">
                  <c:v>4.5701658415035809</c:v>
                </c:pt>
                <c:pt idx="48">
                  <c:v>4.5876289903022363</c:v>
                </c:pt>
                <c:pt idx="49">
                  <c:v>4.5983005610911665</c:v>
                </c:pt>
                <c:pt idx="50">
                  <c:v>4.6277680941544102</c:v>
                </c:pt>
                <c:pt idx="51">
                  <c:v>4.7069791632757516</c:v>
                </c:pt>
                <c:pt idx="52">
                  <c:v>4.737117616072771</c:v>
                </c:pt>
                <c:pt idx="53">
                  <c:v>4.7889351697034392</c:v>
                </c:pt>
                <c:pt idx="54">
                  <c:v>4.8062814984922131</c:v>
                </c:pt>
                <c:pt idx="55">
                  <c:v>4.8062822383276176</c:v>
                </c:pt>
                <c:pt idx="56">
                  <c:v>4.7906791097116717</c:v>
                </c:pt>
                <c:pt idx="57">
                  <c:v>4.8602331813218163</c:v>
                </c:pt>
                <c:pt idx="58">
                  <c:v>4.8526509782103648</c:v>
                </c:pt>
                <c:pt idx="59">
                  <c:v>4.870287100525875</c:v>
                </c:pt>
                <c:pt idx="60">
                  <c:v>4.952197976994074</c:v>
                </c:pt>
                <c:pt idx="61">
                  <c:v>4.9982137414068077</c:v>
                </c:pt>
                <c:pt idx="62">
                  <c:v>5.0331789543462362</c:v>
                </c:pt>
                <c:pt idx="63">
                  <c:v>5.0738115284111558</c:v>
                </c:pt>
                <c:pt idx="64">
                  <c:v>5.0841845386238456</c:v>
                </c:pt>
                <c:pt idx="65">
                  <c:v>5.1273159067570617</c:v>
                </c:pt>
                <c:pt idx="66">
                  <c:v>5.1883249534643499</c:v>
                </c:pt>
                <c:pt idx="67">
                  <c:v>5.3149032443261968</c:v>
                </c:pt>
                <c:pt idx="68">
                  <c:v>5.4653357521018711</c:v>
                </c:pt>
                <c:pt idx="69">
                  <c:v>5.5716216896064914</c:v>
                </c:pt>
                <c:pt idx="70">
                  <c:v>5.6848642993906697</c:v>
                </c:pt>
                <c:pt idx="71">
                  <c:v>5.7837594292021883</c:v>
                </c:pt>
                <c:pt idx="72">
                  <c:v>5.914651700289717</c:v>
                </c:pt>
                <c:pt idx="73">
                  <c:v>6.0241452681607317</c:v>
                </c:pt>
                <c:pt idx="74">
                  <c:v>6.1090156342016959</c:v>
                </c:pt>
                <c:pt idx="75">
                  <c:v>6.2360572099919143</c:v>
                </c:pt>
                <c:pt idx="76">
                  <c:v>6.3546634784693037</c:v>
                </c:pt>
                <c:pt idx="77">
                  <c:v>6.4178238185568421</c:v>
                </c:pt>
                <c:pt idx="78">
                  <c:v>6.4937187974419359</c:v>
                </c:pt>
                <c:pt idx="79">
                  <c:v>6.6026125067694839</c:v>
                </c:pt>
                <c:pt idx="80">
                  <c:v>6.6674794991610202</c:v>
                </c:pt>
                <c:pt idx="81">
                  <c:v>6.690961282933765</c:v>
                </c:pt>
                <c:pt idx="82">
                  <c:v>6.7656284309866663</c:v>
                </c:pt>
                <c:pt idx="83">
                  <c:v>6.8248146712319357</c:v>
                </c:pt>
                <c:pt idx="84">
                  <c:v>6.8386259185056435</c:v>
                </c:pt>
                <c:pt idx="85">
                  <c:v>6.8244267015474342</c:v>
                </c:pt>
                <c:pt idx="86">
                  <c:v>6.7331348601563059</c:v>
                </c:pt>
                <c:pt idx="87">
                  <c:v>6.6938028427435405</c:v>
                </c:pt>
                <c:pt idx="88">
                  <c:v>6.5852601113304274</c:v>
                </c:pt>
                <c:pt idx="89">
                  <c:v>6.4657914907091376</c:v>
                </c:pt>
                <c:pt idx="90">
                  <c:v>6.412147209488829</c:v>
                </c:pt>
                <c:pt idx="91">
                  <c:v>6.3629055407752793</c:v>
                </c:pt>
                <c:pt idx="92">
                  <c:v>6.3212340158561471</c:v>
                </c:pt>
                <c:pt idx="93">
                  <c:v>6.2941206760319917</c:v>
                </c:pt>
                <c:pt idx="94">
                  <c:v>6.2406067538094074</c:v>
                </c:pt>
                <c:pt idx="95">
                  <c:v>6.1718389052803495</c:v>
                </c:pt>
                <c:pt idx="96">
                  <c:v>6.0718539979225348</c:v>
                </c:pt>
                <c:pt idx="97">
                  <c:v>5.9721505239514263</c:v>
                </c:pt>
                <c:pt idx="98">
                  <c:v>5.8848934489054798</c:v>
                </c:pt>
                <c:pt idx="99">
                  <c:v>5.7819489040078311</c:v>
                </c:pt>
                <c:pt idx="100">
                  <c:v>5.6740187563070936</c:v>
                </c:pt>
                <c:pt idx="101">
                  <c:v>5.5262573502647108</c:v>
                </c:pt>
                <c:pt idx="102">
                  <c:v>5.4469780683193552</c:v>
                </c:pt>
                <c:pt idx="103">
                  <c:v>5.3330308392988668</c:v>
                </c:pt>
                <c:pt idx="104">
                  <c:v>5.2526799797580974</c:v>
                </c:pt>
                <c:pt idx="105">
                  <c:v>5.1554265447023342</c:v>
                </c:pt>
                <c:pt idx="106">
                  <c:v>5.0966241310633205</c:v>
                </c:pt>
                <c:pt idx="107">
                  <c:v>4.9573141607455158</c:v>
                </c:pt>
                <c:pt idx="108">
                  <c:v>4.8426981945056822</c:v>
                </c:pt>
                <c:pt idx="109">
                  <c:v>4.7827386043153099</c:v>
                </c:pt>
                <c:pt idx="110">
                  <c:v>4.7356022852035888</c:v>
                </c:pt>
                <c:pt idx="111">
                  <c:v>4.7245239159191836</c:v>
                </c:pt>
                <c:pt idx="112">
                  <c:v>4.7260783100975656</c:v>
                </c:pt>
                <c:pt idx="113">
                  <c:v>4.7036477584466994</c:v>
                </c:pt>
                <c:pt idx="114">
                  <c:v>4.6151442087164432</c:v>
                </c:pt>
                <c:pt idx="115">
                  <c:v>4.4778993409546226</c:v>
                </c:pt>
                <c:pt idx="116">
                  <c:v>4.4189175912143055</c:v>
                </c:pt>
                <c:pt idx="117">
                  <c:v>4.3845612628102488</c:v>
                </c:pt>
                <c:pt idx="118">
                  <c:v>4.3696728151920752</c:v>
                </c:pt>
                <c:pt idx="119">
                  <c:v>4.3279246063335819</c:v>
                </c:pt>
                <c:pt idx="120">
                  <c:v>4.2820649471905483</c:v>
                </c:pt>
                <c:pt idx="121">
                  <c:v>4.2589953997034735</c:v>
                </c:pt>
                <c:pt idx="122">
                  <c:v>4.2391930208367237</c:v>
                </c:pt>
                <c:pt idx="123">
                  <c:v>4.2860060873656822</c:v>
                </c:pt>
                <c:pt idx="124">
                  <c:v>4.2929317235501436</c:v>
                </c:pt>
                <c:pt idx="125">
                  <c:v>4.2430166751501117</c:v>
                </c:pt>
                <c:pt idx="126">
                  <c:v>4.2258858789096596</c:v>
                </c:pt>
                <c:pt idx="127">
                  <c:v>4.2273806608505735</c:v>
                </c:pt>
                <c:pt idx="128">
                  <c:v>4.2589655843367966</c:v>
                </c:pt>
                <c:pt idx="129">
                  <c:v>4.2192801845445418</c:v>
                </c:pt>
                <c:pt idx="130">
                  <c:v>4.2128155767904749</c:v>
                </c:pt>
                <c:pt idx="131">
                  <c:v>4.2212404524241443</c:v>
                </c:pt>
                <c:pt idx="132">
                  <c:v>4.332114812096604</c:v>
                </c:pt>
                <c:pt idx="133">
                  <c:v>4.3513294472245807</c:v>
                </c:pt>
                <c:pt idx="134">
                  <c:v>4.2674256761355727</c:v>
                </c:pt>
                <c:pt idx="135">
                  <c:v>4.326459806222311</c:v>
                </c:pt>
                <c:pt idx="136">
                  <c:v>4.3809764273644394</c:v>
                </c:pt>
                <c:pt idx="137">
                  <c:v>4.4151224945474121</c:v>
                </c:pt>
                <c:pt idx="138">
                  <c:v>4.4012695205570651</c:v>
                </c:pt>
                <c:pt idx="139">
                  <c:v>4.4682883981971679</c:v>
                </c:pt>
                <c:pt idx="140">
                  <c:v>4.5283189386025384</c:v>
                </c:pt>
                <c:pt idx="141">
                  <c:v>4.5823999816520811</c:v>
                </c:pt>
                <c:pt idx="142">
                  <c:v>4.7196191031419286</c:v>
                </c:pt>
                <c:pt idx="143">
                  <c:v>4.7586124239079268</c:v>
                </c:pt>
                <c:pt idx="144">
                  <c:v>4.7280890347515436</c:v>
                </c:pt>
                <c:pt idx="145">
                  <c:v>4.7196060820388643</c:v>
                </c:pt>
                <c:pt idx="146">
                  <c:v>4.8593026903374499</c:v>
                </c:pt>
                <c:pt idx="147">
                  <c:v>4.8174761699017195</c:v>
                </c:pt>
                <c:pt idx="148">
                  <c:v>4.8184477217508634</c:v>
                </c:pt>
                <c:pt idx="149">
                  <c:v>4.7633632029546016</c:v>
                </c:pt>
                <c:pt idx="150">
                  <c:v>4.7696313104260568</c:v>
                </c:pt>
                <c:pt idx="151">
                  <c:v>4.7775147745129658</c:v>
                </c:pt>
                <c:pt idx="152">
                  <c:v>4.8041457416553959</c:v>
                </c:pt>
                <c:pt idx="153">
                  <c:v>4.9567658687295237</c:v>
                </c:pt>
                <c:pt idx="154">
                  <c:v>4.9166533989518015</c:v>
                </c:pt>
                <c:pt idx="155">
                  <c:v>4.9032598627457338</c:v>
                </c:pt>
                <c:pt idx="156">
                  <c:v>4.9356587346447149</c:v>
                </c:pt>
                <c:pt idx="157">
                  <c:v>4.9645037332094297</c:v>
                </c:pt>
                <c:pt idx="158">
                  <c:v>4.9627291640155873</c:v>
                </c:pt>
                <c:pt idx="159">
                  <c:v>4.912361169886923</c:v>
                </c:pt>
                <c:pt idx="160">
                  <c:v>4.9517658391361081</c:v>
                </c:pt>
                <c:pt idx="161">
                  <c:v>4.9786373267675401</c:v>
                </c:pt>
                <c:pt idx="162">
                  <c:v>4.9972145197136522</c:v>
                </c:pt>
                <c:pt idx="163">
                  <c:v>4.9598557912835552</c:v>
                </c:pt>
                <c:pt idx="164">
                  <c:v>4.8758649415677988</c:v>
                </c:pt>
                <c:pt idx="165">
                  <c:v>4.9680604179182195</c:v>
                </c:pt>
                <c:pt idx="166">
                  <c:v>5.0216851674839376</c:v>
                </c:pt>
                <c:pt idx="167">
                  <c:v>5.0485964582599614</c:v>
                </c:pt>
                <c:pt idx="168">
                  <c:v>5.0096552958897682</c:v>
                </c:pt>
                <c:pt idx="169">
                  <c:v>4.9696179194052874</c:v>
                </c:pt>
                <c:pt idx="170">
                  <c:v>4.9678006617087833</c:v>
                </c:pt>
                <c:pt idx="171">
                  <c:v>4.894032783586308</c:v>
                </c:pt>
                <c:pt idx="172">
                  <c:v>4.8290471215963846</c:v>
                </c:pt>
                <c:pt idx="173">
                  <c:v>4.9015984143847664</c:v>
                </c:pt>
                <c:pt idx="174">
                  <c:v>4.9054178886281381</c:v>
                </c:pt>
                <c:pt idx="175">
                  <c:v>4.9142869614368143</c:v>
                </c:pt>
                <c:pt idx="176">
                  <c:v>4.8998730442451119</c:v>
                </c:pt>
                <c:pt idx="177">
                  <c:v>4.877686342342554</c:v>
                </c:pt>
                <c:pt idx="178">
                  <c:v>4.8841473988866948</c:v>
                </c:pt>
                <c:pt idx="179">
                  <c:v>4.8671562650741462</c:v>
                </c:pt>
                <c:pt idx="180">
                  <c:v>4.9020074693782076</c:v>
                </c:pt>
                <c:pt idx="181">
                  <c:v>4.9073261460790185</c:v>
                </c:pt>
                <c:pt idx="182">
                  <c:v>4.9214278527313242</c:v>
                </c:pt>
                <c:pt idx="183">
                  <c:v>4.9309112848573404</c:v>
                </c:pt>
                <c:pt idx="184">
                  <c:v>4.9724136834037163</c:v>
                </c:pt>
                <c:pt idx="185">
                  <c:v>5.0027218544418215</c:v>
                </c:pt>
                <c:pt idx="186">
                  <c:v>5.0044021686055284</c:v>
                </c:pt>
                <c:pt idx="187">
                  <c:v>5.0424957015563168</c:v>
                </c:pt>
                <c:pt idx="188">
                  <c:v>5.0510394687389919</c:v>
                </c:pt>
                <c:pt idx="189">
                  <c:v>5.0472677878625527</c:v>
                </c:pt>
                <c:pt idx="190">
                  <c:v>4.9956064874686641</c:v>
                </c:pt>
                <c:pt idx="191">
                  <c:v>4.9244983176142929</c:v>
                </c:pt>
                <c:pt idx="192">
                  <c:v>4.9004858499081081</c:v>
                </c:pt>
                <c:pt idx="193">
                  <c:v>4.914718877344165</c:v>
                </c:pt>
                <c:pt idx="194">
                  <c:v>4.9445750829355468</c:v>
                </c:pt>
                <c:pt idx="195">
                  <c:v>4.9543379508926826</c:v>
                </c:pt>
                <c:pt idx="196">
                  <c:v>4.9791915374667406</c:v>
                </c:pt>
                <c:pt idx="197">
                  <c:v>4.9998909482618297</c:v>
                </c:pt>
                <c:pt idx="198">
                  <c:v>5.0422923947880038</c:v>
                </c:pt>
                <c:pt idx="199">
                  <c:v>5.0665626211480461</c:v>
                </c:pt>
                <c:pt idx="200">
                  <c:v>5.0336453465832918</c:v>
                </c:pt>
                <c:pt idx="201">
                  <c:v>4.9801464430193523</c:v>
                </c:pt>
                <c:pt idx="202">
                  <c:v>5.0316240422830711</c:v>
                </c:pt>
                <c:pt idx="203">
                  <c:v>5.102415562585632</c:v>
                </c:pt>
                <c:pt idx="204">
                  <c:v>5.2083169336485975</c:v>
                </c:pt>
                <c:pt idx="205">
                  <c:v>5.3115022209858695</c:v>
                </c:pt>
                <c:pt idx="206">
                  <c:v>5.3930803194905153</c:v>
                </c:pt>
                <c:pt idx="207">
                  <c:v>5.414884304539922</c:v>
                </c:pt>
                <c:pt idx="208">
                  <c:v>5.3243621879004328</c:v>
                </c:pt>
                <c:pt idx="209">
                  <c:v>5.2304286902249943</c:v>
                </c:pt>
                <c:pt idx="210">
                  <c:v>5.1214399120483662</c:v>
                </c:pt>
                <c:pt idx="211">
                  <c:v>5.0680616016548585</c:v>
                </c:pt>
                <c:pt idx="212">
                  <c:v>5.0067830329108354</c:v>
                </c:pt>
                <c:pt idx="213">
                  <c:v>4.9630745191809682</c:v>
                </c:pt>
                <c:pt idx="214">
                  <c:v>5.0242599426479551</c:v>
                </c:pt>
                <c:pt idx="215">
                  <c:v>5.0113910977085787</c:v>
                </c:pt>
                <c:pt idx="216">
                  <c:v>4.9647208748997524</c:v>
                </c:pt>
                <c:pt idx="217">
                  <c:v>4.9522757336947638</c:v>
                </c:pt>
                <c:pt idx="218">
                  <c:v>4.9594428151624772</c:v>
                </c:pt>
                <c:pt idx="219">
                  <c:v>4.9164708075747257</c:v>
                </c:pt>
                <c:pt idx="220">
                  <c:v>4.9054519950401412</c:v>
                </c:pt>
                <c:pt idx="221">
                  <c:v>4.9340914673303438</c:v>
                </c:pt>
                <c:pt idx="222">
                  <c:v>4.9617752202489953</c:v>
                </c:pt>
                <c:pt idx="223">
                  <c:v>4.9768128186840999</c:v>
                </c:pt>
                <c:pt idx="224">
                  <c:v>4.9646892839281103</c:v>
                </c:pt>
                <c:pt idx="225">
                  <c:v>4.9000625900749561</c:v>
                </c:pt>
                <c:pt idx="226">
                  <c:v>4.8686860967172017</c:v>
                </c:pt>
                <c:pt idx="227">
                  <c:v>4.8449267267018401</c:v>
                </c:pt>
                <c:pt idx="228">
                  <c:v>4.8732740379920259</c:v>
                </c:pt>
                <c:pt idx="229">
                  <c:v>4.8487934764273604</c:v>
                </c:pt>
                <c:pt idx="230">
                  <c:v>4.825892093527032</c:v>
                </c:pt>
                <c:pt idx="231">
                  <c:v>4.7734965804807752</c:v>
                </c:pt>
                <c:pt idx="232">
                  <c:v>4.8018316844868343</c:v>
                </c:pt>
                <c:pt idx="233">
                  <c:v>4.8809209767011019</c:v>
                </c:pt>
                <c:pt idx="234">
                  <c:v>4.8220037406077898</c:v>
                </c:pt>
                <c:pt idx="235">
                  <c:v>4.7949339770887747</c:v>
                </c:pt>
                <c:pt idx="236">
                  <c:v>4.7424106944686955</c:v>
                </c:pt>
                <c:pt idx="237">
                  <c:v>4.689434632582941</c:v>
                </c:pt>
                <c:pt idx="238">
                  <c:v>4.6058582386590619</c:v>
                </c:pt>
                <c:pt idx="239">
                  <c:v>4.5777057630218412</c:v>
                </c:pt>
                <c:pt idx="240">
                  <c:v>4.6160658586677625</c:v>
                </c:pt>
                <c:pt idx="241">
                  <c:v>4.5239260549312981</c:v>
                </c:pt>
                <c:pt idx="242">
                  <c:v>4.485367424455406</c:v>
                </c:pt>
                <c:pt idx="243">
                  <c:v>4.5346400552804997</c:v>
                </c:pt>
                <c:pt idx="244">
                  <c:v>4.5311174030001791</c:v>
                </c:pt>
                <c:pt idx="245">
                  <c:v>4.6134690734005481</c:v>
                </c:pt>
                <c:pt idx="246">
                  <c:v>4.5780973948915831</c:v>
                </c:pt>
                <c:pt idx="247">
                  <c:v>4.5871758411188663</c:v>
                </c:pt>
                <c:pt idx="248">
                  <c:v>4.6173223211299934</c:v>
                </c:pt>
                <c:pt idx="249">
                  <c:v>4.604769570865872</c:v>
                </c:pt>
                <c:pt idx="250">
                  <c:v>4.5169884704051029</c:v>
                </c:pt>
                <c:pt idx="251">
                  <c:v>4.5070967231210384</c:v>
                </c:pt>
                <c:pt idx="252">
                  <c:v>4.5712185532962613</c:v>
                </c:pt>
                <c:pt idx="253">
                  <c:v>4.6560227040687954</c:v>
                </c:pt>
                <c:pt idx="254">
                  <c:v>4.745521776315206</c:v>
                </c:pt>
                <c:pt idx="255">
                  <c:v>4.7439725609846288</c:v>
                </c:pt>
                <c:pt idx="256">
                  <c:v>4.7705079413931948</c:v>
                </c:pt>
                <c:pt idx="257">
                  <c:v>4.8496756561600174</c:v>
                </c:pt>
                <c:pt idx="258">
                  <c:v>4.9261271392340591</c:v>
                </c:pt>
                <c:pt idx="259">
                  <c:v>5</c:v>
                </c:pt>
                <c:pt idx="260">
                  <c:v>4.8813403893901652</c:v>
                </c:pt>
                <c:pt idx="261">
                  <c:v>4.5161827526611864</c:v>
                </c:pt>
                <c:pt idx="262">
                  <c:v>4.7576274070544757</c:v>
                </c:pt>
                <c:pt idx="263">
                  <c:v>4.7580883245095595</c:v>
                </c:pt>
                <c:pt idx="264">
                  <c:v>4.7201141270090226</c:v>
                </c:pt>
                <c:pt idx="265">
                  <c:v>4.7389794118604476</c:v>
                </c:pt>
                <c:pt idx="266">
                  <c:v>4.7007699467022537</c:v>
                </c:pt>
                <c:pt idx="267">
                  <c:v>4.6747732404494622</c:v>
                </c:pt>
                <c:pt idx="268">
                  <c:v>4.6186037160452527</c:v>
                </c:pt>
                <c:pt idx="269">
                  <c:v>4.6721776019271202</c:v>
                </c:pt>
                <c:pt idx="270">
                  <c:v>4.7945732333470419</c:v>
                </c:pt>
                <c:pt idx="271">
                  <c:v>4.7617817308005312</c:v>
                </c:pt>
                <c:pt idx="272">
                  <c:v>4.6802987751285068</c:v>
                </c:pt>
                <c:pt idx="273">
                  <c:v>4.5764489306419094</c:v>
                </c:pt>
                <c:pt idx="274">
                  <c:v>4.6066326243737281</c:v>
                </c:pt>
                <c:pt idx="275">
                  <c:v>4.6165984661732447</c:v>
                </c:pt>
                <c:pt idx="276">
                  <c:v>4.7253383267290694</c:v>
                </c:pt>
                <c:pt idx="277">
                  <c:v>4.8316781242509173</c:v>
                </c:pt>
                <c:pt idx="278">
                  <c:v>5.1792340040187828</c:v>
                </c:pt>
                <c:pt idx="279">
                  <c:v>5.2585211282193915</c:v>
                </c:pt>
                <c:pt idx="280">
                  <c:v>5.0169842533433133</c:v>
                </c:pt>
                <c:pt idx="281">
                  <c:v>4.7458982785509862</c:v>
                </c:pt>
                <c:pt idx="282">
                  <c:v>4.6996442131554561</c:v>
                </c:pt>
                <c:pt idx="283">
                  <c:v>4.803950721043579</c:v>
                </c:pt>
                <c:pt idx="284">
                  <c:v>4.9478874739947853</c:v>
                </c:pt>
                <c:pt idx="285">
                  <c:v>4.7073092778318681</c:v>
                </c:pt>
                <c:pt idx="286">
                  <c:v>4.4684318892732726</c:v>
                </c:pt>
                <c:pt idx="287">
                  <c:v>4.7971926945693122</c:v>
                </c:pt>
                <c:pt idx="288">
                  <c:v>4.9298925315095872</c:v>
                </c:pt>
                <c:pt idx="289">
                  <c:v>5.0875993229026353</c:v>
                </c:pt>
                <c:pt idx="290">
                  <c:v>5.2744200430288224</c:v>
                </c:pt>
                <c:pt idx="291">
                  <c:v>5.2026838269021907</c:v>
                </c:pt>
                <c:pt idx="292">
                  <c:v>4.9572213114026349</c:v>
                </c:pt>
                <c:pt idx="293">
                  <c:v>4.8125750563014744</c:v>
                </c:pt>
                <c:pt idx="294">
                  <c:v>5.0656924267488943</c:v>
                </c:pt>
                <c:pt idx="295">
                  <c:v>5.0716551301666346</c:v>
                </c:pt>
                <c:pt idx="296">
                  <c:v>5.039082544915404</c:v>
                </c:pt>
                <c:pt idx="297">
                  <c:v>5.1826264452684532</c:v>
                </c:pt>
                <c:pt idx="298">
                  <c:v>5.2637279418075016</c:v>
                </c:pt>
                <c:pt idx="299">
                  <c:v>5.2794424896349055</c:v>
                </c:pt>
                <c:pt idx="300">
                  <c:v>5.1951271481120855</c:v>
                </c:pt>
                <c:pt idx="301">
                  <c:v>4.9959165524854008</c:v>
                </c:pt>
                <c:pt idx="302">
                  <c:v>4.7400756999582692</c:v>
                </c:pt>
                <c:pt idx="303">
                  <c:v>4.8212079736500213</c:v>
                </c:pt>
                <c:pt idx="304">
                  <c:v>4.8768710437301888</c:v>
                </c:pt>
                <c:pt idx="305">
                  <c:v>5.3487794195547336</c:v>
                </c:pt>
                <c:pt idx="306">
                  <c:v>5.4894256805745787</c:v>
                </c:pt>
                <c:pt idx="307">
                  <c:v>5.3879093139358325</c:v>
                </c:pt>
                <c:pt idx="308">
                  <c:v>5.4077480002249052</c:v>
                </c:pt>
                <c:pt idx="309">
                  <c:v>5.4096150488439267</c:v>
                </c:pt>
                <c:pt idx="310">
                  <c:v>5.4371586769375497</c:v>
                </c:pt>
                <c:pt idx="311">
                  <c:v>5.2508485912054219</c:v>
                </c:pt>
                <c:pt idx="312">
                  <c:v>5.2904370355683241</c:v>
                </c:pt>
                <c:pt idx="313">
                  <c:v>5.5896195174497532</c:v>
                </c:pt>
                <c:pt idx="314">
                  <c:v>5.5395261502220938</c:v>
                </c:pt>
                <c:pt idx="315">
                  <c:v>5.5329784589524493</c:v>
                </c:pt>
                <c:pt idx="316">
                  <c:v>5.5351093328756189</c:v>
                </c:pt>
                <c:pt idx="317">
                  <c:v>5.5710020034742609</c:v>
                </c:pt>
                <c:pt idx="318">
                  <c:v>5.6694706921604014</c:v>
                </c:pt>
                <c:pt idx="319">
                  <c:v>5.6682307280276225</c:v>
                </c:pt>
                <c:pt idx="320">
                  <c:v>5.6537469703740291</c:v>
                </c:pt>
                <c:pt idx="321">
                  <c:v>5.8940135478658675</c:v>
                </c:pt>
                <c:pt idx="322">
                  <c:v>6.0259037089428311</c:v>
                </c:pt>
                <c:pt idx="323">
                  <c:v>6.2682134158792273</c:v>
                </c:pt>
                <c:pt idx="324">
                  <c:v>6.4472269489483942</c:v>
                </c:pt>
                <c:pt idx="325">
                  <c:v>6.5085598955944217</c:v>
                </c:pt>
                <c:pt idx="326">
                  <c:v>6.6637297174124637</c:v>
                </c:pt>
                <c:pt idx="327">
                  <c:v>6.7186926812522678</c:v>
                </c:pt>
                <c:pt idx="328">
                  <c:v>6.8234779366286533</c:v>
                </c:pt>
                <c:pt idx="329">
                  <c:v>6.7770130181437178</c:v>
                </c:pt>
                <c:pt idx="330">
                  <c:v>6.7835567143021924</c:v>
                </c:pt>
                <c:pt idx="331">
                  <c:v>6.9610325734730445</c:v>
                </c:pt>
                <c:pt idx="332">
                  <c:v>7.0710975902081215</c:v>
                </c:pt>
                <c:pt idx="333">
                  <c:v>6.9092145019575995</c:v>
                </c:pt>
                <c:pt idx="334">
                  <c:v>6.9314364940088069</c:v>
                </c:pt>
                <c:pt idx="335">
                  <c:v>6.8878717302974382</c:v>
                </c:pt>
                <c:pt idx="336">
                  <c:v>6.7243752090034956</c:v>
                </c:pt>
                <c:pt idx="337">
                  <c:v>6.6720815712920141</c:v>
                </c:pt>
                <c:pt idx="338">
                  <c:v>6.6082320005445094</c:v>
                </c:pt>
                <c:pt idx="339">
                  <c:v>6.5510820832581089</c:v>
                </c:pt>
                <c:pt idx="340">
                  <c:v>6.3285480286345841</c:v>
                </c:pt>
                <c:pt idx="341">
                  <c:v>6.1585212761864678</c:v>
                </c:pt>
                <c:pt idx="342">
                  <c:v>6.1690935240727605</c:v>
                </c:pt>
                <c:pt idx="343">
                  <c:v>6.113152201898119</c:v>
                </c:pt>
                <c:pt idx="344">
                  <c:v>6.0519266793523734</c:v>
                </c:pt>
                <c:pt idx="345">
                  <c:v>6.10206502857244</c:v>
                </c:pt>
                <c:pt idx="346">
                  <c:v>6.1539529405497815</c:v>
                </c:pt>
                <c:pt idx="347">
                  <c:v>6.4607890196589004</c:v>
                </c:pt>
                <c:pt idx="348">
                  <c:v>6.4987088392574321</c:v>
                </c:pt>
                <c:pt idx="349">
                  <c:v>6.2807740453903769</c:v>
                </c:pt>
                <c:pt idx="350">
                  <c:v>6.0396167060752246</c:v>
                </c:pt>
                <c:pt idx="351">
                  <c:v>6.0775674507935413</c:v>
                </c:pt>
                <c:pt idx="352">
                  <c:v>6.1955133421916244</c:v>
                </c:pt>
                <c:pt idx="353">
                  <c:v>6.1625829725402648</c:v>
                </c:pt>
                <c:pt idx="354">
                  <c:v>6.1427829056591428</c:v>
                </c:pt>
                <c:pt idx="355">
                  <c:v>5.8942677553097909</c:v>
                </c:pt>
                <c:pt idx="356">
                  <c:v>5.7848928570371649</c:v>
                </c:pt>
                <c:pt idx="357">
                  <c:v>5.8377523208636504</c:v>
                </c:pt>
                <c:pt idx="358">
                  <c:v>5.7735508843992331</c:v>
                </c:pt>
                <c:pt idx="359">
                  <c:v>5.7328301959380017</c:v>
                </c:pt>
                <c:pt idx="360">
                  <c:v>5.9999126994226266</c:v>
                </c:pt>
                <c:pt idx="361">
                  <c:v>6.2410383737825974</c:v>
                </c:pt>
                <c:pt idx="362">
                  <c:v>6.2761713813910598</c:v>
                </c:pt>
                <c:pt idx="363">
                  <c:v>6.0583190051877231</c:v>
                </c:pt>
                <c:pt idx="364">
                  <c:v>6.073070879190789</c:v>
                </c:pt>
                <c:pt idx="365">
                  <c:v>6.127139529997363</c:v>
                </c:pt>
                <c:pt idx="366">
                  <c:v>5.9421354017158219</c:v>
                </c:pt>
                <c:pt idx="367">
                  <c:v>5.6741255885390576</c:v>
                </c:pt>
                <c:pt idx="368">
                  <c:v>5.6439977153882745</c:v>
                </c:pt>
                <c:pt idx="369">
                  <c:v>5.5562672936525033</c:v>
                </c:pt>
                <c:pt idx="370">
                  <c:v>5.4562129897340412</c:v>
                </c:pt>
                <c:pt idx="371">
                  <c:v>5.4940481721626551</c:v>
                </c:pt>
                <c:pt idx="372">
                  <c:v>5.3712869880708922</c:v>
                </c:pt>
                <c:pt idx="373">
                  <c:v>5.2495288728163736</c:v>
                </c:pt>
                <c:pt idx="374">
                  <c:v>5.0892100925386075</c:v>
                </c:pt>
                <c:pt idx="375">
                  <c:v>4.9847037551085593</c:v>
                </c:pt>
                <c:pt idx="376">
                  <c:v>4.9295940079251128</c:v>
                </c:pt>
                <c:pt idx="377">
                  <c:v>4.8657253494242552</c:v>
                </c:pt>
                <c:pt idx="378">
                  <c:v>4.7692937235323889</c:v>
                </c:pt>
                <c:pt idx="379">
                  <c:v>4.6863216271643857</c:v>
                </c:pt>
                <c:pt idx="380">
                  <c:v>4.5999428107234692</c:v>
                </c:pt>
                <c:pt idx="381">
                  <c:v>4.5096831137008628</c:v>
                </c:pt>
                <c:pt idx="382">
                  <c:v>4.3076461618819035</c:v>
                </c:pt>
                <c:pt idx="383">
                  <c:v>4.3524080902480806</c:v>
                </c:pt>
                <c:pt idx="384">
                  <c:v>4.3719139245900562</c:v>
                </c:pt>
                <c:pt idx="385">
                  <c:v>4.2954392291802916</c:v>
                </c:pt>
                <c:pt idx="386">
                  <c:v>4.3320528508817349</c:v>
                </c:pt>
                <c:pt idx="387">
                  <c:v>4.3192067928727216</c:v>
                </c:pt>
                <c:pt idx="388">
                  <c:v>4.3411889302867888</c:v>
                </c:pt>
                <c:pt idx="389">
                  <c:v>4.3403414488344625</c:v>
                </c:pt>
                <c:pt idx="390">
                  <c:v>4.3371500948468977</c:v>
                </c:pt>
                <c:pt idx="391">
                  <c:v>4.3617218781165557</c:v>
                </c:pt>
                <c:pt idx="392">
                  <c:v>4.3900461065422149</c:v>
                </c:pt>
                <c:pt idx="393">
                  <c:v>4.3803853358704741</c:v>
                </c:pt>
                <c:pt idx="394">
                  <c:v>4.3439402671693594</c:v>
                </c:pt>
                <c:pt idx="395">
                  <c:v>4.3433759947086958</c:v>
                </c:pt>
                <c:pt idx="396">
                  <c:v>4.2875022195062034</c:v>
                </c:pt>
                <c:pt idx="397">
                  <c:v>4.2160789722502532</c:v>
                </c:pt>
                <c:pt idx="398">
                  <c:v>4.2319128185361317</c:v>
                </c:pt>
                <c:pt idx="399">
                  <c:v>4.2207969765886482</c:v>
                </c:pt>
                <c:pt idx="400">
                  <c:v>4.2276640363052023</c:v>
                </c:pt>
                <c:pt idx="401">
                  <c:v>4.2056132236699977</c:v>
                </c:pt>
                <c:pt idx="402">
                  <c:v>4.2147383165193402</c:v>
                </c:pt>
                <c:pt idx="403">
                  <c:v>4.2539657766940007</c:v>
                </c:pt>
                <c:pt idx="404">
                  <c:v>4.2633933142554437</c:v>
                </c:pt>
                <c:pt idx="405">
                  <c:v>4.185223803908106</c:v>
                </c:pt>
                <c:pt idx="406">
                  <c:v>4.1070802432874736</c:v>
                </c:pt>
                <c:pt idx="407">
                  <c:v>4.0769201780487876</c:v>
                </c:pt>
                <c:pt idx="408">
                  <c:v>4.089286184609648</c:v>
                </c:pt>
                <c:pt idx="409">
                  <c:v>4.1038498352386563</c:v>
                </c:pt>
                <c:pt idx="410">
                  <c:v>4.0811309604839119</c:v>
                </c:pt>
                <c:pt idx="411">
                  <c:v>4.0046125269300088</c:v>
                </c:pt>
                <c:pt idx="412">
                  <c:v>4.0115061328655601</c:v>
                </c:pt>
                <c:pt idx="413">
                  <c:v>4.0358492029568263</c:v>
                </c:pt>
                <c:pt idx="414">
                  <c:v>4.098306960667391</c:v>
                </c:pt>
                <c:pt idx="415">
                  <c:v>4.0672764328392219</c:v>
                </c:pt>
                <c:pt idx="416">
                  <c:v>4.037870259874583</c:v>
                </c:pt>
                <c:pt idx="417">
                  <c:v>4.0800129582170559</c:v>
                </c:pt>
                <c:pt idx="418">
                  <c:v>4.0320714068783978</c:v>
                </c:pt>
                <c:pt idx="419">
                  <c:v>3.9872513066417983</c:v>
                </c:pt>
                <c:pt idx="420">
                  <c:v>3.999696459406711</c:v>
                </c:pt>
                <c:pt idx="421">
                  <c:v>4.0289354989301982</c:v>
                </c:pt>
                <c:pt idx="422">
                  <c:v>3.9913289533844512</c:v>
                </c:pt>
                <c:pt idx="423">
                  <c:v>3.9270435825937446</c:v>
                </c:pt>
                <c:pt idx="424">
                  <c:v>3.9628804094914964</c:v>
                </c:pt>
                <c:pt idx="425">
                  <c:v>4.0292124863685324</c:v>
                </c:pt>
                <c:pt idx="426">
                  <c:v>3.9599954953271999</c:v>
                </c:pt>
                <c:pt idx="427">
                  <c:v>3.9621329607213989</c:v>
                </c:pt>
                <c:pt idx="428">
                  <c:v>3.8569152322491291</c:v>
                </c:pt>
                <c:pt idx="429">
                  <c:v>3.9151644802064443</c:v>
                </c:pt>
                <c:pt idx="430">
                  <c:v>3.8241771365706563</c:v>
                </c:pt>
                <c:pt idx="431">
                  <c:v>3.9030365989174731</c:v>
                </c:pt>
                <c:pt idx="432">
                  <c:v>4.2183181580761904</c:v>
                </c:pt>
                <c:pt idx="433">
                  <c:v>4.2394955210364786</c:v>
                </c:pt>
                <c:pt idx="434">
                  <c:v>4.280914799075501</c:v>
                </c:pt>
                <c:pt idx="435">
                  <c:v>4.3981628037394236</c:v>
                </c:pt>
                <c:pt idx="436">
                  <c:v>4.1236619891806461</c:v>
                </c:pt>
                <c:pt idx="437">
                  <c:v>4.2661967355502739</c:v>
                </c:pt>
                <c:pt idx="438">
                  <c:v>4.430426692669414</c:v>
                </c:pt>
                <c:pt idx="439">
                  <c:v>4.2613731567000963</c:v>
                </c:pt>
                <c:pt idx="440">
                  <c:v>3.9116490598171718</c:v>
                </c:pt>
                <c:pt idx="441">
                  <c:v>3.8235478510740935</c:v>
                </c:pt>
                <c:pt idx="442">
                  <c:v>4.0021644254586244</c:v>
                </c:pt>
                <c:pt idx="443">
                  <c:v>4.1171493291172583</c:v>
                </c:pt>
                <c:pt idx="444">
                  <c:v>4.1074338383696389</c:v>
                </c:pt>
                <c:pt idx="445">
                  <c:v>4.2288332351818356</c:v>
                </c:pt>
                <c:pt idx="446">
                  <c:v>4.3514409774113449</c:v>
                </c:pt>
                <c:pt idx="447">
                  <c:v>4.4459205845883396</c:v>
                </c:pt>
                <c:pt idx="448">
                  <c:v>4.5101041540278111</c:v>
                </c:pt>
                <c:pt idx="449">
                  <c:v>4.3597069733925586</c:v>
                </c:pt>
                <c:pt idx="450">
                  <c:v>4.436503219763666</c:v>
                </c:pt>
                <c:pt idx="451">
                  <c:v>4.3434947752823945</c:v>
                </c:pt>
                <c:pt idx="452">
                  <c:v>4.2982895005519168</c:v>
                </c:pt>
                <c:pt idx="453">
                  <c:v>4.3828785441814899</c:v>
                </c:pt>
                <c:pt idx="454">
                  <c:v>4.5582794979772885</c:v>
                </c:pt>
                <c:pt idx="455">
                  <c:v>4.4294458928777516</c:v>
                </c:pt>
                <c:pt idx="456">
                  <c:v>4.4285043043623649</c:v>
                </c:pt>
                <c:pt idx="457">
                  <c:v>4.387923740726162</c:v>
                </c:pt>
                <c:pt idx="458">
                  <c:v>4.365945598423262</c:v>
                </c:pt>
                <c:pt idx="459">
                  <c:v>4.402481592895211</c:v>
                </c:pt>
                <c:pt idx="460">
                  <c:v>4.4363772627865741</c:v>
                </c:pt>
                <c:pt idx="461">
                  <c:v>4.4087646080500003</c:v>
                </c:pt>
                <c:pt idx="462">
                  <c:v>4.4357689701195273</c:v>
                </c:pt>
                <c:pt idx="463">
                  <c:v>4.4742196956021214</c:v>
                </c:pt>
                <c:pt idx="464">
                  <c:v>4.4494145312550852</c:v>
                </c:pt>
                <c:pt idx="465">
                  <c:v>4.5089463116245883</c:v>
                </c:pt>
                <c:pt idx="466">
                  <c:v>4.4459743336302529</c:v>
                </c:pt>
                <c:pt idx="467">
                  <c:v>4.445633639427899</c:v>
                </c:pt>
                <c:pt idx="468">
                  <c:v>4.3975086782692578</c:v>
                </c:pt>
                <c:pt idx="469">
                  <c:v>4.3755626448227787</c:v>
                </c:pt>
                <c:pt idx="470">
                  <c:v>4.4757720552331506</c:v>
                </c:pt>
                <c:pt idx="471">
                  <c:v>4.5166017584407809</c:v>
                </c:pt>
                <c:pt idx="472">
                  <c:v>4.5210480952197747</c:v>
                </c:pt>
                <c:pt idx="473">
                  <c:v>4.5494067999751397</c:v>
                </c:pt>
                <c:pt idx="474">
                  <c:v>4.5417520560025793</c:v>
                </c:pt>
                <c:pt idx="475">
                  <c:v>4.5772803576660248</c:v>
                </c:pt>
                <c:pt idx="476">
                  <c:v>4.5964200844596075</c:v>
                </c:pt>
                <c:pt idx="477">
                  <c:v>4.6116798184739842</c:v>
                </c:pt>
                <c:pt idx="478">
                  <c:v>4.5734559635172358</c:v>
                </c:pt>
                <c:pt idx="479">
                  <c:v>4.5625059556749799</c:v>
                </c:pt>
                <c:pt idx="480">
                  <c:v>4.589603278062695</c:v>
                </c:pt>
                <c:pt idx="481">
                  <c:v>4.6505862455720823</c:v>
                </c:pt>
                <c:pt idx="482">
                  <c:v>4.6309322221992044</c:v>
                </c:pt>
                <c:pt idx="483">
                  <c:v>4.6991558478069759</c:v>
                </c:pt>
                <c:pt idx="484">
                  <c:v>4.693218668710581</c:v>
                </c:pt>
                <c:pt idx="485">
                  <c:v>4.6224659157830583</c:v>
                </c:pt>
                <c:pt idx="486">
                  <c:v>4.6582882280350271</c:v>
                </c:pt>
                <c:pt idx="487">
                  <c:v>4.6415805991482975</c:v>
                </c:pt>
                <c:pt idx="488">
                  <c:v>4.637872766067006</c:v>
                </c:pt>
                <c:pt idx="489">
                  <c:v>4.6767816716136998</c:v>
                </c:pt>
                <c:pt idx="490">
                  <c:v>4.6526352936998556</c:v>
                </c:pt>
                <c:pt idx="491">
                  <c:v>4.6884388881161732</c:v>
                </c:pt>
                <c:pt idx="492">
                  <c:v>4.6790978003213803</c:v>
                </c:pt>
                <c:pt idx="493">
                  <c:v>4.6675611769893397</c:v>
                </c:pt>
                <c:pt idx="494">
                  <c:v>4.6192005042718076</c:v>
                </c:pt>
                <c:pt idx="495">
                  <c:v>4.6126704210847151</c:v>
                </c:pt>
                <c:pt idx="496">
                  <c:v>4.6602252650830254</c:v>
                </c:pt>
                <c:pt idx="497">
                  <c:v>4.6898283729835777</c:v>
                </c:pt>
                <c:pt idx="498">
                  <c:v>4.6856933589415029</c:v>
                </c:pt>
                <c:pt idx="499">
                  <c:v>4.6911185719401098</c:v>
                </c:pt>
                <c:pt idx="500">
                  <c:v>4.6811501777084601</c:v>
                </c:pt>
                <c:pt idx="501">
                  <c:v>4.6627297558839107</c:v>
                </c:pt>
                <c:pt idx="502">
                  <c:v>4.6475829577435608</c:v>
                </c:pt>
                <c:pt idx="503">
                  <c:v>4.6810628031475527</c:v>
                </c:pt>
                <c:pt idx="504">
                  <c:v>4.7592661424686202</c:v>
                </c:pt>
                <c:pt idx="505">
                  <c:v>4.7060499300115666</c:v>
                </c:pt>
                <c:pt idx="506">
                  <c:v>4.7783305170265731</c:v>
                </c:pt>
                <c:pt idx="507">
                  <c:v>4.8091686321627147</c:v>
                </c:pt>
                <c:pt idx="508">
                  <c:v>4.9195571789188293</c:v>
                </c:pt>
                <c:pt idx="509">
                  <c:v>4.9840387910497643</c:v>
                </c:pt>
                <c:pt idx="510">
                  <c:v>5.0304870632381666</c:v>
                </c:pt>
                <c:pt idx="511">
                  <c:v>5.0431449811045983</c:v>
                </c:pt>
                <c:pt idx="512">
                  <c:v>5.1220269714393893</c:v>
                </c:pt>
                <c:pt idx="513">
                  <c:v>5.1551264674635178</c:v>
                </c:pt>
                <c:pt idx="514">
                  <c:v>5.2001828133276868</c:v>
                </c:pt>
                <c:pt idx="515">
                  <c:v>5.3108814990840791</c:v>
                </c:pt>
                <c:pt idx="516">
                  <c:v>5.3089477173118462</c:v>
                </c:pt>
                <c:pt idx="517">
                  <c:v>5.3932148215664917</c:v>
                </c:pt>
                <c:pt idx="518">
                  <c:v>5.4231260709117413</c:v>
                </c:pt>
                <c:pt idx="519">
                  <c:v>5.3638859706492488</c:v>
                </c:pt>
                <c:pt idx="520">
                  <c:v>5.391751871043728</c:v>
                </c:pt>
                <c:pt idx="521">
                  <c:v>5.3835469484749012</c:v>
                </c:pt>
                <c:pt idx="522">
                  <c:v>5.413650998925756</c:v>
                </c:pt>
                <c:pt idx="523">
                  <c:v>5.433633361249786</c:v>
                </c:pt>
                <c:pt idx="524">
                  <c:v>5.4699430030806706</c:v>
                </c:pt>
                <c:pt idx="525">
                  <c:v>5.4628587831779178</c:v>
                </c:pt>
                <c:pt idx="526">
                  <c:v>5.4014293619955414</c:v>
                </c:pt>
                <c:pt idx="527">
                  <c:v>5.3382305504671272</c:v>
                </c:pt>
                <c:pt idx="528">
                  <c:v>5.2768718575491258</c:v>
                </c:pt>
                <c:pt idx="529">
                  <c:v>5.2730827165572158</c:v>
                </c:pt>
                <c:pt idx="530">
                  <c:v>5.3238351291604609</c:v>
                </c:pt>
                <c:pt idx="531">
                  <c:v>5.3591203948945392</c:v>
                </c:pt>
                <c:pt idx="532">
                  <c:v>5.4060417918221511</c:v>
                </c:pt>
                <c:pt idx="533">
                  <c:v>5.4189634610091897</c:v>
                </c:pt>
                <c:pt idx="534">
                  <c:v>5.4573141607455122</c:v>
                </c:pt>
                <c:pt idx="535">
                  <c:v>5.4839960285635598</c:v>
                </c:pt>
                <c:pt idx="536">
                  <c:v>5.4125868196843525</c:v>
                </c:pt>
                <c:pt idx="537">
                  <c:v>5.4101792473210528</c:v>
                </c:pt>
                <c:pt idx="538">
                  <c:v>5.3904694403589026</c:v>
                </c:pt>
                <c:pt idx="539">
                  <c:v>5.4200832758727779</c:v>
                </c:pt>
                <c:pt idx="540">
                  <c:v>5.4619618067372322</c:v>
                </c:pt>
                <c:pt idx="541">
                  <c:v>5.5239546865613303</c:v>
                </c:pt>
                <c:pt idx="542">
                  <c:v>5.5750450559759397</c:v>
                </c:pt>
                <c:pt idx="543">
                  <c:v>5.5779296742060787</c:v>
                </c:pt>
                <c:pt idx="544">
                  <c:v>5.5507521166690807</c:v>
                </c:pt>
                <c:pt idx="545">
                  <c:v>5.6384886050551408</c:v>
                </c:pt>
                <c:pt idx="546">
                  <c:v>5.6559027027666859</c:v>
                </c:pt>
                <c:pt idx="547">
                  <c:v>5.5850470387348157</c:v>
                </c:pt>
                <c:pt idx="548">
                  <c:v>5.6325728811853875</c:v>
                </c:pt>
                <c:pt idx="549">
                  <c:v>5.8149615433558282</c:v>
                </c:pt>
                <c:pt idx="550">
                  <c:v>5.9618792411064359</c:v>
                </c:pt>
                <c:pt idx="551">
                  <c:v>5.8576018087495871</c:v>
                </c:pt>
                <c:pt idx="552">
                  <c:v>5.7251632816730913</c:v>
                </c:pt>
                <c:pt idx="553">
                  <c:v>5.7826425736802038</c:v>
                </c:pt>
                <c:pt idx="554">
                  <c:v>5.69626294342034</c:v>
                </c:pt>
                <c:pt idx="555">
                  <c:v>5.6915132001432251</c:v>
                </c:pt>
                <c:pt idx="556">
                  <c:v>5.6257373939445934</c:v>
                </c:pt>
                <c:pt idx="557">
                  <c:v>5.5465315036710621</c:v>
                </c:pt>
                <c:pt idx="558">
                  <c:v>5.5216179904294869</c:v>
                </c:pt>
                <c:pt idx="559">
                  <c:v>5.431973614510242</c:v>
                </c:pt>
                <c:pt idx="560">
                  <c:v>5.4085936320887313</c:v>
                </c:pt>
                <c:pt idx="561">
                  <c:v>5.4031152989082951</c:v>
                </c:pt>
                <c:pt idx="562">
                  <c:v>5.2293341777321363</c:v>
                </c:pt>
                <c:pt idx="563">
                  <c:v>5.0723758778147019</c:v>
                </c:pt>
                <c:pt idx="564">
                  <c:v>5.0517355058846451</c:v>
                </c:pt>
                <c:pt idx="565">
                  <c:v>5.0899801872079493</c:v>
                </c:pt>
                <c:pt idx="566">
                  <c:v>5.1750142788232436</c:v>
                </c:pt>
                <c:pt idx="567">
                  <c:v>5.2815730676239117</c:v>
                </c:pt>
                <c:pt idx="568">
                  <c:v>5.3235024991639825</c:v>
                </c:pt>
                <c:pt idx="569">
                  <c:v>5.344458188942121</c:v>
                </c:pt>
                <c:pt idx="570">
                  <c:v>5.5314495151118734</c:v>
                </c:pt>
                <c:pt idx="571">
                  <c:v>5.1962809954041376</c:v>
                </c:pt>
                <c:pt idx="572">
                  <c:v>4.6347016835694372</c:v>
                </c:pt>
                <c:pt idx="573">
                  <c:v>5.0571093743063988</c:v>
                </c:pt>
                <c:pt idx="574">
                  <c:v>5.3301323121631841</c:v>
                </c:pt>
                <c:pt idx="575">
                  <c:v>5.0510072119154925</c:v>
                </c:pt>
                <c:pt idx="576">
                  <c:v>4.6387854270181981</c:v>
                </c:pt>
                <c:pt idx="577">
                  <c:v>4.331229673022345</c:v>
                </c:pt>
                <c:pt idx="578">
                  <c:v>4.0455457839739815</c:v>
                </c:pt>
                <c:pt idx="579">
                  <c:v>3.7209042527218554</c:v>
                </c:pt>
                <c:pt idx="580">
                  <c:v>4.5406923527653555</c:v>
                </c:pt>
                <c:pt idx="581">
                  <c:v>4.7264431229340085</c:v>
                </c:pt>
                <c:pt idx="582">
                  <c:v>4.1754035617155889</c:v>
                </c:pt>
                <c:pt idx="583">
                  <c:v>2.6193836875172058</c:v>
                </c:pt>
                <c:pt idx="584">
                  <c:v>-9.8003332218637773E-2</c:v>
                </c:pt>
                <c:pt idx="585">
                  <c:v>1.4908742782905753</c:v>
                </c:pt>
                <c:pt idx="586">
                  <c:v>4.1064102760917747</c:v>
                </c:pt>
                <c:pt idx="587">
                  <c:v>1.2402396474832367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B0C-4B9C-BBFB-FF685BE46DCA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S2_n3_z_o/O-PTIR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Sheet2!$F$2:$F$589</c:f>
              <c:numCache>
                <c:formatCode>General</c:formatCode>
                <c:ptCount val="588"/>
                <c:pt idx="0">
                  <c:v>5.0031334966443728</c:v>
                </c:pt>
                <c:pt idx="1">
                  <c:v>5.0137898318292731</c:v>
                </c:pt>
                <c:pt idx="2">
                  <c:v>5.0199784195539294</c:v>
                </c:pt>
                <c:pt idx="3">
                  <c:v>5.0240751197041531</c:v>
                </c:pt>
                <c:pt idx="4">
                  <c:v>5.0196891375505501</c:v>
                </c:pt>
                <c:pt idx="5">
                  <c:v>5.0148822571923422</c:v>
                </c:pt>
                <c:pt idx="6">
                  <c:v>4.9905213160764967</c:v>
                </c:pt>
                <c:pt idx="7">
                  <c:v>4.9908558054254106</c:v>
                </c:pt>
                <c:pt idx="8">
                  <c:v>5.014039142861499</c:v>
                </c:pt>
                <c:pt idx="9">
                  <c:v>5.0209392801877364</c:v>
                </c:pt>
                <c:pt idx="10">
                  <c:v>5.0226136248112825</c:v>
                </c:pt>
                <c:pt idx="11">
                  <c:v>5.0206127276956813</c:v>
                </c:pt>
                <c:pt idx="12">
                  <c:v>5.0234813774536757</c:v>
                </c:pt>
                <c:pt idx="13">
                  <c:v>5.0369237902968482</c:v>
                </c:pt>
                <c:pt idx="14">
                  <c:v>5.0377021852189303</c:v>
                </c:pt>
                <c:pt idx="15">
                  <c:v>5.0387350311873167</c:v>
                </c:pt>
                <c:pt idx="16">
                  <c:v>5.0523456831312847</c:v>
                </c:pt>
                <c:pt idx="17">
                  <c:v>5.0618895856218806</c:v>
                </c:pt>
                <c:pt idx="18">
                  <c:v>5.064927901331342</c:v>
                </c:pt>
                <c:pt idx="19">
                  <c:v>5.054316470346059</c:v>
                </c:pt>
                <c:pt idx="20">
                  <c:v>5.0551284537159908</c:v>
                </c:pt>
                <c:pt idx="21">
                  <c:v>5.067090494623435</c:v>
                </c:pt>
                <c:pt idx="22">
                  <c:v>5.0765894465297956</c:v>
                </c:pt>
                <c:pt idx="23">
                  <c:v>5.0861595255056926</c:v>
                </c:pt>
                <c:pt idx="24">
                  <c:v>5.0871285582112558</c:v>
                </c:pt>
                <c:pt idx="25">
                  <c:v>5.0904305204929079</c:v>
                </c:pt>
                <c:pt idx="26">
                  <c:v>5.0902819556518724</c:v>
                </c:pt>
                <c:pt idx="27">
                  <c:v>5.0892707973348807</c:v>
                </c:pt>
                <c:pt idx="28">
                  <c:v>5.0949031515051875</c:v>
                </c:pt>
                <c:pt idx="29">
                  <c:v>5.0974635153325734</c:v>
                </c:pt>
                <c:pt idx="30">
                  <c:v>5.1047490818934147</c:v>
                </c:pt>
                <c:pt idx="31">
                  <c:v>5.1155032554028992</c:v>
                </c:pt>
                <c:pt idx="32">
                  <c:v>5.1290347889559538</c:v>
                </c:pt>
                <c:pt idx="33">
                  <c:v>5.1511828821893264</c:v>
                </c:pt>
                <c:pt idx="34">
                  <c:v>5.1636142276892079</c:v>
                </c:pt>
                <c:pt idx="35">
                  <c:v>5.1672540375660478</c:v>
                </c:pt>
                <c:pt idx="36">
                  <c:v>5.1768805681171619</c:v>
                </c:pt>
                <c:pt idx="37">
                  <c:v>5.1820482956584746</c:v>
                </c:pt>
                <c:pt idx="38">
                  <c:v>5.1920199133961011</c:v>
                </c:pt>
                <c:pt idx="39">
                  <c:v>5.2050109578301083</c:v>
                </c:pt>
                <c:pt idx="40">
                  <c:v>5.225313932045748</c:v>
                </c:pt>
                <c:pt idx="41">
                  <c:v>5.2543797803806767</c:v>
                </c:pt>
                <c:pt idx="42">
                  <c:v>5.2871919065505883</c:v>
                </c:pt>
                <c:pt idx="43">
                  <c:v>5.3204018846533145</c:v>
                </c:pt>
                <c:pt idx="44">
                  <c:v>5.355866593254401</c:v>
                </c:pt>
                <c:pt idx="45">
                  <c:v>5.3973441654984367</c:v>
                </c:pt>
                <c:pt idx="46">
                  <c:v>5.4435022292961648</c:v>
                </c:pt>
                <c:pt idx="47">
                  <c:v>5.4690021767037917</c:v>
                </c:pt>
                <c:pt idx="48">
                  <c:v>5.4573826326264383</c:v>
                </c:pt>
                <c:pt idx="49">
                  <c:v>5.4140502694238801</c:v>
                </c:pt>
                <c:pt idx="50">
                  <c:v>5.3645694630360641</c:v>
                </c:pt>
                <c:pt idx="51">
                  <c:v>5.3344074486431436</c:v>
                </c:pt>
                <c:pt idx="52">
                  <c:v>5.3233105724157168</c:v>
                </c:pt>
                <c:pt idx="53">
                  <c:v>5.3206925025336655</c:v>
                </c:pt>
                <c:pt idx="54">
                  <c:v>5.322451397635664</c:v>
                </c:pt>
                <c:pt idx="55">
                  <c:v>5.3264683365939582</c:v>
                </c:pt>
                <c:pt idx="56">
                  <c:v>5.3324062570600379</c:v>
                </c:pt>
                <c:pt idx="57">
                  <c:v>5.3398659855883865</c:v>
                </c:pt>
                <c:pt idx="58">
                  <c:v>5.3489525154055819</c:v>
                </c:pt>
                <c:pt idx="59">
                  <c:v>5.3552279770291209</c:v>
                </c:pt>
                <c:pt idx="60">
                  <c:v>5.3676226936443205</c:v>
                </c:pt>
                <c:pt idx="61">
                  <c:v>5.381989183820731</c:v>
                </c:pt>
                <c:pt idx="62">
                  <c:v>5.3908712813685931</c:v>
                </c:pt>
                <c:pt idx="63">
                  <c:v>5.4104712682837031</c:v>
                </c:pt>
                <c:pt idx="64">
                  <c:v>5.438726627132624</c:v>
                </c:pt>
                <c:pt idx="65">
                  <c:v>5.4607225357292997</c:v>
                </c:pt>
                <c:pt idx="66">
                  <c:v>5.4763113293935151</c:v>
                </c:pt>
                <c:pt idx="67">
                  <c:v>5.4886552539552875</c:v>
                </c:pt>
                <c:pt idx="68">
                  <c:v>5.4994607845127597</c:v>
                </c:pt>
                <c:pt idx="69">
                  <c:v>5.5013450701026079</c:v>
                </c:pt>
                <c:pt idx="70">
                  <c:v>5.4926417023596388</c:v>
                </c:pt>
                <c:pt idx="71">
                  <c:v>5.4841426136671387</c:v>
                </c:pt>
                <c:pt idx="72">
                  <c:v>5.477621963556432</c:v>
                </c:pt>
                <c:pt idx="73">
                  <c:v>5.4714136884047724</c:v>
                </c:pt>
                <c:pt idx="74">
                  <c:v>5.4664294404531359</c:v>
                </c:pt>
                <c:pt idx="75">
                  <c:v>5.4665642730534811</c:v>
                </c:pt>
                <c:pt idx="76">
                  <c:v>5.4691481559764963</c:v>
                </c:pt>
                <c:pt idx="77">
                  <c:v>5.466031722586826</c:v>
                </c:pt>
                <c:pt idx="78">
                  <c:v>5.4659639615442099</c:v>
                </c:pt>
                <c:pt idx="79">
                  <c:v>5.4700389704519727</c:v>
                </c:pt>
                <c:pt idx="80">
                  <c:v>5.4702145975748673</c:v>
                </c:pt>
                <c:pt idx="81">
                  <c:v>5.4674921281893356</c:v>
                </c:pt>
                <c:pt idx="82">
                  <c:v>5.4670113656987231</c:v>
                </c:pt>
                <c:pt idx="83">
                  <c:v>5.4695495510955396</c:v>
                </c:pt>
                <c:pt idx="84">
                  <c:v>5.4689701922659255</c:v>
                </c:pt>
                <c:pt idx="85">
                  <c:v>5.4645322844787065</c:v>
                </c:pt>
                <c:pt idx="86">
                  <c:v>5.4640511772456488</c:v>
                </c:pt>
                <c:pt idx="87">
                  <c:v>5.4599937885072505</c:v>
                </c:pt>
                <c:pt idx="88">
                  <c:v>5.457753843629269</c:v>
                </c:pt>
                <c:pt idx="89">
                  <c:v>5.4549906180259073</c:v>
                </c:pt>
                <c:pt idx="90">
                  <c:v>5.4504849875007872</c:v>
                </c:pt>
                <c:pt idx="91">
                  <c:v>5.4463757341769155</c:v>
                </c:pt>
                <c:pt idx="92">
                  <c:v>5.4364511737829035</c:v>
                </c:pt>
                <c:pt idx="93">
                  <c:v>5.4268629671001554</c:v>
                </c:pt>
                <c:pt idx="94">
                  <c:v>5.4163886191172841</c:v>
                </c:pt>
                <c:pt idx="95">
                  <c:v>5.4063324437190721</c:v>
                </c:pt>
                <c:pt idx="96">
                  <c:v>5.3959993635288388</c:v>
                </c:pt>
                <c:pt idx="97">
                  <c:v>5.3853888422805616</c:v>
                </c:pt>
                <c:pt idx="98">
                  <c:v>5.3805368222085841</c:v>
                </c:pt>
                <c:pt idx="99">
                  <c:v>5.3758392084468332</c:v>
                </c:pt>
                <c:pt idx="100">
                  <c:v>5.3682371012890835</c:v>
                </c:pt>
                <c:pt idx="101">
                  <c:v>5.3630473102313507</c:v>
                </c:pt>
                <c:pt idx="102">
                  <c:v>5.3563848560619851</c:v>
                </c:pt>
                <c:pt idx="103">
                  <c:v>5.3510702299347832</c:v>
                </c:pt>
                <c:pt idx="104">
                  <c:v>5.3471436901062672</c:v>
                </c:pt>
                <c:pt idx="105">
                  <c:v>5.3466468013302153</c:v>
                </c:pt>
                <c:pt idx="106">
                  <c:v>5.3470916723019286</c:v>
                </c:pt>
                <c:pt idx="107">
                  <c:v>5.3508857161177739</c:v>
                </c:pt>
                <c:pt idx="108">
                  <c:v>5.3623209379016963</c:v>
                </c:pt>
                <c:pt idx="109">
                  <c:v>5.3666577978480863</c:v>
                </c:pt>
                <c:pt idx="110">
                  <c:v>5.3624399889590482</c:v>
                </c:pt>
                <c:pt idx="111">
                  <c:v>5.3398190623112773</c:v>
                </c:pt>
                <c:pt idx="112">
                  <c:v>5.3089593466686349</c:v>
                </c:pt>
                <c:pt idx="113">
                  <c:v>5.2822709954468712</c:v>
                </c:pt>
                <c:pt idx="114">
                  <c:v>5.2632304489090549</c:v>
                </c:pt>
                <c:pt idx="115">
                  <c:v>5.2478378903049459</c:v>
                </c:pt>
                <c:pt idx="116">
                  <c:v>5.2439709334621805</c:v>
                </c:pt>
                <c:pt idx="117">
                  <c:v>5.2387973644516759</c:v>
                </c:pt>
                <c:pt idx="118">
                  <c:v>5.2338697883273735</c:v>
                </c:pt>
                <c:pt idx="119">
                  <c:v>5.234977062753007</c:v>
                </c:pt>
                <c:pt idx="120">
                  <c:v>5.2417446633678138</c:v>
                </c:pt>
                <c:pt idx="121">
                  <c:v>5.2560041493200567</c:v>
                </c:pt>
                <c:pt idx="122">
                  <c:v>5.2749396068695065</c:v>
                </c:pt>
                <c:pt idx="123">
                  <c:v>5.2921324105165439</c:v>
                </c:pt>
                <c:pt idx="124">
                  <c:v>5.2920660284437027</c:v>
                </c:pt>
                <c:pt idx="125">
                  <c:v>5.2812875601680904</c:v>
                </c:pt>
                <c:pt idx="126">
                  <c:v>5.2659644288617455</c:v>
                </c:pt>
                <c:pt idx="127">
                  <c:v>5.2564130138587224</c:v>
                </c:pt>
                <c:pt idx="128">
                  <c:v>5.2505680589383932</c:v>
                </c:pt>
                <c:pt idx="129">
                  <c:v>5.245862037291479</c:v>
                </c:pt>
                <c:pt idx="130">
                  <c:v>5.2456202196193225</c:v>
                </c:pt>
                <c:pt idx="131">
                  <c:v>5.2387944341409014</c:v>
                </c:pt>
                <c:pt idx="132">
                  <c:v>5.2407790780866916</c:v>
                </c:pt>
                <c:pt idx="133">
                  <c:v>5.2417665545130117</c:v>
                </c:pt>
                <c:pt idx="134">
                  <c:v>5.2339890309083046</c:v>
                </c:pt>
                <c:pt idx="135">
                  <c:v>5.2337198253642034</c:v>
                </c:pt>
                <c:pt idx="136">
                  <c:v>5.2334646393461597</c:v>
                </c:pt>
                <c:pt idx="137">
                  <c:v>5.2172671645922239</c:v>
                </c:pt>
                <c:pt idx="138">
                  <c:v>5.2097343506657321</c:v>
                </c:pt>
                <c:pt idx="139">
                  <c:v>5.19620010705402</c:v>
                </c:pt>
                <c:pt idx="140">
                  <c:v>5.1840771049418217</c:v>
                </c:pt>
                <c:pt idx="141">
                  <c:v>5.1731555877042785</c:v>
                </c:pt>
                <c:pt idx="142">
                  <c:v>5.1819924090778189</c:v>
                </c:pt>
                <c:pt idx="143">
                  <c:v>5.1976551116915726</c:v>
                </c:pt>
                <c:pt idx="144">
                  <c:v>5.2051369228886992</c:v>
                </c:pt>
                <c:pt idx="145">
                  <c:v>5.2073758909964232</c:v>
                </c:pt>
                <c:pt idx="146">
                  <c:v>5.2167421410022641</c:v>
                </c:pt>
                <c:pt idx="147">
                  <c:v>5.2263394067503484</c:v>
                </c:pt>
                <c:pt idx="148">
                  <c:v>5.2303778155019645</c:v>
                </c:pt>
                <c:pt idx="149">
                  <c:v>5.2300914302927328</c:v>
                </c:pt>
                <c:pt idx="150">
                  <c:v>5.2382087550331438</c:v>
                </c:pt>
                <c:pt idx="151">
                  <c:v>5.2419610658608988</c:v>
                </c:pt>
                <c:pt idx="152">
                  <c:v>5.2487441032762554</c:v>
                </c:pt>
                <c:pt idx="153">
                  <c:v>5.2594823516000604</c:v>
                </c:pt>
                <c:pt idx="154">
                  <c:v>5.2671278005439728</c:v>
                </c:pt>
                <c:pt idx="155">
                  <c:v>5.2663333798863317</c:v>
                </c:pt>
                <c:pt idx="156">
                  <c:v>5.2727326231996496</c:v>
                </c:pt>
                <c:pt idx="157">
                  <c:v>5.2787025855606693</c:v>
                </c:pt>
                <c:pt idx="158">
                  <c:v>5.2803725754168145</c:v>
                </c:pt>
                <c:pt idx="159">
                  <c:v>5.2798766825633789</c:v>
                </c:pt>
                <c:pt idx="160">
                  <c:v>5.2693816308815071</c:v>
                </c:pt>
                <c:pt idx="161">
                  <c:v>5.2662236177226109</c:v>
                </c:pt>
                <c:pt idx="162">
                  <c:v>5.2607498929574703</c:v>
                </c:pt>
                <c:pt idx="163">
                  <c:v>5.2545376149629863</c:v>
                </c:pt>
                <c:pt idx="164">
                  <c:v>5.2424820674556774</c:v>
                </c:pt>
                <c:pt idx="165">
                  <c:v>5.2363487737856005</c:v>
                </c:pt>
                <c:pt idx="166">
                  <c:v>5.2385237155605173</c:v>
                </c:pt>
                <c:pt idx="167">
                  <c:v>5.2369197438824111</c:v>
                </c:pt>
                <c:pt idx="168">
                  <c:v>5.2393709584215333</c:v>
                </c:pt>
                <c:pt idx="169">
                  <c:v>5.249909313584852</c:v>
                </c:pt>
                <c:pt idx="170">
                  <c:v>5.2554069596451392</c:v>
                </c:pt>
                <c:pt idx="171">
                  <c:v>5.2606480024128901</c:v>
                </c:pt>
                <c:pt idx="172">
                  <c:v>5.2614214320861592</c:v>
                </c:pt>
                <c:pt idx="173">
                  <c:v>5.2618302774724679</c:v>
                </c:pt>
                <c:pt idx="174">
                  <c:v>5.2639571276764361</c:v>
                </c:pt>
                <c:pt idx="175">
                  <c:v>5.2656028323426325</c:v>
                </c:pt>
                <c:pt idx="176">
                  <c:v>5.2686628045809067</c:v>
                </c:pt>
                <c:pt idx="177">
                  <c:v>5.2730712751938729</c:v>
                </c:pt>
                <c:pt idx="178">
                  <c:v>5.276982416526554</c:v>
                </c:pt>
                <c:pt idx="179">
                  <c:v>5.2790541462441878</c:v>
                </c:pt>
                <c:pt idx="180">
                  <c:v>5.284083038342331</c:v>
                </c:pt>
                <c:pt idx="181">
                  <c:v>5.2913426247295394</c:v>
                </c:pt>
                <c:pt idx="182">
                  <c:v>5.2936369623042525</c:v>
                </c:pt>
                <c:pt idx="183">
                  <c:v>5.2993100056591382</c:v>
                </c:pt>
                <c:pt idx="184">
                  <c:v>5.3033849762621843</c:v>
                </c:pt>
                <c:pt idx="185">
                  <c:v>5.3070913214307298</c:v>
                </c:pt>
                <c:pt idx="186">
                  <c:v>5.3186602458258774</c:v>
                </c:pt>
                <c:pt idx="187">
                  <c:v>5.3302125076695619</c:v>
                </c:pt>
                <c:pt idx="188">
                  <c:v>5.3342528508093361</c:v>
                </c:pt>
                <c:pt idx="189">
                  <c:v>5.3316197463262522</c:v>
                </c:pt>
                <c:pt idx="190">
                  <c:v>5.3271378264203406</c:v>
                </c:pt>
                <c:pt idx="191">
                  <c:v>5.3267478078019508</c:v>
                </c:pt>
                <c:pt idx="192">
                  <c:v>5.3296883459357121</c:v>
                </c:pt>
                <c:pt idx="193">
                  <c:v>5.3377494202006659</c:v>
                </c:pt>
                <c:pt idx="194">
                  <c:v>5.3423025485736355</c:v>
                </c:pt>
                <c:pt idx="195">
                  <c:v>5.3506635487649294</c:v>
                </c:pt>
                <c:pt idx="196">
                  <c:v>5.3642774278812215</c:v>
                </c:pt>
                <c:pt idx="197">
                  <c:v>5.3759712831076278</c:v>
                </c:pt>
                <c:pt idx="198">
                  <c:v>5.382420916274854</c:v>
                </c:pt>
                <c:pt idx="199">
                  <c:v>5.3865325444911187</c:v>
                </c:pt>
                <c:pt idx="200">
                  <c:v>5.3954844332315472</c:v>
                </c:pt>
                <c:pt idx="201">
                  <c:v>5.4114165903700568</c:v>
                </c:pt>
                <c:pt idx="202">
                  <c:v>5.4372618930972081</c:v>
                </c:pt>
                <c:pt idx="203">
                  <c:v>5.4776570506762976</c:v>
                </c:pt>
                <c:pt idx="204">
                  <c:v>5.5147080533290493</c:v>
                </c:pt>
                <c:pt idx="205">
                  <c:v>5.5480611570031417</c:v>
                </c:pt>
                <c:pt idx="206">
                  <c:v>5.5728018666347747</c:v>
                </c:pt>
                <c:pt idx="207">
                  <c:v>5.583662977335174</c:v>
                </c:pt>
                <c:pt idx="208">
                  <c:v>5.5810227864796289</c:v>
                </c:pt>
                <c:pt idx="209">
                  <c:v>5.5670894077271171</c:v>
                </c:pt>
                <c:pt idx="210">
                  <c:v>5.5496214230002794</c:v>
                </c:pt>
                <c:pt idx="211">
                  <c:v>5.527798230368087</c:v>
                </c:pt>
                <c:pt idx="212">
                  <c:v>5.5014603289930761</c:v>
                </c:pt>
                <c:pt idx="213">
                  <c:v>5.4741214487793535</c:v>
                </c:pt>
                <c:pt idx="214">
                  <c:v>5.4656124008606906</c:v>
                </c:pt>
                <c:pt idx="215">
                  <c:v>5.4626588774282023</c:v>
                </c:pt>
                <c:pt idx="216">
                  <c:v>5.4594055812882383</c:v>
                </c:pt>
                <c:pt idx="217">
                  <c:v>5.4672647513951134</c:v>
                </c:pt>
                <c:pt idx="218">
                  <c:v>5.4688494174963544</c:v>
                </c:pt>
                <c:pt idx="219">
                  <c:v>5.4647408536573669</c:v>
                </c:pt>
                <c:pt idx="220">
                  <c:v>5.4645164263262789</c:v>
                </c:pt>
                <c:pt idx="221">
                  <c:v>5.4633762481495962</c:v>
                </c:pt>
                <c:pt idx="222">
                  <c:v>5.467681353486415</c:v>
                </c:pt>
                <c:pt idx="223">
                  <c:v>5.4627936334191167</c:v>
                </c:pt>
                <c:pt idx="224">
                  <c:v>5.4520402738848492</c:v>
                </c:pt>
                <c:pt idx="225">
                  <c:v>5.4367017249303089</c:v>
                </c:pt>
                <c:pt idx="226">
                  <c:v>5.4322645449326936</c:v>
                </c:pt>
                <c:pt idx="227">
                  <c:v>5.4206042829422261</c:v>
                </c:pt>
                <c:pt idx="228">
                  <c:v>5.4112262542362153</c:v>
                </c:pt>
                <c:pt idx="229">
                  <c:v>5.3994523038486353</c:v>
                </c:pt>
                <c:pt idx="230">
                  <c:v>5.39431089164722</c:v>
                </c:pt>
                <c:pt idx="231">
                  <c:v>5.3916893551883698</c:v>
                </c:pt>
                <c:pt idx="232">
                  <c:v>5.3973589511188154</c:v>
                </c:pt>
                <c:pt idx="233">
                  <c:v>5.4019096279899621</c:v>
                </c:pt>
                <c:pt idx="234">
                  <c:v>5.4015286875892636</c:v>
                </c:pt>
                <c:pt idx="235">
                  <c:v>5.3999171315773884</c:v>
                </c:pt>
                <c:pt idx="236">
                  <c:v>5.3977876575003734</c:v>
                </c:pt>
                <c:pt idx="237">
                  <c:v>5.3893262223437075</c:v>
                </c:pt>
                <c:pt idx="238">
                  <c:v>5.3758423494335457</c:v>
                </c:pt>
                <c:pt idx="239">
                  <c:v>5.3644975650841173</c:v>
                </c:pt>
                <c:pt idx="240">
                  <c:v>5.352563922335503</c:v>
                </c:pt>
                <c:pt idx="241">
                  <c:v>5.3413269274569197</c:v>
                </c:pt>
                <c:pt idx="242">
                  <c:v>5.3408392701174261</c:v>
                </c:pt>
                <c:pt idx="243">
                  <c:v>5.3343487658182198</c:v>
                </c:pt>
                <c:pt idx="244">
                  <c:v>5.3289451195310154</c:v>
                </c:pt>
                <c:pt idx="245">
                  <c:v>5.3248139559095859</c:v>
                </c:pt>
                <c:pt idx="246">
                  <c:v>5.3283938380582327</c:v>
                </c:pt>
                <c:pt idx="247">
                  <c:v>5.3339764822833402</c:v>
                </c:pt>
                <c:pt idx="248">
                  <c:v>5.3562991301075602</c:v>
                </c:pt>
                <c:pt idx="249">
                  <c:v>5.3846853378663644</c:v>
                </c:pt>
                <c:pt idx="250">
                  <c:v>5.4204114953065616</c:v>
                </c:pt>
                <c:pt idx="251">
                  <c:v>5.5053941467176344</c:v>
                </c:pt>
                <c:pt idx="252">
                  <c:v>5.5594864578656153</c:v>
                </c:pt>
                <c:pt idx="253">
                  <c:v>5.6149076362213375</c:v>
                </c:pt>
                <c:pt idx="254">
                  <c:v>5.6988647171660221</c:v>
                </c:pt>
                <c:pt idx="255">
                  <c:v>5.7824156532068756</c:v>
                </c:pt>
                <c:pt idx="256">
                  <c:v>5.891419000502788</c:v>
                </c:pt>
                <c:pt idx="257">
                  <c:v>5.9288761097546558</c:v>
                </c:pt>
                <c:pt idx="258">
                  <c:v>5.9650480957844669</c:v>
                </c:pt>
                <c:pt idx="259">
                  <c:v>6</c:v>
                </c:pt>
                <c:pt idx="260">
                  <c:v>5.8689961858462079</c:v>
                </c:pt>
                <c:pt idx="261">
                  <c:v>5.6384118313155316</c:v>
                </c:pt>
                <c:pt idx="262">
                  <c:v>5.3884549815781124</c:v>
                </c:pt>
                <c:pt idx="263">
                  <c:v>5.3212258382469981</c:v>
                </c:pt>
                <c:pt idx="264">
                  <c:v>5.3013173068444477</c:v>
                </c:pt>
                <c:pt idx="265">
                  <c:v>5.2991777011700485</c:v>
                </c:pt>
                <c:pt idx="266">
                  <c:v>5.2870251661218077</c:v>
                </c:pt>
                <c:pt idx="267">
                  <c:v>5.270789865460813</c:v>
                </c:pt>
                <c:pt idx="268">
                  <c:v>5.2584194531879218</c:v>
                </c:pt>
                <c:pt idx="269">
                  <c:v>5.2629599984616826</c:v>
                </c:pt>
                <c:pt idx="270">
                  <c:v>5.2715527613371806</c:v>
                </c:pt>
                <c:pt idx="271">
                  <c:v>5.289102220194966</c:v>
                </c:pt>
                <c:pt idx="272">
                  <c:v>5.2954785764404697</c:v>
                </c:pt>
                <c:pt idx="273">
                  <c:v>5.2987198257472503</c:v>
                </c:pt>
                <c:pt idx="274">
                  <c:v>5.3256757737150435</c:v>
                </c:pt>
                <c:pt idx="275">
                  <c:v>5.3652730057549771</c:v>
                </c:pt>
                <c:pt idx="276">
                  <c:v>5.455785938844377</c:v>
                </c:pt>
                <c:pt idx="277">
                  <c:v>5.6264663524096683</c:v>
                </c:pt>
                <c:pt idx="278">
                  <c:v>6.0257745539166852</c:v>
                </c:pt>
                <c:pt idx="279">
                  <c:v>6.1153374151349427</c:v>
                </c:pt>
                <c:pt idx="280">
                  <c:v>5.980998639186657</c:v>
                </c:pt>
                <c:pt idx="281">
                  <c:v>5.6820533135762714</c:v>
                </c:pt>
                <c:pt idx="282">
                  <c:v>5.4500247946426708</c:v>
                </c:pt>
                <c:pt idx="283">
                  <c:v>5.3500434720221968</c:v>
                </c:pt>
                <c:pt idx="284">
                  <c:v>5.3147488172078265</c:v>
                </c:pt>
                <c:pt idx="285">
                  <c:v>5.3001140599528558</c:v>
                </c:pt>
                <c:pt idx="286">
                  <c:v>5.324729991972097</c:v>
                </c:pt>
                <c:pt idx="287">
                  <c:v>5.324668512902905</c:v>
                </c:pt>
                <c:pt idx="288">
                  <c:v>5.3192320203217243</c:v>
                </c:pt>
                <c:pt idx="289">
                  <c:v>5.3176636911818633</c:v>
                </c:pt>
                <c:pt idx="290">
                  <c:v>5.313348569161807</c:v>
                </c:pt>
                <c:pt idx="291">
                  <c:v>5.3293843980141915</c:v>
                </c:pt>
                <c:pt idx="292">
                  <c:v>5.310166232508247</c:v>
                </c:pt>
                <c:pt idx="293">
                  <c:v>5.3245063307353284</c:v>
                </c:pt>
                <c:pt idx="294">
                  <c:v>5.3579080047893148</c:v>
                </c:pt>
                <c:pt idx="295">
                  <c:v>5.3773782919360222</c:v>
                </c:pt>
                <c:pt idx="296">
                  <c:v>5.3706488045136433</c:v>
                </c:pt>
                <c:pt idx="297">
                  <c:v>5.3892461271825356</c:v>
                </c:pt>
                <c:pt idx="298">
                  <c:v>5.4009132840218843</c:v>
                </c:pt>
                <c:pt idx="299">
                  <c:v>5.4373078970611335</c:v>
                </c:pt>
                <c:pt idx="300">
                  <c:v>5.4623769547183878</c:v>
                </c:pt>
                <c:pt idx="301">
                  <c:v>5.4450072981975417</c:v>
                </c:pt>
                <c:pt idx="302">
                  <c:v>5.4318010961737171</c:v>
                </c:pt>
                <c:pt idx="303">
                  <c:v>5.4584342502997165</c:v>
                </c:pt>
                <c:pt idx="304">
                  <c:v>5.5076405650926219</c:v>
                </c:pt>
                <c:pt idx="305">
                  <c:v>5.5355397283873859</c:v>
                </c:pt>
                <c:pt idx="306">
                  <c:v>5.5327715231709451</c:v>
                </c:pt>
                <c:pt idx="307">
                  <c:v>5.5336844394675557</c:v>
                </c:pt>
                <c:pt idx="308">
                  <c:v>5.5362577885936686</c:v>
                </c:pt>
                <c:pt idx="309">
                  <c:v>5.5332821633400426</c:v>
                </c:pt>
                <c:pt idx="310">
                  <c:v>5.5435178346374672</c:v>
                </c:pt>
                <c:pt idx="311">
                  <c:v>5.5115566094289488</c:v>
                </c:pt>
                <c:pt idx="312">
                  <c:v>5.5439609052875296</c:v>
                </c:pt>
                <c:pt idx="313">
                  <c:v>5.615352507193049</c:v>
                </c:pt>
                <c:pt idx="314">
                  <c:v>5.6180979211034678</c:v>
                </c:pt>
                <c:pt idx="315">
                  <c:v>5.643889788751788</c:v>
                </c:pt>
                <c:pt idx="316">
                  <c:v>5.6495934375747634</c:v>
                </c:pt>
                <c:pt idx="317">
                  <c:v>5.6812257784916431</c:v>
                </c:pt>
                <c:pt idx="318">
                  <c:v>5.7195704080134071</c:v>
                </c:pt>
                <c:pt idx="319">
                  <c:v>5.732553025409894</c:v>
                </c:pt>
                <c:pt idx="320">
                  <c:v>5.7551670572087836</c:v>
                </c:pt>
                <c:pt idx="321">
                  <c:v>5.8517039048516954</c:v>
                </c:pt>
                <c:pt idx="322">
                  <c:v>5.9014536103458894</c:v>
                </c:pt>
                <c:pt idx="323">
                  <c:v>5.9429175461110262</c:v>
                </c:pt>
                <c:pt idx="324">
                  <c:v>5.9570001983418193</c:v>
                </c:pt>
                <c:pt idx="325">
                  <c:v>5.9570670017665366</c:v>
                </c:pt>
                <c:pt idx="326">
                  <c:v>5.964283916700114</c:v>
                </c:pt>
                <c:pt idx="327">
                  <c:v>5.9903864355952541</c:v>
                </c:pt>
                <c:pt idx="328">
                  <c:v>6.0284129827552917</c:v>
                </c:pt>
                <c:pt idx="329">
                  <c:v>6.0680012131869638</c:v>
                </c:pt>
                <c:pt idx="330">
                  <c:v>6.1281735552974173</c:v>
                </c:pt>
                <c:pt idx="331">
                  <c:v>6.1927820431781457</c:v>
                </c:pt>
                <c:pt idx="332">
                  <c:v>6.2258520366962227</c:v>
                </c:pt>
                <c:pt idx="333">
                  <c:v>6.2140374833096752</c:v>
                </c:pt>
                <c:pt idx="334">
                  <c:v>6.1728238305589365</c:v>
                </c:pt>
                <c:pt idx="335">
                  <c:v>6.1034946694774161</c:v>
                </c:pt>
                <c:pt idx="336">
                  <c:v>6.0351068084870665</c:v>
                </c:pt>
                <c:pt idx="337">
                  <c:v>5.9884167304887086</c:v>
                </c:pt>
                <c:pt idx="338">
                  <c:v>5.9491923948591063</c:v>
                </c:pt>
                <c:pt idx="339">
                  <c:v>5.9090767084880094</c:v>
                </c:pt>
                <c:pt idx="340">
                  <c:v>5.8708057772398412</c:v>
                </c:pt>
                <c:pt idx="341">
                  <c:v>5.8666408288588965</c:v>
                </c:pt>
                <c:pt idx="342">
                  <c:v>5.842739145726692</c:v>
                </c:pt>
                <c:pt idx="343">
                  <c:v>5.8083340030274497</c:v>
                </c:pt>
                <c:pt idx="344">
                  <c:v>5.8007053123967918</c:v>
                </c:pt>
                <c:pt idx="345">
                  <c:v>5.7836787129125131</c:v>
                </c:pt>
                <c:pt idx="346">
                  <c:v>5.7799633852880605</c:v>
                </c:pt>
                <c:pt idx="347">
                  <c:v>5.761950822413743</c:v>
                </c:pt>
                <c:pt idx="348">
                  <c:v>5.7382863986924901</c:v>
                </c:pt>
                <c:pt idx="349">
                  <c:v>5.7085057843568583</c:v>
                </c:pt>
                <c:pt idx="350">
                  <c:v>5.7009266600287134</c:v>
                </c:pt>
                <c:pt idx="351">
                  <c:v>5.6697187353652048</c:v>
                </c:pt>
                <c:pt idx="352">
                  <c:v>5.6298162913481207</c:v>
                </c:pt>
                <c:pt idx="353">
                  <c:v>5.6001059278616472</c:v>
                </c:pt>
                <c:pt idx="354">
                  <c:v>5.5642702572383858</c:v>
                </c:pt>
                <c:pt idx="355">
                  <c:v>5.5416690958240737</c:v>
                </c:pt>
                <c:pt idx="356">
                  <c:v>5.550541004317477</c:v>
                </c:pt>
                <c:pt idx="357">
                  <c:v>5.5301626655730933</c:v>
                </c:pt>
                <c:pt idx="358">
                  <c:v>5.5040095844528212</c:v>
                </c:pt>
                <c:pt idx="359">
                  <c:v>5.5368022518270017</c:v>
                </c:pt>
                <c:pt idx="360">
                  <c:v>5.5324349396313837</c:v>
                </c:pt>
                <c:pt idx="361">
                  <c:v>5.511126753905911</c:v>
                </c:pt>
                <c:pt idx="362">
                  <c:v>5.4991169996865885</c:v>
                </c:pt>
                <c:pt idx="363">
                  <c:v>5.4890992439185302</c:v>
                </c:pt>
                <c:pt idx="364">
                  <c:v>5.4857962665619073</c:v>
                </c:pt>
                <c:pt idx="365">
                  <c:v>5.4701851795529732</c:v>
                </c:pt>
                <c:pt idx="366">
                  <c:v>5.4517663568606753</c:v>
                </c:pt>
                <c:pt idx="367">
                  <c:v>5.4421957320425776</c:v>
                </c:pt>
                <c:pt idx="368">
                  <c:v>5.4344920790826903</c:v>
                </c:pt>
                <c:pt idx="369">
                  <c:v>5.4116192606224534</c:v>
                </c:pt>
                <c:pt idx="370">
                  <c:v>5.4022871975756495</c:v>
                </c:pt>
                <c:pt idx="371">
                  <c:v>5.3815098002998951</c:v>
                </c:pt>
                <c:pt idx="372">
                  <c:v>5.367728223136921</c:v>
                </c:pt>
                <c:pt idx="373">
                  <c:v>5.3492541650441421</c:v>
                </c:pt>
                <c:pt idx="374">
                  <c:v>5.3352808344728349</c:v>
                </c:pt>
                <c:pt idx="375">
                  <c:v>5.3269770998319723</c:v>
                </c:pt>
                <c:pt idx="376">
                  <c:v>5.3119630684314512</c:v>
                </c:pt>
                <c:pt idx="377">
                  <c:v>5.2966223935651753</c:v>
                </c:pt>
                <c:pt idx="378">
                  <c:v>5.2742373090538628</c:v>
                </c:pt>
                <c:pt idx="379">
                  <c:v>5.2574521250422208</c:v>
                </c:pt>
                <c:pt idx="380">
                  <c:v>5.2463971924788231</c:v>
                </c:pt>
                <c:pt idx="381">
                  <c:v>5.2243365297597384</c:v>
                </c:pt>
                <c:pt idx="382">
                  <c:v>5.2075684871085093</c:v>
                </c:pt>
                <c:pt idx="383">
                  <c:v>5.1882287998910304</c:v>
                </c:pt>
                <c:pt idx="384">
                  <c:v>5.1756525763790293</c:v>
                </c:pt>
                <c:pt idx="385">
                  <c:v>5.1683259184340908</c:v>
                </c:pt>
                <c:pt idx="386">
                  <c:v>5.1606793395010566</c:v>
                </c:pt>
                <c:pt idx="387">
                  <c:v>5.1508979334069442</c:v>
                </c:pt>
                <c:pt idx="388">
                  <c:v>5.1460412305834353</c:v>
                </c:pt>
                <c:pt idx="389">
                  <c:v>5.1377642230581673</c:v>
                </c:pt>
                <c:pt idx="390">
                  <c:v>5.138609569835741</c:v>
                </c:pt>
                <c:pt idx="391">
                  <c:v>5.1481260509377647</c:v>
                </c:pt>
                <c:pt idx="392">
                  <c:v>5.1501718770911982</c:v>
                </c:pt>
                <c:pt idx="393">
                  <c:v>5.1492966622113174</c:v>
                </c:pt>
                <c:pt idx="394">
                  <c:v>5.1541603460693191</c:v>
                </c:pt>
                <c:pt idx="395">
                  <c:v>5.1600004458668938</c:v>
                </c:pt>
                <c:pt idx="396">
                  <c:v>5.1622203573784038</c:v>
                </c:pt>
                <c:pt idx="397">
                  <c:v>5.163737339046456</c:v>
                </c:pt>
                <c:pt idx="398">
                  <c:v>5.1608914901706644</c:v>
                </c:pt>
                <c:pt idx="399">
                  <c:v>5.1578860159670912</c:v>
                </c:pt>
                <c:pt idx="400">
                  <c:v>5.1745271263656489</c:v>
                </c:pt>
                <c:pt idx="401">
                  <c:v>5.1791388418017528</c:v>
                </c:pt>
                <c:pt idx="402">
                  <c:v>5.1835315308717238</c:v>
                </c:pt>
                <c:pt idx="403">
                  <c:v>5.1786025949300027</c:v>
                </c:pt>
                <c:pt idx="404">
                  <c:v>5.1803558209340324</c:v>
                </c:pt>
                <c:pt idx="405">
                  <c:v>5.1726388379329764</c:v>
                </c:pt>
                <c:pt idx="406">
                  <c:v>5.154338462998755</c:v>
                </c:pt>
                <c:pt idx="407">
                  <c:v>5.1372306000594641</c:v>
                </c:pt>
                <c:pt idx="408">
                  <c:v>5.1295569301160331</c:v>
                </c:pt>
                <c:pt idx="409">
                  <c:v>5.1183000455136636</c:v>
                </c:pt>
                <c:pt idx="410">
                  <c:v>5.1024121590506804</c:v>
                </c:pt>
                <c:pt idx="411">
                  <c:v>5.0901505608997866</c:v>
                </c:pt>
                <c:pt idx="412">
                  <c:v>5.0864845410210187</c:v>
                </c:pt>
                <c:pt idx="413">
                  <c:v>5.0805783368597934</c:v>
                </c:pt>
                <c:pt idx="414">
                  <c:v>5.073199522255921</c:v>
                </c:pt>
                <c:pt idx="415">
                  <c:v>5.0684999932583699</c:v>
                </c:pt>
                <c:pt idx="416">
                  <c:v>5.0652210760514853</c:v>
                </c:pt>
                <c:pt idx="417">
                  <c:v>5.0606051087919051</c:v>
                </c:pt>
                <c:pt idx="418">
                  <c:v>5.0514732692837621</c:v>
                </c:pt>
                <c:pt idx="419">
                  <c:v>5.0460516724490185</c:v>
                </c:pt>
                <c:pt idx="420">
                  <c:v>5.0513772728773576</c:v>
                </c:pt>
                <c:pt idx="421">
                  <c:v>5.0519500720243578</c:v>
                </c:pt>
                <c:pt idx="422">
                  <c:v>5.0488260495128294</c:v>
                </c:pt>
                <c:pt idx="423">
                  <c:v>5.0472027243769606</c:v>
                </c:pt>
                <c:pt idx="424">
                  <c:v>5.0442997344410649</c:v>
                </c:pt>
                <c:pt idx="425">
                  <c:v>5.0483555239575697</c:v>
                </c:pt>
                <c:pt idx="426">
                  <c:v>5.0552769323714148</c:v>
                </c:pt>
                <c:pt idx="427">
                  <c:v>5.0434577393261417</c:v>
                </c:pt>
                <c:pt idx="428">
                  <c:v>5.0370600377776427</c:v>
                </c:pt>
                <c:pt idx="429">
                  <c:v>5.0479833553368394</c:v>
                </c:pt>
                <c:pt idx="430">
                  <c:v>5.064060524553974</c:v>
                </c:pt>
                <c:pt idx="431">
                  <c:v>5.0783012699239105</c:v>
                </c:pt>
                <c:pt idx="432">
                  <c:v>5.0829784529077608</c:v>
                </c:pt>
                <c:pt idx="433">
                  <c:v>5.0871651200626848</c:v>
                </c:pt>
                <c:pt idx="434">
                  <c:v>5.0953534808989316</c:v>
                </c:pt>
                <c:pt idx="435">
                  <c:v>5.1185327849681261</c:v>
                </c:pt>
                <c:pt idx="436">
                  <c:v>5.0930169506795373</c:v>
                </c:pt>
                <c:pt idx="437">
                  <c:v>5.0287741842570224</c:v>
                </c:pt>
                <c:pt idx="438">
                  <c:v>5.0113510770960552</c:v>
                </c:pt>
                <c:pt idx="439">
                  <c:v>5.045552083190489</c:v>
                </c:pt>
                <c:pt idx="440">
                  <c:v>5.0441601616321119</c:v>
                </c:pt>
                <c:pt idx="441">
                  <c:v>5.0011840778500884</c:v>
                </c:pt>
                <c:pt idx="442">
                  <c:v>5.0232614413505381</c:v>
                </c:pt>
                <c:pt idx="443">
                  <c:v>5.0704285590999252</c:v>
                </c:pt>
                <c:pt idx="444">
                  <c:v>5.0864641533359229</c:v>
                </c:pt>
                <c:pt idx="445">
                  <c:v>5.0849770206178198</c:v>
                </c:pt>
                <c:pt idx="446">
                  <c:v>5.0883299760526572</c:v>
                </c:pt>
                <c:pt idx="447">
                  <c:v>5.0877692524673792</c:v>
                </c:pt>
                <c:pt idx="448">
                  <c:v>5.0856336783643394</c:v>
                </c:pt>
                <c:pt idx="449">
                  <c:v>5.0922326903478172</c:v>
                </c:pt>
                <c:pt idx="450">
                  <c:v>5.1099235893694601</c:v>
                </c:pt>
                <c:pt idx="451">
                  <c:v>5.1019353802505325</c:v>
                </c:pt>
                <c:pt idx="452">
                  <c:v>5.0923601684426902</c:v>
                </c:pt>
                <c:pt idx="453">
                  <c:v>5.0869544058199265</c:v>
                </c:pt>
                <c:pt idx="454">
                  <c:v>5.092920068476575</c:v>
                </c:pt>
                <c:pt idx="455">
                  <c:v>5.0960028511732309</c:v>
                </c:pt>
                <c:pt idx="456">
                  <c:v>5.0939556556262007</c:v>
                </c:pt>
                <c:pt idx="457">
                  <c:v>5.0884109234937611</c:v>
                </c:pt>
                <c:pt idx="458">
                  <c:v>5.0806833683910861</c:v>
                </c:pt>
                <c:pt idx="459">
                  <c:v>5.0858582014572189</c:v>
                </c:pt>
                <c:pt idx="460">
                  <c:v>5.0879327753000156</c:v>
                </c:pt>
                <c:pt idx="461">
                  <c:v>5.0874022166785933</c:v>
                </c:pt>
                <c:pt idx="462">
                  <c:v>5.0918005078132813</c:v>
                </c:pt>
                <c:pt idx="463">
                  <c:v>5.0954311341344587</c:v>
                </c:pt>
                <c:pt idx="464">
                  <c:v>5.0925789362519893</c:v>
                </c:pt>
                <c:pt idx="465">
                  <c:v>5.0975968827775331</c:v>
                </c:pt>
                <c:pt idx="466">
                  <c:v>5.0962527319881072</c:v>
                </c:pt>
                <c:pt idx="467">
                  <c:v>5.1048803234266353</c:v>
                </c:pt>
                <c:pt idx="468">
                  <c:v>5.1120249190563891</c:v>
                </c:pt>
                <c:pt idx="469">
                  <c:v>5.1056438609069961</c:v>
                </c:pt>
                <c:pt idx="470">
                  <c:v>5.1038086340821724</c:v>
                </c:pt>
                <c:pt idx="471">
                  <c:v>5.1007598085162567</c:v>
                </c:pt>
                <c:pt idx="472">
                  <c:v>5.1106802703056555</c:v>
                </c:pt>
                <c:pt idx="473">
                  <c:v>5.1189760088370511</c:v>
                </c:pt>
                <c:pt idx="474">
                  <c:v>5.1272488411482744</c:v>
                </c:pt>
                <c:pt idx="475">
                  <c:v>5.1293401349996088</c:v>
                </c:pt>
                <c:pt idx="476">
                  <c:v>5.1340908295215666</c:v>
                </c:pt>
                <c:pt idx="477">
                  <c:v>5.1393560808698355</c:v>
                </c:pt>
                <c:pt idx="478">
                  <c:v>5.1467846772402499</c:v>
                </c:pt>
                <c:pt idx="479">
                  <c:v>5.1544085127481543</c:v>
                </c:pt>
                <c:pt idx="480">
                  <c:v>5.1544567671141444</c:v>
                </c:pt>
                <c:pt idx="481">
                  <c:v>5.1527143430400288</c:v>
                </c:pt>
                <c:pt idx="482">
                  <c:v>5.1598554050597309</c:v>
                </c:pt>
                <c:pt idx="483">
                  <c:v>5.160763016153175</c:v>
                </c:pt>
                <c:pt idx="484">
                  <c:v>5.162876689534837</c:v>
                </c:pt>
                <c:pt idx="485">
                  <c:v>5.1723010860995791</c:v>
                </c:pt>
                <c:pt idx="486">
                  <c:v>5.1795153197030341</c:v>
                </c:pt>
                <c:pt idx="487">
                  <c:v>5.1794922219592809</c:v>
                </c:pt>
                <c:pt idx="488">
                  <c:v>5.1783289268864863</c:v>
                </c:pt>
                <c:pt idx="489">
                  <c:v>5.1863639730969124</c:v>
                </c:pt>
                <c:pt idx="490">
                  <c:v>5.1909070847866463</c:v>
                </c:pt>
                <c:pt idx="491">
                  <c:v>5.1859473135485388</c:v>
                </c:pt>
                <c:pt idx="492">
                  <c:v>5.1879761228318859</c:v>
                </c:pt>
                <c:pt idx="493">
                  <c:v>5.1880950398227323</c:v>
                </c:pt>
                <c:pt idx="494">
                  <c:v>5.1956427734361084</c:v>
                </c:pt>
                <c:pt idx="495">
                  <c:v>5.19961981803268</c:v>
                </c:pt>
                <c:pt idx="496">
                  <c:v>5.198105172952304</c:v>
                </c:pt>
                <c:pt idx="497">
                  <c:v>5.2046124164124059</c:v>
                </c:pt>
                <c:pt idx="498">
                  <c:v>5.1964081208142998</c:v>
                </c:pt>
                <c:pt idx="499">
                  <c:v>5.1994932017939171</c:v>
                </c:pt>
                <c:pt idx="500">
                  <c:v>5.2082808973691783</c:v>
                </c:pt>
                <c:pt idx="501">
                  <c:v>5.2073253479236508</c:v>
                </c:pt>
                <c:pt idx="502">
                  <c:v>5.2131805110507958</c:v>
                </c:pt>
                <c:pt idx="503">
                  <c:v>5.2119950183950738</c:v>
                </c:pt>
                <c:pt idx="504">
                  <c:v>5.2243669628566058</c:v>
                </c:pt>
                <c:pt idx="505">
                  <c:v>5.2307136712519195</c:v>
                </c:pt>
                <c:pt idx="506">
                  <c:v>5.2405299633661357</c:v>
                </c:pt>
                <c:pt idx="507">
                  <c:v>5.2618042877226561</c:v>
                </c:pt>
                <c:pt idx="508">
                  <c:v>5.2929850734948758</c:v>
                </c:pt>
                <c:pt idx="509">
                  <c:v>5.3393559582947443</c:v>
                </c:pt>
                <c:pt idx="510">
                  <c:v>5.383831678965417</c:v>
                </c:pt>
                <c:pt idx="511">
                  <c:v>5.4388546414935206</c:v>
                </c:pt>
                <c:pt idx="512">
                  <c:v>5.496455396494798</c:v>
                </c:pt>
                <c:pt idx="513">
                  <c:v>5.535409185915233</c:v>
                </c:pt>
                <c:pt idx="514">
                  <c:v>5.5659777282591438</c:v>
                </c:pt>
                <c:pt idx="515">
                  <c:v>5.5818772497796134</c:v>
                </c:pt>
                <c:pt idx="516">
                  <c:v>5.5827039804652081</c:v>
                </c:pt>
                <c:pt idx="517">
                  <c:v>5.5658037482390368</c:v>
                </c:pt>
                <c:pt idx="518">
                  <c:v>5.5359167234023348</c:v>
                </c:pt>
                <c:pt idx="519">
                  <c:v>5.5166869515674399</c:v>
                </c:pt>
                <c:pt idx="520">
                  <c:v>5.4846157152145478</c:v>
                </c:pt>
                <c:pt idx="521">
                  <c:v>5.4585827576836783</c:v>
                </c:pt>
                <c:pt idx="522">
                  <c:v>5.4487815384752096</c:v>
                </c:pt>
                <c:pt idx="523">
                  <c:v>5.4404481559841598</c:v>
                </c:pt>
                <c:pt idx="524">
                  <c:v>5.4380883173450716</c:v>
                </c:pt>
                <c:pt idx="525">
                  <c:v>5.438460639184667</c:v>
                </c:pt>
                <c:pt idx="526">
                  <c:v>5.4516437434647349</c:v>
                </c:pt>
                <c:pt idx="527">
                  <c:v>5.4562917909239719</c:v>
                </c:pt>
                <c:pt idx="528">
                  <c:v>5.4561309877261746</c:v>
                </c:pt>
                <c:pt idx="529">
                  <c:v>5.469992660050317</c:v>
                </c:pt>
                <c:pt idx="530">
                  <c:v>5.4721828854069212</c:v>
                </c:pt>
                <c:pt idx="531">
                  <c:v>5.4778787200678325</c:v>
                </c:pt>
                <c:pt idx="532">
                  <c:v>5.49464235767672</c:v>
                </c:pt>
                <c:pt idx="533">
                  <c:v>5.5128741001360337</c:v>
                </c:pt>
                <c:pt idx="534">
                  <c:v>5.520509570701428</c:v>
                </c:pt>
                <c:pt idx="535">
                  <c:v>5.5221010550421141</c:v>
                </c:pt>
                <c:pt idx="536">
                  <c:v>5.5408598703936951</c:v>
                </c:pt>
                <c:pt idx="537">
                  <c:v>5.5751862202921085</c:v>
                </c:pt>
                <c:pt idx="538">
                  <c:v>5.6120884474278867</c:v>
                </c:pt>
                <c:pt idx="539">
                  <c:v>5.6398670657813756</c:v>
                </c:pt>
                <c:pt idx="540">
                  <c:v>5.6824424128814748</c:v>
                </c:pt>
                <c:pt idx="541">
                  <c:v>5.7323032786615222</c:v>
                </c:pt>
                <c:pt idx="542">
                  <c:v>5.7711610381589269</c:v>
                </c:pt>
                <c:pt idx="543">
                  <c:v>5.8273654713475747</c:v>
                </c:pt>
                <c:pt idx="544">
                  <c:v>5.8924936776151</c:v>
                </c:pt>
                <c:pt idx="545">
                  <c:v>5.9455909854600648</c:v>
                </c:pt>
                <c:pt idx="546">
                  <c:v>6.0071709492743679</c:v>
                </c:pt>
                <c:pt idx="547">
                  <c:v>6.0649056558675172</c:v>
                </c:pt>
                <c:pt idx="548">
                  <c:v>6.1132855847172749</c:v>
                </c:pt>
                <c:pt idx="549">
                  <c:v>6.1534492285928124</c:v>
                </c:pt>
                <c:pt idx="550">
                  <c:v>6.178153089087651</c:v>
                </c:pt>
                <c:pt idx="551">
                  <c:v>6.1905104203000283</c:v>
                </c:pt>
                <c:pt idx="552">
                  <c:v>6.1992846517676137</c:v>
                </c:pt>
                <c:pt idx="553">
                  <c:v>6.1887646445632631</c:v>
                </c:pt>
                <c:pt idx="554">
                  <c:v>6.1390465787644946</c:v>
                </c:pt>
                <c:pt idx="555">
                  <c:v>6.0744636784340518</c:v>
                </c:pt>
                <c:pt idx="556">
                  <c:v>6.0335382303665526</c:v>
                </c:pt>
                <c:pt idx="557">
                  <c:v>5.9740330797995238</c:v>
                </c:pt>
                <c:pt idx="558">
                  <c:v>5.9029956049934924</c:v>
                </c:pt>
                <c:pt idx="559">
                  <c:v>5.838398378699269</c:v>
                </c:pt>
                <c:pt idx="560">
                  <c:v>5.77548962428666</c:v>
                </c:pt>
                <c:pt idx="561">
                  <c:v>5.6941802036171421</c:v>
                </c:pt>
                <c:pt idx="562">
                  <c:v>5.6415029452879182</c:v>
                </c:pt>
                <c:pt idx="563">
                  <c:v>5.5847299551995686</c:v>
                </c:pt>
                <c:pt idx="564">
                  <c:v>5.5274435286978525</c:v>
                </c:pt>
                <c:pt idx="565">
                  <c:v>5.4933883378840607</c:v>
                </c:pt>
                <c:pt idx="566">
                  <c:v>5.4509320418413134</c:v>
                </c:pt>
                <c:pt idx="567">
                  <c:v>5.4137211169992252</c:v>
                </c:pt>
                <c:pt idx="568">
                  <c:v>5.3695368569126565</c:v>
                </c:pt>
                <c:pt idx="569">
                  <c:v>5.3342074980255836</c:v>
                </c:pt>
                <c:pt idx="570">
                  <c:v>5.3325068452442741</c:v>
                </c:pt>
                <c:pt idx="571">
                  <c:v>5.322782503600834</c:v>
                </c:pt>
                <c:pt idx="572">
                  <c:v>5.2840697466058764</c:v>
                </c:pt>
                <c:pt idx="573">
                  <c:v>5.2263257128143747</c:v>
                </c:pt>
                <c:pt idx="574">
                  <c:v>5.215192657782679</c:v>
                </c:pt>
                <c:pt idx="575">
                  <c:v>5.1893027300613799</c:v>
                </c:pt>
                <c:pt idx="576">
                  <c:v>5.1808916847586222</c:v>
                </c:pt>
                <c:pt idx="577">
                  <c:v>5.2002465023389242</c:v>
                </c:pt>
                <c:pt idx="578">
                  <c:v>5.2058742120624153</c:v>
                </c:pt>
                <c:pt idx="579">
                  <c:v>5.1622308911753061</c:v>
                </c:pt>
                <c:pt idx="580">
                  <c:v>5.1783138922854528</c:v>
                </c:pt>
                <c:pt idx="581">
                  <c:v>5.1582201767333631</c:v>
                </c:pt>
                <c:pt idx="582">
                  <c:v>5.0877479071643839</c:v>
                </c:pt>
                <c:pt idx="583">
                  <c:v>5.2073002966393815</c:v>
                </c:pt>
                <c:pt idx="584">
                  <c:v>5.2859560048886012</c:v>
                </c:pt>
                <c:pt idx="585">
                  <c:v>5.3755778936742287</c:v>
                </c:pt>
                <c:pt idx="586">
                  <c:v>4.8780462495737646</c:v>
                </c:pt>
                <c:pt idx="587">
                  <c:v>4.7033602160937571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B0C-4B9C-BBFB-FF685BE46DCA}"/>
            </c:ext>
          </c:extLst>
        </c:ser>
        <c:ser>
          <c:idx val="5"/>
          <c:order val="5"/>
          <c:tx>
            <c:strRef>
              <c:f>Sheet2!$G$1</c:f>
              <c:strCache>
                <c:ptCount val="1"/>
                <c:pt idx="0">
                  <c:v>S1_n3_zz_o/O-PTIR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Sheet2!$G$2:$G$589</c:f>
              <c:numCache>
                <c:formatCode>General</c:formatCode>
                <c:ptCount val="588"/>
                <c:pt idx="0">
                  <c:v>5.9598436051077499</c:v>
                </c:pt>
                <c:pt idx="1">
                  <c:v>6.3583621731304785</c:v>
                </c:pt>
                <c:pt idx="2">
                  <c:v>6.1842247973449638</c:v>
                </c:pt>
                <c:pt idx="3">
                  <c:v>6.0102344675507915</c:v>
                </c:pt>
                <c:pt idx="4">
                  <c:v>6.0617231279643979</c:v>
                </c:pt>
                <c:pt idx="5">
                  <c:v>6.087769097491825</c:v>
                </c:pt>
                <c:pt idx="6">
                  <c:v>6.1486588477539712</c:v>
                </c:pt>
                <c:pt idx="7">
                  <c:v>6.0750086889132424</c:v>
                </c:pt>
                <c:pt idx="8">
                  <c:v>6.116747963466632</c:v>
                </c:pt>
                <c:pt idx="9">
                  <c:v>6.2420574644050344</c:v>
                </c:pt>
                <c:pt idx="10">
                  <c:v>6.3102288105136592</c:v>
                </c:pt>
                <c:pt idx="11">
                  <c:v>6.2732661550930349</c:v>
                </c:pt>
                <c:pt idx="12">
                  <c:v>6.1996193331647316</c:v>
                </c:pt>
                <c:pt idx="13">
                  <c:v>6.1793301106708727</c:v>
                </c:pt>
                <c:pt idx="14">
                  <c:v>6.1836061836961962</c:v>
                </c:pt>
                <c:pt idx="15">
                  <c:v>6.161769077525812</c:v>
                </c:pt>
                <c:pt idx="16">
                  <c:v>6.2051455929092558</c:v>
                </c:pt>
                <c:pt idx="17">
                  <c:v>6.2218367364293972</c:v>
                </c:pt>
                <c:pt idx="18">
                  <c:v>6.2342386441450035</c:v>
                </c:pt>
                <c:pt idx="19">
                  <c:v>6.2624962286419121</c:v>
                </c:pt>
                <c:pt idx="20">
                  <c:v>6.2939487635121845</c:v>
                </c:pt>
                <c:pt idx="21">
                  <c:v>6.28238391242167</c:v>
                </c:pt>
                <c:pt idx="22">
                  <c:v>6.2688995694735921</c:v>
                </c:pt>
                <c:pt idx="23">
                  <c:v>6.2714686962489026</c:v>
                </c:pt>
                <c:pt idx="24">
                  <c:v>6.3021400423575278</c:v>
                </c:pt>
                <c:pt idx="25">
                  <c:v>6.2857063310010064</c:v>
                </c:pt>
                <c:pt idx="26">
                  <c:v>6.3011951137988813</c:v>
                </c:pt>
                <c:pt idx="27">
                  <c:v>6.3119170108955283</c:v>
                </c:pt>
                <c:pt idx="28">
                  <c:v>6.3259455386312782</c:v>
                </c:pt>
                <c:pt idx="29">
                  <c:v>6.3406211130978525</c:v>
                </c:pt>
                <c:pt idx="30">
                  <c:v>6.3458605277830777</c:v>
                </c:pt>
                <c:pt idx="31">
                  <c:v>6.3351657696750268</c:v>
                </c:pt>
                <c:pt idx="32">
                  <c:v>6.3342479616179261</c:v>
                </c:pt>
                <c:pt idx="33">
                  <c:v>6.3557627460811146</c:v>
                </c:pt>
                <c:pt idx="34">
                  <c:v>6.369579116437353</c:v>
                </c:pt>
                <c:pt idx="35">
                  <c:v>6.3686004490134573</c:v>
                </c:pt>
                <c:pt idx="36">
                  <c:v>6.3763237097148702</c:v>
                </c:pt>
                <c:pt idx="37">
                  <c:v>6.3906586048341421</c:v>
                </c:pt>
                <c:pt idx="38">
                  <c:v>6.4044539739022017</c:v>
                </c:pt>
                <c:pt idx="39">
                  <c:v>6.4287503937741528</c:v>
                </c:pt>
                <c:pt idx="40">
                  <c:v>6.4343515260689585</c:v>
                </c:pt>
                <c:pt idx="41">
                  <c:v>6.4376494308207208</c:v>
                </c:pt>
                <c:pt idx="42">
                  <c:v>6.4575555461887832</c:v>
                </c:pt>
                <c:pt idx="43">
                  <c:v>6.4800842343921232</c:v>
                </c:pt>
                <c:pt idx="44">
                  <c:v>6.5079645906449617</c:v>
                </c:pt>
                <c:pt idx="45">
                  <c:v>6.5428190014331147</c:v>
                </c:pt>
                <c:pt idx="46">
                  <c:v>6.5741075192006493</c:v>
                </c:pt>
                <c:pt idx="47">
                  <c:v>6.5716220093500102</c:v>
                </c:pt>
                <c:pt idx="48">
                  <c:v>6.5581452830663061</c:v>
                </c:pt>
                <c:pt idx="49">
                  <c:v>6.5133670241322541</c:v>
                </c:pt>
                <c:pt idx="50">
                  <c:v>6.4801469424638647</c:v>
                </c:pt>
                <c:pt idx="51">
                  <c:v>6.450885122953669</c:v>
                </c:pt>
                <c:pt idx="52">
                  <c:v>6.4372042256958153</c:v>
                </c:pt>
                <c:pt idx="53">
                  <c:v>6.4367829797869991</c:v>
                </c:pt>
                <c:pt idx="54">
                  <c:v>6.4313680860283746</c:v>
                </c:pt>
                <c:pt idx="55">
                  <c:v>6.4117532156373818</c:v>
                </c:pt>
                <c:pt idx="56">
                  <c:v>6.4239966708521345</c:v>
                </c:pt>
                <c:pt idx="57">
                  <c:v>6.4404475936516956</c:v>
                </c:pt>
                <c:pt idx="58">
                  <c:v>6.4490978319867356</c:v>
                </c:pt>
                <c:pt idx="59">
                  <c:v>6.4492646591209919</c:v>
                </c:pt>
                <c:pt idx="60">
                  <c:v>6.438136638521982</c:v>
                </c:pt>
                <c:pt idx="61">
                  <c:v>6.4329939480794902</c:v>
                </c:pt>
                <c:pt idx="62">
                  <c:v>6.4385581062753916</c:v>
                </c:pt>
                <c:pt idx="63">
                  <c:v>6.4480734276024965</c:v>
                </c:pt>
                <c:pt idx="64">
                  <c:v>6.4577319126405559</c:v>
                </c:pt>
                <c:pt idx="65">
                  <c:v>6.4755430385906063</c:v>
                </c:pt>
                <c:pt idx="66">
                  <c:v>6.4954239376232152</c:v>
                </c:pt>
                <c:pt idx="67">
                  <c:v>6.5005750581602566</c:v>
                </c:pt>
                <c:pt idx="68">
                  <c:v>6.5122989903113062</c:v>
                </c:pt>
                <c:pt idx="69">
                  <c:v>6.5206092148328247</c:v>
                </c:pt>
                <c:pt idx="70">
                  <c:v>6.5201814984567017</c:v>
                </c:pt>
                <c:pt idx="71">
                  <c:v>6.5300458552774607</c:v>
                </c:pt>
                <c:pt idx="72">
                  <c:v>6.53358782605609</c:v>
                </c:pt>
                <c:pt idx="73">
                  <c:v>6.5270454441254815</c:v>
                </c:pt>
                <c:pt idx="74">
                  <c:v>6.5185161480679543</c:v>
                </c:pt>
                <c:pt idx="75">
                  <c:v>6.519121303144721</c:v>
                </c:pt>
                <c:pt idx="76">
                  <c:v>6.5299889521392469</c:v>
                </c:pt>
                <c:pt idx="77">
                  <c:v>6.5248460398521626</c:v>
                </c:pt>
                <c:pt idx="78">
                  <c:v>6.5152920805917027</c:v>
                </c:pt>
                <c:pt idx="79">
                  <c:v>6.5162319621858495</c:v>
                </c:pt>
                <c:pt idx="80">
                  <c:v>6.5130224255304663</c:v>
                </c:pt>
                <c:pt idx="81">
                  <c:v>6.504874406380841</c:v>
                </c:pt>
                <c:pt idx="82">
                  <c:v>6.5060626429973274</c:v>
                </c:pt>
                <c:pt idx="83">
                  <c:v>6.5123800375361043</c:v>
                </c:pt>
                <c:pt idx="84">
                  <c:v>6.5054580795061439</c:v>
                </c:pt>
                <c:pt idx="85">
                  <c:v>6.5070821668005134</c:v>
                </c:pt>
                <c:pt idx="86">
                  <c:v>6.5055371671037001</c:v>
                </c:pt>
                <c:pt idx="87">
                  <c:v>6.5016300770983912</c:v>
                </c:pt>
                <c:pt idx="88">
                  <c:v>6.506506627976969</c:v>
                </c:pt>
                <c:pt idx="89">
                  <c:v>6.5028790991334748</c:v>
                </c:pt>
                <c:pt idx="90">
                  <c:v>6.4913056515649652</c:v>
                </c:pt>
                <c:pt idx="91">
                  <c:v>6.4910790373127814</c:v>
                </c:pt>
                <c:pt idx="92">
                  <c:v>6.4875029024667645</c:v>
                </c:pt>
                <c:pt idx="93">
                  <c:v>6.4784787820436023</c:v>
                </c:pt>
                <c:pt idx="94">
                  <c:v>6.4759487553778818</c:v>
                </c:pt>
                <c:pt idx="95">
                  <c:v>6.4683552367895247</c:v>
                </c:pt>
                <c:pt idx="96">
                  <c:v>6.4638777843345183</c:v>
                </c:pt>
                <c:pt idx="97">
                  <c:v>6.457101800047031</c:v>
                </c:pt>
                <c:pt idx="98">
                  <c:v>6.452726433079099</c:v>
                </c:pt>
                <c:pt idx="99">
                  <c:v>6.4487087165698682</c:v>
                </c:pt>
                <c:pt idx="100">
                  <c:v>6.4395437618039804</c:v>
                </c:pt>
                <c:pt idx="101">
                  <c:v>6.4260754656148276</c:v>
                </c:pt>
                <c:pt idx="102">
                  <c:v>6.4234598439101429</c:v>
                </c:pt>
                <c:pt idx="103">
                  <c:v>6.4282111265416342</c:v>
                </c:pt>
                <c:pt idx="104">
                  <c:v>6.4387115118117446</c:v>
                </c:pt>
                <c:pt idx="105">
                  <c:v>6.4427527808219773</c:v>
                </c:pt>
                <c:pt idx="106">
                  <c:v>6.422849327589037</c:v>
                </c:pt>
                <c:pt idx="107">
                  <c:v>6.421559744967456</c:v>
                </c:pt>
                <c:pt idx="108">
                  <c:v>6.4206179776942651</c:v>
                </c:pt>
                <c:pt idx="109">
                  <c:v>6.4287024383678739</c:v>
                </c:pt>
                <c:pt idx="110">
                  <c:v>6.4351939809124916</c:v>
                </c:pt>
                <c:pt idx="111">
                  <c:v>6.4207395115573638</c:v>
                </c:pt>
                <c:pt idx="112">
                  <c:v>6.3869314307940996</c:v>
                </c:pt>
                <c:pt idx="113">
                  <c:v>6.358944108473132</c:v>
                </c:pt>
                <c:pt idx="114">
                  <c:v>6.3399994305988772</c:v>
                </c:pt>
                <c:pt idx="115">
                  <c:v>6.3311230956490361</c:v>
                </c:pt>
                <c:pt idx="116">
                  <c:v>6.3204564378561532</c:v>
                </c:pt>
                <c:pt idx="117">
                  <c:v>6.2933221264839547</c:v>
                </c:pt>
                <c:pt idx="118">
                  <c:v>6.3007300905569634</c:v>
                </c:pt>
                <c:pt idx="119">
                  <c:v>6.2862393680978599</c:v>
                </c:pt>
                <c:pt idx="120">
                  <c:v>6.292967378492019</c:v>
                </c:pt>
                <c:pt idx="121">
                  <c:v>6.2835393345253783</c:v>
                </c:pt>
                <c:pt idx="122">
                  <c:v>6.278767309424401</c:v>
                </c:pt>
                <c:pt idx="123">
                  <c:v>6.2877683395227981</c:v>
                </c:pt>
                <c:pt idx="124">
                  <c:v>6.2819394652657916</c:v>
                </c:pt>
                <c:pt idx="125">
                  <c:v>6.2466719058964806</c:v>
                </c:pt>
                <c:pt idx="126">
                  <c:v>6.227405257568968</c:v>
                </c:pt>
                <c:pt idx="127">
                  <c:v>6.2117837562430758</c:v>
                </c:pt>
                <c:pt idx="128">
                  <c:v>6.2102974714153243</c:v>
                </c:pt>
                <c:pt idx="129">
                  <c:v>6.2010252178144167</c:v>
                </c:pt>
                <c:pt idx="130">
                  <c:v>6.1941656535763565</c:v>
                </c:pt>
                <c:pt idx="131">
                  <c:v>6.1942125737078664</c:v>
                </c:pt>
                <c:pt idx="132">
                  <c:v>6.2011018466343959</c:v>
                </c:pt>
                <c:pt idx="133">
                  <c:v>6.1900847668191474</c:v>
                </c:pt>
                <c:pt idx="134">
                  <c:v>6.1867665632870859</c:v>
                </c:pt>
                <c:pt idx="135">
                  <c:v>6.1852129671122782</c:v>
                </c:pt>
                <c:pt idx="136">
                  <c:v>6.1594191516958547</c:v>
                </c:pt>
                <c:pt idx="137">
                  <c:v>6.1835525342786877</c:v>
                </c:pt>
                <c:pt idx="138">
                  <c:v>6.1584240307979456</c:v>
                </c:pt>
                <c:pt idx="139">
                  <c:v>6.1541050308437928</c:v>
                </c:pt>
                <c:pt idx="140">
                  <c:v>6.150236384657819</c:v>
                </c:pt>
                <c:pt idx="141">
                  <c:v>6.1467511598774829</c:v>
                </c:pt>
                <c:pt idx="142">
                  <c:v>6.1401562654829034</c:v>
                </c:pt>
                <c:pt idx="143">
                  <c:v>6.1543878179957376</c:v>
                </c:pt>
                <c:pt idx="144">
                  <c:v>6.1480734738201193</c:v>
                </c:pt>
                <c:pt idx="145">
                  <c:v>6.1542762578958188</c:v>
                </c:pt>
                <c:pt idx="146">
                  <c:v>6.1531217139269598</c:v>
                </c:pt>
                <c:pt idx="147">
                  <c:v>6.1772775860054505</c:v>
                </c:pt>
                <c:pt idx="148">
                  <c:v>6.1918302955413678</c:v>
                </c:pt>
                <c:pt idx="149">
                  <c:v>6.1958162143255402</c:v>
                </c:pt>
                <c:pt idx="150">
                  <c:v>6.1978916814193319</c:v>
                </c:pt>
                <c:pt idx="151">
                  <c:v>6.2088350533684151</c:v>
                </c:pt>
                <c:pt idx="152">
                  <c:v>6.2241804690977878</c:v>
                </c:pt>
                <c:pt idx="153">
                  <c:v>6.2202720665119671</c:v>
                </c:pt>
                <c:pt idx="154">
                  <c:v>6.221265283243782</c:v>
                </c:pt>
                <c:pt idx="155">
                  <c:v>6.2178686576479452</c:v>
                </c:pt>
                <c:pt idx="156">
                  <c:v>6.2402630004629147</c:v>
                </c:pt>
                <c:pt idx="157">
                  <c:v>6.2547746317749482</c:v>
                </c:pt>
                <c:pt idx="158">
                  <c:v>6.2672589732440631</c:v>
                </c:pt>
                <c:pt idx="159">
                  <c:v>6.2713970219581787</c:v>
                </c:pt>
                <c:pt idx="160">
                  <c:v>6.2473697920132993</c:v>
                </c:pt>
                <c:pt idx="161">
                  <c:v>6.2524138725340128</c:v>
                </c:pt>
                <c:pt idx="162">
                  <c:v>6.2519056080834252</c:v>
                </c:pt>
                <c:pt idx="163">
                  <c:v>6.2392793045615687</c:v>
                </c:pt>
                <c:pt idx="164">
                  <c:v>6.2517335860882737</c:v>
                </c:pt>
                <c:pt idx="165">
                  <c:v>6.2600274495710266</c:v>
                </c:pt>
                <c:pt idx="166">
                  <c:v>6.2482619770198582</c:v>
                </c:pt>
                <c:pt idx="167">
                  <c:v>6.2380633188838548</c:v>
                </c:pt>
                <c:pt idx="168">
                  <c:v>6.2367117861595602</c:v>
                </c:pt>
                <c:pt idx="169">
                  <c:v>6.2228990207779642</c:v>
                </c:pt>
                <c:pt idx="170">
                  <c:v>6.2383704812105023</c:v>
                </c:pt>
                <c:pt idx="171">
                  <c:v>6.2320787097222663</c:v>
                </c:pt>
                <c:pt idx="172">
                  <c:v>6.2291676834543868</c:v>
                </c:pt>
                <c:pt idx="173">
                  <c:v>6.2327641910289007</c:v>
                </c:pt>
                <c:pt idx="174">
                  <c:v>6.2334756281529655</c:v>
                </c:pt>
                <c:pt idx="175">
                  <c:v>6.2401989058624645</c:v>
                </c:pt>
                <c:pt idx="176">
                  <c:v>6.2442906630047528</c:v>
                </c:pt>
                <c:pt idx="177">
                  <c:v>6.2496321446900014</c:v>
                </c:pt>
                <c:pt idx="178">
                  <c:v>6.2575013606468399</c:v>
                </c:pt>
                <c:pt idx="179">
                  <c:v>6.2616932806230583</c:v>
                </c:pt>
                <c:pt idx="180">
                  <c:v>6.2693903451753981</c:v>
                </c:pt>
                <c:pt idx="181">
                  <c:v>6.2876498560228598</c:v>
                </c:pt>
                <c:pt idx="182">
                  <c:v>6.2904596472079373</c:v>
                </c:pt>
                <c:pt idx="183">
                  <c:v>6.2937961344319078</c:v>
                </c:pt>
                <c:pt idx="184">
                  <c:v>6.3043171142751087</c:v>
                </c:pt>
                <c:pt idx="185">
                  <c:v>6.3090869394171989</c:v>
                </c:pt>
                <c:pt idx="186">
                  <c:v>6.3272432555546185</c:v>
                </c:pt>
                <c:pt idx="187">
                  <c:v>6.3385516727821827</c:v>
                </c:pt>
                <c:pt idx="188">
                  <c:v>6.3345196842707745</c:v>
                </c:pt>
                <c:pt idx="189">
                  <c:v>6.331725144901494</c:v>
                </c:pt>
                <c:pt idx="190">
                  <c:v>6.3405622503323968</c:v>
                </c:pt>
                <c:pt idx="191">
                  <c:v>6.3403513500722477</c:v>
                </c:pt>
                <c:pt idx="192">
                  <c:v>6.3359706588340723</c:v>
                </c:pt>
                <c:pt idx="193">
                  <c:v>6.3446944386518345</c:v>
                </c:pt>
                <c:pt idx="194">
                  <c:v>6.3649086591860673</c:v>
                </c:pt>
                <c:pt idx="195">
                  <c:v>6.3762723896655915</c:v>
                </c:pt>
                <c:pt idx="196">
                  <c:v>6.3859441114310593</c:v>
                </c:pt>
                <c:pt idx="197">
                  <c:v>6.4110510405250913</c:v>
                </c:pt>
                <c:pt idx="198">
                  <c:v>6.4337539506824681</c:v>
                </c:pt>
                <c:pt idx="199">
                  <c:v>6.4342836046492708</c:v>
                </c:pt>
                <c:pt idx="200">
                  <c:v>6.435503860835408</c:v>
                </c:pt>
                <c:pt idx="201">
                  <c:v>6.4563054149307328</c:v>
                </c:pt>
                <c:pt idx="202">
                  <c:v>6.4871629995755375</c:v>
                </c:pt>
                <c:pt idx="203">
                  <c:v>6.5191936614562769</c:v>
                </c:pt>
                <c:pt idx="204">
                  <c:v>6.5310150573320378</c:v>
                </c:pt>
                <c:pt idx="205">
                  <c:v>6.5333161773514403</c:v>
                </c:pt>
                <c:pt idx="206">
                  <c:v>6.531345346957548</c:v>
                </c:pt>
                <c:pt idx="207">
                  <c:v>6.5179064082029257</c:v>
                </c:pt>
                <c:pt idx="208">
                  <c:v>6.4939827611961265</c:v>
                </c:pt>
                <c:pt idx="209">
                  <c:v>6.4824537195204019</c:v>
                </c:pt>
                <c:pt idx="210">
                  <c:v>6.4664002313099624</c:v>
                </c:pt>
                <c:pt idx="211">
                  <c:v>6.4512205889530261</c:v>
                </c:pt>
                <c:pt idx="212">
                  <c:v>6.4395466088095965</c:v>
                </c:pt>
                <c:pt idx="213">
                  <c:v>6.4453738377191998</c:v>
                </c:pt>
                <c:pt idx="214">
                  <c:v>6.4514936426734346</c:v>
                </c:pt>
                <c:pt idx="215">
                  <c:v>6.4376545332463708</c:v>
                </c:pt>
                <c:pt idx="216">
                  <c:v>6.4334759794069054</c:v>
                </c:pt>
                <c:pt idx="217">
                  <c:v>6.4281352187165846</c:v>
                </c:pt>
                <c:pt idx="218">
                  <c:v>6.4184600213858189</c:v>
                </c:pt>
                <c:pt idx="219">
                  <c:v>6.432447766690478</c:v>
                </c:pt>
                <c:pt idx="220">
                  <c:v>6.4404487768228602</c:v>
                </c:pt>
                <c:pt idx="221">
                  <c:v>6.4332981709652746</c:v>
                </c:pt>
                <c:pt idx="222">
                  <c:v>6.4200094949485988</c:v>
                </c:pt>
                <c:pt idx="223">
                  <c:v>6.4060336183296878</c:v>
                </c:pt>
                <c:pt idx="224">
                  <c:v>6.3902007545674104</c:v>
                </c:pt>
                <c:pt idx="225">
                  <c:v>6.3823632069262839</c:v>
                </c:pt>
                <c:pt idx="226">
                  <c:v>6.3976211234506</c:v>
                </c:pt>
                <c:pt idx="227">
                  <c:v>6.3844215550122829</c:v>
                </c:pt>
                <c:pt idx="228">
                  <c:v>6.3731795802404498</c:v>
                </c:pt>
                <c:pt idx="229">
                  <c:v>6.3824355652378397</c:v>
                </c:pt>
                <c:pt idx="230">
                  <c:v>6.4073704168755699</c:v>
                </c:pt>
                <c:pt idx="231">
                  <c:v>6.4154460037654415</c:v>
                </c:pt>
                <c:pt idx="232">
                  <c:v>6.4221075162427219</c:v>
                </c:pt>
                <c:pt idx="233">
                  <c:v>6.4037525012977916</c:v>
                </c:pt>
                <c:pt idx="234">
                  <c:v>6.4163693579373779</c:v>
                </c:pt>
                <c:pt idx="235">
                  <c:v>6.427414556554842</c:v>
                </c:pt>
                <c:pt idx="236">
                  <c:v>6.4257520901458118</c:v>
                </c:pt>
                <c:pt idx="237">
                  <c:v>6.4069649958810846</c:v>
                </c:pt>
                <c:pt idx="238">
                  <c:v>6.3929908940189213</c:v>
                </c:pt>
                <c:pt idx="239">
                  <c:v>6.3945675805184949</c:v>
                </c:pt>
                <c:pt idx="240">
                  <c:v>6.3760002602976558</c:v>
                </c:pt>
                <c:pt idx="241">
                  <c:v>6.3554259859882958</c:v>
                </c:pt>
                <c:pt idx="242">
                  <c:v>6.3699352139839007</c:v>
                </c:pt>
                <c:pt idx="243">
                  <c:v>6.3505153819646258</c:v>
                </c:pt>
                <c:pt idx="244">
                  <c:v>6.3397531461260748</c:v>
                </c:pt>
                <c:pt idx="245">
                  <c:v>6.3343462017987164</c:v>
                </c:pt>
                <c:pt idx="246">
                  <c:v>6.3519564474694183</c:v>
                </c:pt>
                <c:pt idx="247">
                  <c:v>6.3455040235214426</c:v>
                </c:pt>
                <c:pt idx="248">
                  <c:v>6.3590709666064731</c:v>
                </c:pt>
                <c:pt idx="249">
                  <c:v>6.3614605286704551</c:v>
                </c:pt>
                <c:pt idx="250">
                  <c:v>6.3672417248269229</c:v>
                </c:pt>
                <c:pt idx="251">
                  <c:v>6.4333572925494238</c:v>
                </c:pt>
                <c:pt idx="252">
                  <c:v>6.4748214890504894</c:v>
                </c:pt>
                <c:pt idx="253">
                  <c:v>6.4976045220801923</c:v>
                </c:pt>
                <c:pt idx="254">
                  <c:v>6.5339003311400292</c:v>
                </c:pt>
                <c:pt idx="255">
                  <c:v>6.5974179138030227</c:v>
                </c:pt>
                <c:pt idx="256">
                  <c:v>6.6644309168541245</c:v>
                </c:pt>
                <c:pt idx="257">
                  <c:v>6.7801919399422301</c:v>
                </c:pt>
                <c:pt idx="258">
                  <c:v>6.8919813532224401</c:v>
                </c:pt>
                <c:pt idx="259">
                  <c:v>7</c:v>
                </c:pt>
                <c:pt idx="260">
                  <c:v>6.8639286606946097</c:v>
                </c:pt>
                <c:pt idx="261">
                  <c:v>6.5567691440791895</c:v>
                </c:pt>
                <c:pt idx="262">
                  <c:v>6.3492863998911471</c:v>
                </c:pt>
                <c:pt idx="263">
                  <c:v>6.3264173281332958</c:v>
                </c:pt>
                <c:pt idx="264">
                  <c:v>6.2811066421750237</c:v>
                </c:pt>
                <c:pt idx="265">
                  <c:v>6.2597803886421488</c:v>
                </c:pt>
                <c:pt idx="266">
                  <c:v>6.2483505114996829</c:v>
                </c:pt>
                <c:pt idx="267">
                  <c:v>6.2316319331981553</c:v>
                </c:pt>
                <c:pt idx="268">
                  <c:v>6.1950187384733244</c:v>
                </c:pt>
                <c:pt idx="269">
                  <c:v>6.212816220980879</c:v>
                </c:pt>
                <c:pt idx="270">
                  <c:v>6.2108425435813697</c:v>
                </c:pt>
                <c:pt idx="271">
                  <c:v>6.2166325210863276</c:v>
                </c:pt>
                <c:pt idx="272">
                  <c:v>6.2274637136193363</c:v>
                </c:pt>
                <c:pt idx="273">
                  <c:v>6.2526261778099208</c:v>
                </c:pt>
                <c:pt idx="274">
                  <c:v>6.2529847711081441</c:v>
                </c:pt>
                <c:pt idx="275">
                  <c:v>6.2575437144771344</c:v>
                </c:pt>
                <c:pt idx="276">
                  <c:v>6.2915097116168184</c:v>
                </c:pt>
                <c:pt idx="277">
                  <c:v>6.362533738865249</c:v>
                </c:pt>
                <c:pt idx="278">
                  <c:v>6.7674884529889123</c:v>
                </c:pt>
                <c:pt idx="279">
                  <c:v>6.8607625686054394</c:v>
                </c:pt>
                <c:pt idx="280">
                  <c:v>6.7734461634935492</c:v>
                </c:pt>
                <c:pt idx="281">
                  <c:v>6.5068502652521847</c:v>
                </c:pt>
                <c:pt idx="282">
                  <c:v>6.3294834422590291</c:v>
                </c:pt>
                <c:pt idx="283">
                  <c:v>6.2288079439590973</c:v>
                </c:pt>
                <c:pt idx="284">
                  <c:v>6.1762500018487048</c:v>
                </c:pt>
                <c:pt idx="285">
                  <c:v>6.1221619328727837</c:v>
                </c:pt>
                <c:pt idx="286">
                  <c:v>5.97758443867402</c:v>
                </c:pt>
                <c:pt idx="287">
                  <c:v>6.1548682594368991</c:v>
                </c:pt>
                <c:pt idx="288">
                  <c:v>6.1938889763942555</c:v>
                </c:pt>
                <c:pt idx="289">
                  <c:v>6.215681658184808</c:v>
                </c:pt>
                <c:pt idx="290">
                  <c:v>6.1836622179430858</c:v>
                </c:pt>
                <c:pt idx="291">
                  <c:v>6.2442278809848126</c:v>
                </c:pt>
                <c:pt idx="292">
                  <c:v>6.265630227213232</c:v>
                </c:pt>
                <c:pt idx="293">
                  <c:v>6.2186757652529243</c:v>
                </c:pt>
                <c:pt idx="294">
                  <c:v>6.1968223535049223</c:v>
                </c:pt>
                <c:pt idx="295">
                  <c:v>6.225466206413083</c:v>
                </c:pt>
                <c:pt idx="296">
                  <c:v>6.2655111151536129</c:v>
                </c:pt>
                <c:pt idx="297">
                  <c:v>6.340704748509574</c:v>
                </c:pt>
                <c:pt idx="298">
                  <c:v>6.3556081573735961</c:v>
                </c:pt>
                <c:pt idx="299">
                  <c:v>6.3425926459996251</c:v>
                </c:pt>
                <c:pt idx="300">
                  <c:v>6.3882827601608527</c:v>
                </c:pt>
                <c:pt idx="301">
                  <c:v>6.3367780622318444</c:v>
                </c:pt>
                <c:pt idx="302">
                  <c:v>6.3370374355356578</c:v>
                </c:pt>
                <c:pt idx="303">
                  <c:v>6.3811998538783605</c:v>
                </c:pt>
                <c:pt idx="304">
                  <c:v>6.4660801465357487</c:v>
                </c:pt>
                <c:pt idx="305">
                  <c:v>6.5172202428754602</c:v>
                </c:pt>
                <c:pt idx="306">
                  <c:v>6.5048097386818586</c:v>
                </c:pt>
                <c:pt idx="307">
                  <c:v>6.4944222723098006</c:v>
                </c:pt>
                <c:pt idx="308">
                  <c:v>6.5172501918955721</c:v>
                </c:pt>
                <c:pt idx="309">
                  <c:v>6.4855758124318745</c:v>
                </c:pt>
                <c:pt idx="310">
                  <c:v>6.4615501169121012</c:v>
                </c:pt>
                <c:pt idx="311">
                  <c:v>6.4226311064573043</c:v>
                </c:pt>
                <c:pt idx="312">
                  <c:v>6.5347796491601695</c:v>
                </c:pt>
                <c:pt idx="313">
                  <c:v>6.646004652820606</c:v>
                </c:pt>
                <c:pt idx="314">
                  <c:v>6.6340285203409293</c:v>
                </c:pt>
                <c:pt idx="315">
                  <c:v>6.6472121529426191</c:v>
                </c:pt>
                <c:pt idx="316">
                  <c:v>6.6403107155375505</c:v>
                </c:pt>
                <c:pt idx="317">
                  <c:v>6.6691028160952683</c:v>
                </c:pt>
                <c:pt idx="318">
                  <c:v>6.7387697829916187</c:v>
                </c:pt>
                <c:pt idx="319">
                  <c:v>6.7515254034243934</c:v>
                </c:pt>
                <c:pt idx="320">
                  <c:v>6.7433203332401579</c:v>
                </c:pt>
                <c:pt idx="321">
                  <c:v>6.8253110630940803</c:v>
                </c:pt>
                <c:pt idx="322">
                  <c:v>6.8778354327226676</c:v>
                </c:pt>
                <c:pt idx="323">
                  <c:v>6.9010550189381332</c:v>
                </c:pt>
                <c:pt idx="324">
                  <c:v>6.8963769080483726</c:v>
                </c:pt>
                <c:pt idx="325">
                  <c:v>6.8776670526762596</c:v>
                </c:pt>
                <c:pt idx="326">
                  <c:v>6.8494293417575118</c:v>
                </c:pt>
                <c:pt idx="327">
                  <c:v>6.8487050191599774</c:v>
                </c:pt>
                <c:pt idx="328">
                  <c:v>6.8418378197704932</c:v>
                </c:pt>
                <c:pt idx="329">
                  <c:v>6.8355006071147031</c:v>
                </c:pt>
                <c:pt idx="330">
                  <c:v>6.8047482137812816</c:v>
                </c:pt>
                <c:pt idx="331">
                  <c:v>6.7871807841171092</c:v>
                </c:pt>
                <c:pt idx="332">
                  <c:v>6.7773945535673352</c:v>
                </c:pt>
                <c:pt idx="333">
                  <c:v>6.7772995301331509</c:v>
                </c:pt>
                <c:pt idx="334">
                  <c:v>6.7790374606780457</c:v>
                </c:pt>
                <c:pt idx="335">
                  <c:v>6.7561324500960582</c:v>
                </c:pt>
                <c:pt idx="336">
                  <c:v>6.7539308643509051</c:v>
                </c:pt>
                <c:pt idx="337">
                  <c:v>6.752194412769966</c:v>
                </c:pt>
                <c:pt idx="338">
                  <c:v>6.7111403699480441</c:v>
                </c:pt>
                <c:pt idx="339">
                  <c:v>6.7025346484280828</c:v>
                </c:pt>
                <c:pt idx="340">
                  <c:v>6.706093109654824</c:v>
                </c:pt>
                <c:pt idx="341">
                  <c:v>6.7474814722790386</c:v>
                </c:pt>
                <c:pt idx="342">
                  <c:v>6.6990297996447516</c:v>
                </c:pt>
                <c:pt idx="343">
                  <c:v>6.6808902327741366</c:v>
                </c:pt>
                <c:pt idx="344">
                  <c:v>6.7044714996250816</c:v>
                </c:pt>
                <c:pt idx="345">
                  <c:v>6.6658909500716561</c:v>
                </c:pt>
                <c:pt idx="346">
                  <c:v>6.6589829312769808</c:v>
                </c:pt>
                <c:pt idx="347">
                  <c:v>6.6115040841589652</c:v>
                </c:pt>
                <c:pt idx="348">
                  <c:v>6.5685065717763393</c:v>
                </c:pt>
                <c:pt idx="349">
                  <c:v>6.546847810172018</c:v>
                </c:pt>
                <c:pt idx="350">
                  <c:v>6.5834678081310471</c:v>
                </c:pt>
                <c:pt idx="351">
                  <c:v>6.6047474003511057</c:v>
                </c:pt>
                <c:pt idx="352">
                  <c:v>6.5582435232470946</c:v>
                </c:pt>
                <c:pt idx="353">
                  <c:v>6.5111316070866039</c:v>
                </c:pt>
                <c:pt idx="354">
                  <c:v>6.477392150250906</c:v>
                </c:pt>
                <c:pt idx="355">
                  <c:v>6.479217746384303</c:v>
                </c:pt>
                <c:pt idx="356">
                  <c:v>6.5142054487990073</c:v>
                </c:pt>
                <c:pt idx="357">
                  <c:v>6.4919497773419756</c:v>
                </c:pt>
                <c:pt idx="358">
                  <c:v>6.4401839313524079</c:v>
                </c:pt>
                <c:pt idx="359">
                  <c:v>6.4372827217077884</c:v>
                </c:pt>
                <c:pt idx="360">
                  <c:v>6.4924875656105376</c:v>
                </c:pt>
                <c:pt idx="361">
                  <c:v>6.4538745158241753</c:v>
                </c:pt>
                <c:pt idx="362">
                  <c:v>6.4126197406193013</c:v>
                </c:pt>
                <c:pt idx="363">
                  <c:v>6.3912319252117493</c:v>
                </c:pt>
                <c:pt idx="364">
                  <c:v>6.3973532461040383</c:v>
                </c:pt>
                <c:pt idx="365">
                  <c:v>6.3870633913530899</c:v>
                </c:pt>
                <c:pt idx="366">
                  <c:v>6.3667307427800672</c:v>
                </c:pt>
                <c:pt idx="367">
                  <c:v>6.3800259632122502</c:v>
                </c:pt>
                <c:pt idx="368">
                  <c:v>6.3944320334719116</c:v>
                </c:pt>
                <c:pt idx="369">
                  <c:v>6.3843459799541229</c:v>
                </c:pt>
                <c:pt idx="370">
                  <c:v>6.3861024714966677</c:v>
                </c:pt>
                <c:pt idx="371">
                  <c:v>6.3742660271626512</c:v>
                </c:pt>
                <c:pt idx="372">
                  <c:v>6.3722251678254347</c:v>
                </c:pt>
                <c:pt idx="373">
                  <c:v>6.351357651937664</c:v>
                </c:pt>
                <c:pt idx="374">
                  <c:v>6.3178983848234624</c:v>
                </c:pt>
                <c:pt idx="375">
                  <c:v>6.3201139098039043</c:v>
                </c:pt>
                <c:pt idx="376">
                  <c:v>6.3152367673397434</c:v>
                </c:pt>
                <c:pt idx="377">
                  <c:v>6.2942644113945301</c:v>
                </c:pt>
                <c:pt idx="378">
                  <c:v>6.283102152779934</c:v>
                </c:pt>
                <c:pt idx="379">
                  <c:v>6.262072061779282</c:v>
                </c:pt>
                <c:pt idx="380">
                  <c:v>6.2161826572249597</c:v>
                </c:pt>
                <c:pt idx="381">
                  <c:v>6.1961401444060407</c:v>
                </c:pt>
                <c:pt idx="382">
                  <c:v>6.1621032309446591</c:v>
                </c:pt>
                <c:pt idx="383">
                  <c:v>6.1706086787083905</c:v>
                </c:pt>
                <c:pt idx="384">
                  <c:v>6.172277412227186</c:v>
                </c:pt>
                <c:pt idx="385">
                  <c:v>6.131374796827326</c:v>
                </c:pt>
                <c:pt idx="386">
                  <c:v>6.1240555613481646</c:v>
                </c:pt>
                <c:pt idx="387">
                  <c:v>6.1321754524520484</c:v>
                </c:pt>
                <c:pt idx="388">
                  <c:v>6.1311810895231673</c:v>
                </c:pt>
                <c:pt idx="389">
                  <c:v>6.1016674394253334</c:v>
                </c:pt>
                <c:pt idx="390">
                  <c:v>6.0920628071623266</c:v>
                </c:pt>
                <c:pt idx="391">
                  <c:v>6.0672819387812451</c:v>
                </c:pt>
                <c:pt idx="392">
                  <c:v>6.1060385543718914</c:v>
                </c:pt>
                <c:pt idx="393">
                  <c:v>6.1092047204092585</c:v>
                </c:pt>
                <c:pt idx="394">
                  <c:v>6.1154317779808887</c:v>
                </c:pt>
                <c:pt idx="395">
                  <c:v>6.1204530454825781</c:v>
                </c:pt>
                <c:pt idx="396">
                  <c:v>6.1232103796648367</c:v>
                </c:pt>
                <c:pt idx="397">
                  <c:v>6.1177842642671951</c:v>
                </c:pt>
                <c:pt idx="398">
                  <c:v>6.1165925613289378</c:v>
                </c:pt>
                <c:pt idx="399">
                  <c:v>6.1084651367524021</c:v>
                </c:pt>
                <c:pt idx="400">
                  <c:v>6.1143806782972394</c:v>
                </c:pt>
                <c:pt idx="401">
                  <c:v>6.1235951321380346</c:v>
                </c:pt>
                <c:pt idx="402">
                  <c:v>6.1202131205547889</c:v>
                </c:pt>
                <c:pt idx="403">
                  <c:v>6.0990668846659535</c:v>
                </c:pt>
                <c:pt idx="404">
                  <c:v>6.1011250386379334</c:v>
                </c:pt>
                <c:pt idx="405">
                  <c:v>6.1063492754555577</c:v>
                </c:pt>
                <c:pt idx="406">
                  <c:v>6.1075905514169211</c:v>
                </c:pt>
                <c:pt idx="407">
                  <c:v>6.1023605281528184</c:v>
                </c:pt>
                <c:pt idx="408">
                  <c:v>6.0906030512505378</c:v>
                </c:pt>
                <c:pt idx="409">
                  <c:v>6.0838684871973481</c:v>
                </c:pt>
                <c:pt idx="410">
                  <c:v>6.0749041631356402</c:v>
                </c:pt>
                <c:pt idx="411">
                  <c:v>6.0510685699453814</c:v>
                </c:pt>
                <c:pt idx="412">
                  <c:v>6.0488365637603545</c:v>
                </c:pt>
                <c:pt idx="413">
                  <c:v>6.0296532134559095</c:v>
                </c:pt>
                <c:pt idx="414">
                  <c:v>6.0414931703293213</c:v>
                </c:pt>
                <c:pt idx="415">
                  <c:v>6.0205267441052195</c:v>
                </c:pt>
                <c:pt idx="416">
                  <c:v>6.0145727541192846</c:v>
                </c:pt>
                <c:pt idx="417">
                  <c:v>6.0070381734000202</c:v>
                </c:pt>
                <c:pt idx="418">
                  <c:v>5.9820517001430158</c:v>
                </c:pt>
                <c:pt idx="419">
                  <c:v>6.0035630746121598</c:v>
                </c:pt>
                <c:pt idx="420">
                  <c:v>6.0210305508660076</c:v>
                </c:pt>
                <c:pt idx="421">
                  <c:v>6.0132818716270382</c:v>
                </c:pt>
                <c:pt idx="422">
                  <c:v>6.02091995209266</c:v>
                </c:pt>
                <c:pt idx="423">
                  <c:v>6.0401317978729541</c:v>
                </c:pt>
                <c:pt idx="424">
                  <c:v>6.030149565314006</c:v>
                </c:pt>
                <c:pt idx="425">
                  <c:v>6.0635055891896608</c:v>
                </c:pt>
                <c:pt idx="426">
                  <c:v>6.0375293135277879</c:v>
                </c:pt>
                <c:pt idx="427">
                  <c:v>6.0319571550612361</c:v>
                </c:pt>
                <c:pt idx="428">
                  <c:v>6.0098165354455899</c:v>
                </c:pt>
                <c:pt idx="429">
                  <c:v>6.0371371084627796</c:v>
                </c:pt>
                <c:pt idx="430">
                  <c:v>6.048677538160967</c:v>
                </c:pt>
                <c:pt idx="431">
                  <c:v>6.0723167619119449</c:v>
                </c:pt>
                <c:pt idx="432">
                  <c:v>6.0871606332332071</c:v>
                </c:pt>
                <c:pt idx="433">
                  <c:v>6.0792300125416148</c:v>
                </c:pt>
                <c:pt idx="434">
                  <c:v>6.0637191284761194</c:v>
                </c:pt>
                <c:pt idx="435">
                  <c:v>6.0198114986489664</c:v>
                </c:pt>
                <c:pt idx="436">
                  <c:v>5.9882552005918814</c:v>
                </c:pt>
                <c:pt idx="437">
                  <c:v>6.028842001725951</c:v>
                </c:pt>
                <c:pt idx="438">
                  <c:v>6.1436321727903165</c:v>
                </c:pt>
                <c:pt idx="439">
                  <c:v>6.2024357427135142</c:v>
                </c:pt>
                <c:pt idx="440">
                  <c:v>6.1742287942450558</c:v>
                </c:pt>
                <c:pt idx="441">
                  <c:v>6.0333862363362218</c:v>
                </c:pt>
                <c:pt idx="442">
                  <c:v>6.015489658621842</c:v>
                </c:pt>
                <c:pt idx="443">
                  <c:v>6.0796473022218471</c:v>
                </c:pt>
                <c:pt idx="444">
                  <c:v>6.0421188691397898</c:v>
                </c:pt>
                <c:pt idx="445">
                  <c:v>6.1495055361318292</c:v>
                </c:pt>
                <c:pt idx="446">
                  <c:v>6.1325292113868395</c:v>
                </c:pt>
                <c:pt idx="447">
                  <c:v>6.0782298816533045</c:v>
                </c:pt>
                <c:pt idx="448">
                  <c:v>6.1275776677921581</c:v>
                </c:pt>
                <c:pt idx="449">
                  <c:v>6.1512537824503175</c:v>
                </c:pt>
                <c:pt idx="450">
                  <c:v>6.0823393401454409</c:v>
                </c:pt>
                <c:pt idx="451">
                  <c:v>6.077423476556203</c:v>
                </c:pt>
                <c:pt idx="452">
                  <c:v>6.0699353757455823</c:v>
                </c:pt>
                <c:pt idx="453">
                  <c:v>6.0645231441220799</c:v>
                </c:pt>
                <c:pt idx="454">
                  <c:v>6.0206251784000271</c:v>
                </c:pt>
                <c:pt idx="455">
                  <c:v>6.0772645433920633</c:v>
                </c:pt>
                <c:pt idx="456">
                  <c:v>6.1029143077191561</c:v>
                </c:pt>
                <c:pt idx="457">
                  <c:v>6.0638395484944887</c:v>
                </c:pt>
                <c:pt idx="458">
                  <c:v>6.1197622121751269</c:v>
                </c:pt>
                <c:pt idx="459">
                  <c:v>6.1486562688105728</c:v>
                </c:pt>
                <c:pt idx="460">
                  <c:v>6.1428198888114895</c:v>
                </c:pt>
                <c:pt idx="461">
                  <c:v>6.1152840202381427</c:v>
                </c:pt>
                <c:pt idx="462">
                  <c:v>6.1506680572625267</c:v>
                </c:pt>
                <c:pt idx="463">
                  <c:v>6.1320064253589077</c:v>
                </c:pt>
                <c:pt idx="464">
                  <c:v>6.1439527474713413</c:v>
                </c:pt>
                <c:pt idx="465">
                  <c:v>6.1555600725579716</c:v>
                </c:pt>
                <c:pt idx="466">
                  <c:v>6.1451408916525789</c:v>
                </c:pt>
                <c:pt idx="467">
                  <c:v>6.1096070078488616</c:v>
                </c:pt>
                <c:pt idx="468">
                  <c:v>6.0888436017800807</c:v>
                </c:pt>
                <c:pt idx="469">
                  <c:v>6.1164367524761554</c:v>
                </c:pt>
                <c:pt idx="470">
                  <c:v>6.1496893436210067</c:v>
                </c:pt>
                <c:pt idx="471">
                  <c:v>6.1719947637281125</c:v>
                </c:pt>
                <c:pt idx="472">
                  <c:v>6.1718309869570165</c:v>
                </c:pt>
                <c:pt idx="473">
                  <c:v>6.1712056625092995</c:v>
                </c:pt>
                <c:pt idx="474">
                  <c:v>6.1491666038106985</c:v>
                </c:pt>
                <c:pt idx="475">
                  <c:v>6.1617159087715878</c:v>
                </c:pt>
                <c:pt idx="476">
                  <c:v>6.1729220926156811</c:v>
                </c:pt>
                <c:pt idx="477">
                  <c:v>6.1768264465376719</c:v>
                </c:pt>
                <c:pt idx="478">
                  <c:v>6.1843797927675705</c:v>
                </c:pt>
                <c:pt idx="479">
                  <c:v>6.1963207998532868</c:v>
                </c:pt>
                <c:pt idx="480">
                  <c:v>6.1999867632725918</c:v>
                </c:pt>
                <c:pt idx="481">
                  <c:v>6.201762610755913</c:v>
                </c:pt>
                <c:pt idx="482">
                  <c:v>6.1948006282638888</c:v>
                </c:pt>
                <c:pt idx="483">
                  <c:v>6.208953666277699</c:v>
                </c:pt>
                <c:pt idx="484">
                  <c:v>6.2154743444122529</c:v>
                </c:pt>
                <c:pt idx="485">
                  <c:v>6.2296151809734246</c:v>
                </c:pt>
                <c:pt idx="486">
                  <c:v>6.2498279780048476</c:v>
                </c:pt>
                <c:pt idx="487">
                  <c:v>6.2515183968326511</c:v>
                </c:pt>
                <c:pt idx="488">
                  <c:v>6.2535572780555775</c:v>
                </c:pt>
                <c:pt idx="489">
                  <c:v>6.24903024333394</c:v>
                </c:pt>
                <c:pt idx="490">
                  <c:v>6.2343163082397508</c:v>
                </c:pt>
                <c:pt idx="491">
                  <c:v>6.2369732300129108</c:v>
                </c:pt>
                <c:pt idx="492">
                  <c:v>6.2451653222884298</c:v>
                </c:pt>
                <c:pt idx="493">
                  <c:v>6.2672033457122618</c:v>
                </c:pt>
                <c:pt idx="494">
                  <c:v>6.2795830689685257</c:v>
                </c:pt>
                <c:pt idx="495">
                  <c:v>6.2886708957641</c:v>
                </c:pt>
                <c:pt idx="496">
                  <c:v>6.2938712842879303</c:v>
                </c:pt>
                <c:pt idx="497">
                  <c:v>6.2833252360056733</c:v>
                </c:pt>
                <c:pt idx="498">
                  <c:v>6.2787538508524001</c:v>
                </c:pt>
                <c:pt idx="499">
                  <c:v>6.2753637142109211</c:v>
                </c:pt>
                <c:pt idx="500">
                  <c:v>6.2784746224574768</c:v>
                </c:pt>
                <c:pt idx="501">
                  <c:v>6.278586764899452</c:v>
                </c:pt>
                <c:pt idx="502">
                  <c:v>6.2741344363446521</c:v>
                </c:pt>
                <c:pt idx="503">
                  <c:v>6.2627801712344473</c:v>
                </c:pt>
                <c:pt idx="504">
                  <c:v>6.2698438140114092</c:v>
                </c:pt>
                <c:pt idx="505">
                  <c:v>6.2813319993078442</c:v>
                </c:pt>
                <c:pt idx="506">
                  <c:v>6.2865288568052318</c:v>
                </c:pt>
                <c:pt idx="507">
                  <c:v>6.2988688329051721</c:v>
                </c:pt>
                <c:pt idx="508">
                  <c:v>6.3001039711661182</c:v>
                </c:pt>
                <c:pt idx="509">
                  <c:v>6.3115461606835179</c:v>
                </c:pt>
                <c:pt idx="510">
                  <c:v>6.3616038402778079</c:v>
                </c:pt>
                <c:pt idx="511">
                  <c:v>6.4165836228405269</c:v>
                </c:pt>
                <c:pt idx="512">
                  <c:v>6.4583573295235226</c:v>
                </c:pt>
                <c:pt idx="513">
                  <c:v>6.4681612336925731</c:v>
                </c:pt>
                <c:pt idx="514">
                  <c:v>6.4543638310490739</c:v>
                </c:pt>
                <c:pt idx="515">
                  <c:v>6.449582044785986</c:v>
                </c:pt>
                <c:pt idx="516">
                  <c:v>6.4438979056391421</c:v>
                </c:pt>
                <c:pt idx="517">
                  <c:v>6.4349102047034004</c:v>
                </c:pt>
                <c:pt idx="518">
                  <c:v>6.4261818031232751</c:v>
                </c:pt>
                <c:pt idx="519">
                  <c:v>6.4176830476714457</c:v>
                </c:pt>
                <c:pt idx="520">
                  <c:v>6.3941455211795031</c:v>
                </c:pt>
                <c:pt idx="521">
                  <c:v>6.4211285530260334</c:v>
                </c:pt>
                <c:pt idx="522">
                  <c:v>6.4224308177635399</c:v>
                </c:pt>
                <c:pt idx="523">
                  <c:v>6.4115873498296976</c:v>
                </c:pt>
                <c:pt idx="524">
                  <c:v>6.4160283088490839</c:v>
                </c:pt>
                <c:pt idx="525">
                  <c:v>6.4409594630769247</c:v>
                </c:pt>
                <c:pt idx="526">
                  <c:v>6.4553081125609886</c:v>
                </c:pt>
                <c:pt idx="527">
                  <c:v>6.4528915963789046</c:v>
                </c:pt>
                <c:pt idx="528">
                  <c:v>6.4444643488343534</c:v>
                </c:pt>
                <c:pt idx="529">
                  <c:v>6.4354823419098448</c:v>
                </c:pt>
                <c:pt idx="530">
                  <c:v>6.4405006884577212</c:v>
                </c:pt>
                <c:pt idx="531">
                  <c:v>6.44480798610957</c:v>
                </c:pt>
                <c:pt idx="532">
                  <c:v>6.4560453760931393</c:v>
                </c:pt>
                <c:pt idx="533">
                  <c:v>6.4445532345681196</c:v>
                </c:pt>
                <c:pt idx="534">
                  <c:v>6.4413318292269892</c:v>
                </c:pt>
                <c:pt idx="535">
                  <c:v>6.4986332154599058</c:v>
                </c:pt>
                <c:pt idx="536">
                  <c:v>6.4936627503701105</c:v>
                </c:pt>
                <c:pt idx="537">
                  <c:v>6.5077116138602582</c:v>
                </c:pt>
                <c:pt idx="538">
                  <c:v>6.5251365453472525</c:v>
                </c:pt>
                <c:pt idx="539">
                  <c:v>6.5423614099850766</c:v>
                </c:pt>
                <c:pt idx="540">
                  <c:v>6.5578683840396126</c:v>
                </c:pt>
                <c:pt idx="541">
                  <c:v>6.5834955387052254</c:v>
                </c:pt>
                <c:pt idx="542">
                  <c:v>6.595341226563967</c:v>
                </c:pt>
                <c:pt idx="543">
                  <c:v>6.6218763172022728</c:v>
                </c:pt>
                <c:pt idx="544">
                  <c:v>6.6333493061440594</c:v>
                </c:pt>
                <c:pt idx="545">
                  <c:v>6.6676416736547717</c:v>
                </c:pt>
                <c:pt idx="546">
                  <c:v>6.7269930148532344</c:v>
                </c:pt>
                <c:pt idx="547">
                  <c:v>6.7659057397112177</c:v>
                </c:pt>
                <c:pt idx="548">
                  <c:v>6.766204120689375</c:v>
                </c:pt>
                <c:pt idx="549">
                  <c:v>6.784888537881443</c:v>
                </c:pt>
                <c:pt idx="550">
                  <c:v>6.8391654058498936</c:v>
                </c:pt>
                <c:pt idx="551">
                  <c:v>6.8501785848977068</c:v>
                </c:pt>
                <c:pt idx="552">
                  <c:v>6.8419877127674509</c:v>
                </c:pt>
                <c:pt idx="553">
                  <c:v>6.845524507172235</c:v>
                </c:pt>
                <c:pt idx="554">
                  <c:v>6.8348502327149783</c:v>
                </c:pt>
                <c:pt idx="555">
                  <c:v>6.8250849295051816</c:v>
                </c:pt>
                <c:pt idx="556">
                  <c:v>6.7992515702899796</c:v>
                </c:pt>
                <c:pt idx="557">
                  <c:v>6.7591581145575903</c:v>
                </c:pt>
                <c:pt idx="558">
                  <c:v>6.7221304032099436</c:v>
                </c:pt>
                <c:pt idx="559">
                  <c:v>6.7296337049969743</c:v>
                </c:pt>
                <c:pt idx="560">
                  <c:v>6.6736746634247774</c:v>
                </c:pt>
                <c:pt idx="561">
                  <c:v>6.6634226331770057</c:v>
                </c:pt>
                <c:pt idx="562">
                  <c:v>6.6647510386024367</c:v>
                </c:pt>
                <c:pt idx="563">
                  <c:v>6.6696045546173988</c:v>
                </c:pt>
                <c:pt idx="564">
                  <c:v>6.5849943207784074</c:v>
                </c:pt>
                <c:pt idx="565">
                  <c:v>6.5604067298775863</c:v>
                </c:pt>
                <c:pt idx="566">
                  <c:v>6.5579937262348968</c:v>
                </c:pt>
                <c:pt idx="567">
                  <c:v>6.5461254841758247</c:v>
                </c:pt>
                <c:pt idx="568">
                  <c:v>6.5725077238892595</c:v>
                </c:pt>
                <c:pt idx="569">
                  <c:v>6.5274964172098162</c:v>
                </c:pt>
                <c:pt idx="570">
                  <c:v>6.6699814685816285</c:v>
                </c:pt>
                <c:pt idx="571">
                  <c:v>6.716369764652466</c:v>
                </c:pt>
                <c:pt idx="572">
                  <c:v>6.6271986647913392</c:v>
                </c:pt>
                <c:pt idx="573">
                  <c:v>6.4869704014943457</c:v>
                </c:pt>
                <c:pt idx="574">
                  <c:v>6.4411216684488179</c:v>
                </c:pt>
                <c:pt idx="575">
                  <c:v>6.467610615411691</c:v>
                </c:pt>
                <c:pt idx="576">
                  <c:v>6.4096881382653832</c:v>
                </c:pt>
                <c:pt idx="577">
                  <c:v>6.2599550173112739</c:v>
                </c:pt>
                <c:pt idx="578">
                  <c:v>6.1685935533440119</c:v>
                </c:pt>
                <c:pt idx="579">
                  <c:v>6.2210136745007389</c:v>
                </c:pt>
                <c:pt idx="580">
                  <c:v>6.2102963252182581</c:v>
                </c:pt>
                <c:pt idx="581">
                  <c:v>6.0116214930991543</c:v>
                </c:pt>
                <c:pt idx="582">
                  <c:v>6.0622213262165587</c:v>
                </c:pt>
                <c:pt idx="583">
                  <c:v>6.0108619861801911</c:v>
                </c:pt>
                <c:pt idx="584">
                  <c:v>5.6534345240472144</c:v>
                </c:pt>
                <c:pt idx="585">
                  <c:v>4.681823385082283</c:v>
                </c:pt>
                <c:pt idx="586">
                  <c:v>5.5836362990997559</c:v>
                </c:pt>
                <c:pt idx="587">
                  <c:v>5.8421313756287452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B0C-4B9C-BBFB-FF685BE46DCA}"/>
            </c:ext>
          </c:extLst>
        </c:ser>
        <c:ser>
          <c:idx val="6"/>
          <c:order val="6"/>
          <c:tx>
            <c:strRef>
              <c:f>Sheet2!$H$1</c:f>
              <c:strCache>
                <c:ptCount val="1"/>
                <c:pt idx="0">
                  <c:v>S3_n3_zz_o/O-PTIR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Sheet2!$H$2:$H$589</c:f>
              <c:numCache>
                <c:formatCode>General</c:formatCode>
                <c:ptCount val="588"/>
                <c:pt idx="0">
                  <c:v>6.7748498026818051</c:v>
                </c:pt>
                <c:pt idx="1">
                  <c:v>6.8168746114933416</c:v>
                </c:pt>
                <c:pt idx="2">
                  <c:v>6.9550042944097772</c:v>
                </c:pt>
                <c:pt idx="3">
                  <c:v>7.0571254242697288</c:v>
                </c:pt>
                <c:pt idx="4">
                  <c:v>7.16599216909992</c:v>
                </c:pt>
                <c:pt idx="5">
                  <c:v>7.1355764734157647</c:v>
                </c:pt>
                <c:pt idx="6">
                  <c:v>7.1185942431155338</c:v>
                </c:pt>
                <c:pt idx="7">
                  <c:v>7.1592045921903757</c:v>
                </c:pt>
                <c:pt idx="8">
                  <c:v>7.1603952864879545</c:v>
                </c:pt>
                <c:pt idx="9">
                  <c:v>7.1422948162035809</c:v>
                </c:pt>
                <c:pt idx="10">
                  <c:v>7.1340301373574668</c:v>
                </c:pt>
                <c:pt idx="11">
                  <c:v>7.184546743242068</c:v>
                </c:pt>
                <c:pt idx="12">
                  <c:v>7.2118616026765334</c:v>
                </c:pt>
                <c:pt idx="13">
                  <c:v>7.2250272428218523</c:v>
                </c:pt>
                <c:pt idx="14">
                  <c:v>7.2202159165059605</c:v>
                </c:pt>
                <c:pt idx="15">
                  <c:v>7.2376662679690495</c:v>
                </c:pt>
                <c:pt idx="16">
                  <c:v>7.2414483831303782</c:v>
                </c:pt>
                <c:pt idx="17">
                  <c:v>7.2265031703355644</c:v>
                </c:pt>
                <c:pt idx="18">
                  <c:v>7.230441748929306</c:v>
                </c:pt>
                <c:pt idx="19">
                  <c:v>7.2384281653272184</c:v>
                </c:pt>
                <c:pt idx="20">
                  <c:v>7.2438766539283463</c:v>
                </c:pt>
                <c:pt idx="21">
                  <c:v>7.2702020810469978</c:v>
                </c:pt>
                <c:pt idx="22">
                  <c:v>7.2835138421266548</c:v>
                </c:pt>
                <c:pt idx="23">
                  <c:v>7.2912508641479166</c:v>
                </c:pt>
                <c:pt idx="24">
                  <c:v>7.2957420655234007</c:v>
                </c:pt>
                <c:pt idx="25">
                  <c:v>7.3025174814736697</c:v>
                </c:pt>
                <c:pt idx="26">
                  <c:v>7.3001466437419333</c:v>
                </c:pt>
                <c:pt idx="27">
                  <c:v>7.30254767550651</c:v>
                </c:pt>
                <c:pt idx="28">
                  <c:v>7.3044674780337466</c:v>
                </c:pt>
                <c:pt idx="29">
                  <c:v>7.2991036236476337</c:v>
                </c:pt>
                <c:pt idx="30">
                  <c:v>7.3098739904888426</c:v>
                </c:pt>
                <c:pt idx="31">
                  <c:v>7.3145199315470597</c:v>
                </c:pt>
                <c:pt idx="32">
                  <c:v>7.3293554494584479</c:v>
                </c:pt>
                <c:pt idx="33">
                  <c:v>7.3548289085626193</c:v>
                </c:pt>
                <c:pt idx="34">
                  <c:v>7.3677896876883819</c:v>
                </c:pt>
                <c:pt idx="35">
                  <c:v>7.3791303315388159</c:v>
                </c:pt>
                <c:pt idx="36">
                  <c:v>7.3708326930834538</c:v>
                </c:pt>
                <c:pt idx="37">
                  <c:v>7.3894637751921284</c:v>
                </c:pt>
                <c:pt idx="38">
                  <c:v>7.3956180161618779</c:v>
                </c:pt>
                <c:pt idx="39">
                  <c:v>7.401859959999916</c:v>
                </c:pt>
                <c:pt idx="40">
                  <c:v>7.4219554716436749</c:v>
                </c:pt>
                <c:pt idx="41">
                  <c:v>7.4432328694135741</c:v>
                </c:pt>
                <c:pt idx="42">
                  <c:v>7.4612344229855925</c:v>
                </c:pt>
                <c:pt idx="43">
                  <c:v>7.4814802228706059</c:v>
                </c:pt>
                <c:pt idx="44">
                  <c:v>7.5095910568684356</c:v>
                </c:pt>
                <c:pt idx="45">
                  <c:v>7.5462620696573692</c:v>
                </c:pt>
                <c:pt idx="46">
                  <c:v>7.5779890274051205</c:v>
                </c:pt>
                <c:pt idx="47">
                  <c:v>7.583643267314101</c:v>
                </c:pt>
                <c:pt idx="48">
                  <c:v>7.5595986262131802</c:v>
                </c:pt>
                <c:pt idx="49">
                  <c:v>7.5203818813981433</c:v>
                </c:pt>
                <c:pt idx="50">
                  <c:v>7.4885579390530612</c:v>
                </c:pt>
                <c:pt idx="51">
                  <c:v>7.4649189663381623</c:v>
                </c:pt>
                <c:pt idx="52">
                  <c:v>7.4527378145672696</c:v>
                </c:pt>
                <c:pt idx="53">
                  <c:v>7.446253712312771</c:v>
                </c:pt>
                <c:pt idx="54">
                  <c:v>7.44250969012512</c:v>
                </c:pt>
                <c:pt idx="55">
                  <c:v>7.448537813233731</c:v>
                </c:pt>
                <c:pt idx="56">
                  <c:v>7.4593164010349486</c:v>
                </c:pt>
                <c:pt idx="57">
                  <c:v>7.4639491961340738</c:v>
                </c:pt>
                <c:pt idx="58">
                  <c:v>7.4624508219899255</c:v>
                </c:pt>
                <c:pt idx="59">
                  <c:v>7.454880643783758</c:v>
                </c:pt>
                <c:pt idx="60">
                  <c:v>7.4573826190872365</c:v>
                </c:pt>
                <c:pt idx="61">
                  <c:v>7.4670350490211685</c:v>
                </c:pt>
                <c:pt idx="62">
                  <c:v>7.4778830793094579</c:v>
                </c:pt>
                <c:pt idx="63">
                  <c:v>7.4894145858166699</c:v>
                </c:pt>
                <c:pt idx="64">
                  <c:v>7.505208300184302</c:v>
                </c:pt>
                <c:pt idx="65">
                  <c:v>7.522963717455986</c:v>
                </c:pt>
                <c:pt idx="66">
                  <c:v>7.5383843820853702</c:v>
                </c:pt>
                <c:pt idx="67">
                  <c:v>7.5391601073255812</c:v>
                </c:pt>
                <c:pt idx="68">
                  <c:v>7.5370050034959926</c:v>
                </c:pt>
                <c:pt idx="69">
                  <c:v>7.533274506113516</c:v>
                </c:pt>
                <c:pt idx="70">
                  <c:v>7.5239554607329078</c:v>
                </c:pt>
                <c:pt idx="71">
                  <c:v>7.5108405291358418</c:v>
                </c:pt>
                <c:pt idx="72">
                  <c:v>7.505260202097717</c:v>
                </c:pt>
                <c:pt idx="73">
                  <c:v>7.5011639288217928</c:v>
                </c:pt>
                <c:pt idx="74">
                  <c:v>7.4948331076926067</c:v>
                </c:pt>
                <c:pt idx="75">
                  <c:v>7.4886104850048181</c:v>
                </c:pt>
                <c:pt idx="76">
                  <c:v>7.4852853529314967</c:v>
                </c:pt>
                <c:pt idx="77">
                  <c:v>7.488246110841879</c:v>
                </c:pt>
                <c:pt idx="78">
                  <c:v>7.494660656955479</c:v>
                </c:pt>
                <c:pt idx="79">
                  <c:v>7.4916447390553653</c:v>
                </c:pt>
                <c:pt idx="80">
                  <c:v>7.4872883500586314</c:v>
                </c:pt>
                <c:pt idx="81">
                  <c:v>7.4781178123426848</c:v>
                </c:pt>
                <c:pt idx="82">
                  <c:v>7.4793511078823336</c:v>
                </c:pt>
                <c:pt idx="83">
                  <c:v>7.4827230274469452</c:v>
                </c:pt>
                <c:pt idx="84">
                  <c:v>7.4721005242320571</c:v>
                </c:pt>
                <c:pt idx="85">
                  <c:v>7.4670374357514939</c:v>
                </c:pt>
                <c:pt idx="86">
                  <c:v>7.4693666572409771</c:v>
                </c:pt>
                <c:pt idx="87">
                  <c:v>7.4668701373210986</c:v>
                </c:pt>
                <c:pt idx="88">
                  <c:v>7.4618836894031908</c:v>
                </c:pt>
                <c:pt idx="89">
                  <c:v>7.4535382784567208</c:v>
                </c:pt>
                <c:pt idx="90">
                  <c:v>7.4469862869840924</c:v>
                </c:pt>
                <c:pt idx="91">
                  <c:v>7.4367960092656666</c:v>
                </c:pt>
                <c:pt idx="92">
                  <c:v>7.4277798513286744</c:v>
                </c:pt>
                <c:pt idx="93">
                  <c:v>7.4215249509545869</c:v>
                </c:pt>
                <c:pt idx="94">
                  <c:v>7.4090345471258772</c:v>
                </c:pt>
                <c:pt idx="95">
                  <c:v>7.4038193140582518</c:v>
                </c:pt>
                <c:pt idx="96">
                  <c:v>7.3977079205805261</c:v>
                </c:pt>
                <c:pt idx="97">
                  <c:v>7.3948217574639505</c:v>
                </c:pt>
                <c:pt idx="98">
                  <c:v>7.3901124354559933</c:v>
                </c:pt>
                <c:pt idx="99">
                  <c:v>7.3846456864736494</c:v>
                </c:pt>
                <c:pt idx="100">
                  <c:v>7.3768211131225314</c:v>
                </c:pt>
                <c:pt idx="101">
                  <c:v>7.3706273206216846</c:v>
                </c:pt>
                <c:pt idx="102">
                  <c:v>7.3698834563370808</c:v>
                </c:pt>
                <c:pt idx="103">
                  <c:v>7.3650890454988094</c:v>
                </c:pt>
                <c:pt idx="104">
                  <c:v>7.3611059335479734</c:v>
                </c:pt>
                <c:pt idx="105">
                  <c:v>7.3579030551057398</c:v>
                </c:pt>
                <c:pt idx="106">
                  <c:v>7.3536024322524707</c:v>
                </c:pt>
                <c:pt idx="107">
                  <c:v>7.349795635268813</c:v>
                </c:pt>
                <c:pt idx="108">
                  <c:v>7.3555371991999996</c:v>
                </c:pt>
                <c:pt idx="109">
                  <c:v>7.3594728417365953</c:v>
                </c:pt>
                <c:pt idx="110">
                  <c:v>7.3544845753574872</c:v>
                </c:pt>
                <c:pt idx="111">
                  <c:v>7.3346979748100694</c:v>
                </c:pt>
                <c:pt idx="112">
                  <c:v>7.31087912597481</c:v>
                </c:pt>
                <c:pt idx="113">
                  <c:v>7.2856152824085409</c:v>
                </c:pt>
                <c:pt idx="114">
                  <c:v>7.2633588327055101</c:v>
                </c:pt>
                <c:pt idx="115">
                  <c:v>7.2526499525836252</c:v>
                </c:pt>
                <c:pt idx="116">
                  <c:v>7.2530330228007767</c:v>
                </c:pt>
                <c:pt idx="117">
                  <c:v>7.2473414854948928</c:v>
                </c:pt>
                <c:pt idx="118">
                  <c:v>7.2394514664828815</c:v>
                </c:pt>
                <c:pt idx="119">
                  <c:v>7.2280157890924457</c:v>
                </c:pt>
                <c:pt idx="120">
                  <c:v>7.2311269488979066</c:v>
                </c:pt>
                <c:pt idx="121">
                  <c:v>7.2462230182031</c:v>
                </c:pt>
                <c:pt idx="122">
                  <c:v>7.264721598894134</c:v>
                </c:pt>
                <c:pt idx="123">
                  <c:v>7.2800663995953325</c:v>
                </c:pt>
                <c:pt idx="124">
                  <c:v>7.2719338812053858</c:v>
                </c:pt>
                <c:pt idx="125">
                  <c:v>7.2456287602368006</c:v>
                </c:pt>
                <c:pt idx="126">
                  <c:v>7.2345381737436636</c:v>
                </c:pt>
                <c:pt idx="127">
                  <c:v>7.2355668923983174</c:v>
                </c:pt>
                <c:pt idx="128">
                  <c:v>7.2275466450451633</c:v>
                </c:pt>
                <c:pt idx="129">
                  <c:v>7.2265405056170762</c:v>
                </c:pt>
                <c:pt idx="130">
                  <c:v>7.2230870015484205</c:v>
                </c:pt>
                <c:pt idx="131">
                  <c:v>7.2146826989782982</c:v>
                </c:pt>
                <c:pt idx="132">
                  <c:v>7.2221411744167971</c:v>
                </c:pt>
                <c:pt idx="133">
                  <c:v>7.2167810516646052</c:v>
                </c:pt>
                <c:pt idx="134">
                  <c:v>7.1970939360986677</c:v>
                </c:pt>
                <c:pt idx="135">
                  <c:v>7.1975724187019043</c:v>
                </c:pt>
                <c:pt idx="136">
                  <c:v>7.2044276385796246</c:v>
                </c:pt>
                <c:pt idx="137">
                  <c:v>7.1978773519143706</c:v>
                </c:pt>
                <c:pt idx="138">
                  <c:v>7.1978906304695913</c:v>
                </c:pt>
                <c:pt idx="139">
                  <c:v>7.2050706919214562</c:v>
                </c:pt>
                <c:pt idx="140">
                  <c:v>7.2115020588011554</c:v>
                </c:pt>
                <c:pt idx="141">
                  <c:v>7.2172960171456646</c:v>
                </c:pt>
                <c:pt idx="142">
                  <c:v>7.2276764566556144</c:v>
                </c:pt>
                <c:pt idx="143">
                  <c:v>7.2407165472089199</c:v>
                </c:pt>
                <c:pt idx="144">
                  <c:v>7.2575671853221086</c:v>
                </c:pt>
                <c:pt idx="145">
                  <c:v>7.2671664820928559</c:v>
                </c:pt>
                <c:pt idx="146">
                  <c:v>7.279927135775103</c:v>
                </c:pt>
                <c:pt idx="147">
                  <c:v>7.2811667769866464</c:v>
                </c:pt>
                <c:pt idx="148">
                  <c:v>7.294905005102299</c:v>
                </c:pt>
                <c:pt idx="149">
                  <c:v>7.3111826953413761</c:v>
                </c:pt>
                <c:pt idx="150">
                  <c:v>7.3141233175824292</c:v>
                </c:pt>
                <c:pt idx="151">
                  <c:v>7.3378843734476789</c:v>
                </c:pt>
                <c:pt idx="152">
                  <c:v>7.3525446561032259</c:v>
                </c:pt>
                <c:pt idx="153">
                  <c:v>7.3468834075417053</c:v>
                </c:pt>
                <c:pt idx="154">
                  <c:v>7.3487209246996441</c:v>
                </c:pt>
                <c:pt idx="155">
                  <c:v>7.355931009703613</c:v>
                </c:pt>
                <c:pt idx="156">
                  <c:v>7.3658362815135545</c:v>
                </c:pt>
                <c:pt idx="157">
                  <c:v>7.3782952790019563</c:v>
                </c:pt>
                <c:pt idx="158">
                  <c:v>7.3687090713633889</c:v>
                </c:pt>
                <c:pt idx="159">
                  <c:v>7.3762029120837669</c:v>
                </c:pt>
                <c:pt idx="160">
                  <c:v>7.3775202356846954</c:v>
                </c:pt>
                <c:pt idx="161">
                  <c:v>7.3692334322273156</c:v>
                </c:pt>
                <c:pt idx="162">
                  <c:v>7.3524965047660364</c:v>
                </c:pt>
                <c:pt idx="163">
                  <c:v>7.3317479003592378</c:v>
                </c:pt>
                <c:pt idx="164">
                  <c:v>7.3227972449100518</c:v>
                </c:pt>
                <c:pt idx="165">
                  <c:v>7.3215289818769129</c:v>
                </c:pt>
                <c:pt idx="166">
                  <c:v>7.3121003931513116</c:v>
                </c:pt>
                <c:pt idx="167">
                  <c:v>7.3055976137849061</c:v>
                </c:pt>
                <c:pt idx="168">
                  <c:v>7.2984009588745913</c:v>
                </c:pt>
                <c:pt idx="169">
                  <c:v>7.2981474161333271</c:v>
                </c:pt>
                <c:pt idx="170">
                  <c:v>7.3014151909096343</c:v>
                </c:pt>
                <c:pt idx="171">
                  <c:v>7.2998021968829763</c:v>
                </c:pt>
                <c:pt idx="172">
                  <c:v>7.3028048930547822</c:v>
                </c:pt>
                <c:pt idx="173">
                  <c:v>7.3064309804566951</c:v>
                </c:pt>
                <c:pt idx="174">
                  <c:v>7.3076573052284104</c:v>
                </c:pt>
                <c:pt idx="175">
                  <c:v>7.2979569512649372</c:v>
                </c:pt>
                <c:pt idx="176">
                  <c:v>7.2990107116456988</c:v>
                </c:pt>
                <c:pt idx="177">
                  <c:v>7.3097376437834551</c:v>
                </c:pt>
                <c:pt idx="178">
                  <c:v>7.3145202914508394</c:v>
                </c:pt>
                <c:pt idx="179">
                  <c:v>7.3151359542208461</c:v>
                </c:pt>
                <c:pt idx="180">
                  <c:v>7.3140279809655615</c:v>
                </c:pt>
                <c:pt idx="181">
                  <c:v>7.3195505339759785</c:v>
                </c:pt>
                <c:pt idx="182">
                  <c:v>7.3317103567123807</c:v>
                </c:pt>
                <c:pt idx="183">
                  <c:v>7.3392312091584984</c:v>
                </c:pt>
                <c:pt idx="184">
                  <c:v>7.3449660675140098</c:v>
                </c:pt>
                <c:pt idx="185">
                  <c:v>7.3538406506696639</c:v>
                </c:pt>
                <c:pt idx="186">
                  <c:v>7.3595830101776247</c:v>
                </c:pt>
                <c:pt idx="187">
                  <c:v>7.3689912359262477</c:v>
                </c:pt>
                <c:pt idx="188">
                  <c:v>7.3682584339472763</c:v>
                </c:pt>
                <c:pt idx="189">
                  <c:v>7.37559812219635</c:v>
                </c:pt>
                <c:pt idx="190">
                  <c:v>7.3804228028366792</c:v>
                </c:pt>
                <c:pt idx="191">
                  <c:v>7.3780785790422962</c:v>
                </c:pt>
                <c:pt idx="192">
                  <c:v>7.3848071506743622</c:v>
                </c:pt>
                <c:pt idx="193">
                  <c:v>7.3982303872140367</c:v>
                </c:pt>
                <c:pt idx="194">
                  <c:v>7.4099738581048671</c:v>
                </c:pt>
                <c:pt idx="195">
                  <c:v>7.4182329679135561</c:v>
                </c:pt>
                <c:pt idx="196">
                  <c:v>7.4268199311227523</c:v>
                </c:pt>
                <c:pt idx="197">
                  <c:v>7.4422041128743128</c:v>
                </c:pt>
                <c:pt idx="198">
                  <c:v>7.4574783913771006</c:v>
                </c:pt>
                <c:pt idx="199">
                  <c:v>7.4696650364162025</c:v>
                </c:pt>
                <c:pt idx="200">
                  <c:v>7.4848989299265076</c:v>
                </c:pt>
                <c:pt idx="201">
                  <c:v>7.5022317822768541</c:v>
                </c:pt>
                <c:pt idx="202">
                  <c:v>7.5304985493225791</c:v>
                </c:pt>
                <c:pt idx="203">
                  <c:v>7.5840818574247626</c:v>
                </c:pt>
                <c:pt idx="204">
                  <c:v>7.6305330470469261</c:v>
                </c:pt>
                <c:pt idx="205">
                  <c:v>7.6715215034552289</c:v>
                </c:pt>
                <c:pt idx="206">
                  <c:v>7.6994415505654974</c:v>
                </c:pt>
                <c:pt idx="207">
                  <c:v>7.7123100427853624</c:v>
                </c:pt>
                <c:pt idx="208">
                  <c:v>7.707858525537107</c:v>
                </c:pt>
                <c:pt idx="209">
                  <c:v>7.6867704371550429</c:v>
                </c:pt>
                <c:pt idx="210">
                  <c:v>7.6575910298945944</c:v>
                </c:pt>
                <c:pt idx="211">
                  <c:v>7.623193775528545</c:v>
                </c:pt>
                <c:pt idx="212">
                  <c:v>7.5823857256251195</c:v>
                </c:pt>
                <c:pt idx="213">
                  <c:v>7.540942729686047</c:v>
                </c:pt>
                <c:pt idx="214">
                  <c:v>7.5239284868917746</c:v>
                </c:pt>
                <c:pt idx="215">
                  <c:v>7.5203618783249446</c:v>
                </c:pt>
                <c:pt idx="216">
                  <c:v>7.5151399775662515</c:v>
                </c:pt>
                <c:pt idx="217">
                  <c:v>7.5180658058677512</c:v>
                </c:pt>
                <c:pt idx="218">
                  <c:v>7.5231660591490881</c:v>
                </c:pt>
                <c:pt idx="219">
                  <c:v>7.5226063140609796</c:v>
                </c:pt>
                <c:pt idx="220">
                  <c:v>7.5288492428988345</c:v>
                </c:pt>
                <c:pt idx="221">
                  <c:v>7.5259435692089678</c:v>
                </c:pt>
                <c:pt idx="222">
                  <c:v>7.5291118968884021</c:v>
                </c:pt>
                <c:pt idx="223">
                  <c:v>7.5207583786357493</c:v>
                </c:pt>
                <c:pt idx="224">
                  <c:v>7.5115091924729054</c:v>
                </c:pt>
                <c:pt idx="225">
                  <c:v>7.4876222649964719</c:v>
                </c:pt>
                <c:pt idx="226">
                  <c:v>7.4732546030556826</c:v>
                </c:pt>
                <c:pt idx="227">
                  <c:v>7.4663595664546047</c:v>
                </c:pt>
                <c:pt idx="228">
                  <c:v>7.4552466848694641</c:v>
                </c:pt>
                <c:pt idx="229">
                  <c:v>7.4440233696510356</c:v>
                </c:pt>
                <c:pt idx="230">
                  <c:v>7.4385759797035496</c:v>
                </c:pt>
                <c:pt idx="231">
                  <c:v>7.4404663458901119</c:v>
                </c:pt>
                <c:pt idx="232">
                  <c:v>7.4592994287304153</c:v>
                </c:pt>
                <c:pt idx="233">
                  <c:v>7.4691466234357833</c:v>
                </c:pt>
                <c:pt idx="234">
                  <c:v>7.4649204438378876</c:v>
                </c:pt>
                <c:pt idx="235">
                  <c:v>7.4723140418846175</c:v>
                </c:pt>
                <c:pt idx="236">
                  <c:v>7.4721234823047062</c:v>
                </c:pt>
                <c:pt idx="237">
                  <c:v>7.4696592779557358</c:v>
                </c:pt>
                <c:pt idx="238">
                  <c:v>7.4598203042103757</c:v>
                </c:pt>
                <c:pt idx="239">
                  <c:v>7.45005732698933</c:v>
                </c:pt>
                <c:pt idx="240">
                  <c:v>7.4324718979552324</c:v>
                </c:pt>
                <c:pt idx="241">
                  <c:v>7.4204603176912345</c:v>
                </c:pt>
                <c:pt idx="242">
                  <c:v>7.4328491907696135</c:v>
                </c:pt>
                <c:pt idx="243">
                  <c:v>7.4326603359970767</c:v>
                </c:pt>
                <c:pt idx="244">
                  <c:v>7.421726421301698</c:v>
                </c:pt>
                <c:pt idx="245">
                  <c:v>7.4155310376473</c:v>
                </c:pt>
                <c:pt idx="246">
                  <c:v>7.4163828730656505</c:v>
                </c:pt>
                <c:pt idx="247">
                  <c:v>7.4227235063083938</c:v>
                </c:pt>
                <c:pt idx="248">
                  <c:v>7.4402154361291277</c:v>
                </c:pt>
                <c:pt idx="249">
                  <c:v>7.459220325668217</c:v>
                </c:pt>
                <c:pt idx="250">
                  <c:v>7.4615358708140933</c:v>
                </c:pt>
                <c:pt idx="251">
                  <c:v>7.5335777345186079</c:v>
                </c:pt>
                <c:pt idx="252">
                  <c:v>7.5866831282866798</c:v>
                </c:pt>
                <c:pt idx="253">
                  <c:v>7.6301842813426202</c:v>
                </c:pt>
                <c:pt idx="254">
                  <c:v>7.70916577183222</c:v>
                </c:pt>
                <c:pt idx="255">
                  <c:v>7.7746841711741794</c:v>
                </c:pt>
                <c:pt idx="256">
                  <c:v>7.8488498081371922</c:v>
                </c:pt>
                <c:pt idx="257">
                  <c:v>7.9009920615076323</c:v>
                </c:pt>
                <c:pt idx="258">
                  <c:v>7.951345252134197</c:v>
                </c:pt>
                <c:pt idx="259">
                  <c:v>8</c:v>
                </c:pt>
                <c:pt idx="260">
                  <c:v>7.8637467938255963</c:v>
                </c:pt>
                <c:pt idx="261">
                  <c:v>7.6503806796983671</c:v>
                </c:pt>
                <c:pt idx="262">
                  <c:v>7.4690643380664863</c:v>
                </c:pt>
                <c:pt idx="263">
                  <c:v>7.4109823842632805</c:v>
                </c:pt>
                <c:pt idx="264">
                  <c:v>7.3959834132092421</c:v>
                </c:pt>
                <c:pt idx="265">
                  <c:v>7.3673076439319622</c:v>
                </c:pt>
                <c:pt idx="266">
                  <c:v>7.3683892873844563</c:v>
                </c:pt>
                <c:pt idx="267">
                  <c:v>7.3691504270504602</c:v>
                </c:pt>
                <c:pt idx="268">
                  <c:v>7.3347781765259095</c:v>
                </c:pt>
                <c:pt idx="269">
                  <c:v>7.3237662195373661</c:v>
                </c:pt>
                <c:pt idx="270">
                  <c:v>7.3222282938621177</c:v>
                </c:pt>
                <c:pt idx="271">
                  <c:v>7.3136049235443146</c:v>
                </c:pt>
                <c:pt idx="272">
                  <c:v>7.3027487291229294</c:v>
                </c:pt>
                <c:pt idx="273">
                  <c:v>7.3057490764490192</c:v>
                </c:pt>
                <c:pt idx="274">
                  <c:v>7.3369667324646555</c:v>
                </c:pt>
                <c:pt idx="275">
                  <c:v>7.3582409858120634</c:v>
                </c:pt>
                <c:pt idx="276">
                  <c:v>7.4015773029371488</c:v>
                </c:pt>
                <c:pt idx="277">
                  <c:v>7.5399243156448597</c:v>
                </c:pt>
                <c:pt idx="278">
                  <c:v>7.8618942364781521</c:v>
                </c:pt>
                <c:pt idx="279">
                  <c:v>7.9572203971943596</c:v>
                </c:pt>
                <c:pt idx="280">
                  <c:v>7.8141581145951813</c:v>
                </c:pt>
                <c:pt idx="281">
                  <c:v>7.5753453257818713</c:v>
                </c:pt>
                <c:pt idx="282">
                  <c:v>7.4164721670874902</c:v>
                </c:pt>
                <c:pt idx="283">
                  <c:v>7.3486515579817873</c:v>
                </c:pt>
                <c:pt idx="284">
                  <c:v>7.2937022445569673</c:v>
                </c:pt>
                <c:pt idx="285">
                  <c:v>7.2531590270080892</c:v>
                </c:pt>
                <c:pt idx="286">
                  <c:v>7.1956828480921162</c:v>
                </c:pt>
                <c:pt idx="287">
                  <c:v>7.2534324781110309</c:v>
                </c:pt>
                <c:pt idx="288">
                  <c:v>7.2996751129643265</c:v>
                </c:pt>
                <c:pt idx="289">
                  <c:v>7.3076875182035552</c:v>
                </c:pt>
                <c:pt idx="290">
                  <c:v>7.2603617623980421</c:v>
                </c:pt>
                <c:pt idx="291">
                  <c:v>7.2788954810633033</c:v>
                </c:pt>
                <c:pt idx="292">
                  <c:v>7.2426552730980189</c:v>
                </c:pt>
                <c:pt idx="293">
                  <c:v>7.1897438864092154</c:v>
                </c:pt>
                <c:pt idx="294">
                  <c:v>7.2756449248414832</c:v>
                </c:pt>
                <c:pt idx="295">
                  <c:v>7.3100314578633752</c:v>
                </c:pt>
                <c:pt idx="296">
                  <c:v>7.3432714510986994</c:v>
                </c:pt>
                <c:pt idx="297">
                  <c:v>7.371556440641033</c:v>
                </c:pt>
                <c:pt idx="298">
                  <c:v>7.3739670761538214</c:v>
                </c:pt>
                <c:pt idx="299">
                  <c:v>7.3802165969135274</c:v>
                </c:pt>
                <c:pt idx="300">
                  <c:v>7.4325550546705212</c:v>
                </c:pt>
                <c:pt idx="301">
                  <c:v>7.441851217747697</c:v>
                </c:pt>
                <c:pt idx="302">
                  <c:v>7.4310246301477232</c:v>
                </c:pt>
                <c:pt idx="303">
                  <c:v>7.4166194245600767</c:v>
                </c:pt>
                <c:pt idx="304">
                  <c:v>7.4344226143228678</c:v>
                </c:pt>
                <c:pt idx="305">
                  <c:v>7.489774072865135</c:v>
                </c:pt>
                <c:pt idx="306">
                  <c:v>7.5171686225732266</c:v>
                </c:pt>
                <c:pt idx="307">
                  <c:v>7.5326710043027836</c:v>
                </c:pt>
                <c:pt idx="308">
                  <c:v>7.5522094606656252</c:v>
                </c:pt>
                <c:pt idx="309">
                  <c:v>7.5422257298318272</c:v>
                </c:pt>
                <c:pt idx="310">
                  <c:v>7.5695791368552694</c:v>
                </c:pt>
                <c:pt idx="311">
                  <c:v>7.544258580030327</c:v>
                </c:pt>
                <c:pt idx="312">
                  <c:v>7.5752129948449669</c:v>
                </c:pt>
                <c:pt idx="313">
                  <c:v>7.6994349586436472</c:v>
                </c:pt>
                <c:pt idx="314">
                  <c:v>7.7103479231506196</c:v>
                </c:pt>
                <c:pt idx="315">
                  <c:v>7.750444916840256</c:v>
                </c:pt>
                <c:pt idx="316">
                  <c:v>7.7590540425453263</c:v>
                </c:pt>
                <c:pt idx="317">
                  <c:v>7.7996954380566947</c:v>
                </c:pt>
                <c:pt idx="318">
                  <c:v>7.852053406386986</c:v>
                </c:pt>
                <c:pt idx="319">
                  <c:v>7.873749997348078</c:v>
                </c:pt>
                <c:pt idx="320">
                  <c:v>7.8830272560056969</c:v>
                </c:pt>
                <c:pt idx="321">
                  <c:v>7.991763279994835</c:v>
                </c:pt>
                <c:pt idx="322">
                  <c:v>8.0777436866815613</c:v>
                </c:pt>
                <c:pt idx="323">
                  <c:v>8.1484974358181752</c:v>
                </c:pt>
                <c:pt idx="324">
                  <c:v>8.2022309185077837</c:v>
                </c:pt>
                <c:pt idx="325">
                  <c:v>8.2268833423801802</c:v>
                </c:pt>
                <c:pt idx="326">
                  <c:v>8.2562120907666721</c:v>
                </c:pt>
                <c:pt idx="327">
                  <c:v>8.287699807212805</c:v>
                </c:pt>
                <c:pt idx="328">
                  <c:v>8.3253045240587014</c:v>
                </c:pt>
                <c:pt idx="329">
                  <c:v>8.3351863452960853</c:v>
                </c:pt>
                <c:pt idx="330">
                  <c:v>8.3732008220656944</c:v>
                </c:pt>
                <c:pt idx="331">
                  <c:v>8.4317320873237183</c:v>
                </c:pt>
                <c:pt idx="332">
                  <c:v>8.4373553755076998</c:v>
                </c:pt>
                <c:pt idx="333">
                  <c:v>8.3995524463910094</c:v>
                </c:pt>
                <c:pt idx="334">
                  <c:v>8.3554271822974044</c:v>
                </c:pt>
                <c:pt idx="335">
                  <c:v>8.2891207831021312</c:v>
                </c:pt>
                <c:pt idx="336">
                  <c:v>8.2314680619113307</c:v>
                </c:pt>
                <c:pt idx="337">
                  <c:v>8.2012811513768984</c:v>
                </c:pt>
                <c:pt idx="338">
                  <c:v>8.1648355520075349</c:v>
                </c:pt>
                <c:pt idx="339">
                  <c:v>8.1186211033028464</c:v>
                </c:pt>
                <c:pt idx="340">
                  <c:v>8.0577428865586391</c:v>
                </c:pt>
                <c:pt idx="341">
                  <c:v>8.0508769832213645</c:v>
                </c:pt>
                <c:pt idx="342">
                  <c:v>8.0221724974109669</c:v>
                </c:pt>
                <c:pt idx="343">
                  <c:v>7.9660505417044414</c:v>
                </c:pt>
                <c:pt idx="344">
                  <c:v>7.9574518721512675</c:v>
                </c:pt>
                <c:pt idx="345">
                  <c:v>7.9319985676587281</c:v>
                </c:pt>
                <c:pt idx="346">
                  <c:v>7.901189970701564</c:v>
                </c:pt>
                <c:pt idx="347">
                  <c:v>7.8853529163419989</c:v>
                </c:pt>
                <c:pt idx="348">
                  <c:v>7.8477532760336262</c:v>
                </c:pt>
                <c:pt idx="349">
                  <c:v>7.7960941271886295</c:v>
                </c:pt>
                <c:pt idx="350">
                  <c:v>7.7580388865804553</c:v>
                </c:pt>
                <c:pt idx="351">
                  <c:v>7.747001660558154</c:v>
                </c:pt>
                <c:pt idx="352">
                  <c:v>7.706373979274999</c:v>
                </c:pt>
                <c:pt idx="353">
                  <c:v>7.6730975031618502</c:v>
                </c:pt>
                <c:pt idx="354">
                  <c:v>7.6317854364291735</c:v>
                </c:pt>
                <c:pt idx="355">
                  <c:v>7.5863022364345083</c:v>
                </c:pt>
                <c:pt idx="356">
                  <c:v>7.5747383385871725</c:v>
                </c:pt>
                <c:pt idx="357">
                  <c:v>7.5563075524027488</c:v>
                </c:pt>
                <c:pt idx="358">
                  <c:v>7.5138044314687154</c:v>
                </c:pt>
                <c:pt idx="359">
                  <c:v>7.5249036367102473</c:v>
                </c:pt>
                <c:pt idx="360">
                  <c:v>7.5370060263804177</c:v>
                </c:pt>
                <c:pt idx="361">
                  <c:v>7.5165468982658865</c:v>
                </c:pt>
                <c:pt idx="362">
                  <c:v>7.5002407945705603</c:v>
                </c:pt>
                <c:pt idx="363">
                  <c:v>7.4793647463413331</c:v>
                </c:pt>
                <c:pt idx="364">
                  <c:v>7.4809523387381045</c:v>
                </c:pt>
                <c:pt idx="365">
                  <c:v>7.46804724998659</c:v>
                </c:pt>
                <c:pt idx="366">
                  <c:v>7.4429530915810407</c:v>
                </c:pt>
                <c:pt idx="367">
                  <c:v>7.4348262369400402</c:v>
                </c:pt>
                <c:pt idx="368">
                  <c:v>7.4290331499415228</c:v>
                </c:pt>
                <c:pt idx="369">
                  <c:v>7.3999623199685534</c:v>
                </c:pt>
                <c:pt idx="370">
                  <c:v>7.3926605163278127</c:v>
                </c:pt>
                <c:pt idx="371">
                  <c:v>7.3903352727222043</c:v>
                </c:pt>
                <c:pt idx="372">
                  <c:v>7.3708772453828519</c:v>
                </c:pt>
                <c:pt idx="373">
                  <c:v>7.3527148716484634</c:v>
                </c:pt>
                <c:pt idx="374">
                  <c:v>7.3335670434821356</c:v>
                </c:pt>
                <c:pt idx="375">
                  <c:v>7.3389548409407146</c:v>
                </c:pt>
                <c:pt idx="376">
                  <c:v>7.3215073118809473</c:v>
                </c:pt>
                <c:pt idx="377">
                  <c:v>7.3092021069600701</c:v>
                </c:pt>
                <c:pt idx="378">
                  <c:v>7.2943215442493745</c:v>
                </c:pt>
                <c:pt idx="379">
                  <c:v>7.272706140003935</c:v>
                </c:pt>
                <c:pt idx="380">
                  <c:v>7.2556151998200944</c:v>
                </c:pt>
                <c:pt idx="381">
                  <c:v>7.222127346534756</c:v>
                </c:pt>
                <c:pt idx="382">
                  <c:v>7.1857914988757372</c:v>
                </c:pt>
                <c:pt idx="383">
                  <c:v>7.1887865423566595</c:v>
                </c:pt>
                <c:pt idx="384">
                  <c:v>7.1861066041055395</c:v>
                </c:pt>
                <c:pt idx="385">
                  <c:v>7.1810229063980442</c:v>
                </c:pt>
                <c:pt idx="386">
                  <c:v>7.1756856659492838</c:v>
                </c:pt>
                <c:pt idx="387">
                  <c:v>7.1760816548178772</c:v>
                </c:pt>
                <c:pt idx="388">
                  <c:v>7.1736283801784095</c:v>
                </c:pt>
                <c:pt idx="389">
                  <c:v>7.1680584145806643</c:v>
                </c:pt>
                <c:pt idx="390">
                  <c:v>7.1612668787295508</c:v>
                </c:pt>
                <c:pt idx="391">
                  <c:v>7.1567446214463866</c:v>
                </c:pt>
                <c:pt idx="392">
                  <c:v>7.1816483055123923</c:v>
                </c:pt>
                <c:pt idx="393">
                  <c:v>7.1818650244143569</c:v>
                </c:pt>
                <c:pt idx="394">
                  <c:v>7.1866606475600951</c:v>
                </c:pt>
                <c:pt idx="395">
                  <c:v>7.1855501928629648</c:v>
                </c:pt>
                <c:pt idx="396">
                  <c:v>7.1860472768088925</c:v>
                </c:pt>
                <c:pt idx="397">
                  <c:v>7.185940972597912</c:v>
                </c:pt>
                <c:pt idx="398">
                  <c:v>7.183130862832563</c:v>
                </c:pt>
                <c:pt idx="399">
                  <c:v>7.1602884897770656</c:v>
                </c:pt>
                <c:pt idx="400">
                  <c:v>7.1815489720693453</c:v>
                </c:pt>
                <c:pt idx="401">
                  <c:v>7.1875045461530007</c:v>
                </c:pt>
                <c:pt idx="402">
                  <c:v>7.1802199610667463</c:v>
                </c:pt>
                <c:pt idx="403">
                  <c:v>7.1714068267458071</c:v>
                </c:pt>
                <c:pt idx="404">
                  <c:v>7.1652571319290574</c:v>
                </c:pt>
                <c:pt idx="405">
                  <c:v>7.1515222660723943</c:v>
                </c:pt>
                <c:pt idx="406">
                  <c:v>7.1400650607532734</c:v>
                </c:pt>
                <c:pt idx="407">
                  <c:v>7.1225068044545035</c:v>
                </c:pt>
                <c:pt idx="408">
                  <c:v>7.1007534434078208</c:v>
                </c:pt>
                <c:pt idx="409">
                  <c:v>7.0902777525213727</c:v>
                </c:pt>
                <c:pt idx="410">
                  <c:v>7.0755863713379599</c:v>
                </c:pt>
                <c:pt idx="411">
                  <c:v>7.0679909809249484</c:v>
                </c:pt>
                <c:pt idx="412">
                  <c:v>7.0573071330580186</c:v>
                </c:pt>
                <c:pt idx="413">
                  <c:v>7.0494554295917586</c:v>
                </c:pt>
                <c:pt idx="414">
                  <c:v>7.0464730585123228</c:v>
                </c:pt>
                <c:pt idx="415">
                  <c:v>7.038841246783976</c:v>
                </c:pt>
                <c:pt idx="416">
                  <c:v>7.0349014890317996</c:v>
                </c:pt>
                <c:pt idx="417">
                  <c:v>7.0316616162695302</c:v>
                </c:pt>
                <c:pt idx="418">
                  <c:v>7.0308098755627002</c:v>
                </c:pt>
                <c:pt idx="419">
                  <c:v>7.0427885483087858</c:v>
                </c:pt>
                <c:pt idx="420">
                  <c:v>7.0304947016670436</c:v>
                </c:pt>
                <c:pt idx="421">
                  <c:v>7.032063545918267</c:v>
                </c:pt>
                <c:pt idx="422">
                  <c:v>7.0377858952496641</c:v>
                </c:pt>
                <c:pt idx="423">
                  <c:v>7.0158467836005407</c:v>
                </c:pt>
                <c:pt idx="424">
                  <c:v>7.0095512821733141</c:v>
                </c:pt>
                <c:pt idx="425">
                  <c:v>7.0159932076117455</c:v>
                </c:pt>
                <c:pt idx="426">
                  <c:v>7.0351260618866291</c:v>
                </c:pt>
                <c:pt idx="427">
                  <c:v>7.0335790154919255</c:v>
                </c:pt>
                <c:pt idx="428">
                  <c:v>6.9990601714373479</c:v>
                </c:pt>
                <c:pt idx="429">
                  <c:v>7.0020674036250607</c:v>
                </c:pt>
                <c:pt idx="430">
                  <c:v>6.9885347122364712</c:v>
                </c:pt>
                <c:pt idx="431">
                  <c:v>6.9904762948618169</c:v>
                </c:pt>
                <c:pt idx="432">
                  <c:v>7.014089614961299</c:v>
                </c:pt>
                <c:pt idx="433">
                  <c:v>6.9919186749629034</c:v>
                </c:pt>
                <c:pt idx="434">
                  <c:v>6.9485562725091397</c:v>
                </c:pt>
                <c:pt idx="435">
                  <c:v>6.8258075937727396</c:v>
                </c:pt>
                <c:pt idx="436">
                  <c:v>6.9519667586050344</c:v>
                </c:pt>
                <c:pt idx="437">
                  <c:v>6.969800774600067</c:v>
                </c:pt>
                <c:pt idx="438">
                  <c:v>7.0321947071678892</c:v>
                </c:pt>
                <c:pt idx="439">
                  <c:v>6.9877286651028658</c:v>
                </c:pt>
                <c:pt idx="440">
                  <c:v>6.9874733915085594</c:v>
                </c:pt>
                <c:pt idx="441">
                  <c:v>7.0487827741640912</c:v>
                </c:pt>
                <c:pt idx="442">
                  <c:v>7.0627097812830639</c:v>
                </c:pt>
                <c:pt idx="443">
                  <c:v>7.0451016214839672</c:v>
                </c:pt>
                <c:pt idx="444">
                  <c:v>7.0707431982731892</c:v>
                </c:pt>
                <c:pt idx="445">
                  <c:v>7.0660562187129967</c:v>
                </c:pt>
                <c:pt idx="446">
                  <c:v>7.041859276751004</c:v>
                </c:pt>
                <c:pt idx="447">
                  <c:v>7.0546516824706096</c:v>
                </c:pt>
                <c:pt idx="448">
                  <c:v>7.0859063991043474</c:v>
                </c:pt>
                <c:pt idx="449">
                  <c:v>7.0829241416787365</c:v>
                </c:pt>
                <c:pt idx="450">
                  <c:v>7.094806668024451</c:v>
                </c:pt>
                <c:pt idx="451">
                  <c:v>7.0681279811398294</c:v>
                </c:pt>
                <c:pt idx="452">
                  <c:v>7.0633963166841092</c:v>
                </c:pt>
                <c:pt idx="453">
                  <c:v>7.0839424420660997</c:v>
                </c:pt>
                <c:pt idx="454">
                  <c:v>7.0755922576589798</c:v>
                </c:pt>
                <c:pt idx="455">
                  <c:v>7.0806408552768563</c:v>
                </c:pt>
                <c:pt idx="456">
                  <c:v>7.0666197901465466</c:v>
                </c:pt>
                <c:pt idx="457">
                  <c:v>7.0558315465057815</c:v>
                </c:pt>
                <c:pt idx="458">
                  <c:v>7.0650110013114134</c:v>
                </c:pt>
                <c:pt idx="459">
                  <c:v>7.0853902781427331</c:v>
                </c:pt>
                <c:pt idx="460">
                  <c:v>7.0809195912826608</c:v>
                </c:pt>
                <c:pt idx="461">
                  <c:v>7.0857470753840062</c:v>
                </c:pt>
                <c:pt idx="462">
                  <c:v>7.0969981694914948</c:v>
                </c:pt>
                <c:pt idx="463">
                  <c:v>7.0930015422066361</c:v>
                </c:pt>
                <c:pt idx="464">
                  <c:v>7.0903967101915351</c:v>
                </c:pt>
                <c:pt idx="465">
                  <c:v>7.100498555762961</c:v>
                </c:pt>
                <c:pt idx="466">
                  <c:v>7.0959717617979496</c:v>
                </c:pt>
                <c:pt idx="467">
                  <c:v>7.1053556088011103</c:v>
                </c:pt>
                <c:pt idx="468">
                  <c:v>7.1022376771219102</c:v>
                </c:pt>
                <c:pt idx="469">
                  <c:v>7.1021396412266986</c:v>
                </c:pt>
                <c:pt idx="470">
                  <c:v>7.1154706666296912</c:v>
                </c:pt>
                <c:pt idx="471">
                  <c:v>7.1247393917792827</c:v>
                </c:pt>
                <c:pt idx="472">
                  <c:v>7.1241786427490528</c:v>
                </c:pt>
                <c:pt idx="473">
                  <c:v>7.1190137962105089</c:v>
                </c:pt>
                <c:pt idx="474">
                  <c:v>7.1080243710927711</c:v>
                </c:pt>
                <c:pt idx="475">
                  <c:v>7.1240922753132079</c:v>
                </c:pt>
                <c:pt idx="476">
                  <c:v>7.1404065526127809</c:v>
                </c:pt>
                <c:pt idx="477">
                  <c:v>7.1442075721936673</c:v>
                </c:pt>
                <c:pt idx="478">
                  <c:v>7.142286026974447</c:v>
                </c:pt>
                <c:pt idx="479">
                  <c:v>7.1469778273510505</c:v>
                </c:pt>
                <c:pt idx="480">
                  <c:v>7.1523408103911725</c:v>
                </c:pt>
                <c:pt idx="481">
                  <c:v>7.1607825240120224</c:v>
                </c:pt>
                <c:pt idx="482">
                  <c:v>7.1598308247661082</c:v>
                </c:pt>
                <c:pt idx="483">
                  <c:v>7.1609539518647258</c:v>
                </c:pt>
                <c:pt idx="484">
                  <c:v>7.1615332075261264</c:v>
                </c:pt>
                <c:pt idx="485">
                  <c:v>7.1627776221983197</c:v>
                </c:pt>
                <c:pt idx="486">
                  <c:v>7.178055651277333</c:v>
                </c:pt>
                <c:pt idx="487">
                  <c:v>7.183077748611681</c:v>
                </c:pt>
                <c:pt idx="488">
                  <c:v>7.1763682139953024</c:v>
                </c:pt>
                <c:pt idx="489">
                  <c:v>7.1832676830955542</c:v>
                </c:pt>
                <c:pt idx="490">
                  <c:v>7.1911733863354161</c:v>
                </c:pt>
                <c:pt idx="491">
                  <c:v>7.1873181159953967</c:v>
                </c:pt>
                <c:pt idx="492">
                  <c:v>7.1867714979240755</c:v>
                </c:pt>
                <c:pt idx="493">
                  <c:v>7.1978824473941909</c:v>
                </c:pt>
                <c:pt idx="494">
                  <c:v>7.1955755209967114</c:v>
                </c:pt>
                <c:pt idx="495">
                  <c:v>7.1957968428785879</c:v>
                </c:pt>
                <c:pt idx="496">
                  <c:v>7.198763813864737</c:v>
                </c:pt>
                <c:pt idx="497">
                  <c:v>7.2031165469967666</c:v>
                </c:pt>
                <c:pt idx="498">
                  <c:v>7.2010816131448081</c:v>
                </c:pt>
                <c:pt idx="499">
                  <c:v>7.1959039994932557</c:v>
                </c:pt>
                <c:pt idx="500">
                  <c:v>7.196092191285147</c:v>
                </c:pt>
                <c:pt idx="501">
                  <c:v>7.2025176860505544</c:v>
                </c:pt>
                <c:pt idx="502">
                  <c:v>7.2068756851431424</c:v>
                </c:pt>
                <c:pt idx="503">
                  <c:v>7.2068465518793339</c:v>
                </c:pt>
                <c:pt idx="504">
                  <c:v>7.2055665446176134</c:v>
                </c:pt>
                <c:pt idx="505">
                  <c:v>7.2171689711116231</c:v>
                </c:pt>
                <c:pt idx="506">
                  <c:v>7.2340142485527323</c:v>
                </c:pt>
                <c:pt idx="507">
                  <c:v>7.2563966266938591</c:v>
                </c:pt>
                <c:pt idx="508">
                  <c:v>7.2742509606778984</c:v>
                </c:pt>
                <c:pt idx="509">
                  <c:v>7.2974027941565573</c:v>
                </c:pt>
                <c:pt idx="510">
                  <c:v>7.3428586225217032</c:v>
                </c:pt>
                <c:pt idx="511">
                  <c:v>7.4111408555799336</c:v>
                </c:pt>
                <c:pt idx="512">
                  <c:v>7.4510169820029937</c:v>
                </c:pt>
                <c:pt idx="513">
                  <c:v>7.5039175715784223</c:v>
                </c:pt>
                <c:pt idx="514">
                  <c:v>7.5362285205636148</c:v>
                </c:pt>
                <c:pt idx="515">
                  <c:v>7.5428565843297761</c:v>
                </c:pt>
                <c:pt idx="516">
                  <c:v>7.5350753888551978</c:v>
                </c:pt>
                <c:pt idx="517">
                  <c:v>7.5054210222600872</c:v>
                </c:pt>
                <c:pt idx="518">
                  <c:v>7.4675444454648048</c:v>
                </c:pt>
                <c:pt idx="519">
                  <c:v>7.444711278369132</c:v>
                </c:pt>
                <c:pt idx="520">
                  <c:v>7.4162777053929201</c:v>
                </c:pt>
                <c:pt idx="521">
                  <c:v>7.3874817282534027</c:v>
                </c:pt>
                <c:pt idx="522">
                  <c:v>7.3636884515287662</c:v>
                </c:pt>
                <c:pt idx="523">
                  <c:v>7.358227801968364</c:v>
                </c:pt>
                <c:pt idx="524">
                  <c:v>7.3577786420519766</c:v>
                </c:pt>
                <c:pt idx="525">
                  <c:v>7.3676603875201438</c:v>
                </c:pt>
                <c:pt idx="526">
                  <c:v>7.373365695881156</c:v>
                </c:pt>
                <c:pt idx="527">
                  <c:v>7.3849762675659569</c:v>
                </c:pt>
                <c:pt idx="528">
                  <c:v>7.3897871960934616</c:v>
                </c:pt>
                <c:pt idx="529">
                  <c:v>7.3932082519950804</c:v>
                </c:pt>
                <c:pt idx="530">
                  <c:v>7.4062513922593567</c:v>
                </c:pt>
                <c:pt idx="531">
                  <c:v>7.4077569265944803</c:v>
                </c:pt>
                <c:pt idx="532">
                  <c:v>7.408298335532157</c:v>
                </c:pt>
                <c:pt idx="533">
                  <c:v>7.4347076960005678</c:v>
                </c:pt>
                <c:pt idx="534">
                  <c:v>7.4535411955715638</c:v>
                </c:pt>
                <c:pt idx="535">
                  <c:v>7.4649361659503457</c:v>
                </c:pt>
                <c:pt idx="536">
                  <c:v>7.4673275181974939</c:v>
                </c:pt>
                <c:pt idx="537">
                  <c:v>7.4867003051680978</c:v>
                </c:pt>
                <c:pt idx="538">
                  <c:v>7.5283358306867161</c:v>
                </c:pt>
                <c:pt idx="539">
                  <c:v>7.5800399485617955</c:v>
                </c:pt>
                <c:pt idx="540">
                  <c:v>7.6185374540876447</c:v>
                </c:pt>
                <c:pt idx="541">
                  <c:v>7.6507777103936894</c:v>
                </c:pt>
                <c:pt idx="542">
                  <c:v>7.7030634706604939</c:v>
                </c:pt>
                <c:pt idx="543">
                  <c:v>7.7540972961603511</c:v>
                </c:pt>
                <c:pt idx="544">
                  <c:v>7.7875203857077455</c:v>
                </c:pt>
                <c:pt idx="545">
                  <c:v>7.8504006524638807</c:v>
                </c:pt>
                <c:pt idx="546">
                  <c:v>7.9270071947417433</c:v>
                </c:pt>
                <c:pt idx="547">
                  <c:v>7.9685709289275666</c:v>
                </c:pt>
                <c:pt idx="548">
                  <c:v>8.0053071032428367</c:v>
                </c:pt>
                <c:pt idx="549">
                  <c:v>8.0444797882583803</c:v>
                </c:pt>
                <c:pt idx="550">
                  <c:v>8.0659520265689348</c:v>
                </c:pt>
                <c:pt idx="551">
                  <c:v>8.036051296365839</c:v>
                </c:pt>
                <c:pt idx="552">
                  <c:v>7.998406573373547</c:v>
                </c:pt>
                <c:pt idx="553">
                  <c:v>7.9715501745268149</c:v>
                </c:pt>
                <c:pt idx="554">
                  <c:v>7.9511390840956491</c:v>
                </c:pt>
                <c:pt idx="555">
                  <c:v>7.9068719800284502</c:v>
                </c:pt>
                <c:pt idx="556">
                  <c:v>7.8543098136592482</c:v>
                </c:pt>
                <c:pt idx="557">
                  <c:v>7.8018727422667693</c:v>
                </c:pt>
                <c:pt idx="558">
                  <c:v>7.7307582558896186</c:v>
                </c:pt>
                <c:pt idx="559">
                  <c:v>7.6612997057426711</c:v>
                </c:pt>
                <c:pt idx="560">
                  <c:v>7.6181128812820651</c:v>
                </c:pt>
                <c:pt idx="561">
                  <c:v>7.5519338880246156</c:v>
                </c:pt>
                <c:pt idx="562">
                  <c:v>7.5040807027019012</c:v>
                </c:pt>
                <c:pt idx="563">
                  <c:v>7.4764517230374494</c:v>
                </c:pt>
                <c:pt idx="564">
                  <c:v>7.4516059740087348</c:v>
                </c:pt>
                <c:pt idx="565">
                  <c:v>7.4115008351283072</c:v>
                </c:pt>
                <c:pt idx="566">
                  <c:v>7.3624367440694689</c:v>
                </c:pt>
                <c:pt idx="567">
                  <c:v>7.3382376474203772</c:v>
                </c:pt>
                <c:pt idx="568">
                  <c:v>7.3137351329431528</c:v>
                </c:pt>
                <c:pt idx="569">
                  <c:v>7.2802726244607889</c:v>
                </c:pt>
                <c:pt idx="570">
                  <c:v>7.2800308070058044</c:v>
                </c:pt>
                <c:pt idx="571">
                  <c:v>7.1963453551803269</c:v>
                </c:pt>
                <c:pt idx="572">
                  <c:v>7.1826161246591527</c:v>
                </c:pt>
                <c:pt idx="573">
                  <c:v>7.2000301258405468</c:v>
                </c:pt>
                <c:pt idx="574">
                  <c:v>7.0818994861483269</c:v>
                </c:pt>
                <c:pt idx="575">
                  <c:v>7.0685516873349936</c:v>
                </c:pt>
                <c:pt idx="576">
                  <c:v>7.0881812751231781</c:v>
                </c:pt>
                <c:pt idx="577">
                  <c:v>7.0131762655940628</c:v>
                </c:pt>
                <c:pt idx="578">
                  <c:v>7.0002626326794752</c:v>
                </c:pt>
                <c:pt idx="579">
                  <c:v>6.947165950003531</c:v>
                </c:pt>
                <c:pt idx="580">
                  <c:v>6.9037836267572015</c:v>
                </c:pt>
                <c:pt idx="581">
                  <c:v>6.8817801325840051</c:v>
                </c:pt>
                <c:pt idx="582">
                  <c:v>6.7094887760028579</c:v>
                </c:pt>
                <c:pt idx="583">
                  <c:v>6.907679035839748</c:v>
                </c:pt>
                <c:pt idx="584">
                  <c:v>6.9187896632906929</c:v>
                </c:pt>
                <c:pt idx="585">
                  <c:v>7.0673714539248911</c:v>
                </c:pt>
                <c:pt idx="586">
                  <c:v>7.0861355157443882</c:v>
                </c:pt>
                <c:pt idx="587">
                  <c:v>7.3458539311948838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1B0C-4B9C-BBFB-FF685BE46DCA}"/>
            </c:ext>
          </c:extLst>
        </c:ser>
        <c:ser>
          <c:idx val="7"/>
          <c:order val="7"/>
          <c:tx>
            <c:strRef>
              <c:f>Sheet2!$I$1</c:f>
              <c:strCache>
                <c:ptCount val="1"/>
                <c:pt idx="0">
                  <c:v>S4_n3_zz_o/O-PTIR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Sheet2!$I$2:$I$589</c:f>
              <c:numCache>
                <c:formatCode>General</c:formatCode>
                <c:ptCount val="588"/>
                <c:pt idx="0">
                  <c:v>8.1475558335115572</c:v>
                </c:pt>
                <c:pt idx="1">
                  <c:v>7.9314139446021601</c:v>
                </c:pt>
                <c:pt idx="2">
                  <c:v>8.1276410931886254</c:v>
                </c:pt>
                <c:pt idx="3">
                  <c:v>8.2016705680605249</c:v>
                </c:pt>
                <c:pt idx="4">
                  <c:v>8.237804405767422</c:v>
                </c:pt>
                <c:pt idx="5">
                  <c:v>8.2809464700930562</c:v>
                </c:pt>
                <c:pt idx="6">
                  <c:v>8.290835026460142</c:v>
                </c:pt>
                <c:pt idx="7">
                  <c:v>8.3341450149073282</c:v>
                </c:pt>
                <c:pt idx="8">
                  <c:v>8.321085355319811</c:v>
                </c:pt>
                <c:pt idx="9">
                  <c:v>8.3142270320695548</c:v>
                </c:pt>
                <c:pt idx="10">
                  <c:v>8.3058684849408149</c:v>
                </c:pt>
                <c:pt idx="11">
                  <c:v>8.3113060526292664</c:v>
                </c:pt>
                <c:pt idx="12">
                  <c:v>8.3146266319691637</c:v>
                </c:pt>
                <c:pt idx="13">
                  <c:v>8.3143254519318006</c:v>
                </c:pt>
                <c:pt idx="14">
                  <c:v>8.3084543180470973</c:v>
                </c:pt>
                <c:pt idx="15">
                  <c:v>8.3323387586633881</c:v>
                </c:pt>
                <c:pt idx="16">
                  <c:v>8.3269097969907993</c:v>
                </c:pt>
                <c:pt idx="17">
                  <c:v>8.3153332408034029</c:v>
                </c:pt>
                <c:pt idx="18">
                  <c:v>8.3163587299913182</c:v>
                </c:pt>
                <c:pt idx="19">
                  <c:v>8.3311788691426596</c:v>
                </c:pt>
                <c:pt idx="20">
                  <c:v>8.3497089030393763</c:v>
                </c:pt>
                <c:pt idx="21">
                  <c:v>8.3716844560949149</c:v>
                </c:pt>
                <c:pt idx="22">
                  <c:v>8.3826963111564243</c:v>
                </c:pt>
                <c:pt idx="23">
                  <c:v>8.366152405338708</c:v>
                </c:pt>
                <c:pt idx="24">
                  <c:v>8.3532762797206619</c:v>
                </c:pt>
                <c:pt idx="25">
                  <c:v>8.3673642056146864</c:v>
                </c:pt>
                <c:pt idx="26">
                  <c:v>8.3665420869576259</c:v>
                </c:pt>
                <c:pt idx="27">
                  <c:v>8.3547264239111012</c:v>
                </c:pt>
                <c:pt idx="28">
                  <c:v>8.3573498854484356</c:v>
                </c:pt>
                <c:pt idx="29">
                  <c:v>8.3478010836011585</c:v>
                </c:pt>
                <c:pt idx="30">
                  <c:v>8.3498833427083969</c:v>
                </c:pt>
                <c:pt idx="31">
                  <c:v>8.3600397231719352</c:v>
                </c:pt>
                <c:pt idx="32">
                  <c:v>8.3858508432186554</c:v>
                </c:pt>
                <c:pt idx="33">
                  <c:v>8.4049596164231595</c:v>
                </c:pt>
                <c:pt idx="34">
                  <c:v>8.4193635539989042</c:v>
                </c:pt>
                <c:pt idx="35">
                  <c:v>8.4131039897245383</c:v>
                </c:pt>
                <c:pt idx="36">
                  <c:v>8.4202082253003674</c:v>
                </c:pt>
                <c:pt idx="37">
                  <c:v>8.4354771895413343</c:v>
                </c:pt>
                <c:pt idx="38">
                  <c:v>8.4456467842065326</c:v>
                </c:pt>
                <c:pt idx="39">
                  <c:v>8.47226027790229</c:v>
                </c:pt>
                <c:pt idx="40">
                  <c:v>8.5083543661919556</c:v>
                </c:pt>
                <c:pt idx="41">
                  <c:v>8.5374832274244064</c:v>
                </c:pt>
                <c:pt idx="42">
                  <c:v>8.5888566865203178</c:v>
                </c:pt>
                <c:pt idx="43">
                  <c:v>8.6434725994220667</c:v>
                </c:pt>
                <c:pt idx="44">
                  <c:v>8.7019499278803671</c:v>
                </c:pt>
                <c:pt idx="45">
                  <c:v>8.7723204040457308</c:v>
                </c:pt>
                <c:pt idx="46">
                  <c:v>8.8321708498007307</c:v>
                </c:pt>
                <c:pt idx="47">
                  <c:v>8.8549367524973306</c:v>
                </c:pt>
                <c:pt idx="48">
                  <c:v>8.8335235812158874</c:v>
                </c:pt>
                <c:pt idx="49">
                  <c:v>8.7756324384053404</c:v>
                </c:pt>
                <c:pt idx="50">
                  <c:v>8.726105610585229</c:v>
                </c:pt>
                <c:pt idx="51">
                  <c:v>8.6868633379329747</c:v>
                </c:pt>
                <c:pt idx="52">
                  <c:v>8.6650624076531777</c:v>
                </c:pt>
                <c:pt idx="53">
                  <c:v>8.6662505871622173</c:v>
                </c:pt>
                <c:pt idx="54">
                  <c:v>8.67340987682533</c:v>
                </c:pt>
                <c:pt idx="55">
                  <c:v>8.6785968019312634</c:v>
                </c:pt>
                <c:pt idx="56">
                  <c:v>8.6943918928156734</c:v>
                </c:pt>
                <c:pt idx="57">
                  <c:v>8.7169900087207637</c:v>
                </c:pt>
                <c:pt idx="58">
                  <c:v>8.7411880501136228</c:v>
                </c:pt>
                <c:pt idx="59">
                  <c:v>8.7547932456569537</c:v>
                </c:pt>
                <c:pt idx="60">
                  <c:v>8.7707461134988236</c:v>
                </c:pt>
                <c:pt idx="61">
                  <c:v>8.7931902366520092</c:v>
                </c:pt>
                <c:pt idx="62">
                  <c:v>8.8172372150004925</c:v>
                </c:pt>
                <c:pt idx="63">
                  <c:v>8.8338087394152112</c:v>
                </c:pt>
                <c:pt idx="64">
                  <c:v>8.8542977710785138</c:v>
                </c:pt>
                <c:pt idx="65">
                  <c:v>8.8970357341309949</c:v>
                </c:pt>
                <c:pt idx="66">
                  <c:v>8.921413220109903</c:v>
                </c:pt>
                <c:pt idx="67">
                  <c:v>8.9316063439886797</c:v>
                </c:pt>
                <c:pt idx="68">
                  <c:v>8.9573050670268248</c:v>
                </c:pt>
                <c:pt idx="69">
                  <c:v>8.9862522863925829</c:v>
                </c:pt>
                <c:pt idx="70">
                  <c:v>8.981601436728571</c:v>
                </c:pt>
                <c:pt idx="71">
                  <c:v>8.9856724484444719</c:v>
                </c:pt>
                <c:pt idx="72">
                  <c:v>9.0061165579256883</c:v>
                </c:pt>
                <c:pt idx="73">
                  <c:v>9.0193764752298105</c:v>
                </c:pt>
                <c:pt idx="74">
                  <c:v>9.0113485272848539</c:v>
                </c:pt>
                <c:pt idx="75">
                  <c:v>9.0261923177209216</c:v>
                </c:pt>
                <c:pt idx="76">
                  <c:v>9.0513719332065747</c:v>
                </c:pt>
                <c:pt idx="77">
                  <c:v>9.0606999999023436</c:v>
                </c:pt>
                <c:pt idx="78">
                  <c:v>9.071244383506528</c:v>
                </c:pt>
                <c:pt idx="79">
                  <c:v>9.0773889567604478</c:v>
                </c:pt>
                <c:pt idx="80">
                  <c:v>9.0805969865028366</c:v>
                </c:pt>
                <c:pt idx="81">
                  <c:v>9.0899028362498573</c:v>
                </c:pt>
                <c:pt idx="82">
                  <c:v>9.0950548490077576</c:v>
                </c:pt>
                <c:pt idx="83">
                  <c:v>9.1026232601199411</c:v>
                </c:pt>
                <c:pt idx="84">
                  <c:v>9.0978141452138832</c:v>
                </c:pt>
                <c:pt idx="85">
                  <c:v>9.0921059763103855</c:v>
                </c:pt>
                <c:pt idx="86">
                  <c:v>9.08301069929189</c:v>
                </c:pt>
                <c:pt idx="87">
                  <c:v>9.0717125263551601</c:v>
                </c:pt>
                <c:pt idx="88">
                  <c:v>9.0638378387352265</c:v>
                </c:pt>
                <c:pt idx="89">
                  <c:v>9.0471414355371582</c:v>
                </c:pt>
                <c:pt idx="90">
                  <c:v>9.0354898666299484</c:v>
                </c:pt>
                <c:pt idx="91">
                  <c:v>9.0177214346191832</c:v>
                </c:pt>
                <c:pt idx="92">
                  <c:v>8.9903316599820506</c:v>
                </c:pt>
                <c:pt idx="93">
                  <c:v>8.9640292951221348</c:v>
                </c:pt>
                <c:pt idx="94">
                  <c:v>8.9444289414087788</c:v>
                </c:pt>
                <c:pt idx="95">
                  <c:v>8.9226885584178799</c:v>
                </c:pt>
                <c:pt idx="96">
                  <c:v>8.8980619862635795</c:v>
                </c:pt>
                <c:pt idx="97">
                  <c:v>8.8800672953819024</c:v>
                </c:pt>
                <c:pt idx="98">
                  <c:v>8.8588631099040711</c:v>
                </c:pt>
                <c:pt idx="99">
                  <c:v>8.8278404368975174</c:v>
                </c:pt>
                <c:pt idx="100">
                  <c:v>8.8093635649853077</c:v>
                </c:pt>
                <c:pt idx="101">
                  <c:v>8.7911459111536896</c:v>
                </c:pt>
                <c:pt idx="102">
                  <c:v>8.7788930197765023</c:v>
                </c:pt>
                <c:pt idx="103">
                  <c:v>8.7618578691455902</c:v>
                </c:pt>
                <c:pt idx="104">
                  <c:v>8.7460602758026678</c:v>
                </c:pt>
                <c:pt idx="105">
                  <c:v>8.7304120975436348</c:v>
                </c:pt>
                <c:pt idx="106">
                  <c:v>8.6946908450546054</c:v>
                </c:pt>
                <c:pt idx="107">
                  <c:v>8.6758483700572171</c:v>
                </c:pt>
                <c:pt idx="108">
                  <c:v>8.6650642387203813</c:v>
                </c:pt>
                <c:pt idx="109">
                  <c:v>8.6509055725966881</c:v>
                </c:pt>
                <c:pt idx="110">
                  <c:v>8.624704648859904</c:v>
                </c:pt>
                <c:pt idx="111">
                  <c:v>8.5845349406685401</c:v>
                </c:pt>
                <c:pt idx="112">
                  <c:v>8.542031659396109</c:v>
                </c:pt>
                <c:pt idx="113">
                  <c:v>8.499303126339731</c:v>
                </c:pt>
                <c:pt idx="114">
                  <c:v>8.4757697013065521</c:v>
                </c:pt>
                <c:pt idx="115">
                  <c:v>8.4505770547259598</c:v>
                </c:pt>
                <c:pt idx="116">
                  <c:v>8.4371448339978876</c:v>
                </c:pt>
                <c:pt idx="117">
                  <c:v>8.4239315783896966</c:v>
                </c:pt>
                <c:pt idx="118">
                  <c:v>8.4101582908769874</c:v>
                </c:pt>
                <c:pt idx="119">
                  <c:v>8.3968957795609942</c:v>
                </c:pt>
                <c:pt idx="120">
                  <c:v>8.39165196930057</c:v>
                </c:pt>
                <c:pt idx="121">
                  <c:v>8.4001236458647668</c:v>
                </c:pt>
                <c:pt idx="122">
                  <c:v>8.407046972000785</c:v>
                </c:pt>
                <c:pt idx="123">
                  <c:v>8.4215926036603772</c:v>
                </c:pt>
                <c:pt idx="124">
                  <c:v>8.4135968519804329</c:v>
                </c:pt>
                <c:pt idx="125">
                  <c:v>8.390076946326781</c:v>
                </c:pt>
                <c:pt idx="126">
                  <c:v>8.3716140210431131</c:v>
                </c:pt>
                <c:pt idx="127">
                  <c:v>8.3514664834134607</c:v>
                </c:pt>
                <c:pt idx="128">
                  <c:v>8.3400011950765283</c:v>
                </c:pt>
                <c:pt idx="129">
                  <c:v>8.3399177594475749</c:v>
                </c:pt>
                <c:pt idx="130">
                  <c:v>8.3414925077612843</c:v>
                </c:pt>
                <c:pt idx="131">
                  <c:v>8.3413643330569638</c:v>
                </c:pt>
                <c:pt idx="132">
                  <c:v>8.3397716402846509</c:v>
                </c:pt>
                <c:pt idx="133">
                  <c:v>8.337482806278949</c:v>
                </c:pt>
                <c:pt idx="134">
                  <c:v>8.3469942543552538</c:v>
                </c:pt>
                <c:pt idx="135">
                  <c:v>8.3490536556402244</c:v>
                </c:pt>
                <c:pt idx="136">
                  <c:v>8.3492959668669613</c:v>
                </c:pt>
                <c:pt idx="137">
                  <c:v>8.3356241815129586</c:v>
                </c:pt>
                <c:pt idx="138">
                  <c:v>8.3183872167583175</c:v>
                </c:pt>
                <c:pt idx="139">
                  <c:v>8.332001170906441</c:v>
                </c:pt>
                <c:pt idx="140">
                  <c:v>8.3441954986508691</c:v>
                </c:pt>
                <c:pt idx="141">
                  <c:v>8.3551813220402877</c:v>
                </c:pt>
                <c:pt idx="142">
                  <c:v>8.3616004638215315</c:v>
                </c:pt>
                <c:pt idx="143">
                  <c:v>8.392377316055871</c:v>
                </c:pt>
                <c:pt idx="144">
                  <c:v>8.4036964852298794</c:v>
                </c:pt>
                <c:pt idx="145">
                  <c:v>8.4175895550555531</c:v>
                </c:pt>
                <c:pt idx="146">
                  <c:v>8.4436849788035655</c:v>
                </c:pt>
                <c:pt idx="147">
                  <c:v>8.469833320393791</c:v>
                </c:pt>
                <c:pt idx="148">
                  <c:v>8.4887064047312819</c:v>
                </c:pt>
                <c:pt idx="149">
                  <c:v>8.50453524828783</c:v>
                </c:pt>
                <c:pt idx="150">
                  <c:v>8.5168846979422721</c:v>
                </c:pt>
                <c:pt idx="151">
                  <c:v>8.5167521286766608</c:v>
                </c:pt>
                <c:pt idx="152">
                  <c:v>8.5333325642851072</c:v>
                </c:pt>
                <c:pt idx="153">
                  <c:v>8.539972746395728</c:v>
                </c:pt>
                <c:pt idx="154">
                  <c:v>8.5552872431745151</c:v>
                </c:pt>
                <c:pt idx="155">
                  <c:v>8.5695114004685582</c:v>
                </c:pt>
                <c:pt idx="156">
                  <c:v>8.5711310404465664</c:v>
                </c:pt>
                <c:pt idx="157">
                  <c:v>8.5639202977950042</c:v>
                </c:pt>
                <c:pt idx="158">
                  <c:v>8.550583536703865</c:v>
                </c:pt>
                <c:pt idx="159">
                  <c:v>8.5586308939611886</c:v>
                </c:pt>
                <c:pt idx="160">
                  <c:v>8.5630565223590391</c:v>
                </c:pt>
                <c:pt idx="161">
                  <c:v>8.5510741406435393</c:v>
                </c:pt>
                <c:pt idx="162">
                  <c:v>8.5452623943718358</c:v>
                </c:pt>
                <c:pt idx="163">
                  <c:v>8.5408575180689716</c:v>
                </c:pt>
                <c:pt idx="164">
                  <c:v>8.5284464835208826</c:v>
                </c:pt>
                <c:pt idx="165">
                  <c:v>8.5158227399991997</c:v>
                </c:pt>
                <c:pt idx="166">
                  <c:v>8.5086244791224157</c:v>
                </c:pt>
                <c:pt idx="167">
                  <c:v>8.5118596391772208</c:v>
                </c:pt>
                <c:pt idx="168">
                  <c:v>8.4990505306188613</c:v>
                </c:pt>
                <c:pt idx="169">
                  <c:v>8.4874504452178883</c:v>
                </c:pt>
                <c:pt idx="170">
                  <c:v>8.4938083378011378</c:v>
                </c:pt>
                <c:pt idx="171">
                  <c:v>8.4951953712085917</c:v>
                </c:pt>
                <c:pt idx="172">
                  <c:v>8.4918288320818611</c:v>
                </c:pt>
                <c:pt idx="173">
                  <c:v>8.4906496858376954</c:v>
                </c:pt>
                <c:pt idx="174">
                  <c:v>8.4871456640816874</c:v>
                </c:pt>
                <c:pt idx="175">
                  <c:v>8.4870502959981167</c:v>
                </c:pt>
                <c:pt idx="176">
                  <c:v>8.4897431244647183</c:v>
                </c:pt>
                <c:pt idx="177">
                  <c:v>8.4887635035102775</c:v>
                </c:pt>
                <c:pt idx="178">
                  <c:v>8.4927862360875519</c:v>
                </c:pt>
                <c:pt idx="179">
                  <c:v>8.495631653487866</c:v>
                </c:pt>
                <c:pt idx="180">
                  <c:v>8.5020178360594265</c:v>
                </c:pt>
                <c:pt idx="181">
                  <c:v>8.5109108411873908</c:v>
                </c:pt>
                <c:pt idx="182">
                  <c:v>8.5222319634997508</c:v>
                </c:pt>
                <c:pt idx="183">
                  <c:v>8.5317677952876636</c:v>
                </c:pt>
                <c:pt idx="184">
                  <c:v>8.5435804981088737</c:v>
                </c:pt>
                <c:pt idx="185">
                  <c:v>8.5543999690427572</c:v>
                </c:pt>
                <c:pt idx="186">
                  <c:v>8.5620457732621222</c:v>
                </c:pt>
                <c:pt idx="187">
                  <c:v>8.562941165125153</c:v>
                </c:pt>
                <c:pt idx="188">
                  <c:v>8.5620001186531542</c:v>
                </c:pt>
                <c:pt idx="189">
                  <c:v>8.5624993286086912</c:v>
                </c:pt>
                <c:pt idx="190">
                  <c:v>8.5694365098198908</c:v>
                </c:pt>
                <c:pt idx="191">
                  <c:v>8.5768829718562536</c:v>
                </c:pt>
                <c:pt idx="192">
                  <c:v>8.5883174372285751</c:v>
                </c:pt>
                <c:pt idx="193">
                  <c:v>8.5987528723340887</c:v>
                </c:pt>
                <c:pt idx="194">
                  <c:v>8.6139702615154601</c:v>
                </c:pt>
                <c:pt idx="195">
                  <c:v>8.6276002375016247</c:v>
                </c:pt>
                <c:pt idx="196">
                  <c:v>8.6386708087848252</c:v>
                </c:pt>
                <c:pt idx="197">
                  <c:v>8.6529171830276184</c:v>
                </c:pt>
                <c:pt idx="198">
                  <c:v>8.6727690033037348</c:v>
                </c:pt>
                <c:pt idx="199">
                  <c:v>8.6929319829334766</c:v>
                </c:pt>
                <c:pt idx="200">
                  <c:v>8.7112781166472821</c:v>
                </c:pt>
                <c:pt idx="201">
                  <c:v>8.723445008901427</c:v>
                </c:pt>
                <c:pt idx="202">
                  <c:v>8.7616349061956473</c:v>
                </c:pt>
                <c:pt idx="203">
                  <c:v>8.8560611498320796</c:v>
                </c:pt>
                <c:pt idx="204">
                  <c:v>8.9298956999706061</c:v>
                </c:pt>
                <c:pt idx="205">
                  <c:v>8.9894788099137397</c:v>
                </c:pt>
                <c:pt idx="206">
                  <c:v>9.0376610240499691</c:v>
                </c:pt>
                <c:pt idx="207">
                  <c:v>9.071620362639198</c:v>
                </c:pt>
                <c:pt idx="208">
                  <c:v>9.086205789492702</c:v>
                </c:pt>
                <c:pt idx="209">
                  <c:v>9.0718851349569771</c:v>
                </c:pt>
                <c:pt idx="210">
                  <c:v>9.0301259383609072</c:v>
                </c:pt>
                <c:pt idx="211">
                  <c:v>8.971835256686326</c:v>
                </c:pt>
                <c:pt idx="212">
                  <c:v>8.9128126974500805</c:v>
                </c:pt>
                <c:pt idx="213">
                  <c:v>8.8570133658140247</c:v>
                </c:pt>
                <c:pt idx="214">
                  <c:v>8.8466084484952532</c:v>
                </c:pt>
                <c:pt idx="215">
                  <c:v>8.8505241857122066</c:v>
                </c:pt>
                <c:pt idx="216">
                  <c:v>8.8380088413690334</c:v>
                </c:pt>
                <c:pt idx="217">
                  <c:v>8.849816112024202</c:v>
                </c:pt>
                <c:pt idx="218">
                  <c:v>8.864792410690308</c:v>
                </c:pt>
                <c:pt idx="219">
                  <c:v>8.8561569756824507</c:v>
                </c:pt>
                <c:pt idx="220">
                  <c:v>8.8789839139525366</c:v>
                </c:pt>
                <c:pt idx="221">
                  <c:v>8.8807390529036816</c:v>
                </c:pt>
                <c:pt idx="222">
                  <c:v>8.8954344048250338</c:v>
                </c:pt>
                <c:pt idx="223">
                  <c:v>8.9033434554728395</c:v>
                </c:pt>
                <c:pt idx="224">
                  <c:v>8.8949284809564126</c:v>
                </c:pt>
                <c:pt idx="225">
                  <c:v>8.8686122610213154</c:v>
                </c:pt>
                <c:pt idx="226">
                  <c:v>8.8545528997756815</c:v>
                </c:pt>
                <c:pt idx="227">
                  <c:v>8.8508502377457656</c:v>
                </c:pt>
                <c:pt idx="228">
                  <c:v>8.8469951088532834</c:v>
                </c:pt>
                <c:pt idx="229">
                  <c:v>8.8295374089471323</c:v>
                </c:pt>
                <c:pt idx="230">
                  <c:v>8.8176979115091605</c:v>
                </c:pt>
                <c:pt idx="231">
                  <c:v>8.8087239121751804</c:v>
                </c:pt>
                <c:pt idx="232">
                  <c:v>8.8236569976552577</c:v>
                </c:pt>
                <c:pt idx="233">
                  <c:v>8.8397830234191055</c:v>
                </c:pt>
                <c:pt idx="234">
                  <c:v>8.8311588189567694</c:v>
                </c:pt>
                <c:pt idx="235">
                  <c:v>8.8342263448089966</c:v>
                </c:pt>
                <c:pt idx="236">
                  <c:v>8.8285966676530023</c:v>
                </c:pt>
                <c:pt idx="237">
                  <c:v>8.8103390965563246</c:v>
                </c:pt>
                <c:pt idx="238">
                  <c:v>8.787945816035851</c:v>
                </c:pt>
                <c:pt idx="239">
                  <c:v>8.7624170770698626</c:v>
                </c:pt>
                <c:pt idx="240">
                  <c:v>8.7292438156315519</c:v>
                </c:pt>
                <c:pt idx="241">
                  <c:v>8.6850713945310183</c:v>
                </c:pt>
                <c:pt idx="242">
                  <c:v>8.6563249822020261</c:v>
                </c:pt>
                <c:pt idx="243">
                  <c:v>8.6569716541031045</c:v>
                </c:pt>
                <c:pt idx="244">
                  <c:v>8.6461954573908226</c:v>
                </c:pt>
                <c:pt idx="245">
                  <c:v>8.6580888492401815</c:v>
                </c:pt>
                <c:pt idx="246">
                  <c:v>8.6586858381844412</c:v>
                </c:pt>
                <c:pt idx="247">
                  <c:v>8.6486467680931405</c:v>
                </c:pt>
                <c:pt idx="248">
                  <c:v>8.6540617221016163</c:v>
                </c:pt>
                <c:pt idx="249">
                  <c:v>8.6605084824798606</c:v>
                </c:pt>
                <c:pt idx="250">
                  <c:v>8.6546330761050125</c:v>
                </c:pt>
                <c:pt idx="251">
                  <c:v>8.7187433166047033</c:v>
                </c:pt>
                <c:pt idx="252">
                  <c:v>8.7538970603314663</c:v>
                </c:pt>
                <c:pt idx="253">
                  <c:v>8.781539949491842</c:v>
                </c:pt>
                <c:pt idx="254">
                  <c:v>8.8233548715665044</c:v>
                </c:pt>
                <c:pt idx="255">
                  <c:v>8.8508996765602888</c:v>
                </c:pt>
                <c:pt idx="256">
                  <c:v>8.9081688668770198</c:v>
                </c:pt>
                <c:pt idx="257">
                  <c:v>8.9398477333341138</c:v>
                </c:pt>
                <c:pt idx="258">
                  <c:v>8.9704398614053034</c:v>
                </c:pt>
                <c:pt idx="259">
                  <c:v>9</c:v>
                </c:pt>
                <c:pt idx="260">
                  <c:v>8.9017369991787056</c:v>
                </c:pt>
                <c:pt idx="261">
                  <c:v>8.7215228155856526</c:v>
                </c:pt>
                <c:pt idx="262">
                  <c:v>8.5838100211622539</c:v>
                </c:pt>
                <c:pt idx="263">
                  <c:v>8.5496238743819539</c:v>
                </c:pt>
                <c:pt idx="264">
                  <c:v>8.5213609248305406</c:v>
                </c:pt>
                <c:pt idx="265">
                  <c:v>8.5172253985134674</c:v>
                </c:pt>
                <c:pt idx="266">
                  <c:v>8.5182274195233756</c:v>
                </c:pt>
                <c:pt idx="267">
                  <c:v>8.5005639381812177</c:v>
                </c:pt>
                <c:pt idx="268">
                  <c:v>8.4527963997312483</c:v>
                </c:pt>
                <c:pt idx="269">
                  <c:v>8.4271021628077545</c:v>
                </c:pt>
                <c:pt idx="270">
                  <c:v>8.4195310661303342</c:v>
                </c:pt>
                <c:pt idx="271">
                  <c:v>8.4563138493134229</c:v>
                </c:pt>
                <c:pt idx="272">
                  <c:v>8.4716539505152859</c:v>
                </c:pt>
                <c:pt idx="273">
                  <c:v>8.4855319445543085</c:v>
                </c:pt>
                <c:pt idx="274">
                  <c:v>8.503494957973345</c:v>
                </c:pt>
                <c:pt idx="275">
                  <c:v>8.5177714837894403</c:v>
                </c:pt>
                <c:pt idx="276">
                  <c:v>8.5632844902260068</c:v>
                </c:pt>
                <c:pt idx="277">
                  <c:v>8.6591809587565542</c:v>
                </c:pt>
                <c:pt idx="278">
                  <c:v>8.9791860149434619</c:v>
                </c:pt>
                <c:pt idx="279">
                  <c:v>9.0209085901954413</c:v>
                </c:pt>
                <c:pt idx="280">
                  <c:v>8.9253798609951431</c:v>
                </c:pt>
                <c:pt idx="281">
                  <c:v>8.7458309041175095</c:v>
                </c:pt>
                <c:pt idx="282">
                  <c:v>8.6041020299943458</c:v>
                </c:pt>
                <c:pt idx="283">
                  <c:v>8.5571654908773791</c:v>
                </c:pt>
                <c:pt idx="284">
                  <c:v>8.5393180788345227</c:v>
                </c:pt>
                <c:pt idx="285">
                  <c:v>8.4854859237319005</c:v>
                </c:pt>
                <c:pt idx="286">
                  <c:v>8.4930901627257214</c:v>
                </c:pt>
                <c:pt idx="287">
                  <c:v>8.6188864938529868</c:v>
                </c:pt>
                <c:pt idx="288">
                  <c:v>8.6550475686845516</c:v>
                </c:pt>
                <c:pt idx="289">
                  <c:v>8.6451042634080508</c:v>
                </c:pt>
                <c:pt idx="290">
                  <c:v>8.6124202020912257</c:v>
                </c:pt>
                <c:pt idx="291">
                  <c:v>8.6189388623750354</c:v>
                </c:pt>
                <c:pt idx="292">
                  <c:v>8.6423613857711921</c:v>
                </c:pt>
                <c:pt idx="293">
                  <c:v>8.6151453183762001</c:v>
                </c:pt>
                <c:pt idx="294">
                  <c:v>8.6632152880927897</c:v>
                </c:pt>
                <c:pt idx="295">
                  <c:v>8.6696704713801758</c:v>
                </c:pt>
                <c:pt idx="296">
                  <c:v>8.7096665944005487</c:v>
                </c:pt>
                <c:pt idx="297">
                  <c:v>8.7803368773028723</c:v>
                </c:pt>
                <c:pt idx="298">
                  <c:v>8.7769442149506887</c:v>
                </c:pt>
                <c:pt idx="299">
                  <c:v>8.8174392427487298</c:v>
                </c:pt>
                <c:pt idx="300">
                  <c:v>8.856697689827957</c:v>
                </c:pt>
                <c:pt idx="301">
                  <c:v>8.8431086076760295</c:v>
                </c:pt>
                <c:pt idx="302">
                  <c:v>8.8008092462546141</c:v>
                </c:pt>
                <c:pt idx="303">
                  <c:v>8.8346970511517178</c:v>
                </c:pt>
                <c:pt idx="304">
                  <c:v>8.9146648829630664</c:v>
                </c:pt>
                <c:pt idx="305">
                  <c:v>8.989961418193289</c:v>
                </c:pt>
                <c:pt idx="306">
                  <c:v>8.9662128427635732</c:v>
                </c:pt>
                <c:pt idx="307">
                  <c:v>8.9440314777542422</c:v>
                </c:pt>
                <c:pt idx="308">
                  <c:v>8.9517564451124176</c:v>
                </c:pt>
                <c:pt idx="309">
                  <c:v>8.952311929866708</c:v>
                </c:pt>
                <c:pt idx="310">
                  <c:v>8.9493199660544551</c:v>
                </c:pt>
                <c:pt idx="311">
                  <c:v>8.9044358701670809</c:v>
                </c:pt>
                <c:pt idx="312">
                  <c:v>8.9696256468550075</c:v>
                </c:pt>
                <c:pt idx="313">
                  <c:v>9.0811069997548817</c:v>
                </c:pt>
                <c:pt idx="314">
                  <c:v>9.0754258085748631</c:v>
                </c:pt>
                <c:pt idx="315">
                  <c:v>9.1176968494901818</c:v>
                </c:pt>
                <c:pt idx="316">
                  <c:v>9.1014020603656469</c:v>
                </c:pt>
                <c:pt idx="317">
                  <c:v>9.1349662546521309</c:v>
                </c:pt>
                <c:pt idx="318">
                  <c:v>9.2316152307681794</c:v>
                </c:pt>
                <c:pt idx="319">
                  <c:v>9.2375907354835434</c:v>
                </c:pt>
                <c:pt idx="320">
                  <c:v>9.2197645638202612</c:v>
                </c:pt>
                <c:pt idx="321">
                  <c:v>9.3576862830117022</c:v>
                </c:pt>
                <c:pt idx="322">
                  <c:v>9.4437049374360935</c:v>
                </c:pt>
                <c:pt idx="323">
                  <c:v>9.50703398363075</c:v>
                </c:pt>
                <c:pt idx="324">
                  <c:v>9.5524041668253599</c:v>
                </c:pt>
                <c:pt idx="325">
                  <c:v>9.6011150710991195</c:v>
                </c:pt>
                <c:pt idx="326">
                  <c:v>9.6577640179180957</c:v>
                </c:pt>
                <c:pt idx="327">
                  <c:v>9.7027162295054765</c:v>
                </c:pt>
                <c:pt idx="328">
                  <c:v>9.7661065554159059</c:v>
                </c:pt>
                <c:pt idx="329">
                  <c:v>9.7899142132807526</c:v>
                </c:pt>
                <c:pt idx="330">
                  <c:v>9.8421718947297485</c:v>
                </c:pt>
                <c:pt idx="331">
                  <c:v>9.930135630809982</c:v>
                </c:pt>
                <c:pt idx="332">
                  <c:v>9.964165038237569</c:v>
                </c:pt>
                <c:pt idx="333">
                  <c:v>9.9418355398913842</c:v>
                </c:pt>
                <c:pt idx="334">
                  <c:v>9.9312541687296712</c:v>
                </c:pt>
                <c:pt idx="335">
                  <c:v>9.8860060566820316</c:v>
                </c:pt>
                <c:pt idx="336">
                  <c:v>9.8067074188983696</c:v>
                </c:pt>
                <c:pt idx="337">
                  <c:v>9.7678450926910685</c:v>
                </c:pt>
                <c:pt idx="338">
                  <c:v>9.7563492865673851</c:v>
                </c:pt>
                <c:pt idx="339">
                  <c:v>9.6847707943315964</c:v>
                </c:pt>
                <c:pt idx="340">
                  <c:v>9.5629323149670018</c:v>
                </c:pt>
                <c:pt idx="341">
                  <c:v>9.5342040912389017</c:v>
                </c:pt>
                <c:pt idx="342">
                  <c:v>9.5507939263256709</c:v>
                </c:pt>
                <c:pt idx="343">
                  <c:v>9.4774712815419662</c:v>
                </c:pt>
                <c:pt idx="344">
                  <c:v>9.4570342521872757</c:v>
                </c:pt>
                <c:pt idx="345">
                  <c:v>9.4683679478277689</c:v>
                </c:pt>
                <c:pt idx="346">
                  <c:v>9.4631487959390412</c:v>
                </c:pt>
                <c:pt idx="347">
                  <c:v>9.5049191010094738</c:v>
                </c:pt>
                <c:pt idx="348">
                  <c:v>9.4824682639432147</c:v>
                </c:pt>
                <c:pt idx="349">
                  <c:v>9.3991305360485917</c:v>
                </c:pt>
                <c:pt idx="350">
                  <c:v>9.3069734119276166</c:v>
                </c:pt>
                <c:pt idx="351">
                  <c:v>9.3097428400389415</c:v>
                </c:pt>
                <c:pt idx="352">
                  <c:v>9.3212982168823473</c:v>
                </c:pt>
                <c:pt idx="353">
                  <c:v>9.3031795627509126</c:v>
                </c:pt>
                <c:pt idx="354">
                  <c:v>9.2608120856294924</c:v>
                </c:pt>
                <c:pt idx="355">
                  <c:v>9.177791620645845</c:v>
                </c:pt>
                <c:pt idx="356">
                  <c:v>9.134535465574471</c:v>
                </c:pt>
                <c:pt idx="357">
                  <c:v>9.1524710129854405</c:v>
                </c:pt>
                <c:pt idx="358">
                  <c:v>9.0886887166220856</c:v>
                </c:pt>
                <c:pt idx="359">
                  <c:v>9.0943589213988769</c:v>
                </c:pt>
                <c:pt idx="360">
                  <c:v>9.1848054625373425</c:v>
                </c:pt>
                <c:pt idx="361">
                  <c:v>9.2110054707405222</c:v>
                </c:pt>
                <c:pt idx="362">
                  <c:v>9.2052212515124623</c:v>
                </c:pt>
                <c:pt idx="363">
                  <c:v>9.1462368395096458</c:v>
                </c:pt>
                <c:pt idx="364">
                  <c:v>9.1440106280023397</c:v>
                </c:pt>
                <c:pt idx="365">
                  <c:v>9.1434514200780672</c:v>
                </c:pt>
                <c:pt idx="366">
                  <c:v>9.0873123644399918</c:v>
                </c:pt>
                <c:pt idx="367">
                  <c:v>9.0201234896136988</c:v>
                </c:pt>
                <c:pt idx="368">
                  <c:v>9.0054642707518511</c:v>
                </c:pt>
                <c:pt idx="369">
                  <c:v>8.9717223408753775</c:v>
                </c:pt>
                <c:pt idx="370">
                  <c:v>8.9497588728633879</c:v>
                </c:pt>
                <c:pt idx="371">
                  <c:v>8.9253282859355476</c:v>
                </c:pt>
                <c:pt idx="372">
                  <c:v>8.8781353974099435</c:v>
                </c:pt>
                <c:pt idx="373">
                  <c:v>8.8099846629810941</c:v>
                </c:pt>
                <c:pt idx="374">
                  <c:v>8.7528369944911741</c:v>
                </c:pt>
                <c:pt idx="375">
                  <c:v>8.732358155768642</c:v>
                </c:pt>
                <c:pt idx="376">
                  <c:v>8.6918788751485607</c:v>
                </c:pt>
                <c:pt idx="377">
                  <c:v>8.6614714407227389</c:v>
                </c:pt>
                <c:pt idx="378">
                  <c:v>8.6402153750074469</c:v>
                </c:pt>
                <c:pt idx="379">
                  <c:v>8.6027561955989942</c:v>
                </c:pt>
                <c:pt idx="380">
                  <c:v>8.5423408656113864</c:v>
                </c:pt>
                <c:pt idx="381">
                  <c:v>8.4623651907288426</c:v>
                </c:pt>
                <c:pt idx="382">
                  <c:v>8.4186834956391294</c:v>
                </c:pt>
                <c:pt idx="383">
                  <c:v>8.3817702794355036</c:v>
                </c:pt>
                <c:pt idx="384">
                  <c:v>8.3540962010970787</c:v>
                </c:pt>
                <c:pt idx="385">
                  <c:v>8.3211889326880168</c:v>
                </c:pt>
                <c:pt idx="386">
                  <c:v>8.3082690750815686</c:v>
                </c:pt>
                <c:pt idx="387">
                  <c:v>8.3003124777220147</c:v>
                </c:pt>
                <c:pt idx="388">
                  <c:v>8.2857201843664949</c:v>
                </c:pt>
                <c:pt idx="389">
                  <c:v>8.2668174977758646</c:v>
                </c:pt>
                <c:pt idx="390">
                  <c:v>8.2457827928267076</c:v>
                </c:pt>
                <c:pt idx="391">
                  <c:v>8.2400732811405941</c:v>
                </c:pt>
                <c:pt idx="392">
                  <c:v>8.2602411283573218</c:v>
                </c:pt>
                <c:pt idx="393">
                  <c:v>8.2661332889970929</c:v>
                </c:pt>
                <c:pt idx="394">
                  <c:v>8.2760877943013273</c:v>
                </c:pt>
                <c:pt idx="395">
                  <c:v>8.2788501728039154</c:v>
                </c:pt>
                <c:pt idx="396">
                  <c:v>8.2742720775435004</c:v>
                </c:pt>
                <c:pt idx="397">
                  <c:v>8.268288851828089</c:v>
                </c:pt>
                <c:pt idx="398">
                  <c:v>8.2643548039390904</c:v>
                </c:pt>
                <c:pt idx="399">
                  <c:v>8.2458060473802064</c:v>
                </c:pt>
                <c:pt idx="400">
                  <c:v>8.2559688976145349</c:v>
                </c:pt>
                <c:pt idx="401">
                  <c:v>8.2543678887453336</c:v>
                </c:pt>
                <c:pt idx="402">
                  <c:v>8.251723110533959</c:v>
                </c:pt>
                <c:pt idx="403">
                  <c:v>8.2353716346205488</c:v>
                </c:pt>
                <c:pt idx="404">
                  <c:v>8.2326778601025588</c:v>
                </c:pt>
                <c:pt idx="405">
                  <c:v>8.2180997727767675</c:v>
                </c:pt>
                <c:pt idx="406">
                  <c:v>8.1921417401046686</c:v>
                </c:pt>
                <c:pt idx="407">
                  <c:v>8.162155268029176</c:v>
                </c:pt>
                <c:pt idx="408">
                  <c:v>8.1594081026432796</c:v>
                </c:pt>
                <c:pt idx="409">
                  <c:v>8.1558972754208288</c:v>
                </c:pt>
                <c:pt idx="410">
                  <c:v>8.1430808273347566</c:v>
                </c:pt>
                <c:pt idx="411">
                  <c:v>8.1121646385155959</c:v>
                </c:pt>
                <c:pt idx="412">
                  <c:v>8.0959553449706192</c:v>
                </c:pt>
                <c:pt idx="413">
                  <c:v>8.0966872454206236</c:v>
                </c:pt>
                <c:pt idx="414">
                  <c:v>8.0870624771726956</c:v>
                </c:pt>
                <c:pt idx="415">
                  <c:v>8.0962670383855162</c:v>
                </c:pt>
                <c:pt idx="416">
                  <c:v>8.0906154647175317</c:v>
                </c:pt>
                <c:pt idx="417">
                  <c:v>8.0720160104854237</c:v>
                </c:pt>
                <c:pt idx="418">
                  <c:v>8.0501600795244688</c:v>
                </c:pt>
                <c:pt idx="419">
                  <c:v>8.039066417720873</c:v>
                </c:pt>
                <c:pt idx="420">
                  <c:v>8.063818803265745</c:v>
                </c:pt>
                <c:pt idx="421">
                  <c:v>8.068014953166184</c:v>
                </c:pt>
                <c:pt idx="422">
                  <c:v>8.0491319696216177</c:v>
                </c:pt>
                <c:pt idx="423">
                  <c:v>8.0614442867590412</c:v>
                </c:pt>
                <c:pt idx="424">
                  <c:v>8.0612040011503989</c:v>
                </c:pt>
                <c:pt idx="425">
                  <c:v>8.0457360037190195</c:v>
                </c:pt>
                <c:pt idx="426">
                  <c:v>8.0563959505521527</c:v>
                </c:pt>
                <c:pt idx="427">
                  <c:v>8.0538223627078018</c:v>
                </c:pt>
                <c:pt idx="428">
                  <c:v>8.0741038848654245</c:v>
                </c:pt>
                <c:pt idx="429">
                  <c:v>8.0843606230706655</c:v>
                </c:pt>
                <c:pt idx="430">
                  <c:v>8.0970185617723942</c:v>
                </c:pt>
                <c:pt idx="431">
                  <c:v>8.1102943635845168</c:v>
                </c:pt>
                <c:pt idx="432">
                  <c:v>8.0701676015485457</c:v>
                </c:pt>
                <c:pt idx="433">
                  <c:v>8.0867302376578749</c:v>
                </c:pt>
                <c:pt idx="434">
                  <c:v>8.1191237849038025</c:v>
                </c:pt>
                <c:pt idx="435">
                  <c:v>8.2108222419489199</c:v>
                </c:pt>
                <c:pt idx="436">
                  <c:v>8.1195390175396707</c:v>
                </c:pt>
                <c:pt idx="437">
                  <c:v>8.129061383354184</c:v>
                </c:pt>
                <c:pt idx="438">
                  <c:v>8.10202984175673</c:v>
                </c:pt>
                <c:pt idx="439">
                  <c:v>8.1331807199853916</c:v>
                </c:pt>
                <c:pt idx="440">
                  <c:v>8.2577392496823716</c:v>
                </c:pt>
                <c:pt idx="441">
                  <c:v>8.2484218489530683</c:v>
                </c:pt>
                <c:pt idx="442">
                  <c:v>8.1620048611172145</c:v>
                </c:pt>
                <c:pt idx="443">
                  <c:v>8.1088206520332662</c:v>
                </c:pt>
                <c:pt idx="444">
                  <c:v>8.1608853161105603</c:v>
                </c:pt>
                <c:pt idx="445">
                  <c:v>8.2087627033339103</c:v>
                </c:pt>
                <c:pt idx="446">
                  <c:v>8.2281322205083427</c:v>
                </c:pt>
                <c:pt idx="447">
                  <c:v>8.2501287087655868</c:v>
                </c:pt>
                <c:pt idx="448">
                  <c:v>8.2579369744226767</c:v>
                </c:pt>
                <c:pt idx="449">
                  <c:v>8.2776087397570102</c:v>
                </c:pt>
                <c:pt idx="450">
                  <c:v>8.3133085992775353</c:v>
                </c:pt>
                <c:pt idx="451">
                  <c:v>8.3009871954691103</c:v>
                </c:pt>
                <c:pt idx="452">
                  <c:v>8.328006636764119</c:v>
                </c:pt>
                <c:pt idx="453">
                  <c:v>8.3048972563777301</c:v>
                </c:pt>
                <c:pt idx="454">
                  <c:v>8.2936800166114413</c:v>
                </c:pt>
                <c:pt idx="455">
                  <c:v>8.2884472232720334</c:v>
                </c:pt>
                <c:pt idx="456">
                  <c:v>8.2888403228830665</c:v>
                </c:pt>
                <c:pt idx="457">
                  <c:v>8.3184919843202056</c:v>
                </c:pt>
                <c:pt idx="458">
                  <c:v>8.3230274462325422</c:v>
                </c:pt>
                <c:pt idx="459">
                  <c:v>8.3537126535532948</c:v>
                </c:pt>
                <c:pt idx="460">
                  <c:v>8.3646008505429226</c:v>
                </c:pt>
                <c:pt idx="461">
                  <c:v>8.339067442355562</c:v>
                </c:pt>
                <c:pt idx="462">
                  <c:v>8.3420299565036089</c:v>
                </c:pt>
                <c:pt idx="463">
                  <c:v>8.3429818978254726</c:v>
                </c:pt>
                <c:pt idx="464">
                  <c:v>8.3466888628633207</c:v>
                </c:pt>
                <c:pt idx="465">
                  <c:v>8.3505195775264092</c:v>
                </c:pt>
                <c:pt idx="466">
                  <c:v>8.3607903691724452</c:v>
                </c:pt>
                <c:pt idx="467">
                  <c:v>8.3573042918750424</c:v>
                </c:pt>
                <c:pt idx="468">
                  <c:v>8.367934094764319</c:v>
                </c:pt>
                <c:pt idx="469">
                  <c:v>8.3775779900350891</c:v>
                </c:pt>
                <c:pt idx="470">
                  <c:v>8.386382157885846</c:v>
                </c:pt>
                <c:pt idx="471">
                  <c:v>8.3823876237435222</c:v>
                </c:pt>
                <c:pt idx="472">
                  <c:v>8.3962002486833409</c:v>
                </c:pt>
                <c:pt idx="473">
                  <c:v>8.3998474598947457</c:v>
                </c:pt>
                <c:pt idx="474">
                  <c:v>8.408993335403661</c:v>
                </c:pt>
                <c:pt idx="475">
                  <c:v>8.4124470638471163</c:v>
                </c:pt>
                <c:pt idx="476">
                  <c:v>8.41918801568956</c:v>
                </c:pt>
                <c:pt idx="477">
                  <c:v>8.4259551517930298</c:v>
                </c:pt>
                <c:pt idx="478">
                  <c:v>8.4294822449958158</c:v>
                </c:pt>
                <c:pt idx="479">
                  <c:v>8.4223725772539471</c:v>
                </c:pt>
                <c:pt idx="480">
                  <c:v>8.431400013232512</c:v>
                </c:pt>
                <c:pt idx="481">
                  <c:v>8.440717673363002</c:v>
                </c:pt>
                <c:pt idx="482">
                  <c:v>8.4607878178854747</c:v>
                </c:pt>
                <c:pt idx="483">
                  <c:v>8.466251722423884</c:v>
                </c:pt>
                <c:pt idx="484">
                  <c:v>8.4634018189089186</c:v>
                </c:pt>
                <c:pt idx="485">
                  <c:v>8.4609934162147606</c:v>
                </c:pt>
                <c:pt idx="486">
                  <c:v>8.4635269723523496</c:v>
                </c:pt>
                <c:pt idx="487">
                  <c:v>8.4628980007675843</c:v>
                </c:pt>
                <c:pt idx="488">
                  <c:v>8.4592554892953373</c:v>
                </c:pt>
                <c:pt idx="489">
                  <c:v>8.462333330159483</c:v>
                </c:pt>
                <c:pt idx="490">
                  <c:v>8.4715142706053648</c:v>
                </c:pt>
                <c:pt idx="491">
                  <c:v>8.4762290550326025</c:v>
                </c:pt>
                <c:pt idx="492">
                  <c:v>8.470812514099217</c:v>
                </c:pt>
                <c:pt idx="493">
                  <c:v>8.4596137986294835</c:v>
                </c:pt>
                <c:pt idx="494">
                  <c:v>8.4554827584270598</c:v>
                </c:pt>
                <c:pt idx="495">
                  <c:v>8.4596625660526978</c:v>
                </c:pt>
                <c:pt idx="496">
                  <c:v>8.4656643465824484</c:v>
                </c:pt>
                <c:pt idx="497">
                  <c:v>8.4651620543304489</c:v>
                </c:pt>
                <c:pt idx="498">
                  <c:v>8.4718185939747634</c:v>
                </c:pt>
                <c:pt idx="499">
                  <c:v>8.4758357417970629</c:v>
                </c:pt>
                <c:pt idx="500">
                  <c:v>8.4704735225240793</c:v>
                </c:pt>
                <c:pt idx="501">
                  <c:v>8.4692402377262344</c:v>
                </c:pt>
                <c:pt idx="502">
                  <c:v>8.4621797951743805</c:v>
                </c:pt>
                <c:pt idx="503">
                  <c:v>8.4731872251568117</c:v>
                </c:pt>
                <c:pt idx="504">
                  <c:v>8.4810811695001824</c:v>
                </c:pt>
                <c:pt idx="505">
                  <c:v>8.4837357591799947</c:v>
                </c:pt>
                <c:pt idx="506">
                  <c:v>8.4894104500714356</c:v>
                </c:pt>
                <c:pt idx="507">
                  <c:v>8.5020277848579049</c:v>
                </c:pt>
                <c:pt idx="508">
                  <c:v>8.5246336522808264</c:v>
                </c:pt>
                <c:pt idx="509">
                  <c:v>8.5586200906646823</c:v>
                </c:pt>
                <c:pt idx="510">
                  <c:v>8.6055189097972349</c:v>
                </c:pt>
                <c:pt idx="511">
                  <c:v>8.6403475780596164</c:v>
                </c:pt>
                <c:pt idx="512">
                  <c:v>8.6756050822613044</c:v>
                </c:pt>
                <c:pt idx="513">
                  <c:v>8.7001968641387197</c:v>
                </c:pt>
                <c:pt idx="514">
                  <c:v>8.7042065961388406</c:v>
                </c:pt>
                <c:pt idx="515">
                  <c:v>8.7120461272684491</c:v>
                </c:pt>
                <c:pt idx="516">
                  <c:v>8.7171679274174725</c:v>
                </c:pt>
                <c:pt idx="517">
                  <c:v>8.707085399997851</c:v>
                </c:pt>
                <c:pt idx="518">
                  <c:v>8.6929997934556198</c:v>
                </c:pt>
                <c:pt idx="519">
                  <c:v>8.6729403301585073</c:v>
                </c:pt>
                <c:pt idx="520">
                  <c:v>8.6566569546862127</c:v>
                </c:pt>
                <c:pt idx="521">
                  <c:v>8.6533397933384322</c:v>
                </c:pt>
                <c:pt idx="522">
                  <c:v>8.646148337928091</c:v>
                </c:pt>
                <c:pt idx="523">
                  <c:v>8.6406439057688864</c:v>
                </c:pt>
                <c:pt idx="524">
                  <c:v>8.6432933989783134</c:v>
                </c:pt>
                <c:pt idx="525">
                  <c:v>8.6379966098401066</c:v>
                </c:pt>
                <c:pt idx="526">
                  <c:v>8.6509463443597756</c:v>
                </c:pt>
                <c:pt idx="527">
                  <c:v>8.660015620223966</c:v>
                </c:pt>
                <c:pt idx="528">
                  <c:v>8.6618732989385663</c:v>
                </c:pt>
                <c:pt idx="529">
                  <c:v>8.6572515632431077</c:v>
                </c:pt>
                <c:pt idx="530">
                  <c:v>8.6588012564539021</c:v>
                </c:pt>
                <c:pt idx="531">
                  <c:v>8.6556880149571338</c:v>
                </c:pt>
                <c:pt idx="532">
                  <c:v>8.6576808874670039</c:v>
                </c:pt>
                <c:pt idx="533">
                  <c:v>8.6605353991677685</c:v>
                </c:pt>
                <c:pt idx="534">
                  <c:v>8.6506588668086586</c:v>
                </c:pt>
                <c:pt idx="535">
                  <c:v>8.6731537715589848</c:v>
                </c:pt>
                <c:pt idx="536">
                  <c:v>8.6892054559943279</c:v>
                </c:pt>
                <c:pt idx="537">
                  <c:v>8.6958309285317377</c:v>
                </c:pt>
                <c:pt idx="538">
                  <c:v>8.7168554252812278</c:v>
                </c:pt>
                <c:pt idx="539">
                  <c:v>8.7371943094337556</c:v>
                </c:pt>
                <c:pt idx="540">
                  <c:v>8.7764082615799133</c:v>
                </c:pt>
                <c:pt idx="541">
                  <c:v>8.8209717986353429</c:v>
                </c:pt>
                <c:pt idx="542">
                  <c:v>8.8388981907102888</c:v>
                </c:pt>
                <c:pt idx="543">
                  <c:v>8.8986404814290729</c:v>
                </c:pt>
                <c:pt idx="544">
                  <c:v>8.9285067744603737</c:v>
                </c:pt>
                <c:pt idx="545">
                  <c:v>8.9613201701574141</c:v>
                </c:pt>
                <c:pt idx="546">
                  <c:v>9.0104343364651918</c:v>
                </c:pt>
                <c:pt idx="547">
                  <c:v>9.0356328119430511</c:v>
                </c:pt>
                <c:pt idx="548">
                  <c:v>9.0396924100067082</c:v>
                </c:pt>
                <c:pt idx="549">
                  <c:v>9.0538103043673157</c:v>
                </c:pt>
                <c:pt idx="550">
                  <c:v>9.0737904214188969</c:v>
                </c:pt>
                <c:pt idx="551">
                  <c:v>9.0975143384769233</c:v>
                </c:pt>
                <c:pt idx="552">
                  <c:v>9.1252591570450186</c:v>
                </c:pt>
                <c:pt idx="553">
                  <c:v>9.1433686558404208</c:v>
                </c:pt>
                <c:pt idx="554">
                  <c:v>9.1297684652141164</c:v>
                </c:pt>
                <c:pt idx="555">
                  <c:v>9.1154633137140575</c:v>
                </c:pt>
                <c:pt idx="556">
                  <c:v>9.1026940613851863</c:v>
                </c:pt>
                <c:pt idx="557">
                  <c:v>9.0340607797123624</c:v>
                </c:pt>
                <c:pt idx="558">
                  <c:v>9.0089124754759062</c:v>
                </c:pt>
                <c:pt idx="559">
                  <c:v>9.0009914618556959</c:v>
                </c:pt>
                <c:pt idx="560">
                  <c:v>8.9833638389129611</c:v>
                </c:pt>
                <c:pt idx="561">
                  <c:v>8.9378670679389405</c:v>
                </c:pt>
                <c:pt idx="562">
                  <c:v>8.8926979969589635</c:v>
                </c:pt>
                <c:pt idx="563">
                  <c:v>8.8653909255239061</c:v>
                </c:pt>
                <c:pt idx="564">
                  <c:v>8.8398748209216276</c:v>
                </c:pt>
                <c:pt idx="565">
                  <c:v>8.8508728819435287</c:v>
                </c:pt>
                <c:pt idx="566">
                  <c:v>8.8178597168144695</c:v>
                </c:pt>
                <c:pt idx="567">
                  <c:v>8.7875897345001395</c:v>
                </c:pt>
                <c:pt idx="568">
                  <c:v>8.7824997338849009</c:v>
                </c:pt>
                <c:pt idx="569">
                  <c:v>8.7345370647064975</c:v>
                </c:pt>
                <c:pt idx="570">
                  <c:v>8.74378273337806</c:v>
                </c:pt>
                <c:pt idx="571">
                  <c:v>8.7146379418609303</c:v>
                </c:pt>
                <c:pt idx="572">
                  <c:v>8.6924872167094893</c:v>
                </c:pt>
                <c:pt idx="573">
                  <c:v>8.7212307603665256</c:v>
                </c:pt>
                <c:pt idx="574">
                  <c:v>8.6788331927073727</c:v>
                </c:pt>
                <c:pt idx="575">
                  <c:v>8.7247662459606659</c:v>
                </c:pt>
                <c:pt idx="576">
                  <c:v>8.6804672981162962</c:v>
                </c:pt>
                <c:pt idx="577">
                  <c:v>8.6140594344883219</c:v>
                </c:pt>
                <c:pt idx="578">
                  <c:v>8.4942548130211826</c:v>
                </c:pt>
                <c:pt idx="579">
                  <c:v>8.5671772780673319</c:v>
                </c:pt>
                <c:pt idx="580">
                  <c:v>8.5529601398642363</c:v>
                </c:pt>
                <c:pt idx="581">
                  <c:v>8.5803692017425899</c:v>
                </c:pt>
                <c:pt idx="582">
                  <c:v>8.41609277968697</c:v>
                </c:pt>
                <c:pt idx="583">
                  <c:v>8.8916598428895508</c:v>
                </c:pt>
                <c:pt idx="584">
                  <c:v>8.7544926454575371</c:v>
                </c:pt>
                <c:pt idx="585">
                  <c:v>7.7784708824913835</c:v>
                </c:pt>
                <c:pt idx="586">
                  <c:v>8.3214071958988001</c:v>
                </c:pt>
                <c:pt idx="587">
                  <c:v>8.6026523130529213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1B0C-4B9C-BBFB-FF685BE46DCA}"/>
            </c:ext>
          </c:extLst>
        </c:ser>
        <c:ser>
          <c:idx val="8"/>
          <c:order val="8"/>
          <c:tx>
            <c:strRef>
              <c:f>Sheet2!$J$1</c:f>
              <c:strCache>
                <c:ptCount val="1"/>
                <c:pt idx="0">
                  <c:v>S5_n3_zz/O-PTIR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Sheet2!$J$2:$J$589</c:f>
              <c:numCache>
                <c:formatCode>General</c:formatCode>
                <c:ptCount val="588"/>
                <c:pt idx="0">
                  <c:v>8.7379418217483167</c:v>
                </c:pt>
                <c:pt idx="1">
                  <c:v>9.0371074988806495</c:v>
                </c:pt>
                <c:pt idx="2">
                  <c:v>9.0517821864162133</c:v>
                </c:pt>
                <c:pt idx="3">
                  <c:v>9.1850098483624798</c:v>
                </c:pt>
                <c:pt idx="4">
                  <c:v>9.3453758873586921</c:v>
                </c:pt>
                <c:pt idx="5">
                  <c:v>9.3218895688956067</c:v>
                </c:pt>
                <c:pt idx="6">
                  <c:v>9.4597586692202</c:v>
                </c:pt>
                <c:pt idx="7">
                  <c:v>9.5410129604734575</c:v>
                </c:pt>
                <c:pt idx="8">
                  <c:v>9.5538906610769327</c:v>
                </c:pt>
                <c:pt idx="9">
                  <c:v>9.5861887031929225</c:v>
                </c:pt>
                <c:pt idx="10">
                  <c:v>9.6611435103887331</c:v>
                </c:pt>
                <c:pt idx="11">
                  <c:v>9.6415518123762549</c:v>
                </c:pt>
                <c:pt idx="12">
                  <c:v>9.5605158275730773</c:v>
                </c:pt>
                <c:pt idx="13">
                  <c:v>9.5853795815377811</c:v>
                </c:pt>
                <c:pt idx="14">
                  <c:v>9.5788231554557655</c:v>
                </c:pt>
                <c:pt idx="15">
                  <c:v>9.5434654231080671</c:v>
                </c:pt>
                <c:pt idx="16">
                  <c:v>9.5116386422754395</c:v>
                </c:pt>
                <c:pt idx="17">
                  <c:v>9.529089898552872</c:v>
                </c:pt>
                <c:pt idx="18">
                  <c:v>9.5591502918284039</c:v>
                </c:pt>
                <c:pt idx="19">
                  <c:v>9.5894337823652513</c:v>
                </c:pt>
                <c:pt idx="20">
                  <c:v>9.6562176291839137</c:v>
                </c:pt>
                <c:pt idx="21">
                  <c:v>9.6906861869661363</c:v>
                </c:pt>
                <c:pt idx="22">
                  <c:v>9.7037437748044244</c:v>
                </c:pt>
                <c:pt idx="23">
                  <c:v>9.7171579226325395</c:v>
                </c:pt>
                <c:pt idx="24">
                  <c:v>9.7248684705956361</c:v>
                </c:pt>
                <c:pt idx="25">
                  <c:v>9.7762529192267369</c:v>
                </c:pt>
                <c:pt idx="26">
                  <c:v>9.8053531102966502</c:v>
                </c:pt>
                <c:pt idx="27">
                  <c:v>9.8033276789397341</c:v>
                </c:pt>
                <c:pt idx="28">
                  <c:v>9.8431792540441077</c:v>
                </c:pt>
                <c:pt idx="29">
                  <c:v>9.8684975478155401</c:v>
                </c:pt>
                <c:pt idx="30">
                  <c:v>9.8698310623960808</c:v>
                </c:pt>
                <c:pt idx="31">
                  <c:v>9.8866322210429622</c:v>
                </c:pt>
                <c:pt idx="32">
                  <c:v>9.9241921193195122</c:v>
                </c:pt>
                <c:pt idx="33">
                  <c:v>9.9759867232093651</c:v>
                </c:pt>
                <c:pt idx="34">
                  <c:v>10.019336703220866</c:v>
                </c:pt>
                <c:pt idx="35">
                  <c:v>10.045820122284992</c:v>
                </c:pt>
                <c:pt idx="36">
                  <c:v>10.117933885692231</c:v>
                </c:pt>
                <c:pt idx="37">
                  <c:v>10.162072031423271</c:v>
                </c:pt>
                <c:pt idx="38">
                  <c:v>10.23667120588304</c:v>
                </c:pt>
                <c:pt idx="39">
                  <c:v>10.269229559045694</c:v>
                </c:pt>
                <c:pt idx="40">
                  <c:v>10.306615071793242</c:v>
                </c:pt>
                <c:pt idx="41">
                  <c:v>10.366192734892392</c:v>
                </c:pt>
                <c:pt idx="42">
                  <c:v>10.380613633066265</c:v>
                </c:pt>
                <c:pt idx="43">
                  <c:v>10.390241247326959</c:v>
                </c:pt>
                <c:pt idx="44">
                  <c:v>10.398068752901144</c:v>
                </c:pt>
                <c:pt idx="45">
                  <c:v>10.410278336242126</c:v>
                </c:pt>
                <c:pt idx="46">
                  <c:v>10.414609600501358</c:v>
                </c:pt>
                <c:pt idx="47">
                  <c:v>10.366884342584173</c:v>
                </c:pt>
                <c:pt idx="48">
                  <c:v>10.36738320512195</c:v>
                </c:pt>
                <c:pt idx="49">
                  <c:v>10.406362728947457</c:v>
                </c:pt>
                <c:pt idx="50">
                  <c:v>10.410940889981891</c:v>
                </c:pt>
                <c:pt idx="51">
                  <c:v>10.45133911210257</c:v>
                </c:pt>
                <c:pt idx="52">
                  <c:v>10.475108212062446</c:v>
                </c:pt>
                <c:pt idx="53">
                  <c:v>10.457507822467495</c:v>
                </c:pt>
                <c:pt idx="54">
                  <c:v>10.44669950505047</c:v>
                </c:pt>
                <c:pt idx="55">
                  <c:v>10.438465491415762</c:v>
                </c:pt>
                <c:pt idx="56">
                  <c:v>10.429061530768658</c:v>
                </c:pt>
                <c:pt idx="57">
                  <c:v>10.436759962615596</c:v>
                </c:pt>
                <c:pt idx="58">
                  <c:v>10.443568478094029</c:v>
                </c:pt>
                <c:pt idx="59">
                  <c:v>10.417187736932657</c:v>
                </c:pt>
                <c:pt idx="60">
                  <c:v>10.417872915664846</c:v>
                </c:pt>
                <c:pt idx="61">
                  <c:v>10.402476670140157</c:v>
                </c:pt>
                <c:pt idx="62">
                  <c:v>10.366158611953004</c:v>
                </c:pt>
                <c:pt idx="63">
                  <c:v>10.335257075858198</c:v>
                </c:pt>
                <c:pt idx="64">
                  <c:v>10.348704728456511</c:v>
                </c:pt>
                <c:pt idx="65">
                  <c:v>10.350501746297057</c:v>
                </c:pt>
                <c:pt idx="66">
                  <c:v>10.311052166618108</c:v>
                </c:pt>
                <c:pt idx="67">
                  <c:v>10.295955114982251</c:v>
                </c:pt>
                <c:pt idx="68">
                  <c:v>10.320969454962079</c:v>
                </c:pt>
                <c:pt idx="69">
                  <c:v>10.334098626792775</c:v>
                </c:pt>
                <c:pt idx="70">
                  <c:v>10.348627333673695</c:v>
                </c:pt>
                <c:pt idx="71">
                  <c:v>10.323396758110579</c:v>
                </c:pt>
                <c:pt idx="72">
                  <c:v>10.356980777596261</c:v>
                </c:pt>
                <c:pt idx="73">
                  <c:v>10.304934640662264</c:v>
                </c:pt>
                <c:pt idx="74">
                  <c:v>10.285018960176364</c:v>
                </c:pt>
                <c:pt idx="75">
                  <c:v>10.297285662350669</c:v>
                </c:pt>
                <c:pt idx="76">
                  <c:v>10.238494804998837</c:v>
                </c:pt>
                <c:pt idx="77">
                  <c:v>10.189271723129931</c:v>
                </c:pt>
                <c:pt idx="78">
                  <c:v>10.179394986684944</c:v>
                </c:pt>
                <c:pt idx="79">
                  <c:v>10.154448398048538</c:v>
                </c:pt>
                <c:pt idx="80">
                  <c:v>10.093964993449568</c:v>
                </c:pt>
                <c:pt idx="81">
                  <c:v>10.059082571393441</c:v>
                </c:pt>
                <c:pt idx="82">
                  <c:v>10.077456537915003</c:v>
                </c:pt>
                <c:pt idx="83">
                  <c:v>10.039795198074081</c:v>
                </c:pt>
                <c:pt idx="84">
                  <c:v>9.9985597894169551</c:v>
                </c:pt>
                <c:pt idx="85">
                  <c:v>10.019135118247419</c:v>
                </c:pt>
                <c:pt idx="86">
                  <c:v>9.9637848051663607</c:v>
                </c:pt>
                <c:pt idx="87">
                  <c:v>9.9612908015620629</c:v>
                </c:pt>
                <c:pt idx="88">
                  <c:v>9.9373592467385858</c:v>
                </c:pt>
                <c:pt idx="89">
                  <c:v>9.9444411784505462</c:v>
                </c:pt>
                <c:pt idx="90">
                  <c:v>9.9265051848013712</c:v>
                </c:pt>
                <c:pt idx="91">
                  <c:v>9.8510512059831825</c:v>
                </c:pt>
                <c:pt idx="92">
                  <c:v>9.8084064952026058</c:v>
                </c:pt>
                <c:pt idx="93">
                  <c:v>9.7887329515891306</c:v>
                </c:pt>
                <c:pt idx="94">
                  <c:v>9.7670047990328861</c:v>
                </c:pt>
                <c:pt idx="95">
                  <c:v>9.739692909617915</c:v>
                </c:pt>
                <c:pt idx="96">
                  <c:v>9.7193213911699825</c:v>
                </c:pt>
                <c:pt idx="97">
                  <c:v>9.7206697418111272</c:v>
                </c:pt>
                <c:pt idx="98">
                  <c:v>9.7200006354779269</c:v>
                </c:pt>
                <c:pt idx="99">
                  <c:v>9.6998407163443492</c:v>
                </c:pt>
                <c:pt idx="100">
                  <c:v>9.6750905200601771</c:v>
                </c:pt>
                <c:pt idx="101">
                  <c:v>9.6811676795677943</c:v>
                </c:pt>
                <c:pt idx="102">
                  <c:v>9.68765579795412</c:v>
                </c:pt>
                <c:pt idx="103">
                  <c:v>9.6556082998115631</c:v>
                </c:pt>
                <c:pt idx="104">
                  <c:v>9.6413233370429676</c:v>
                </c:pt>
                <c:pt idx="105">
                  <c:v>9.6546797478685686</c:v>
                </c:pt>
                <c:pt idx="106">
                  <c:v>9.6229708209923572</c:v>
                </c:pt>
                <c:pt idx="107">
                  <c:v>9.5624655950209174</c:v>
                </c:pt>
                <c:pt idx="108">
                  <c:v>9.5329890625470384</c:v>
                </c:pt>
                <c:pt idx="109">
                  <c:v>9.4969587003017466</c:v>
                </c:pt>
                <c:pt idx="110">
                  <c:v>9.443235903068846</c:v>
                </c:pt>
                <c:pt idx="111">
                  <c:v>9.4080760466794402</c:v>
                </c:pt>
                <c:pt idx="112">
                  <c:v>9.4145752302942967</c:v>
                </c:pt>
                <c:pt idx="113">
                  <c:v>9.4213686006275275</c:v>
                </c:pt>
                <c:pt idx="114">
                  <c:v>9.3956901305764955</c:v>
                </c:pt>
                <c:pt idx="115">
                  <c:v>9.3519518166787119</c:v>
                </c:pt>
                <c:pt idx="116">
                  <c:v>9.3643749465670005</c:v>
                </c:pt>
                <c:pt idx="117">
                  <c:v>9.3627726211134075</c:v>
                </c:pt>
                <c:pt idx="118">
                  <c:v>9.3665974502622618</c:v>
                </c:pt>
                <c:pt idx="119">
                  <c:v>9.3606466445374465</c:v>
                </c:pt>
                <c:pt idx="120">
                  <c:v>9.3450893659382945</c:v>
                </c:pt>
                <c:pt idx="121">
                  <c:v>9.3353345942748511</c:v>
                </c:pt>
                <c:pt idx="122">
                  <c:v>9.3165727574938941</c:v>
                </c:pt>
                <c:pt idx="123">
                  <c:v>9.3105586203353798</c:v>
                </c:pt>
                <c:pt idx="124">
                  <c:v>9.3163575109813124</c:v>
                </c:pt>
                <c:pt idx="125">
                  <c:v>9.3443820876575021</c:v>
                </c:pt>
                <c:pt idx="126">
                  <c:v>9.3415135353398995</c:v>
                </c:pt>
                <c:pt idx="127">
                  <c:v>9.3338172052682093</c:v>
                </c:pt>
                <c:pt idx="128">
                  <c:v>9.3702714461283154</c:v>
                </c:pt>
                <c:pt idx="129">
                  <c:v>9.3903050732960125</c:v>
                </c:pt>
                <c:pt idx="130">
                  <c:v>9.3701716736207601</c:v>
                </c:pt>
                <c:pt idx="131">
                  <c:v>9.3651041698541011</c:v>
                </c:pt>
                <c:pt idx="132">
                  <c:v>9.358880566064947</c:v>
                </c:pt>
                <c:pt idx="133">
                  <c:v>9.3797383363991429</c:v>
                </c:pt>
                <c:pt idx="134">
                  <c:v>9.4164150872598356</c:v>
                </c:pt>
                <c:pt idx="135">
                  <c:v>9.4158715310894898</c:v>
                </c:pt>
                <c:pt idx="136">
                  <c:v>9.4470779482296905</c:v>
                </c:pt>
                <c:pt idx="137">
                  <c:v>9.4869769678195333</c:v>
                </c:pt>
                <c:pt idx="138">
                  <c:v>9.474755577446988</c:v>
                </c:pt>
                <c:pt idx="139">
                  <c:v>9.5001548204740853</c:v>
                </c:pt>
                <c:pt idx="140">
                  <c:v>9.5229056103243153</c:v>
                </c:pt>
                <c:pt idx="141">
                  <c:v>9.5434015662305551</c:v>
                </c:pt>
                <c:pt idx="142">
                  <c:v>9.5624427845777404</c:v>
                </c:pt>
                <c:pt idx="143">
                  <c:v>9.6443966888138135</c:v>
                </c:pt>
                <c:pt idx="144">
                  <c:v>9.6922053377549737</c:v>
                </c:pt>
                <c:pt idx="145">
                  <c:v>9.7392295299917446</c:v>
                </c:pt>
                <c:pt idx="146">
                  <c:v>9.7837552059891184</c:v>
                </c:pt>
                <c:pt idx="147">
                  <c:v>9.7910390935760407</c:v>
                </c:pt>
                <c:pt idx="148">
                  <c:v>9.8045136365341925</c:v>
                </c:pt>
                <c:pt idx="149">
                  <c:v>9.873372182794359</c:v>
                </c:pt>
                <c:pt idx="150">
                  <c:v>9.9163807479612291</c:v>
                </c:pt>
                <c:pt idx="151">
                  <c:v>9.9382590538141624</c:v>
                </c:pt>
                <c:pt idx="152">
                  <c:v>9.9292738409775829</c:v>
                </c:pt>
                <c:pt idx="153">
                  <c:v>9.9663439638034728</c:v>
                </c:pt>
                <c:pt idx="154">
                  <c:v>9.9887601386701839</c:v>
                </c:pt>
                <c:pt idx="155">
                  <c:v>10.005152378396691</c:v>
                </c:pt>
                <c:pt idx="156">
                  <c:v>10.035869514621584</c:v>
                </c:pt>
                <c:pt idx="157">
                  <c:v>10.054332188422173</c:v>
                </c:pt>
                <c:pt idx="158">
                  <c:v>10.027465875360646</c:v>
                </c:pt>
                <c:pt idx="159">
                  <c:v>10.019864186992223</c:v>
                </c:pt>
                <c:pt idx="160">
                  <c:v>10.026396999011116</c:v>
                </c:pt>
                <c:pt idx="161">
                  <c:v>9.9920236392844277</c:v>
                </c:pt>
                <c:pt idx="162">
                  <c:v>9.9680284130341956</c:v>
                </c:pt>
                <c:pt idx="163">
                  <c:v>9.9284221274651276</c:v>
                </c:pt>
                <c:pt idx="164">
                  <c:v>9.9039185188715617</c:v>
                </c:pt>
                <c:pt idx="165">
                  <c:v>9.9047647924951292</c:v>
                </c:pt>
                <c:pt idx="166">
                  <c:v>9.8909378930976519</c:v>
                </c:pt>
                <c:pt idx="167">
                  <c:v>9.8548388522551509</c:v>
                </c:pt>
                <c:pt idx="168">
                  <c:v>9.8426598682891608</c:v>
                </c:pt>
                <c:pt idx="169">
                  <c:v>9.8449708938126861</c:v>
                </c:pt>
                <c:pt idx="170">
                  <c:v>9.8181850045630163</c:v>
                </c:pt>
                <c:pt idx="171">
                  <c:v>9.7969939792175218</c:v>
                </c:pt>
                <c:pt idx="172">
                  <c:v>9.8047402573599065</c:v>
                </c:pt>
                <c:pt idx="173">
                  <c:v>9.7946923498657092</c:v>
                </c:pt>
                <c:pt idx="174">
                  <c:v>9.7842596938665434</c:v>
                </c:pt>
                <c:pt idx="175">
                  <c:v>9.8005742297256422</c:v>
                </c:pt>
                <c:pt idx="176">
                  <c:v>9.8382334059743943</c:v>
                </c:pt>
                <c:pt idx="177">
                  <c:v>9.8269454510814569</c:v>
                </c:pt>
                <c:pt idx="178">
                  <c:v>9.8320571539453301</c:v>
                </c:pt>
                <c:pt idx="179">
                  <c:v>9.8643765847153588</c:v>
                </c:pt>
                <c:pt idx="180">
                  <c:v>9.872168051025664</c:v>
                </c:pt>
                <c:pt idx="181">
                  <c:v>9.8874632258874904</c:v>
                </c:pt>
                <c:pt idx="182">
                  <c:v>9.876979509113081</c:v>
                </c:pt>
                <c:pt idx="183">
                  <c:v>9.8671659495594941</c:v>
                </c:pt>
                <c:pt idx="184">
                  <c:v>9.8889821294086495</c:v>
                </c:pt>
                <c:pt idx="185">
                  <c:v>9.8748093025314461</c:v>
                </c:pt>
                <c:pt idx="186">
                  <c:v>9.865559204196181</c:v>
                </c:pt>
                <c:pt idx="187">
                  <c:v>9.8946472791499378</c:v>
                </c:pt>
                <c:pt idx="188">
                  <c:v>9.8968715137189349</c:v>
                </c:pt>
                <c:pt idx="189">
                  <c:v>9.8902350347265795</c:v>
                </c:pt>
                <c:pt idx="190">
                  <c:v>9.9014013339225713</c:v>
                </c:pt>
                <c:pt idx="191">
                  <c:v>9.917207858339852</c:v>
                </c:pt>
                <c:pt idx="192">
                  <c:v>9.9154084296394576</c:v>
                </c:pt>
                <c:pt idx="193">
                  <c:v>9.9383878802737318</c:v>
                </c:pt>
                <c:pt idx="194">
                  <c:v>10.007701089974463</c:v>
                </c:pt>
                <c:pt idx="195">
                  <c:v>10.011458075054518</c:v>
                </c:pt>
                <c:pt idx="196">
                  <c:v>10.021448801898471</c:v>
                </c:pt>
                <c:pt idx="197">
                  <c:v>10.037132619731182</c:v>
                </c:pt>
                <c:pt idx="198">
                  <c:v>10.078730708253133</c:v>
                </c:pt>
                <c:pt idx="199">
                  <c:v>10.075533042657815</c:v>
                </c:pt>
                <c:pt idx="200">
                  <c:v>10.093453149358762</c:v>
                </c:pt>
                <c:pt idx="201">
                  <c:v>10.153094607518506</c:v>
                </c:pt>
                <c:pt idx="202">
                  <c:v>10.197550492214127</c:v>
                </c:pt>
                <c:pt idx="203">
                  <c:v>10.232106150035472</c:v>
                </c:pt>
                <c:pt idx="204">
                  <c:v>10.347279724835584</c:v>
                </c:pt>
                <c:pt idx="205">
                  <c:v>10.396860726666537</c:v>
                </c:pt>
                <c:pt idx="206">
                  <c:v>10.397795645752209</c:v>
                </c:pt>
                <c:pt idx="207">
                  <c:v>10.381981765121544</c:v>
                </c:pt>
                <c:pt idx="208">
                  <c:v>10.350700178607623</c:v>
                </c:pt>
                <c:pt idx="209">
                  <c:v>10.308872625681678</c:v>
                </c:pt>
                <c:pt idx="210">
                  <c:v>10.241479573124499</c:v>
                </c:pt>
                <c:pt idx="211">
                  <c:v>10.159694676345465</c:v>
                </c:pt>
                <c:pt idx="212">
                  <c:v>10.068448452818329</c:v>
                </c:pt>
                <c:pt idx="213">
                  <c:v>9.9835895242823334</c:v>
                </c:pt>
                <c:pt idx="214">
                  <c:v>9.9264036814200765</c:v>
                </c:pt>
                <c:pt idx="215">
                  <c:v>9.9256142175452364</c:v>
                </c:pt>
                <c:pt idx="216">
                  <c:v>9.9210864991168517</c:v>
                </c:pt>
                <c:pt idx="217">
                  <c:v>9.9191459423899691</c:v>
                </c:pt>
                <c:pt idx="218">
                  <c:v>9.893609743978427</c:v>
                </c:pt>
                <c:pt idx="219">
                  <c:v>9.8953104510588954</c:v>
                </c:pt>
                <c:pt idx="220">
                  <c:v>9.9496933911717136</c:v>
                </c:pt>
                <c:pt idx="221">
                  <c:v>9.9809266368548375</c:v>
                </c:pt>
                <c:pt idx="222">
                  <c:v>9.984787288908354</c:v>
                </c:pt>
                <c:pt idx="223">
                  <c:v>9.9697048878823438</c:v>
                </c:pt>
                <c:pt idx="224">
                  <c:v>9.9531310300472864</c:v>
                </c:pt>
                <c:pt idx="225">
                  <c:v>9.8894570687987073</c:v>
                </c:pt>
                <c:pt idx="226">
                  <c:v>9.9038941011884845</c:v>
                </c:pt>
                <c:pt idx="227">
                  <c:v>9.9315277476677863</c:v>
                </c:pt>
                <c:pt idx="228">
                  <c:v>9.9117912744305876</c:v>
                </c:pt>
                <c:pt idx="229">
                  <c:v>9.873628228473601</c:v>
                </c:pt>
                <c:pt idx="230">
                  <c:v>9.9250029718483876</c:v>
                </c:pt>
                <c:pt idx="231">
                  <c:v>9.9360566406176343</c:v>
                </c:pt>
                <c:pt idx="232">
                  <c:v>10.001511485490857</c:v>
                </c:pt>
                <c:pt idx="233">
                  <c:v>9.9940991423458811</c:v>
                </c:pt>
                <c:pt idx="234">
                  <c:v>9.9321634110477088</c:v>
                </c:pt>
                <c:pt idx="235">
                  <c:v>9.9722124293919414</c:v>
                </c:pt>
                <c:pt idx="236">
                  <c:v>9.9492004630581778</c:v>
                </c:pt>
                <c:pt idx="237">
                  <c:v>9.9355126517288532</c:v>
                </c:pt>
                <c:pt idx="238">
                  <c:v>9.9381916733722573</c:v>
                </c:pt>
                <c:pt idx="239">
                  <c:v>9.89526711739855</c:v>
                </c:pt>
                <c:pt idx="240">
                  <c:v>9.8401107858098751</c:v>
                </c:pt>
                <c:pt idx="241">
                  <c:v>9.8313832258924378</c:v>
                </c:pt>
                <c:pt idx="242">
                  <c:v>9.8495296443345008</c:v>
                </c:pt>
                <c:pt idx="243">
                  <c:v>9.8819469312875885</c:v>
                </c:pt>
                <c:pt idx="244">
                  <c:v>9.8862872208170192</c:v>
                </c:pt>
                <c:pt idx="245">
                  <c:v>9.9046521002514645</c:v>
                </c:pt>
                <c:pt idx="246">
                  <c:v>9.9178487761579053</c:v>
                </c:pt>
                <c:pt idx="247">
                  <c:v>9.9446632866411591</c:v>
                </c:pt>
                <c:pt idx="248">
                  <c:v>9.9382656682245134</c:v>
                </c:pt>
                <c:pt idx="249">
                  <c:v>9.9231427152995195</c:v>
                </c:pt>
                <c:pt idx="250">
                  <c:v>9.8892767488454592</c:v>
                </c:pt>
                <c:pt idx="251">
                  <c:v>9.9878190378925957</c:v>
                </c:pt>
                <c:pt idx="252">
                  <c:v>9.9707560227760705</c:v>
                </c:pt>
                <c:pt idx="253">
                  <c:v>9.9703136609024234</c:v>
                </c:pt>
                <c:pt idx="254">
                  <c:v>10.015195773255787</c:v>
                </c:pt>
                <c:pt idx="255">
                  <c:v>10.024898062354849</c:v>
                </c:pt>
                <c:pt idx="256">
                  <c:v>9.9787181037833115</c:v>
                </c:pt>
                <c:pt idx="257">
                  <c:v>9.9860597283727461</c:v>
                </c:pt>
                <c:pt idx="258">
                  <c:v>9.993149449016526</c:v>
                </c:pt>
                <c:pt idx="259">
                  <c:v>10</c:v>
                </c:pt>
                <c:pt idx="260">
                  <c:v>9.9491356789268774</c:v>
                </c:pt>
                <c:pt idx="261">
                  <c:v>9.8691040954265308</c:v>
                </c:pt>
                <c:pt idx="262">
                  <c:v>9.9370719835151569</c:v>
                </c:pt>
                <c:pt idx="263">
                  <c:v>9.9223159140054928</c:v>
                </c:pt>
                <c:pt idx="264">
                  <c:v>9.8812312149973263</c:v>
                </c:pt>
                <c:pt idx="265">
                  <c:v>9.9181539044709748</c:v>
                </c:pt>
                <c:pt idx="266">
                  <c:v>9.9364765011327023</c:v>
                </c:pt>
                <c:pt idx="267">
                  <c:v>9.9044156505356007</c:v>
                </c:pt>
                <c:pt idx="268">
                  <c:v>9.8457448416408155</c:v>
                </c:pt>
                <c:pt idx="269">
                  <c:v>9.7973986945873897</c:v>
                </c:pt>
                <c:pt idx="270">
                  <c:v>9.7440329518796691</c:v>
                </c:pt>
                <c:pt idx="271">
                  <c:v>9.7459544689954445</c:v>
                </c:pt>
                <c:pt idx="272">
                  <c:v>9.7544257977828845</c:v>
                </c:pt>
                <c:pt idx="273">
                  <c:v>9.7120794154542658</c:v>
                </c:pt>
                <c:pt idx="274">
                  <c:v>9.6579870148615896</c:v>
                </c:pt>
                <c:pt idx="275">
                  <c:v>9.645890865567301</c:v>
                </c:pt>
                <c:pt idx="276">
                  <c:v>9.6636948800940292</c:v>
                </c:pt>
                <c:pt idx="277">
                  <c:v>9.5797058392447312</c:v>
                </c:pt>
                <c:pt idx="278">
                  <c:v>9.707122007620665</c:v>
                </c:pt>
                <c:pt idx="279">
                  <c:v>9.815817663826115</c:v>
                </c:pt>
                <c:pt idx="280">
                  <c:v>9.7770504193010712</c:v>
                </c:pt>
                <c:pt idx="281">
                  <c:v>9.7313234551132819</c:v>
                </c:pt>
                <c:pt idx="282">
                  <c:v>9.774085927124899</c:v>
                </c:pt>
                <c:pt idx="283">
                  <c:v>9.8843862269184122</c:v>
                </c:pt>
                <c:pt idx="284">
                  <c:v>10.006557044251208</c:v>
                </c:pt>
                <c:pt idx="285">
                  <c:v>10.025874707860966</c:v>
                </c:pt>
                <c:pt idx="286">
                  <c:v>10.04998213181951</c:v>
                </c:pt>
                <c:pt idx="287">
                  <c:v>10.191832798091538</c:v>
                </c:pt>
                <c:pt idx="288">
                  <c:v>10.239223379208285</c:v>
                </c:pt>
                <c:pt idx="289">
                  <c:v>10.313589998418104</c:v>
                </c:pt>
                <c:pt idx="290">
                  <c:v>10.275171030415715</c:v>
                </c:pt>
                <c:pt idx="291">
                  <c:v>10.328813156569089</c:v>
                </c:pt>
                <c:pt idx="292">
                  <c:v>10.291757251634607</c:v>
                </c:pt>
                <c:pt idx="293">
                  <c:v>10.422672752171458</c:v>
                </c:pt>
                <c:pt idx="294">
                  <c:v>10.525840244928521</c:v>
                </c:pt>
                <c:pt idx="295">
                  <c:v>10.598482295727072</c:v>
                </c:pt>
                <c:pt idx="296">
                  <c:v>10.681970495897177</c:v>
                </c:pt>
                <c:pt idx="297">
                  <c:v>10.761815454118523</c:v>
                </c:pt>
                <c:pt idx="298">
                  <c:v>10.769567295783633</c:v>
                </c:pt>
                <c:pt idx="299">
                  <c:v>10.848602081462209</c:v>
                </c:pt>
                <c:pt idx="300">
                  <c:v>10.905550794622494</c:v>
                </c:pt>
                <c:pt idx="301">
                  <c:v>10.81795238749614</c:v>
                </c:pt>
                <c:pt idx="302">
                  <c:v>10.743992770882201</c:v>
                </c:pt>
                <c:pt idx="303">
                  <c:v>10.836039647146553</c:v>
                </c:pt>
                <c:pt idx="304">
                  <c:v>11.064713660012258</c:v>
                </c:pt>
                <c:pt idx="305">
                  <c:v>11.171946604276085</c:v>
                </c:pt>
                <c:pt idx="306">
                  <c:v>11.156372696925674</c:v>
                </c:pt>
                <c:pt idx="307">
                  <c:v>11.099104019391719</c:v>
                </c:pt>
                <c:pt idx="308">
                  <c:v>11.112265336020387</c:v>
                </c:pt>
                <c:pt idx="309">
                  <c:v>11.071437733579092</c:v>
                </c:pt>
                <c:pt idx="310">
                  <c:v>11.1185526112363</c:v>
                </c:pt>
                <c:pt idx="311">
                  <c:v>10.982263984084366</c:v>
                </c:pt>
                <c:pt idx="312">
                  <c:v>11.310279269677606</c:v>
                </c:pt>
                <c:pt idx="313">
                  <c:v>11.641866460494885</c:v>
                </c:pt>
                <c:pt idx="314">
                  <c:v>11.476196869826115</c:v>
                </c:pt>
                <c:pt idx="315">
                  <c:v>11.500758215422193</c:v>
                </c:pt>
                <c:pt idx="316">
                  <c:v>11.472498981720795</c:v>
                </c:pt>
                <c:pt idx="317">
                  <c:v>11.48029582610307</c:v>
                </c:pt>
                <c:pt idx="318">
                  <c:v>11.598178712836987</c:v>
                </c:pt>
                <c:pt idx="319">
                  <c:v>11.61537321254059</c:v>
                </c:pt>
                <c:pt idx="320">
                  <c:v>11.576713653088762</c:v>
                </c:pt>
                <c:pt idx="321">
                  <c:v>11.732520725203951</c:v>
                </c:pt>
                <c:pt idx="322">
                  <c:v>11.845823720029696</c:v>
                </c:pt>
                <c:pt idx="323">
                  <c:v>11.927251438649701</c:v>
                </c:pt>
                <c:pt idx="324">
                  <c:v>11.985868961360161</c:v>
                </c:pt>
                <c:pt idx="325">
                  <c:v>12.017868365939604</c:v>
                </c:pt>
                <c:pt idx="326">
                  <c:v>12.051091992786446</c:v>
                </c:pt>
                <c:pt idx="327">
                  <c:v>12.112128040642892</c:v>
                </c:pt>
                <c:pt idx="328">
                  <c:v>12.173487514620469</c:v>
                </c:pt>
                <c:pt idx="329">
                  <c:v>12.241259628526057</c:v>
                </c:pt>
                <c:pt idx="330">
                  <c:v>12.326128571402966</c:v>
                </c:pt>
                <c:pt idx="331">
                  <c:v>12.329760933573953</c:v>
                </c:pt>
                <c:pt idx="332">
                  <c:v>12.288881652188206</c:v>
                </c:pt>
                <c:pt idx="333">
                  <c:v>12.238625733233647</c:v>
                </c:pt>
                <c:pt idx="334">
                  <c:v>12.14679200170665</c:v>
                </c:pt>
                <c:pt idx="335">
                  <c:v>11.975391982629928</c:v>
                </c:pt>
                <c:pt idx="336">
                  <c:v>11.742501437706991</c:v>
                </c:pt>
                <c:pt idx="337">
                  <c:v>11.67106827857992</c:v>
                </c:pt>
                <c:pt idx="338">
                  <c:v>11.522485131640053</c:v>
                </c:pt>
                <c:pt idx="339">
                  <c:v>11.353647794764859</c:v>
                </c:pt>
                <c:pt idx="340">
                  <c:v>11.246339804761149</c:v>
                </c:pt>
                <c:pt idx="341">
                  <c:v>11.294859410089792</c:v>
                </c:pt>
                <c:pt idx="342">
                  <c:v>11.193387431791983</c:v>
                </c:pt>
                <c:pt idx="343">
                  <c:v>11.036391743954812</c:v>
                </c:pt>
                <c:pt idx="344">
                  <c:v>11.056394215395244</c:v>
                </c:pt>
                <c:pt idx="345">
                  <c:v>11.02393884921994</c:v>
                </c:pt>
                <c:pt idx="346">
                  <c:v>10.981957743066751</c:v>
                </c:pt>
                <c:pt idx="347">
                  <c:v>10.921784164866711</c:v>
                </c:pt>
                <c:pt idx="348">
                  <c:v>10.855111032150296</c:v>
                </c:pt>
                <c:pt idx="349">
                  <c:v>10.740254083610225</c:v>
                </c:pt>
                <c:pt idx="350">
                  <c:v>10.708361622300972</c:v>
                </c:pt>
                <c:pt idx="351">
                  <c:v>10.740775818408098</c:v>
                </c:pt>
                <c:pt idx="352">
                  <c:v>10.655446834018663</c:v>
                </c:pt>
                <c:pt idx="353">
                  <c:v>10.543007545187702</c:v>
                </c:pt>
                <c:pt idx="354">
                  <c:v>10.45512515113464</c:v>
                </c:pt>
                <c:pt idx="355">
                  <c:v>10.405921479778357</c:v>
                </c:pt>
                <c:pt idx="356">
                  <c:v>10.560680013310417</c:v>
                </c:pt>
                <c:pt idx="357">
                  <c:v>10.598921195853245</c:v>
                </c:pt>
                <c:pt idx="358">
                  <c:v>10.522692774671579</c:v>
                </c:pt>
                <c:pt idx="359">
                  <c:v>10.68275841434904</c:v>
                </c:pt>
                <c:pt idx="360">
                  <c:v>10.754473953162925</c:v>
                </c:pt>
                <c:pt idx="361">
                  <c:v>10.680391320879817</c:v>
                </c:pt>
                <c:pt idx="362">
                  <c:v>10.602586444625237</c:v>
                </c:pt>
                <c:pt idx="363">
                  <c:v>10.54059915801647</c:v>
                </c:pt>
                <c:pt idx="364">
                  <c:v>10.586519238259775</c:v>
                </c:pt>
                <c:pt idx="365">
                  <c:v>10.53050334240991</c:v>
                </c:pt>
                <c:pt idx="366">
                  <c:v>10.444313124702466</c:v>
                </c:pt>
                <c:pt idx="367">
                  <c:v>10.412028002322582</c:v>
                </c:pt>
                <c:pt idx="368">
                  <c:v>10.38029515229865</c:v>
                </c:pt>
                <c:pt idx="369">
                  <c:v>10.257480140851085</c:v>
                </c:pt>
                <c:pt idx="370">
                  <c:v>10.260040721277338</c:v>
                </c:pt>
                <c:pt idx="371">
                  <c:v>10.23866925234476</c:v>
                </c:pt>
                <c:pt idx="372">
                  <c:v>10.162247220572224</c:v>
                </c:pt>
                <c:pt idx="373">
                  <c:v>10.077644955884665</c:v>
                </c:pt>
                <c:pt idx="374">
                  <c:v>10.003442831496782</c:v>
                </c:pt>
                <c:pt idx="375">
                  <c:v>10.037003731454691</c:v>
                </c:pt>
                <c:pt idx="376">
                  <c:v>10.000349141959525</c:v>
                </c:pt>
                <c:pt idx="377">
                  <c:v>9.957895074557694</c:v>
                </c:pt>
                <c:pt idx="378">
                  <c:v>9.9024058588592379</c:v>
                </c:pt>
                <c:pt idx="379">
                  <c:v>9.830788547129929</c:v>
                </c:pt>
                <c:pt idx="380">
                  <c:v>9.7946532815727885</c:v>
                </c:pt>
                <c:pt idx="381">
                  <c:v>9.7643236137973126</c:v>
                </c:pt>
                <c:pt idx="382">
                  <c:v>9.7480681749129499</c:v>
                </c:pt>
                <c:pt idx="383">
                  <c:v>9.6909474870835091</c:v>
                </c:pt>
                <c:pt idx="384">
                  <c:v>9.6412163937727851</c:v>
                </c:pt>
                <c:pt idx="385">
                  <c:v>9.635381618405269</c:v>
                </c:pt>
                <c:pt idx="386">
                  <c:v>9.6434425446662786</c:v>
                </c:pt>
                <c:pt idx="387">
                  <c:v>9.6082547470294024</c:v>
                </c:pt>
                <c:pt idx="388">
                  <c:v>9.5998600712217446</c:v>
                </c:pt>
                <c:pt idx="389">
                  <c:v>9.5839674976529672</c:v>
                </c:pt>
                <c:pt idx="390">
                  <c:v>9.5870619289932524</c:v>
                </c:pt>
                <c:pt idx="391">
                  <c:v>9.5837082993108442</c:v>
                </c:pt>
                <c:pt idx="392">
                  <c:v>9.5983433312927566</c:v>
                </c:pt>
                <c:pt idx="393">
                  <c:v>9.5824820989020019</c:v>
                </c:pt>
                <c:pt idx="394">
                  <c:v>9.5734086733217527</c:v>
                </c:pt>
                <c:pt idx="395">
                  <c:v>9.5824336962542844</c:v>
                </c:pt>
                <c:pt idx="396">
                  <c:v>9.59270896637722</c:v>
                </c:pt>
                <c:pt idx="397">
                  <c:v>9.5905841952311821</c:v>
                </c:pt>
                <c:pt idx="398">
                  <c:v>9.5626798524627947</c:v>
                </c:pt>
                <c:pt idx="399">
                  <c:v>9.5142826137256691</c:v>
                </c:pt>
                <c:pt idx="400">
                  <c:v>9.5409159697272639</c:v>
                </c:pt>
                <c:pt idx="401">
                  <c:v>9.5407065958220034</c:v>
                </c:pt>
                <c:pt idx="402">
                  <c:v>9.5371836495979654</c:v>
                </c:pt>
                <c:pt idx="403">
                  <c:v>9.5038064695238571</c:v>
                </c:pt>
                <c:pt idx="404">
                  <c:v>9.4615606942312009</c:v>
                </c:pt>
                <c:pt idx="405">
                  <c:v>9.3892604291787976</c:v>
                </c:pt>
                <c:pt idx="406">
                  <c:v>9.31328598280958</c:v>
                </c:pt>
                <c:pt idx="407">
                  <c:v>9.253223783243671</c:v>
                </c:pt>
                <c:pt idx="408">
                  <c:v>9.2484065761827683</c:v>
                </c:pt>
                <c:pt idx="409">
                  <c:v>9.2457120539468836</c:v>
                </c:pt>
                <c:pt idx="410">
                  <c:v>9.238825772784125</c:v>
                </c:pt>
                <c:pt idx="411">
                  <c:v>9.206403494114813</c:v>
                </c:pt>
                <c:pt idx="412">
                  <c:v>9.1785010985793782</c:v>
                </c:pt>
                <c:pt idx="413">
                  <c:v>9.1587401612964143</c:v>
                </c:pt>
                <c:pt idx="414">
                  <c:v>9.1536028044110829</c:v>
                </c:pt>
                <c:pt idx="415">
                  <c:v>9.1255394994350247</c:v>
                </c:pt>
                <c:pt idx="416">
                  <c:v>9.1178507264817075</c:v>
                </c:pt>
                <c:pt idx="417">
                  <c:v>9.1023384815081787</c:v>
                </c:pt>
                <c:pt idx="418">
                  <c:v>9.0367527586263812</c:v>
                </c:pt>
                <c:pt idx="419">
                  <c:v>9.0472253444917818</c:v>
                </c:pt>
                <c:pt idx="420">
                  <c:v>9.0730520901505809</c:v>
                </c:pt>
                <c:pt idx="421">
                  <c:v>9.1018708519688154</c:v>
                </c:pt>
                <c:pt idx="422">
                  <c:v>9.0938916090393889</c:v>
                </c:pt>
                <c:pt idx="423">
                  <c:v>9.0925050709964221</c:v>
                </c:pt>
                <c:pt idx="424">
                  <c:v>9.0662738108727439</c:v>
                </c:pt>
                <c:pt idx="425">
                  <c:v>9.0680581639719744</c:v>
                </c:pt>
                <c:pt idx="426">
                  <c:v>9.0780601646765628</c:v>
                </c:pt>
                <c:pt idx="427">
                  <c:v>9.0306057035009584</c:v>
                </c:pt>
                <c:pt idx="428">
                  <c:v>8.9757157526076998</c:v>
                </c:pt>
                <c:pt idx="429">
                  <c:v>8.9176591991210135</c:v>
                </c:pt>
                <c:pt idx="430">
                  <c:v>8.9630197937466125</c:v>
                </c:pt>
                <c:pt idx="431">
                  <c:v>8.9396012304905028</c:v>
                </c:pt>
                <c:pt idx="432">
                  <c:v>8.976898891737001</c:v>
                </c:pt>
                <c:pt idx="433">
                  <c:v>8.9683109028323962</c:v>
                </c:pt>
                <c:pt idx="434">
                  <c:v>8.9515143398871011</c:v>
                </c:pt>
                <c:pt idx="435">
                  <c:v>8.9039672306038753</c:v>
                </c:pt>
                <c:pt idx="436">
                  <c:v>9.3199831660165682</c:v>
                </c:pt>
                <c:pt idx="437">
                  <c:v>9.3280431650237894</c:v>
                </c:pt>
                <c:pt idx="438">
                  <c:v>9.1871321159232906</c:v>
                </c:pt>
                <c:pt idx="439">
                  <c:v>9.1357158315788141</c:v>
                </c:pt>
                <c:pt idx="440">
                  <c:v>9.1689704750648779</c:v>
                </c:pt>
                <c:pt idx="441">
                  <c:v>9.3947604041120361</c:v>
                </c:pt>
                <c:pt idx="442">
                  <c:v>9.393980954578101</c:v>
                </c:pt>
                <c:pt idx="443">
                  <c:v>9.4595800492322297</c:v>
                </c:pt>
                <c:pt idx="444">
                  <c:v>9.481493003468362</c:v>
                </c:pt>
                <c:pt idx="445">
                  <c:v>9.4317800225149586</c:v>
                </c:pt>
                <c:pt idx="446">
                  <c:v>9.5174292185457414</c:v>
                </c:pt>
                <c:pt idx="447">
                  <c:v>9.5111521122130362</c:v>
                </c:pt>
                <c:pt idx="448">
                  <c:v>9.4626178871830078</c:v>
                </c:pt>
                <c:pt idx="449">
                  <c:v>9.4087481511332189</c:v>
                </c:pt>
                <c:pt idx="450">
                  <c:v>9.5111724499794494</c:v>
                </c:pt>
                <c:pt idx="451">
                  <c:v>9.5062190293371351</c:v>
                </c:pt>
                <c:pt idx="452">
                  <c:v>9.5689528479703743</c:v>
                </c:pt>
                <c:pt idx="453">
                  <c:v>9.5938228454439152</c:v>
                </c:pt>
                <c:pt idx="454">
                  <c:v>9.5442955006988086</c:v>
                </c:pt>
                <c:pt idx="455">
                  <c:v>9.5292496334720322</c:v>
                </c:pt>
                <c:pt idx="456">
                  <c:v>9.5598746006704296</c:v>
                </c:pt>
                <c:pt idx="457">
                  <c:v>9.5641493642655302</c:v>
                </c:pt>
                <c:pt idx="458">
                  <c:v>9.5586869122022318</c:v>
                </c:pt>
                <c:pt idx="459">
                  <c:v>9.5379801606015917</c:v>
                </c:pt>
                <c:pt idx="460">
                  <c:v>9.511150937691573</c:v>
                </c:pt>
                <c:pt idx="461">
                  <c:v>9.5200046659410589</c:v>
                </c:pt>
                <c:pt idx="462">
                  <c:v>9.5460629082350703</c:v>
                </c:pt>
                <c:pt idx="463">
                  <c:v>9.5874476047520147</c:v>
                </c:pt>
                <c:pt idx="464">
                  <c:v>9.5894478766228257</c:v>
                </c:pt>
                <c:pt idx="465">
                  <c:v>9.5787903924886013</c:v>
                </c:pt>
                <c:pt idx="466">
                  <c:v>9.58848007093615</c:v>
                </c:pt>
                <c:pt idx="467">
                  <c:v>9.6054815164011735</c:v>
                </c:pt>
                <c:pt idx="468">
                  <c:v>9.6202519274360832</c:v>
                </c:pt>
                <c:pt idx="469">
                  <c:v>9.6392859750206483</c:v>
                </c:pt>
                <c:pt idx="470">
                  <c:v>9.6444850870082384</c:v>
                </c:pt>
                <c:pt idx="471">
                  <c:v>9.6493827796979126</c:v>
                </c:pt>
                <c:pt idx="472">
                  <c:v>9.6750565825715462</c:v>
                </c:pt>
                <c:pt idx="473">
                  <c:v>9.7038356965632442</c:v>
                </c:pt>
                <c:pt idx="474">
                  <c:v>9.7212826565647923</c:v>
                </c:pt>
                <c:pt idx="475">
                  <c:v>9.722482893867582</c:v>
                </c:pt>
                <c:pt idx="476">
                  <c:v>9.7516206696243586</c:v>
                </c:pt>
                <c:pt idx="477">
                  <c:v>9.7605282404104479</c:v>
                </c:pt>
                <c:pt idx="478">
                  <c:v>9.7663573286213996</c:v>
                </c:pt>
                <c:pt idx="479">
                  <c:v>9.7568683697104248</c:v>
                </c:pt>
                <c:pt idx="480">
                  <c:v>9.7667477024660183</c:v>
                </c:pt>
                <c:pt idx="481">
                  <c:v>9.7813372990123337</c:v>
                </c:pt>
                <c:pt idx="482">
                  <c:v>9.7950651677052836</c:v>
                </c:pt>
                <c:pt idx="483">
                  <c:v>9.8318976662938482</c:v>
                </c:pt>
                <c:pt idx="484">
                  <c:v>9.8580494994034957</c:v>
                </c:pt>
                <c:pt idx="485">
                  <c:v>9.8527036340497727</c:v>
                </c:pt>
                <c:pt idx="486">
                  <c:v>9.850941295500883</c:v>
                </c:pt>
                <c:pt idx="487">
                  <c:v>9.8498316818016107</c:v>
                </c:pt>
                <c:pt idx="488">
                  <c:v>9.8633726161309649</c:v>
                </c:pt>
                <c:pt idx="489">
                  <c:v>9.866990451325945</c:v>
                </c:pt>
                <c:pt idx="490">
                  <c:v>9.8697753035349809</c:v>
                </c:pt>
                <c:pt idx="491">
                  <c:v>9.8971145778451497</c:v>
                </c:pt>
                <c:pt idx="492">
                  <c:v>9.8951419999541326</c:v>
                </c:pt>
                <c:pt idx="493">
                  <c:v>9.9123883640529407</c:v>
                </c:pt>
                <c:pt idx="494">
                  <c:v>9.8966836521015491</c:v>
                </c:pt>
                <c:pt idx="495">
                  <c:v>9.8926695086377077</c:v>
                </c:pt>
                <c:pt idx="496">
                  <c:v>9.8967511561772934</c:v>
                </c:pt>
                <c:pt idx="497">
                  <c:v>9.8897304232153189</c:v>
                </c:pt>
                <c:pt idx="498">
                  <c:v>9.9038047757402694</c:v>
                </c:pt>
                <c:pt idx="499">
                  <c:v>9.9057151039936748</c:v>
                </c:pt>
                <c:pt idx="500">
                  <c:v>9.9028501370573814</c:v>
                </c:pt>
                <c:pt idx="501">
                  <c:v>9.904606046646677</c:v>
                </c:pt>
                <c:pt idx="502">
                  <c:v>9.9104139934712663</c:v>
                </c:pt>
                <c:pt idx="503">
                  <c:v>9.9424694041794783</c:v>
                </c:pt>
                <c:pt idx="504">
                  <c:v>9.9714009586938719</c:v>
                </c:pt>
                <c:pt idx="505">
                  <c:v>9.9902456610549866</c:v>
                </c:pt>
                <c:pt idx="506">
                  <c:v>9.9931088971175441</c:v>
                </c:pt>
                <c:pt idx="507">
                  <c:v>10.011883684543069</c:v>
                </c:pt>
                <c:pt idx="508">
                  <c:v>10.024423432049389</c:v>
                </c:pt>
                <c:pt idx="509">
                  <c:v>10.039826353801349</c:v>
                </c:pt>
                <c:pt idx="510">
                  <c:v>10.064521718478208</c:v>
                </c:pt>
                <c:pt idx="511">
                  <c:v>10.098072604095208</c:v>
                </c:pt>
                <c:pt idx="512">
                  <c:v>10.164797786657571</c:v>
                </c:pt>
                <c:pt idx="513">
                  <c:v>10.250651967592356</c:v>
                </c:pt>
                <c:pt idx="514">
                  <c:v>10.269765264467306</c:v>
                </c:pt>
                <c:pt idx="515">
                  <c:v>10.310570736451538</c:v>
                </c:pt>
                <c:pt idx="516">
                  <c:v>10.341132032223182</c:v>
                </c:pt>
                <c:pt idx="517">
                  <c:v>10.353694219271164</c:v>
                </c:pt>
                <c:pt idx="518">
                  <c:v>10.376772206074612</c:v>
                </c:pt>
                <c:pt idx="519">
                  <c:v>10.406635094293362</c:v>
                </c:pt>
                <c:pt idx="520">
                  <c:v>10.393955949634293</c:v>
                </c:pt>
                <c:pt idx="521">
                  <c:v>10.39170494833929</c:v>
                </c:pt>
                <c:pt idx="522">
                  <c:v>10.410866833312715</c:v>
                </c:pt>
                <c:pt idx="523">
                  <c:v>10.430596444871885</c:v>
                </c:pt>
                <c:pt idx="524">
                  <c:v>10.451537297145459</c:v>
                </c:pt>
                <c:pt idx="525">
                  <c:v>10.446875930537811</c:v>
                </c:pt>
                <c:pt idx="526">
                  <c:v>10.436664146390871</c:v>
                </c:pt>
                <c:pt idx="527">
                  <c:v>10.443496894101619</c:v>
                </c:pt>
                <c:pt idx="528">
                  <c:v>10.418826750727783</c:v>
                </c:pt>
                <c:pt idx="529">
                  <c:v>10.388031910635481</c:v>
                </c:pt>
                <c:pt idx="530">
                  <c:v>10.401020510791966</c:v>
                </c:pt>
                <c:pt idx="531">
                  <c:v>10.394217929737774</c:v>
                </c:pt>
                <c:pt idx="532">
                  <c:v>10.39958487466094</c:v>
                </c:pt>
                <c:pt idx="533">
                  <c:v>10.404734100394755</c:v>
                </c:pt>
                <c:pt idx="534">
                  <c:v>10.407322127533124</c:v>
                </c:pt>
                <c:pt idx="535">
                  <c:v>10.435958568075355</c:v>
                </c:pt>
                <c:pt idx="536">
                  <c:v>10.438985742607574</c:v>
                </c:pt>
                <c:pt idx="537">
                  <c:v>10.44326470975318</c:v>
                </c:pt>
                <c:pt idx="538">
                  <c:v>10.451489079948498</c:v>
                </c:pt>
                <c:pt idx="539">
                  <c:v>10.447209865535218</c:v>
                </c:pt>
                <c:pt idx="540">
                  <c:v>10.502353648289299</c:v>
                </c:pt>
                <c:pt idx="541">
                  <c:v>10.567453664046431</c:v>
                </c:pt>
                <c:pt idx="542">
                  <c:v>10.622025516664262</c:v>
                </c:pt>
                <c:pt idx="543">
                  <c:v>10.698943443762458</c:v>
                </c:pt>
                <c:pt idx="544">
                  <c:v>10.744215435425085</c:v>
                </c:pt>
                <c:pt idx="545">
                  <c:v>10.777307268600261</c:v>
                </c:pt>
                <c:pt idx="546">
                  <c:v>10.856922144248419</c:v>
                </c:pt>
                <c:pt idx="547">
                  <c:v>10.935190647396848</c:v>
                </c:pt>
                <c:pt idx="548">
                  <c:v>10.956467412809243</c:v>
                </c:pt>
                <c:pt idx="549">
                  <c:v>10.97748108541361</c:v>
                </c:pt>
                <c:pt idx="550">
                  <c:v>10.975732161136184</c:v>
                </c:pt>
                <c:pt idx="551">
                  <c:v>10.951998791355592</c:v>
                </c:pt>
                <c:pt idx="552">
                  <c:v>10.956818285642505</c:v>
                </c:pt>
                <c:pt idx="553">
                  <c:v>10.942322341728749</c:v>
                </c:pt>
                <c:pt idx="554">
                  <c:v>10.95814772030638</c:v>
                </c:pt>
                <c:pt idx="555">
                  <c:v>10.93138334334458</c:v>
                </c:pt>
                <c:pt idx="556">
                  <c:v>10.868231796879988</c:v>
                </c:pt>
                <c:pt idx="557">
                  <c:v>10.829911735948286</c:v>
                </c:pt>
                <c:pt idx="558">
                  <c:v>10.789861048547236</c:v>
                </c:pt>
                <c:pt idx="559">
                  <c:v>10.687286998214292</c:v>
                </c:pt>
                <c:pt idx="560">
                  <c:v>10.655187450225787</c:v>
                </c:pt>
                <c:pt idx="561">
                  <c:v>10.593842935942646</c:v>
                </c:pt>
                <c:pt idx="562">
                  <c:v>10.540312080243798</c:v>
                </c:pt>
                <c:pt idx="563">
                  <c:v>10.562404581721687</c:v>
                </c:pt>
                <c:pt idx="564">
                  <c:v>10.570098562750445</c:v>
                </c:pt>
                <c:pt idx="565">
                  <c:v>10.510196731727119</c:v>
                </c:pt>
                <c:pt idx="566">
                  <c:v>10.450800934004192</c:v>
                </c:pt>
                <c:pt idx="567">
                  <c:v>10.31973657832596</c:v>
                </c:pt>
                <c:pt idx="568">
                  <c:v>10.279830047980436</c:v>
                </c:pt>
                <c:pt idx="569">
                  <c:v>10.434436511891317</c:v>
                </c:pt>
                <c:pt idx="570">
                  <c:v>10.480337057988162</c:v>
                </c:pt>
                <c:pt idx="571">
                  <c:v>10.331149465212558</c:v>
                </c:pt>
                <c:pt idx="572">
                  <c:v>10.291013099561527</c:v>
                </c:pt>
                <c:pt idx="573">
                  <c:v>10.22490064630207</c:v>
                </c:pt>
                <c:pt idx="574">
                  <c:v>10.076907850940367</c:v>
                </c:pt>
                <c:pt idx="575">
                  <c:v>9.8434743061993526</c:v>
                </c:pt>
                <c:pt idx="576">
                  <c:v>9.7470140109901813</c:v>
                </c:pt>
                <c:pt idx="577">
                  <c:v>9.7834443905194846</c:v>
                </c:pt>
                <c:pt idx="578">
                  <c:v>9.7112276401248927</c:v>
                </c:pt>
                <c:pt idx="579">
                  <c:v>9.8383696504642675</c:v>
                </c:pt>
                <c:pt idx="580">
                  <c:v>9.4865359659181063</c:v>
                </c:pt>
                <c:pt idx="581">
                  <c:v>9.2124559577632184</c:v>
                </c:pt>
                <c:pt idx="582">
                  <c:v>9.3532431103034526</c:v>
                </c:pt>
                <c:pt idx="583">
                  <c:v>9.2049195326072191</c:v>
                </c:pt>
                <c:pt idx="584">
                  <c:v>10.130904064406801</c:v>
                </c:pt>
                <c:pt idx="585">
                  <c:v>8.6115016498008465</c:v>
                </c:pt>
                <c:pt idx="586">
                  <c:v>7.3048680638403116</c:v>
                </c:pt>
                <c:pt idx="587">
                  <c:v>7.0019443893758746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1B0C-4B9C-BBFB-FF685BE46DCA}"/>
            </c:ext>
          </c:extLst>
        </c:ser>
        <c:ser>
          <c:idx val="9"/>
          <c:order val="9"/>
          <c:tx>
            <c:strRef>
              <c:f>Sheet2!$K$1</c:f>
              <c:strCache>
                <c:ptCount val="1"/>
                <c:pt idx="0">
                  <c:v>S8_n3_zz_o/O-PTIR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Sheet2!$K$2:$K$589</c:f>
              <c:numCache>
                <c:formatCode>General</c:formatCode>
                <c:ptCount val="588"/>
                <c:pt idx="0">
                  <c:v>10.007637308654854</c:v>
                </c:pt>
                <c:pt idx="1">
                  <c:v>10.173156909030016</c:v>
                </c:pt>
                <c:pt idx="2">
                  <c:v>10.252874326265598</c:v>
                </c:pt>
                <c:pt idx="3">
                  <c:v>10.188878917644864</c:v>
                </c:pt>
                <c:pt idx="4">
                  <c:v>10.173963827174203</c:v>
                </c:pt>
                <c:pt idx="5">
                  <c:v>10.222616929040385</c:v>
                </c:pt>
                <c:pt idx="6">
                  <c:v>10.177604201184808</c:v>
                </c:pt>
                <c:pt idx="7">
                  <c:v>10.142678274062202</c:v>
                </c:pt>
                <c:pt idx="8">
                  <c:v>10.210304132009764</c:v>
                </c:pt>
                <c:pt idx="9">
                  <c:v>10.227475613122152</c:v>
                </c:pt>
                <c:pt idx="10">
                  <c:v>10.19427975136241</c:v>
                </c:pt>
                <c:pt idx="11">
                  <c:v>10.164394295446147</c:v>
                </c:pt>
                <c:pt idx="12">
                  <c:v>10.183101070002213</c:v>
                </c:pt>
                <c:pt idx="13">
                  <c:v>10.19219327957757</c:v>
                </c:pt>
                <c:pt idx="14">
                  <c:v>10.20559062399685</c:v>
                </c:pt>
                <c:pt idx="15">
                  <c:v>10.203328995327569</c:v>
                </c:pt>
                <c:pt idx="16">
                  <c:v>10.207039986220128</c:v>
                </c:pt>
                <c:pt idx="17">
                  <c:v>10.210184043336021</c:v>
                </c:pt>
                <c:pt idx="18">
                  <c:v>10.196791771532897</c:v>
                </c:pt>
                <c:pt idx="19">
                  <c:v>10.197185712557559</c:v>
                </c:pt>
                <c:pt idx="20">
                  <c:v>10.210125074173227</c:v>
                </c:pt>
                <c:pt idx="21">
                  <c:v>10.221803614988875</c:v>
                </c:pt>
                <c:pt idx="22">
                  <c:v>10.239841396936736</c:v>
                </c:pt>
                <c:pt idx="23">
                  <c:v>10.250359494101374</c:v>
                </c:pt>
                <c:pt idx="24">
                  <c:v>10.249982935057611</c:v>
                </c:pt>
                <c:pt idx="25">
                  <c:v>10.256012152885564</c:v>
                </c:pt>
                <c:pt idx="26">
                  <c:v>10.252584029265025</c:v>
                </c:pt>
                <c:pt idx="27">
                  <c:v>10.263435843921776</c:v>
                </c:pt>
                <c:pt idx="28">
                  <c:v>10.273210995799763</c:v>
                </c:pt>
                <c:pt idx="29">
                  <c:v>10.29049157951232</c:v>
                </c:pt>
                <c:pt idx="30">
                  <c:v>10.298004730545387</c:v>
                </c:pt>
                <c:pt idx="31">
                  <c:v>10.292188093930294</c:v>
                </c:pt>
                <c:pt idx="32">
                  <c:v>10.307884229445897</c:v>
                </c:pt>
                <c:pt idx="33">
                  <c:v>10.342488955205381</c:v>
                </c:pt>
                <c:pt idx="34">
                  <c:v>10.36808328110928</c:v>
                </c:pt>
                <c:pt idx="35">
                  <c:v>10.378232538428652</c:v>
                </c:pt>
                <c:pt idx="36">
                  <c:v>10.385984322969501</c:v>
                </c:pt>
                <c:pt idx="37">
                  <c:v>10.408721222138793</c:v>
                </c:pt>
                <c:pt idx="38">
                  <c:v>10.448015691807251</c:v>
                </c:pt>
                <c:pt idx="39">
                  <c:v>10.481738747255687</c:v>
                </c:pt>
                <c:pt idx="40">
                  <c:v>10.514366806828933</c:v>
                </c:pt>
                <c:pt idx="41">
                  <c:v>10.557457798866139</c:v>
                </c:pt>
                <c:pt idx="42">
                  <c:v>10.5857534031465</c:v>
                </c:pt>
                <c:pt idx="43">
                  <c:v>10.608969554268116</c:v>
                </c:pt>
                <c:pt idx="44">
                  <c:v>10.649189225013423</c:v>
                </c:pt>
                <c:pt idx="45">
                  <c:v>10.69513334308893</c:v>
                </c:pt>
                <c:pt idx="46">
                  <c:v>10.733169032031256</c:v>
                </c:pt>
                <c:pt idx="47">
                  <c:v>10.745752483459135</c:v>
                </c:pt>
                <c:pt idx="48">
                  <c:v>10.739768119688158</c:v>
                </c:pt>
                <c:pt idx="49">
                  <c:v>10.705898316762603</c:v>
                </c:pt>
                <c:pt idx="50">
                  <c:v>10.667465309646275</c:v>
                </c:pt>
                <c:pt idx="51">
                  <c:v>10.658263197982334</c:v>
                </c:pt>
                <c:pt idx="52">
                  <c:v>10.649066214071679</c:v>
                </c:pt>
                <c:pt idx="53">
                  <c:v>10.638817103406051</c:v>
                </c:pt>
                <c:pt idx="54">
                  <c:v>10.639965830416488</c:v>
                </c:pt>
                <c:pt idx="55">
                  <c:v>10.654146990521596</c:v>
                </c:pt>
                <c:pt idx="56">
                  <c:v>10.663301243154862</c:v>
                </c:pt>
                <c:pt idx="57">
                  <c:v>10.675739187691098</c:v>
                </c:pt>
                <c:pt idx="58">
                  <c:v>10.685626874455728</c:v>
                </c:pt>
                <c:pt idx="59">
                  <c:v>10.687711058049587</c:v>
                </c:pt>
                <c:pt idx="60">
                  <c:v>10.696432704744296</c:v>
                </c:pt>
                <c:pt idx="61">
                  <c:v>10.711755203484138</c:v>
                </c:pt>
                <c:pt idx="62">
                  <c:v>10.725252938836711</c:v>
                </c:pt>
                <c:pt idx="63">
                  <c:v>10.737946333706024</c:v>
                </c:pt>
                <c:pt idx="64">
                  <c:v>10.754002597400019</c:v>
                </c:pt>
                <c:pt idx="65">
                  <c:v>10.769981834520454</c:v>
                </c:pt>
                <c:pt idx="66">
                  <c:v>10.77684486362878</c:v>
                </c:pt>
                <c:pt idx="67">
                  <c:v>10.777676827815228</c:v>
                </c:pt>
                <c:pt idx="68">
                  <c:v>10.784530538748227</c:v>
                </c:pt>
                <c:pt idx="69">
                  <c:v>10.782117241612788</c:v>
                </c:pt>
                <c:pt idx="70">
                  <c:v>10.768347625061768</c:v>
                </c:pt>
                <c:pt idx="71">
                  <c:v>10.769744579440973</c:v>
                </c:pt>
                <c:pt idx="72">
                  <c:v>10.766898566092715</c:v>
                </c:pt>
                <c:pt idx="73">
                  <c:v>10.759201201901261</c:v>
                </c:pt>
                <c:pt idx="74">
                  <c:v>10.760312931896047</c:v>
                </c:pt>
                <c:pt idx="75">
                  <c:v>10.763801127422022</c:v>
                </c:pt>
                <c:pt idx="76">
                  <c:v>10.75966440894814</c:v>
                </c:pt>
                <c:pt idx="77">
                  <c:v>10.756604518664416</c:v>
                </c:pt>
                <c:pt idx="78">
                  <c:v>10.747259271005511</c:v>
                </c:pt>
                <c:pt idx="79">
                  <c:v>10.733303015262289</c:v>
                </c:pt>
                <c:pt idx="80">
                  <c:v>10.720794440059818</c:v>
                </c:pt>
                <c:pt idx="81">
                  <c:v>10.709312297708754</c:v>
                </c:pt>
                <c:pt idx="82">
                  <c:v>10.705503259211016</c:v>
                </c:pt>
                <c:pt idx="83">
                  <c:v>10.686674369691604</c:v>
                </c:pt>
                <c:pt idx="84">
                  <c:v>10.65316709340969</c:v>
                </c:pt>
                <c:pt idx="85">
                  <c:v>10.630790570535886</c:v>
                </c:pt>
                <c:pt idx="86">
                  <c:v>10.615404664094115</c:v>
                </c:pt>
                <c:pt idx="87">
                  <c:v>10.601089300209443</c:v>
                </c:pt>
                <c:pt idx="88">
                  <c:v>10.572750909514562</c:v>
                </c:pt>
                <c:pt idx="89">
                  <c:v>10.556600251050389</c:v>
                </c:pt>
                <c:pt idx="90">
                  <c:v>10.547700235733295</c:v>
                </c:pt>
                <c:pt idx="91">
                  <c:v>10.52308757132953</c:v>
                </c:pt>
                <c:pt idx="92">
                  <c:v>10.510120696284936</c:v>
                </c:pt>
                <c:pt idx="93">
                  <c:v>10.490293107891569</c:v>
                </c:pt>
                <c:pt idx="94">
                  <c:v>10.46714345215128</c:v>
                </c:pt>
                <c:pt idx="95">
                  <c:v>10.452834401468236</c:v>
                </c:pt>
                <c:pt idx="96">
                  <c:v>10.443320516890765</c:v>
                </c:pt>
                <c:pt idx="97">
                  <c:v>10.441893237088896</c:v>
                </c:pt>
                <c:pt idx="98">
                  <c:v>10.430738802282546</c:v>
                </c:pt>
                <c:pt idx="99">
                  <c:v>10.426295245668454</c:v>
                </c:pt>
                <c:pt idx="100">
                  <c:v>10.422916442212591</c:v>
                </c:pt>
                <c:pt idx="101">
                  <c:v>10.426197432396087</c:v>
                </c:pt>
                <c:pt idx="102">
                  <c:v>10.432467682197069</c:v>
                </c:pt>
                <c:pt idx="103">
                  <c:v>10.429044713898385</c:v>
                </c:pt>
                <c:pt idx="104">
                  <c:v>10.428388554457678</c:v>
                </c:pt>
                <c:pt idx="105">
                  <c:v>10.4161376902107</c:v>
                </c:pt>
                <c:pt idx="106">
                  <c:v>10.390458342849083</c:v>
                </c:pt>
                <c:pt idx="107">
                  <c:v>10.359978177825852</c:v>
                </c:pt>
                <c:pt idx="108">
                  <c:v>10.324337259942576</c:v>
                </c:pt>
                <c:pt idx="109">
                  <c:v>10.296379563576366</c:v>
                </c:pt>
                <c:pt idx="110">
                  <c:v>10.266367953901829</c:v>
                </c:pt>
                <c:pt idx="111">
                  <c:v>10.242092811452292</c:v>
                </c:pt>
                <c:pt idx="112">
                  <c:v>10.225420293816954</c:v>
                </c:pt>
                <c:pt idx="113">
                  <c:v>10.214623092489562</c:v>
                </c:pt>
                <c:pt idx="114">
                  <c:v>10.204833729015773</c:v>
                </c:pt>
                <c:pt idx="115">
                  <c:v>10.197737635250007</c:v>
                </c:pt>
                <c:pt idx="116">
                  <c:v>10.192288294640484</c:v>
                </c:pt>
                <c:pt idx="117">
                  <c:v>10.193833306003695</c:v>
                </c:pt>
                <c:pt idx="118">
                  <c:v>10.185439325500846</c:v>
                </c:pt>
                <c:pt idx="119">
                  <c:v>10.176457210994036</c:v>
                </c:pt>
                <c:pt idx="120">
                  <c:v>10.177583703955946</c:v>
                </c:pt>
                <c:pt idx="121">
                  <c:v>10.182942826433051</c:v>
                </c:pt>
                <c:pt idx="122">
                  <c:v>10.184728456240801</c:v>
                </c:pt>
                <c:pt idx="123">
                  <c:v>10.193707607126761</c:v>
                </c:pt>
                <c:pt idx="124">
                  <c:v>10.1956797244996</c:v>
                </c:pt>
                <c:pt idx="125">
                  <c:v>10.185083966684379</c:v>
                </c:pt>
                <c:pt idx="126">
                  <c:v>10.172473332650368</c:v>
                </c:pt>
                <c:pt idx="127">
                  <c:v>10.17343882518651</c:v>
                </c:pt>
                <c:pt idx="128">
                  <c:v>10.177092790500181</c:v>
                </c:pt>
                <c:pt idx="129">
                  <c:v>10.172764098316565</c:v>
                </c:pt>
                <c:pt idx="130">
                  <c:v>10.171489824056309</c:v>
                </c:pt>
                <c:pt idx="131">
                  <c:v>10.167694294155938</c:v>
                </c:pt>
                <c:pt idx="132">
                  <c:v>10.173102461112057</c:v>
                </c:pt>
                <c:pt idx="133">
                  <c:v>10.184225977771575</c:v>
                </c:pt>
                <c:pt idx="134">
                  <c:v>10.177213692446621</c:v>
                </c:pt>
                <c:pt idx="135">
                  <c:v>10.193962120128592</c:v>
                </c:pt>
                <c:pt idx="136">
                  <c:v>10.190005052215415</c:v>
                </c:pt>
                <c:pt idx="137">
                  <c:v>10.18176330533433</c:v>
                </c:pt>
                <c:pt idx="138">
                  <c:v>10.209485511009285</c:v>
                </c:pt>
                <c:pt idx="139">
                  <c:v>10.249607506325056</c:v>
                </c:pt>
                <c:pt idx="140">
                  <c:v>10.285545806330383</c:v>
                </c:pt>
                <c:pt idx="141">
                  <c:v>10.317922357875496</c:v>
                </c:pt>
                <c:pt idx="142">
                  <c:v>10.326201611790701</c:v>
                </c:pt>
                <c:pt idx="143">
                  <c:v>10.323666957827482</c:v>
                </c:pt>
                <c:pt idx="144">
                  <c:v>10.350855794454947</c:v>
                </c:pt>
                <c:pt idx="145">
                  <c:v>10.37423421415637</c:v>
                </c:pt>
                <c:pt idx="146">
                  <c:v>10.375263651981481</c:v>
                </c:pt>
                <c:pt idx="147">
                  <c:v>10.387234805557251</c:v>
                </c:pt>
                <c:pt idx="148">
                  <c:v>10.428503432672434</c:v>
                </c:pt>
                <c:pt idx="149">
                  <c:v>10.442210633989903</c:v>
                </c:pt>
                <c:pt idx="150">
                  <c:v>10.47954004383843</c:v>
                </c:pt>
                <c:pt idx="151">
                  <c:v>10.497437667196461</c:v>
                </c:pt>
                <c:pt idx="152">
                  <c:v>10.520119263822245</c:v>
                </c:pt>
                <c:pt idx="153">
                  <c:v>10.534537899555364</c:v>
                </c:pt>
                <c:pt idx="154">
                  <c:v>10.553195202319641</c:v>
                </c:pt>
                <c:pt idx="155">
                  <c:v>10.592001267271844</c:v>
                </c:pt>
                <c:pt idx="156">
                  <c:v>10.599398685464607</c:v>
                </c:pt>
                <c:pt idx="157">
                  <c:v>10.595628959742065</c:v>
                </c:pt>
                <c:pt idx="158">
                  <c:v>10.593922906600234</c:v>
                </c:pt>
                <c:pt idx="159">
                  <c:v>10.599329929460861</c:v>
                </c:pt>
                <c:pt idx="160">
                  <c:v>10.586166766225947</c:v>
                </c:pt>
                <c:pt idx="161">
                  <c:v>10.569970178530726</c:v>
                </c:pt>
                <c:pt idx="162">
                  <c:v>10.567411539915039</c:v>
                </c:pt>
                <c:pt idx="163">
                  <c:v>10.557090861251927</c:v>
                </c:pt>
                <c:pt idx="164">
                  <c:v>10.548421594832725</c:v>
                </c:pt>
                <c:pt idx="165">
                  <c:v>10.525703221739821</c:v>
                </c:pt>
                <c:pt idx="166">
                  <c:v>10.495049898553191</c:v>
                </c:pt>
                <c:pt idx="167">
                  <c:v>10.478649579154812</c:v>
                </c:pt>
                <c:pt idx="168">
                  <c:v>10.477178465332914</c:v>
                </c:pt>
                <c:pt idx="169">
                  <c:v>10.470124937433139</c:v>
                </c:pt>
                <c:pt idx="170">
                  <c:v>10.469982849043685</c:v>
                </c:pt>
                <c:pt idx="171">
                  <c:v>10.464598266995827</c:v>
                </c:pt>
                <c:pt idx="172">
                  <c:v>10.455911797791405</c:v>
                </c:pt>
                <c:pt idx="173">
                  <c:v>10.456858061252722</c:v>
                </c:pt>
                <c:pt idx="174">
                  <c:v>10.454599589184255</c:v>
                </c:pt>
                <c:pt idx="175">
                  <c:v>10.441351046100266</c:v>
                </c:pt>
                <c:pt idx="176">
                  <c:v>10.422332870806311</c:v>
                </c:pt>
                <c:pt idx="177">
                  <c:v>10.419296275960905</c:v>
                </c:pt>
                <c:pt idx="178">
                  <c:v>10.428996689456314</c:v>
                </c:pt>
                <c:pt idx="179">
                  <c:v>10.431766530856558</c:v>
                </c:pt>
                <c:pt idx="180">
                  <c:v>10.43336379843673</c:v>
                </c:pt>
                <c:pt idx="181">
                  <c:v>10.440117132220717</c:v>
                </c:pt>
                <c:pt idx="182">
                  <c:v>10.43952779898413</c:v>
                </c:pt>
                <c:pt idx="183">
                  <c:v>10.444303667093465</c:v>
                </c:pt>
                <c:pt idx="184">
                  <c:v>10.441603381185381</c:v>
                </c:pt>
                <c:pt idx="185">
                  <c:v>10.441359564787179</c:v>
                </c:pt>
                <c:pt idx="186">
                  <c:v>10.436905918077912</c:v>
                </c:pt>
                <c:pt idx="187">
                  <c:v>10.436945671950165</c:v>
                </c:pt>
                <c:pt idx="188">
                  <c:v>10.435859139624752</c:v>
                </c:pt>
                <c:pt idx="189">
                  <c:v>10.428589419029963</c:v>
                </c:pt>
                <c:pt idx="190">
                  <c:v>10.418670111120068</c:v>
                </c:pt>
                <c:pt idx="191">
                  <c:v>10.428816418602873</c:v>
                </c:pt>
                <c:pt idx="192">
                  <c:v>10.443749897307091</c:v>
                </c:pt>
                <c:pt idx="193">
                  <c:v>10.455391027578601</c:v>
                </c:pt>
                <c:pt idx="194">
                  <c:v>10.458529874235509</c:v>
                </c:pt>
                <c:pt idx="195">
                  <c:v>10.469019493071412</c:v>
                </c:pt>
                <c:pt idx="196">
                  <c:v>10.471831376534894</c:v>
                </c:pt>
                <c:pt idx="197">
                  <c:v>10.467717043736648</c:v>
                </c:pt>
                <c:pt idx="198">
                  <c:v>10.468204897081581</c:v>
                </c:pt>
                <c:pt idx="199">
                  <c:v>10.468895599935555</c:v>
                </c:pt>
                <c:pt idx="200">
                  <c:v>10.457389528069156</c:v>
                </c:pt>
                <c:pt idx="201">
                  <c:v>10.451404282104065</c:v>
                </c:pt>
                <c:pt idx="202">
                  <c:v>10.463738403420532</c:v>
                </c:pt>
                <c:pt idx="203">
                  <c:v>10.500733709817023</c:v>
                </c:pt>
                <c:pt idx="204">
                  <c:v>10.512296517792366</c:v>
                </c:pt>
                <c:pt idx="205">
                  <c:v>10.51178087533285</c:v>
                </c:pt>
                <c:pt idx="206">
                  <c:v>10.500976754295376</c:v>
                </c:pt>
                <c:pt idx="207">
                  <c:v>10.487929654723558</c:v>
                </c:pt>
                <c:pt idx="208">
                  <c:v>10.473307177013021</c:v>
                </c:pt>
                <c:pt idx="209">
                  <c:v>10.460682455441754</c:v>
                </c:pt>
                <c:pt idx="210">
                  <c:v>10.439475473845757</c:v>
                </c:pt>
                <c:pt idx="211">
                  <c:v>10.416994355832335</c:v>
                </c:pt>
                <c:pt idx="212">
                  <c:v>10.39570116733028</c:v>
                </c:pt>
                <c:pt idx="213">
                  <c:v>10.37970916596376</c:v>
                </c:pt>
                <c:pt idx="214">
                  <c:v>10.389779852869871</c:v>
                </c:pt>
                <c:pt idx="215">
                  <c:v>10.379835705681959</c:v>
                </c:pt>
                <c:pt idx="216">
                  <c:v>10.36865392285808</c:v>
                </c:pt>
                <c:pt idx="217">
                  <c:v>10.376232438961265</c:v>
                </c:pt>
                <c:pt idx="218">
                  <c:v>10.374630677704827</c:v>
                </c:pt>
                <c:pt idx="219">
                  <c:v>10.367266700182691</c:v>
                </c:pt>
                <c:pt idx="220">
                  <c:v>10.373184513435211</c:v>
                </c:pt>
                <c:pt idx="221">
                  <c:v>10.369639609368857</c:v>
                </c:pt>
                <c:pt idx="222">
                  <c:v>10.360460103929082</c:v>
                </c:pt>
                <c:pt idx="223">
                  <c:v>10.340219786533284</c:v>
                </c:pt>
                <c:pt idx="224">
                  <c:v>10.333513291743028</c:v>
                </c:pt>
                <c:pt idx="225">
                  <c:v>10.305658646676736</c:v>
                </c:pt>
                <c:pt idx="226">
                  <c:v>10.292010800481986</c:v>
                </c:pt>
                <c:pt idx="227">
                  <c:v>10.294016137976923</c:v>
                </c:pt>
                <c:pt idx="228">
                  <c:v>10.285300170406821</c:v>
                </c:pt>
                <c:pt idx="229">
                  <c:v>10.27278299381174</c:v>
                </c:pt>
                <c:pt idx="230">
                  <c:v>10.274690407760044</c:v>
                </c:pt>
                <c:pt idx="231">
                  <c:v>10.284458915613612</c:v>
                </c:pt>
                <c:pt idx="232">
                  <c:v>10.31049246391192</c:v>
                </c:pt>
                <c:pt idx="233">
                  <c:v>10.324883696490378</c:v>
                </c:pt>
                <c:pt idx="234">
                  <c:v>10.321739225845993</c:v>
                </c:pt>
                <c:pt idx="235">
                  <c:v>10.332102608217925</c:v>
                </c:pt>
                <c:pt idx="236">
                  <c:v>10.339726998415028</c:v>
                </c:pt>
                <c:pt idx="237">
                  <c:v>10.3400594477531</c:v>
                </c:pt>
                <c:pt idx="238">
                  <c:v>10.332786777321745</c:v>
                </c:pt>
                <c:pt idx="239">
                  <c:v>10.339524810551572</c:v>
                </c:pt>
                <c:pt idx="240">
                  <c:v>10.343302613863967</c:v>
                </c:pt>
                <c:pt idx="241">
                  <c:v>10.324780727896158</c:v>
                </c:pt>
                <c:pt idx="242">
                  <c:v>10.345497126859183</c:v>
                </c:pt>
                <c:pt idx="243">
                  <c:v>10.350485851867038</c:v>
                </c:pt>
                <c:pt idx="244">
                  <c:v>10.354561147575748</c:v>
                </c:pt>
                <c:pt idx="245">
                  <c:v>10.352142639981324</c:v>
                </c:pt>
                <c:pt idx="246">
                  <c:v>10.351448353213762</c:v>
                </c:pt>
                <c:pt idx="247">
                  <c:v>10.358118733182486</c:v>
                </c:pt>
                <c:pt idx="248">
                  <c:v>10.374962823788673</c:v>
                </c:pt>
                <c:pt idx="249">
                  <c:v>10.386263592543651</c:v>
                </c:pt>
                <c:pt idx="250">
                  <c:v>10.377253688922256</c:v>
                </c:pt>
                <c:pt idx="251">
                  <c:v>10.42552001759095</c:v>
                </c:pt>
                <c:pt idx="252">
                  <c:v>10.458149676141026</c:v>
                </c:pt>
                <c:pt idx="253">
                  <c:v>10.466840859570246</c:v>
                </c:pt>
                <c:pt idx="254">
                  <c:v>10.496407981254258</c:v>
                </c:pt>
                <c:pt idx="255">
                  <c:v>10.540204122074051</c:v>
                </c:pt>
                <c:pt idx="256">
                  <c:v>10.583039829189575</c:v>
                </c:pt>
                <c:pt idx="257">
                  <c:v>10.726878271217126</c:v>
                </c:pt>
                <c:pt idx="258">
                  <c:v>10.8657817745092</c:v>
                </c:pt>
                <c:pt idx="259">
                  <c:v>11</c:v>
                </c:pt>
                <c:pt idx="260">
                  <c:v>10.87027098466868</c:v>
                </c:pt>
                <c:pt idx="261">
                  <c:v>10.659003413980946</c:v>
                </c:pt>
                <c:pt idx="262">
                  <c:v>10.544815681529689</c:v>
                </c:pt>
                <c:pt idx="263">
                  <c:v>10.521250071264744</c:v>
                </c:pt>
                <c:pt idx="264">
                  <c:v>10.479467924469628</c:v>
                </c:pt>
                <c:pt idx="265">
                  <c:v>10.468910983195416</c:v>
                </c:pt>
                <c:pt idx="266">
                  <c:v>10.486747845433857</c:v>
                </c:pt>
                <c:pt idx="267">
                  <c:v>10.463799826185705</c:v>
                </c:pt>
                <c:pt idx="268">
                  <c:v>10.435151647514049</c:v>
                </c:pt>
                <c:pt idx="269">
                  <c:v>10.429621723985942</c:v>
                </c:pt>
                <c:pt idx="270">
                  <c:v>10.419991913588204</c:v>
                </c:pt>
                <c:pt idx="271">
                  <c:v>10.426269855019116</c:v>
                </c:pt>
                <c:pt idx="272">
                  <c:v>10.419324478603981</c:v>
                </c:pt>
                <c:pt idx="273">
                  <c:v>10.401753708165115</c:v>
                </c:pt>
                <c:pt idx="274">
                  <c:v>10.418874063371753</c:v>
                </c:pt>
                <c:pt idx="275">
                  <c:v>10.431065324378917</c:v>
                </c:pt>
                <c:pt idx="276">
                  <c:v>10.454533893291343</c:v>
                </c:pt>
                <c:pt idx="277">
                  <c:v>10.520527388874143</c:v>
                </c:pt>
                <c:pt idx="278">
                  <c:v>10.843574963728038</c:v>
                </c:pt>
                <c:pt idx="279">
                  <c:v>10.930810177300064</c:v>
                </c:pt>
                <c:pt idx="280">
                  <c:v>10.843158071872134</c:v>
                </c:pt>
                <c:pt idx="281">
                  <c:v>10.630183620985589</c:v>
                </c:pt>
                <c:pt idx="282">
                  <c:v>10.466148723150836</c:v>
                </c:pt>
                <c:pt idx="283">
                  <c:v>10.437696364003878</c:v>
                </c:pt>
                <c:pt idx="284">
                  <c:v>10.417096111409649</c:v>
                </c:pt>
                <c:pt idx="285">
                  <c:v>10.345599433807818</c:v>
                </c:pt>
                <c:pt idx="286">
                  <c:v>10.273591469579907</c:v>
                </c:pt>
                <c:pt idx="287">
                  <c:v>10.404432793845903</c:v>
                </c:pt>
                <c:pt idx="288">
                  <c:v>10.461558253648231</c:v>
                </c:pt>
                <c:pt idx="289">
                  <c:v>10.48390552627345</c:v>
                </c:pt>
                <c:pt idx="290">
                  <c:v>10.480736409331012</c:v>
                </c:pt>
                <c:pt idx="291">
                  <c:v>10.46591025505445</c:v>
                </c:pt>
                <c:pt idx="292">
                  <c:v>10.393581502991905</c:v>
                </c:pt>
                <c:pt idx="293">
                  <c:v>10.424527549212923</c:v>
                </c:pt>
                <c:pt idx="294">
                  <c:v>10.465777815663113</c:v>
                </c:pt>
                <c:pt idx="295">
                  <c:v>10.500233946851555</c:v>
                </c:pt>
                <c:pt idx="296">
                  <c:v>10.506976115366289</c:v>
                </c:pt>
                <c:pt idx="297">
                  <c:v>10.546527027836202</c:v>
                </c:pt>
                <c:pt idx="298">
                  <c:v>10.553349034918236</c:v>
                </c:pt>
                <c:pt idx="299">
                  <c:v>10.568532036713831</c:v>
                </c:pt>
                <c:pt idx="300">
                  <c:v>10.61299092586162</c:v>
                </c:pt>
                <c:pt idx="301">
                  <c:v>10.595552263991296</c:v>
                </c:pt>
                <c:pt idx="302">
                  <c:v>10.520275301906123</c:v>
                </c:pt>
                <c:pt idx="303">
                  <c:v>10.530025972897453</c:v>
                </c:pt>
                <c:pt idx="304">
                  <c:v>10.604920503834292</c:v>
                </c:pt>
                <c:pt idx="305">
                  <c:v>10.668415928941029</c:v>
                </c:pt>
                <c:pt idx="306">
                  <c:v>10.672868086947728</c:v>
                </c:pt>
                <c:pt idx="307">
                  <c:v>10.669412587741096</c:v>
                </c:pt>
                <c:pt idx="308">
                  <c:v>10.679431721428681</c:v>
                </c:pt>
                <c:pt idx="309">
                  <c:v>10.664581803048179</c:v>
                </c:pt>
                <c:pt idx="310">
                  <c:v>10.67449799571011</c:v>
                </c:pt>
                <c:pt idx="311">
                  <c:v>10.626558905920504</c:v>
                </c:pt>
                <c:pt idx="312">
                  <c:v>10.679573313583948</c:v>
                </c:pt>
                <c:pt idx="313">
                  <c:v>10.791603419781373</c:v>
                </c:pt>
                <c:pt idx="314">
                  <c:v>10.779308721514365</c:v>
                </c:pt>
                <c:pt idx="315">
                  <c:v>10.796348025136798</c:v>
                </c:pt>
                <c:pt idx="316">
                  <c:v>10.772357693543189</c:v>
                </c:pt>
                <c:pt idx="317">
                  <c:v>10.797897709371956</c:v>
                </c:pt>
                <c:pt idx="318">
                  <c:v>10.857658255423646</c:v>
                </c:pt>
                <c:pt idx="319">
                  <c:v>10.849417514795222</c:v>
                </c:pt>
                <c:pt idx="320">
                  <c:v>10.838027175769128</c:v>
                </c:pt>
                <c:pt idx="321">
                  <c:v>10.940574853122952</c:v>
                </c:pt>
                <c:pt idx="322">
                  <c:v>10.965025524632569</c:v>
                </c:pt>
                <c:pt idx="323">
                  <c:v>10.974351749980896</c:v>
                </c:pt>
                <c:pt idx="324">
                  <c:v>10.967159772742386</c:v>
                </c:pt>
                <c:pt idx="325">
                  <c:v>10.946876034855048</c:v>
                </c:pt>
                <c:pt idx="326">
                  <c:v>10.924430480291839</c:v>
                </c:pt>
                <c:pt idx="327">
                  <c:v>10.901462832224654</c:v>
                </c:pt>
                <c:pt idx="328">
                  <c:v>10.894709250323572</c:v>
                </c:pt>
                <c:pt idx="329">
                  <c:v>10.873704153336805</c:v>
                </c:pt>
                <c:pt idx="330">
                  <c:v>10.879976663760203</c:v>
                </c:pt>
                <c:pt idx="331">
                  <c:v>10.878581859729151</c:v>
                </c:pt>
                <c:pt idx="332">
                  <c:v>10.858077463039098</c:v>
                </c:pt>
                <c:pt idx="333">
                  <c:v>10.822485065832081</c:v>
                </c:pt>
                <c:pt idx="334">
                  <c:v>10.784639930818336</c:v>
                </c:pt>
                <c:pt idx="335">
                  <c:v>10.745104842705341</c:v>
                </c:pt>
                <c:pt idx="336">
                  <c:v>10.699242989230946</c:v>
                </c:pt>
                <c:pt idx="337">
                  <c:v>10.669381159575792</c:v>
                </c:pt>
                <c:pt idx="338">
                  <c:v>10.642636452547496</c:v>
                </c:pt>
                <c:pt idx="339">
                  <c:v>10.595544213970006</c:v>
                </c:pt>
                <c:pt idx="340">
                  <c:v>10.550020240841199</c:v>
                </c:pt>
                <c:pt idx="341">
                  <c:v>10.552236863826391</c:v>
                </c:pt>
                <c:pt idx="342">
                  <c:v>10.540941801764587</c:v>
                </c:pt>
                <c:pt idx="343">
                  <c:v>10.508552044876334</c:v>
                </c:pt>
                <c:pt idx="344">
                  <c:v>10.48951721816848</c:v>
                </c:pt>
                <c:pt idx="345">
                  <c:v>10.461948541837891</c:v>
                </c:pt>
                <c:pt idx="346">
                  <c:v>10.432972545347258</c:v>
                </c:pt>
                <c:pt idx="347">
                  <c:v>10.385792473318315</c:v>
                </c:pt>
                <c:pt idx="348">
                  <c:v>10.351910264538036</c:v>
                </c:pt>
                <c:pt idx="349">
                  <c:v>10.327896196409052</c:v>
                </c:pt>
                <c:pt idx="350">
                  <c:v>10.303385976796751</c:v>
                </c:pt>
                <c:pt idx="351">
                  <c:v>10.323544608531325</c:v>
                </c:pt>
                <c:pt idx="352">
                  <c:v>10.335918924817102</c:v>
                </c:pt>
                <c:pt idx="353">
                  <c:v>10.312720831106253</c:v>
                </c:pt>
                <c:pt idx="354">
                  <c:v>10.277818778361851</c:v>
                </c:pt>
                <c:pt idx="355">
                  <c:v>10.244459793396755</c:v>
                </c:pt>
                <c:pt idx="356">
                  <c:v>10.249111795938799</c:v>
                </c:pt>
                <c:pt idx="357">
                  <c:v>10.263610821610536</c:v>
                </c:pt>
                <c:pt idx="358">
                  <c:v>10.231839096836133</c:v>
                </c:pt>
                <c:pt idx="359">
                  <c:v>10.249118881060275</c:v>
                </c:pt>
                <c:pt idx="360">
                  <c:v>10.286050393794911</c:v>
                </c:pt>
                <c:pt idx="361">
                  <c:v>10.287761381710066</c:v>
                </c:pt>
                <c:pt idx="362">
                  <c:v>10.248910793523681</c:v>
                </c:pt>
                <c:pt idx="363">
                  <c:v>10.203763889457107</c:v>
                </c:pt>
                <c:pt idx="364">
                  <c:v>10.209170002555055</c:v>
                </c:pt>
                <c:pt idx="365">
                  <c:v>10.201224879660453</c:v>
                </c:pt>
                <c:pt idx="366">
                  <c:v>10.172539800463131</c:v>
                </c:pt>
                <c:pt idx="367">
                  <c:v>10.170931629515083</c:v>
                </c:pt>
                <c:pt idx="368">
                  <c:v>10.197702030446944</c:v>
                </c:pt>
                <c:pt idx="369">
                  <c:v>10.189902993383875</c:v>
                </c:pt>
                <c:pt idx="370">
                  <c:v>10.187895891500711</c:v>
                </c:pt>
                <c:pt idx="371">
                  <c:v>10.199217019641722</c:v>
                </c:pt>
                <c:pt idx="372">
                  <c:v>10.195950764856782</c:v>
                </c:pt>
                <c:pt idx="373">
                  <c:v>10.187023112052216</c:v>
                </c:pt>
                <c:pt idx="374">
                  <c:v>10.168104927947347</c:v>
                </c:pt>
                <c:pt idx="375">
                  <c:v>10.197182445682481</c:v>
                </c:pt>
                <c:pt idx="376">
                  <c:v>10.208339251385514</c:v>
                </c:pt>
                <c:pt idx="377">
                  <c:v>10.216972968138787</c:v>
                </c:pt>
                <c:pt idx="378">
                  <c:v>10.198614219160616</c:v>
                </c:pt>
                <c:pt idx="379">
                  <c:v>10.184640360887968</c:v>
                </c:pt>
                <c:pt idx="380">
                  <c:v>10.178838790494227</c:v>
                </c:pt>
                <c:pt idx="381">
                  <c:v>10.174996807560051</c:v>
                </c:pt>
                <c:pt idx="382">
                  <c:v>10.173786974822951</c:v>
                </c:pt>
                <c:pt idx="383">
                  <c:v>10.20835990024149</c:v>
                </c:pt>
                <c:pt idx="384">
                  <c:v>10.206371944727451</c:v>
                </c:pt>
                <c:pt idx="385">
                  <c:v>10.20359051074518</c:v>
                </c:pt>
                <c:pt idx="386">
                  <c:v>10.226515551593524</c:v>
                </c:pt>
                <c:pt idx="387">
                  <c:v>10.227215476132844</c:v>
                </c:pt>
                <c:pt idx="388">
                  <c:v>10.233364327753199</c:v>
                </c:pt>
                <c:pt idx="389">
                  <c:v>10.225497802840422</c:v>
                </c:pt>
                <c:pt idx="390">
                  <c:v>10.217784338606391</c:v>
                </c:pt>
                <c:pt idx="391">
                  <c:v>10.234709618639615</c:v>
                </c:pt>
                <c:pt idx="392">
                  <c:v>10.273717843886709</c:v>
                </c:pt>
                <c:pt idx="393">
                  <c:v>10.286416862743497</c:v>
                </c:pt>
                <c:pt idx="394">
                  <c:v>10.290811540289971</c:v>
                </c:pt>
                <c:pt idx="395">
                  <c:v>10.298692290582832</c:v>
                </c:pt>
                <c:pt idx="396">
                  <c:v>10.310290882556917</c:v>
                </c:pt>
                <c:pt idx="397">
                  <c:v>10.317925803946252</c:v>
                </c:pt>
                <c:pt idx="398">
                  <c:v>10.299020384087468</c:v>
                </c:pt>
                <c:pt idx="399">
                  <c:v>10.287674044492798</c:v>
                </c:pt>
                <c:pt idx="400">
                  <c:v>10.324199003583804</c:v>
                </c:pt>
                <c:pt idx="401">
                  <c:v>10.312697342687972</c:v>
                </c:pt>
                <c:pt idx="402">
                  <c:v>10.297369440509184</c:v>
                </c:pt>
                <c:pt idx="403">
                  <c:v>10.285989605106757</c:v>
                </c:pt>
                <c:pt idx="404">
                  <c:v>10.248884079583172</c:v>
                </c:pt>
                <c:pt idx="405">
                  <c:v>10.209815079432206</c:v>
                </c:pt>
                <c:pt idx="406">
                  <c:v>10.188151452108052</c:v>
                </c:pt>
                <c:pt idx="407">
                  <c:v>10.166436340486788</c:v>
                </c:pt>
                <c:pt idx="408">
                  <c:v>10.136569672548291</c:v>
                </c:pt>
                <c:pt idx="409">
                  <c:v>10.114525171699785</c:v>
                </c:pt>
                <c:pt idx="410">
                  <c:v>10.103114824786875</c:v>
                </c:pt>
                <c:pt idx="411">
                  <c:v>10.082690266664123</c:v>
                </c:pt>
                <c:pt idx="412">
                  <c:v>10.067075816809746</c:v>
                </c:pt>
                <c:pt idx="413">
                  <c:v>10.062811373169323</c:v>
                </c:pt>
                <c:pt idx="414">
                  <c:v>10.059563913254294</c:v>
                </c:pt>
                <c:pt idx="415">
                  <c:v>10.051372885642611</c:v>
                </c:pt>
                <c:pt idx="416">
                  <c:v>10.056974707990992</c:v>
                </c:pt>
                <c:pt idx="417">
                  <c:v>10.049861125416134</c:v>
                </c:pt>
                <c:pt idx="418">
                  <c:v>10.031698823147538</c:v>
                </c:pt>
                <c:pt idx="419">
                  <c:v>10.033812856606295</c:v>
                </c:pt>
                <c:pt idx="420">
                  <c:v>10.031579192801209</c:v>
                </c:pt>
                <c:pt idx="421">
                  <c:v>10.028468080121751</c:v>
                </c:pt>
                <c:pt idx="422">
                  <c:v>10.021234138356599</c:v>
                </c:pt>
                <c:pt idx="423">
                  <c:v>10.024749731868127</c:v>
                </c:pt>
                <c:pt idx="424">
                  <c:v>10.035005979346291</c:v>
                </c:pt>
                <c:pt idx="425">
                  <c:v>10.042819293480509</c:v>
                </c:pt>
                <c:pt idx="426">
                  <c:v>10.029968030663744</c:v>
                </c:pt>
                <c:pt idx="427">
                  <c:v>10.023532366020353</c:v>
                </c:pt>
                <c:pt idx="428">
                  <c:v>9.9963031560894162</c:v>
                </c:pt>
                <c:pt idx="429">
                  <c:v>10.028639194765192</c:v>
                </c:pt>
                <c:pt idx="430">
                  <c:v>10.034892227996673</c:v>
                </c:pt>
                <c:pt idx="431">
                  <c:v>10.034739091504372</c:v>
                </c:pt>
                <c:pt idx="432">
                  <c:v>10.027439262589379</c:v>
                </c:pt>
                <c:pt idx="433">
                  <c:v>10.036011349813235</c:v>
                </c:pt>
                <c:pt idx="434">
                  <c:v>10.052776821761171</c:v>
                </c:pt>
                <c:pt idx="435">
                  <c:v>10.100235908355028</c:v>
                </c:pt>
                <c:pt idx="436">
                  <c:v>10.018628586656659</c:v>
                </c:pt>
                <c:pt idx="437">
                  <c:v>10.126921473916994</c:v>
                </c:pt>
                <c:pt idx="438">
                  <c:v>10.090329798896132</c:v>
                </c:pt>
                <c:pt idx="439">
                  <c:v>10.117983620742987</c:v>
                </c:pt>
                <c:pt idx="440">
                  <c:v>10.040988961242897</c:v>
                </c:pt>
                <c:pt idx="441">
                  <c:v>10.022738930628003</c:v>
                </c:pt>
                <c:pt idx="442">
                  <c:v>10.071338509846223</c:v>
                </c:pt>
                <c:pt idx="443">
                  <c:v>10.15449209383149</c:v>
                </c:pt>
                <c:pt idx="444">
                  <c:v>10.193007269058949</c:v>
                </c:pt>
                <c:pt idx="445">
                  <c:v>10.142002086058257</c:v>
                </c:pt>
                <c:pt idx="446">
                  <c:v>10.118918098642315</c:v>
                </c:pt>
                <c:pt idx="447">
                  <c:v>10.129440537856107</c:v>
                </c:pt>
                <c:pt idx="448">
                  <c:v>10.166360168538775</c:v>
                </c:pt>
                <c:pt idx="449">
                  <c:v>10.20527317195871</c:v>
                </c:pt>
                <c:pt idx="450">
                  <c:v>10.215123048434993</c:v>
                </c:pt>
                <c:pt idx="451">
                  <c:v>10.227354049530126</c:v>
                </c:pt>
                <c:pt idx="452">
                  <c:v>10.203253829632217</c:v>
                </c:pt>
                <c:pt idx="453">
                  <c:v>10.17661659865869</c:v>
                </c:pt>
                <c:pt idx="454">
                  <c:v>10.201383137013899</c:v>
                </c:pt>
                <c:pt idx="455">
                  <c:v>10.20656030695503</c:v>
                </c:pt>
                <c:pt idx="456">
                  <c:v>10.198929203812094</c:v>
                </c:pt>
                <c:pt idx="457">
                  <c:v>10.182614967261225</c:v>
                </c:pt>
                <c:pt idx="458">
                  <c:v>10.204892270865793</c:v>
                </c:pt>
                <c:pt idx="459">
                  <c:v>10.231070085470273</c:v>
                </c:pt>
                <c:pt idx="460">
                  <c:v>10.241243010403604</c:v>
                </c:pt>
                <c:pt idx="461">
                  <c:v>10.253561031677496</c:v>
                </c:pt>
                <c:pt idx="462">
                  <c:v>10.240231933243489</c:v>
                </c:pt>
                <c:pt idx="463">
                  <c:v>10.231569724377197</c:v>
                </c:pt>
                <c:pt idx="464">
                  <c:v>10.24374077762544</c:v>
                </c:pt>
                <c:pt idx="465">
                  <c:v>10.252404061665809</c:v>
                </c:pt>
                <c:pt idx="466">
                  <c:v>10.261767559715443</c:v>
                </c:pt>
                <c:pt idx="467">
                  <c:v>10.238977453213662</c:v>
                </c:pt>
                <c:pt idx="468">
                  <c:v>10.237484642930278</c:v>
                </c:pt>
                <c:pt idx="469">
                  <c:v>10.248362647724782</c:v>
                </c:pt>
                <c:pt idx="470">
                  <c:v>10.263500602483443</c:v>
                </c:pt>
                <c:pt idx="471">
                  <c:v>10.274797677050568</c:v>
                </c:pt>
                <c:pt idx="472">
                  <c:v>10.282691991077929</c:v>
                </c:pt>
                <c:pt idx="473">
                  <c:v>10.28493791944884</c:v>
                </c:pt>
                <c:pt idx="474">
                  <c:v>10.293339329680242</c:v>
                </c:pt>
                <c:pt idx="475">
                  <c:v>10.289373453610208</c:v>
                </c:pt>
                <c:pt idx="476">
                  <c:v>10.297403735805359</c:v>
                </c:pt>
                <c:pt idx="477">
                  <c:v>10.310078494324019</c:v>
                </c:pt>
                <c:pt idx="478">
                  <c:v>10.329745550957242</c:v>
                </c:pt>
                <c:pt idx="479">
                  <c:v>10.334332629526221</c:v>
                </c:pt>
                <c:pt idx="480">
                  <c:v>10.336842802602781</c:v>
                </c:pt>
                <c:pt idx="481">
                  <c:v>10.340897366749818</c:v>
                </c:pt>
                <c:pt idx="482">
                  <c:v>10.337208858022876</c:v>
                </c:pt>
                <c:pt idx="483">
                  <c:v>10.352796207976821</c:v>
                </c:pt>
                <c:pt idx="484">
                  <c:v>10.365044866738515</c:v>
                </c:pt>
                <c:pt idx="485">
                  <c:v>10.359563298475271</c:v>
                </c:pt>
                <c:pt idx="486">
                  <c:v>10.36629711371449</c:v>
                </c:pt>
                <c:pt idx="487">
                  <c:v>10.372469522674539</c:v>
                </c:pt>
                <c:pt idx="488">
                  <c:v>10.383600248514082</c:v>
                </c:pt>
                <c:pt idx="489">
                  <c:v>10.395763444721</c:v>
                </c:pt>
                <c:pt idx="490">
                  <c:v>10.39431940323097</c:v>
                </c:pt>
                <c:pt idx="491">
                  <c:v>10.383937191528421</c:v>
                </c:pt>
                <c:pt idx="492">
                  <c:v>10.38727527621222</c:v>
                </c:pt>
                <c:pt idx="493">
                  <c:v>10.401325981862751</c:v>
                </c:pt>
                <c:pt idx="494">
                  <c:v>10.40235401369099</c:v>
                </c:pt>
                <c:pt idx="495">
                  <c:v>10.400439321641247</c:v>
                </c:pt>
                <c:pt idx="496">
                  <c:v>10.402126931412386</c:v>
                </c:pt>
                <c:pt idx="497">
                  <c:v>10.41677788745166</c:v>
                </c:pt>
                <c:pt idx="498">
                  <c:v>10.414353121792741</c:v>
                </c:pt>
                <c:pt idx="499">
                  <c:v>10.427024654789173</c:v>
                </c:pt>
                <c:pt idx="500">
                  <c:v>10.439044218766938</c:v>
                </c:pt>
                <c:pt idx="501">
                  <c:v>10.43616617074492</c:v>
                </c:pt>
                <c:pt idx="502">
                  <c:v>10.430305479561271</c:v>
                </c:pt>
                <c:pt idx="503">
                  <c:v>10.425507198207734</c:v>
                </c:pt>
                <c:pt idx="504">
                  <c:v>10.431902747141443</c:v>
                </c:pt>
                <c:pt idx="505">
                  <c:v>10.444878333852909</c:v>
                </c:pt>
                <c:pt idx="506">
                  <c:v>10.461399899804803</c:v>
                </c:pt>
                <c:pt idx="507">
                  <c:v>10.470067815364271</c:v>
                </c:pt>
                <c:pt idx="508">
                  <c:v>10.50814353386451</c:v>
                </c:pt>
                <c:pt idx="509">
                  <c:v>10.543828726864874</c:v>
                </c:pt>
                <c:pt idx="510">
                  <c:v>10.579206750902237</c:v>
                </c:pt>
                <c:pt idx="511">
                  <c:v>10.622935459009456</c:v>
                </c:pt>
                <c:pt idx="512">
                  <c:v>10.662551212746735</c:v>
                </c:pt>
                <c:pt idx="513">
                  <c:v>10.693342378763647</c:v>
                </c:pt>
                <c:pt idx="514">
                  <c:v>10.718822736215468</c:v>
                </c:pt>
                <c:pt idx="515">
                  <c:v>10.730491848581526</c:v>
                </c:pt>
                <c:pt idx="516">
                  <c:v>10.741690200113604</c:v>
                </c:pt>
                <c:pt idx="517">
                  <c:v>10.747300017346141</c:v>
                </c:pt>
                <c:pt idx="518">
                  <c:v>10.755150276804944</c:v>
                </c:pt>
                <c:pt idx="519">
                  <c:v>10.73786247012808</c:v>
                </c:pt>
                <c:pt idx="520">
                  <c:v>10.736958717395622</c:v>
                </c:pt>
                <c:pt idx="521">
                  <c:v>10.734302982290284</c:v>
                </c:pt>
                <c:pt idx="522">
                  <c:v>10.73401059007869</c:v>
                </c:pt>
                <c:pt idx="523">
                  <c:v>10.739702782186605</c:v>
                </c:pt>
                <c:pt idx="524">
                  <c:v>10.738812041817324</c:v>
                </c:pt>
                <c:pt idx="525">
                  <c:v>10.756483658070824</c:v>
                </c:pt>
                <c:pt idx="526">
                  <c:v>10.755310725859392</c:v>
                </c:pt>
                <c:pt idx="527">
                  <c:v>10.758477361630886</c:v>
                </c:pt>
                <c:pt idx="528">
                  <c:v>10.772335363004682</c:v>
                </c:pt>
                <c:pt idx="529">
                  <c:v>10.766507037317583</c:v>
                </c:pt>
                <c:pt idx="530">
                  <c:v>10.765734400685288</c:v>
                </c:pt>
                <c:pt idx="531">
                  <c:v>10.749893998863513</c:v>
                </c:pt>
                <c:pt idx="532">
                  <c:v>10.751101722605309</c:v>
                </c:pt>
                <c:pt idx="533">
                  <c:v>10.749387784853587</c:v>
                </c:pt>
                <c:pt idx="534">
                  <c:v>10.755358529752934</c:v>
                </c:pt>
                <c:pt idx="535">
                  <c:v>10.774276024643651</c:v>
                </c:pt>
                <c:pt idx="536">
                  <c:v>10.785340172396168</c:v>
                </c:pt>
                <c:pt idx="537">
                  <c:v>10.809288268946579</c:v>
                </c:pt>
                <c:pt idx="538">
                  <c:v>10.836261243701824</c:v>
                </c:pt>
                <c:pt idx="539">
                  <c:v>10.853465462486405</c:v>
                </c:pt>
                <c:pt idx="540">
                  <c:v>10.892437435069136</c:v>
                </c:pt>
                <c:pt idx="541">
                  <c:v>10.940225063156829</c:v>
                </c:pt>
                <c:pt idx="542">
                  <c:v>10.982836472418919</c:v>
                </c:pt>
                <c:pt idx="543">
                  <c:v>11.025006784624107</c:v>
                </c:pt>
                <c:pt idx="544">
                  <c:v>11.057209516360235</c:v>
                </c:pt>
                <c:pt idx="545">
                  <c:v>11.085578232477777</c:v>
                </c:pt>
                <c:pt idx="546">
                  <c:v>11.120480367927877</c:v>
                </c:pt>
                <c:pt idx="547">
                  <c:v>11.155642750641547</c:v>
                </c:pt>
                <c:pt idx="548">
                  <c:v>11.186483705488754</c:v>
                </c:pt>
                <c:pt idx="549">
                  <c:v>11.195055875418316</c:v>
                </c:pt>
                <c:pt idx="550">
                  <c:v>11.232792721104582</c:v>
                </c:pt>
                <c:pt idx="551">
                  <c:v>11.27512149742747</c:v>
                </c:pt>
                <c:pt idx="552">
                  <c:v>11.258094158562702</c:v>
                </c:pt>
                <c:pt idx="553">
                  <c:v>11.233073148558518</c:v>
                </c:pt>
                <c:pt idx="554">
                  <c:v>11.206704697319747</c:v>
                </c:pt>
                <c:pt idx="555">
                  <c:v>11.163615469670777</c:v>
                </c:pt>
                <c:pt idx="556">
                  <c:v>11.120814609222744</c:v>
                </c:pt>
                <c:pt idx="557">
                  <c:v>11.054794840796493</c:v>
                </c:pt>
                <c:pt idx="558">
                  <c:v>11.022725210097285</c:v>
                </c:pt>
                <c:pt idx="559">
                  <c:v>10.990190001454518</c:v>
                </c:pt>
                <c:pt idx="560">
                  <c:v>10.946968775511262</c:v>
                </c:pt>
                <c:pt idx="561">
                  <c:v>10.840597724005351</c:v>
                </c:pt>
                <c:pt idx="562">
                  <c:v>10.800204757253814</c:v>
                </c:pt>
                <c:pt idx="563">
                  <c:v>10.814728539497871</c:v>
                </c:pt>
                <c:pt idx="564">
                  <c:v>10.77147715354335</c:v>
                </c:pt>
                <c:pt idx="565">
                  <c:v>10.691595854966845</c:v>
                </c:pt>
                <c:pt idx="566">
                  <c:v>10.67745990731007</c:v>
                </c:pt>
                <c:pt idx="567">
                  <c:v>10.698495715679423</c:v>
                </c:pt>
                <c:pt idx="568">
                  <c:v>10.66922501121765</c:v>
                </c:pt>
                <c:pt idx="569">
                  <c:v>10.648193062447545</c:v>
                </c:pt>
                <c:pt idx="570">
                  <c:v>10.597026300081195</c:v>
                </c:pt>
                <c:pt idx="571">
                  <c:v>10.501250234470655</c:v>
                </c:pt>
                <c:pt idx="572">
                  <c:v>10.452295491138967</c:v>
                </c:pt>
                <c:pt idx="573">
                  <c:v>10.452342605818357</c:v>
                </c:pt>
                <c:pt idx="574">
                  <c:v>10.389314219789179</c:v>
                </c:pt>
                <c:pt idx="575">
                  <c:v>10.31724047696266</c:v>
                </c:pt>
                <c:pt idx="576">
                  <c:v>10.394548084486406</c:v>
                </c:pt>
                <c:pt idx="577">
                  <c:v>10.425324142929121</c:v>
                </c:pt>
                <c:pt idx="578">
                  <c:v>10.543099538292683</c:v>
                </c:pt>
                <c:pt idx="579">
                  <c:v>10.400390387436497</c:v>
                </c:pt>
                <c:pt idx="580">
                  <c:v>10.244961210476188</c:v>
                </c:pt>
                <c:pt idx="581">
                  <c:v>10.297455289023883</c:v>
                </c:pt>
                <c:pt idx="582">
                  <c:v>10.193838488894114</c:v>
                </c:pt>
                <c:pt idx="583">
                  <c:v>9.810345426964858</c:v>
                </c:pt>
                <c:pt idx="584">
                  <c:v>9.9357914725793677</c:v>
                </c:pt>
                <c:pt idx="585">
                  <c:v>9.6271294373950393</c:v>
                </c:pt>
                <c:pt idx="586">
                  <c:v>10.637575690876536</c:v>
                </c:pt>
                <c:pt idx="587">
                  <c:v>10.902385882953352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1B0C-4B9C-BBFB-FF685BE46DCA}"/>
            </c:ext>
          </c:extLst>
        </c:ser>
        <c:ser>
          <c:idx val="10"/>
          <c:order val="10"/>
          <c:tx>
            <c:strRef>
              <c:f>Sheet2!$L$1</c:f>
              <c:strCache>
                <c:ptCount val="1"/>
                <c:pt idx="0">
                  <c:v>S9_n3_zz_o/O-PTIR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Sheet2!$L$2:$L$589</c:f>
              <c:numCache>
                <c:formatCode>General</c:formatCode>
                <c:ptCount val="588"/>
                <c:pt idx="0">
                  <c:v>11.009224683301163</c:v>
                </c:pt>
                <c:pt idx="1">
                  <c:v>11.14067862461529</c:v>
                </c:pt>
                <c:pt idx="2">
                  <c:v>11.05329803489394</c:v>
                </c:pt>
                <c:pt idx="3">
                  <c:v>11.134512961917835</c:v>
                </c:pt>
                <c:pt idx="4">
                  <c:v>11.132814058594429</c:v>
                </c:pt>
                <c:pt idx="5">
                  <c:v>11.14749091640312</c:v>
                </c:pt>
                <c:pt idx="6">
                  <c:v>11.107274894884899</c:v>
                </c:pt>
                <c:pt idx="7">
                  <c:v>11.007854576150285</c:v>
                </c:pt>
                <c:pt idx="8">
                  <c:v>11.035980738783859</c:v>
                </c:pt>
                <c:pt idx="9">
                  <c:v>11.021371583674279</c:v>
                </c:pt>
                <c:pt idx="10">
                  <c:v>11.017375785286182</c:v>
                </c:pt>
                <c:pt idx="11">
                  <c:v>11.004610945286837</c:v>
                </c:pt>
                <c:pt idx="12">
                  <c:v>11.044619696163331</c:v>
                </c:pt>
                <c:pt idx="13">
                  <c:v>11.068370140923177</c:v>
                </c:pt>
                <c:pt idx="14">
                  <c:v>11.041648139725874</c:v>
                </c:pt>
                <c:pt idx="15">
                  <c:v>11.070756694692829</c:v>
                </c:pt>
                <c:pt idx="16">
                  <c:v>11.096017959009906</c:v>
                </c:pt>
                <c:pt idx="17">
                  <c:v>11.062137669860128</c:v>
                </c:pt>
                <c:pt idx="18">
                  <c:v>11.056575712963625</c:v>
                </c:pt>
                <c:pt idx="19">
                  <c:v>11.057574851043206</c:v>
                </c:pt>
                <c:pt idx="20">
                  <c:v>11.066232509196109</c:v>
                </c:pt>
                <c:pt idx="21">
                  <c:v>11.071084459668135</c:v>
                </c:pt>
                <c:pt idx="22">
                  <c:v>11.093283809186095</c:v>
                </c:pt>
                <c:pt idx="23">
                  <c:v>11.114040445357892</c:v>
                </c:pt>
                <c:pt idx="24">
                  <c:v>11.083048112519258</c:v>
                </c:pt>
                <c:pt idx="25">
                  <c:v>11.077954545694809</c:v>
                </c:pt>
                <c:pt idx="26">
                  <c:v>11.082217746265188</c:v>
                </c:pt>
                <c:pt idx="27">
                  <c:v>11.081798056074778</c:v>
                </c:pt>
                <c:pt idx="28">
                  <c:v>11.072285235740086</c:v>
                </c:pt>
                <c:pt idx="29">
                  <c:v>11.094167684429221</c:v>
                </c:pt>
                <c:pt idx="30">
                  <c:v>11.113599074068901</c:v>
                </c:pt>
                <c:pt idx="31">
                  <c:v>11.122009546932434</c:v>
                </c:pt>
                <c:pt idx="32">
                  <c:v>11.150027727642662</c:v>
                </c:pt>
                <c:pt idx="33">
                  <c:v>11.170800995114288</c:v>
                </c:pt>
                <c:pt idx="34">
                  <c:v>11.193839819401829</c:v>
                </c:pt>
                <c:pt idx="35">
                  <c:v>11.205025095328873</c:v>
                </c:pt>
                <c:pt idx="36">
                  <c:v>11.209973916987122</c:v>
                </c:pt>
                <c:pt idx="37">
                  <c:v>11.21515055536082</c:v>
                </c:pt>
                <c:pt idx="38">
                  <c:v>11.248743553436348</c:v>
                </c:pt>
                <c:pt idx="39">
                  <c:v>11.283979765465824</c:v>
                </c:pt>
                <c:pt idx="40">
                  <c:v>11.28977306449803</c:v>
                </c:pt>
                <c:pt idx="41">
                  <c:v>11.305091020215656</c:v>
                </c:pt>
                <c:pt idx="42">
                  <c:v>11.347787021499947</c:v>
                </c:pt>
                <c:pt idx="43">
                  <c:v>11.370802588396586</c:v>
                </c:pt>
                <c:pt idx="44">
                  <c:v>11.401419999634527</c:v>
                </c:pt>
                <c:pt idx="45">
                  <c:v>11.440354873050136</c:v>
                </c:pt>
                <c:pt idx="46">
                  <c:v>11.518501367730915</c:v>
                </c:pt>
                <c:pt idx="47">
                  <c:v>11.547341816139452</c:v>
                </c:pt>
                <c:pt idx="48">
                  <c:v>11.522497712393969</c:v>
                </c:pt>
                <c:pt idx="49">
                  <c:v>11.482264238393693</c:v>
                </c:pt>
                <c:pt idx="50">
                  <c:v>11.446439134879427</c:v>
                </c:pt>
                <c:pt idx="51">
                  <c:v>11.428330462153051</c:v>
                </c:pt>
                <c:pt idx="52">
                  <c:v>11.422896840936511</c:v>
                </c:pt>
                <c:pt idx="53">
                  <c:v>11.413881506009695</c:v>
                </c:pt>
                <c:pt idx="54">
                  <c:v>11.440405918492511</c:v>
                </c:pt>
                <c:pt idx="55">
                  <c:v>11.439838566523161</c:v>
                </c:pt>
                <c:pt idx="56">
                  <c:v>11.44002723078022</c:v>
                </c:pt>
                <c:pt idx="57">
                  <c:v>11.477626540972047</c:v>
                </c:pt>
                <c:pt idx="58">
                  <c:v>11.472887998597306</c:v>
                </c:pt>
                <c:pt idx="59">
                  <c:v>11.470437213275257</c:v>
                </c:pt>
                <c:pt idx="60">
                  <c:v>11.482071345520104</c:v>
                </c:pt>
                <c:pt idx="61">
                  <c:v>11.498781441085329</c:v>
                </c:pt>
                <c:pt idx="62">
                  <c:v>11.51655639290553</c:v>
                </c:pt>
                <c:pt idx="63">
                  <c:v>11.539770025179902</c:v>
                </c:pt>
                <c:pt idx="64">
                  <c:v>11.558460434722921</c:v>
                </c:pt>
                <c:pt idx="65">
                  <c:v>11.576779632143587</c:v>
                </c:pt>
                <c:pt idx="66">
                  <c:v>11.59077642836248</c:v>
                </c:pt>
                <c:pt idx="67">
                  <c:v>11.602763763353932</c:v>
                </c:pt>
                <c:pt idx="68">
                  <c:v>11.623309818198184</c:v>
                </c:pt>
                <c:pt idx="69">
                  <c:v>11.623131763237948</c:v>
                </c:pt>
                <c:pt idx="70">
                  <c:v>11.603029071285565</c:v>
                </c:pt>
                <c:pt idx="71">
                  <c:v>11.592514427511016</c:v>
                </c:pt>
                <c:pt idx="72">
                  <c:v>11.587500232196355</c:v>
                </c:pt>
                <c:pt idx="73">
                  <c:v>11.576186757453051</c:v>
                </c:pt>
                <c:pt idx="74">
                  <c:v>11.568521483863826</c:v>
                </c:pt>
                <c:pt idx="75">
                  <c:v>11.564427050399521</c:v>
                </c:pt>
                <c:pt idx="76">
                  <c:v>11.539106547695546</c:v>
                </c:pt>
                <c:pt idx="77">
                  <c:v>11.524469682405226</c:v>
                </c:pt>
                <c:pt idx="78">
                  <c:v>11.534618173295048</c:v>
                </c:pt>
                <c:pt idx="79">
                  <c:v>11.532532521459096</c:v>
                </c:pt>
                <c:pt idx="80">
                  <c:v>11.502916801516744</c:v>
                </c:pt>
                <c:pt idx="81">
                  <c:v>11.505093557385573</c:v>
                </c:pt>
                <c:pt idx="82">
                  <c:v>11.493130348161632</c:v>
                </c:pt>
                <c:pt idx="83">
                  <c:v>11.491266245627346</c:v>
                </c:pt>
                <c:pt idx="84">
                  <c:v>11.484359706660872</c:v>
                </c:pt>
                <c:pt idx="85">
                  <c:v>11.442105218248717</c:v>
                </c:pt>
                <c:pt idx="86">
                  <c:v>11.432521398687406</c:v>
                </c:pt>
                <c:pt idx="87">
                  <c:v>11.432734226467485</c:v>
                </c:pt>
                <c:pt idx="88">
                  <c:v>11.421826547888855</c:v>
                </c:pt>
                <c:pt idx="89">
                  <c:v>11.417446909341935</c:v>
                </c:pt>
                <c:pt idx="90">
                  <c:v>11.403148371129362</c:v>
                </c:pt>
                <c:pt idx="91">
                  <c:v>11.372245566031282</c:v>
                </c:pt>
                <c:pt idx="92">
                  <c:v>11.362293403765975</c:v>
                </c:pt>
                <c:pt idx="93">
                  <c:v>11.368964725938078</c:v>
                </c:pt>
                <c:pt idx="94">
                  <c:v>11.365387920443414</c:v>
                </c:pt>
                <c:pt idx="95">
                  <c:v>11.360984684706047</c:v>
                </c:pt>
                <c:pt idx="96">
                  <c:v>11.344137008081642</c:v>
                </c:pt>
                <c:pt idx="97">
                  <c:v>11.312998816289417</c:v>
                </c:pt>
                <c:pt idx="98">
                  <c:v>11.305637719923926</c:v>
                </c:pt>
                <c:pt idx="99">
                  <c:v>11.302913716892009</c:v>
                </c:pt>
                <c:pt idx="100">
                  <c:v>11.288731484511711</c:v>
                </c:pt>
                <c:pt idx="101">
                  <c:v>11.296580872819677</c:v>
                </c:pt>
                <c:pt idx="102">
                  <c:v>11.309441322735413</c:v>
                </c:pt>
                <c:pt idx="103">
                  <c:v>11.297855932847153</c:v>
                </c:pt>
                <c:pt idx="104">
                  <c:v>11.281834686465453</c:v>
                </c:pt>
                <c:pt idx="105">
                  <c:v>11.283295446942869</c:v>
                </c:pt>
                <c:pt idx="106">
                  <c:v>11.287108488630533</c:v>
                </c:pt>
                <c:pt idx="107">
                  <c:v>11.288715910366015</c:v>
                </c:pt>
                <c:pt idx="108">
                  <c:v>11.278372563316358</c:v>
                </c:pt>
                <c:pt idx="109">
                  <c:v>11.283493644464869</c:v>
                </c:pt>
                <c:pt idx="110">
                  <c:v>11.281269750848404</c:v>
                </c:pt>
                <c:pt idx="111">
                  <c:v>11.271121467613856</c:v>
                </c:pt>
                <c:pt idx="112">
                  <c:v>11.256120714769093</c:v>
                </c:pt>
                <c:pt idx="113">
                  <c:v>11.246905690977838</c:v>
                </c:pt>
                <c:pt idx="114">
                  <c:v>11.23436057503748</c:v>
                </c:pt>
                <c:pt idx="115">
                  <c:v>11.205355002929071</c:v>
                </c:pt>
                <c:pt idx="116">
                  <c:v>11.193042744064043</c:v>
                </c:pt>
                <c:pt idx="117">
                  <c:v>11.219902576450743</c:v>
                </c:pt>
                <c:pt idx="118">
                  <c:v>11.241750705386094</c:v>
                </c:pt>
                <c:pt idx="119">
                  <c:v>11.24965110138093</c:v>
                </c:pt>
                <c:pt idx="120">
                  <c:v>11.255753995551798</c:v>
                </c:pt>
                <c:pt idx="121">
                  <c:v>11.263535423951277</c:v>
                </c:pt>
                <c:pt idx="122">
                  <c:v>11.28924607316322</c:v>
                </c:pt>
                <c:pt idx="123">
                  <c:v>11.312401675226846</c:v>
                </c:pt>
                <c:pt idx="124">
                  <c:v>11.300151543044823</c:v>
                </c:pt>
                <c:pt idx="125">
                  <c:v>11.274289399870211</c:v>
                </c:pt>
                <c:pt idx="126">
                  <c:v>11.270218148285803</c:v>
                </c:pt>
                <c:pt idx="127">
                  <c:v>11.28208436361813</c:v>
                </c:pt>
                <c:pt idx="128">
                  <c:v>11.266463004664617</c:v>
                </c:pt>
                <c:pt idx="129">
                  <c:v>11.263839676686022</c:v>
                </c:pt>
                <c:pt idx="130">
                  <c:v>11.258265567236437</c:v>
                </c:pt>
                <c:pt idx="131">
                  <c:v>11.249159015010228</c:v>
                </c:pt>
                <c:pt idx="132">
                  <c:v>11.233322449679841</c:v>
                </c:pt>
                <c:pt idx="133">
                  <c:v>11.231431540737209</c:v>
                </c:pt>
                <c:pt idx="134">
                  <c:v>11.251808564186849</c:v>
                </c:pt>
                <c:pt idx="135">
                  <c:v>11.241708287076547</c:v>
                </c:pt>
                <c:pt idx="136">
                  <c:v>11.209303870044948</c:v>
                </c:pt>
                <c:pt idx="137">
                  <c:v>11.184069506524983</c:v>
                </c:pt>
                <c:pt idx="138">
                  <c:v>11.160582316741198</c:v>
                </c:pt>
                <c:pt idx="139">
                  <c:v>11.135217526830195</c:v>
                </c:pt>
                <c:pt idx="140">
                  <c:v>11.112497623290977</c:v>
                </c:pt>
                <c:pt idx="141">
                  <c:v>11.092029439175203</c:v>
                </c:pt>
                <c:pt idx="142">
                  <c:v>11.090434627778295</c:v>
                </c:pt>
                <c:pt idx="143">
                  <c:v>11.094643828538057</c:v>
                </c:pt>
                <c:pt idx="144">
                  <c:v>11.100891203586592</c:v>
                </c:pt>
                <c:pt idx="145">
                  <c:v>11.107423453357075</c:v>
                </c:pt>
                <c:pt idx="146">
                  <c:v>11.094275448078555</c:v>
                </c:pt>
                <c:pt idx="147">
                  <c:v>11.111914074210105</c:v>
                </c:pt>
                <c:pt idx="148">
                  <c:v>11.134046407707197</c:v>
                </c:pt>
                <c:pt idx="149">
                  <c:v>11.142960954314178</c:v>
                </c:pt>
                <c:pt idx="150">
                  <c:v>11.139193341937561</c:v>
                </c:pt>
                <c:pt idx="151">
                  <c:v>11.13131936535715</c:v>
                </c:pt>
                <c:pt idx="152">
                  <c:v>11.130282712464195</c:v>
                </c:pt>
                <c:pt idx="153">
                  <c:v>11.154804648487945</c:v>
                </c:pt>
                <c:pt idx="154">
                  <c:v>11.181673372296007</c:v>
                </c:pt>
                <c:pt idx="155">
                  <c:v>11.192818155444245</c:v>
                </c:pt>
                <c:pt idx="156">
                  <c:v>11.200790268020286</c:v>
                </c:pt>
                <c:pt idx="157">
                  <c:v>11.208377954047323</c:v>
                </c:pt>
                <c:pt idx="158">
                  <c:v>11.209647369626845</c:v>
                </c:pt>
                <c:pt idx="159">
                  <c:v>11.210441122480216</c:v>
                </c:pt>
                <c:pt idx="160">
                  <c:v>11.198794398774547</c:v>
                </c:pt>
                <c:pt idx="161">
                  <c:v>11.193722003349366</c:v>
                </c:pt>
                <c:pt idx="162">
                  <c:v>11.23493521381924</c:v>
                </c:pt>
                <c:pt idx="163">
                  <c:v>11.250286677547299</c:v>
                </c:pt>
                <c:pt idx="164">
                  <c:v>11.235702764352339</c:v>
                </c:pt>
                <c:pt idx="165">
                  <c:v>11.242206886271813</c:v>
                </c:pt>
                <c:pt idx="166">
                  <c:v>11.2387374007993</c:v>
                </c:pt>
                <c:pt idx="167">
                  <c:v>11.250574242348961</c:v>
                </c:pt>
                <c:pt idx="168">
                  <c:v>11.259413787645826</c:v>
                </c:pt>
                <c:pt idx="169">
                  <c:v>11.24107794004758</c:v>
                </c:pt>
                <c:pt idx="170">
                  <c:v>11.225080328611831</c:v>
                </c:pt>
                <c:pt idx="171">
                  <c:v>11.213779407573844</c:v>
                </c:pt>
                <c:pt idx="172">
                  <c:v>11.217608608617528</c:v>
                </c:pt>
                <c:pt idx="173">
                  <c:v>11.245692247934057</c:v>
                </c:pt>
                <c:pt idx="174">
                  <c:v>11.250726604688237</c:v>
                </c:pt>
                <c:pt idx="175">
                  <c:v>11.253193568244058</c:v>
                </c:pt>
                <c:pt idx="176">
                  <c:v>11.258547261057116</c:v>
                </c:pt>
                <c:pt idx="177">
                  <c:v>11.262429735117951</c:v>
                </c:pt>
                <c:pt idx="178">
                  <c:v>11.277325829703646</c:v>
                </c:pt>
                <c:pt idx="179">
                  <c:v>11.282025483908528</c:v>
                </c:pt>
                <c:pt idx="180">
                  <c:v>11.285451210751077</c:v>
                </c:pt>
                <c:pt idx="181">
                  <c:v>11.29376006467367</c:v>
                </c:pt>
                <c:pt idx="182">
                  <c:v>11.300848868339155</c:v>
                </c:pt>
                <c:pt idx="183">
                  <c:v>11.319883136141367</c:v>
                </c:pt>
                <c:pt idx="184">
                  <c:v>11.340849523019607</c:v>
                </c:pt>
                <c:pt idx="185">
                  <c:v>11.351910866502426</c:v>
                </c:pt>
                <c:pt idx="186">
                  <c:v>11.352706639275299</c:v>
                </c:pt>
                <c:pt idx="187">
                  <c:v>11.35570669167994</c:v>
                </c:pt>
                <c:pt idx="188">
                  <c:v>11.350564089893743</c:v>
                </c:pt>
                <c:pt idx="189">
                  <c:v>11.35895377835193</c:v>
                </c:pt>
                <c:pt idx="190">
                  <c:v>11.366506804825637</c:v>
                </c:pt>
                <c:pt idx="191">
                  <c:v>11.37585499228202</c:v>
                </c:pt>
                <c:pt idx="192">
                  <c:v>11.377791207830311</c:v>
                </c:pt>
                <c:pt idx="193">
                  <c:v>11.389500511285044</c:v>
                </c:pt>
                <c:pt idx="194">
                  <c:v>11.401345432512715</c:v>
                </c:pt>
                <c:pt idx="195">
                  <c:v>11.410250219321727</c:v>
                </c:pt>
                <c:pt idx="196">
                  <c:v>11.423812223148323</c:v>
                </c:pt>
                <c:pt idx="197">
                  <c:v>11.436161859963022</c:v>
                </c:pt>
                <c:pt idx="198">
                  <c:v>11.434382405270306</c:v>
                </c:pt>
                <c:pt idx="199">
                  <c:v>11.440504800159358</c:v>
                </c:pt>
                <c:pt idx="200">
                  <c:v>11.438945271281607</c:v>
                </c:pt>
                <c:pt idx="201">
                  <c:v>11.452655880774762</c:v>
                </c:pt>
                <c:pt idx="202">
                  <c:v>11.461939544073585</c:v>
                </c:pt>
                <c:pt idx="203">
                  <c:v>11.48148881583786</c:v>
                </c:pt>
                <c:pt idx="204">
                  <c:v>11.498355068170584</c:v>
                </c:pt>
                <c:pt idx="205">
                  <c:v>11.508289862903721</c:v>
                </c:pt>
                <c:pt idx="206">
                  <c:v>11.512782465920749</c:v>
                </c:pt>
                <c:pt idx="207">
                  <c:v>11.512638315403748</c:v>
                </c:pt>
                <c:pt idx="208">
                  <c:v>11.493859784512722</c:v>
                </c:pt>
                <c:pt idx="209">
                  <c:v>11.450778110747768</c:v>
                </c:pt>
                <c:pt idx="210">
                  <c:v>11.422325637905681</c:v>
                </c:pt>
                <c:pt idx="211">
                  <c:v>11.403892192327749</c:v>
                </c:pt>
                <c:pt idx="212">
                  <c:v>11.393407111113394</c:v>
                </c:pt>
                <c:pt idx="213">
                  <c:v>11.386620294852371</c:v>
                </c:pt>
                <c:pt idx="214">
                  <c:v>11.378112016353873</c:v>
                </c:pt>
                <c:pt idx="215">
                  <c:v>11.371062459535537</c:v>
                </c:pt>
                <c:pt idx="216">
                  <c:v>11.366554225739558</c:v>
                </c:pt>
                <c:pt idx="217">
                  <c:v>11.369246419758754</c:v>
                </c:pt>
                <c:pt idx="218">
                  <c:v>11.368650788916373</c:v>
                </c:pt>
                <c:pt idx="219">
                  <c:v>11.372648681555123</c:v>
                </c:pt>
                <c:pt idx="220">
                  <c:v>11.368517965050787</c:v>
                </c:pt>
                <c:pt idx="221">
                  <c:v>11.359543028514015</c:v>
                </c:pt>
                <c:pt idx="222">
                  <c:v>11.342750550437504</c:v>
                </c:pt>
                <c:pt idx="223">
                  <c:v>11.322909504132793</c:v>
                </c:pt>
                <c:pt idx="224">
                  <c:v>11.317691882158726</c:v>
                </c:pt>
                <c:pt idx="225">
                  <c:v>11.317779437174162</c:v>
                </c:pt>
                <c:pt idx="226">
                  <c:v>11.314449911357627</c:v>
                </c:pt>
                <c:pt idx="227">
                  <c:v>11.302694263020854</c:v>
                </c:pt>
                <c:pt idx="228">
                  <c:v>11.292585887354791</c:v>
                </c:pt>
                <c:pt idx="229">
                  <c:v>11.29669332759047</c:v>
                </c:pt>
                <c:pt idx="230">
                  <c:v>11.303274867172359</c:v>
                </c:pt>
                <c:pt idx="231">
                  <c:v>11.294977547556456</c:v>
                </c:pt>
                <c:pt idx="232">
                  <c:v>11.313628785763337</c:v>
                </c:pt>
                <c:pt idx="233">
                  <c:v>11.307077582729484</c:v>
                </c:pt>
                <c:pt idx="234">
                  <c:v>11.30525233060955</c:v>
                </c:pt>
                <c:pt idx="235">
                  <c:v>11.312343456238576</c:v>
                </c:pt>
                <c:pt idx="236">
                  <c:v>11.310123338172582</c:v>
                </c:pt>
                <c:pt idx="237">
                  <c:v>11.3065371881905</c:v>
                </c:pt>
                <c:pt idx="238">
                  <c:v>11.298265334662529</c:v>
                </c:pt>
                <c:pt idx="239">
                  <c:v>11.306217266921299</c:v>
                </c:pt>
                <c:pt idx="240">
                  <c:v>11.310221389218327</c:v>
                </c:pt>
                <c:pt idx="241">
                  <c:v>11.311736423233771</c:v>
                </c:pt>
                <c:pt idx="242">
                  <c:v>11.330544271274206</c:v>
                </c:pt>
                <c:pt idx="243">
                  <c:v>11.335901928415261</c:v>
                </c:pt>
                <c:pt idx="244">
                  <c:v>11.33552339172499</c:v>
                </c:pt>
                <c:pt idx="245">
                  <c:v>11.346807228397093</c:v>
                </c:pt>
                <c:pt idx="246">
                  <c:v>11.345503304286261</c:v>
                </c:pt>
                <c:pt idx="247">
                  <c:v>11.380178790437467</c:v>
                </c:pt>
                <c:pt idx="248">
                  <c:v>11.411729064685902</c:v>
                </c:pt>
                <c:pt idx="249">
                  <c:v>11.447350968073795</c:v>
                </c:pt>
                <c:pt idx="250">
                  <c:v>11.486999382773009</c:v>
                </c:pt>
                <c:pt idx="251">
                  <c:v>11.595394606188188</c:v>
                </c:pt>
                <c:pt idx="252">
                  <c:v>11.668000367285551</c:v>
                </c:pt>
                <c:pt idx="253">
                  <c:v>11.735375443004214</c:v>
                </c:pt>
                <c:pt idx="254">
                  <c:v>11.842941253491817</c:v>
                </c:pt>
                <c:pt idx="255">
                  <c:v>11.952013357595524</c:v>
                </c:pt>
                <c:pt idx="256">
                  <c:v>12.090496320272999</c:v>
                </c:pt>
                <c:pt idx="257">
                  <c:v>12.059277803644493</c:v>
                </c:pt>
                <c:pt idx="258">
                  <c:v>12.029130486195758</c:v>
                </c:pt>
                <c:pt idx="259">
                  <c:v>12</c:v>
                </c:pt>
                <c:pt idx="260">
                  <c:v>11.843762133675328</c:v>
                </c:pt>
                <c:pt idx="261">
                  <c:v>11.570817396105536</c:v>
                </c:pt>
                <c:pt idx="262">
                  <c:v>11.34772857597865</c:v>
                </c:pt>
                <c:pt idx="263">
                  <c:v>11.250948701444722</c:v>
                </c:pt>
                <c:pt idx="264">
                  <c:v>11.198327910636042</c:v>
                </c:pt>
                <c:pt idx="265">
                  <c:v>11.157869904649228</c:v>
                </c:pt>
                <c:pt idx="266">
                  <c:v>11.157806768006468</c:v>
                </c:pt>
                <c:pt idx="267">
                  <c:v>11.156071845931566</c:v>
                </c:pt>
                <c:pt idx="268">
                  <c:v>11.151123326317354</c:v>
                </c:pt>
                <c:pt idx="269">
                  <c:v>11.15493177127232</c:v>
                </c:pt>
                <c:pt idx="270">
                  <c:v>11.182541239205134</c:v>
                </c:pt>
                <c:pt idx="271">
                  <c:v>11.214765807890025</c:v>
                </c:pt>
                <c:pt idx="272">
                  <c:v>11.209009301597163</c:v>
                </c:pt>
                <c:pt idx="273">
                  <c:v>11.217765161817828</c:v>
                </c:pt>
                <c:pt idx="274">
                  <c:v>11.255786465285851</c:v>
                </c:pt>
                <c:pt idx="275">
                  <c:v>11.298034742917483</c:v>
                </c:pt>
                <c:pt idx="276">
                  <c:v>11.370176186817861</c:v>
                </c:pt>
                <c:pt idx="277">
                  <c:v>11.563596240518271</c:v>
                </c:pt>
                <c:pt idx="278">
                  <c:v>12.11113174239691</c:v>
                </c:pt>
                <c:pt idx="279">
                  <c:v>12.234471576221342</c:v>
                </c:pt>
                <c:pt idx="280">
                  <c:v>12.007444101842605</c:v>
                </c:pt>
                <c:pt idx="281">
                  <c:v>11.649359266431688</c:v>
                </c:pt>
                <c:pt idx="282">
                  <c:v>11.34990854106538</c:v>
                </c:pt>
                <c:pt idx="283">
                  <c:v>11.224934195930832</c:v>
                </c:pt>
                <c:pt idx="284">
                  <c:v>11.144900152547342</c:v>
                </c:pt>
                <c:pt idx="285">
                  <c:v>11.089134866211859</c:v>
                </c:pt>
                <c:pt idx="286">
                  <c:v>10.985720098848441</c:v>
                </c:pt>
                <c:pt idx="287">
                  <c:v>11.029669228931409</c:v>
                </c:pt>
                <c:pt idx="288">
                  <c:v>11.107292838188515</c:v>
                </c:pt>
                <c:pt idx="289">
                  <c:v>11.089780692997758</c:v>
                </c:pt>
                <c:pt idx="290">
                  <c:v>11.043579602800008</c:v>
                </c:pt>
                <c:pt idx="291">
                  <c:v>11.016996565457248</c:v>
                </c:pt>
                <c:pt idx="292">
                  <c:v>10.990742356733151</c:v>
                </c:pt>
                <c:pt idx="293">
                  <c:v>10.964040456212601</c:v>
                </c:pt>
                <c:pt idx="294">
                  <c:v>11.018960427473866</c:v>
                </c:pt>
                <c:pt idx="295">
                  <c:v>11.053223840607737</c:v>
                </c:pt>
                <c:pt idx="296">
                  <c:v>11.121384617818393</c:v>
                </c:pt>
                <c:pt idx="297">
                  <c:v>11.094471078226235</c:v>
                </c:pt>
                <c:pt idx="298">
                  <c:v>11.079587471273724</c:v>
                </c:pt>
                <c:pt idx="299">
                  <c:v>11.080919202313778</c:v>
                </c:pt>
                <c:pt idx="300">
                  <c:v>11.116492825850017</c:v>
                </c:pt>
                <c:pt idx="301">
                  <c:v>11.127471352633243</c:v>
                </c:pt>
                <c:pt idx="302">
                  <c:v>11.11689079718634</c:v>
                </c:pt>
                <c:pt idx="303">
                  <c:v>11.075874486392992</c:v>
                </c:pt>
                <c:pt idx="304">
                  <c:v>11.077674465921957</c:v>
                </c:pt>
                <c:pt idx="305">
                  <c:v>11.151308167829562</c:v>
                </c:pt>
                <c:pt idx="306">
                  <c:v>11.175480355735385</c:v>
                </c:pt>
                <c:pt idx="307">
                  <c:v>11.187930610970149</c:v>
                </c:pt>
                <c:pt idx="308">
                  <c:v>11.19202766844203</c:v>
                </c:pt>
                <c:pt idx="309">
                  <c:v>11.203328079780704</c:v>
                </c:pt>
                <c:pt idx="310">
                  <c:v>11.219480337763766</c:v>
                </c:pt>
                <c:pt idx="311">
                  <c:v>11.203121594925419</c:v>
                </c:pt>
                <c:pt idx="312">
                  <c:v>11.206471621981013</c:v>
                </c:pt>
                <c:pt idx="313">
                  <c:v>11.352952012300442</c:v>
                </c:pt>
                <c:pt idx="314">
                  <c:v>11.381775508487362</c:v>
                </c:pt>
                <c:pt idx="315">
                  <c:v>11.398529891259615</c:v>
                </c:pt>
                <c:pt idx="316">
                  <c:v>11.389887203164335</c:v>
                </c:pt>
                <c:pt idx="317">
                  <c:v>11.393616314365019</c:v>
                </c:pt>
                <c:pt idx="318">
                  <c:v>11.458275259074497</c:v>
                </c:pt>
                <c:pt idx="319">
                  <c:v>11.462624995261685</c:v>
                </c:pt>
                <c:pt idx="320">
                  <c:v>11.468942925909655</c:v>
                </c:pt>
                <c:pt idx="321">
                  <c:v>11.555418020641991</c:v>
                </c:pt>
                <c:pt idx="322">
                  <c:v>11.650777136655748</c:v>
                </c:pt>
                <c:pt idx="323">
                  <c:v>11.723082326180075</c:v>
                </c:pt>
                <c:pt idx="324">
                  <c:v>11.755348860108455</c:v>
                </c:pt>
                <c:pt idx="325">
                  <c:v>11.751615369269224</c:v>
                </c:pt>
                <c:pt idx="326">
                  <c:v>11.741204439866127</c:v>
                </c:pt>
                <c:pt idx="327">
                  <c:v>11.755995536393211</c:v>
                </c:pt>
                <c:pt idx="328">
                  <c:v>11.780890761092078</c:v>
                </c:pt>
                <c:pt idx="329">
                  <c:v>11.811578737368329</c:v>
                </c:pt>
                <c:pt idx="330">
                  <c:v>11.88471907865695</c:v>
                </c:pt>
                <c:pt idx="331">
                  <c:v>11.97474526738524</c:v>
                </c:pt>
                <c:pt idx="332">
                  <c:v>12.018910297602481</c:v>
                </c:pt>
                <c:pt idx="333">
                  <c:v>11.98654582589487</c:v>
                </c:pt>
                <c:pt idx="334">
                  <c:v>11.921857507402724</c:v>
                </c:pt>
                <c:pt idx="335">
                  <c:v>11.81724923662145</c:v>
                </c:pt>
                <c:pt idx="336">
                  <c:v>11.722442898952226</c:v>
                </c:pt>
                <c:pt idx="337">
                  <c:v>11.67002466642634</c:v>
                </c:pt>
                <c:pt idx="338">
                  <c:v>11.606082698751397</c:v>
                </c:pt>
                <c:pt idx="339">
                  <c:v>11.562867861321312</c:v>
                </c:pt>
                <c:pt idx="340">
                  <c:v>11.54344016228222</c:v>
                </c:pt>
                <c:pt idx="341">
                  <c:v>11.553285249936154</c:v>
                </c:pt>
                <c:pt idx="342">
                  <c:v>11.524710449258793</c:v>
                </c:pt>
                <c:pt idx="343">
                  <c:v>11.500634821056275</c:v>
                </c:pt>
                <c:pt idx="344">
                  <c:v>11.519960164922084</c:v>
                </c:pt>
                <c:pt idx="345">
                  <c:v>11.495794678618347</c:v>
                </c:pt>
                <c:pt idx="346">
                  <c:v>11.494369332804354</c:v>
                </c:pt>
                <c:pt idx="347">
                  <c:v>11.478944057064576</c:v>
                </c:pt>
                <c:pt idx="348">
                  <c:v>11.455708790886002</c:v>
                </c:pt>
                <c:pt idx="349">
                  <c:v>11.422900427709459</c:v>
                </c:pt>
                <c:pt idx="350">
                  <c:v>11.429921554632744</c:v>
                </c:pt>
                <c:pt idx="351">
                  <c:v>11.462415905276574</c:v>
                </c:pt>
                <c:pt idx="352">
                  <c:v>11.445942385703894</c:v>
                </c:pt>
                <c:pt idx="353">
                  <c:v>11.411542250448573</c:v>
                </c:pt>
                <c:pt idx="354">
                  <c:v>11.365212168568965</c:v>
                </c:pt>
                <c:pt idx="355">
                  <c:v>11.333917801131488</c:v>
                </c:pt>
                <c:pt idx="356">
                  <c:v>11.336741837373147</c:v>
                </c:pt>
                <c:pt idx="357">
                  <c:v>11.350736217239737</c:v>
                </c:pt>
                <c:pt idx="358">
                  <c:v>11.331839775907486</c:v>
                </c:pt>
                <c:pt idx="359">
                  <c:v>11.365608337079937</c:v>
                </c:pt>
                <c:pt idx="360">
                  <c:v>11.373958608791204</c:v>
                </c:pt>
                <c:pt idx="361">
                  <c:v>11.364307659942511</c:v>
                </c:pt>
                <c:pt idx="362">
                  <c:v>11.348254208115289</c:v>
                </c:pt>
                <c:pt idx="363">
                  <c:v>11.322813340862284</c:v>
                </c:pt>
                <c:pt idx="364">
                  <c:v>11.323465907005776</c:v>
                </c:pt>
                <c:pt idx="365">
                  <c:v>11.314735078684738</c:v>
                </c:pt>
                <c:pt idx="366">
                  <c:v>11.291150932764845</c:v>
                </c:pt>
                <c:pt idx="367">
                  <c:v>11.293407635914908</c:v>
                </c:pt>
                <c:pt idx="368">
                  <c:v>11.309598706556818</c:v>
                </c:pt>
                <c:pt idx="369">
                  <c:v>11.291322644800289</c:v>
                </c:pt>
                <c:pt idx="370">
                  <c:v>11.297491875392939</c:v>
                </c:pt>
                <c:pt idx="371">
                  <c:v>11.295536951992062</c:v>
                </c:pt>
                <c:pt idx="372">
                  <c:v>11.28742693743505</c:v>
                </c:pt>
                <c:pt idx="373">
                  <c:v>11.268259052901653</c:v>
                </c:pt>
                <c:pt idx="374">
                  <c:v>11.238612826511492</c:v>
                </c:pt>
                <c:pt idx="375">
                  <c:v>11.264994806352771</c:v>
                </c:pt>
                <c:pt idx="376">
                  <c:v>11.26287289035454</c:v>
                </c:pt>
                <c:pt idx="377">
                  <c:v>11.252523710079407</c:v>
                </c:pt>
                <c:pt idx="378">
                  <c:v>11.239815565869687</c:v>
                </c:pt>
                <c:pt idx="379">
                  <c:v>11.221299700024964</c:v>
                </c:pt>
                <c:pt idx="380">
                  <c:v>11.203881745379595</c:v>
                </c:pt>
                <c:pt idx="381">
                  <c:v>11.207499251308342</c:v>
                </c:pt>
                <c:pt idx="382">
                  <c:v>11.207291652665667</c:v>
                </c:pt>
                <c:pt idx="383">
                  <c:v>11.201343782597158</c:v>
                </c:pt>
                <c:pt idx="384">
                  <c:v>11.193104040125947</c:v>
                </c:pt>
                <c:pt idx="385">
                  <c:v>11.179484270377138</c:v>
                </c:pt>
                <c:pt idx="386">
                  <c:v>11.161924090745506</c:v>
                </c:pt>
                <c:pt idx="387">
                  <c:v>11.150104937649804</c:v>
                </c:pt>
                <c:pt idx="388">
                  <c:v>11.144673619519052</c:v>
                </c:pt>
                <c:pt idx="389">
                  <c:v>11.145065370635974</c:v>
                </c:pt>
                <c:pt idx="390">
                  <c:v>11.144266917222264</c:v>
                </c:pt>
                <c:pt idx="391">
                  <c:v>11.130216763036334</c:v>
                </c:pt>
                <c:pt idx="392">
                  <c:v>11.141838511475635</c:v>
                </c:pt>
                <c:pt idx="393">
                  <c:v>11.145239310246195</c:v>
                </c:pt>
                <c:pt idx="394">
                  <c:v>11.143514289552403</c:v>
                </c:pt>
                <c:pt idx="395">
                  <c:v>11.147884366517754</c:v>
                </c:pt>
                <c:pt idx="396">
                  <c:v>11.160164136770977</c:v>
                </c:pt>
                <c:pt idx="397">
                  <c:v>11.164388486927006</c:v>
                </c:pt>
                <c:pt idx="398">
                  <c:v>11.148501735091974</c:v>
                </c:pt>
                <c:pt idx="399">
                  <c:v>11.12762003381081</c:v>
                </c:pt>
                <c:pt idx="400">
                  <c:v>11.153508813493998</c:v>
                </c:pt>
                <c:pt idx="401">
                  <c:v>11.14995276408805</c:v>
                </c:pt>
                <c:pt idx="402">
                  <c:v>11.14530717576592</c:v>
                </c:pt>
                <c:pt idx="403">
                  <c:v>11.113326394374974</c:v>
                </c:pt>
                <c:pt idx="404">
                  <c:v>11.117277489065629</c:v>
                </c:pt>
                <c:pt idx="405">
                  <c:v>11.119828099942143</c:v>
                </c:pt>
                <c:pt idx="406">
                  <c:v>11.12596221791541</c:v>
                </c:pt>
                <c:pt idx="407">
                  <c:v>11.1126745739027</c:v>
                </c:pt>
                <c:pt idx="408">
                  <c:v>11.111460413504329</c:v>
                </c:pt>
                <c:pt idx="409">
                  <c:v>11.107162043681306</c:v>
                </c:pt>
                <c:pt idx="410">
                  <c:v>11.089178974080243</c:v>
                </c:pt>
                <c:pt idx="411">
                  <c:v>11.069745588118252</c:v>
                </c:pt>
                <c:pt idx="412">
                  <c:v>11.036552501068103</c:v>
                </c:pt>
                <c:pt idx="413">
                  <c:v>11.043474755763416</c:v>
                </c:pt>
                <c:pt idx="414">
                  <c:v>11.051912370115401</c:v>
                </c:pt>
                <c:pt idx="415">
                  <c:v>11.054566690643929</c:v>
                </c:pt>
                <c:pt idx="416">
                  <c:v>11.060525000109491</c:v>
                </c:pt>
                <c:pt idx="417">
                  <c:v>11.018111716763942</c:v>
                </c:pt>
                <c:pt idx="418">
                  <c:v>11.017298977611137</c:v>
                </c:pt>
                <c:pt idx="419">
                  <c:v>11.058094045866293</c:v>
                </c:pt>
                <c:pt idx="420">
                  <c:v>11.070381140687431</c:v>
                </c:pt>
                <c:pt idx="421">
                  <c:v>11.05722357382734</c:v>
                </c:pt>
                <c:pt idx="422">
                  <c:v>11.042751331976451</c:v>
                </c:pt>
                <c:pt idx="423">
                  <c:v>11.025295551034795</c:v>
                </c:pt>
                <c:pt idx="424">
                  <c:v>11.062234762859941</c:v>
                </c:pt>
                <c:pt idx="425">
                  <c:v>11.065724098289056</c:v>
                </c:pt>
                <c:pt idx="426">
                  <c:v>11.039370380802776</c:v>
                </c:pt>
                <c:pt idx="427">
                  <c:v>11.037437898330014</c:v>
                </c:pt>
                <c:pt idx="428">
                  <c:v>11.044825152181113</c:v>
                </c:pt>
                <c:pt idx="429">
                  <c:v>11.064794071660854</c:v>
                </c:pt>
                <c:pt idx="430">
                  <c:v>11.072302876999663</c:v>
                </c:pt>
                <c:pt idx="431">
                  <c:v>11.08958767741878</c:v>
                </c:pt>
                <c:pt idx="432">
                  <c:v>11.114827779775464</c:v>
                </c:pt>
                <c:pt idx="433">
                  <c:v>11.095797287523723</c:v>
                </c:pt>
                <c:pt idx="434">
                  <c:v>11.058577037879797</c:v>
                </c:pt>
                <c:pt idx="435">
                  <c:v>10.953215379599131</c:v>
                </c:pt>
                <c:pt idx="436">
                  <c:v>11.091110432434938</c:v>
                </c:pt>
                <c:pt idx="437">
                  <c:v>11.154892212942254</c:v>
                </c:pt>
                <c:pt idx="438">
                  <c:v>11.125702743209258</c:v>
                </c:pt>
                <c:pt idx="439">
                  <c:v>11.07577223032791</c:v>
                </c:pt>
                <c:pt idx="440">
                  <c:v>11.03489743660511</c:v>
                </c:pt>
                <c:pt idx="441">
                  <c:v>11.011393570686838</c:v>
                </c:pt>
                <c:pt idx="442">
                  <c:v>11.005139820857304</c:v>
                </c:pt>
                <c:pt idx="443">
                  <c:v>11.055508152470622</c:v>
                </c:pt>
                <c:pt idx="444">
                  <c:v>11.115187316007987</c:v>
                </c:pt>
                <c:pt idx="445">
                  <c:v>11.061163790213199</c:v>
                </c:pt>
                <c:pt idx="446">
                  <c:v>11.071097985577699</c:v>
                </c:pt>
                <c:pt idx="447">
                  <c:v>11.11524130637973</c:v>
                </c:pt>
                <c:pt idx="448">
                  <c:v>11.030121403014189</c:v>
                </c:pt>
                <c:pt idx="449">
                  <c:v>11.099657646297672</c:v>
                </c:pt>
                <c:pt idx="450">
                  <c:v>11.158512163539932</c:v>
                </c:pt>
                <c:pt idx="451">
                  <c:v>11.124942224638911</c:v>
                </c:pt>
                <c:pt idx="452">
                  <c:v>11.070036281907365</c:v>
                </c:pt>
                <c:pt idx="453">
                  <c:v>11.059034153214254</c:v>
                </c:pt>
                <c:pt idx="454">
                  <c:v>11.055534987195598</c:v>
                </c:pt>
                <c:pt idx="455">
                  <c:v>11.060025003960552</c:v>
                </c:pt>
                <c:pt idx="456">
                  <c:v>11.078461007473928</c:v>
                </c:pt>
                <c:pt idx="457">
                  <c:v>11.062390787483174</c:v>
                </c:pt>
                <c:pt idx="458">
                  <c:v>11.053081200310924</c:v>
                </c:pt>
                <c:pt idx="459">
                  <c:v>11.098027665648123</c:v>
                </c:pt>
                <c:pt idx="460">
                  <c:v>11.110603476813816</c:v>
                </c:pt>
                <c:pt idx="461">
                  <c:v>11.111718075946255</c:v>
                </c:pt>
                <c:pt idx="462">
                  <c:v>11.125093690284951</c:v>
                </c:pt>
                <c:pt idx="463">
                  <c:v>11.10296416957296</c:v>
                </c:pt>
                <c:pt idx="464">
                  <c:v>11.084656497020109</c:v>
                </c:pt>
                <c:pt idx="465">
                  <c:v>11.073212020114321</c:v>
                </c:pt>
                <c:pt idx="466">
                  <c:v>11.073854699035014</c:v>
                </c:pt>
                <c:pt idx="467">
                  <c:v>11.078244526848771</c:v>
                </c:pt>
                <c:pt idx="468">
                  <c:v>11.090529630067033</c:v>
                </c:pt>
                <c:pt idx="469">
                  <c:v>11.088342085562733</c:v>
                </c:pt>
                <c:pt idx="470">
                  <c:v>11.074557951943586</c:v>
                </c:pt>
                <c:pt idx="471">
                  <c:v>11.081315333069247</c:v>
                </c:pt>
                <c:pt idx="472">
                  <c:v>11.094429537732172</c:v>
                </c:pt>
                <c:pt idx="473">
                  <c:v>11.08609919148852</c:v>
                </c:pt>
                <c:pt idx="474">
                  <c:v>11.085918521959583</c:v>
                </c:pt>
                <c:pt idx="475">
                  <c:v>11.121310296107362</c:v>
                </c:pt>
                <c:pt idx="476">
                  <c:v>11.13477442822686</c:v>
                </c:pt>
                <c:pt idx="477">
                  <c:v>11.147962067346457</c:v>
                </c:pt>
                <c:pt idx="478">
                  <c:v>11.143756236265491</c:v>
                </c:pt>
                <c:pt idx="479">
                  <c:v>11.129363828429321</c:v>
                </c:pt>
                <c:pt idx="480">
                  <c:v>11.141829648370903</c:v>
                </c:pt>
                <c:pt idx="481">
                  <c:v>11.144995428563488</c:v>
                </c:pt>
                <c:pt idx="482">
                  <c:v>11.151399460639961</c:v>
                </c:pt>
                <c:pt idx="483">
                  <c:v>11.156826191476892</c:v>
                </c:pt>
                <c:pt idx="484">
                  <c:v>11.151040802222923</c:v>
                </c:pt>
                <c:pt idx="485">
                  <c:v>11.153248980110551</c:v>
                </c:pt>
                <c:pt idx="486">
                  <c:v>11.146132454465729</c:v>
                </c:pt>
                <c:pt idx="487">
                  <c:v>11.157501684650621</c:v>
                </c:pt>
                <c:pt idx="488">
                  <c:v>11.163717514974966</c:v>
                </c:pt>
                <c:pt idx="489">
                  <c:v>11.163673586445229</c:v>
                </c:pt>
                <c:pt idx="490">
                  <c:v>11.169129502287303</c:v>
                </c:pt>
                <c:pt idx="491">
                  <c:v>11.187547807907846</c:v>
                </c:pt>
                <c:pt idx="492">
                  <c:v>11.20275940636869</c:v>
                </c:pt>
                <c:pt idx="493">
                  <c:v>11.214954453269332</c:v>
                </c:pt>
                <c:pt idx="494">
                  <c:v>11.218884385999594</c:v>
                </c:pt>
                <c:pt idx="495">
                  <c:v>11.205829967178385</c:v>
                </c:pt>
                <c:pt idx="496">
                  <c:v>11.192326314484324</c:v>
                </c:pt>
                <c:pt idx="497">
                  <c:v>11.191086952286557</c:v>
                </c:pt>
                <c:pt idx="498">
                  <c:v>11.197675967458379</c:v>
                </c:pt>
                <c:pt idx="499">
                  <c:v>11.202222051147835</c:v>
                </c:pt>
                <c:pt idx="500">
                  <c:v>11.220958994350418</c:v>
                </c:pt>
                <c:pt idx="501">
                  <c:v>11.224643893855081</c:v>
                </c:pt>
                <c:pt idx="502">
                  <c:v>11.224309474472069</c:v>
                </c:pt>
                <c:pt idx="503">
                  <c:v>11.229742227312</c:v>
                </c:pt>
                <c:pt idx="504">
                  <c:v>11.243890460860303</c:v>
                </c:pt>
                <c:pt idx="505">
                  <c:v>11.26468881686481</c:v>
                </c:pt>
                <c:pt idx="506">
                  <c:v>11.312956624512896</c:v>
                </c:pt>
                <c:pt idx="507">
                  <c:v>11.38103685979312</c:v>
                </c:pt>
                <c:pt idx="508">
                  <c:v>11.458103282750521</c:v>
                </c:pt>
                <c:pt idx="509">
                  <c:v>11.592383680198189</c:v>
                </c:pt>
                <c:pt idx="510">
                  <c:v>11.739730993539126</c:v>
                </c:pt>
                <c:pt idx="511">
                  <c:v>11.846485740274447</c:v>
                </c:pt>
                <c:pt idx="512">
                  <c:v>11.899527391694182</c:v>
                </c:pt>
                <c:pt idx="513">
                  <c:v>11.870766380867565</c:v>
                </c:pt>
                <c:pt idx="514">
                  <c:v>11.830722741544996</c:v>
                </c:pt>
                <c:pt idx="515">
                  <c:v>11.819046927222942</c:v>
                </c:pt>
                <c:pt idx="516">
                  <c:v>11.828297252411105</c:v>
                </c:pt>
                <c:pt idx="517">
                  <c:v>11.841160250823409</c:v>
                </c:pt>
                <c:pt idx="518">
                  <c:v>11.799592195242475</c:v>
                </c:pt>
                <c:pt idx="519">
                  <c:v>11.765033298089829</c:v>
                </c:pt>
                <c:pt idx="520">
                  <c:v>11.747414314259604</c:v>
                </c:pt>
                <c:pt idx="521">
                  <c:v>11.667987379391928</c:v>
                </c:pt>
                <c:pt idx="522">
                  <c:v>11.608054857540175</c:v>
                </c:pt>
                <c:pt idx="523">
                  <c:v>11.616818363250545</c:v>
                </c:pt>
                <c:pt idx="524">
                  <c:v>11.62081648242232</c:v>
                </c:pt>
                <c:pt idx="525">
                  <c:v>11.627320736486059</c:v>
                </c:pt>
                <c:pt idx="526">
                  <c:v>11.65217363726414</c:v>
                </c:pt>
                <c:pt idx="527">
                  <c:v>11.670851587490604</c:v>
                </c:pt>
                <c:pt idx="528">
                  <c:v>11.690222200206568</c:v>
                </c:pt>
                <c:pt idx="529">
                  <c:v>11.758941296382071</c:v>
                </c:pt>
                <c:pt idx="530">
                  <c:v>11.795338433548274</c:v>
                </c:pt>
                <c:pt idx="531">
                  <c:v>11.810031516785116</c:v>
                </c:pt>
                <c:pt idx="532">
                  <c:v>11.849488209031389</c:v>
                </c:pt>
                <c:pt idx="533">
                  <c:v>11.887166163939536</c:v>
                </c:pt>
                <c:pt idx="534">
                  <c:v>11.938140248410079</c:v>
                </c:pt>
                <c:pt idx="535">
                  <c:v>11.969368128403753</c:v>
                </c:pt>
                <c:pt idx="536">
                  <c:v>12.013121019531527</c:v>
                </c:pt>
                <c:pt idx="537">
                  <c:v>12.091490875778199</c:v>
                </c:pt>
                <c:pt idx="538">
                  <c:v>12.204490609526378</c:v>
                </c:pt>
                <c:pt idx="539">
                  <c:v>12.323915348533902</c:v>
                </c:pt>
                <c:pt idx="540">
                  <c:v>12.450847392098922</c:v>
                </c:pt>
                <c:pt idx="541">
                  <c:v>12.61052825840954</c:v>
                </c:pt>
                <c:pt idx="542">
                  <c:v>12.700240019294577</c:v>
                </c:pt>
                <c:pt idx="543">
                  <c:v>12.784473456445484</c:v>
                </c:pt>
                <c:pt idx="544">
                  <c:v>12.844721274517109</c:v>
                </c:pt>
                <c:pt idx="545">
                  <c:v>12.830612797515267</c:v>
                </c:pt>
                <c:pt idx="546">
                  <c:v>12.796780089740306</c:v>
                </c:pt>
                <c:pt idx="547">
                  <c:v>12.851145449155348</c:v>
                </c:pt>
                <c:pt idx="548">
                  <c:v>13.034810424325062</c:v>
                </c:pt>
                <c:pt idx="549">
                  <c:v>13.243768567213332</c:v>
                </c:pt>
                <c:pt idx="550">
                  <c:v>13.425938726440373</c:v>
                </c:pt>
                <c:pt idx="551">
                  <c:v>13.547003262528667</c:v>
                </c:pt>
                <c:pt idx="552">
                  <c:v>13.626810244306817</c:v>
                </c:pt>
                <c:pt idx="553">
                  <c:v>13.717446410969274</c:v>
                </c:pt>
                <c:pt idx="554">
                  <c:v>13.726385102221526</c:v>
                </c:pt>
                <c:pt idx="555">
                  <c:v>13.627035569158942</c:v>
                </c:pt>
                <c:pt idx="556">
                  <c:v>13.486949658773295</c:v>
                </c:pt>
                <c:pt idx="557">
                  <c:v>13.307050719687874</c:v>
                </c:pt>
                <c:pt idx="558">
                  <c:v>13.122807179163919</c:v>
                </c:pt>
                <c:pt idx="559">
                  <c:v>12.959266945161335</c:v>
                </c:pt>
                <c:pt idx="560">
                  <c:v>12.847972325517082</c:v>
                </c:pt>
                <c:pt idx="561">
                  <c:v>12.674664742444783</c:v>
                </c:pt>
                <c:pt idx="562">
                  <c:v>12.478669121479243</c:v>
                </c:pt>
                <c:pt idx="563">
                  <c:v>12.314792259396627</c:v>
                </c:pt>
                <c:pt idx="564">
                  <c:v>12.160846378741175</c:v>
                </c:pt>
                <c:pt idx="565">
                  <c:v>11.990422183563942</c:v>
                </c:pt>
                <c:pt idx="566">
                  <c:v>11.913997641942197</c:v>
                </c:pt>
                <c:pt idx="567">
                  <c:v>11.856930423098756</c:v>
                </c:pt>
                <c:pt idx="568">
                  <c:v>11.733915815191938</c:v>
                </c:pt>
                <c:pt idx="569">
                  <c:v>11.642588722793194</c:v>
                </c:pt>
                <c:pt idx="570">
                  <c:v>11.566848726227434</c:v>
                </c:pt>
                <c:pt idx="571">
                  <c:v>11.560961623643767</c:v>
                </c:pt>
                <c:pt idx="572">
                  <c:v>11.507934357071326</c:v>
                </c:pt>
                <c:pt idx="573">
                  <c:v>11.420620901356797</c:v>
                </c:pt>
                <c:pt idx="574">
                  <c:v>11.41414636087527</c:v>
                </c:pt>
                <c:pt idx="575">
                  <c:v>11.439937787989551</c:v>
                </c:pt>
                <c:pt idx="576">
                  <c:v>11.331249921657328</c:v>
                </c:pt>
                <c:pt idx="577">
                  <c:v>11.213191025788369</c:v>
                </c:pt>
                <c:pt idx="578">
                  <c:v>11.255170616370696</c:v>
                </c:pt>
                <c:pt idx="579">
                  <c:v>11.524157066826186</c:v>
                </c:pt>
                <c:pt idx="580">
                  <c:v>11.349970724381645</c:v>
                </c:pt>
                <c:pt idx="581">
                  <c:v>10.957929612148272</c:v>
                </c:pt>
                <c:pt idx="582">
                  <c:v>11.407132671786414</c:v>
                </c:pt>
                <c:pt idx="583">
                  <c:v>11.406842180933138</c:v>
                </c:pt>
                <c:pt idx="584">
                  <c:v>10.76055662789579</c:v>
                </c:pt>
                <c:pt idx="585">
                  <c:v>11.136801766685782</c:v>
                </c:pt>
                <c:pt idx="586">
                  <c:v>11.992182496215767</c:v>
                </c:pt>
                <c:pt idx="587">
                  <c:v>10.866881990714864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1B0C-4B9C-BBFB-FF685BE46DCA}"/>
            </c:ext>
          </c:extLst>
        </c:ser>
        <c:ser>
          <c:idx val="11"/>
          <c:order val="11"/>
          <c:tx>
            <c:strRef>
              <c:f>Sheet2!$M$1</c:f>
              <c:strCache>
                <c:ptCount val="1"/>
                <c:pt idx="0">
                  <c:v>S10_n3_zz/O-PTIR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Sheet2!$M$2:$M$589</c:f>
              <c:numCache>
                <c:formatCode>General</c:formatCode>
                <c:ptCount val="588"/>
                <c:pt idx="0">
                  <c:v>11.987779410226477</c:v>
                </c:pt>
                <c:pt idx="1">
                  <c:v>12.049965170654101</c:v>
                </c:pt>
                <c:pt idx="2">
                  <c:v>12.184280962077942</c:v>
                </c:pt>
                <c:pt idx="3">
                  <c:v>11.946793941546462</c:v>
                </c:pt>
                <c:pt idx="4">
                  <c:v>12.037573360343805</c:v>
                </c:pt>
                <c:pt idx="5">
                  <c:v>12.137238948626463</c:v>
                </c:pt>
                <c:pt idx="6">
                  <c:v>12.276513419585397</c:v>
                </c:pt>
                <c:pt idx="7">
                  <c:v>12.206030321274532</c:v>
                </c:pt>
                <c:pt idx="8">
                  <c:v>12.201331023397531</c:v>
                </c:pt>
                <c:pt idx="9">
                  <c:v>12.159977630623201</c:v>
                </c:pt>
                <c:pt idx="10">
                  <c:v>12.180223283882352</c:v>
                </c:pt>
                <c:pt idx="11">
                  <c:v>12.262730446968904</c:v>
                </c:pt>
                <c:pt idx="12">
                  <c:v>12.308144462351919</c:v>
                </c:pt>
                <c:pt idx="13">
                  <c:v>12.350475094171658</c:v>
                </c:pt>
                <c:pt idx="14">
                  <c:v>12.38921386269333</c:v>
                </c:pt>
                <c:pt idx="15">
                  <c:v>12.317790301348143</c:v>
                </c:pt>
                <c:pt idx="16">
                  <c:v>12.305583347705568</c:v>
                </c:pt>
                <c:pt idx="17">
                  <c:v>12.361776771974037</c:v>
                </c:pt>
                <c:pt idx="18">
                  <c:v>12.395963798528447</c:v>
                </c:pt>
                <c:pt idx="19">
                  <c:v>12.401470754748113</c:v>
                </c:pt>
                <c:pt idx="20">
                  <c:v>12.476572412796687</c:v>
                </c:pt>
                <c:pt idx="21">
                  <c:v>12.547901811228019</c:v>
                </c:pt>
                <c:pt idx="22">
                  <c:v>12.579774529089226</c:v>
                </c:pt>
                <c:pt idx="23">
                  <c:v>12.588582988662086</c:v>
                </c:pt>
                <c:pt idx="24">
                  <c:v>12.581465438479082</c:v>
                </c:pt>
                <c:pt idx="25">
                  <c:v>12.60035836714161</c:v>
                </c:pt>
                <c:pt idx="26">
                  <c:v>12.686068308284833</c:v>
                </c:pt>
                <c:pt idx="27">
                  <c:v>12.722067577370723</c:v>
                </c:pt>
                <c:pt idx="28">
                  <c:v>12.756813750887257</c:v>
                </c:pt>
                <c:pt idx="29">
                  <c:v>12.773438198751498</c:v>
                </c:pt>
                <c:pt idx="30">
                  <c:v>12.783371773958164</c:v>
                </c:pt>
                <c:pt idx="31">
                  <c:v>12.767040776214925</c:v>
                </c:pt>
                <c:pt idx="32">
                  <c:v>12.81916061954183</c:v>
                </c:pt>
                <c:pt idx="33">
                  <c:v>12.862795713820772</c:v>
                </c:pt>
                <c:pt idx="34">
                  <c:v>12.908369922767751</c:v>
                </c:pt>
                <c:pt idx="35">
                  <c:v>12.94191302658496</c:v>
                </c:pt>
                <c:pt idx="36">
                  <c:v>12.987966970798301</c:v>
                </c:pt>
                <c:pt idx="37">
                  <c:v>13.038539393856704</c:v>
                </c:pt>
                <c:pt idx="38">
                  <c:v>13.117717635565151</c:v>
                </c:pt>
                <c:pt idx="39">
                  <c:v>13.177624256273317</c:v>
                </c:pt>
                <c:pt idx="40">
                  <c:v>13.235456610837094</c:v>
                </c:pt>
                <c:pt idx="41">
                  <c:v>13.301932129703903</c:v>
                </c:pt>
                <c:pt idx="42">
                  <c:v>13.364297714330824</c:v>
                </c:pt>
                <c:pt idx="43">
                  <c:v>13.423129303580415</c:v>
                </c:pt>
                <c:pt idx="44">
                  <c:v>13.480265960380674</c:v>
                </c:pt>
                <c:pt idx="45">
                  <c:v>13.553344194427817</c:v>
                </c:pt>
                <c:pt idx="46">
                  <c:v>13.546322031568071</c:v>
                </c:pt>
                <c:pt idx="47">
                  <c:v>13.528279484390701</c:v>
                </c:pt>
                <c:pt idx="48">
                  <c:v>13.528821023179468</c:v>
                </c:pt>
                <c:pt idx="49">
                  <c:v>13.520530838616658</c:v>
                </c:pt>
                <c:pt idx="50">
                  <c:v>13.493750789306775</c:v>
                </c:pt>
                <c:pt idx="51">
                  <c:v>13.462362412823506</c:v>
                </c:pt>
                <c:pt idx="52">
                  <c:v>13.447553939024177</c:v>
                </c:pt>
                <c:pt idx="53">
                  <c:v>13.472519296983764</c:v>
                </c:pt>
                <c:pt idx="54">
                  <c:v>13.488450729124137</c:v>
                </c:pt>
                <c:pt idx="55">
                  <c:v>13.476382133744453</c:v>
                </c:pt>
                <c:pt idx="56">
                  <c:v>13.47692005761021</c:v>
                </c:pt>
                <c:pt idx="57">
                  <c:v>13.480744063101163</c:v>
                </c:pt>
                <c:pt idx="58">
                  <c:v>13.471094900707975</c:v>
                </c:pt>
                <c:pt idx="59">
                  <c:v>13.42756854564534</c:v>
                </c:pt>
                <c:pt idx="60">
                  <c:v>13.411871966890102</c:v>
                </c:pt>
                <c:pt idx="61">
                  <c:v>13.382209424617368</c:v>
                </c:pt>
                <c:pt idx="62">
                  <c:v>13.36068663946612</c:v>
                </c:pt>
                <c:pt idx="63">
                  <c:v>13.342623219023636</c:v>
                </c:pt>
                <c:pt idx="64">
                  <c:v>13.281734855192596</c:v>
                </c:pt>
                <c:pt idx="65">
                  <c:v>13.239637210991276</c:v>
                </c:pt>
                <c:pt idx="66">
                  <c:v>13.180884800216614</c:v>
                </c:pt>
                <c:pt idx="67">
                  <c:v>13.16032090254599</c:v>
                </c:pt>
                <c:pt idx="68">
                  <c:v>13.09965363207057</c:v>
                </c:pt>
                <c:pt idx="69">
                  <c:v>13.073559718469795</c:v>
                </c:pt>
                <c:pt idx="70">
                  <c:v>13.074143120399208</c:v>
                </c:pt>
                <c:pt idx="71">
                  <c:v>13.023580492616052</c:v>
                </c:pt>
                <c:pt idx="72">
                  <c:v>12.977204062287221</c:v>
                </c:pt>
                <c:pt idx="73">
                  <c:v>12.970771889845599</c:v>
                </c:pt>
                <c:pt idx="74">
                  <c:v>12.951713316081989</c:v>
                </c:pt>
                <c:pt idx="75">
                  <c:v>12.921574711771111</c:v>
                </c:pt>
                <c:pt idx="76">
                  <c:v>12.870600390901448</c:v>
                </c:pt>
                <c:pt idx="77">
                  <c:v>12.851231750032039</c:v>
                </c:pt>
                <c:pt idx="78">
                  <c:v>12.788830307701078</c:v>
                </c:pt>
                <c:pt idx="79">
                  <c:v>12.769449597653239</c:v>
                </c:pt>
                <c:pt idx="80">
                  <c:v>12.736085199304116</c:v>
                </c:pt>
                <c:pt idx="81">
                  <c:v>12.674049039112649</c:v>
                </c:pt>
                <c:pt idx="82">
                  <c:v>12.659548358515936</c:v>
                </c:pt>
                <c:pt idx="83">
                  <c:v>12.588944889099409</c:v>
                </c:pt>
                <c:pt idx="84">
                  <c:v>12.555838841134978</c:v>
                </c:pt>
                <c:pt idx="85">
                  <c:v>12.558820802785776</c:v>
                </c:pt>
                <c:pt idx="86">
                  <c:v>12.510865117543887</c:v>
                </c:pt>
                <c:pt idx="87">
                  <c:v>12.478853953961973</c:v>
                </c:pt>
                <c:pt idx="88">
                  <c:v>12.464408779925003</c:v>
                </c:pt>
                <c:pt idx="89">
                  <c:v>12.452756862727263</c:v>
                </c:pt>
                <c:pt idx="90">
                  <c:v>12.4252747895386</c:v>
                </c:pt>
                <c:pt idx="91">
                  <c:v>12.380204512520052</c:v>
                </c:pt>
                <c:pt idx="92">
                  <c:v>12.358677296172857</c:v>
                </c:pt>
                <c:pt idx="93">
                  <c:v>12.326549842849968</c:v>
                </c:pt>
                <c:pt idx="94">
                  <c:v>12.303221257892922</c:v>
                </c:pt>
                <c:pt idx="95">
                  <c:v>12.285043063644917</c:v>
                </c:pt>
                <c:pt idx="96">
                  <c:v>12.303218954837133</c:v>
                </c:pt>
                <c:pt idx="97">
                  <c:v>12.294687036874429</c:v>
                </c:pt>
                <c:pt idx="98">
                  <c:v>12.301743395739731</c:v>
                </c:pt>
                <c:pt idx="99">
                  <c:v>12.297318117772559</c:v>
                </c:pt>
                <c:pt idx="100">
                  <c:v>12.259966780023657</c:v>
                </c:pt>
                <c:pt idx="101">
                  <c:v>12.256082924234828</c:v>
                </c:pt>
                <c:pt idx="102">
                  <c:v>12.259756414826642</c:v>
                </c:pt>
                <c:pt idx="103">
                  <c:v>12.241411321915541</c:v>
                </c:pt>
                <c:pt idx="104">
                  <c:v>12.244485158000705</c:v>
                </c:pt>
                <c:pt idx="105">
                  <c:v>12.245998659213393</c:v>
                </c:pt>
                <c:pt idx="106">
                  <c:v>12.233166717450505</c:v>
                </c:pt>
                <c:pt idx="107">
                  <c:v>12.211999929334086</c:v>
                </c:pt>
                <c:pt idx="108">
                  <c:v>12.199174007584109</c:v>
                </c:pt>
                <c:pt idx="109">
                  <c:v>12.195261203258609</c:v>
                </c:pt>
                <c:pt idx="110">
                  <c:v>12.151516728406053</c:v>
                </c:pt>
                <c:pt idx="111">
                  <c:v>12.141862231086169</c:v>
                </c:pt>
                <c:pt idx="112">
                  <c:v>12.148789079504168</c:v>
                </c:pt>
                <c:pt idx="113">
                  <c:v>12.166037815826202</c:v>
                </c:pt>
                <c:pt idx="114">
                  <c:v>12.170706999062336</c:v>
                </c:pt>
                <c:pt idx="115">
                  <c:v>12.172869903701949</c:v>
                </c:pt>
                <c:pt idx="116">
                  <c:v>12.206780330340994</c:v>
                </c:pt>
                <c:pt idx="117">
                  <c:v>12.207375509922789</c:v>
                </c:pt>
                <c:pt idx="118">
                  <c:v>12.188933863584234</c:v>
                </c:pt>
                <c:pt idx="119">
                  <c:v>12.190294692605022</c:v>
                </c:pt>
                <c:pt idx="120">
                  <c:v>12.169172187295457</c:v>
                </c:pt>
                <c:pt idx="121">
                  <c:v>12.169074569797925</c:v>
                </c:pt>
                <c:pt idx="122">
                  <c:v>12.170270511685356</c:v>
                </c:pt>
                <c:pt idx="123">
                  <c:v>12.192000907112455</c:v>
                </c:pt>
                <c:pt idx="124">
                  <c:v>12.213448376508923</c:v>
                </c:pt>
                <c:pt idx="125">
                  <c:v>12.222710304851121</c:v>
                </c:pt>
                <c:pt idx="126">
                  <c:v>12.226610354911974</c:v>
                </c:pt>
                <c:pt idx="127">
                  <c:v>12.214237216845122</c:v>
                </c:pt>
                <c:pt idx="128">
                  <c:v>12.242441720736002</c:v>
                </c:pt>
                <c:pt idx="129">
                  <c:v>12.266348605916603</c:v>
                </c:pt>
                <c:pt idx="130">
                  <c:v>12.275886755190299</c:v>
                </c:pt>
                <c:pt idx="131">
                  <c:v>12.285020178850065</c:v>
                </c:pt>
                <c:pt idx="132">
                  <c:v>12.318845800561434</c:v>
                </c:pt>
                <c:pt idx="133">
                  <c:v>12.298131387991669</c:v>
                </c:pt>
                <c:pt idx="134">
                  <c:v>12.241490587848284</c:v>
                </c:pt>
                <c:pt idx="135">
                  <c:v>12.254148299067943</c:v>
                </c:pt>
                <c:pt idx="136">
                  <c:v>12.271558467939656</c:v>
                </c:pt>
                <c:pt idx="137">
                  <c:v>12.281216696792967</c:v>
                </c:pt>
                <c:pt idx="138">
                  <c:v>12.331203735544825</c:v>
                </c:pt>
                <c:pt idx="139">
                  <c:v>12.50469263650678</c:v>
                </c:pt>
                <c:pt idx="140">
                  <c:v>12.660091063408899</c:v>
                </c:pt>
                <c:pt idx="141">
                  <c:v>12.800088402359123</c:v>
                </c:pt>
                <c:pt idx="142">
                  <c:v>12.88853110868639</c:v>
                </c:pt>
                <c:pt idx="143">
                  <c:v>12.941386763761166</c:v>
                </c:pt>
                <c:pt idx="144">
                  <c:v>12.957376967553033</c:v>
                </c:pt>
                <c:pt idx="145">
                  <c:v>13.024098009658372</c:v>
                </c:pt>
                <c:pt idx="146">
                  <c:v>13.073596567362397</c:v>
                </c:pt>
                <c:pt idx="147">
                  <c:v>13.116784752208103</c:v>
                </c:pt>
                <c:pt idx="148">
                  <c:v>13.17251706972475</c:v>
                </c:pt>
                <c:pt idx="149">
                  <c:v>13.19495804532017</c:v>
                </c:pt>
                <c:pt idx="150">
                  <c:v>13.235081008675463</c:v>
                </c:pt>
                <c:pt idx="151">
                  <c:v>13.272168369586927</c:v>
                </c:pt>
                <c:pt idx="152">
                  <c:v>13.2934821888662</c:v>
                </c:pt>
                <c:pt idx="153">
                  <c:v>13.357400208009665</c:v>
                </c:pt>
                <c:pt idx="154">
                  <c:v>13.316860362404194</c:v>
                </c:pt>
                <c:pt idx="155">
                  <c:v>13.319294488303566</c:v>
                </c:pt>
                <c:pt idx="156">
                  <c:v>13.346611411985428</c:v>
                </c:pt>
                <c:pt idx="157">
                  <c:v>13.328273490615134</c:v>
                </c:pt>
                <c:pt idx="158">
                  <c:v>13.341435425289276</c:v>
                </c:pt>
                <c:pt idx="159">
                  <c:v>13.334632256797597</c:v>
                </c:pt>
                <c:pt idx="160">
                  <c:v>13.29212122865869</c:v>
                </c:pt>
                <c:pt idx="161">
                  <c:v>13.243346238608472</c:v>
                </c:pt>
                <c:pt idx="162">
                  <c:v>13.20269269784386</c:v>
                </c:pt>
                <c:pt idx="163">
                  <c:v>13.190415369813035</c:v>
                </c:pt>
                <c:pt idx="164">
                  <c:v>13.154587634654423</c:v>
                </c:pt>
                <c:pt idx="165">
                  <c:v>13.111539965364372</c:v>
                </c:pt>
                <c:pt idx="166">
                  <c:v>13.079777269434087</c:v>
                </c:pt>
                <c:pt idx="167">
                  <c:v>13.056586372230019</c:v>
                </c:pt>
                <c:pt idx="168">
                  <c:v>13.037286881339451</c:v>
                </c:pt>
                <c:pt idx="169">
                  <c:v>13.012863878441566</c:v>
                </c:pt>
                <c:pt idx="170">
                  <c:v>13.000149611168386</c:v>
                </c:pt>
                <c:pt idx="171">
                  <c:v>12.978990184084706</c:v>
                </c:pt>
                <c:pt idx="172">
                  <c:v>12.978119104250064</c:v>
                </c:pt>
                <c:pt idx="173">
                  <c:v>12.958437131183107</c:v>
                </c:pt>
                <c:pt idx="174">
                  <c:v>12.944046589127732</c:v>
                </c:pt>
                <c:pt idx="175">
                  <c:v>12.946033339152192</c:v>
                </c:pt>
                <c:pt idx="176">
                  <c:v>12.932415049600825</c:v>
                </c:pt>
                <c:pt idx="177">
                  <c:v>12.914749562215333</c:v>
                </c:pt>
                <c:pt idx="178">
                  <c:v>12.890054273987607</c:v>
                </c:pt>
                <c:pt idx="179">
                  <c:v>12.901784932371203</c:v>
                </c:pt>
                <c:pt idx="180">
                  <c:v>12.907170526296639</c:v>
                </c:pt>
                <c:pt idx="181">
                  <c:v>12.876331909636718</c:v>
                </c:pt>
                <c:pt idx="182">
                  <c:v>12.856204543071982</c:v>
                </c:pt>
                <c:pt idx="183">
                  <c:v>12.835579250015421</c:v>
                </c:pt>
                <c:pt idx="184">
                  <c:v>12.835415179155001</c:v>
                </c:pt>
                <c:pt idx="185">
                  <c:v>12.835893223570276</c:v>
                </c:pt>
                <c:pt idx="186">
                  <c:v>12.836930065116423</c:v>
                </c:pt>
                <c:pt idx="187">
                  <c:v>12.834469293736165</c:v>
                </c:pt>
                <c:pt idx="188">
                  <c:v>12.79507677804944</c:v>
                </c:pt>
                <c:pt idx="189">
                  <c:v>12.782732923774217</c:v>
                </c:pt>
                <c:pt idx="190">
                  <c:v>12.76804706583113</c:v>
                </c:pt>
                <c:pt idx="191">
                  <c:v>12.744886895472636</c:v>
                </c:pt>
                <c:pt idx="192">
                  <c:v>12.749451318823031</c:v>
                </c:pt>
                <c:pt idx="193">
                  <c:v>12.750183690563523</c:v>
                </c:pt>
                <c:pt idx="194">
                  <c:v>12.768468787413724</c:v>
                </c:pt>
                <c:pt idx="195">
                  <c:v>12.77333983786254</c:v>
                </c:pt>
                <c:pt idx="196">
                  <c:v>12.758679051159671</c:v>
                </c:pt>
                <c:pt idx="197">
                  <c:v>12.780707808921701</c:v>
                </c:pt>
                <c:pt idx="198">
                  <c:v>12.791004275754258</c:v>
                </c:pt>
                <c:pt idx="199">
                  <c:v>12.800414211871571</c:v>
                </c:pt>
                <c:pt idx="200">
                  <c:v>12.789856362783409</c:v>
                </c:pt>
                <c:pt idx="201">
                  <c:v>12.778208147966494</c:v>
                </c:pt>
                <c:pt idx="202">
                  <c:v>12.786880989621322</c:v>
                </c:pt>
                <c:pt idx="203">
                  <c:v>12.826731317815518</c:v>
                </c:pt>
                <c:pt idx="204">
                  <c:v>12.854903287399322</c:v>
                </c:pt>
                <c:pt idx="205">
                  <c:v>12.846782246250187</c:v>
                </c:pt>
                <c:pt idx="206">
                  <c:v>12.813983116910224</c:v>
                </c:pt>
                <c:pt idx="207">
                  <c:v>12.77027957231496</c:v>
                </c:pt>
                <c:pt idx="208">
                  <c:v>12.697398176656156</c:v>
                </c:pt>
                <c:pt idx="209">
                  <c:v>12.644493778425977</c:v>
                </c:pt>
                <c:pt idx="210">
                  <c:v>12.585548902153711</c:v>
                </c:pt>
                <c:pt idx="211">
                  <c:v>12.538005609660846</c:v>
                </c:pt>
                <c:pt idx="212">
                  <c:v>12.472205294276305</c:v>
                </c:pt>
                <c:pt idx="213">
                  <c:v>12.405193309173987</c:v>
                </c:pt>
                <c:pt idx="214">
                  <c:v>12.383930652716328</c:v>
                </c:pt>
                <c:pt idx="215">
                  <c:v>12.395048290123926</c:v>
                </c:pt>
                <c:pt idx="216">
                  <c:v>12.417215143775399</c:v>
                </c:pt>
                <c:pt idx="217">
                  <c:v>12.432652934856872</c:v>
                </c:pt>
                <c:pt idx="218">
                  <c:v>12.43101622015954</c:v>
                </c:pt>
                <c:pt idx="219">
                  <c:v>12.3906761573555</c:v>
                </c:pt>
                <c:pt idx="220">
                  <c:v>12.407974351071761</c:v>
                </c:pt>
                <c:pt idx="221">
                  <c:v>12.440909564771433</c:v>
                </c:pt>
                <c:pt idx="222">
                  <c:v>12.451788005055761</c:v>
                </c:pt>
                <c:pt idx="223">
                  <c:v>12.455564462648107</c:v>
                </c:pt>
                <c:pt idx="224">
                  <c:v>12.456991657573969</c:v>
                </c:pt>
                <c:pt idx="225">
                  <c:v>12.429876440765463</c:v>
                </c:pt>
                <c:pt idx="226">
                  <c:v>12.392296517441478</c:v>
                </c:pt>
                <c:pt idx="227">
                  <c:v>12.399470915204052</c:v>
                </c:pt>
                <c:pt idx="228">
                  <c:v>12.417747412035803</c:v>
                </c:pt>
                <c:pt idx="229">
                  <c:v>12.391388792782468</c:v>
                </c:pt>
                <c:pt idx="230">
                  <c:v>12.391398646362925</c:v>
                </c:pt>
                <c:pt idx="231">
                  <c:v>12.412520408281065</c:v>
                </c:pt>
                <c:pt idx="232">
                  <c:v>12.452472828897648</c:v>
                </c:pt>
                <c:pt idx="233">
                  <c:v>12.491276257897002</c:v>
                </c:pt>
                <c:pt idx="234">
                  <c:v>12.49582138222295</c:v>
                </c:pt>
                <c:pt idx="235">
                  <c:v>12.492291060073839</c:v>
                </c:pt>
                <c:pt idx="236">
                  <c:v>12.490378532581476</c:v>
                </c:pt>
                <c:pt idx="237">
                  <c:v>12.485258577191958</c:v>
                </c:pt>
                <c:pt idx="238">
                  <c:v>12.481797405021688</c:v>
                </c:pt>
                <c:pt idx="239">
                  <c:v>12.470786174622003</c:v>
                </c:pt>
                <c:pt idx="240">
                  <c:v>12.448439770076904</c:v>
                </c:pt>
                <c:pt idx="241">
                  <c:v>12.457334521360288</c:v>
                </c:pt>
                <c:pt idx="242">
                  <c:v>12.444972505012206</c:v>
                </c:pt>
                <c:pt idx="243">
                  <c:v>12.419444997372183</c:v>
                </c:pt>
                <c:pt idx="244">
                  <c:v>12.402853112967627</c:v>
                </c:pt>
                <c:pt idx="245">
                  <c:v>12.470092342625202</c:v>
                </c:pt>
                <c:pt idx="246">
                  <c:v>12.489028154769546</c:v>
                </c:pt>
                <c:pt idx="247">
                  <c:v>12.506501730556932</c:v>
                </c:pt>
                <c:pt idx="248">
                  <c:v>12.522184082840974</c:v>
                </c:pt>
                <c:pt idx="249">
                  <c:v>12.548038245418988</c:v>
                </c:pt>
                <c:pt idx="250">
                  <c:v>12.490872669234662</c:v>
                </c:pt>
                <c:pt idx="251">
                  <c:v>12.492492679489381</c:v>
                </c:pt>
                <c:pt idx="252">
                  <c:v>12.548060867840396</c:v>
                </c:pt>
                <c:pt idx="253">
                  <c:v>12.556564041334664</c:v>
                </c:pt>
                <c:pt idx="254">
                  <c:v>12.522974876401701</c:v>
                </c:pt>
                <c:pt idx="255">
                  <c:v>12.487974900306837</c:v>
                </c:pt>
                <c:pt idx="256">
                  <c:v>12.451565220849055</c:v>
                </c:pt>
                <c:pt idx="257">
                  <c:v>12.640758396853943</c:v>
                </c:pt>
                <c:pt idx="258">
                  <c:v>12.823460512155295</c:v>
                </c:pt>
                <c:pt idx="259">
                  <c:v>13</c:v>
                </c:pt>
                <c:pt idx="260">
                  <c:v>12.938716210235992</c:v>
                </c:pt>
                <c:pt idx="261">
                  <c:v>12.824349258468512</c:v>
                </c:pt>
                <c:pt idx="262">
                  <c:v>12.89475857153635</c:v>
                </c:pt>
                <c:pt idx="263">
                  <c:v>12.923337394874249</c:v>
                </c:pt>
                <c:pt idx="264">
                  <c:v>12.915986099105094</c:v>
                </c:pt>
                <c:pt idx="265">
                  <c:v>12.880130668971821</c:v>
                </c:pt>
                <c:pt idx="266">
                  <c:v>12.880265412311704</c:v>
                </c:pt>
                <c:pt idx="267">
                  <c:v>12.939863656765159</c:v>
                </c:pt>
                <c:pt idx="268">
                  <c:v>12.868218273249232</c:v>
                </c:pt>
                <c:pt idx="269">
                  <c:v>12.789129763258691</c:v>
                </c:pt>
                <c:pt idx="270">
                  <c:v>12.782076815248164</c:v>
                </c:pt>
                <c:pt idx="271">
                  <c:v>12.89807479695502</c:v>
                </c:pt>
                <c:pt idx="272">
                  <c:v>12.904488894781602</c:v>
                </c:pt>
                <c:pt idx="273">
                  <c:v>12.864520032095852</c:v>
                </c:pt>
                <c:pt idx="274">
                  <c:v>12.859919051378899</c:v>
                </c:pt>
                <c:pt idx="275">
                  <c:v>12.882680414102257</c:v>
                </c:pt>
                <c:pt idx="276">
                  <c:v>12.938630559882773</c:v>
                </c:pt>
                <c:pt idx="277">
                  <c:v>13.021875998112309</c:v>
                </c:pt>
                <c:pt idx="278">
                  <c:v>13.318053753438695</c:v>
                </c:pt>
                <c:pt idx="279">
                  <c:v>13.482780547469593</c:v>
                </c:pt>
                <c:pt idx="280">
                  <c:v>13.398182953119228</c:v>
                </c:pt>
                <c:pt idx="281">
                  <c:v>13.228553273994955</c:v>
                </c:pt>
                <c:pt idx="282">
                  <c:v>13.14346918097389</c:v>
                </c:pt>
                <c:pt idx="283">
                  <c:v>13.164234931280895</c:v>
                </c:pt>
                <c:pt idx="284">
                  <c:v>13.175868219964098</c:v>
                </c:pt>
                <c:pt idx="285">
                  <c:v>12.932118684219331</c:v>
                </c:pt>
                <c:pt idx="286">
                  <c:v>12.743597592367989</c:v>
                </c:pt>
                <c:pt idx="287">
                  <c:v>13.111108973253415</c:v>
                </c:pt>
                <c:pt idx="288">
                  <c:v>13.306990573097064</c:v>
                </c:pt>
                <c:pt idx="289">
                  <c:v>13.468022682592382</c:v>
                </c:pt>
                <c:pt idx="290">
                  <c:v>13.416239493546952</c:v>
                </c:pt>
                <c:pt idx="291">
                  <c:v>13.436370883171167</c:v>
                </c:pt>
                <c:pt idx="292">
                  <c:v>13.447348121633528</c:v>
                </c:pt>
                <c:pt idx="293">
                  <c:v>13.325890556689981</c:v>
                </c:pt>
                <c:pt idx="294">
                  <c:v>13.472464256865699</c:v>
                </c:pt>
                <c:pt idx="295">
                  <c:v>13.633955694803944</c:v>
                </c:pt>
                <c:pt idx="296">
                  <c:v>13.734180601320285</c:v>
                </c:pt>
                <c:pt idx="297">
                  <c:v>13.857849682872132</c:v>
                </c:pt>
                <c:pt idx="298">
                  <c:v>13.84464285318643</c:v>
                </c:pt>
                <c:pt idx="299">
                  <c:v>13.914077827893045</c:v>
                </c:pt>
                <c:pt idx="300">
                  <c:v>14.023238357644855</c:v>
                </c:pt>
                <c:pt idx="301">
                  <c:v>13.961125584407691</c:v>
                </c:pt>
                <c:pt idx="302">
                  <c:v>13.851705363251366</c:v>
                </c:pt>
                <c:pt idx="303">
                  <c:v>13.930268135165001</c:v>
                </c:pt>
                <c:pt idx="304">
                  <c:v>14.036635728756231</c:v>
                </c:pt>
                <c:pt idx="305">
                  <c:v>14.244270842625724</c:v>
                </c:pt>
                <c:pt idx="306">
                  <c:v>14.257038983912773</c:v>
                </c:pt>
                <c:pt idx="307">
                  <c:v>14.24250069645573</c:v>
                </c:pt>
                <c:pt idx="308">
                  <c:v>14.228298713448901</c:v>
                </c:pt>
                <c:pt idx="309">
                  <c:v>14.143763389062617</c:v>
                </c:pt>
                <c:pt idx="310">
                  <c:v>14.080913404752549</c:v>
                </c:pt>
                <c:pt idx="311">
                  <c:v>14.01917565062492</c:v>
                </c:pt>
                <c:pt idx="312">
                  <c:v>14.247317639669836</c:v>
                </c:pt>
                <c:pt idx="313">
                  <c:v>14.356881524863148</c:v>
                </c:pt>
                <c:pt idx="314">
                  <c:v>14.252914939812113</c:v>
                </c:pt>
                <c:pt idx="315">
                  <c:v>14.241037002468524</c:v>
                </c:pt>
                <c:pt idx="316">
                  <c:v>14.120614121778358</c:v>
                </c:pt>
                <c:pt idx="317">
                  <c:v>14.109354219658812</c:v>
                </c:pt>
                <c:pt idx="318">
                  <c:v>14.15262111653777</c:v>
                </c:pt>
                <c:pt idx="319">
                  <c:v>14.049935147115121</c:v>
                </c:pt>
                <c:pt idx="320">
                  <c:v>13.9663975414792</c:v>
                </c:pt>
                <c:pt idx="321">
                  <c:v>13.978155836532245</c:v>
                </c:pt>
                <c:pt idx="322">
                  <c:v>13.953613074733401</c:v>
                </c:pt>
                <c:pt idx="323">
                  <c:v>13.863142163377493</c:v>
                </c:pt>
                <c:pt idx="324">
                  <c:v>13.713463360947847</c:v>
                </c:pt>
                <c:pt idx="325">
                  <c:v>13.686075304910007</c:v>
                </c:pt>
                <c:pt idx="326">
                  <c:v>13.567514925842186</c:v>
                </c:pt>
                <c:pt idx="327">
                  <c:v>13.4717252966365</c:v>
                </c:pt>
                <c:pt idx="328">
                  <c:v>13.415435231482759</c:v>
                </c:pt>
                <c:pt idx="329">
                  <c:v>13.324737396250251</c:v>
                </c:pt>
                <c:pt idx="330">
                  <c:v>13.303398389120339</c:v>
                </c:pt>
                <c:pt idx="331">
                  <c:v>13.230104075965622</c:v>
                </c:pt>
                <c:pt idx="332">
                  <c:v>13.142311705948634</c:v>
                </c:pt>
                <c:pt idx="333">
                  <c:v>13.024219984157305</c:v>
                </c:pt>
                <c:pt idx="334">
                  <c:v>12.993088383818066</c:v>
                </c:pt>
                <c:pt idx="335">
                  <c:v>12.969206045130798</c:v>
                </c:pt>
                <c:pt idx="336">
                  <c:v>12.886957276157844</c:v>
                </c:pt>
                <c:pt idx="337">
                  <c:v>12.917349683047048</c:v>
                </c:pt>
                <c:pt idx="338">
                  <c:v>12.910244960010205</c:v>
                </c:pt>
                <c:pt idx="339">
                  <c:v>12.845407117876691</c:v>
                </c:pt>
                <c:pt idx="340">
                  <c:v>12.745702352137112</c:v>
                </c:pt>
                <c:pt idx="341">
                  <c:v>12.747259742596491</c:v>
                </c:pt>
                <c:pt idx="342">
                  <c:v>12.832062746201036</c:v>
                </c:pt>
                <c:pt idx="343">
                  <c:v>12.779337170049359</c:v>
                </c:pt>
                <c:pt idx="344">
                  <c:v>12.798079321439301</c:v>
                </c:pt>
                <c:pt idx="345">
                  <c:v>12.839751978966278</c:v>
                </c:pt>
                <c:pt idx="346">
                  <c:v>12.866100511418317</c:v>
                </c:pt>
                <c:pt idx="347">
                  <c:v>12.953439091987311</c:v>
                </c:pt>
                <c:pt idx="348">
                  <c:v>12.911397770618676</c:v>
                </c:pt>
                <c:pt idx="349">
                  <c:v>12.841064429239223</c:v>
                </c:pt>
                <c:pt idx="350">
                  <c:v>12.763052758168763</c:v>
                </c:pt>
                <c:pt idx="351">
                  <c:v>12.813633343956543</c:v>
                </c:pt>
                <c:pt idx="352">
                  <c:v>12.903688947302934</c:v>
                </c:pt>
                <c:pt idx="353">
                  <c:v>12.903069279533016</c:v>
                </c:pt>
                <c:pt idx="354">
                  <c:v>12.872390943894878</c:v>
                </c:pt>
                <c:pt idx="355">
                  <c:v>12.78130765292028</c:v>
                </c:pt>
                <c:pt idx="356">
                  <c:v>12.758826388424875</c:v>
                </c:pt>
                <c:pt idx="357">
                  <c:v>12.858161965575905</c:v>
                </c:pt>
                <c:pt idx="358">
                  <c:v>12.81147698407673</c:v>
                </c:pt>
                <c:pt idx="359">
                  <c:v>12.797589557676853</c:v>
                </c:pt>
                <c:pt idx="360">
                  <c:v>13.007630052977278</c:v>
                </c:pt>
                <c:pt idx="361">
                  <c:v>13.043995245559969</c:v>
                </c:pt>
                <c:pt idx="362">
                  <c:v>13.018836314303794</c:v>
                </c:pt>
                <c:pt idx="363">
                  <c:v>12.958446576627097</c:v>
                </c:pt>
                <c:pt idx="364">
                  <c:v>12.947776256789203</c:v>
                </c:pt>
                <c:pt idx="365">
                  <c:v>12.881961569170441</c:v>
                </c:pt>
                <c:pt idx="366">
                  <c:v>12.806287878708371</c:v>
                </c:pt>
                <c:pt idx="367">
                  <c:v>12.764852873216604</c:v>
                </c:pt>
                <c:pt idx="368">
                  <c:v>12.776264893628557</c:v>
                </c:pt>
                <c:pt idx="369">
                  <c:v>12.774238612671843</c:v>
                </c:pt>
                <c:pt idx="370">
                  <c:v>12.821502331683643</c:v>
                </c:pt>
                <c:pt idx="371">
                  <c:v>12.833235672106891</c:v>
                </c:pt>
                <c:pt idx="372">
                  <c:v>12.763264231164765</c:v>
                </c:pt>
                <c:pt idx="373">
                  <c:v>12.725075018398208</c:v>
                </c:pt>
                <c:pt idx="374">
                  <c:v>12.687250563024259</c:v>
                </c:pt>
                <c:pt idx="375">
                  <c:v>12.724709036596197</c:v>
                </c:pt>
                <c:pt idx="376">
                  <c:v>12.726320242764237</c:v>
                </c:pt>
                <c:pt idx="377">
                  <c:v>12.705709176178871</c:v>
                </c:pt>
                <c:pt idx="378">
                  <c:v>12.699434311193329</c:v>
                </c:pt>
                <c:pt idx="379">
                  <c:v>12.646255528645757</c:v>
                </c:pt>
                <c:pt idx="380">
                  <c:v>12.595675875741335</c:v>
                </c:pt>
                <c:pt idx="381">
                  <c:v>12.564256889022911</c:v>
                </c:pt>
                <c:pt idx="382">
                  <c:v>12.484384057349937</c:v>
                </c:pt>
                <c:pt idx="383">
                  <c:v>12.451744363606213</c:v>
                </c:pt>
                <c:pt idx="384">
                  <c:v>12.421841924547694</c:v>
                </c:pt>
                <c:pt idx="385">
                  <c:v>12.415274921308374</c:v>
                </c:pt>
                <c:pt idx="386">
                  <c:v>12.439153207783557</c:v>
                </c:pt>
                <c:pt idx="387">
                  <c:v>12.42867509106982</c:v>
                </c:pt>
                <c:pt idx="388">
                  <c:v>12.434908209525137</c:v>
                </c:pt>
                <c:pt idx="389">
                  <c:v>12.400627719719392</c:v>
                </c:pt>
                <c:pt idx="390">
                  <c:v>12.359663353881254</c:v>
                </c:pt>
                <c:pt idx="391">
                  <c:v>12.354074449689191</c:v>
                </c:pt>
                <c:pt idx="392">
                  <c:v>12.427373602176324</c:v>
                </c:pt>
                <c:pt idx="393">
                  <c:v>12.447367770489237</c:v>
                </c:pt>
                <c:pt idx="394">
                  <c:v>12.460829568857461</c:v>
                </c:pt>
                <c:pt idx="395">
                  <c:v>12.456204129104991</c:v>
                </c:pt>
                <c:pt idx="396">
                  <c:v>12.467651686542329</c:v>
                </c:pt>
                <c:pt idx="397">
                  <c:v>12.491948983407852</c:v>
                </c:pt>
                <c:pt idx="398">
                  <c:v>12.49737253402488</c:v>
                </c:pt>
                <c:pt idx="399">
                  <c:v>12.477650855110038</c:v>
                </c:pt>
                <c:pt idx="400">
                  <c:v>12.5198675585498</c:v>
                </c:pt>
                <c:pt idx="401">
                  <c:v>12.482429200275245</c:v>
                </c:pt>
                <c:pt idx="402">
                  <c:v>12.488301438634409</c:v>
                </c:pt>
                <c:pt idx="403">
                  <c:v>12.484710653982718</c:v>
                </c:pt>
                <c:pt idx="404">
                  <c:v>12.44370672805972</c:v>
                </c:pt>
                <c:pt idx="405">
                  <c:v>12.433051771644612</c:v>
                </c:pt>
                <c:pt idx="406">
                  <c:v>12.394682803916197</c:v>
                </c:pt>
                <c:pt idx="407">
                  <c:v>12.346427488201066</c:v>
                </c:pt>
                <c:pt idx="408">
                  <c:v>12.330681233407065</c:v>
                </c:pt>
                <c:pt idx="409">
                  <c:v>12.322721027179206</c:v>
                </c:pt>
                <c:pt idx="410">
                  <c:v>12.292158689755995</c:v>
                </c:pt>
                <c:pt idx="411">
                  <c:v>12.257227251435269</c:v>
                </c:pt>
                <c:pt idx="412">
                  <c:v>12.214544937166224</c:v>
                </c:pt>
                <c:pt idx="413">
                  <c:v>12.205797989589721</c:v>
                </c:pt>
                <c:pt idx="414">
                  <c:v>12.2052115703657</c:v>
                </c:pt>
                <c:pt idx="415">
                  <c:v>12.168945802742048</c:v>
                </c:pt>
                <c:pt idx="416">
                  <c:v>12.123373007696404</c:v>
                </c:pt>
                <c:pt idx="417">
                  <c:v>12.099334884776662</c:v>
                </c:pt>
                <c:pt idx="418">
                  <c:v>12.090437196368331</c:v>
                </c:pt>
                <c:pt idx="419">
                  <c:v>12.111971861206081</c:v>
                </c:pt>
                <c:pt idx="420">
                  <c:v>12.102934174700833</c:v>
                </c:pt>
                <c:pt idx="421">
                  <c:v>12.068088102495429</c:v>
                </c:pt>
                <c:pt idx="422">
                  <c:v>12.060694714008864</c:v>
                </c:pt>
                <c:pt idx="423">
                  <c:v>12.086972372834296</c:v>
                </c:pt>
                <c:pt idx="424">
                  <c:v>12.107336174312987</c:v>
                </c:pt>
                <c:pt idx="425">
                  <c:v>12.124534097644668</c:v>
                </c:pt>
                <c:pt idx="426">
                  <c:v>12.127263758076293</c:v>
                </c:pt>
                <c:pt idx="427">
                  <c:v>12.141506569306294</c:v>
                </c:pt>
                <c:pt idx="428">
                  <c:v>12.113200723672604</c:v>
                </c:pt>
                <c:pt idx="429">
                  <c:v>12.13615692054271</c:v>
                </c:pt>
                <c:pt idx="430">
                  <c:v>12.101350335540651</c:v>
                </c:pt>
                <c:pt idx="431">
                  <c:v>12.101183043317389</c:v>
                </c:pt>
                <c:pt idx="432">
                  <c:v>12.190521980889185</c:v>
                </c:pt>
                <c:pt idx="433">
                  <c:v>12.168969474657231</c:v>
                </c:pt>
                <c:pt idx="434">
                  <c:v>12.126816629998521</c:v>
                </c:pt>
                <c:pt idx="435">
                  <c:v>12.007491910625868</c:v>
                </c:pt>
                <c:pt idx="436">
                  <c:v>12.043310108327582</c:v>
                </c:pt>
                <c:pt idx="437">
                  <c:v>12.039234366449177</c:v>
                </c:pt>
                <c:pt idx="438">
                  <c:v>12.13840961520544</c:v>
                </c:pt>
                <c:pt idx="439">
                  <c:v>12.29695499292583</c:v>
                </c:pt>
                <c:pt idx="440">
                  <c:v>12.308772380309025</c:v>
                </c:pt>
                <c:pt idx="441">
                  <c:v>12.369553375096189</c:v>
                </c:pt>
                <c:pt idx="442">
                  <c:v>12.35126099009476</c:v>
                </c:pt>
                <c:pt idx="443">
                  <c:v>12.340648159193746</c:v>
                </c:pt>
                <c:pt idx="444">
                  <c:v>12.326926057216303</c:v>
                </c:pt>
                <c:pt idx="445">
                  <c:v>12.41741813336337</c:v>
                </c:pt>
                <c:pt idx="446">
                  <c:v>12.436804965458244</c:v>
                </c:pt>
                <c:pt idx="447">
                  <c:v>12.451572654763307</c:v>
                </c:pt>
                <c:pt idx="448">
                  <c:v>12.41809578566445</c:v>
                </c:pt>
                <c:pt idx="449">
                  <c:v>12.379282503084635</c:v>
                </c:pt>
                <c:pt idx="450">
                  <c:v>12.325013004977048</c:v>
                </c:pt>
                <c:pt idx="451">
                  <c:v>12.319665105369758</c:v>
                </c:pt>
                <c:pt idx="452">
                  <c:v>12.43247810668524</c:v>
                </c:pt>
                <c:pt idx="453">
                  <c:v>12.514697110848582</c:v>
                </c:pt>
                <c:pt idx="454">
                  <c:v>12.52090667399913</c:v>
                </c:pt>
                <c:pt idx="455">
                  <c:v>12.510002491964666</c:v>
                </c:pt>
                <c:pt idx="456">
                  <c:v>12.511593932666578</c:v>
                </c:pt>
                <c:pt idx="457">
                  <c:v>12.529431187200187</c:v>
                </c:pt>
                <c:pt idx="458">
                  <c:v>12.505203273534342</c:v>
                </c:pt>
                <c:pt idx="459">
                  <c:v>12.421358195374461</c:v>
                </c:pt>
                <c:pt idx="460">
                  <c:v>12.403788211922645</c:v>
                </c:pt>
                <c:pt idx="461">
                  <c:v>12.442380284536421</c:v>
                </c:pt>
                <c:pt idx="462">
                  <c:v>12.421937982380866</c:v>
                </c:pt>
                <c:pt idx="463">
                  <c:v>12.407500708699825</c:v>
                </c:pt>
                <c:pt idx="464">
                  <c:v>12.446796962485145</c:v>
                </c:pt>
                <c:pt idx="465">
                  <c:v>12.448014841707767</c:v>
                </c:pt>
                <c:pt idx="466">
                  <c:v>12.454813753919131</c:v>
                </c:pt>
                <c:pt idx="467">
                  <c:v>12.491123031805609</c:v>
                </c:pt>
                <c:pt idx="468">
                  <c:v>12.491023854643712</c:v>
                </c:pt>
                <c:pt idx="469">
                  <c:v>12.492766247533835</c:v>
                </c:pt>
                <c:pt idx="470">
                  <c:v>12.496785225646409</c:v>
                </c:pt>
                <c:pt idx="471">
                  <c:v>12.524871778097834</c:v>
                </c:pt>
                <c:pt idx="472">
                  <c:v>12.529731925472415</c:v>
                </c:pt>
                <c:pt idx="473">
                  <c:v>12.542261481840901</c:v>
                </c:pt>
                <c:pt idx="474">
                  <c:v>12.557084473637476</c:v>
                </c:pt>
                <c:pt idx="475">
                  <c:v>12.5652238809277</c:v>
                </c:pt>
                <c:pt idx="476">
                  <c:v>12.598370684233792</c:v>
                </c:pt>
                <c:pt idx="477">
                  <c:v>12.629336756082369</c:v>
                </c:pt>
                <c:pt idx="478">
                  <c:v>12.643896791382677</c:v>
                </c:pt>
                <c:pt idx="479">
                  <c:v>12.683970078699206</c:v>
                </c:pt>
                <c:pt idx="480">
                  <c:v>12.711278664736064</c:v>
                </c:pt>
                <c:pt idx="481">
                  <c:v>12.699198058483157</c:v>
                </c:pt>
                <c:pt idx="482">
                  <c:v>12.659793007176322</c:v>
                </c:pt>
                <c:pt idx="483">
                  <c:v>12.658212935990326</c:v>
                </c:pt>
                <c:pt idx="484">
                  <c:v>12.693768385819098</c:v>
                </c:pt>
                <c:pt idx="485">
                  <c:v>12.737944027698239</c:v>
                </c:pt>
                <c:pt idx="486">
                  <c:v>12.77324211833089</c:v>
                </c:pt>
                <c:pt idx="487">
                  <c:v>12.791447745180111</c:v>
                </c:pt>
                <c:pt idx="488">
                  <c:v>12.759594909395453</c:v>
                </c:pt>
                <c:pt idx="489">
                  <c:v>12.757881844025867</c:v>
                </c:pt>
                <c:pt idx="490">
                  <c:v>12.78079899826985</c:v>
                </c:pt>
                <c:pt idx="491">
                  <c:v>12.792916336804941</c:v>
                </c:pt>
                <c:pt idx="492">
                  <c:v>12.804789143290066</c:v>
                </c:pt>
                <c:pt idx="493">
                  <c:v>12.8184060335164</c:v>
                </c:pt>
                <c:pt idx="494">
                  <c:v>12.812519714449069</c:v>
                </c:pt>
                <c:pt idx="495">
                  <c:v>12.809807880835345</c:v>
                </c:pt>
                <c:pt idx="496">
                  <c:v>12.813843942374394</c:v>
                </c:pt>
                <c:pt idx="497">
                  <c:v>12.831778566608397</c:v>
                </c:pt>
                <c:pt idx="498">
                  <c:v>12.852813803595168</c:v>
                </c:pt>
                <c:pt idx="499">
                  <c:v>12.827553829410384</c:v>
                </c:pt>
                <c:pt idx="500">
                  <c:v>12.824475081111293</c:v>
                </c:pt>
                <c:pt idx="501">
                  <c:v>12.830204792385059</c:v>
                </c:pt>
                <c:pt idx="502">
                  <c:v>12.843487477148729</c:v>
                </c:pt>
                <c:pt idx="503">
                  <c:v>12.831769237774825</c:v>
                </c:pt>
                <c:pt idx="504">
                  <c:v>12.847911676469522</c:v>
                </c:pt>
                <c:pt idx="505">
                  <c:v>12.871610528661501</c:v>
                </c:pt>
                <c:pt idx="506">
                  <c:v>12.902384892980203</c:v>
                </c:pt>
                <c:pt idx="507">
                  <c:v>12.895592277731502</c:v>
                </c:pt>
                <c:pt idx="508">
                  <c:v>12.927805731238868</c:v>
                </c:pt>
                <c:pt idx="509">
                  <c:v>12.966818621704485</c:v>
                </c:pt>
                <c:pt idx="510">
                  <c:v>13.027553409612873</c:v>
                </c:pt>
                <c:pt idx="511">
                  <c:v>13.095868691070194</c:v>
                </c:pt>
                <c:pt idx="512">
                  <c:v>13.151908743484245</c:v>
                </c:pt>
                <c:pt idx="513">
                  <c:v>13.192272973797754</c:v>
                </c:pt>
                <c:pt idx="514">
                  <c:v>13.217347012668439</c:v>
                </c:pt>
                <c:pt idx="515">
                  <c:v>13.257491432340942</c:v>
                </c:pt>
                <c:pt idx="516">
                  <c:v>13.269988221181512</c:v>
                </c:pt>
                <c:pt idx="517">
                  <c:v>13.275795186858284</c:v>
                </c:pt>
                <c:pt idx="518">
                  <c:v>13.232289588450344</c:v>
                </c:pt>
                <c:pt idx="519">
                  <c:v>13.214529821540578</c:v>
                </c:pt>
                <c:pt idx="520">
                  <c:v>13.232846519814499</c:v>
                </c:pt>
                <c:pt idx="521">
                  <c:v>13.265483210839918</c:v>
                </c:pt>
                <c:pt idx="522">
                  <c:v>13.329270626313395</c:v>
                </c:pt>
                <c:pt idx="523">
                  <c:v>13.320551898458444</c:v>
                </c:pt>
                <c:pt idx="524">
                  <c:v>13.291526632128992</c:v>
                </c:pt>
                <c:pt idx="525">
                  <c:v>13.303427891556506</c:v>
                </c:pt>
                <c:pt idx="526">
                  <c:v>13.283202630544491</c:v>
                </c:pt>
                <c:pt idx="527">
                  <c:v>13.276338241582504</c:v>
                </c:pt>
                <c:pt idx="528">
                  <c:v>13.301309313452656</c:v>
                </c:pt>
                <c:pt idx="529">
                  <c:v>13.285052188410251</c:v>
                </c:pt>
                <c:pt idx="530">
                  <c:v>13.267140827954966</c:v>
                </c:pt>
                <c:pt idx="531">
                  <c:v>13.230276426165839</c:v>
                </c:pt>
                <c:pt idx="532">
                  <c:v>13.232195367231283</c:v>
                </c:pt>
                <c:pt idx="533">
                  <c:v>13.199123719340642</c:v>
                </c:pt>
                <c:pt idx="534">
                  <c:v>13.20100033082376</c:v>
                </c:pt>
                <c:pt idx="535">
                  <c:v>13.234737007937552</c:v>
                </c:pt>
                <c:pt idx="536">
                  <c:v>13.240023541311514</c:v>
                </c:pt>
                <c:pt idx="537">
                  <c:v>13.247753762639256</c:v>
                </c:pt>
                <c:pt idx="538">
                  <c:v>13.262616576894134</c:v>
                </c:pt>
                <c:pt idx="539">
                  <c:v>13.324767598348934</c:v>
                </c:pt>
                <c:pt idx="540">
                  <c:v>13.374773411378353</c:v>
                </c:pt>
                <c:pt idx="541">
                  <c:v>13.398411975983382</c:v>
                </c:pt>
                <c:pt idx="542">
                  <c:v>13.42174490467856</c:v>
                </c:pt>
                <c:pt idx="543">
                  <c:v>13.482048467255153</c:v>
                </c:pt>
                <c:pt idx="544">
                  <c:v>13.532314787962024</c:v>
                </c:pt>
                <c:pt idx="545">
                  <c:v>13.602864325059473</c:v>
                </c:pt>
                <c:pt idx="546">
                  <c:v>13.609399522806839</c:v>
                </c:pt>
                <c:pt idx="547">
                  <c:v>13.632179484892129</c:v>
                </c:pt>
                <c:pt idx="548">
                  <c:v>13.686037289913209</c:v>
                </c:pt>
                <c:pt idx="549">
                  <c:v>13.722377644476518</c:v>
                </c:pt>
                <c:pt idx="550">
                  <c:v>13.740331800955806</c:v>
                </c:pt>
                <c:pt idx="551">
                  <c:v>13.751201641221689</c:v>
                </c:pt>
                <c:pt idx="552">
                  <c:v>13.823052433991794</c:v>
                </c:pt>
                <c:pt idx="553">
                  <c:v>13.795798013494855</c:v>
                </c:pt>
                <c:pt idx="554">
                  <c:v>13.729252178545011</c:v>
                </c:pt>
                <c:pt idx="555">
                  <c:v>13.663677125338591</c:v>
                </c:pt>
                <c:pt idx="556">
                  <c:v>13.651562702063991</c:v>
                </c:pt>
                <c:pt idx="557">
                  <c:v>13.633135340501841</c:v>
                </c:pt>
                <c:pt idx="558">
                  <c:v>13.623795079110256</c:v>
                </c:pt>
                <c:pt idx="559">
                  <c:v>13.515401262867522</c:v>
                </c:pt>
                <c:pt idx="560">
                  <c:v>13.455781387181224</c:v>
                </c:pt>
                <c:pt idx="561">
                  <c:v>13.461372856802519</c:v>
                </c:pt>
                <c:pt idx="562">
                  <c:v>13.41587415310225</c:v>
                </c:pt>
                <c:pt idx="563">
                  <c:v>13.398691024717559</c:v>
                </c:pt>
                <c:pt idx="564">
                  <c:v>13.306772628222776</c:v>
                </c:pt>
                <c:pt idx="565">
                  <c:v>13.257379836169354</c:v>
                </c:pt>
                <c:pt idx="566">
                  <c:v>13.090996591127602</c:v>
                </c:pt>
                <c:pt idx="567">
                  <c:v>13.081993100627912</c:v>
                </c:pt>
                <c:pt idx="568">
                  <c:v>13.039668765770829</c:v>
                </c:pt>
                <c:pt idx="569">
                  <c:v>12.938634058195362</c:v>
                </c:pt>
                <c:pt idx="570">
                  <c:v>12.935083504138445</c:v>
                </c:pt>
                <c:pt idx="571">
                  <c:v>13.044998445000052</c:v>
                </c:pt>
                <c:pt idx="572">
                  <c:v>12.920861347529019</c:v>
                </c:pt>
                <c:pt idx="573">
                  <c:v>12.679295225281416</c:v>
                </c:pt>
                <c:pt idx="574">
                  <c:v>12.735940660688982</c:v>
                </c:pt>
                <c:pt idx="575">
                  <c:v>12.753799896286694</c:v>
                </c:pt>
                <c:pt idx="576">
                  <c:v>12.595303888502713</c:v>
                </c:pt>
                <c:pt idx="577">
                  <c:v>12.639941074422751</c:v>
                </c:pt>
                <c:pt idx="578">
                  <c:v>12.585064619080985</c:v>
                </c:pt>
                <c:pt idx="579">
                  <c:v>12.506535664189045</c:v>
                </c:pt>
                <c:pt idx="580">
                  <c:v>12.181691715167855</c:v>
                </c:pt>
                <c:pt idx="581">
                  <c:v>11.858917630247717</c:v>
                </c:pt>
                <c:pt idx="582">
                  <c:v>12.266871457885621</c:v>
                </c:pt>
                <c:pt idx="583">
                  <c:v>12.731153161605832</c:v>
                </c:pt>
                <c:pt idx="584">
                  <c:v>12.427721188684638</c:v>
                </c:pt>
                <c:pt idx="585">
                  <c:v>13.008894926199012</c:v>
                </c:pt>
                <c:pt idx="586">
                  <c:v>13.094283605636154</c:v>
                </c:pt>
                <c:pt idx="587">
                  <c:v>11.910881988156346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1B0C-4B9C-BBFB-FF685BE46DCA}"/>
            </c:ext>
          </c:extLst>
        </c:ser>
        <c:ser>
          <c:idx val="12"/>
          <c:order val="12"/>
          <c:tx>
            <c:strRef>
              <c:f>Sheet2!$N$1</c:f>
              <c:strCache>
                <c:ptCount val="1"/>
                <c:pt idx="0">
                  <c:v>S11_n3_zz_o/O-PTIR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Sheet2!$N$2:$N$589</c:f>
              <c:numCache>
                <c:formatCode>General</c:formatCode>
                <c:ptCount val="588"/>
                <c:pt idx="0">
                  <c:v>13.064823466850628</c:v>
                </c:pt>
                <c:pt idx="1">
                  <c:v>13.27698931073091</c:v>
                </c:pt>
                <c:pt idx="2">
                  <c:v>13.117604669810634</c:v>
                </c:pt>
                <c:pt idx="3">
                  <c:v>13.031239952100222</c:v>
                </c:pt>
                <c:pt idx="4">
                  <c:v>13.13246186469171</c:v>
                </c:pt>
                <c:pt idx="5">
                  <c:v>13.148208123062702</c:v>
                </c:pt>
                <c:pt idx="6">
                  <c:v>13.070136232938001</c:v>
                </c:pt>
                <c:pt idx="7">
                  <c:v>13.084485950333463</c:v>
                </c:pt>
                <c:pt idx="8">
                  <c:v>13.180106695214052</c:v>
                </c:pt>
                <c:pt idx="9">
                  <c:v>13.21567946309796</c:v>
                </c:pt>
                <c:pt idx="10">
                  <c:v>13.251165062682185</c:v>
                </c:pt>
                <c:pt idx="11">
                  <c:v>13.219231210535014</c:v>
                </c:pt>
                <c:pt idx="12">
                  <c:v>13.194379295374302</c:v>
                </c:pt>
                <c:pt idx="13">
                  <c:v>13.181046862164006</c:v>
                </c:pt>
                <c:pt idx="14">
                  <c:v>13.123668436497931</c:v>
                </c:pt>
                <c:pt idx="15">
                  <c:v>13.16007964544503</c:v>
                </c:pt>
                <c:pt idx="16">
                  <c:v>13.207148261353197</c:v>
                </c:pt>
                <c:pt idx="17">
                  <c:v>13.169797720935057</c:v>
                </c:pt>
                <c:pt idx="18">
                  <c:v>13.243829937609473</c:v>
                </c:pt>
                <c:pt idx="19">
                  <c:v>13.277843448670607</c:v>
                </c:pt>
                <c:pt idx="20">
                  <c:v>13.255110396638802</c:v>
                </c:pt>
                <c:pt idx="21">
                  <c:v>13.215786834796754</c:v>
                </c:pt>
                <c:pt idx="22">
                  <c:v>13.245176704295963</c:v>
                </c:pt>
                <c:pt idx="23">
                  <c:v>13.280519892702229</c:v>
                </c:pt>
                <c:pt idx="24">
                  <c:v>13.296214161499188</c:v>
                </c:pt>
                <c:pt idx="25">
                  <c:v>13.322123881572232</c:v>
                </c:pt>
                <c:pt idx="26">
                  <c:v>13.31035264197673</c:v>
                </c:pt>
                <c:pt idx="27">
                  <c:v>13.290946796095346</c:v>
                </c:pt>
                <c:pt idx="28">
                  <c:v>13.297117466106899</c:v>
                </c:pt>
                <c:pt idx="29">
                  <c:v>13.299612180816675</c:v>
                </c:pt>
                <c:pt idx="30">
                  <c:v>13.308673152143445</c:v>
                </c:pt>
                <c:pt idx="31">
                  <c:v>13.321745055180092</c:v>
                </c:pt>
                <c:pt idx="32">
                  <c:v>13.339276972499883</c:v>
                </c:pt>
                <c:pt idx="33">
                  <c:v>13.368762162547535</c:v>
                </c:pt>
                <c:pt idx="34">
                  <c:v>13.404030512297439</c:v>
                </c:pt>
                <c:pt idx="35">
                  <c:v>13.424066714358165</c:v>
                </c:pt>
                <c:pt idx="36">
                  <c:v>13.431784716629858</c:v>
                </c:pt>
                <c:pt idx="37">
                  <c:v>13.455037107416054</c:v>
                </c:pt>
                <c:pt idx="38">
                  <c:v>13.472430107378788</c:v>
                </c:pt>
                <c:pt idx="39">
                  <c:v>13.495072547925096</c:v>
                </c:pt>
                <c:pt idx="40">
                  <c:v>13.501752277768686</c:v>
                </c:pt>
                <c:pt idx="41">
                  <c:v>13.529270016251838</c:v>
                </c:pt>
                <c:pt idx="42">
                  <c:v>13.534972894026032</c:v>
                </c:pt>
                <c:pt idx="43">
                  <c:v>13.551604443573071</c:v>
                </c:pt>
                <c:pt idx="44">
                  <c:v>13.570169493859789</c:v>
                </c:pt>
                <c:pt idx="45">
                  <c:v>13.607568770547719</c:v>
                </c:pt>
                <c:pt idx="46">
                  <c:v>13.646124603223472</c:v>
                </c:pt>
                <c:pt idx="47">
                  <c:v>13.669334409902765</c:v>
                </c:pt>
                <c:pt idx="48">
                  <c:v>13.645608226621579</c:v>
                </c:pt>
                <c:pt idx="49">
                  <c:v>13.607144904247029</c:v>
                </c:pt>
                <c:pt idx="50">
                  <c:v>13.576795753053092</c:v>
                </c:pt>
                <c:pt idx="51">
                  <c:v>13.559479465244888</c:v>
                </c:pt>
                <c:pt idx="52">
                  <c:v>13.567842254695289</c:v>
                </c:pt>
                <c:pt idx="53">
                  <c:v>13.560994517638022</c:v>
                </c:pt>
                <c:pt idx="54">
                  <c:v>13.562613270686256</c:v>
                </c:pt>
                <c:pt idx="55">
                  <c:v>13.577192428312872</c:v>
                </c:pt>
                <c:pt idx="56">
                  <c:v>13.587572013218594</c:v>
                </c:pt>
                <c:pt idx="57">
                  <c:v>13.582652358946856</c:v>
                </c:pt>
                <c:pt idx="58">
                  <c:v>13.594071937873586</c:v>
                </c:pt>
                <c:pt idx="59">
                  <c:v>13.614631099097318</c:v>
                </c:pt>
                <c:pt idx="60">
                  <c:v>13.636770226893791</c:v>
                </c:pt>
                <c:pt idx="61">
                  <c:v>13.660100038725714</c:v>
                </c:pt>
                <c:pt idx="62">
                  <c:v>13.679065156822936</c:v>
                </c:pt>
                <c:pt idx="63">
                  <c:v>13.702173794601407</c:v>
                </c:pt>
                <c:pt idx="64">
                  <c:v>13.738258432564598</c:v>
                </c:pt>
                <c:pt idx="65">
                  <c:v>13.791277974872036</c:v>
                </c:pt>
                <c:pt idx="66">
                  <c:v>13.822435160760319</c:v>
                </c:pt>
                <c:pt idx="67">
                  <c:v>13.852035570945022</c:v>
                </c:pt>
                <c:pt idx="68">
                  <c:v>13.880447119957353</c:v>
                </c:pt>
                <c:pt idx="69">
                  <c:v>13.907235004318162</c:v>
                </c:pt>
                <c:pt idx="70">
                  <c:v>13.929557076678535</c:v>
                </c:pt>
                <c:pt idx="71">
                  <c:v>13.947270849907884</c:v>
                </c:pt>
                <c:pt idx="72">
                  <c:v>13.954458399023917</c:v>
                </c:pt>
                <c:pt idx="73">
                  <c:v>13.975010066254997</c:v>
                </c:pt>
                <c:pt idx="74">
                  <c:v>13.98644873460896</c:v>
                </c:pt>
                <c:pt idx="75">
                  <c:v>13.993248824050774</c:v>
                </c:pt>
                <c:pt idx="76">
                  <c:v>14.002182068374378</c:v>
                </c:pt>
                <c:pt idx="77">
                  <c:v>14.012986684187755</c:v>
                </c:pt>
                <c:pt idx="78">
                  <c:v>14.027140507096204</c:v>
                </c:pt>
                <c:pt idx="79">
                  <c:v>14.029157505091865</c:v>
                </c:pt>
                <c:pt idx="80">
                  <c:v>14.009850752072799</c:v>
                </c:pt>
                <c:pt idx="81">
                  <c:v>14.010592454805149</c:v>
                </c:pt>
                <c:pt idx="82">
                  <c:v>14.002187942044296</c:v>
                </c:pt>
                <c:pt idx="83">
                  <c:v>13.979467067750553</c:v>
                </c:pt>
                <c:pt idx="84">
                  <c:v>13.967385637621302</c:v>
                </c:pt>
                <c:pt idx="85">
                  <c:v>13.957604053075292</c:v>
                </c:pt>
                <c:pt idx="86">
                  <c:v>13.95421980650106</c:v>
                </c:pt>
                <c:pt idx="87">
                  <c:v>13.930004589564151</c:v>
                </c:pt>
                <c:pt idx="88">
                  <c:v>13.903106725797645</c:v>
                </c:pt>
                <c:pt idx="89">
                  <c:v>13.878140286732311</c:v>
                </c:pt>
                <c:pt idx="90">
                  <c:v>13.854224221880514</c:v>
                </c:pt>
                <c:pt idx="91">
                  <c:v>13.830151593344363</c:v>
                </c:pt>
                <c:pt idx="92">
                  <c:v>13.809579165728231</c:v>
                </c:pt>
                <c:pt idx="93">
                  <c:v>13.784213266473417</c:v>
                </c:pt>
                <c:pt idx="94">
                  <c:v>13.760046203502814</c:v>
                </c:pt>
                <c:pt idx="95">
                  <c:v>13.734249956656367</c:v>
                </c:pt>
                <c:pt idx="96">
                  <c:v>13.705380970281661</c:v>
                </c:pt>
                <c:pt idx="97">
                  <c:v>13.687651601445976</c:v>
                </c:pt>
                <c:pt idx="98">
                  <c:v>13.660773232187386</c:v>
                </c:pt>
                <c:pt idx="99">
                  <c:v>13.647760521565687</c:v>
                </c:pt>
                <c:pt idx="100">
                  <c:v>13.622393305798649</c:v>
                </c:pt>
                <c:pt idx="101">
                  <c:v>13.597268429550798</c:v>
                </c:pt>
                <c:pt idx="102">
                  <c:v>13.594914252520818</c:v>
                </c:pt>
                <c:pt idx="103">
                  <c:v>13.58583062199329</c:v>
                </c:pt>
                <c:pt idx="104">
                  <c:v>13.566176107207033</c:v>
                </c:pt>
                <c:pt idx="105">
                  <c:v>13.54021635966952</c:v>
                </c:pt>
                <c:pt idx="106">
                  <c:v>13.531108880016721</c:v>
                </c:pt>
                <c:pt idx="107">
                  <c:v>13.527352971914947</c:v>
                </c:pt>
                <c:pt idx="108">
                  <c:v>13.528088092086181</c:v>
                </c:pt>
                <c:pt idx="109">
                  <c:v>13.522328351110975</c:v>
                </c:pt>
                <c:pt idx="110">
                  <c:v>13.500338293006202</c:v>
                </c:pt>
                <c:pt idx="111">
                  <c:v>13.47354078797915</c:v>
                </c:pt>
                <c:pt idx="112">
                  <c:v>13.449294126654147</c:v>
                </c:pt>
                <c:pt idx="113">
                  <c:v>13.395229400229439</c:v>
                </c:pt>
                <c:pt idx="114">
                  <c:v>13.375151474858264</c:v>
                </c:pt>
                <c:pt idx="115">
                  <c:v>13.36590510316595</c:v>
                </c:pt>
                <c:pt idx="116">
                  <c:v>13.34267499181737</c:v>
                </c:pt>
                <c:pt idx="117">
                  <c:v>13.305766242520184</c:v>
                </c:pt>
                <c:pt idx="118">
                  <c:v>13.298939265847972</c:v>
                </c:pt>
                <c:pt idx="119">
                  <c:v>13.297072578103608</c:v>
                </c:pt>
                <c:pt idx="120">
                  <c:v>13.303206360455375</c:v>
                </c:pt>
                <c:pt idx="121">
                  <c:v>13.292551042191585</c:v>
                </c:pt>
                <c:pt idx="122">
                  <c:v>13.293620277974465</c:v>
                </c:pt>
                <c:pt idx="123">
                  <c:v>13.307921119853653</c:v>
                </c:pt>
                <c:pt idx="124">
                  <c:v>13.294801138803326</c:v>
                </c:pt>
                <c:pt idx="125">
                  <c:v>13.257062758947828</c:v>
                </c:pt>
                <c:pt idx="126">
                  <c:v>13.256256395211299</c:v>
                </c:pt>
                <c:pt idx="127">
                  <c:v>13.255025329695169</c:v>
                </c:pt>
                <c:pt idx="128">
                  <c:v>13.246661071827287</c:v>
                </c:pt>
                <c:pt idx="129">
                  <c:v>13.272836803321985</c:v>
                </c:pt>
                <c:pt idx="130">
                  <c:v>13.305751457075221</c:v>
                </c:pt>
                <c:pt idx="131">
                  <c:v>13.281191060760483</c:v>
                </c:pt>
                <c:pt idx="132">
                  <c:v>13.255479323871729</c:v>
                </c:pt>
                <c:pt idx="133">
                  <c:v>13.25394637197587</c:v>
                </c:pt>
                <c:pt idx="134">
                  <c:v>13.263445539332524</c:v>
                </c:pt>
                <c:pt idx="135">
                  <c:v>13.254202332333055</c:v>
                </c:pt>
                <c:pt idx="136">
                  <c:v>13.217341230651321</c:v>
                </c:pt>
                <c:pt idx="137">
                  <c:v>13.185825915462091</c:v>
                </c:pt>
                <c:pt idx="138">
                  <c:v>13.181086003085094</c:v>
                </c:pt>
                <c:pt idx="139">
                  <c:v>13.223894246193456</c:v>
                </c:pt>
                <c:pt idx="140">
                  <c:v>13.262238677387263</c:v>
                </c:pt>
                <c:pt idx="141">
                  <c:v>13.296782920097025</c:v>
                </c:pt>
                <c:pt idx="142">
                  <c:v>13.305431367382257</c:v>
                </c:pt>
                <c:pt idx="143">
                  <c:v>13.324046900849211</c:v>
                </c:pt>
                <c:pt idx="144">
                  <c:v>13.332489212701386</c:v>
                </c:pt>
                <c:pt idx="145">
                  <c:v>13.321140269718924</c:v>
                </c:pt>
                <c:pt idx="146">
                  <c:v>13.346722735234405</c:v>
                </c:pt>
                <c:pt idx="147">
                  <c:v>13.373922434745552</c:v>
                </c:pt>
                <c:pt idx="148">
                  <c:v>13.411821226551904</c:v>
                </c:pt>
                <c:pt idx="149">
                  <c:v>13.387358176189034</c:v>
                </c:pt>
                <c:pt idx="150">
                  <c:v>13.393717309988803</c:v>
                </c:pt>
                <c:pt idx="151">
                  <c:v>13.417728847294304</c:v>
                </c:pt>
                <c:pt idx="152">
                  <c:v>13.408963078515978</c:v>
                </c:pt>
                <c:pt idx="153">
                  <c:v>13.415467129930439</c:v>
                </c:pt>
                <c:pt idx="154">
                  <c:v>13.451893529403186</c:v>
                </c:pt>
                <c:pt idx="155">
                  <c:v>13.45082877482537</c:v>
                </c:pt>
                <c:pt idx="156">
                  <c:v>13.459653963876526</c:v>
                </c:pt>
                <c:pt idx="157">
                  <c:v>13.463029450580967</c:v>
                </c:pt>
                <c:pt idx="158">
                  <c:v>13.473759582183579</c:v>
                </c:pt>
                <c:pt idx="159">
                  <c:v>13.463697327358663</c:v>
                </c:pt>
                <c:pt idx="160">
                  <c:v>13.443825132339859</c:v>
                </c:pt>
                <c:pt idx="161">
                  <c:v>13.42372505411878</c:v>
                </c:pt>
                <c:pt idx="162">
                  <c:v>13.416741285904326</c:v>
                </c:pt>
                <c:pt idx="163">
                  <c:v>13.402186129308236</c:v>
                </c:pt>
                <c:pt idx="164">
                  <c:v>13.390959318151989</c:v>
                </c:pt>
                <c:pt idx="165">
                  <c:v>13.373852507692481</c:v>
                </c:pt>
                <c:pt idx="166">
                  <c:v>13.36478735897116</c:v>
                </c:pt>
                <c:pt idx="167">
                  <c:v>13.36002079988042</c:v>
                </c:pt>
                <c:pt idx="168">
                  <c:v>13.357388661548608</c:v>
                </c:pt>
                <c:pt idx="169">
                  <c:v>13.364668847553554</c:v>
                </c:pt>
                <c:pt idx="170">
                  <c:v>13.361589196336126</c:v>
                </c:pt>
                <c:pt idx="171">
                  <c:v>13.367445118656233</c:v>
                </c:pt>
                <c:pt idx="172">
                  <c:v>13.347718803318743</c:v>
                </c:pt>
                <c:pt idx="173">
                  <c:v>13.354478485962334</c:v>
                </c:pt>
                <c:pt idx="174">
                  <c:v>13.357123941321632</c:v>
                </c:pt>
                <c:pt idx="175">
                  <c:v>13.339145599770562</c:v>
                </c:pt>
                <c:pt idx="176">
                  <c:v>13.346504194205401</c:v>
                </c:pt>
                <c:pt idx="177">
                  <c:v>13.35140073356061</c:v>
                </c:pt>
                <c:pt idx="178">
                  <c:v>13.362762765712674</c:v>
                </c:pt>
                <c:pt idx="179">
                  <c:v>13.375962699562999</c:v>
                </c:pt>
                <c:pt idx="180">
                  <c:v>13.378786061295189</c:v>
                </c:pt>
                <c:pt idx="181">
                  <c:v>13.37997061848529</c:v>
                </c:pt>
                <c:pt idx="182">
                  <c:v>13.393246834091913</c:v>
                </c:pt>
                <c:pt idx="183">
                  <c:v>13.395160283337734</c:v>
                </c:pt>
                <c:pt idx="184">
                  <c:v>13.388639699567861</c:v>
                </c:pt>
                <c:pt idx="185">
                  <c:v>13.378484098962831</c:v>
                </c:pt>
                <c:pt idx="186">
                  <c:v>13.381323436064495</c:v>
                </c:pt>
                <c:pt idx="187">
                  <c:v>13.40378969183082</c:v>
                </c:pt>
                <c:pt idx="188">
                  <c:v>13.413643406056119</c:v>
                </c:pt>
                <c:pt idx="189">
                  <c:v>13.407777837752223</c:v>
                </c:pt>
                <c:pt idx="190">
                  <c:v>13.402039211607669</c:v>
                </c:pt>
                <c:pt idx="191">
                  <c:v>13.414079551365042</c:v>
                </c:pt>
                <c:pt idx="192">
                  <c:v>13.428138382853097</c:v>
                </c:pt>
                <c:pt idx="193">
                  <c:v>13.436358583902742</c:v>
                </c:pt>
                <c:pt idx="194">
                  <c:v>13.44361611070693</c:v>
                </c:pt>
                <c:pt idx="195">
                  <c:v>13.472417397972329</c:v>
                </c:pt>
                <c:pt idx="196">
                  <c:v>13.509531548493829</c:v>
                </c:pt>
                <c:pt idx="197">
                  <c:v>13.543996066261478</c:v>
                </c:pt>
                <c:pt idx="198">
                  <c:v>13.560527257069063</c:v>
                </c:pt>
                <c:pt idx="199">
                  <c:v>13.575577118450454</c:v>
                </c:pt>
                <c:pt idx="200">
                  <c:v>13.596281501099389</c:v>
                </c:pt>
                <c:pt idx="201">
                  <c:v>13.61354634366073</c:v>
                </c:pt>
                <c:pt idx="202">
                  <c:v>13.640065760798235</c:v>
                </c:pt>
                <c:pt idx="203">
                  <c:v>13.716112975382437</c:v>
                </c:pt>
                <c:pt idx="204">
                  <c:v>13.800146760731803</c:v>
                </c:pt>
                <c:pt idx="205">
                  <c:v>13.858102464348848</c:v>
                </c:pt>
                <c:pt idx="206">
                  <c:v>13.892082454983383</c:v>
                </c:pt>
                <c:pt idx="207">
                  <c:v>13.909949753791961</c:v>
                </c:pt>
                <c:pt idx="208">
                  <c:v>13.925119620325976</c:v>
                </c:pt>
                <c:pt idx="209">
                  <c:v>13.904341006641705</c:v>
                </c:pt>
                <c:pt idx="210">
                  <c:v>13.865514833244486</c:v>
                </c:pt>
                <c:pt idx="211">
                  <c:v>13.806007214892063</c:v>
                </c:pt>
                <c:pt idx="212">
                  <c:v>13.748102196995598</c:v>
                </c:pt>
                <c:pt idx="213">
                  <c:v>13.703685302538561</c:v>
                </c:pt>
                <c:pt idx="214">
                  <c:v>13.67080910613276</c:v>
                </c:pt>
                <c:pt idx="215">
                  <c:v>13.650402964137395</c:v>
                </c:pt>
                <c:pt idx="216">
                  <c:v>13.649165392012781</c:v>
                </c:pt>
                <c:pt idx="217">
                  <c:v>13.662302918120231</c:v>
                </c:pt>
                <c:pt idx="218">
                  <c:v>13.667577929421983</c:v>
                </c:pt>
                <c:pt idx="219">
                  <c:v>13.664399717010633</c:v>
                </c:pt>
                <c:pt idx="220">
                  <c:v>13.685352262213589</c:v>
                </c:pt>
                <c:pt idx="221">
                  <c:v>13.691802058133938</c:v>
                </c:pt>
                <c:pt idx="222">
                  <c:v>13.688037997783399</c:v>
                </c:pt>
                <c:pt idx="223">
                  <c:v>13.682001333525612</c:v>
                </c:pt>
                <c:pt idx="224">
                  <c:v>13.663127814298052</c:v>
                </c:pt>
                <c:pt idx="225">
                  <c:v>13.6468279751961</c:v>
                </c:pt>
                <c:pt idx="226">
                  <c:v>13.632785195030145</c:v>
                </c:pt>
                <c:pt idx="227">
                  <c:v>13.624086239247132</c:v>
                </c:pt>
                <c:pt idx="228">
                  <c:v>13.617778829187198</c:v>
                </c:pt>
                <c:pt idx="229">
                  <c:v>13.605385993282143</c:v>
                </c:pt>
                <c:pt idx="230">
                  <c:v>13.597542061552819</c:v>
                </c:pt>
                <c:pt idx="231">
                  <c:v>13.567910156344942</c:v>
                </c:pt>
                <c:pt idx="232">
                  <c:v>13.584478310764938</c:v>
                </c:pt>
                <c:pt idx="233">
                  <c:v>13.601446229184928</c:v>
                </c:pt>
                <c:pt idx="234">
                  <c:v>13.586640631455973</c:v>
                </c:pt>
                <c:pt idx="235">
                  <c:v>13.589922848332932</c:v>
                </c:pt>
                <c:pt idx="236">
                  <c:v>13.583307880763691</c:v>
                </c:pt>
                <c:pt idx="237">
                  <c:v>13.568282020412827</c:v>
                </c:pt>
                <c:pt idx="238">
                  <c:v>13.555520915530956</c:v>
                </c:pt>
                <c:pt idx="239">
                  <c:v>13.534709743486708</c:v>
                </c:pt>
                <c:pt idx="240">
                  <c:v>13.503143983093553</c:v>
                </c:pt>
                <c:pt idx="241">
                  <c:v>13.488812684210441</c:v>
                </c:pt>
                <c:pt idx="242">
                  <c:v>13.478360437957033</c:v>
                </c:pt>
                <c:pt idx="243">
                  <c:v>13.448347250555365</c:v>
                </c:pt>
                <c:pt idx="244">
                  <c:v>13.42537750481641</c:v>
                </c:pt>
                <c:pt idx="245">
                  <c:v>13.424821683482916</c:v>
                </c:pt>
                <c:pt idx="246">
                  <c:v>13.4333315172216</c:v>
                </c:pt>
                <c:pt idx="247">
                  <c:v>13.444321862528579</c:v>
                </c:pt>
                <c:pt idx="248">
                  <c:v>13.444033951432447</c:v>
                </c:pt>
                <c:pt idx="249">
                  <c:v>13.454628330370843</c:v>
                </c:pt>
                <c:pt idx="250">
                  <c:v>13.445795849867377</c:v>
                </c:pt>
                <c:pt idx="251">
                  <c:v>13.467010937988629</c:v>
                </c:pt>
                <c:pt idx="252">
                  <c:v>13.513956649885523</c:v>
                </c:pt>
                <c:pt idx="253">
                  <c:v>13.54431456094925</c:v>
                </c:pt>
                <c:pt idx="254">
                  <c:v>13.578562309915888</c:v>
                </c:pt>
                <c:pt idx="255">
                  <c:v>13.619897401164366</c:v>
                </c:pt>
                <c:pt idx="256">
                  <c:v>13.66557095717325</c:v>
                </c:pt>
                <c:pt idx="257">
                  <c:v>13.780938695494369</c:v>
                </c:pt>
                <c:pt idx="258">
                  <c:v>13.892348289182241</c:v>
                </c:pt>
                <c:pt idx="259">
                  <c:v>14</c:v>
                </c:pt>
                <c:pt idx="260">
                  <c:v>13.804745540466751</c:v>
                </c:pt>
                <c:pt idx="261">
                  <c:v>13.535325921842112</c:v>
                </c:pt>
                <c:pt idx="262">
                  <c:v>13.391530962949702</c:v>
                </c:pt>
                <c:pt idx="263">
                  <c:v>13.371294549760922</c:v>
                </c:pt>
                <c:pt idx="264">
                  <c:v>13.341691101471092</c:v>
                </c:pt>
                <c:pt idx="265">
                  <c:v>13.271956562995717</c:v>
                </c:pt>
                <c:pt idx="266">
                  <c:v>13.26366623235266</c:v>
                </c:pt>
                <c:pt idx="267">
                  <c:v>13.261871421112158</c:v>
                </c:pt>
                <c:pt idx="268">
                  <c:v>13.241125922773797</c:v>
                </c:pt>
                <c:pt idx="269">
                  <c:v>13.172954388117525</c:v>
                </c:pt>
                <c:pt idx="270">
                  <c:v>13.189022710949818</c:v>
                </c:pt>
                <c:pt idx="271">
                  <c:v>13.280711698406089</c:v>
                </c:pt>
                <c:pt idx="272">
                  <c:v>13.32110274912057</c:v>
                </c:pt>
                <c:pt idx="273">
                  <c:v>13.290297730251913</c:v>
                </c:pt>
                <c:pt idx="274">
                  <c:v>13.287752026011042</c:v>
                </c:pt>
                <c:pt idx="275">
                  <c:v>13.316818387949011</c:v>
                </c:pt>
                <c:pt idx="276">
                  <c:v>13.312463441468271</c:v>
                </c:pt>
                <c:pt idx="277">
                  <c:v>13.39103172632425</c:v>
                </c:pt>
                <c:pt idx="278">
                  <c:v>13.745988080905954</c:v>
                </c:pt>
                <c:pt idx="279">
                  <c:v>13.831840627891264</c:v>
                </c:pt>
                <c:pt idx="280">
                  <c:v>13.710156263924649</c:v>
                </c:pt>
                <c:pt idx="281">
                  <c:v>13.475415248209138</c:v>
                </c:pt>
                <c:pt idx="282">
                  <c:v>13.335571547578347</c:v>
                </c:pt>
                <c:pt idx="283">
                  <c:v>13.280812715401654</c:v>
                </c:pt>
                <c:pt idx="284">
                  <c:v>13.279624208674884</c:v>
                </c:pt>
                <c:pt idx="285">
                  <c:v>13.255394991136834</c:v>
                </c:pt>
                <c:pt idx="286">
                  <c:v>13.07647203662213</c:v>
                </c:pt>
                <c:pt idx="287">
                  <c:v>13.192904776367106</c:v>
                </c:pt>
                <c:pt idx="288">
                  <c:v>13.298856452165642</c:v>
                </c:pt>
                <c:pt idx="289">
                  <c:v>13.319693422785951</c:v>
                </c:pt>
                <c:pt idx="290">
                  <c:v>13.324891797885803</c:v>
                </c:pt>
                <c:pt idx="291">
                  <c:v>13.33108479797006</c:v>
                </c:pt>
                <c:pt idx="292">
                  <c:v>13.299643523934597</c:v>
                </c:pt>
                <c:pt idx="293">
                  <c:v>13.2866896259647</c:v>
                </c:pt>
                <c:pt idx="294">
                  <c:v>13.273105523720716</c:v>
                </c:pt>
                <c:pt idx="295">
                  <c:v>13.242634823004046</c:v>
                </c:pt>
                <c:pt idx="296">
                  <c:v>13.313239272248246</c:v>
                </c:pt>
                <c:pt idx="297">
                  <c:v>13.384300298058367</c:v>
                </c:pt>
                <c:pt idx="298">
                  <c:v>13.450240597672245</c:v>
                </c:pt>
                <c:pt idx="299">
                  <c:v>13.489936529933033</c:v>
                </c:pt>
                <c:pt idx="300">
                  <c:v>13.473505039608789</c:v>
                </c:pt>
                <c:pt idx="301">
                  <c:v>13.431216945416187</c:v>
                </c:pt>
                <c:pt idx="302">
                  <c:v>13.336126811925899</c:v>
                </c:pt>
                <c:pt idx="303">
                  <c:v>13.244713064135613</c:v>
                </c:pt>
                <c:pt idx="304">
                  <c:v>13.386047790811475</c:v>
                </c:pt>
                <c:pt idx="305">
                  <c:v>13.557874535574996</c:v>
                </c:pt>
                <c:pt idx="306">
                  <c:v>13.565984048327746</c:v>
                </c:pt>
                <c:pt idx="307">
                  <c:v>13.549310167849232</c:v>
                </c:pt>
                <c:pt idx="308">
                  <c:v>13.536444754691241</c:v>
                </c:pt>
                <c:pt idx="309">
                  <c:v>13.506190848093123</c:v>
                </c:pt>
                <c:pt idx="310">
                  <c:v>13.521148756159253</c:v>
                </c:pt>
                <c:pt idx="311">
                  <c:v>13.448479965114451</c:v>
                </c:pt>
                <c:pt idx="312">
                  <c:v>13.486080060551462</c:v>
                </c:pt>
                <c:pt idx="313">
                  <c:v>13.638650155713016</c:v>
                </c:pt>
                <c:pt idx="314">
                  <c:v>13.646309370650446</c:v>
                </c:pt>
                <c:pt idx="315">
                  <c:v>13.659833141190063</c:v>
                </c:pt>
                <c:pt idx="316">
                  <c:v>13.631798418483994</c:v>
                </c:pt>
                <c:pt idx="317">
                  <c:v>13.651444426575884</c:v>
                </c:pt>
                <c:pt idx="318">
                  <c:v>13.718866258156298</c:v>
                </c:pt>
                <c:pt idx="319">
                  <c:v>13.735460692185669</c:v>
                </c:pt>
                <c:pt idx="320">
                  <c:v>13.721547436568416</c:v>
                </c:pt>
                <c:pt idx="321">
                  <c:v>13.810988086982166</c:v>
                </c:pt>
                <c:pt idx="322">
                  <c:v>13.883132197271053</c:v>
                </c:pt>
                <c:pt idx="323">
                  <c:v>13.965875395561289</c:v>
                </c:pt>
                <c:pt idx="324">
                  <c:v>14.038087306229654</c:v>
                </c:pt>
                <c:pt idx="325">
                  <c:v>14.090617156625257</c:v>
                </c:pt>
                <c:pt idx="326">
                  <c:v>14.143928812740922</c:v>
                </c:pt>
                <c:pt idx="327">
                  <c:v>14.190885360546114</c:v>
                </c:pt>
                <c:pt idx="328">
                  <c:v>14.264746050868412</c:v>
                </c:pt>
                <c:pt idx="329">
                  <c:v>14.329950166974259</c:v>
                </c:pt>
                <c:pt idx="330">
                  <c:v>14.42611480229632</c:v>
                </c:pt>
                <c:pt idx="331">
                  <c:v>14.542651957916977</c:v>
                </c:pt>
                <c:pt idx="332">
                  <c:v>14.601057706173917</c:v>
                </c:pt>
                <c:pt idx="333">
                  <c:v>14.624030135572404</c:v>
                </c:pt>
                <c:pt idx="334">
                  <c:v>14.625128005496135</c:v>
                </c:pt>
                <c:pt idx="335">
                  <c:v>14.577508745691967</c:v>
                </c:pt>
                <c:pt idx="336">
                  <c:v>14.501845243785658</c:v>
                </c:pt>
                <c:pt idx="337">
                  <c:v>14.45471987860542</c:v>
                </c:pt>
                <c:pt idx="338">
                  <c:v>14.426518667738241</c:v>
                </c:pt>
                <c:pt idx="339">
                  <c:v>14.375053369380113</c:v>
                </c:pt>
                <c:pt idx="340">
                  <c:v>14.296617090192024</c:v>
                </c:pt>
                <c:pt idx="341">
                  <c:v>14.257092557695643</c:v>
                </c:pt>
                <c:pt idx="342">
                  <c:v>14.234695444138563</c:v>
                </c:pt>
                <c:pt idx="343">
                  <c:v>14.18367107610494</c:v>
                </c:pt>
                <c:pt idx="344">
                  <c:v>14.160763054535202</c:v>
                </c:pt>
                <c:pt idx="345">
                  <c:v>14.143791692929398</c:v>
                </c:pt>
                <c:pt idx="346">
                  <c:v>14.108962146830406</c:v>
                </c:pt>
                <c:pt idx="347">
                  <c:v>14.097770476423493</c:v>
                </c:pt>
                <c:pt idx="348">
                  <c:v>14.072249279361461</c:v>
                </c:pt>
                <c:pt idx="349">
                  <c:v>14.019518306406271</c:v>
                </c:pt>
                <c:pt idx="350">
                  <c:v>13.935262334301747</c:v>
                </c:pt>
                <c:pt idx="351">
                  <c:v>13.893670472534721</c:v>
                </c:pt>
                <c:pt idx="352">
                  <c:v>13.885009341160572</c:v>
                </c:pt>
                <c:pt idx="353">
                  <c:v>13.879214155625517</c:v>
                </c:pt>
                <c:pt idx="354">
                  <c:v>13.831819361155354</c:v>
                </c:pt>
                <c:pt idx="355">
                  <c:v>13.753206973139909</c:v>
                </c:pt>
                <c:pt idx="356">
                  <c:v>13.69561265212805</c:v>
                </c:pt>
                <c:pt idx="357">
                  <c:v>13.70172395250186</c:v>
                </c:pt>
                <c:pt idx="358">
                  <c:v>13.623562368652589</c:v>
                </c:pt>
                <c:pt idx="359">
                  <c:v>13.587560974769954</c:v>
                </c:pt>
                <c:pt idx="360">
                  <c:v>13.660112950672517</c:v>
                </c:pt>
                <c:pt idx="361">
                  <c:v>13.669930384859056</c:v>
                </c:pt>
                <c:pt idx="362">
                  <c:v>13.661117854579276</c:v>
                </c:pt>
                <c:pt idx="363">
                  <c:v>13.626355906319422</c:v>
                </c:pt>
                <c:pt idx="364">
                  <c:v>13.63111914881206</c:v>
                </c:pt>
                <c:pt idx="365">
                  <c:v>13.637639631311766</c:v>
                </c:pt>
                <c:pt idx="366">
                  <c:v>13.603316638608078</c:v>
                </c:pt>
                <c:pt idx="367">
                  <c:v>13.578493800645214</c:v>
                </c:pt>
                <c:pt idx="368">
                  <c:v>13.560468672275144</c:v>
                </c:pt>
                <c:pt idx="369">
                  <c:v>13.522820676047255</c:v>
                </c:pt>
                <c:pt idx="370">
                  <c:v>13.502159282585906</c:v>
                </c:pt>
                <c:pt idx="371">
                  <c:v>13.498152123189897</c:v>
                </c:pt>
                <c:pt idx="372">
                  <c:v>13.477559289634309</c:v>
                </c:pt>
                <c:pt idx="373">
                  <c:v>13.446709154904473</c:v>
                </c:pt>
                <c:pt idx="374">
                  <c:v>13.392597692295851</c:v>
                </c:pt>
                <c:pt idx="375">
                  <c:v>13.366888512478916</c:v>
                </c:pt>
                <c:pt idx="376">
                  <c:v>13.360403069458375</c:v>
                </c:pt>
                <c:pt idx="377">
                  <c:v>13.368441819679145</c:v>
                </c:pt>
                <c:pt idx="378">
                  <c:v>13.360911698892187</c:v>
                </c:pt>
                <c:pt idx="379">
                  <c:v>13.336409659513484</c:v>
                </c:pt>
                <c:pt idx="380">
                  <c:v>13.296394979389495</c:v>
                </c:pt>
                <c:pt idx="381">
                  <c:v>13.242534844027732</c:v>
                </c:pt>
                <c:pt idx="382">
                  <c:v>13.197673664671779</c:v>
                </c:pt>
                <c:pt idx="383">
                  <c:v>13.1845629498421</c:v>
                </c:pt>
                <c:pt idx="384">
                  <c:v>13.163185740835861</c:v>
                </c:pt>
                <c:pt idx="385">
                  <c:v>13.153326355480985</c:v>
                </c:pt>
                <c:pt idx="386">
                  <c:v>13.184947168870846</c:v>
                </c:pt>
                <c:pt idx="387">
                  <c:v>13.176148044229949</c:v>
                </c:pt>
                <c:pt idx="388">
                  <c:v>13.151234025136876</c:v>
                </c:pt>
                <c:pt idx="389">
                  <c:v>13.12693876678857</c:v>
                </c:pt>
                <c:pt idx="390">
                  <c:v>13.10480448730153</c:v>
                </c:pt>
                <c:pt idx="391">
                  <c:v>13.113304839620456</c:v>
                </c:pt>
                <c:pt idx="392">
                  <c:v>13.127986191508375</c:v>
                </c:pt>
                <c:pt idx="393">
                  <c:v>13.13512115608812</c:v>
                </c:pt>
                <c:pt idx="394">
                  <c:v>13.150295921566657</c:v>
                </c:pt>
                <c:pt idx="395">
                  <c:v>13.166690612842515</c:v>
                </c:pt>
                <c:pt idx="396">
                  <c:v>13.159890865187528</c:v>
                </c:pt>
                <c:pt idx="397">
                  <c:v>13.145969609226766</c:v>
                </c:pt>
                <c:pt idx="398">
                  <c:v>13.145065215964715</c:v>
                </c:pt>
                <c:pt idx="399">
                  <c:v>13.125571454916141</c:v>
                </c:pt>
                <c:pt idx="400">
                  <c:v>13.127658012860502</c:v>
                </c:pt>
                <c:pt idx="401">
                  <c:v>13.130945103364438</c:v>
                </c:pt>
                <c:pt idx="402">
                  <c:v>13.138765261921119</c:v>
                </c:pt>
                <c:pt idx="403">
                  <c:v>13.134444013089777</c:v>
                </c:pt>
                <c:pt idx="404">
                  <c:v>13.141247760916519</c:v>
                </c:pt>
                <c:pt idx="405">
                  <c:v>13.129885943963568</c:v>
                </c:pt>
                <c:pt idx="406">
                  <c:v>13.080654260496855</c:v>
                </c:pt>
                <c:pt idx="407">
                  <c:v>13.058737756183152</c:v>
                </c:pt>
                <c:pt idx="408">
                  <c:v>13.054043212842759</c:v>
                </c:pt>
                <c:pt idx="409">
                  <c:v>13.052334180601781</c:v>
                </c:pt>
                <c:pt idx="410">
                  <c:v>13.044735658143702</c:v>
                </c:pt>
                <c:pt idx="411">
                  <c:v>13.026025541501731</c:v>
                </c:pt>
                <c:pt idx="412">
                  <c:v>13.009994694170919</c:v>
                </c:pt>
                <c:pt idx="413">
                  <c:v>13.0027734972494</c:v>
                </c:pt>
                <c:pt idx="414">
                  <c:v>13.015207567519861</c:v>
                </c:pt>
                <c:pt idx="415">
                  <c:v>13.021444305241562</c:v>
                </c:pt>
                <c:pt idx="416">
                  <c:v>13.023516280281301</c:v>
                </c:pt>
                <c:pt idx="417">
                  <c:v>13.014525413230402</c:v>
                </c:pt>
                <c:pt idx="418">
                  <c:v>12.983127452763542</c:v>
                </c:pt>
                <c:pt idx="419">
                  <c:v>12.960201420926833</c:v>
                </c:pt>
                <c:pt idx="420">
                  <c:v>12.968641444706082</c:v>
                </c:pt>
                <c:pt idx="421">
                  <c:v>12.995570547551232</c:v>
                </c:pt>
                <c:pt idx="422">
                  <c:v>12.984287338008235</c:v>
                </c:pt>
                <c:pt idx="423">
                  <c:v>13.014983209785413</c:v>
                </c:pt>
                <c:pt idx="424">
                  <c:v>13.016981528181564</c:v>
                </c:pt>
                <c:pt idx="425">
                  <c:v>13.020481482255542</c:v>
                </c:pt>
                <c:pt idx="426">
                  <c:v>12.997672030978217</c:v>
                </c:pt>
                <c:pt idx="427">
                  <c:v>13.018008849190082</c:v>
                </c:pt>
                <c:pt idx="428">
                  <c:v>13.020227264061768</c:v>
                </c:pt>
                <c:pt idx="429">
                  <c:v>13.014226555461724</c:v>
                </c:pt>
                <c:pt idx="430">
                  <c:v>13.029426298278528</c:v>
                </c:pt>
                <c:pt idx="431">
                  <c:v>13.012753984322972</c:v>
                </c:pt>
                <c:pt idx="432">
                  <c:v>13.013715142680557</c:v>
                </c:pt>
                <c:pt idx="433">
                  <c:v>13.003059763892015</c:v>
                </c:pt>
                <c:pt idx="434">
                  <c:v>12.982219755562163</c:v>
                </c:pt>
                <c:pt idx="435">
                  <c:v>12.923226646642853</c:v>
                </c:pt>
                <c:pt idx="436">
                  <c:v>13.068439292988378</c:v>
                </c:pt>
                <c:pt idx="437">
                  <c:v>13.035556169069944</c:v>
                </c:pt>
                <c:pt idx="438">
                  <c:v>13.187110211111849</c:v>
                </c:pt>
                <c:pt idx="439">
                  <c:v>12.995784337980689</c:v>
                </c:pt>
                <c:pt idx="440">
                  <c:v>13.079056989383645</c:v>
                </c:pt>
                <c:pt idx="441">
                  <c:v>12.952645359152635</c:v>
                </c:pt>
                <c:pt idx="442">
                  <c:v>12.843056894290955</c:v>
                </c:pt>
                <c:pt idx="443">
                  <c:v>13.073563918086204</c:v>
                </c:pt>
                <c:pt idx="444">
                  <c:v>13.024053092887229</c:v>
                </c:pt>
                <c:pt idx="445">
                  <c:v>13.032137152015439</c:v>
                </c:pt>
                <c:pt idx="446">
                  <c:v>13.081588129708051</c:v>
                </c:pt>
                <c:pt idx="447">
                  <c:v>13.097667775811336</c:v>
                </c:pt>
                <c:pt idx="448">
                  <c:v>13.07948463432759</c:v>
                </c:pt>
                <c:pt idx="449">
                  <c:v>13.022622105812442</c:v>
                </c:pt>
                <c:pt idx="450">
                  <c:v>13.065117194652206</c:v>
                </c:pt>
                <c:pt idx="451">
                  <c:v>13.104816848591778</c:v>
                </c:pt>
                <c:pt idx="452">
                  <c:v>13.109551007557185</c:v>
                </c:pt>
                <c:pt idx="453">
                  <c:v>13.072767826942645</c:v>
                </c:pt>
                <c:pt idx="454">
                  <c:v>13.075965641461467</c:v>
                </c:pt>
                <c:pt idx="455">
                  <c:v>13.084904088540105</c:v>
                </c:pt>
                <c:pt idx="456">
                  <c:v>13.135065343565131</c:v>
                </c:pt>
                <c:pt idx="457">
                  <c:v>13.198799611750418</c:v>
                </c:pt>
                <c:pt idx="458">
                  <c:v>13.138468261827141</c:v>
                </c:pt>
                <c:pt idx="459">
                  <c:v>13.099376887169637</c:v>
                </c:pt>
                <c:pt idx="460">
                  <c:v>13.080950222571582</c:v>
                </c:pt>
                <c:pt idx="461">
                  <c:v>13.118345992779842</c:v>
                </c:pt>
                <c:pt idx="462">
                  <c:v>13.123632688127572</c:v>
                </c:pt>
                <c:pt idx="463">
                  <c:v>13.068233917081605</c:v>
                </c:pt>
                <c:pt idx="464">
                  <c:v>13.101437836419509</c:v>
                </c:pt>
                <c:pt idx="465">
                  <c:v>13.113146453073023</c:v>
                </c:pt>
                <c:pt idx="466">
                  <c:v>13.126433162801117</c:v>
                </c:pt>
                <c:pt idx="467">
                  <c:v>13.146575888422957</c:v>
                </c:pt>
                <c:pt idx="468">
                  <c:v>13.170744153976839</c:v>
                </c:pt>
                <c:pt idx="469">
                  <c:v>13.138008533227149</c:v>
                </c:pt>
                <c:pt idx="470">
                  <c:v>13.107440334653356</c:v>
                </c:pt>
                <c:pt idx="471">
                  <c:v>13.14509159684426</c:v>
                </c:pt>
                <c:pt idx="472">
                  <c:v>13.15858739149914</c:v>
                </c:pt>
                <c:pt idx="473">
                  <c:v>13.15181223983693</c:v>
                </c:pt>
                <c:pt idx="474">
                  <c:v>13.15143046395106</c:v>
                </c:pt>
                <c:pt idx="475">
                  <c:v>13.163556668154664</c:v>
                </c:pt>
                <c:pt idx="476">
                  <c:v>13.161237188817019</c:v>
                </c:pt>
                <c:pt idx="477">
                  <c:v>13.164089944216339</c:v>
                </c:pt>
                <c:pt idx="478">
                  <c:v>13.17725364866299</c:v>
                </c:pt>
                <c:pt idx="479">
                  <c:v>13.184606939072625</c:v>
                </c:pt>
                <c:pt idx="480">
                  <c:v>13.192939195566472</c:v>
                </c:pt>
                <c:pt idx="481">
                  <c:v>13.196567326029999</c:v>
                </c:pt>
                <c:pt idx="482">
                  <c:v>13.23828056009696</c:v>
                </c:pt>
                <c:pt idx="483">
                  <c:v>13.262350555608664</c:v>
                </c:pt>
                <c:pt idx="484">
                  <c:v>13.231566094584721</c:v>
                </c:pt>
                <c:pt idx="485">
                  <c:v>13.219147308198348</c:v>
                </c:pt>
                <c:pt idx="486">
                  <c:v>13.199948369935074</c:v>
                </c:pt>
                <c:pt idx="487">
                  <c:v>13.211482244908542</c:v>
                </c:pt>
                <c:pt idx="488">
                  <c:v>13.238059512631226</c:v>
                </c:pt>
                <c:pt idx="489">
                  <c:v>13.230411690588031</c:v>
                </c:pt>
                <c:pt idx="490">
                  <c:v>13.220449212199087</c:v>
                </c:pt>
                <c:pt idx="491">
                  <c:v>13.247602276796492</c:v>
                </c:pt>
                <c:pt idx="492">
                  <c:v>13.227525465397198</c:v>
                </c:pt>
                <c:pt idx="493">
                  <c:v>13.230357004695696</c:v>
                </c:pt>
                <c:pt idx="494">
                  <c:v>13.231152861651985</c:v>
                </c:pt>
                <c:pt idx="495">
                  <c:v>13.245006570408695</c:v>
                </c:pt>
                <c:pt idx="496">
                  <c:v>13.242860427627475</c:v>
                </c:pt>
                <c:pt idx="497">
                  <c:v>13.25424871407137</c:v>
                </c:pt>
                <c:pt idx="498">
                  <c:v>13.242513197528684</c:v>
                </c:pt>
                <c:pt idx="499">
                  <c:v>13.250030558274096</c:v>
                </c:pt>
                <c:pt idx="500">
                  <c:v>13.249139937755302</c:v>
                </c:pt>
                <c:pt idx="501">
                  <c:v>13.271965905168992</c:v>
                </c:pt>
                <c:pt idx="502">
                  <c:v>13.294310029109099</c:v>
                </c:pt>
                <c:pt idx="503">
                  <c:v>13.300197826215527</c:v>
                </c:pt>
                <c:pt idx="504">
                  <c:v>13.289374677960858</c:v>
                </c:pt>
                <c:pt idx="505">
                  <c:v>13.283377433117129</c:v>
                </c:pt>
                <c:pt idx="506">
                  <c:v>13.306095876926765</c:v>
                </c:pt>
                <c:pt idx="507">
                  <c:v>13.315178671975385</c:v>
                </c:pt>
                <c:pt idx="508">
                  <c:v>13.351317033764285</c:v>
                </c:pt>
                <c:pt idx="509">
                  <c:v>13.400313745116753</c:v>
                </c:pt>
                <c:pt idx="510">
                  <c:v>13.410382430597526</c:v>
                </c:pt>
                <c:pt idx="511">
                  <c:v>13.465467884393215</c:v>
                </c:pt>
                <c:pt idx="512">
                  <c:v>13.528393067206126</c:v>
                </c:pt>
                <c:pt idx="513">
                  <c:v>13.573206181207174</c:v>
                </c:pt>
                <c:pt idx="514">
                  <c:v>13.552422807824861</c:v>
                </c:pt>
                <c:pt idx="515">
                  <c:v>13.553493739883109</c:v>
                </c:pt>
                <c:pt idx="516">
                  <c:v>13.559589343380413</c:v>
                </c:pt>
                <c:pt idx="517">
                  <c:v>13.553968950160494</c:v>
                </c:pt>
                <c:pt idx="518">
                  <c:v>13.534943120595759</c:v>
                </c:pt>
                <c:pt idx="519">
                  <c:v>13.51891904016942</c:v>
                </c:pt>
                <c:pt idx="520">
                  <c:v>13.497315327766986</c:v>
                </c:pt>
                <c:pt idx="521">
                  <c:v>13.493448933908656</c:v>
                </c:pt>
                <c:pt idx="522">
                  <c:v>13.505454715220178</c:v>
                </c:pt>
                <c:pt idx="523">
                  <c:v>13.479456890098369</c:v>
                </c:pt>
                <c:pt idx="524">
                  <c:v>13.464623493707476</c:v>
                </c:pt>
                <c:pt idx="525">
                  <c:v>13.460072412223067</c:v>
                </c:pt>
                <c:pt idx="526">
                  <c:v>13.47040845095526</c:v>
                </c:pt>
                <c:pt idx="527">
                  <c:v>13.487444676105586</c:v>
                </c:pt>
                <c:pt idx="528">
                  <c:v>13.511909524013994</c:v>
                </c:pt>
                <c:pt idx="529">
                  <c:v>13.527406341295059</c:v>
                </c:pt>
                <c:pt idx="530">
                  <c:v>13.492900961013415</c:v>
                </c:pt>
                <c:pt idx="531">
                  <c:v>13.49821921467818</c:v>
                </c:pt>
                <c:pt idx="532">
                  <c:v>13.516020535970354</c:v>
                </c:pt>
                <c:pt idx="533">
                  <c:v>13.489865134462484</c:v>
                </c:pt>
                <c:pt idx="534">
                  <c:v>13.502120850556015</c:v>
                </c:pt>
                <c:pt idx="535">
                  <c:v>13.527908945153696</c:v>
                </c:pt>
                <c:pt idx="536">
                  <c:v>13.589916721487585</c:v>
                </c:pt>
                <c:pt idx="537">
                  <c:v>13.600962866658781</c:v>
                </c:pt>
                <c:pt idx="538">
                  <c:v>13.627947974677596</c:v>
                </c:pt>
                <c:pt idx="539">
                  <c:v>13.66213136645057</c:v>
                </c:pt>
                <c:pt idx="540">
                  <c:v>13.663089989889185</c:v>
                </c:pt>
                <c:pt idx="541">
                  <c:v>13.705121009752723</c:v>
                </c:pt>
                <c:pt idx="542">
                  <c:v>13.797772886653563</c:v>
                </c:pt>
                <c:pt idx="543">
                  <c:v>13.838485166350434</c:v>
                </c:pt>
                <c:pt idx="544">
                  <c:v>13.875485084119056</c:v>
                </c:pt>
                <c:pt idx="545">
                  <c:v>13.920142900312886</c:v>
                </c:pt>
                <c:pt idx="546">
                  <c:v>13.96346800105645</c:v>
                </c:pt>
                <c:pt idx="547">
                  <c:v>14.038012872653974</c:v>
                </c:pt>
                <c:pt idx="548">
                  <c:v>14.09992783487615</c:v>
                </c:pt>
                <c:pt idx="549">
                  <c:v>14.109643492540846</c:v>
                </c:pt>
                <c:pt idx="550">
                  <c:v>14.140497678077519</c:v>
                </c:pt>
                <c:pt idx="551">
                  <c:v>14.186790501182026</c:v>
                </c:pt>
                <c:pt idx="552">
                  <c:v>14.219301973066996</c:v>
                </c:pt>
                <c:pt idx="553">
                  <c:v>14.163880150398356</c:v>
                </c:pt>
                <c:pt idx="554">
                  <c:v>14.05450887207714</c:v>
                </c:pt>
                <c:pt idx="555">
                  <c:v>14.030134053350746</c:v>
                </c:pt>
                <c:pt idx="556">
                  <c:v>14.024770582554634</c:v>
                </c:pt>
                <c:pt idx="557">
                  <c:v>13.948182787797673</c:v>
                </c:pt>
                <c:pt idx="558">
                  <c:v>13.838920374910275</c:v>
                </c:pt>
                <c:pt idx="559">
                  <c:v>13.804148704714004</c:v>
                </c:pt>
                <c:pt idx="560">
                  <c:v>13.692820684148868</c:v>
                </c:pt>
                <c:pt idx="561">
                  <c:v>13.580134124239866</c:v>
                </c:pt>
                <c:pt idx="562">
                  <c:v>13.51795327718375</c:v>
                </c:pt>
                <c:pt idx="563">
                  <c:v>13.497999812852724</c:v>
                </c:pt>
                <c:pt idx="564">
                  <c:v>13.485093638450907</c:v>
                </c:pt>
                <c:pt idx="565">
                  <c:v>13.530821374001274</c:v>
                </c:pt>
                <c:pt idx="566">
                  <c:v>13.482630950432709</c:v>
                </c:pt>
                <c:pt idx="567">
                  <c:v>13.307273066711929</c:v>
                </c:pt>
                <c:pt idx="568">
                  <c:v>13.300169065486964</c:v>
                </c:pt>
                <c:pt idx="569">
                  <c:v>13.457254620350282</c:v>
                </c:pt>
                <c:pt idx="570">
                  <c:v>13.535206625580685</c:v>
                </c:pt>
                <c:pt idx="571">
                  <c:v>13.529297257927835</c:v>
                </c:pt>
                <c:pt idx="572">
                  <c:v>13.547441530654076</c:v>
                </c:pt>
                <c:pt idx="573">
                  <c:v>13.35261400084419</c:v>
                </c:pt>
                <c:pt idx="574">
                  <c:v>13.374668593365426</c:v>
                </c:pt>
                <c:pt idx="575">
                  <c:v>13.362098104262907</c:v>
                </c:pt>
                <c:pt idx="576">
                  <c:v>13.190103985224278</c:v>
                </c:pt>
                <c:pt idx="577">
                  <c:v>12.893405106710405</c:v>
                </c:pt>
                <c:pt idx="578">
                  <c:v>12.612056710080513</c:v>
                </c:pt>
                <c:pt idx="579">
                  <c:v>12.816371292802851</c:v>
                </c:pt>
                <c:pt idx="580">
                  <c:v>12.888159324511756</c:v>
                </c:pt>
                <c:pt idx="581">
                  <c:v>13.140717447007345</c:v>
                </c:pt>
                <c:pt idx="582">
                  <c:v>12.698008527150938</c:v>
                </c:pt>
                <c:pt idx="583">
                  <c:v>12.49701551742576</c:v>
                </c:pt>
                <c:pt idx="584">
                  <c:v>11.72254768204731</c:v>
                </c:pt>
                <c:pt idx="585">
                  <c:v>11.198882868489745</c:v>
                </c:pt>
                <c:pt idx="586">
                  <c:v>11.683305085706971</c:v>
                </c:pt>
                <c:pt idx="587">
                  <c:v>13.233656513454349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1B0C-4B9C-BBFB-FF685BE46DCA}"/>
            </c:ext>
          </c:extLst>
        </c:ser>
        <c:ser>
          <c:idx val="13"/>
          <c:order val="13"/>
          <c:tx>
            <c:strRef>
              <c:f>Sheet2!$O$1</c:f>
              <c:strCache>
                <c:ptCount val="1"/>
                <c:pt idx="0">
                  <c:v>S12_n3_zz_o/O-PTIR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Sheet2!$O$2:$O$589</c:f>
              <c:numCache>
                <c:formatCode>General</c:formatCode>
                <c:ptCount val="588"/>
                <c:pt idx="0">
                  <c:v>14.087881796220797</c:v>
                </c:pt>
                <c:pt idx="1">
                  <c:v>13.847134747922047</c:v>
                </c:pt>
                <c:pt idx="2">
                  <c:v>13.891823832981817</c:v>
                </c:pt>
                <c:pt idx="3">
                  <c:v>14.037094467923501</c:v>
                </c:pt>
                <c:pt idx="4">
                  <c:v>14.003253561109334</c:v>
                </c:pt>
                <c:pt idx="5">
                  <c:v>14.048703359276342</c:v>
                </c:pt>
                <c:pt idx="6">
                  <c:v>14.079474470462278</c:v>
                </c:pt>
                <c:pt idx="7">
                  <c:v>14.020835525493407</c:v>
                </c:pt>
                <c:pt idx="8">
                  <c:v>14.051621705548897</c:v>
                </c:pt>
                <c:pt idx="9">
                  <c:v>14.085844619147627</c:v>
                </c:pt>
                <c:pt idx="10">
                  <c:v>14.071020874218476</c:v>
                </c:pt>
                <c:pt idx="11">
                  <c:v>14.075143505549553</c:v>
                </c:pt>
                <c:pt idx="12">
                  <c:v>14.10258049257944</c:v>
                </c:pt>
                <c:pt idx="13">
                  <c:v>14.187132368935615</c:v>
                </c:pt>
                <c:pt idx="14">
                  <c:v>14.246811145054181</c:v>
                </c:pt>
                <c:pt idx="15">
                  <c:v>14.224044557778939</c:v>
                </c:pt>
                <c:pt idx="16">
                  <c:v>14.180861931330242</c:v>
                </c:pt>
                <c:pt idx="17">
                  <c:v>14.149133256688279</c:v>
                </c:pt>
                <c:pt idx="18">
                  <c:v>14.14869175487329</c:v>
                </c:pt>
                <c:pt idx="19">
                  <c:v>14.153146199313099</c:v>
                </c:pt>
                <c:pt idx="20">
                  <c:v>14.168055389598045</c:v>
                </c:pt>
                <c:pt idx="21">
                  <c:v>14.183517069404573</c:v>
                </c:pt>
                <c:pt idx="22">
                  <c:v>14.180230179508252</c:v>
                </c:pt>
                <c:pt idx="23">
                  <c:v>14.186148052590834</c:v>
                </c:pt>
                <c:pt idx="24">
                  <c:v>14.166495788370851</c:v>
                </c:pt>
                <c:pt idx="25">
                  <c:v>14.174390823779643</c:v>
                </c:pt>
                <c:pt idx="26">
                  <c:v>14.173333819286723</c:v>
                </c:pt>
                <c:pt idx="27">
                  <c:v>14.163868623035055</c:v>
                </c:pt>
                <c:pt idx="28">
                  <c:v>14.159472731384831</c:v>
                </c:pt>
                <c:pt idx="29">
                  <c:v>14.148950046425062</c:v>
                </c:pt>
                <c:pt idx="30">
                  <c:v>14.156468306552012</c:v>
                </c:pt>
                <c:pt idx="31">
                  <c:v>14.161510793081892</c:v>
                </c:pt>
                <c:pt idx="32">
                  <c:v>14.17554018300652</c:v>
                </c:pt>
                <c:pt idx="33">
                  <c:v>14.190895745193755</c:v>
                </c:pt>
                <c:pt idx="34">
                  <c:v>14.198751931646099</c:v>
                </c:pt>
                <c:pt idx="35">
                  <c:v>14.203934710212858</c:v>
                </c:pt>
                <c:pt idx="36">
                  <c:v>14.211869674750428</c:v>
                </c:pt>
                <c:pt idx="37">
                  <c:v>14.212020451908343</c:v>
                </c:pt>
                <c:pt idx="38">
                  <c:v>14.208631336737838</c:v>
                </c:pt>
                <c:pt idx="39">
                  <c:v>14.222431320408612</c:v>
                </c:pt>
                <c:pt idx="40">
                  <c:v>14.253024054171313</c:v>
                </c:pt>
                <c:pt idx="41">
                  <c:v>14.264916155534086</c:v>
                </c:pt>
                <c:pt idx="42">
                  <c:v>14.292333089537196</c:v>
                </c:pt>
                <c:pt idx="43">
                  <c:v>14.344000581356196</c:v>
                </c:pt>
                <c:pt idx="44">
                  <c:v>14.373058148134685</c:v>
                </c:pt>
                <c:pt idx="45">
                  <c:v>14.406015211508171</c:v>
                </c:pt>
                <c:pt idx="46">
                  <c:v>14.441811191240859</c:v>
                </c:pt>
                <c:pt idx="47">
                  <c:v>14.457881920626852</c:v>
                </c:pt>
                <c:pt idx="48">
                  <c:v>14.445339294791989</c:v>
                </c:pt>
                <c:pt idx="49">
                  <c:v>14.388276733296662</c:v>
                </c:pt>
                <c:pt idx="50">
                  <c:v>14.343392407088791</c:v>
                </c:pt>
                <c:pt idx="51">
                  <c:v>14.314318637725398</c:v>
                </c:pt>
                <c:pt idx="52">
                  <c:v>14.298816302467321</c:v>
                </c:pt>
                <c:pt idx="53">
                  <c:v>14.304491695486162</c:v>
                </c:pt>
                <c:pt idx="54">
                  <c:v>14.323244101663137</c:v>
                </c:pt>
                <c:pt idx="55">
                  <c:v>14.348624277625444</c:v>
                </c:pt>
                <c:pt idx="56">
                  <c:v>14.361597221766976</c:v>
                </c:pt>
                <c:pt idx="57">
                  <c:v>14.373949849014258</c:v>
                </c:pt>
                <c:pt idx="58">
                  <c:v>14.399502591817628</c:v>
                </c:pt>
                <c:pt idx="59">
                  <c:v>14.432157914638674</c:v>
                </c:pt>
                <c:pt idx="60">
                  <c:v>14.458634242028925</c:v>
                </c:pt>
                <c:pt idx="61">
                  <c:v>14.485843112493468</c:v>
                </c:pt>
                <c:pt idx="62">
                  <c:v>14.513663658473646</c:v>
                </c:pt>
                <c:pt idx="63">
                  <c:v>14.534527335958327</c:v>
                </c:pt>
                <c:pt idx="64">
                  <c:v>14.566035366778845</c:v>
                </c:pt>
                <c:pt idx="65">
                  <c:v>14.59544082354126</c:v>
                </c:pt>
                <c:pt idx="66">
                  <c:v>14.605136077874912</c:v>
                </c:pt>
                <c:pt idx="67">
                  <c:v>14.623523441676356</c:v>
                </c:pt>
                <c:pt idx="68">
                  <c:v>14.641916988533188</c:v>
                </c:pt>
                <c:pt idx="69">
                  <c:v>14.638271071703775</c:v>
                </c:pt>
                <c:pt idx="70">
                  <c:v>14.629680498434718</c:v>
                </c:pt>
                <c:pt idx="71">
                  <c:v>14.620517694563619</c:v>
                </c:pt>
                <c:pt idx="72">
                  <c:v>14.615004271522844</c:v>
                </c:pt>
                <c:pt idx="73">
                  <c:v>14.611878699776456</c:v>
                </c:pt>
                <c:pt idx="74">
                  <c:v>14.607229675328506</c:v>
                </c:pt>
                <c:pt idx="75">
                  <c:v>14.591555629917764</c:v>
                </c:pt>
                <c:pt idx="76">
                  <c:v>14.573960665636454</c:v>
                </c:pt>
                <c:pt idx="77">
                  <c:v>14.556830436186994</c:v>
                </c:pt>
                <c:pt idx="78">
                  <c:v>14.541998403728785</c:v>
                </c:pt>
                <c:pt idx="79">
                  <c:v>14.52969032427816</c:v>
                </c:pt>
                <c:pt idx="80">
                  <c:v>14.515781690170224</c:v>
                </c:pt>
                <c:pt idx="81">
                  <c:v>14.497111693692331</c:v>
                </c:pt>
                <c:pt idx="82">
                  <c:v>14.476331077734862</c:v>
                </c:pt>
                <c:pt idx="83">
                  <c:v>14.454867830114072</c:v>
                </c:pt>
                <c:pt idx="84">
                  <c:v>14.435248436655417</c:v>
                </c:pt>
                <c:pt idx="85">
                  <c:v>14.412459147137648</c:v>
                </c:pt>
                <c:pt idx="86">
                  <c:v>14.385420571427549</c:v>
                </c:pt>
                <c:pt idx="87">
                  <c:v>14.36280329004102</c:v>
                </c:pt>
                <c:pt idx="88">
                  <c:v>14.340310191224768</c:v>
                </c:pt>
                <c:pt idx="89">
                  <c:v>14.329556516999975</c:v>
                </c:pt>
                <c:pt idx="90">
                  <c:v>14.310560029124424</c:v>
                </c:pt>
                <c:pt idx="91">
                  <c:v>14.291809429442548</c:v>
                </c:pt>
                <c:pt idx="92">
                  <c:v>14.280930287614877</c:v>
                </c:pt>
                <c:pt idx="93">
                  <c:v>14.269948883265702</c:v>
                </c:pt>
                <c:pt idx="94">
                  <c:v>14.269856901004962</c:v>
                </c:pt>
                <c:pt idx="95">
                  <c:v>14.265828025838317</c:v>
                </c:pt>
                <c:pt idx="96">
                  <c:v>14.251322428906782</c:v>
                </c:pt>
                <c:pt idx="97">
                  <c:v>14.230981256849782</c:v>
                </c:pt>
                <c:pt idx="98">
                  <c:v>14.23278927908852</c:v>
                </c:pt>
                <c:pt idx="99">
                  <c:v>14.232100669230077</c:v>
                </c:pt>
                <c:pt idx="100">
                  <c:v>14.226223563341007</c:v>
                </c:pt>
                <c:pt idx="101">
                  <c:v>14.232349909682695</c:v>
                </c:pt>
                <c:pt idx="102">
                  <c:v>14.234606277931766</c:v>
                </c:pt>
                <c:pt idx="103">
                  <c:v>14.228236669332581</c:v>
                </c:pt>
                <c:pt idx="104">
                  <c:v>14.233568716540731</c:v>
                </c:pt>
                <c:pt idx="105">
                  <c:v>14.232465301885073</c:v>
                </c:pt>
                <c:pt idx="106">
                  <c:v>14.238725887573876</c:v>
                </c:pt>
                <c:pt idx="107">
                  <c:v>14.250054306594921</c:v>
                </c:pt>
                <c:pt idx="108">
                  <c:v>14.25429577084971</c:v>
                </c:pt>
                <c:pt idx="109">
                  <c:v>14.259938516591149</c:v>
                </c:pt>
                <c:pt idx="110">
                  <c:v>14.270383317401413</c:v>
                </c:pt>
                <c:pt idx="111">
                  <c:v>14.261230197833934</c:v>
                </c:pt>
                <c:pt idx="112">
                  <c:v>14.244540641446555</c:v>
                </c:pt>
                <c:pt idx="113">
                  <c:v>14.224185799622521</c:v>
                </c:pt>
                <c:pt idx="114">
                  <c:v>14.211762160356573</c:v>
                </c:pt>
                <c:pt idx="115">
                  <c:v>14.201821930388629</c:v>
                </c:pt>
                <c:pt idx="116">
                  <c:v>14.202873366406969</c:v>
                </c:pt>
                <c:pt idx="117">
                  <c:v>14.200764944519371</c:v>
                </c:pt>
                <c:pt idx="118">
                  <c:v>14.201613438505865</c:v>
                </c:pt>
                <c:pt idx="119">
                  <c:v>14.213439537614729</c:v>
                </c:pt>
                <c:pt idx="120">
                  <c:v>14.216480613812022</c:v>
                </c:pt>
                <c:pt idx="121">
                  <c:v>14.239761456233206</c:v>
                </c:pt>
                <c:pt idx="122">
                  <c:v>14.264446466808463</c:v>
                </c:pt>
                <c:pt idx="123">
                  <c:v>14.271367670993515</c:v>
                </c:pt>
                <c:pt idx="124">
                  <c:v>14.281442699018399</c:v>
                </c:pt>
                <c:pt idx="125">
                  <c:v>14.252067654694086</c:v>
                </c:pt>
                <c:pt idx="126">
                  <c:v>14.206529097905628</c:v>
                </c:pt>
                <c:pt idx="127">
                  <c:v>14.197877737007687</c:v>
                </c:pt>
                <c:pt idx="128">
                  <c:v>14.202283089477602</c:v>
                </c:pt>
                <c:pt idx="129">
                  <c:v>14.200336171976545</c:v>
                </c:pt>
                <c:pt idx="130">
                  <c:v>14.199250058701779</c:v>
                </c:pt>
                <c:pt idx="131">
                  <c:v>14.198581897622905</c:v>
                </c:pt>
                <c:pt idx="132">
                  <c:v>14.174345382047267</c:v>
                </c:pt>
                <c:pt idx="133">
                  <c:v>14.163410331989846</c:v>
                </c:pt>
                <c:pt idx="134">
                  <c:v>14.13347656852941</c:v>
                </c:pt>
                <c:pt idx="135">
                  <c:v>14.097301979084287</c:v>
                </c:pt>
                <c:pt idx="136">
                  <c:v>14.082452207589157</c:v>
                </c:pt>
                <c:pt idx="137">
                  <c:v>14.067029251029368</c:v>
                </c:pt>
                <c:pt idx="138">
                  <c:v>14.072412941648942</c:v>
                </c:pt>
                <c:pt idx="139">
                  <c:v>14.063624706155879</c:v>
                </c:pt>
                <c:pt idx="140">
                  <c:v>14.055752866516624</c:v>
                </c:pt>
                <c:pt idx="141">
                  <c:v>14.048661172028691</c:v>
                </c:pt>
                <c:pt idx="142">
                  <c:v>14.035445622113706</c:v>
                </c:pt>
                <c:pt idx="143">
                  <c:v>14.040132173238186</c:v>
                </c:pt>
                <c:pt idx="144">
                  <c:v>14.042524545426238</c:v>
                </c:pt>
                <c:pt idx="145">
                  <c:v>14.054279986365991</c:v>
                </c:pt>
                <c:pt idx="146">
                  <c:v>14.06347372879361</c:v>
                </c:pt>
                <c:pt idx="147">
                  <c:v>14.068837859913419</c:v>
                </c:pt>
                <c:pt idx="148">
                  <c:v>14.076511702102776</c:v>
                </c:pt>
                <c:pt idx="149">
                  <c:v>14.089698385343507</c:v>
                </c:pt>
                <c:pt idx="150">
                  <c:v>14.078098316949974</c:v>
                </c:pt>
                <c:pt idx="151">
                  <c:v>14.055975707930044</c:v>
                </c:pt>
                <c:pt idx="152">
                  <c:v>14.050966669494979</c:v>
                </c:pt>
                <c:pt idx="153">
                  <c:v>14.080456281924679</c:v>
                </c:pt>
                <c:pt idx="154">
                  <c:v>14.088225998719883</c:v>
                </c:pt>
                <c:pt idx="155">
                  <c:v>14.101605562559707</c:v>
                </c:pt>
                <c:pt idx="156">
                  <c:v>14.109818839084419</c:v>
                </c:pt>
                <c:pt idx="157">
                  <c:v>14.093875467602876</c:v>
                </c:pt>
                <c:pt idx="158">
                  <c:v>14.102102479077434</c:v>
                </c:pt>
                <c:pt idx="159">
                  <c:v>14.107165824107421</c:v>
                </c:pt>
                <c:pt idx="160">
                  <c:v>14.113848142595263</c:v>
                </c:pt>
                <c:pt idx="161">
                  <c:v>14.115578066512393</c:v>
                </c:pt>
                <c:pt idx="162">
                  <c:v>14.118281784405946</c:v>
                </c:pt>
                <c:pt idx="163">
                  <c:v>14.132444854967869</c:v>
                </c:pt>
                <c:pt idx="164">
                  <c:v>14.131734520609092</c:v>
                </c:pt>
                <c:pt idx="165">
                  <c:v>14.131785568063371</c:v>
                </c:pt>
                <c:pt idx="166">
                  <c:v>14.128453767209008</c:v>
                </c:pt>
                <c:pt idx="167">
                  <c:v>14.123861219012463</c:v>
                </c:pt>
                <c:pt idx="168">
                  <c:v>14.140406665512497</c:v>
                </c:pt>
                <c:pt idx="169">
                  <c:v>14.132478517234782</c:v>
                </c:pt>
                <c:pt idx="170">
                  <c:v>14.135800075075702</c:v>
                </c:pt>
                <c:pt idx="171">
                  <c:v>14.13360855441357</c:v>
                </c:pt>
                <c:pt idx="172">
                  <c:v>14.137918367503529</c:v>
                </c:pt>
                <c:pt idx="173">
                  <c:v>14.13577357360637</c:v>
                </c:pt>
                <c:pt idx="174">
                  <c:v>14.154953113444018</c:v>
                </c:pt>
                <c:pt idx="175">
                  <c:v>14.158468469099324</c:v>
                </c:pt>
                <c:pt idx="176">
                  <c:v>14.150224007254586</c:v>
                </c:pt>
                <c:pt idx="177">
                  <c:v>14.159940054905531</c:v>
                </c:pt>
                <c:pt idx="178">
                  <c:v>14.178670783141326</c:v>
                </c:pt>
                <c:pt idx="179">
                  <c:v>14.202903480866498</c:v>
                </c:pt>
                <c:pt idx="180">
                  <c:v>14.210067425846542</c:v>
                </c:pt>
                <c:pt idx="181">
                  <c:v>14.208370456497216</c:v>
                </c:pt>
                <c:pt idx="182">
                  <c:v>14.215016868567016</c:v>
                </c:pt>
                <c:pt idx="183">
                  <c:v>14.245056609969289</c:v>
                </c:pt>
                <c:pt idx="184">
                  <c:v>14.264293734166165</c:v>
                </c:pt>
                <c:pt idx="185">
                  <c:v>14.271648199196292</c:v>
                </c:pt>
                <c:pt idx="186">
                  <c:v>14.294920865830379</c:v>
                </c:pt>
                <c:pt idx="187">
                  <c:v>14.317180312198111</c:v>
                </c:pt>
                <c:pt idx="188">
                  <c:v>14.33006535266062</c:v>
                </c:pt>
                <c:pt idx="189">
                  <c:v>14.330425422518717</c:v>
                </c:pt>
                <c:pt idx="190">
                  <c:v>14.339669425550948</c:v>
                </c:pt>
                <c:pt idx="191">
                  <c:v>14.336071073551244</c:v>
                </c:pt>
                <c:pt idx="192">
                  <c:v>14.328138846691813</c:v>
                </c:pt>
                <c:pt idx="193">
                  <c:v>14.350931451221205</c:v>
                </c:pt>
                <c:pt idx="194">
                  <c:v>14.373829055950244</c:v>
                </c:pt>
                <c:pt idx="195">
                  <c:v>14.385385447203262</c:v>
                </c:pt>
                <c:pt idx="196">
                  <c:v>14.408151196413767</c:v>
                </c:pt>
                <c:pt idx="197">
                  <c:v>14.426434789177181</c:v>
                </c:pt>
                <c:pt idx="198">
                  <c:v>14.442848231169393</c:v>
                </c:pt>
                <c:pt idx="199">
                  <c:v>14.447767782914267</c:v>
                </c:pt>
                <c:pt idx="200">
                  <c:v>14.444917208143396</c:v>
                </c:pt>
                <c:pt idx="201">
                  <c:v>14.455633113584069</c:v>
                </c:pt>
                <c:pt idx="202">
                  <c:v>14.463486189885057</c:v>
                </c:pt>
                <c:pt idx="203">
                  <c:v>14.500059670209234</c:v>
                </c:pt>
                <c:pt idx="204">
                  <c:v>14.539309035365884</c:v>
                </c:pt>
                <c:pt idx="205">
                  <c:v>14.552677806794268</c:v>
                </c:pt>
                <c:pt idx="206">
                  <c:v>14.566945542329941</c:v>
                </c:pt>
                <c:pt idx="207">
                  <c:v>14.575912015568784</c:v>
                </c:pt>
                <c:pt idx="208">
                  <c:v>14.570839004858838</c:v>
                </c:pt>
                <c:pt idx="209">
                  <c:v>14.550697999908223</c:v>
                </c:pt>
                <c:pt idx="210">
                  <c:v>14.527769405407597</c:v>
                </c:pt>
                <c:pt idx="211">
                  <c:v>14.510021540871039</c:v>
                </c:pt>
                <c:pt idx="212">
                  <c:v>14.47603138578511</c:v>
                </c:pt>
                <c:pt idx="213">
                  <c:v>14.448014956140533</c:v>
                </c:pt>
                <c:pt idx="214">
                  <c:v>14.453634124327387</c:v>
                </c:pt>
                <c:pt idx="215">
                  <c:v>14.456185491363687</c:v>
                </c:pt>
                <c:pt idx="216">
                  <c:v>14.462290215635173</c:v>
                </c:pt>
                <c:pt idx="217">
                  <c:v>14.46074694735851</c:v>
                </c:pt>
                <c:pt idx="218">
                  <c:v>14.45872452953653</c:v>
                </c:pt>
                <c:pt idx="219">
                  <c:v>14.446561230425043</c:v>
                </c:pt>
                <c:pt idx="220">
                  <c:v>14.445966614182707</c:v>
                </c:pt>
                <c:pt idx="221">
                  <c:v>14.433825849700801</c:v>
                </c:pt>
                <c:pt idx="222">
                  <c:v>14.430067669444027</c:v>
                </c:pt>
                <c:pt idx="223">
                  <c:v>14.426134091549745</c:v>
                </c:pt>
                <c:pt idx="224">
                  <c:v>14.395397378265322</c:v>
                </c:pt>
                <c:pt idx="225">
                  <c:v>14.362091121251654</c:v>
                </c:pt>
                <c:pt idx="226">
                  <c:v>14.356504842449789</c:v>
                </c:pt>
                <c:pt idx="227">
                  <c:v>14.346020987822808</c:v>
                </c:pt>
                <c:pt idx="228">
                  <c:v>14.334713110699635</c:v>
                </c:pt>
                <c:pt idx="229">
                  <c:v>14.316234826186118</c:v>
                </c:pt>
                <c:pt idx="230">
                  <c:v>14.316704216933168</c:v>
                </c:pt>
                <c:pt idx="231">
                  <c:v>14.310514624639371</c:v>
                </c:pt>
                <c:pt idx="232">
                  <c:v>14.320351213934908</c:v>
                </c:pt>
                <c:pt idx="233">
                  <c:v>14.335436714416741</c:v>
                </c:pt>
                <c:pt idx="234">
                  <c:v>14.331141316040247</c:v>
                </c:pt>
                <c:pt idx="235">
                  <c:v>14.335534302399383</c:v>
                </c:pt>
                <c:pt idx="236">
                  <c:v>14.351955231103242</c:v>
                </c:pt>
                <c:pt idx="237">
                  <c:v>14.360237024076072</c:v>
                </c:pt>
                <c:pt idx="238">
                  <c:v>14.349609804508177</c:v>
                </c:pt>
                <c:pt idx="239">
                  <c:v>14.33677244061734</c:v>
                </c:pt>
                <c:pt idx="240">
                  <c:v>14.319288845827675</c:v>
                </c:pt>
                <c:pt idx="241">
                  <c:v>14.290843345661701</c:v>
                </c:pt>
                <c:pt idx="242">
                  <c:v>14.271883825752859</c:v>
                </c:pt>
                <c:pt idx="243">
                  <c:v>14.283459045526953</c:v>
                </c:pt>
                <c:pt idx="244">
                  <c:v>14.280157554680558</c:v>
                </c:pt>
                <c:pt idx="245">
                  <c:v>14.287175061815654</c:v>
                </c:pt>
                <c:pt idx="246">
                  <c:v>14.288488905214804</c:v>
                </c:pt>
                <c:pt idx="247">
                  <c:v>14.29338553123322</c:v>
                </c:pt>
                <c:pt idx="248">
                  <c:v>14.309070601851161</c:v>
                </c:pt>
                <c:pt idx="249">
                  <c:v>14.311565557818868</c:v>
                </c:pt>
                <c:pt idx="250">
                  <c:v>14.334640366680514</c:v>
                </c:pt>
                <c:pt idx="251">
                  <c:v>14.401799149926727</c:v>
                </c:pt>
                <c:pt idx="252">
                  <c:v>14.463308929881471</c:v>
                </c:pt>
                <c:pt idx="253">
                  <c:v>14.519103592548866</c:v>
                </c:pt>
                <c:pt idx="254">
                  <c:v>14.598446011944173</c:v>
                </c:pt>
                <c:pt idx="255">
                  <c:v>14.685587834250015</c:v>
                </c:pt>
                <c:pt idx="256">
                  <c:v>14.767933616929474</c:v>
                </c:pt>
                <c:pt idx="257">
                  <c:v>14.847989359781117</c:v>
                </c:pt>
                <c:pt idx="258">
                  <c:v>14.92529848513653</c:v>
                </c:pt>
                <c:pt idx="259">
                  <c:v>15</c:v>
                </c:pt>
                <c:pt idx="260">
                  <c:v>14.807901184941594</c:v>
                </c:pt>
                <c:pt idx="261">
                  <c:v>14.456011248393152</c:v>
                </c:pt>
                <c:pt idx="262">
                  <c:v>14.241025574457993</c:v>
                </c:pt>
                <c:pt idx="263">
                  <c:v>14.201646197525228</c:v>
                </c:pt>
                <c:pt idx="264">
                  <c:v>14.169456708332017</c:v>
                </c:pt>
                <c:pt idx="265">
                  <c:v>14.113915215709669</c:v>
                </c:pt>
                <c:pt idx="266">
                  <c:v>14.118511265154446</c:v>
                </c:pt>
                <c:pt idx="267">
                  <c:v>14.114128773228174</c:v>
                </c:pt>
                <c:pt idx="268">
                  <c:v>14.079043491015648</c:v>
                </c:pt>
                <c:pt idx="269">
                  <c:v>14.075165551308036</c:v>
                </c:pt>
                <c:pt idx="270">
                  <c:v>14.06214019552907</c:v>
                </c:pt>
                <c:pt idx="271">
                  <c:v>14.078305928864767</c:v>
                </c:pt>
                <c:pt idx="272">
                  <c:v>14.09093594622798</c:v>
                </c:pt>
                <c:pt idx="273">
                  <c:v>14.095411342286198</c:v>
                </c:pt>
                <c:pt idx="274">
                  <c:v>14.113653422909666</c:v>
                </c:pt>
                <c:pt idx="275">
                  <c:v>14.12734714928369</c:v>
                </c:pt>
                <c:pt idx="276">
                  <c:v>14.18355128106948</c:v>
                </c:pt>
                <c:pt idx="277">
                  <c:v>14.292971862479313</c:v>
                </c:pt>
                <c:pt idx="278">
                  <c:v>14.726276882881907</c:v>
                </c:pt>
                <c:pt idx="279">
                  <c:v>14.799829988325198</c:v>
                </c:pt>
                <c:pt idx="280">
                  <c:v>14.619690617787056</c:v>
                </c:pt>
                <c:pt idx="281">
                  <c:v>14.276537561986993</c:v>
                </c:pt>
                <c:pt idx="282">
                  <c:v>14.064869977235928</c:v>
                </c:pt>
                <c:pt idx="283">
                  <c:v>14.02374627796827</c:v>
                </c:pt>
                <c:pt idx="284">
                  <c:v>14.028992169793554</c:v>
                </c:pt>
                <c:pt idx="285">
                  <c:v>13.971043173258748</c:v>
                </c:pt>
                <c:pt idx="286">
                  <c:v>13.960578649991687</c:v>
                </c:pt>
                <c:pt idx="287">
                  <c:v>14.064263730517416</c:v>
                </c:pt>
                <c:pt idx="288">
                  <c:v>14.059000516359619</c:v>
                </c:pt>
                <c:pt idx="289">
                  <c:v>14.061279111947869</c:v>
                </c:pt>
                <c:pt idx="290">
                  <c:v>14.058897173665786</c:v>
                </c:pt>
                <c:pt idx="291">
                  <c:v>14.099495902198665</c:v>
                </c:pt>
                <c:pt idx="292">
                  <c:v>14.053193463370686</c:v>
                </c:pt>
                <c:pt idx="293">
                  <c:v>14.032496069569504</c:v>
                </c:pt>
                <c:pt idx="294">
                  <c:v>14.114291758195751</c:v>
                </c:pt>
                <c:pt idx="295">
                  <c:v>14.16575022735765</c:v>
                </c:pt>
                <c:pt idx="296">
                  <c:v>14.129956091367381</c:v>
                </c:pt>
                <c:pt idx="297">
                  <c:v>14.180125626276466</c:v>
                </c:pt>
                <c:pt idx="298">
                  <c:v>14.160993558150221</c:v>
                </c:pt>
                <c:pt idx="299">
                  <c:v>14.165482810212083</c:v>
                </c:pt>
                <c:pt idx="300">
                  <c:v>14.225149033983264</c:v>
                </c:pt>
                <c:pt idx="301">
                  <c:v>14.19218467013474</c:v>
                </c:pt>
                <c:pt idx="302">
                  <c:v>14.09990904017824</c:v>
                </c:pt>
                <c:pt idx="303">
                  <c:v>14.147278302824301</c:v>
                </c:pt>
                <c:pt idx="304">
                  <c:v>14.178118330867063</c:v>
                </c:pt>
                <c:pt idx="305">
                  <c:v>14.202948568749319</c:v>
                </c:pt>
                <c:pt idx="306">
                  <c:v>14.223518290371777</c:v>
                </c:pt>
                <c:pt idx="307">
                  <c:v>14.219895355139801</c:v>
                </c:pt>
                <c:pt idx="308">
                  <c:v>14.226064554525014</c:v>
                </c:pt>
                <c:pt idx="309">
                  <c:v>14.203361269072863</c:v>
                </c:pt>
                <c:pt idx="310">
                  <c:v>14.170930845579756</c:v>
                </c:pt>
                <c:pt idx="311">
                  <c:v>14.090340761963988</c:v>
                </c:pt>
                <c:pt idx="312">
                  <c:v>14.056376186476182</c:v>
                </c:pt>
                <c:pt idx="313">
                  <c:v>14.21456394113612</c:v>
                </c:pt>
                <c:pt idx="314">
                  <c:v>14.264529621453981</c:v>
                </c:pt>
                <c:pt idx="315">
                  <c:v>14.292012911560557</c:v>
                </c:pt>
                <c:pt idx="316">
                  <c:v>14.304945032637592</c:v>
                </c:pt>
                <c:pt idx="317">
                  <c:v>14.299907406883184</c:v>
                </c:pt>
                <c:pt idx="318">
                  <c:v>14.385829621513576</c:v>
                </c:pt>
                <c:pt idx="319">
                  <c:v>14.448540180622691</c:v>
                </c:pt>
                <c:pt idx="320">
                  <c:v>14.42195848055958</c:v>
                </c:pt>
                <c:pt idx="321">
                  <c:v>14.501115445540542</c:v>
                </c:pt>
                <c:pt idx="322">
                  <c:v>14.634664339056707</c:v>
                </c:pt>
                <c:pt idx="323">
                  <c:v>14.744411635348126</c:v>
                </c:pt>
                <c:pt idx="324">
                  <c:v>14.837591322983148</c:v>
                </c:pt>
                <c:pt idx="325">
                  <c:v>14.9000695333</c:v>
                </c:pt>
                <c:pt idx="326">
                  <c:v>14.959168815588807</c:v>
                </c:pt>
                <c:pt idx="327">
                  <c:v>14.997207866276753</c:v>
                </c:pt>
                <c:pt idx="328">
                  <c:v>15.039478734163184</c:v>
                </c:pt>
                <c:pt idx="329">
                  <c:v>15.077693517714527</c:v>
                </c:pt>
                <c:pt idx="330">
                  <c:v>15.122878169076618</c:v>
                </c:pt>
                <c:pt idx="331">
                  <c:v>15.194660238871544</c:v>
                </c:pt>
                <c:pt idx="332">
                  <c:v>15.229580794804207</c:v>
                </c:pt>
                <c:pt idx="333">
                  <c:v>15.219233712342213</c:v>
                </c:pt>
                <c:pt idx="334">
                  <c:v>15.165520318264955</c:v>
                </c:pt>
                <c:pt idx="335">
                  <c:v>15.10210973299332</c:v>
                </c:pt>
                <c:pt idx="336">
                  <c:v>15.035544821043009</c:v>
                </c:pt>
                <c:pt idx="337">
                  <c:v>14.990360169680919</c:v>
                </c:pt>
                <c:pt idx="338">
                  <c:v>14.972610480025603</c:v>
                </c:pt>
                <c:pt idx="339">
                  <c:v>14.937310001412417</c:v>
                </c:pt>
                <c:pt idx="340">
                  <c:v>14.862915851446955</c:v>
                </c:pt>
                <c:pt idx="341">
                  <c:v>14.823374839762023</c:v>
                </c:pt>
                <c:pt idx="342">
                  <c:v>14.824845215030276</c:v>
                </c:pt>
                <c:pt idx="343">
                  <c:v>14.784402743667508</c:v>
                </c:pt>
                <c:pt idx="344">
                  <c:v>14.741130444292011</c:v>
                </c:pt>
                <c:pt idx="345">
                  <c:v>14.731871877557028</c:v>
                </c:pt>
                <c:pt idx="346">
                  <c:v>14.727861979900748</c:v>
                </c:pt>
                <c:pt idx="347">
                  <c:v>14.715091288715611</c:v>
                </c:pt>
                <c:pt idx="348">
                  <c:v>14.72314192481047</c:v>
                </c:pt>
                <c:pt idx="349">
                  <c:v>14.682753909031909</c:v>
                </c:pt>
                <c:pt idx="350">
                  <c:v>14.638159925696062</c:v>
                </c:pt>
                <c:pt idx="351">
                  <c:v>14.619779452649119</c:v>
                </c:pt>
                <c:pt idx="352">
                  <c:v>14.63608867663544</c:v>
                </c:pt>
                <c:pt idx="353">
                  <c:v>14.633435773400405</c:v>
                </c:pt>
                <c:pt idx="354">
                  <c:v>14.605652437494523</c:v>
                </c:pt>
                <c:pt idx="355">
                  <c:v>14.56837874477122</c:v>
                </c:pt>
                <c:pt idx="356">
                  <c:v>14.551260583453965</c:v>
                </c:pt>
                <c:pt idx="357">
                  <c:v>14.551902764526009</c:v>
                </c:pt>
                <c:pt idx="358">
                  <c:v>14.502500412700323</c:v>
                </c:pt>
                <c:pt idx="359">
                  <c:v>14.439320537338801</c:v>
                </c:pt>
                <c:pt idx="360">
                  <c:v>14.517304621409284</c:v>
                </c:pt>
                <c:pt idx="361">
                  <c:v>14.556171158594328</c:v>
                </c:pt>
                <c:pt idx="362">
                  <c:v>14.567837727424696</c:v>
                </c:pt>
                <c:pt idx="363">
                  <c:v>14.548859248629149</c:v>
                </c:pt>
                <c:pt idx="364">
                  <c:v>14.547402021665425</c:v>
                </c:pt>
                <c:pt idx="365">
                  <c:v>14.54374913958687</c:v>
                </c:pt>
                <c:pt idx="366">
                  <c:v>14.513071649543825</c:v>
                </c:pt>
                <c:pt idx="367">
                  <c:v>14.497510389022946</c:v>
                </c:pt>
                <c:pt idx="368">
                  <c:v>14.479587909042637</c:v>
                </c:pt>
                <c:pt idx="369">
                  <c:v>14.449351464534889</c:v>
                </c:pt>
                <c:pt idx="370">
                  <c:v>14.452063926237193</c:v>
                </c:pt>
                <c:pt idx="371">
                  <c:v>14.451947789088383</c:v>
                </c:pt>
                <c:pt idx="372">
                  <c:v>14.430394030476057</c:v>
                </c:pt>
                <c:pt idx="373">
                  <c:v>14.396027640194449</c:v>
                </c:pt>
                <c:pt idx="374">
                  <c:v>14.326340843982591</c:v>
                </c:pt>
                <c:pt idx="375">
                  <c:v>14.310859832816142</c:v>
                </c:pt>
                <c:pt idx="376">
                  <c:v>14.317743007485817</c:v>
                </c:pt>
                <c:pt idx="377">
                  <c:v>14.307058147687716</c:v>
                </c:pt>
                <c:pt idx="378">
                  <c:v>14.310528424772032</c:v>
                </c:pt>
                <c:pt idx="379">
                  <c:v>14.304848170977721</c:v>
                </c:pt>
                <c:pt idx="380">
                  <c:v>14.259670745596026</c:v>
                </c:pt>
                <c:pt idx="381">
                  <c:v>14.212433655070731</c:v>
                </c:pt>
                <c:pt idx="382">
                  <c:v>14.168074851323592</c:v>
                </c:pt>
                <c:pt idx="383">
                  <c:v>14.151902306383953</c:v>
                </c:pt>
                <c:pt idx="384">
                  <c:v>14.138487562448859</c:v>
                </c:pt>
                <c:pt idx="385">
                  <c:v>14.127087488892849</c:v>
                </c:pt>
                <c:pt idx="386">
                  <c:v>14.134314298039957</c:v>
                </c:pt>
                <c:pt idx="387">
                  <c:v>14.13550475968624</c:v>
                </c:pt>
                <c:pt idx="388">
                  <c:v>14.125255116217604</c:v>
                </c:pt>
                <c:pt idx="389">
                  <c:v>14.110997726125509</c:v>
                </c:pt>
                <c:pt idx="390">
                  <c:v>14.08746860237024</c:v>
                </c:pt>
                <c:pt idx="391">
                  <c:v>14.075383201376006</c:v>
                </c:pt>
                <c:pt idx="392">
                  <c:v>14.104871342536502</c:v>
                </c:pt>
                <c:pt idx="393">
                  <c:v>14.125878254596469</c:v>
                </c:pt>
                <c:pt idx="394">
                  <c:v>14.121206062314471</c:v>
                </c:pt>
                <c:pt idx="395">
                  <c:v>14.127926224081079</c:v>
                </c:pt>
                <c:pt idx="396">
                  <c:v>14.13641317530139</c:v>
                </c:pt>
                <c:pt idx="397">
                  <c:v>14.131920459238618</c:v>
                </c:pt>
                <c:pt idx="398">
                  <c:v>14.121868496617646</c:v>
                </c:pt>
                <c:pt idx="399">
                  <c:v>14.097790747750411</c:v>
                </c:pt>
                <c:pt idx="400">
                  <c:v>14.124073770853286</c:v>
                </c:pt>
                <c:pt idx="401">
                  <c:v>14.120442548092251</c:v>
                </c:pt>
                <c:pt idx="402">
                  <c:v>14.116992049335716</c:v>
                </c:pt>
                <c:pt idx="403">
                  <c:v>14.11543012015092</c:v>
                </c:pt>
                <c:pt idx="404">
                  <c:v>14.108493355897265</c:v>
                </c:pt>
                <c:pt idx="405">
                  <c:v>14.083214976864944</c:v>
                </c:pt>
                <c:pt idx="406">
                  <c:v>14.062559032348853</c:v>
                </c:pt>
                <c:pt idx="407">
                  <c:v>14.035131284982684</c:v>
                </c:pt>
                <c:pt idx="408">
                  <c:v>14.032925775623326</c:v>
                </c:pt>
                <c:pt idx="409">
                  <c:v>14.036714424189185</c:v>
                </c:pt>
                <c:pt idx="410">
                  <c:v>14.038665417944001</c:v>
                </c:pt>
                <c:pt idx="411">
                  <c:v>14.040565471330588</c:v>
                </c:pt>
                <c:pt idx="412">
                  <c:v>14.030407146654774</c:v>
                </c:pt>
                <c:pt idx="413">
                  <c:v>14.027243338204787</c:v>
                </c:pt>
                <c:pt idx="414">
                  <c:v>14.019618243447601</c:v>
                </c:pt>
                <c:pt idx="415">
                  <c:v>14.017223824984818</c:v>
                </c:pt>
                <c:pt idx="416">
                  <c:v>14.025023961201997</c:v>
                </c:pt>
                <c:pt idx="417">
                  <c:v>14.020335682732975</c:v>
                </c:pt>
                <c:pt idx="418">
                  <c:v>14.013107929599061</c:v>
                </c:pt>
                <c:pt idx="419">
                  <c:v>14.012221307158995</c:v>
                </c:pt>
                <c:pt idx="420">
                  <c:v>14.009067147511276</c:v>
                </c:pt>
                <c:pt idx="421">
                  <c:v>14.009171866610041</c:v>
                </c:pt>
                <c:pt idx="422">
                  <c:v>14.003214517186436</c:v>
                </c:pt>
                <c:pt idx="423">
                  <c:v>14.002941394798777</c:v>
                </c:pt>
                <c:pt idx="424">
                  <c:v>13.999283800352046</c:v>
                </c:pt>
                <c:pt idx="425">
                  <c:v>14.008277194092591</c:v>
                </c:pt>
                <c:pt idx="426">
                  <c:v>14.009529981565741</c:v>
                </c:pt>
                <c:pt idx="427">
                  <c:v>13.991542101108562</c:v>
                </c:pt>
                <c:pt idx="428">
                  <c:v>13.964993938184643</c:v>
                </c:pt>
                <c:pt idx="429">
                  <c:v>13.965797837815328</c:v>
                </c:pt>
                <c:pt idx="430">
                  <c:v>13.998802519561549</c:v>
                </c:pt>
                <c:pt idx="431">
                  <c:v>13.969856180269289</c:v>
                </c:pt>
                <c:pt idx="432">
                  <c:v>14.011606075688121</c:v>
                </c:pt>
                <c:pt idx="433">
                  <c:v>14.015181513601158</c:v>
                </c:pt>
                <c:pt idx="434">
                  <c:v>14.022174436340007</c:v>
                </c:pt>
                <c:pt idx="435">
                  <c:v>14.041969741914798</c:v>
                </c:pt>
                <c:pt idx="436">
                  <c:v>13.973899307192369</c:v>
                </c:pt>
                <c:pt idx="437">
                  <c:v>14.118863736558932</c:v>
                </c:pt>
                <c:pt idx="438">
                  <c:v>14.03467621350284</c:v>
                </c:pt>
                <c:pt idx="439">
                  <c:v>14.091997317969359</c:v>
                </c:pt>
                <c:pt idx="440">
                  <c:v>14.05175628943374</c:v>
                </c:pt>
                <c:pt idx="441">
                  <c:v>14.013482847170739</c:v>
                </c:pt>
                <c:pt idx="442">
                  <c:v>14.053351000917475</c:v>
                </c:pt>
                <c:pt idx="443">
                  <c:v>14.027199709951383</c:v>
                </c:pt>
                <c:pt idx="444">
                  <c:v>13.976525625151597</c:v>
                </c:pt>
                <c:pt idx="445">
                  <c:v>13.939236498069397</c:v>
                </c:pt>
                <c:pt idx="446">
                  <c:v>14.003517123739103</c:v>
                </c:pt>
                <c:pt idx="447">
                  <c:v>14.039766399883968</c:v>
                </c:pt>
                <c:pt idx="448">
                  <c:v>14.060043855741421</c:v>
                </c:pt>
                <c:pt idx="449">
                  <c:v>14.049595125338728</c:v>
                </c:pt>
                <c:pt idx="450">
                  <c:v>14.031370932741469</c:v>
                </c:pt>
                <c:pt idx="451">
                  <c:v>14.067867394916366</c:v>
                </c:pt>
                <c:pt idx="452">
                  <c:v>14.097184864193286</c:v>
                </c:pt>
                <c:pt idx="453">
                  <c:v>14.066329020006579</c:v>
                </c:pt>
                <c:pt idx="454">
                  <c:v>14.090736272648606</c:v>
                </c:pt>
                <c:pt idx="455">
                  <c:v>14.141420025456309</c:v>
                </c:pt>
                <c:pt idx="456">
                  <c:v>14.107127710785573</c:v>
                </c:pt>
                <c:pt idx="457">
                  <c:v>14.093163634039403</c:v>
                </c:pt>
                <c:pt idx="458">
                  <c:v>14.111410165717803</c:v>
                </c:pt>
                <c:pt idx="459">
                  <c:v>14.116508513918282</c:v>
                </c:pt>
                <c:pt idx="460">
                  <c:v>14.104397714906616</c:v>
                </c:pt>
                <c:pt idx="461">
                  <c:v>14.109230014800596</c:v>
                </c:pt>
                <c:pt idx="462">
                  <c:v>14.116696808440899</c:v>
                </c:pt>
                <c:pt idx="463">
                  <c:v>14.108731897056746</c:v>
                </c:pt>
                <c:pt idx="464">
                  <c:v>14.119239152313535</c:v>
                </c:pt>
                <c:pt idx="465">
                  <c:v>14.110019741825404</c:v>
                </c:pt>
                <c:pt idx="466">
                  <c:v>14.097731729369304</c:v>
                </c:pt>
                <c:pt idx="467">
                  <c:v>14.108938033046419</c:v>
                </c:pt>
                <c:pt idx="468">
                  <c:v>14.121499831940085</c:v>
                </c:pt>
                <c:pt idx="469">
                  <c:v>14.123013749327313</c:v>
                </c:pt>
                <c:pt idx="470">
                  <c:v>14.141378131531319</c:v>
                </c:pt>
                <c:pt idx="471">
                  <c:v>14.153709779224695</c:v>
                </c:pt>
                <c:pt idx="472">
                  <c:v>14.137720621473051</c:v>
                </c:pt>
                <c:pt idx="473">
                  <c:v>14.15620954009689</c:v>
                </c:pt>
                <c:pt idx="474">
                  <c:v>14.155515361763866</c:v>
                </c:pt>
                <c:pt idx="475">
                  <c:v>14.159366446152589</c:v>
                </c:pt>
                <c:pt idx="476">
                  <c:v>14.170033427236314</c:v>
                </c:pt>
                <c:pt idx="477">
                  <c:v>14.174644142813978</c:v>
                </c:pt>
                <c:pt idx="478">
                  <c:v>14.16350561063855</c:v>
                </c:pt>
                <c:pt idx="479">
                  <c:v>14.175287590294957</c:v>
                </c:pt>
                <c:pt idx="480">
                  <c:v>14.194312535124224</c:v>
                </c:pt>
                <c:pt idx="481">
                  <c:v>14.195945029359828</c:v>
                </c:pt>
                <c:pt idx="482">
                  <c:v>14.210069753804143</c:v>
                </c:pt>
                <c:pt idx="483">
                  <c:v>14.228769473644689</c:v>
                </c:pt>
                <c:pt idx="484">
                  <c:v>14.225264929024485</c:v>
                </c:pt>
                <c:pt idx="485">
                  <c:v>14.232837663359302</c:v>
                </c:pt>
                <c:pt idx="486">
                  <c:v>14.24015162192717</c:v>
                </c:pt>
                <c:pt idx="487">
                  <c:v>14.231262958343192</c:v>
                </c:pt>
                <c:pt idx="488">
                  <c:v>14.228523548203697</c:v>
                </c:pt>
                <c:pt idx="489">
                  <c:v>14.232433325059462</c:v>
                </c:pt>
                <c:pt idx="490">
                  <c:v>14.236270693122</c:v>
                </c:pt>
                <c:pt idx="491">
                  <c:v>14.255107334116818</c:v>
                </c:pt>
                <c:pt idx="492">
                  <c:v>14.269936051563404</c:v>
                </c:pt>
                <c:pt idx="493">
                  <c:v>14.26401007718837</c:v>
                </c:pt>
                <c:pt idx="494">
                  <c:v>14.282886125849462</c:v>
                </c:pt>
                <c:pt idx="495">
                  <c:v>14.279082205881739</c:v>
                </c:pt>
                <c:pt idx="496">
                  <c:v>14.280245123133687</c:v>
                </c:pt>
                <c:pt idx="497">
                  <c:v>14.28168441551205</c:v>
                </c:pt>
                <c:pt idx="498">
                  <c:v>14.268511248393152</c:v>
                </c:pt>
                <c:pt idx="499">
                  <c:v>14.280101497461521</c:v>
                </c:pt>
                <c:pt idx="500">
                  <c:v>14.296717993227544</c:v>
                </c:pt>
                <c:pt idx="501">
                  <c:v>14.301431399670912</c:v>
                </c:pt>
                <c:pt idx="502">
                  <c:v>14.304283184979735</c:v>
                </c:pt>
                <c:pt idx="503">
                  <c:v>14.295315761934191</c:v>
                </c:pt>
                <c:pt idx="504">
                  <c:v>14.312886440961803</c:v>
                </c:pt>
                <c:pt idx="505">
                  <c:v>14.322321895227159</c:v>
                </c:pt>
                <c:pt idx="506">
                  <c:v>14.34761480071491</c:v>
                </c:pt>
                <c:pt idx="507">
                  <c:v>14.390939097351387</c:v>
                </c:pt>
                <c:pt idx="508">
                  <c:v>14.439213935504325</c:v>
                </c:pt>
                <c:pt idx="509">
                  <c:v>14.520118582063001</c:v>
                </c:pt>
                <c:pt idx="510">
                  <c:v>14.600948622236471</c:v>
                </c:pt>
                <c:pt idx="511">
                  <c:v>14.695974100894352</c:v>
                </c:pt>
                <c:pt idx="512">
                  <c:v>14.762129590285422</c:v>
                </c:pt>
                <c:pt idx="513">
                  <c:v>14.8047216790735</c:v>
                </c:pt>
                <c:pt idx="514">
                  <c:v>14.839640149156155</c:v>
                </c:pt>
                <c:pt idx="515">
                  <c:v>14.820388647493136</c:v>
                </c:pt>
                <c:pt idx="516">
                  <c:v>14.810251639925076</c:v>
                </c:pt>
                <c:pt idx="517">
                  <c:v>14.78878734937928</c:v>
                </c:pt>
                <c:pt idx="518">
                  <c:v>14.742941483563799</c:v>
                </c:pt>
                <c:pt idx="519">
                  <c:v>14.696888373650827</c:v>
                </c:pt>
                <c:pt idx="520">
                  <c:v>14.655732690573686</c:v>
                </c:pt>
                <c:pt idx="521">
                  <c:v>14.630527428033705</c:v>
                </c:pt>
                <c:pt idx="522">
                  <c:v>14.60387555401666</c:v>
                </c:pt>
                <c:pt idx="523">
                  <c:v>14.591473238842342</c:v>
                </c:pt>
                <c:pt idx="524">
                  <c:v>14.587523011395296</c:v>
                </c:pt>
                <c:pt idx="525">
                  <c:v>14.577830699600053</c:v>
                </c:pt>
                <c:pt idx="526">
                  <c:v>14.600219654905054</c:v>
                </c:pt>
                <c:pt idx="527">
                  <c:v>14.625619944421036</c:v>
                </c:pt>
                <c:pt idx="528">
                  <c:v>14.637616859746849</c:v>
                </c:pt>
                <c:pt idx="529">
                  <c:v>14.655563662228177</c:v>
                </c:pt>
                <c:pt idx="530">
                  <c:v>14.658578236956137</c:v>
                </c:pt>
                <c:pt idx="531">
                  <c:v>14.665951046292165</c:v>
                </c:pt>
                <c:pt idx="532">
                  <c:v>14.69747442300919</c:v>
                </c:pt>
                <c:pt idx="533">
                  <c:v>14.720979419811881</c:v>
                </c:pt>
                <c:pt idx="534">
                  <c:v>14.74023740250886</c:v>
                </c:pt>
                <c:pt idx="535">
                  <c:v>14.770406764590371</c:v>
                </c:pt>
                <c:pt idx="536">
                  <c:v>14.797428876984315</c:v>
                </c:pt>
                <c:pt idx="537">
                  <c:v>14.832164164739241</c:v>
                </c:pt>
                <c:pt idx="538">
                  <c:v>14.895879358607081</c:v>
                </c:pt>
                <c:pt idx="539">
                  <c:v>14.976099883609569</c:v>
                </c:pt>
                <c:pt idx="540">
                  <c:v>15.069338571002035</c:v>
                </c:pt>
                <c:pt idx="541">
                  <c:v>15.152408516108423</c:v>
                </c:pt>
                <c:pt idx="542">
                  <c:v>15.268702029174484</c:v>
                </c:pt>
                <c:pt idx="543">
                  <c:v>15.366208216699553</c:v>
                </c:pt>
                <c:pt idx="544">
                  <c:v>15.443386603956082</c:v>
                </c:pt>
                <c:pt idx="545">
                  <c:v>15.557493922727003</c:v>
                </c:pt>
                <c:pt idx="546">
                  <c:v>15.665272027619034</c:v>
                </c:pt>
                <c:pt idx="547">
                  <c:v>15.778134391912149</c:v>
                </c:pt>
                <c:pt idx="548">
                  <c:v>15.857367341429216</c:v>
                </c:pt>
                <c:pt idx="549">
                  <c:v>15.916796337008995</c:v>
                </c:pt>
                <c:pt idx="550">
                  <c:v>15.966554735982051</c:v>
                </c:pt>
                <c:pt idx="551">
                  <c:v>16.001752114008987</c:v>
                </c:pt>
                <c:pt idx="552">
                  <c:v>16.019783840383607</c:v>
                </c:pt>
                <c:pt idx="553">
                  <c:v>15.965653946755999</c:v>
                </c:pt>
                <c:pt idx="554">
                  <c:v>15.861939375663368</c:v>
                </c:pt>
                <c:pt idx="555">
                  <c:v>15.773232048429868</c:v>
                </c:pt>
                <c:pt idx="556">
                  <c:v>15.635626139395567</c:v>
                </c:pt>
                <c:pt idx="557">
                  <c:v>15.530312764269746</c:v>
                </c:pt>
                <c:pt idx="558">
                  <c:v>15.388766684565246</c:v>
                </c:pt>
                <c:pt idx="559">
                  <c:v>15.285353965767028</c:v>
                </c:pt>
                <c:pt idx="560">
                  <c:v>15.196411309955524</c:v>
                </c:pt>
                <c:pt idx="561">
                  <c:v>15.09897075221115</c:v>
                </c:pt>
                <c:pt idx="562">
                  <c:v>15.036092580154746</c:v>
                </c:pt>
                <c:pt idx="563">
                  <c:v>14.971114329610787</c:v>
                </c:pt>
                <c:pt idx="564">
                  <c:v>14.835454071668615</c:v>
                </c:pt>
                <c:pt idx="565">
                  <c:v>14.786596834394832</c:v>
                </c:pt>
                <c:pt idx="566">
                  <c:v>14.747219189462523</c:v>
                </c:pt>
                <c:pt idx="567">
                  <c:v>14.635152949421713</c:v>
                </c:pt>
                <c:pt idx="568">
                  <c:v>14.538109485373127</c:v>
                </c:pt>
                <c:pt idx="569">
                  <c:v>14.441125095576627</c:v>
                </c:pt>
                <c:pt idx="570">
                  <c:v>14.374433579980131</c:v>
                </c:pt>
                <c:pt idx="571">
                  <c:v>14.37789288772823</c:v>
                </c:pt>
                <c:pt idx="572">
                  <c:v>14.400355667224682</c:v>
                </c:pt>
                <c:pt idx="573">
                  <c:v>14.421761367733568</c:v>
                </c:pt>
                <c:pt idx="574">
                  <c:v>14.389523103172698</c:v>
                </c:pt>
                <c:pt idx="575">
                  <c:v>14.269327728306713</c:v>
                </c:pt>
                <c:pt idx="576">
                  <c:v>14.373421086036545</c:v>
                </c:pt>
                <c:pt idx="577">
                  <c:v>14.250786104722781</c:v>
                </c:pt>
                <c:pt idx="578">
                  <c:v>14.16040205205924</c:v>
                </c:pt>
                <c:pt idx="579">
                  <c:v>14.254175462000878</c:v>
                </c:pt>
                <c:pt idx="580">
                  <c:v>14.123332744701495</c:v>
                </c:pt>
                <c:pt idx="581">
                  <c:v>13.986147913146175</c:v>
                </c:pt>
                <c:pt idx="582">
                  <c:v>13.735550385792859</c:v>
                </c:pt>
                <c:pt idx="583">
                  <c:v>13.494217539555166</c:v>
                </c:pt>
                <c:pt idx="584">
                  <c:v>13.591275045844004</c:v>
                </c:pt>
                <c:pt idx="585">
                  <c:v>12.896031104195359</c:v>
                </c:pt>
                <c:pt idx="586">
                  <c:v>13.078005352291129</c:v>
                </c:pt>
                <c:pt idx="587">
                  <c:v>13.980591512516144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1B0C-4B9C-BBFB-FF685BE46DCA}"/>
            </c:ext>
          </c:extLst>
        </c:ser>
        <c:ser>
          <c:idx val="14"/>
          <c:order val="14"/>
          <c:tx>
            <c:strRef>
              <c:f>Sheet2!$P$1</c:f>
              <c:strCache>
                <c:ptCount val="1"/>
                <c:pt idx="0">
                  <c:v>S3_n3_z/O-PTIR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Sheet2!$P$2:$P$589</c:f>
              <c:numCache>
                <c:formatCode>General</c:formatCode>
                <c:ptCount val="588"/>
                <c:pt idx="0">
                  <c:v>14.32169939213653</c:v>
                </c:pt>
                <c:pt idx="1">
                  <c:v>13.983947944033792</c:v>
                </c:pt>
                <c:pt idx="2">
                  <c:v>14.981505691080651</c:v>
                </c:pt>
                <c:pt idx="3">
                  <c:v>14.839079252649798</c:v>
                </c:pt>
                <c:pt idx="4">
                  <c:v>14.857571371125816</c:v>
                </c:pt>
                <c:pt idx="5">
                  <c:v>15.458722494122391</c:v>
                </c:pt>
                <c:pt idx="6">
                  <c:v>15.424637995197678</c:v>
                </c:pt>
                <c:pt idx="7">
                  <c:v>15.30161834738651</c:v>
                </c:pt>
                <c:pt idx="8">
                  <c:v>15.314755891252803</c:v>
                </c:pt>
                <c:pt idx="9">
                  <c:v>15.458997441527389</c:v>
                </c:pt>
                <c:pt idx="10">
                  <c:v>15.512440430382481</c:v>
                </c:pt>
                <c:pt idx="11">
                  <c:v>15.632796325087785</c:v>
                </c:pt>
                <c:pt idx="12">
                  <c:v>15.711124316320653</c:v>
                </c:pt>
                <c:pt idx="13">
                  <c:v>15.509066512491939</c:v>
                </c:pt>
                <c:pt idx="14">
                  <c:v>15.537909469773327</c:v>
                </c:pt>
                <c:pt idx="15">
                  <c:v>15.652545971206118</c:v>
                </c:pt>
                <c:pt idx="16">
                  <c:v>15.668679049648123</c:v>
                </c:pt>
                <c:pt idx="17">
                  <c:v>15.575740840562247</c:v>
                </c:pt>
                <c:pt idx="18">
                  <c:v>15.619706949222575</c:v>
                </c:pt>
                <c:pt idx="19">
                  <c:v>15.617702269408923</c:v>
                </c:pt>
                <c:pt idx="20">
                  <c:v>15.595466472286974</c:v>
                </c:pt>
                <c:pt idx="21">
                  <c:v>15.596495541257983</c:v>
                </c:pt>
                <c:pt idx="22">
                  <c:v>15.559064932414447</c:v>
                </c:pt>
                <c:pt idx="23">
                  <c:v>15.555990916016167</c:v>
                </c:pt>
                <c:pt idx="24">
                  <c:v>15.594119856464927</c:v>
                </c:pt>
                <c:pt idx="25">
                  <c:v>15.587650448435737</c:v>
                </c:pt>
                <c:pt idx="26">
                  <c:v>15.594117907470661</c:v>
                </c:pt>
                <c:pt idx="27">
                  <c:v>15.645197984405819</c:v>
                </c:pt>
                <c:pt idx="28">
                  <c:v>15.601652928113294</c:v>
                </c:pt>
                <c:pt idx="29">
                  <c:v>15.570325107556641</c:v>
                </c:pt>
                <c:pt idx="30">
                  <c:v>15.603322937769173</c:v>
                </c:pt>
                <c:pt idx="31">
                  <c:v>15.582395298636039</c:v>
                </c:pt>
                <c:pt idx="32">
                  <c:v>15.634166676875685</c:v>
                </c:pt>
                <c:pt idx="33">
                  <c:v>15.734842462793697</c:v>
                </c:pt>
                <c:pt idx="34">
                  <c:v>15.811328167199205</c:v>
                </c:pt>
                <c:pt idx="35">
                  <c:v>15.857620470119691</c:v>
                </c:pt>
                <c:pt idx="36">
                  <c:v>15.842209424445292</c:v>
                </c:pt>
                <c:pt idx="37">
                  <c:v>15.81958396768456</c:v>
                </c:pt>
                <c:pt idx="38">
                  <c:v>15.883848364348328</c:v>
                </c:pt>
                <c:pt idx="39">
                  <c:v>16.032066524185904</c:v>
                </c:pt>
                <c:pt idx="40">
                  <c:v>16.139061019112397</c:v>
                </c:pt>
                <c:pt idx="41">
                  <c:v>16.221532293721232</c:v>
                </c:pt>
                <c:pt idx="42">
                  <c:v>16.244867462821542</c:v>
                </c:pt>
                <c:pt idx="43">
                  <c:v>16.326137182467072</c:v>
                </c:pt>
                <c:pt idx="44">
                  <c:v>16.409472000748412</c:v>
                </c:pt>
                <c:pt idx="45">
                  <c:v>16.4935873912322</c:v>
                </c:pt>
                <c:pt idx="46">
                  <c:v>16.604468598361287</c:v>
                </c:pt>
                <c:pt idx="47">
                  <c:v>16.653900104577467</c:v>
                </c:pt>
                <c:pt idx="48">
                  <c:v>16.64601739727965</c:v>
                </c:pt>
                <c:pt idx="49">
                  <c:v>16.592205526456759</c:v>
                </c:pt>
                <c:pt idx="50">
                  <c:v>16.569863787575219</c:v>
                </c:pt>
                <c:pt idx="51">
                  <c:v>16.543876594138094</c:v>
                </c:pt>
                <c:pt idx="52">
                  <c:v>16.49901742846356</c:v>
                </c:pt>
                <c:pt idx="53">
                  <c:v>16.519100422207845</c:v>
                </c:pt>
                <c:pt idx="54">
                  <c:v>16.541844349977005</c:v>
                </c:pt>
                <c:pt idx="55">
                  <c:v>16.616411756778884</c:v>
                </c:pt>
                <c:pt idx="56">
                  <c:v>16.666943887898306</c:v>
                </c:pt>
                <c:pt idx="57">
                  <c:v>16.644746653019993</c:v>
                </c:pt>
                <c:pt idx="58">
                  <c:v>16.652727506100355</c:v>
                </c:pt>
                <c:pt idx="59">
                  <c:v>16.656566885585129</c:v>
                </c:pt>
                <c:pt idx="60">
                  <c:v>16.750812312966158</c:v>
                </c:pt>
                <c:pt idx="61">
                  <c:v>16.755683267271714</c:v>
                </c:pt>
                <c:pt idx="62">
                  <c:v>16.768253862628203</c:v>
                </c:pt>
                <c:pt idx="63">
                  <c:v>16.821990140316455</c:v>
                </c:pt>
                <c:pt idx="64">
                  <c:v>16.878313429461443</c:v>
                </c:pt>
                <c:pt idx="65">
                  <c:v>16.927170956867084</c:v>
                </c:pt>
                <c:pt idx="66">
                  <c:v>17.022985185416175</c:v>
                </c:pt>
                <c:pt idx="67">
                  <c:v>17.155753598121837</c:v>
                </c:pt>
                <c:pt idx="68">
                  <c:v>17.174963164008425</c:v>
                </c:pt>
                <c:pt idx="69">
                  <c:v>17.192183085179959</c:v>
                </c:pt>
                <c:pt idx="70">
                  <c:v>17.301966590897198</c:v>
                </c:pt>
                <c:pt idx="71">
                  <c:v>17.366384470859199</c:v>
                </c:pt>
                <c:pt idx="72">
                  <c:v>17.417065003970379</c:v>
                </c:pt>
                <c:pt idx="73">
                  <c:v>17.450234658909302</c:v>
                </c:pt>
                <c:pt idx="74">
                  <c:v>17.528658568502699</c:v>
                </c:pt>
                <c:pt idx="75">
                  <c:v>17.658075685572655</c:v>
                </c:pt>
                <c:pt idx="76">
                  <c:v>17.702603800650184</c:v>
                </c:pt>
                <c:pt idx="77">
                  <c:v>17.758777713306287</c:v>
                </c:pt>
                <c:pt idx="78">
                  <c:v>17.890790890734927</c:v>
                </c:pt>
                <c:pt idx="79">
                  <c:v>17.932319225213526</c:v>
                </c:pt>
                <c:pt idx="80">
                  <c:v>17.981832032333259</c:v>
                </c:pt>
                <c:pt idx="81">
                  <c:v>17.983708635381038</c:v>
                </c:pt>
                <c:pt idx="82">
                  <c:v>18.054748362566393</c:v>
                </c:pt>
                <c:pt idx="83">
                  <c:v>18.05426334142259</c:v>
                </c:pt>
                <c:pt idx="84">
                  <c:v>18.069232452647793</c:v>
                </c:pt>
                <c:pt idx="85">
                  <c:v>18.056827661017557</c:v>
                </c:pt>
                <c:pt idx="86">
                  <c:v>18.052440753358677</c:v>
                </c:pt>
                <c:pt idx="87">
                  <c:v>18.035938618931532</c:v>
                </c:pt>
                <c:pt idx="88">
                  <c:v>17.994182808979627</c:v>
                </c:pt>
                <c:pt idx="89">
                  <c:v>17.996649678861431</c:v>
                </c:pt>
                <c:pt idx="90">
                  <c:v>18.014286127949806</c:v>
                </c:pt>
                <c:pt idx="91">
                  <c:v>17.931358649469484</c:v>
                </c:pt>
                <c:pt idx="92">
                  <c:v>17.82107035423806</c:v>
                </c:pt>
                <c:pt idx="93">
                  <c:v>17.749625236245947</c:v>
                </c:pt>
                <c:pt idx="94">
                  <c:v>17.670123254397211</c:v>
                </c:pt>
                <c:pt idx="95">
                  <c:v>17.590873806519443</c:v>
                </c:pt>
                <c:pt idx="96">
                  <c:v>17.464412756891363</c:v>
                </c:pt>
                <c:pt idx="97">
                  <c:v>17.372326397512417</c:v>
                </c:pt>
                <c:pt idx="98">
                  <c:v>17.323581911774042</c:v>
                </c:pt>
                <c:pt idx="99">
                  <c:v>17.227166000853103</c:v>
                </c:pt>
                <c:pt idx="100">
                  <c:v>17.127899128966625</c:v>
                </c:pt>
                <c:pt idx="101">
                  <c:v>17.059570452801488</c:v>
                </c:pt>
                <c:pt idx="102">
                  <c:v>17.016281898075395</c:v>
                </c:pt>
                <c:pt idx="103">
                  <c:v>16.974866326836317</c:v>
                </c:pt>
                <c:pt idx="104">
                  <c:v>16.892387117036552</c:v>
                </c:pt>
                <c:pt idx="105">
                  <c:v>16.780335260424614</c:v>
                </c:pt>
                <c:pt idx="106">
                  <c:v>16.628369950295077</c:v>
                </c:pt>
                <c:pt idx="107">
                  <c:v>16.509893930163635</c:v>
                </c:pt>
                <c:pt idx="108">
                  <c:v>16.459730019746093</c:v>
                </c:pt>
                <c:pt idx="109">
                  <c:v>16.351915694304147</c:v>
                </c:pt>
                <c:pt idx="110">
                  <c:v>16.188304586596043</c:v>
                </c:pt>
                <c:pt idx="111">
                  <c:v>16.045287596377765</c:v>
                </c:pt>
                <c:pt idx="112">
                  <c:v>15.94680254961861</c:v>
                </c:pt>
                <c:pt idx="113">
                  <c:v>15.817769175597698</c:v>
                </c:pt>
                <c:pt idx="114">
                  <c:v>15.678716648531738</c:v>
                </c:pt>
                <c:pt idx="115">
                  <c:v>15.611174809193461</c:v>
                </c:pt>
                <c:pt idx="116">
                  <c:v>15.597923945232148</c:v>
                </c:pt>
                <c:pt idx="117">
                  <c:v>15.549305169623755</c:v>
                </c:pt>
                <c:pt idx="118">
                  <c:v>15.492121329904588</c:v>
                </c:pt>
                <c:pt idx="119">
                  <c:v>15.428567968112226</c:v>
                </c:pt>
                <c:pt idx="120">
                  <c:v>15.394221851511139</c:v>
                </c:pt>
                <c:pt idx="121">
                  <c:v>15.405612574465502</c:v>
                </c:pt>
                <c:pt idx="122">
                  <c:v>15.385177787256696</c:v>
                </c:pt>
                <c:pt idx="123">
                  <c:v>15.320017792925485</c:v>
                </c:pt>
                <c:pt idx="124">
                  <c:v>15.327104092442468</c:v>
                </c:pt>
                <c:pt idx="125">
                  <c:v>15.296804261949283</c:v>
                </c:pt>
                <c:pt idx="126">
                  <c:v>15.2212253445265</c:v>
                </c:pt>
                <c:pt idx="127">
                  <c:v>15.186529226839545</c:v>
                </c:pt>
                <c:pt idx="128">
                  <c:v>15.244084802410962</c:v>
                </c:pt>
                <c:pt idx="129">
                  <c:v>15.288174915831291</c:v>
                </c:pt>
                <c:pt idx="130">
                  <c:v>15.226739118904241</c:v>
                </c:pt>
                <c:pt idx="131">
                  <c:v>15.197425201080522</c:v>
                </c:pt>
                <c:pt idx="132">
                  <c:v>15.269692411813578</c:v>
                </c:pt>
                <c:pt idx="133">
                  <c:v>15.367867377065794</c:v>
                </c:pt>
                <c:pt idx="134">
                  <c:v>15.405704281606283</c:v>
                </c:pt>
                <c:pt idx="135">
                  <c:v>15.494450552066548</c:v>
                </c:pt>
                <c:pt idx="136">
                  <c:v>15.407672208956686</c:v>
                </c:pt>
                <c:pt idx="137">
                  <c:v>15.297280999867469</c:v>
                </c:pt>
                <c:pt idx="138">
                  <c:v>15.197201414774936</c:v>
                </c:pt>
                <c:pt idx="139">
                  <c:v>15.379459542498655</c:v>
                </c:pt>
                <c:pt idx="140">
                  <c:v>15.542494130742989</c:v>
                </c:pt>
                <c:pt idx="141">
                  <c:v>15.689194232870289</c:v>
                </c:pt>
                <c:pt idx="142">
                  <c:v>15.791114103590719</c:v>
                </c:pt>
                <c:pt idx="143">
                  <c:v>15.780029059504468</c:v>
                </c:pt>
                <c:pt idx="144">
                  <c:v>15.814885499371307</c:v>
                </c:pt>
                <c:pt idx="145">
                  <c:v>15.858113496061364</c:v>
                </c:pt>
                <c:pt idx="146">
                  <c:v>15.905858217349614</c:v>
                </c:pt>
                <c:pt idx="147">
                  <c:v>15.929847970094634</c:v>
                </c:pt>
                <c:pt idx="148">
                  <c:v>16.122371085166595</c:v>
                </c:pt>
                <c:pt idx="149">
                  <c:v>16.085583957661161</c:v>
                </c:pt>
                <c:pt idx="150">
                  <c:v>16.115345517702991</c:v>
                </c:pt>
                <c:pt idx="151">
                  <c:v>16.149786612970946</c:v>
                </c:pt>
                <c:pt idx="152">
                  <c:v>16.179777179838712</c:v>
                </c:pt>
                <c:pt idx="153">
                  <c:v>16.182953344418468</c:v>
                </c:pt>
                <c:pt idx="154">
                  <c:v>16.244318960150306</c:v>
                </c:pt>
                <c:pt idx="155">
                  <c:v>16.317766948175684</c:v>
                </c:pt>
                <c:pt idx="156">
                  <c:v>16.350456454456459</c:v>
                </c:pt>
                <c:pt idx="157">
                  <c:v>16.324161598353491</c:v>
                </c:pt>
                <c:pt idx="158">
                  <c:v>16.374453028681398</c:v>
                </c:pt>
                <c:pt idx="159">
                  <c:v>16.38424101708544</c:v>
                </c:pt>
                <c:pt idx="160">
                  <c:v>16.292548772189299</c:v>
                </c:pt>
                <c:pt idx="161">
                  <c:v>16.31329609454961</c:v>
                </c:pt>
                <c:pt idx="162">
                  <c:v>16.286946805821145</c:v>
                </c:pt>
                <c:pt idx="163">
                  <c:v>16.222721737077332</c:v>
                </c:pt>
                <c:pt idx="164">
                  <c:v>16.149311684833151</c:v>
                </c:pt>
                <c:pt idx="165">
                  <c:v>16.166838363780332</c:v>
                </c:pt>
                <c:pt idx="166">
                  <c:v>16.182706239788665</c:v>
                </c:pt>
                <c:pt idx="167">
                  <c:v>16.113579520079654</c:v>
                </c:pt>
                <c:pt idx="168">
                  <c:v>16.104059727207627</c:v>
                </c:pt>
                <c:pt idx="169">
                  <c:v>16.081831934883546</c:v>
                </c:pt>
                <c:pt idx="170">
                  <c:v>16.118095966250102</c:v>
                </c:pt>
                <c:pt idx="171">
                  <c:v>16.128846270571636</c:v>
                </c:pt>
                <c:pt idx="172">
                  <c:v>16.08847661318255</c:v>
                </c:pt>
                <c:pt idx="173">
                  <c:v>16.091270914100583</c:v>
                </c:pt>
                <c:pt idx="174">
                  <c:v>16.073009742743892</c:v>
                </c:pt>
                <c:pt idx="175">
                  <c:v>16.075542460789023</c:v>
                </c:pt>
                <c:pt idx="176">
                  <c:v>16.1200318048021</c:v>
                </c:pt>
                <c:pt idx="177">
                  <c:v>16.107916160392207</c:v>
                </c:pt>
                <c:pt idx="178">
                  <c:v>16.098998537140591</c:v>
                </c:pt>
                <c:pt idx="179">
                  <c:v>16.065537716380128</c:v>
                </c:pt>
                <c:pt idx="180">
                  <c:v>16.085382027934102</c:v>
                </c:pt>
                <c:pt idx="181">
                  <c:v>16.189443216887422</c:v>
                </c:pt>
                <c:pt idx="182">
                  <c:v>16.174473131165087</c:v>
                </c:pt>
                <c:pt idx="183">
                  <c:v>16.121393803757439</c:v>
                </c:pt>
                <c:pt idx="184">
                  <c:v>16.11318999965475</c:v>
                </c:pt>
                <c:pt idx="185">
                  <c:v>16.142193122500416</c:v>
                </c:pt>
                <c:pt idx="186">
                  <c:v>16.063890398586029</c:v>
                </c:pt>
                <c:pt idx="187">
                  <c:v>16.061726527705233</c:v>
                </c:pt>
                <c:pt idx="188">
                  <c:v>16.090279224055266</c:v>
                </c:pt>
                <c:pt idx="189">
                  <c:v>16.076578351239949</c:v>
                </c:pt>
                <c:pt idx="190">
                  <c:v>16.052469918665686</c:v>
                </c:pt>
                <c:pt idx="191">
                  <c:v>16.069916340813393</c:v>
                </c:pt>
                <c:pt idx="192">
                  <c:v>16.099802010025623</c:v>
                </c:pt>
                <c:pt idx="193">
                  <c:v>16.112699340348971</c:v>
                </c:pt>
                <c:pt idx="194">
                  <c:v>16.097261913645077</c:v>
                </c:pt>
                <c:pt idx="195">
                  <c:v>16.148907198916586</c:v>
                </c:pt>
                <c:pt idx="196">
                  <c:v>16.180649772413155</c:v>
                </c:pt>
                <c:pt idx="197">
                  <c:v>16.219816482700168</c:v>
                </c:pt>
                <c:pt idx="198">
                  <c:v>16.296734933439062</c:v>
                </c:pt>
                <c:pt idx="199">
                  <c:v>16.348741061077028</c:v>
                </c:pt>
                <c:pt idx="200">
                  <c:v>16.383216124530712</c:v>
                </c:pt>
                <c:pt idx="201">
                  <c:v>16.407622962048073</c:v>
                </c:pt>
                <c:pt idx="202">
                  <c:v>16.426045969535551</c:v>
                </c:pt>
                <c:pt idx="203">
                  <c:v>16.625324229117087</c:v>
                </c:pt>
                <c:pt idx="204">
                  <c:v>16.823582607843424</c:v>
                </c:pt>
                <c:pt idx="205">
                  <c:v>17.050079964450344</c:v>
                </c:pt>
                <c:pt idx="206">
                  <c:v>17.211777438219663</c:v>
                </c:pt>
                <c:pt idx="207">
                  <c:v>17.27060142621832</c:v>
                </c:pt>
                <c:pt idx="208">
                  <c:v>17.291568010433245</c:v>
                </c:pt>
                <c:pt idx="209">
                  <c:v>17.243688738933891</c:v>
                </c:pt>
                <c:pt idx="210">
                  <c:v>17.148508211948116</c:v>
                </c:pt>
                <c:pt idx="211">
                  <c:v>17.00585784147215</c:v>
                </c:pt>
                <c:pt idx="212">
                  <c:v>16.861111049238279</c:v>
                </c:pt>
                <c:pt idx="213">
                  <c:v>16.679103941534628</c:v>
                </c:pt>
                <c:pt idx="214">
                  <c:v>16.642880073371284</c:v>
                </c:pt>
                <c:pt idx="215">
                  <c:v>16.643851647011527</c:v>
                </c:pt>
                <c:pt idx="216">
                  <c:v>16.608898662321707</c:v>
                </c:pt>
                <c:pt idx="217">
                  <c:v>16.614629819166748</c:v>
                </c:pt>
                <c:pt idx="218">
                  <c:v>16.600782910995559</c:v>
                </c:pt>
                <c:pt idx="219">
                  <c:v>16.526935100718458</c:v>
                </c:pt>
                <c:pt idx="220">
                  <c:v>16.637273512945221</c:v>
                </c:pt>
                <c:pt idx="221">
                  <c:v>16.668343265779338</c:v>
                </c:pt>
                <c:pt idx="222">
                  <c:v>16.725908342697785</c:v>
                </c:pt>
                <c:pt idx="223">
                  <c:v>16.791797991756308</c:v>
                </c:pt>
                <c:pt idx="224">
                  <c:v>16.801664775214142</c:v>
                </c:pt>
                <c:pt idx="225">
                  <c:v>16.765419607327772</c:v>
                </c:pt>
                <c:pt idx="226">
                  <c:v>16.698376710520893</c:v>
                </c:pt>
                <c:pt idx="227">
                  <c:v>16.716432471803625</c:v>
                </c:pt>
                <c:pt idx="228">
                  <c:v>16.693559631985334</c:v>
                </c:pt>
                <c:pt idx="229">
                  <c:v>16.584311403621122</c:v>
                </c:pt>
                <c:pt idx="230">
                  <c:v>16.526894171838926</c:v>
                </c:pt>
                <c:pt idx="231">
                  <c:v>16.502710633378587</c:v>
                </c:pt>
                <c:pt idx="232">
                  <c:v>16.504605473444116</c:v>
                </c:pt>
                <c:pt idx="233">
                  <c:v>16.545385115697872</c:v>
                </c:pt>
                <c:pt idx="234">
                  <c:v>16.513661892930052</c:v>
                </c:pt>
                <c:pt idx="235">
                  <c:v>16.543805873489113</c:v>
                </c:pt>
                <c:pt idx="236">
                  <c:v>16.517997152240955</c:v>
                </c:pt>
                <c:pt idx="237">
                  <c:v>16.389014939319459</c:v>
                </c:pt>
                <c:pt idx="238">
                  <c:v>16.327176831692654</c:v>
                </c:pt>
                <c:pt idx="239">
                  <c:v>16.299085281306695</c:v>
                </c:pt>
                <c:pt idx="240">
                  <c:v>16.196252863629425</c:v>
                </c:pt>
                <c:pt idx="241">
                  <c:v>16.174545104738954</c:v>
                </c:pt>
                <c:pt idx="242">
                  <c:v>16.111170702384118</c:v>
                </c:pt>
                <c:pt idx="243">
                  <c:v>16.101770355017656</c:v>
                </c:pt>
                <c:pt idx="244">
                  <c:v>16.034946232816832</c:v>
                </c:pt>
                <c:pt idx="245">
                  <c:v>15.966987308706212</c:v>
                </c:pt>
                <c:pt idx="246">
                  <c:v>15.886638140815393</c:v>
                </c:pt>
                <c:pt idx="247">
                  <c:v>15.785910984977155</c:v>
                </c:pt>
                <c:pt idx="248">
                  <c:v>15.821567278168256</c:v>
                </c:pt>
                <c:pt idx="249">
                  <c:v>15.936140854929121</c:v>
                </c:pt>
                <c:pt idx="250">
                  <c:v>15.932529855807836</c:v>
                </c:pt>
                <c:pt idx="251">
                  <c:v>16.027594904883511</c:v>
                </c:pt>
                <c:pt idx="252">
                  <c:v>15.986553749363795</c:v>
                </c:pt>
                <c:pt idx="253">
                  <c:v>15.968526387711758</c:v>
                </c:pt>
                <c:pt idx="254">
                  <c:v>15.906710484698168</c:v>
                </c:pt>
                <c:pt idx="255">
                  <c:v>15.853995410396937</c:v>
                </c:pt>
                <c:pt idx="256">
                  <c:v>15.870421394833944</c:v>
                </c:pt>
                <c:pt idx="257">
                  <c:v>15.914078866331295</c:v>
                </c:pt>
                <c:pt idx="258">
                  <c:v>15.957269275274836</c:v>
                </c:pt>
                <c:pt idx="259">
                  <c:v>16</c:v>
                </c:pt>
                <c:pt idx="260">
                  <c:v>15.984342476158233</c:v>
                </c:pt>
                <c:pt idx="261">
                  <c:v>15.760890005446045</c:v>
                </c:pt>
                <c:pt idx="262">
                  <c:v>15.939659068002081</c:v>
                </c:pt>
                <c:pt idx="263">
                  <c:v>15.884167720979754</c:v>
                </c:pt>
                <c:pt idx="264">
                  <c:v>15.818584272841376</c:v>
                </c:pt>
                <c:pt idx="265">
                  <c:v>15.694424707010478</c:v>
                </c:pt>
                <c:pt idx="266">
                  <c:v>15.703709854894591</c:v>
                </c:pt>
                <c:pt idx="267">
                  <c:v>15.642235025877076</c:v>
                </c:pt>
                <c:pt idx="268">
                  <c:v>15.519744495204918</c:v>
                </c:pt>
                <c:pt idx="269">
                  <c:v>15.675728492291451</c:v>
                </c:pt>
                <c:pt idx="270">
                  <c:v>15.586761289410058</c:v>
                </c:pt>
                <c:pt idx="271">
                  <c:v>15.67739926762364</c:v>
                </c:pt>
                <c:pt idx="272">
                  <c:v>15.665142251522724</c:v>
                </c:pt>
                <c:pt idx="273">
                  <c:v>15.638661823323114</c:v>
                </c:pt>
                <c:pt idx="274">
                  <c:v>15.675336744444529</c:v>
                </c:pt>
                <c:pt idx="275">
                  <c:v>15.501415735511456</c:v>
                </c:pt>
                <c:pt idx="276">
                  <c:v>15.317666400953783</c:v>
                </c:pt>
                <c:pt idx="277">
                  <c:v>15.220665426317437</c:v>
                </c:pt>
                <c:pt idx="278">
                  <c:v>15.704518061051411</c:v>
                </c:pt>
                <c:pt idx="279">
                  <c:v>15.942547059858624</c:v>
                </c:pt>
                <c:pt idx="280">
                  <c:v>15.870206727037228</c:v>
                </c:pt>
                <c:pt idx="281">
                  <c:v>15.787005832504548</c:v>
                </c:pt>
                <c:pt idx="282">
                  <c:v>15.807642131798788</c:v>
                </c:pt>
                <c:pt idx="283">
                  <c:v>15.708186346682643</c:v>
                </c:pt>
                <c:pt idx="284">
                  <c:v>15.65879054882565</c:v>
                </c:pt>
                <c:pt idx="285">
                  <c:v>15.438764966883804</c:v>
                </c:pt>
                <c:pt idx="286">
                  <c:v>14.999586652250141</c:v>
                </c:pt>
                <c:pt idx="287">
                  <c:v>15.70778554993379</c:v>
                </c:pt>
                <c:pt idx="288">
                  <c:v>16.023350064985038</c:v>
                </c:pt>
                <c:pt idx="289">
                  <c:v>16.209680877247884</c:v>
                </c:pt>
                <c:pt idx="290">
                  <c:v>16.306676753176028</c:v>
                </c:pt>
                <c:pt idx="291">
                  <c:v>16.374262723312977</c:v>
                </c:pt>
                <c:pt idx="292">
                  <c:v>16.112126266428632</c:v>
                </c:pt>
                <c:pt idx="293">
                  <c:v>15.962081202896988</c:v>
                </c:pt>
                <c:pt idx="294">
                  <c:v>16.357216401844752</c:v>
                </c:pt>
                <c:pt idx="295">
                  <c:v>16.308034784535899</c:v>
                </c:pt>
                <c:pt idx="296">
                  <c:v>16.618713101362179</c:v>
                </c:pt>
                <c:pt idx="297">
                  <c:v>16.709735866728884</c:v>
                </c:pt>
                <c:pt idx="298">
                  <c:v>16.574122896895975</c:v>
                </c:pt>
                <c:pt idx="299">
                  <c:v>16.685096959680322</c:v>
                </c:pt>
                <c:pt idx="300">
                  <c:v>16.897419281010446</c:v>
                </c:pt>
                <c:pt idx="301">
                  <c:v>16.909515713905463</c:v>
                </c:pt>
                <c:pt idx="302">
                  <c:v>16.866404935298963</c:v>
                </c:pt>
                <c:pt idx="303">
                  <c:v>17.078026175549812</c:v>
                </c:pt>
                <c:pt idx="304">
                  <c:v>17.003579745606132</c:v>
                </c:pt>
                <c:pt idx="305">
                  <c:v>17.146725021411093</c:v>
                </c:pt>
                <c:pt idx="306">
                  <c:v>17.210768276832919</c:v>
                </c:pt>
                <c:pt idx="307">
                  <c:v>17.195234931768493</c:v>
                </c:pt>
                <c:pt idx="308">
                  <c:v>17.221041704022394</c:v>
                </c:pt>
                <c:pt idx="309">
                  <c:v>17.171541983007</c:v>
                </c:pt>
                <c:pt idx="310">
                  <c:v>17.155332197719343</c:v>
                </c:pt>
                <c:pt idx="311">
                  <c:v>16.90176456372042</c:v>
                </c:pt>
                <c:pt idx="312">
                  <c:v>16.82486003436912</c:v>
                </c:pt>
                <c:pt idx="313">
                  <c:v>17.363787575217255</c:v>
                </c:pt>
                <c:pt idx="314">
                  <c:v>17.394335832872073</c:v>
                </c:pt>
                <c:pt idx="315">
                  <c:v>17.389633744998044</c:v>
                </c:pt>
                <c:pt idx="316">
                  <c:v>17.352940865286634</c:v>
                </c:pt>
                <c:pt idx="317">
                  <c:v>17.345040756254324</c:v>
                </c:pt>
                <c:pt idx="318">
                  <c:v>17.572794100450054</c:v>
                </c:pt>
                <c:pt idx="319">
                  <c:v>17.556163332401532</c:v>
                </c:pt>
                <c:pt idx="320">
                  <c:v>17.563337858712398</c:v>
                </c:pt>
                <c:pt idx="321">
                  <c:v>17.659277379749842</c:v>
                </c:pt>
                <c:pt idx="322">
                  <c:v>17.831723835308875</c:v>
                </c:pt>
                <c:pt idx="323">
                  <c:v>17.934818949570055</c:v>
                </c:pt>
                <c:pt idx="324">
                  <c:v>18.012129426583613</c:v>
                </c:pt>
                <c:pt idx="325">
                  <c:v>18.039557901278432</c:v>
                </c:pt>
                <c:pt idx="326">
                  <c:v>18.163099635927878</c:v>
                </c:pt>
                <c:pt idx="327">
                  <c:v>18.273912489043873</c:v>
                </c:pt>
                <c:pt idx="328">
                  <c:v>18.357614831957715</c:v>
                </c:pt>
                <c:pt idx="329">
                  <c:v>18.386139476711744</c:v>
                </c:pt>
                <c:pt idx="330">
                  <c:v>18.391992028056606</c:v>
                </c:pt>
                <c:pt idx="331">
                  <c:v>18.521460097405164</c:v>
                </c:pt>
                <c:pt idx="332">
                  <c:v>18.648877824788755</c:v>
                </c:pt>
                <c:pt idx="333">
                  <c:v>18.569838589863672</c:v>
                </c:pt>
                <c:pt idx="334">
                  <c:v>18.506142116206835</c:v>
                </c:pt>
                <c:pt idx="335">
                  <c:v>18.541832377583674</c:v>
                </c:pt>
                <c:pt idx="336">
                  <c:v>18.464341200959133</c:v>
                </c:pt>
                <c:pt idx="337">
                  <c:v>18.377544133582958</c:v>
                </c:pt>
                <c:pt idx="338">
                  <c:v>18.36231719825949</c:v>
                </c:pt>
                <c:pt idx="339">
                  <c:v>18.29732492184533</c:v>
                </c:pt>
                <c:pt idx="340">
                  <c:v>18.110139057956406</c:v>
                </c:pt>
                <c:pt idx="341">
                  <c:v>17.962180323176664</c:v>
                </c:pt>
                <c:pt idx="342">
                  <c:v>18.046946538530506</c:v>
                </c:pt>
                <c:pt idx="343">
                  <c:v>17.949851263894942</c:v>
                </c:pt>
                <c:pt idx="344">
                  <c:v>17.884283477317609</c:v>
                </c:pt>
                <c:pt idx="345">
                  <c:v>17.993956168789587</c:v>
                </c:pt>
                <c:pt idx="346">
                  <c:v>17.995633695994762</c:v>
                </c:pt>
                <c:pt idx="347">
                  <c:v>18.170644192721014</c:v>
                </c:pt>
                <c:pt idx="348">
                  <c:v>18.237187033285483</c:v>
                </c:pt>
                <c:pt idx="349">
                  <c:v>18.100247912070291</c:v>
                </c:pt>
                <c:pt idx="350">
                  <c:v>17.829654560256778</c:v>
                </c:pt>
                <c:pt idx="351">
                  <c:v>17.852897152129582</c:v>
                </c:pt>
                <c:pt idx="352">
                  <c:v>18.081586013571687</c:v>
                </c:pt>
                <c:pt idx="353">
                  <c:v>18.197267454357341</c:v>
                </c:pt>
                <c:pt idx="354">
                  <c:v>18.174151825539401</c:v>
                </c:pt>
                <c:pt idx="355">
                  <c:v>18.012318757454903</c:v>
                </c:pt>
                <c:pt idx="356">
                  <c:v>17.963062382294673</c:v>
                </c:pt>
                <c:pt idx="357">
                  <c:v>18.161999846307882</c:v>
                </c:pt>
                <c:pt idx="358">
                  <c:v>18.072956980684907</c:v>
                </c:pt>
                <c:pt idx="359">
                  <c:v>17.980351075120922</c:v>
                </c:pt>
                <c:pt idx="360">
                  <c:v>18.489012684054668</c:v>
                </c:pt>
                <c:pt idx="361">
                  <c:v>18.801615771929811</c:v>
                </c:pt>
                <c:pt idx="362">
                  <c:v>18.962130206181321</c:v>
                </c:pt>
                <c:pt idx="363">
                  <c:v>18.780583339551555</c:v>
                </c:pt>
                <c:pt idx="364">
                  <c:v>18.757656763177152</c:v>
                </c:pt>
                <c:pt idx="365">
                  <c:v>18.897357609263402</c:v>
                </c:pt>
                <c:pt idx="366">
                  <c:v>18.737327360872438</c:v>
                </c:pt>
                <c:pt idx="367">
                  <c:v>18.404374267038943</c:v>
                </c:pt>
                <c:pt idx="368">
                  <c:v>18.345148229366558</c:v>
                </c:pt>
                <c:pt idx="369">
                  <c:v>18.244139095822582</c:v>
                </c:pt>
                <c:pt idx="370">
                  <c:v>18.176978980932155</c:v>
                </c:pt>
                <c:pt idx="371">
                  <c:v>18.270618131883431</c:v>
                </c:pt>
                <c:pt idx="372">
                  <c:v>18.146594717223209</c:v>
                </c:pt>
                <c:pt idx="373">
                  <c:v>17.982575156003072</c:v>
                </c:pt>
                <c:pt idx="374">
                  <c:v>17.753291572882919</c:v>
                </c:pt>
                <c:pt idx="375">
                  <c:v>17.688872857637666</c:v>
                </c:pt>
                <c:pt idx="376">
                  <c:v>17.560151809947445</c:v>
                </c:pt>
                <c:pt idx="377">
                  <c:v>17.486523818380466</c:v>
                </c:pt>
                <c:pt idx="378">
                  <c:v>17.426392055231158</c:v>
                </c:pt>
                <c:pt idx="379">
                  <c:v>17.223152047167893</c:v>
                </c:pt>
                <c:pt idx="380">
                  <c:v>16.968403322645422</c:v>
                </c:pt>
                <c:pt idx="381">
                  <c:v>16.680025815821153</c:v>
                </c:pt>
                <c:pt idx="382">
                  <c:v>16.415133550655472</c:v>
                </c:pt>
                <c:pt idx="383">
                  <c:v>16.198751613488824</c:v>
                </c:pt>
                <c:pt idx="384">
                  <c:v>16.141589003885741</c:v>
                </c:pt>
                <c:pt idx="385">
                  <c:v>15.99795369523744</c:v>
                </c:pt>
                <c:pt idx="386">
                  <c:v>15.946919976522972</c:v>
                </c:pt>
                <c:pt idx="387">
                  <c:v>15.880555399326648</c:v>
                </c:pt>
                <c:pt idx="388">
                  <c:v>15.816453395649178</c:v>
                </c:pt>
                <c:pt idx="389">
                  <c:v>15.769336389727574</c:v>
                </c:pt>
                <c:pt idx="390">
                  <c:v>15.685560820314979</c:v>
                </c:pt>
                <c:pt idx="391">
                  <c:v>15.500717229888885</c:v>
                </c:pt>
                <c:pt idx="392">
                  <c:v>15.560762680435104</c:v>
                </c:pt>
                <c:pt idx="393">
                  <c:v>15.586028467567067</c:v>
                </c:pt>
                <c:pt idx="394">
                  <c:v>15.61715286184749</c:v>
                </c:pt>
                <c:pt idx="395">
                  <c:v>15.658965819095469</c:v>
                </c:pt>
                <c:pt idx="396">
                  <c:v>15.641463850611263</c:v>
                </c:pt>
                <c:pt idx="397">
                  <c:v>15.577061423389491</c:v>
                </c:pt>
                <c:pt idx="398">
                  <c:v>15.619660521394946</c:v>
                </c:pt>
                <c:pt idx="399">
                  <c:v>15.654951865410252</c:v>
                </c:pt>
                <c:pt idx="400">
                  <c:v>15.530346119106937</c:v>
                </c:pt>
                <c:pt idx="401">
                  <c:v>15.512515849499778</c:v>
                </c:pt>
                <c:pt idx="402">
                  <c:v>15.510166336915399</c:v>
                </c:pt>
                <c:pt idx="403">
                  <c:v>15.507014047515366</c:v>
                </c:pt>
                <c:pt idx="404">
                  <c:v>15.435264782007776</c:v>
                </c:pt>
                <c:pt idx="405">
                  <c:v>15.422132249841018</c:v>
                </c:pt>
                <c:pt idx="406">
                  <c:v>15.344004761392986</c:v>
                </c:pt>
                <c:pt idx="407">
                  <c:v>15.287498719232341</c:v>
                </c:pt>
                <c:pt idx="408">
                  <c:v>15.328277735023651</c:v>
                </c:pt>
                <c:pt idx="409">
                  <c:v>15.388690327364214</c:v>
                </c:pt>
                <c:pt idx="410">
                  <c:v>15.275194422618803</c:v>
                </c:pt>
                <c:pt idx="411">
                  <c:v>15.125319443640098</c:v>
                </c:pt>
                <c:pt idx="412">
                  <c:v>15.162979181121708</c:v>
                </c:pt>
                <c:pt idx="413">
                  <c:v>15.159865958615613</c:v>
                </c:pt>
                <c:pt idx="414">
                  <c:v>15.098364200413966</c:v>
                </c:pt>
                <c:pt idx="415">
                  <c:v>15.05947563075023</c:v>
                </c:pt>
                <c:pt idx="416">
                  <c:v>15.098136838051941</c:v>
                </c:pt>
                <c:pt idx="417">
                  <c:v>15.134545808465095</c:v>
                </c:pt>
                <c:pt idx="418">
                  <c:v>15.084280854876216</c:v>
                </c:pt>
                <c:pt idx="419">
                  <c:v>15.090581187653065</c:v>
                </c:pt>
                <c:pt idx="420">
                  <c:v>15.10982600075287</c:v>
                </c:pt>
                <c:pt idx="421">
                  <c:v>15.16234292150342</c:v>
                </c:pt>
                <c:pt idx="422">
                  <c:v>15.077361542403432</c:v>
                </c:pt>
                <c:pt idx="423">
                  <c:v>15.015617097437323</c:v>
                </c:pt>
                <c:pt idx="424">
                  <c:v>15.011913816918023</c:v>
                </c:pt>
                <c:pt idx="425">
                  <c:v>15.020792205784002</c:v>
                </c:pt>
                <c:pt idx="426">
                  <c:v>15.090141506728484</c:v>
                </c:pt>
                <c:pt idx="427">
                  <c:v>15.088669763734563</c:v>
                </c:pt>
                <c:pt idx="428">
                  <c:v>15.079763799645061</c:v>
                </c:pt>
                <c:pt idx="429">
                  <c:v>14.974932483880425</c:v>
                </c:pt>
                <c:pt idx="430">
                  <c:v>15.032676346219063</c:v>
                </c:pt>
                <c:pt idx="431">
                  <c:v>15.027039883087491</c:v>
                </c:pt>
                <c:pt idx="432">
                  <c:v>15.158676149823087</c:v>
                </c:pt>
                <c:pt idx="433">
                  <c:v>15.257954437247397</c:v>
                </c:pt>
                <c:pt idx="434">
                  <c:v>15.452136598882502</c:v>
                </c:pt>
                <c:pt idx="435">
                  <c:v>16.001903262505028</c:v>
                </c:pt>
                <c:pt idx="436">
                  <c:v>15.222170276111234</c:v>
                </c:pt>
                <c:pt idx="437">
                  <c:v>15.326218170139404</c:v>
                </c:pt>
                <c:pt idx="438">
                  <c:v>15.121779139065195</c:v>
                </c:pt>
                <c:pt idx="439">
                  <c:v>15.432101320694199</c:v>
                </c:pt>
                <c:pt idx="440">
                  <c:v>15.472345720398396</c:v>
                </c:pt>
                <c:pt idx="441">
                  <c:v>15.061773560243134</c:v>
                </c:pt>
                <c:pt idx="442">
                  <c:v>15.150610689509621</c:v>
                </c:pt>
                <c:pt idx="443">
                  <c:v>14.965216701798449</c:v>
                </c:pt>
                <c:pt idx="444">
                  <c:v>14.910689756726535</c:v>
                </c:pt>
                <c:pt idx="445">
                  <c:v>14.984066063744711</c:v>
                </c:pt>
                <c:pt idx="446">
                  <c:v>15.237234244191162</c:v>
                </c:pt>
                <c:pt idx="447">
                  <c:v>15.057500394671338</c:v>
                </c:pt>
                <c:pt idx="448">
                  <c:v>15.113464059571289</c:v>
                </c:pt>
                <c:pt idx="449">
                  <c:v>15.121495551699022</c:v>
                </c:pt>
                <c:pt idx="450">
                  <c:v>14.981279509861354</c:v>
                </c:pt>
                <c:pt idx="451">
                  <c:v>15.00520259547392</c:v>
                </c:pt>
                <c:pt idx="452">
                  <c:v>15.145720462783119</c:v>
                </c:pt>
                <c:pt idx="453">
                  <c:v>15.140271631678507</c:v>
                </c:pt>
                <c:pt idx="454">
                  <c:v>15.338887294116599</c:v>
                </c:pt>
                <c:pt idx="455">
                  <c:v>15.379609789074273</c:v>
                </c:pt>
                <c:pt idx="456">
                  <c:v>15.281709632013177</c:v>
                </c:pt>
                <c:pt idx="457">
                  <c:v>15.419487116591064</c:v>
                </c:pt>
                <c:pt idx="458">
                  <c:v>15.388978186856205</c:v>
                </c:pt>
                <c:pt idx="459">
                  <c:v>15.476003530185466</c:v>
                </c:pt>
                <c:pt idx="460">
                  <c:v>15.413349490031729</c:v>
                </c:pt>
                <c:pt idx="461">
                  <c:v>15.382844841123557</c:v>
                </c:pt>
                <c:pt idx="462">
                  <c:v>15.493011985479436</c:v>
                </c:pt>
                <c:pt idx="463">
                  <c:v>15.53521258376499</c:v>
                </c:pt>
                <c:pt idx="464">
                  <c:v>15.510487468523744</c:v>
                </c:pt>
                <c:pt idx="465">
                  <c:v>15.488304329050372</c:v>
                </c:pt>
                <c:pt idx="466">
                  <c:v>15.548620446174905</c:v>
                </c:pt>
                <c:pt idx="467">
                  <c:v>15.525615492388342</c:v>
                </c:pt>
                <c:pt idx="468">
                  <c:v>15.460955728316883</c:v>
                </c:pt>
                <c:pt idx="469">
                  <c:v>15.462162747424822</c:v>
                </c:pt>
                <c:pt idx="470">
                  <c:v>15.43990853926778</c:v>
                </c:pt>
                <c:pt idx="471">
                  <c:v>15.566573398010243</c:v>
                </c:pt>
                <c:pt idx="472">
                  <c:v>15.628604943317676</c:v>
                </c:pt>
                <c:pt idx="473">
                  <c:v>15.636892832601442</c:v>
                </c:pt>
                <c:pt idx="474">
                  <c:v>15.593825001475667</c:v>
                </c:pt>
                <c:pt idx="475">
                  <c:v>15.510182381314603</c:v>
                </c:pt>
                <c:pt idx="476">
                  <c:v>15.531756286063356</c:v>
                </c:pt>
                <c:pt idx="477">
                  <c:v>15.566441875700942</c:v>
                </c:pt>
                <c:pt idx="478">
                  <c:v>15.587724719038555</c:v>
                </c:pt>
                <c:pt idx="479">
                  <c:v>15.607353109870935</c:v>
                </c:pt>
                <c:pt idx="480">
                  <c:v>15.659769013552749</c:v>
                </c:pt>
                <c:pt idx="481">
                  <c:v>15.625031044694337</c:v>
                </c:pt>
                <c:pt idx="482">
                  <c:v>15.627527567131716</c:v>
                </c:pt>
                <c:pt idx="483">
                  <c:v>15.698445621389491</c:v>
                </c:pt>
                <c:pt idx="484">
                  <c:v>15.725468287635913</c:v>
                </c:pt>
                <c:pt idx="485">
                  <c:v>15.724383881149215</c:v>
                </c:pt>
                <c:pt idx="486">
                  <c:v>15.686927482935163</c:v>
                </c:pt>
                <c:pt idx="487">
                  <c:v>15.683875079491123</c:v>
                </c:pt>
                <c:pt idx="488">
                  <c:v>15.76521705113827</c:v>
                </c:pt>
                <c:pt idx="489">
                  <c:v>15.82687974928138</c:v>
                </c:pt>
                <c:pt idx="490">
                  <c:v>15.811616757564048</c:v>
                </c:pt>
                <c:pt idx="491">
                  <c:v>15.841945335722615</c:v>
                </c:pt>
                <c:pt idx="492">
                  <c:v>15.8165267613618</c:v>
                </c:pt>
                <c:pt idx="493">
                  <c:v>15.874767582434107</c:v>
                </c:pt>
                <c:pt idx="494">
                  <c:v>15.956327006155481</c:v>
                </c:pt>
                <c:pt idx="495">
                  <c:v>15.8840389481445</c:v>
                </c:pt>
                <c:pt idx="496">
                  <c:v>15.918930748335836</c:v>
                </c:pt>
                <c:pt idx="497">
                  <c:v>15.861378200666223</c:v>
                </c:pt>
                <c:pt idx="498">
                  <c:v>15.765238211647413</c:v>
                </c:pt>
                <c:pt idx="499">
                  <c:v>15.760796592935289</c:v>
                </c:pt>
                <c:pt idx="500">
                  <c:v>15.741045137036568</c:v>
                </c:pt>
                <c:pt idx="501">
                  <c:v>15.831890891960011</c:v>
                </c:pt>
                <c:pt idx="502">
                  <c:v>15.858468213017279</c:v>
                </c:pt>
                <c:pt idx="503">
                  <c:v>15.866392545264002</c:v>
                </c:pt>
                <c:pt idx="504">
                  <c:v>15.87427205064267</c:v>
                </c:pt>
                <c:pt idx="505">
                  <c:v>15.779581138858605</c:v>
                </c:pt>
                <c:pt idx="506">
                  <c:v>15.819724364878457</c:v>
                </c:pt>
                <c:pt idx="507">
                  <c:v>15.88745463019783</c:v>
                </c:pt>
                <c:pt idx="508">
                  <c:v>15.901678042296519</c:v>
                </c:pt>
                <c:pt idx="509">
                  <c:v>15.953849277591354</c:v>
                </c:pt>
                <c:pt idx="510">
                  <c:v>16.00495162874666</c:v>
                </c:pt>
                <c:pt idx="511">
                  <c:v>16.025983295448597</c:v>
                </c:pt>
                <c:pt idx="512">
                  <c:v>16.029705526456762</c:v>
                </c:pt>
                <c:pt idx="513">
                  <c:v>16.086189816449288</c:v>
                </c:pt>
                <c:pt idx="514">
                  <c:v>16.152859828889444</c:v>
                </c:pt>
                <c:pt idx="515">
                  <c:v>16.210987677901411</c:v>
                </c:pt>
                <c:pt idx="516">
                  <c:v>16.249042626175108</c:v>
                </c:pt>
                <c:pt idx="517">
                  <c:v>16.35007598293349</c:v>
                </c:pt>
                <c:pt idx="518">
                  <c:v>16.446976775784361</c:v>
                </c:pt>
                <c:pt idx="519">
                  <c:v>16.439298712884188</c:v>
                </c:pt>
                <c:pt idx="520">
                  <c:v>16.514373275836149</c:v>
                </c:pt>
                <c:pt idx="521">
                  <c:v>16.560421606439036</c:v>
                </c:pt>
                <c:pt idx="522">
                  <c:v>16.649535192710985</c:v>
                </c:pt>
                <c:pt idx="523">
                  <c:v>16.790632214759121</c:v>
                </c:pt>
                <c:pt idx="524">
                  <c:v>16.754014788968469</c:v>
                </c:pt>
                <c:pt idx="525">
                  <c:v>16.793088086744724</c:v>
                </c:pt>
                <c:pt idx="526">
                  <c:v>16.779188277300676</c:v>
                </c:pt>
                <c:pt idx="527">
                  <c:v>16.795642661368372</c:v>
                </c:pt>
                <c:pt idx="528">
                  <c:v>16.851060225036449</c:v>
                </c:pt>
                <c:pt idx="529">
                  <c:v>16.849069048968762</c:v>
                </c:pt>
                <c:pt idx="530">
                  <c:v>16.798742258316359</c:v>
                </c:pt>
                <c:pt idx="531">
                  <c:v>16.736324464110105</c:v>
                </c:pt>
                <c:pt idx="532">
                  <c:v>16.666493252581862</c:v>
                </c:pt>
                <c:pt idx="533">
                  <c:v>16.717315087777134</c:v>
                </c:pt>
                <c:pt idx="534">
                  <c:v>16.792000130304189</c:v>
                </c:pt>
                <c:pt idx="535">
                  <c:v>16.784119232786761</c:v>
                </c:pt>
                <c:pt idx="536">
                  <c:v>16.769032625050254</c:v>
                </c:pt>
                <c:pt idx="537">
                  <c:v>16.803286338441183</c:v>
                </c:pt>
                <c:pt idx="538">
                  <c:v>16.85975343552003</c:v>
                </c:pt>
                <c:pt idx="539">
                  <c:v>16.755586374414047</c:v>
                </c:pt>
                <c:pt idx="540">
                  <c:v>16.813303472885039</c:v>
                </c:pt>
                <c:pt idx="541">
                  <c:v>16.957467237406433</c:v>
                </c:pt>
                <c:pt idx="542">
                  <c:v>16.970283545253977</c:v>
                </c:pt>
                <c:pt idx="543">
                  <c:v>17.056468210789859</c:v>
                </c:pt>
                <c:pt idx="544">
                  <c:v>17.046445786218719</c:v>
                </c:pt>
                <c:pt idx="545">
                  <c:v>17.000666416824163</c:v>
                </c:pt>
                <c:pt idx="546">
                  <c:v>17.191169608163058</c:v>
                </c:pt>
                <c:pt idx="547">
                  <c:v>17.296032877862658</c:v>
                </c:pt>
                <c:pt idx="548">
                  <c:v>17.324980454371818</c:v>
                </c:pt>
                <c:pt idx="549">
                  <c:v>17.27284430097372</c:v>
                </c:pt>
                <c:pt idx="550">
                  <c:v>17.243906191008122</c:v>
                </c:pt>
                <c:pt idx="551">
                  <c:v>17.218770708064046</c:v>
                </c:pt>
                <c:pt idx="552">
                  <c:v>17.195124256737117</c:v>
                </c:pt>
                <c:pt idx="553">
                  <c:v>17.13466464490995</c:v>
                </c:pt>
                <c:pt idx="554">
                  <c:v>17.099218982313158</c:v>
                </c:pt>
                <c:pt idx="555">
                  <c:v>17.072429777736698</c:v>
                </c:pt>
                <c:pt idx="556">
                  <c:v>17.277915723260634</c:v>
                </c:pt>
                <c:pt idx="557">
                  <c:v>17.359134490627564</c:v>
                </c:pt>
                <c:pt idx="558">
                  <c:v>17.299042681860659</c:v>
                </c:pt>
                <c:pt idx="559">
                  <c:v>17.318646919085559</c:v>
                </c:pt>
                <c:pt idx="560">
                  <c:v>17.133302297919926</c:v>
                </c:pt>
                <c:pt idx="561">
                  <c:v>17.069701324981985</c:v>
                </c:pt>
                <c:pt idx="562">
                  <c:v>17.075455869758184</c:v>
                </c:pt>
                <c:pt idx="563">
                  <c:v>17.195802785168489</c:v>
                </c:pt>
                <c:pt idx="564">
                  <c:v>17.400020770710295</c:v>
                </c:pt>
                <c:pt idx="565">
                  <c:v>17.441456667175267</c:v>
                </c:pt>
                <c:pt idx="566">
                  <c:v>17.460404232547312</c:v>
                </c:pt>
                <c:pt idx="567">
                  <c:v>17.241641181246443</c:v>
                </c:pt>
                <c:pt idx="568">
                  <c:v>16.921419196368408</c:v>
                </c:pt>
                <c:pt idx="569">
                  <c:v>16.549604409850108</c:v>
                </c:pt>
                <c:pt idx="570">
                  <c:v>16.660510397049112</c:v>
                </c:pt>
                <c:pt idx="571">
                  <c:v>16.949101736386833</c:v>
                </c:pt>
                <c:pt idx="572">
                  <c:v>16.901059445438744</c:v>
                </c:pt>
                <c:pt idx="573">
                  <c:v>16.818835414673586</c:v>
                </c:pt>
                <c:pt idx="574">
                  <c:v>16.894000049003285</c:v>
                </c:pt>
                <c:pt idx="575">
                  <c:v>16.733729099820806</c:v>
                </c:pt>
                <c:pt idx="576">
                  <c:v>16.239762768418277</c:v>
                </c:pt>
                <c:pt idx="577">
                  <c:v>16.387844846692115</c:v>
                </c:pt>
                <c:pt idx="578">
                  <c:v>16.47215193468308</c:v>
                </c:pt>
                <c:pt idx="579">
                  <c:v>15.905778099764007</c:v>
                </c:pt>
                <c:pt idx="580">
                  <c:v>16.448131694099228</c:v>
                </c:pt>
                <c:pt idx="581">
                  <c:v>17.306527794328762</c:v>
                </c:pt>
                <c:pt idx="582">
                  <c:v>16.171315760458583</c:v>
                </c:pt>
                <c:pt idx="583">
                  <c:v>15.69840504054465</c:v>
                </c:pt>
                <c:pt idx="584">
                  <c:v>17.765927181119483</c:v>
                </c:pt>
                <c:pt idx="585">
                  <c:v>16.836599244458451</c:v>
                </c:pt>
                <c:pt idx="586">
                  <c:v>15.577139731194713</c:v>
                </c:pt>
                <c:pt idx="587">
                  <c:v>15.858061569285631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1B0C-4B9C-BBFB-FF685BE46DCA}"/>
            </c:ext>
          </c:extLst>
        </c:ser>
        <c:ser>
          <c:idx val="15"/>
          <c:order val="15"/>
          <c:tx>
            <c:strRef>
              <c:f>Sheet2!$AB$1</c:f>
              <c:strCache>
                <c:ptCount val="1"/>
                <c:pt idx="0">
                  <c:v>S4_n3_z_o/O-PTIR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Sheet2!$AB$2:$AB$589</c:f>
              <c:numCache>
                <c:formatCode>General</c:formatCode>
                <c:ptCount val="588"/>
                <c:pt idx="0">
                  <c:v>26.667146416954854</c:v>
                </c:pt>
                <c:pt idx="1">
                  <c:v>26.878408252249983</c:v>
                </c:pt>
                <c:pt idx="2">
                  <c:v>26.590140981181762</c:v>
                </c:pt>
                <c:pt idx="3">
                  <c:v>26.920396690771927</c:v>
                </c:pt>
                <c:pt idx="4">
                  <c:v>26.990030016794023</c:v>
                </c:pt>
                <c:pt idx="5">
                  <c:v>27.056313023141776</c:v>
                </c:pt>
                <c:pt idx="6">
                  <c:v>27.091662959470291</c:v>
                </c:pt>
                <c:pt idx="7">
                  <c:v>27.164741045520387</c:v>
                </c:pt>
                <c:pt idx="8">
                  <c:v>27.311861872793855</c:v>
                </c:pt>
                <c:pt idx="9">
                  <c:v>27.311528128712418</c:v>
                </c:pt>
                <c:pt idx="10">
                  <c:v>27.305329597394618</c:v>
                </c:pt>
                <c:pt idx="11">
                  <c:v>27.288670544363224</c:v>
                </c:pt>
                <c:pt idx="12">
                  <c:v>27.271659584044855</c:v>
                </c:pt>
                <c:pt idx="13">
                  <c:v>27.377731817455082</c:v>
                </c:pt>
                <c:pt idx="14">
                  <c:v>27.504452222015612</c:v>
                </c:pt>
                <c:pt idx="15">
                  <c:v>27.533174921387257</c:v>
                </c:pt>
                <c:pt idx="16">
                  <c:v>27.580333968518499</c:v>
                </c:pt>
                <c:pt idx="17">
                  <c:v>27.490725581883936</c:v>
                </c:pt>
                <c:pt idx="18">
                  <c:v>27.453785169615418</c:v>
                </c:pt>
                <c:pt idx="19">
                  <c:v>27.459355952013041</c:v>
                </c:pt>
                <c:pt idx="20">
                  <c:v>27.499951256280671</c:v>
                </c:pt>
                <c:pt idx="21">
                  <c:v>27.527526820036105</c:v>
                </c:pt>
                <c:pt idx="22">
                  <c:v>27.49754854569797</c:v>
                </c:pt>
                <c:pt idx="23">
                  <c:v>27.504255550363254</c:v>
                </c:pt>
                <c:pt idx="24">
                  <c:v>27.509631743514252</c:v>
                </c:pt>
                <c:pt idx="25">
                  <c:v>27.491130224167893</c:v>
                </c:pt>
                <c:pt idx="26">
                  <c:v>27.473440495988939</c:v>
                </c:pt>
                <c:pt idx="27">
                  <c:v>27.456338468982914</c:v>
                </c:pt>
                <c:pt idx="28">
                  <c:v>27.42861378183931</c:v>
                </c:pt>
                <c:pt idx="29">
                  <c:v>27.429281000060698</c:v>
                </c:pt>
                <c:pt idx="30">
                  <c:v>27.431678311813727</c:v>
                </c:pt>
                <c:pt idx="31">
                  <c:v>27.454877237168969</c:v>
                </c:pt>
                <c:pt idx="32">
                  <c:v>27.506708161557356</c:v>
                </c:pt>
                <c:pt idx="33">
                  <c:v>27.544687771411702</c:v>
                </c:pt>
                <c:pt idx="34">
                  <c:v>27.553104469745076</c:v>
                </c:pt>
                <c:pt idx="35">
                  <c:v>27.570603387858171</c:v>
                </c:pt>
                <c:pt idx="36">
                  <c:v>27.563087291440318</c:v>
                </c:pt>
                <c:pt idx="37">
                  <c:v>27.562587282686504</c:v>
                </c:pt>
                <c:pt idx="38">
                  <c:v>27.592876491050706</c:v>
                </c:pt>
                <c:pt idx="39">
                  <c:v>27.636869548772758</c:v>
                </c:pt>
                <c:pt idx="40">
                  <c:v>27.67342085967416</c:v>
                </c:pt>
                <c:pt idx="41">
                  <c:v>27.758484897121061</c:v>
                </c:pt>
                <c:pt idx="42">
                  <c:v>27.821161684690917</c:v>
                </c:pt>
                <c:pt idx="43">
                  <c:v>27.914530973201522</c:v>
                </c:pt>
                <c:pt idx="44">
                  <c:v>28.027502949496338</c:v>
                </c:pt>
                <c:pt idx="45">
                  <c:v>28.123343436600347</c:v>
                </c:pt>
                <c:pt idx="46">
                  <c:v>28.172813992655893</c:v>
                </c:pt>
                <c:pt idx="47">
                  <c:v>28.165579869399224</c:v>
                </c:pt>
                <c:pt idx="48">
                  <c:v>28.067050148109182</c:v>
                </c:pt>
                <c:pt idx="49">
                  <c:v>27.906689712985106</c:v>
                </c:pt>
                <c:pt idx="50">
                  <c:v>27.782736902767002</c:v>
                </c:pt>
                <c:pt idx="51">
                  <c:v>27.708699435043329</c:v>
                </c:pt>
                <c:pt idx="52">
                  <c:v>27.661186726005461</c:v>
                </c:pt>
                <c:pt idx="53">
                  <c:v>27.630694251704082</c:v>
                </c:pt>
                <c:pt idx="54">
                  <c:v>27.625657760628695</c:v>
                </c:pt>
                <c:pt idx="55">
                  <c:v>27.629576693961866</c:v>
                </c:pt>
                <c:pt idx="56">
                  <c:v>27.632689273520366</c:v>
                </c:pt>
                <c:pt idx="57">
                  <c:v>27.647038938596257</c:v>
                </c:pt>
                <c:pt idx="58">
                  <c:v>27.662656210316193</c:v>
                </c:pt>
                <c:pt idx="59">
                  <c:v>27.678582680724087</c:v>
                </c:pt>
                <c:pt idx="60">
                  <c:v>27.693194304728301</c:v>
                </c:pt>
                <c:pt idx="61">
                  <c:v>27.725981088825172</c:v>
                </c:pt>
                <c:pt idx="62">
                  <c:v>27.728148101929598</c:v>
                </c:pt>
                <c:pt idx="63">
                  <c:v>27.717522433872631</c:v>
                </c:pt>
                <c:pt idx="64">
                  <c:v>27.723991620090835</c:v>
                </c:pt>
                <c:pt idx="65">
                  <c:v>27.755144795454928</c:v>
                </c:pt>
                <c:pt idx="66">
                  <c:v>27.786286324772153</c:v>
                </c:pt>
                <c:pt idx="67">
                  <c:v>27.781777067977359</c:v>
                </c:pt>
                <c:pt idx="68">
                  <c:v>27.782050865767896</c:v>
                </c:pt>
                <c:pt idx="69">
                  <c:v>27.788118224806187</c:v>
                </c:pt>
                <c:pt idx="70">
                  <c:v>27.781893374193732</c:v>
                </c:pt>
                <c:pt idx="71">
                  <c:v>27.777489625955969</c:v>
                </c:pt>
                <c:pt idx="72">
                  <c:v>27.767988611245933</c:v>
                </c:pt>
                <c:pt idx="73">
                  <c:v>27.760995507171074</c:v>
                </c:pt>
                <c:pt idx="74">
                  <c:v>27.765737993407722</c:v>
                </c:pt>
                <c:pt idx="75">
                  <c:v>27.777703959493973</c:v>
                </c:pt>
                <c:pt idx="76">
                  <c:v>27.76921476259071</c:v>
                </c:pt>
                <c:pt idx="77">
                  <c:v>27.77038006141246</c:v>
                </c:pt>
                <c:pt idx="78">
                  <c:v>27.779584526121198</c:v>
                </c:pt>
                <c:pt idx="79">
                  <c:v>27.79344139373719</c:v>
                </c:pt>
                <c:pt idx="80">
                  <c:v>27.809041851959002</c:v>
                </c:pt>
                <c:pt idx="81">
                  <c:v>27.827277941700814</c:v>
                </c:pt>
                <c:pt idx="82">
                  <c:v>27.827498522456008</c:v>
                </c:pt>
                <c:pt idx="83">
                  <c:v>27.824166904665073</c:v>
                </c:pt>
                <c:pt idx="84">
                  <c:v>27.848182672949772</c:v>
                </c:pt>
                <c:pt idx="85">
                  <c:v>27.858802402294103</c:v>
                </c:pt>
                <c:pt idx="86">
                  <c:v>27.854256819088228</c:v>
                </c:pt>
                <c:pt idx="87">
                  <c:v>27.83514311102007</c:v>
                </c:pt>
                <c:pt idx="88">
                  <c:v>27.804445982511034</c:v>
                </c:pt>
                <c:pt idx="89">
                  <c:v>27.801342658089109</c:v>
                </c:pt>
                <c:pt idx="90">
                  <c:v>27.790587726624551</c:v>
                </c:pt>
                <c:pt idx="91">
                  <c:v>27.781296726388778</c:v>
                </c:pt>
                <c:pt idx="92">
                  <c:v>27.749676243753459</c:v>
                </c:pt>
                <c:pt idx="93">
                  <c:v>27.703754415567818</c:v>
                </c:pt>
                <c:pt idx="94">
                  <c:v>27.675490925222892</c:v>
                </c:pt>
                <c:pt idx="95">
                  <c:v>27.670089396135502</c:v>
                </c:pt>
                <c:pt idx="96">
                  <c:v>27.661316297917605</c:v>
                </c:pt>
                <c:pt idx="97">
                  <c:v>27.6539336297188</c:v>
                </c:pt>
                <c:pt idx="98">
                  <c:v>27.657299491515083</c:v>
                </c:pt>
                <c:pt idx="99">
                  <c:v>27.655135100699358</c:v>
                </c:pt>
                <c:pt idx="100">
                  <c:v>27.633059710362044</c:v>
                </c:pt>
                <c:pt idx="101">
                  <c:v>27.590633817204729</c:v>
                </c:pt>
                <c:pt idx="102">
                  <c:v>27.582470092604584</c:v>
                </c:pt>
                <c:pt idx="103">
                  <c:v>27.587404931429852</c:v>
                </c:pt>
                <c:pt idx="104">
                  <c:v>27.578639970019527</c:v>
                </c:pt>
                <c:pt idx="105">
                  <c:v>27.542829648490684</c:v>
                </c:pt>
                <c:pt idx="106">
                  <c:v>27.523559374362023</c:v>
                </c:pt>
                <c:pt idx="107">
                  <c:v>27.492364589446385</c:v>
                </c:pt>
                <c:pt idx="108">
                  <c:v>27.471680207574206</c:v>
                </c:pt>
                <c:pt idx="109">
                  <c:v>27.444777260869831</c:v>
                </c:pt>
                <c:pt idx="110">
                  <c:v>27.408120788479021</c:v>
                </c:pt>
                <c:pt idx="111">
                  <c:v>27.349058864442561</c:v>
                </c:pt>
                <c:pt idx="112">
                  <c:v>27.316554111351479</c:v>
                </c:pt>
                <c:pt idx="113">
                  <c:v>27.289120324719551</c:v>
                </c:pt>
                <c:pt idx="114">
                  <c:v>27.269394389366528</c:v>
                </c:pt>
                <c:pt idx="115">
                  <c:v>27.228885986975094</c:v>
                </c:pt>
                <c:pt idx="116">
                  <c:v>27.223748827007846</c:v>
                </c:pt>
                <c:pt idx="117">
                  <c:v>27.233718691511875</c:v>
                </c:pt>
                <c:pt idx="118">
                  <c:v>27.230599286290143</c:v>
                </c:pt>
                <c:pt idx="119">
                  <c:v>27.229864679105518</c:v>
                </c:pt>
                <c:pt idx="120">
                  <c:v>27.230784504710982</c:v>
                </c:pt>
                <c:pt idx="121">
                  <c:v>27.244893054197387</c:v>
                </c:pt>
                <c:pt idx="122">
                  <c:v>27.218181746664854</c:v>
                </c:pt>
                <c:pt idx="123">
                  <c:v>27.20634816759479</c:v>
                </c:pt>
                <c:pt idx="124">
                  <c:v>27.184778840413141</c:v>
                </c:pt>
                <c:pt idx="125">
                  <c:v>27.171647054903708</c:v>
                </c:pt>
                <c:pt idx="126">
                  <c:v>27.175830665861572</c:v>
                </c:pt>
                <c:pt idx="127">
                  <c:v>27.186520927059266</c:v>
                </c:pt>
                <c:pt idx="128">
                  <c:v>27.197568976411972</c:v>
                </c:pt>
                <c:pt idx="129">
                  <c:v>27.199245833626733</c:v>
                </c:pt>
                <c:pt idx="130">
                  <c:v>27.202509503289932</c:v>
                </c:pt>
                <c:pt idx="131">
                  <c:v>27.224672740298629</c:v>
                </c:pt>
                <c:pt idx="132">
                  <c:v>27.206581069250557</c:v>
                </c:pt>
                <c:pt idx="133">
                  <c:v>27.208403270672715</c:v>
                </c:pt>
                <c:pt idx="134">
                  <c:v>27.221159876082975</c:v>
                </c:pt>
                <c:pt idx="135">
                  <c:v>27.204770957350558</c:v>
                </c:pt>
                <c:pt idx="136">
                  <c:v>27.201807925373984</c:v>
                </c:pt>
                <c:pt idx="137">
                  <c:v>27.206639260921815</c:v>
                </c:pt>
                <c:pt idx="138">
                  <c:v>27.189899051911521</c:v>
                </c:pt>
                <c:pt idx="139">
                  <c:v>27.221004409069941</c:v>
                </c:pt>
                <c:pt idx="140">
                  <c:v>27.248828974562489</c:v>
                </c:pt>
                <c:pt idx="141">
                  <c:v>27.273865777227474</c:v>
                </c:pt>
                <c:pt idx="142">
                  <c:v>27.284621865584104</c:v>
                </c:pt>
                <c:pt idx="143">
                  <c:v>27.342609846709486</c:v>
                </c:pt>
                <c:pt idx="144">
                  <c:v>27.345796467360643</c:v>
                </c:pt>
                <c:pt idx="145">
                  <c:v>27.375368788270471</c:v>
                </c:pt>
                <c:pt idx="146">
                  <c:v>27.411985116506358</c:v>
                </c:pt>
                <c:pt idx="147">
                  <c:v>27.407003847745909</c:v>
                </c:pt>
                <c:pt idx="148">
                  <c:v>27.418090344478497</c:v>
                </c:pt>
                <c:pt idx="149">
                  <c:v>27.409962059338845</c:v>
                </c:pt>
                <c:pt idx="150">
                  <c:v>27.383071761321133</c:v>
                </c:pt>
                <c:pt idx="151">
                  <c:v>27.392348994541244</c:v>
                </c:pt>
                <c:pt idx="152">
                  <c:v>27.362686166108261</c:v>
                </c:pt>
                <c:pt idx="153">
                  <c:v>27.326794052309879</c:v>
                </c:pt>
                <c:pt idx="154">
                  <c:v>27.380793648014663</c:v>
                </c:pt>
                <c:pt idx="155">
                  <c:v>27.432979082697191</c:v>
                </c:pt>
                <c:pt idx="156">
                  <c:v>27.442270391437518</c:v>
                </c:pt>
                <c:pt idx="157">
                  <c:v>27.406057741408862</c:v>
                </c:pt>
                <c:pt idx="158">
                  <c:v>27.392940706273357</c:v>
                </c:pt>
                <c:pt idx="159">
                  <c:v>27.35739353912798</c:v>
                </c:pt>
                <c:pt idx="160">
                  <c:v>27.357779362634222</c:v>
                </c:pt>
                <c:pt idx="161">
                  <c:v>27.354719267412751</c:v>
                </c:pt>
                <c:pt idx="162">
                  <c:v>27.342800579649204</c:v>
                </c:pt>
                <c:pt idx="163">
                  <c:v>27.340751530973126</c:v>
                </c:pt>
                <c:pt idx="164">
                  <c:v>27.299672240906887</c:v>
                </c:pt>
                <c:pt idx="165">
                  <c:v>27.264621650402177</c:v>
                </c:pt>
                <c:pt idx="166">
                  <c:v>27.26289070848302</c:v>
                </c:pt>
                <c:pt idx="167">
                  <c:v>27.266971780240176</c:v>
                </c:pt>
                <c:pt idx="168">
                  <c:v>27.268289711689384</c:v>
                </c:pt>
                <c:pt idx="169">
                  <c:v>27.246568368889385</c:v>
                </c:pt>
                <c:pt idx="170">
                  <c:v>27.253375116932865</c:v>
                </c:pt>
                <c:pt idx="171">
                  <c:v>27.27568385240124</c:v>
                </c:pt>
                <c:pt idx="172">
                  <c:v>27.292747952628819</c:v>
                </c:pt>
                <c:pt idx="173">
                  <c:v>27.31465906429181</c:v>
                </c:pt>
                <c:pt idx="174">
                  <c:v>27.31813076243121</c:v>
                </c:pt>
                <c:pt idx="175">
                  <c:v>27.320622553703508</c:v>
                </c:pt>
                <c:pt idx="176">
                  <c:v>27.297883762888645</c:v>
                </c:pt>
                <c:pt idx="177">
                  <c:v>27.293350654835621</c:v>
                </c:pt>
                <c:pt idx="178">
                  <c:v>27.281840118595319</c:v>
                </c:pt>
                <c:pt idx="179">
                  <c:v>27.28238557392606</c:v>
                </c:pt>
                <c:pt idx="180">
                  <c:v>27.286062176933068</c:v>
                </c:pt>
                <c:pt idx="181">
                  <c:v>27.296745978816688</c:v>
                </c:pt>
                <c:pt idx="182">
                  <c:v>27.285521117792207</c:v>
                </c:pt>
                <c:pt idx="183">
                  <c:v>27.283505368326285</c:v>
                </c:pt>
                <c:pt idx="184">
                  <c:v>27.291068762348377</c:v>
                </c:pt>
                <c:pt idx="185">
                  <c:v>27.290744042025107</c:v>
                </c:pt>
                <c:pt idx="186">
                  <c:v>27.278459564269713</c:v>
                </c:pt>
                <c:pt idx="187">
                  <c:v>27.265071102972417</c:v>
                </c:pt>
                <c:pt idx="188">
                  <c:v>27.256006236573786</c:v>
                </c:pt>
                <c:pt idx="189">
                  <c:v>27.2419701470942</c:v>
                </c:pt>
                <c:pt idx="190">
                  <c:v>27.253944057172681</c:v>
                </c:pt>
                <c:pt idx="191">
                  <c:v>27.25043044097718</c:v>
                </c:pt>
                <c:pt idx="192">
                  <c:v>27.289335622334281</c:v>
                </c:pt>
                <c:pt idx="193">
                  <c:v>27.309065413994215</c:v>
                </c:pt>
                <c:pt idx="194">
                  <c:v>27.331263627706576</c:v>
                </c:pt>
                <c:pt idx="195">
                  <c:v>27.349504152201337</c:v>
                </c:pt>
                <c:pt idx="196">
                  <c:v>27.353840106563645</c:v>
                </c:pt>
                <c:pt idx="197">
                  <c:v>27.366097609452208</c:v>
                </c:pt>
                <c:pt idx="198">
                  <c:v>27.390472091405581</c:v>
                </c:pt>
                <c:pt idx="199">
                  <c:v>27.413005996634372</c:v>
                </c:pt>
                <c:pt idx="200">
                  <c:v>27.421688587329118</c:v>
                </c:pt>
                <c:pt idx="201">
                  <c:v>27.460897125069213</c:v>
                </c:pt>
                <c:pt idx="202">
                  <c:v>27.515897393853802</c:v>
                </c:pt>
                <c:pt idx="203">
                  <c:v>27.596065849679771</c:v>
                </c:pt>
                <c:pt idx="204">
                  <c:v>27.672168022685575</c:v>
                </c:pt>
                <c:pt idx="205">
                  <c:v>27.73215364791594</c:v>
                </c:pt>
                <c:pt idx="206">
                  <c:v>27.791103237732145</c:v>
                </c:pt>
                <c:pt idx="207">
                  <c:v>27.836027285068155</c:v>
                </c:pt>
                <c:pt idx="208">
                  <c:v>27.856303823921643</c:v>
                </c:pt>
                <c:pt idx="209">
                  <c:v>27.829232240916145</c:v>
                </c:pt>
                <c:pt idx="210">
                  <c:v>27.794651657097496</c:v>
                </c:pt>
                <c:pt idx="211">
                  <c:v>27.733290872823396</c:v>
                </c:pt>
                <c:pt idx="212">
                  <c:v>27.662416193774181</c:v>
                </c:pt>
                <c:pt idx="213">
                  <c:v>27.58910286336187</c:v>
                </c:pt>
                <c:pt idx="214">
                  <c:v>27.535272983724148</c:v>
                </c:pt>
                <c:pt idx="215">
                  <c:v>27.522414668219163</c:v>
                </c:pt>
                <c:pt idx="216">
                  <c:v>27.510447313862429</c:v>
                </c:pt>
                <c:pt idx="217">
                  <c:v>27.480645812633</c:v>
                </c:pt>
                <c:pt idx="218">
                  <c:v>27.493320529366049</c:v>
                </c:pt>
                <c:pt idx="219">
                  <c:v>27.501659214610651</c:v>
                </c:pt>
                <c:pt idx="220">
                  <c:v>27.549618946745404</c:v>
                </c:pt>
                <c:pt idx="221">
                  <c:v>27.578168767878321</c:v>
                </c:pt>
                <c:pt idx="222">
                  <c:v>27.58582145468689</c:v>
                </c:pt>
                <c:pt idx="223">
                  <c:v>27.611381828140907</c:v>
                </c:pt>
                <c:pt idx="224">
                  <c:v>27.608631818557985</c:v>
                </c:pt>
                <c:pt idx="225">
                  <c:v>27.578185967007137</c:v>
                </c:pt>
                <c:pt idx="226">
                  <c:v>27.5932758501942</c:v>
                </c:pt>
                <c:pt idx="227">
                  <c:v>27.59719856270814</c:v>
                </c:pt>
                <c:pt idx="228">
                  <c:v>27.572354112631771</c:v>
                </c:pt>
                <c:pt idx="229">
                  <c:v>27.514959501450473</c:v>
                </c:pt>
                <c:pt idx="230">
                  <c:v>27.500097641690935</c:v>
                </c:pt>
                <c:pt idx="231">
                  <c:v>27.522431096086596</c:v>
                </c:pt>
                <c:pt idx="232">
                  <c:v>27.524945292502039</c:v>
                </c:pt>
                <c:pt idx="233">
                  <c:v>27.558735179152066</c:v>
                </c:pt>
                <c:pt idx="234">
                  <c:v>27.548789763633838</c:v>
                </c:pt>
                <c:pt idx="235">
                  <c:v>27.515484306257715</c:v>
                </c:pt>
                <c:pt idx="236">
                  <c:v>27.522561747764673</c:v>
                </c:pt>
                <c:pt idx="237">
                  <c:v>27.510114051819354</c:v>
                </c:pt>
                <c:pt idx="238">
                  <c:v>27.496977773712374</c:v>
                </c:pt>
                <c:pt idx="239">
                  <c:v>27.483690405500699</c:v>
                </c:pt>
                <c:pt idx="240">
                  <c:v>27.42434538997405</c:v>
                </c:pt>
                <c:pt idx="241">
                  <c:v>27.381152438809472</c:v>
                </c:pt>
                <c:pt idx="242">
                  <c:v>27.343996574673952</c:v>
                </c:pt>
                <c:pt idx="243">
                  <c:v>27.349527290042793</c:v>
                </c:pt>
                <c:pt idx="244">
                  <c:v>27.323609668316728</c:v>
                </c:pt>
                <c:pt idx="245">
                  <c:v>27.331422199046674</c:v>
                </c:pt>
                <c:pt idx="246">
                  <c:v>27.328521407863612</c:v>
                </c:pt>
                <c:pt idx="247">
                  <c:v>27.327974352165505</c:v>
                </c:pt>
                <c:pt idx="248">
                  <c:v>27.330441617325864</c:v>
                </c:pt>
                <c:pt idx="249">
                  <c:v>27.328666944886358</c:v>
                </c:pt>
                <c:pt idx="250">
                  <c:v>27.26315052716101</c:v>
                </c:pt>
                <c:pt idx="251">
                  <c:v>27.288619911053509</c:v>
                </c:pt>
                <c:pt idx="252">
                  <c:v>27.313352200443429</c:v>
                </c:pt>
                <c:pt idx="253">
                  <c:v>27.314835123983737</c:v>
                </c:pt>
                <c:pt idx="254">
                  <c:v>27.293348707400632</c:v>
                </c:pt>
                <c:pt idx="255">
                  <c:v>27.297887696321691</c:v>
                </c:pt>
                <c:pt idx="256">
                  <c:v>27.294977977788136</c:v>
                </c:pt>
                <c:pt idx="257">
                  <c:v>27.532513217684748</c:v>
                </c:pt>
                <c:pt idx="258">
                  <c:v>27.767507035639142</c:v>
                </c:pt>
                <c:pt idx="259">
                  <c:v>28</c:v>
                </c:pt>
                <c:pt idx="260">
                  <c:v>27.88513164621963</c:v>
                </c:pt>
                <c:pt idx="261">
                  <c:v>27.545904474804548</c:v>
                </c:pt>
                <c:pt idx="262">
                  <c:v>27.359121550253889</c:v>
                </c:pt>
                <c:pt idx="263">
                  <c:v>27.338930120093881</c:v>
                </c:pt>
                <c:pt idx="264">
                  <c:v>27.351514213614568</c:v>
                </c:pt>
                <c:pt idx="265">
                  <c:v>27.368598231667328</c:v>
                </c:pt>
                <c:pt idx="266">
                  <c:v>27.349748102176402</c:v>
                </c:pt>
                <c:pt idx="267">
                  <c:v>27.314805835332766</c:v>
                </c:pt>
                <c:pt idx="268">
                  <c:v>27.291403779011095</c:v>
                </c:pt>
                <c:pt idx="269">
                  <c:v>27.253845644220362</c:v>
                </c:pt>
                <c:pt idx="270">
                  <c:v>27.243563997302743</c:v>
                </c:pt>
                <c:pt idx="271">
                  <c:v>27.271717447930023</c:v>
                </c:pt>
                <c:pt idx="272">
                  <c:v>27.269136672375801</c:v>
                </c:pt>
                <c:pt idx="273">
                  <c:v>27.30122845356</c:v>
                </c:pt>
                <c:pt idx="274">
                  <c:v>27.384787470828005</c:v>
                </c:pt>
                <c:pt idx="275">
                  <c:v>27.458902450320547</c:v>
                </c:pt>
                <c:pt idx="276">
                  <c:v>27.526364606259882</c:v>
                </c:pt>
                <c:pt idx="277">
                  <c:v>27.563460851890589</c:v>
                </c:pt>
                <c:pt idx="278">
                  <c:v>27.982374903524843</c:v>
                </c:pt>
                <c:pt idx="279">
                  <c:v>28.208609698781554</c:v>
                </c:pt>
                <c:pt idx="280">
                  <c:v>28.046651672831231</c:v>
                </c:pt>
                <c:pt idx="281">
                  <c:v>27.687211938694283</c:v>
                </c:pt>
                <c:pt idx="282">
                  <c:v>27.517555451572385</c:v>
                </c:pt>
                <c:pt idx="283">
                  <c:v>27.448091255338188</c:v>
                </c:pt>
                <c:pt idx="284">
                  <c:v>27.429070677081882</c:v>
                </c:pt>
                <c:pt idx="285">
                  <c:v>27.396246563934138</c:v>
                </c:pt>
                <c:pt idx="286">
                  <c:v>27.303994216156646</c:v>
                </c:pt>
                <c:pt idx="287">
                  <c:v>27.364627855199995</c:v>
                </c:pt>
                <c:pt idx="288">
                  <c:v>27.376327697546454</c:v>
                </c:pt>
                <c:pt idx="289">
                  <c:v>27.443565030792996</c:v>
                </c:pt>
                <c:pt idx="290">
                  <c:v>27.455475080429064</c:v>
                </c:pt>
                <c:pt idx="291">
                  <c:v>27.474393775056839</c:v>
                </c:pt>
                <c:pt idx="292">
                  <c:v>27.392956440005545</c:v>
                </c:pt>
                <c:pt idx="293">
                  <c:v>27.177956185103657</c:v>
                </c:pt>
                <c:pt idx="294">
                  <c:v>27.325898926350167</c:v>
                </c:pt>
                <c:pt idx="295">
                  <c:v>27.399750944274594</c:v>
                </c:pt>
                <c:pt idx="296">
                  <c:v>27.4759088794783</c:v>
                </c:pt>
                <c:pt idx="297">
                  <c:v>27.519747607797854</c:v>
                </c:pt>
                <c:pt idx="298">
                  <c:v>27.54021137035177</c:v>
                </c:pt>
                <c:pt idx="299">
                  <c:v>27.531293699187852</c:v>
                </c:pt>
                <c:pt idx="300">
                  <c:v>27.641466575112801</c:v>
                </c:pt>
                <c:pt idx="301">
                  <c:v>27.60814650233349</c:v>
                </c:pt>
                <c:pt idx="302">
                  <c:v>27.325409406751145</c:v>
                </c:pt>
                <c:pt idx="303">
                  <c:v>27.349773900869621</c:v>
                </c:pt>
                <c:pt idx="304">
                  <c:v>27.527485480426044</c:v>
                </c:pt>
                <c:pt idx="305">
                  <c:v>27.620111735721427</c:v>
                </c:pt>
                <c:pt idx="306">
                  <c:v>27.683546210472759</c:v>
                </c:pt>
                <c:pt idx="307">
                  <c:v>27.693311690710615</c:v>
                </c:pt>
                <c:pt idx="308">
                  <c:v>27.705062706249755</c:v>
                </c:pt>
                <c:pt idx="309">
                  <c:v>27.688576145826399</c:v>
                </c:pt>
                <c:pt idx="310">
                  <c:v>27.661833891430923</c:v>
                </c:pt>
                <c:pt idx="311">
                  <c:v>27.50826186761098</c:v>
                </c:pt>
                <c:pt idx="312">
                  <c:v>27.43604473100061</c:v>
                </c:pt>
                <c:pt idx="313">
                  <c:v>27.721146668231814</c:v>
                </c:pt>
                <c:pt idx="314">
                  <c:v>27.773454309280289</c:v>
                </c:pt>
                <c:pt idx="315">
                  <c:v>27.774713239233787</c:v>
                </c:pt>
                <c:pt idx="316">
                  <c:v>27.73438745225603</c:v>
                </c:pt>
                <c:pt idx="317">
                  <c:v>27.750226153118675</c:v>
                </c:pt>
                <c:pt idx="318">
                  <c:v>27.872512807373692</c:v>
                </c:pt>
                <c:pt idx="319">
                  <c:v>27.937720566294043</c:v>
                </c:pt>
                <c:pt idx="320">
                  <c:v>27.970741428220283</c:v>
                </c:pt>
                <c:pt idx="321">
                  <c:v>28.055121588199949</c:v>
                </c:pt>
                <c:pt idx="322">
                  <c:v>28.159376768357738</c:v>
                </c:pt>
                <c:pt idx="323">
                  <c:v>28.253038210679765</c:v>
                </c:pt>
                <c:pt idx="324">
                  <c:v>28.325082276236056</c:v>
                </c:pt>
                <c:pt idx="325">
                  <c:v>28.353389111470641</c:v>
                </c:pt>
                <c:pt idx="326">
                  <c:v>28.387067473724862</c:v>
                </c:pt>
                <c:pt idx="327">
                  <c:v>28.417883222234419</c:v>
                </c:pt>
                <c:pt idx="328">
                  <c:v>28.447961490610705</c:v>
                </c:pt>
                <c:pt idx="329">
                  <c:v>28.481989388523154</c:v>
                </c:pt>
                <c:pt idx="330">
                  <c:v>28.512462388474642</c:v>
                </c:pt>
                <c:pt idx="331">
                  <c:v>28.552716525270032</c:v>
                </c:pt>
                <c:pt idx="332">
                  <c:v>28.56993508987085</c:v>
                </c:pt>
                <c:pt idx="333">
                  <c:v>28.550560695455644</c:v>
                </c:pt>
                <c:pt idx="334">
                  <c:v>28.507528166658481</c:v>
                </c:pt>
                <c:pt idx="335">
                  <c:v>28.460462712095918</c:v>
                </c:pt>
                <c:pt idx="336">
                  <c:v>28.401792858782891</c:v>
                </c:pt>
                <c:pt idx="337">
                  <c:v>28.336516226221146</c:v>
                </c:pt>
                <c:pt idx="338">
                  <c:v>28.275817724095589</c:v>
                </c:pt>
                <c:pt idx="339">
                  <c:v>28.239707728956848</c:v>
                </c:pt>
                <c:pt idx="340">
                  <c:v>28.20774403500663</c:v>
                </c:pt>
                <c:pt idx="341">
                  <c:v>28.117821667863538</c:v>
                </c:pt>
                <c:pt idx="342">
                  <c:v>28.088414705393966</c:v>
                </c:pt>
                <c:pt idx="343">
                  <c:v>28.058774590608675</c:v>
                </c:pt>
                <c:pt idx="344">
                  <c:v>28.013842213649738</c:v>
                </c:pt>
                <c:pt idx="345">
                  <c:v>28.001655743934435</c:v>
                </c:pt>
                <c:pt idx="346">
                  <c:v>27.98200346404337</c:v>
                </c:pt>
                <c:pt idx="347">
                  <c:v>27.999124695457805</c:v>
                </c:pt>
                <c:pt idx="348">
                  <c:v>28.016690713311114</c:v>
                </c:pt>
                <c:pt idx="349">
                  <c:v>27.986381220772568</c:v>
                </c:pt>
                <c:pt idx="350">
                  <c:v>27.902064612730765</c:v>
                </c:pt>
                <c:pt idx="351">
                  <c:v>27.8223943146313</c:v>
                </c:pt>
                <c:pt idx="352">
                  <c:v>27.810369038544792</c:v>
                </c:pt>
                <c:pt idx="353">
                  <c:v>27.791890232846125</c:v>
                </c:pt>
                <c:pt idx="354">
                  <c:v>27.755680282232305</c:v>
                </c:pt>
                <c:pt idx="355">
                  <c:v>27.684917127578895</c:v>
                </c:pt>
                <c:pt idx="356">
                  <c:v>27.625281346511311</c:v>
                </c:pt>
                <c:pt idx="357">
                  <c:v>27.621217454601435</c:v>
                </c:pt>
                <c:pt idx="358">
                  <c:v>27.596754624656779</c:v>
                </c:pt>
                <c:pt idx="359">
                  <c:v>27.53622649417046</c:v>
                </c:pt>
                <c:pt idx="360">
                  <c:v>27.608885563552594</c:v>
                </c:pt>
                <c:pt idx="361">
                  <c:v>27.669039169511915</c:v>
                </c:pt>
                <c:pt idx="362">
                  <c:v>27.664552896306301</c:v>
                </c:pt>
                <c:pt idx="363">
                  <c:v>27.642091335395122</c:v>
                </c:pt>
                <c:pt idx="364">
                  <c:v>27.636713136964531</c:v>
                </c:pt>
                <c:pt idx="365">
                  <c:v>27.624502873835599</c:v>
                </c:pt>
                <c:pt idx="366">
                  <c:v>27.575895552081622</c:v>
                </c:pt>
                <c:pt idx="367">
                  <c:v>27.542258375185192</c:v>
                </c:pt>
                <c:pt idx="368">
                  <c:v>27.531204811313604</c:v>
                </c:pt>
                <c:pt idx="369">
                  <c:v>27.511882824109293</c:v>
                </c:pt>
                <c:pt idx="370">
                  <c:v>27.522643617160352</c:v>
                </c:pt>
                <c:pt idx="371">
                  <c:v>27.509779247253519</c:v>
                </c:pt>
                <c:pt idx="372">
                  <c:v>27.48593975075763</c:v>
                </c:pt>
                <c:pt idx="373">
                  <c:v>27.450662602222021</c:v>
                </c:pt>
                <c:pt idx="374">
                  <c:v>27.411887937572253</c:v>
                </c:pt>
                <c:pt idx="375">
                  <c:v>27.386351434658003</c:v>
                </c:pt>
                <c:pt idx="376">
                  <c:v>27.352118843974825</c:v>
                </c:pt>
                <c:pt idx="377">
                  <c:v>27.360171815440545</c:v>
                </c:pt>
                <c:pt idx="378">
                  <c:v>27.350892885445397</c:v>
                </c:pt>
                <c:pt idx="379">
                  <c:v>27.31624996442557</c:v>
                </c:pt>
                <c:pt idx="380">
                  <c:v>27.247745429447207</c:v>
                </c:pt>
                <c:pt idx="381">
                  <c:v>27.211328221618565</c:v>
                </c:pt>
                <c:pt idx="382">
                  <c:v>27.180154684953994</c:v>
                </c:pt>
                <c:pt idx="383">
                  <c:v>27.176293692632132</c:v>
                </c:pt>
                <c:pt idx="384">
                  <c:v>27.156412425236812</c:v>
                </c:pt>
                <c:pt idx="385">
                  <c:v>27.125789019675111</c:v>
                </c:pt>
                <c:pt idx="386">
                  <c:v>27.124738523110036</c:v>
                </c:pt>
                <c:pt idx="387">
                  <c:v>27.115335622488534</c:v>
                </c:pt>
                <c:pt idx="388">
                  <c:v>27.107321358703413</c:v>
                </c:pt>
                <c:pt idx="389">
                  <c:v>27.09758287261392</c:v>
                </c:pt>
                <c:pt idx="390">
                  <c:v>27.104131787977469</c:v>
                </c:pt>
                <c:pt idx="391">
                  <c:v>27.094444156935342</c:v>
                </c:pt>
                <c:pt idx="392">
                  <c:v>27.087827842967791</c:v>
                </c:pt>
                <c:pt idx="393">
                  <c:v>27.112843792653166</c:v>
                </c:pt>
                <c:pt idx="394">
                  <c:v>27.123327760712762</c:v>
                </c:pt>
                <c:pt idx="395">
                  <c:v>27.111677520113918</c:v>
                </c:pt>
                <c:pt idx="396">
                  <c:v>27.121958791041614</c:v>
                </c:pt>
                <c:pt idx="397">
                  <c:v>27.111698498423504</c:v>
                </c:pt>
                <c:pt idx="398">
                  <c:v>27.095634165043613</c:v>
                </c:pt>
                <c:pt idx="399">
                  <c:v>27.097115574983459</c:v>
                </c:pt>
                <c:pt idx="400">
                  <c:v>27.075899784378457</c:v>
                </c:pt>
                <c:pt idx="401">
                  <c:v>27.07775127445159</c:v>
                </c:pt>
                <c:pt idx="402">
                  <c:v>27.09332695590151</c:v>
                </c:pt>
                <c:pt idx="403">
                  <c:v>27.146448942920721</c:v>
                </c:pt>
                <c:pt idx="404">
                  <c:v>27.158861035512498</c:v>
                </c:pt>
                <c:pt idx="405">
                  <c:v>27.116538096108886</c:v>
                </c:pt>
                <c:pt idx="406">
                  <c:v>27.081981662412261</c:v>
                </c:pt>
                <c:pt idx="407">
                  <c:v>27.07660697804134</c:v>
                </c:pt>
                <c:pt idx="408">
                  <c:v>27.064447430168645</c:v>
                </c:pt>
                <c:pt idx="409">
                  <c:v>27.091488914698722</c:v>
                </c:pt>
                <c:pt idx="410">
                  <c:v>27.064090813366853</c:v>
                </c:pt>
                <c:pt idx="411">
                  <c:v>27.044641105277719</c:v>
                </c:pt>
                <c:pt idx="412">
                  <c:v>27.033560508694698</c:v>
                </c:pt>
                <c:pt idx="413">
                  <c:v>27.048509048592784</c:v>
                </c:pt>
                <c:pt idx="414">
                  <c:v>27.035721363759031</c:v>
                </c:pt>
                <c:pt idx="415">
                  <c:v>27.017138733022321</c:v>
                </c:pt>
                <c:pt idx="416">
                  <c:v>26.998906748439719</c:v>
                </c:pt>
                <c:pt idx="417">
                  <c:v>27.0041654329899</c:v>
                </c:pt>
                <c:pt idx="418">
                  <c:v>27.06022402694386</c:v>
                </c:pt>
                <c:pt idx="419">
                  <c:v>27.090595446950985</c:v>
                </c:pt>
                <c:pt idx="420">
                  <c:v>27.046022309082534</c:v>
                </c:pt>
                <c:pt idx="421">
                  <c:v>27.021545507255912</c:v>
                </c:pt>
                <c:pt idx="422">
                  <c:v>27.018486653283226</c:v>
                </c:pt>
                <c:pt idx="423">
                  <c:v>27.018997048758681</c:v>
                </c:pt>
                <c:pt idx="424">
                  <c:v>27.035990784641225</c:v>
                </c:pt>
                <c:pt idx="425">
                  <c:v>27.039466008891257</c:v>
                </c:pt>
                <c:pt idx="426">
                  <c:v>27.003371878840159</c:v>
                </c:pt>
                <c:pt idx="427">
                  <c:v>27.028135263319818</c:v>
                </c:pt>
                <c:pt idx="428">
                  <c:v>26.95698532108344</c:v>
                </c:pt>
                <c:pt idx="429">
                  <c:v>27.004148232354716</c:v>
                </c:pt>
                <c:pt idx="430">
                  <c:v>26.962838671959627</c:v>
                </c:pt>
                <c:pt idx="431">
                  <c:v>26.888149216016661</c:v>
                </c:pt>
                <c:pt idx="432">
                  <c:v>26.865688156425382</c:v>
                </c:pt>
                <c:pt idx="433">
                  <c:v>26.863228854538793</c:v>
                </c:pt>
                <c:pt idx="434">
                  <c:v>26.858418584067451</c:v>
                </c:pt>
                <c:pt idx="435">
                  <c:v>26.844799804840019</c:v>
                </c:pt>
                <c:pt idx="436">
                  <c:v>27.086803897075786</c:v>
                </c:pt>
                <c:pt idx="437">
                  <c:v>27.215627598909837</c:v>
                </c:pt>
                <c:pt idx="438">
                  <c:v>27.063523839843565</c:v>
                </c:pt>
                <c:pt idx="439">
                  <c:v>27.035473053746969</c:v>
                </c:pt>
                <c:pt idx="440">
                  <c:v>26.869922092188411</c:v>
                </c:pt>
                <c:pt idx="441">
                  <c:v>27.076423012920248</c:v>
                </c:pt>
                <c:pt idx="442">
                  <c:v>27.088150615856069</c:v>
                </c:pt>
                <c:pt idx="443">
                  <c:v>27.002629591278033</c:v>
                </c:pt>
                <c:pt idx="444">
                  <c:v>27.055135080453745</c:v>
                </c:pt>
                <c:pt idx="445">
                  <c:v>27.154157459412563</c:v>
                </c:pt>
                <c:pt idx="446">
                  <c:v>27.083149361785061</c:v>
                </c:pt>
                <c:pt idx="447">
                  <c:v>27.01352745223906</c:v>
                </c:pt>
                <c:pt idx="448">
                  <c:v>27.065229754330883</c:v>
                </c:pt>
                <c:pt idx="449">
                  <c:v>27.10679612970241</c:v>
                </c:pt>
                <c:pt idx="450">
                  <c:v>27.133569735873056</c:v>
                </c:pt>
                <c:pt idx="451">
                  <c:v>27.148720471583143</c:v>
                </c:pt>
                <c:pt idx="452">
                  <c:v>27.010150699991044</c:v>
                </c:pt>
                <c:pt idx="453">
                  <c:v>26.974588171488119</c:v>
                </c:pt>
                <c:pt idx="454">
                  <c:v>27.022791774061602</c:v>
                </c:pt>
                <c:pt idx="455">
                  <c:v>27.080144893790752</c:v>
                </c:pt>
                <c:pt idx="456">
                  <c:v>27.077285104790899</c:v>
                </c:pt>
                <c:pt idx="457">
                  <c:v>27.070514418037398</c:v>
                </c:pt>
                <c:pt idx="458">
                  <c:v>27.050006679123566</c:v>
                </c:pt>
                <c:pt idx="459">
                  <c:v>27.039852550634659</c:v>
                </c:pt>
                <c:pt idx="460">
                  <c:v>27.076709064125989</c:v>
                </c:pt>
                <c:pt idx="461">
                  <c:v>27.068707410464459</c:v>
                </c:pt>
                <c:pt idx="462">
                  <c:v>27.038252573718513</c:v>
                </c:pt>
                <c:pt idx="463">
                  <c:v>27.064944594896115</c:v>
                </c:pt>
                <c:pt idx="464">
                  <c:v>27.06063638184164</c:v>
                </c:pt>
                <c:pt idx="465">
                  <c:v>27.05839174609952</c:v>
                </c:pt>
                <c:pt idx="466">
                  <c:v>27.10030213779001</c:v>
                </c:pt>
                <c:pt idx="467">
                  <c:v>27.131539467411624</c:v>
                </c:pt>
                <c:pt idx="468">
                  <c:v>27.11726255156557</c:v>
                </c:pt>
                <c:pt idx="469">
                  <c:v>27.104077018778597</c:v>
                </c:pt>
                <c:pt idx="470">
                  <c:v>27.093516782609104</c:v>
                </c:pt>
                <c:pt idx="471">
                  <c:v>27.079528786097057</c:v>
                </c:pt>
                <c:pt idx="472">
                  <c:v>27.114864921667223</c:v>
                </c:pt>
                <c:pt idx="473">
                  <c:v>27.144588409807884</c:v>
                </c:pt>
                <c:pt idx="474">
                  <c:v>27.164953354497261</c:v>
                </c:pt>
                <c:pt idx="475">
                  <c:v>27.148345947056146</c:v>
                </c:pt>
                <c:pt idx="476">
                  <c:v>27.111679043355146</c:v>
                </c:pt>
                <c:pt idx="477">
                  <c:v>27.147658396456578</c:v>
                </c:pt>
                <c:pt idx="478">
                  <c:v>27.180983096804177</c:v>
                </c:pt>
                <c:pt idx="479">
                  <c:v>27.161393308366574</c:v>
                </c:pt>
                <c:pt idx="480">
                  <c:v>27.145721624156153</c:v>
                </c:pt>
                <c:pt idx="481">
                  <c:v>27.157861827829315</c:v>
                </c:pt>
                <c:pt idx="482">
                  <c:v>27.152354616651085</c:v>
                </c:pt>
                <c:pt idx="483">
                  <c:v>27.166836813354667</c:v>
                </c:pt>
                <c:pt idx="484">
                  <c:v>27.182658662156125</c:v>
                </c:pt>
                <c:pt idx="485">
                  <c:v>27.160458799872558</c:v>
                </c:pt>
                <c:pt idx="486">
                  <c:v>27.177274563575963</c:v>
                </c:pt>
                <c:pt idx="487">
                  <c:v>27.190902443687701</c:v>
                </c:pt>
                <c:pt idx="488">
                  <c:v>27.16680482528886</c:v>
                </c:pt>
                <c:pt idx="489">
                  <c:v>27.196911321831717</c:v>
                </c:pt>
                <c:pt idx="490">
                  <c:v>27.223083344124564</c:v>
                </c:pt>
                <c:pt idx="491">
                  <c:v>27.196651753813676</c:v>
                </c:pt>
                <c:pt idx="492">
                  <c:v>27.22908520379001</c:v>
                </c:pt>
                <c:pt idx="493">
                  <c:v>27.248892815723366</c:v>
                </c:pt>
                <c:pt idx="494">
                  <c:v>27.24447624526513</c:v>
                </c:pt>
                <c:pt idx="495">
                  <c:v>27.227553401559629</c:v>
                </c:pt>
                <c:pt idx="496">
                  <c:v>27.226482158063387</c:v>
                </c:pt>
                <c:pt idx="497">
                  <c:v>27.251174226172246</c:v>
                </c:pt>
                <c:pt idx="498">
                  <c:v>27.272442684288858</c:v>
                </c:pt>
                <c:pt idx="499">
                  <c:v>27.255199111537738</c:v>
                </c:pt>
                <c:pt idx="500">
                  <c:v>27.255953848644427</c:v>
                </c:pt>
                <c:pt idx="501">
                  <c:v>27.252569438011911</c:v>
                </c:pt>
                <c:pt idx="502">
                  <c:v>27.229484119458206</c:v>
                </c:pt>
                <c:pt idx="503">
                  <c:v>27.275013722668135</c:v>
                </c:pt>
                <c:pt idx="504">
                  <c:v>27.314049594266383</c:v>
                </c:pt>
                <c:pt idx="505">
                  <c:v>27.332278376306604</c:v>
                </c:pt>
                <c:pt idx="506">
                  <c:v>27.364527745472639</c:v>
                </c:pt>
                <c:pt idx="507">
                  <c:v>27.44915401495923</c:v>
                </c:pt>
                <c:pt idx="508">
                  <c:v>27.584929413772706</c:v>
                </c:pt>
                <c:pt idx="509">
                  <c:v>27.75342611659174</c:v>
                </c:pt>
                <c:pt idx="510">
                  <c:v>27.907281964600184</c:v>
                </c:pt>
                <c:pt idx="511">
                  <c:v>28.092689035971862</c:v>
                </c:pt>
                <c:pt idx="512">
                  <c:v>28.2550658568525</c:v>
                </c:pt>
                <c:pt idx="513">
                  <c:v>28.391287816006034</c:v>
                </c:pt>
                <c:pt idx="514">
                  <c:v>28.475951645921921</c:v>
                </c:pt>
                <c:pt idx="515">
                  <c:v>28.463958222930479</c:v>
                </c:pt>
                <c:pt idx="516">
                  <c:v>28.398096511484507</c:v>
                </c:pt>
                <c:pt idx="517">
                  <c:v>28.361542732546681</c:v>
                </c:pt>
                <c:pt idx="518">
                  <c:v>28.245540933039628</c:v>
                </c:pt>
                <c:pt idx="519">
                  <c:v>28.114280729733583</c:v>
                </c:pt>
                <c:pt idx="520">
                  <c:v>28.006978372982466</c:v>
                </c:pt>
                <c:pt idx="521">
                  <c:v>27.937630791469203</c:v>
                </c:pt>
                <c:pt idx="522">
                  <c:v>27.861701573828263</c:v>
                </c:pt>
                <c:pt idx="523">
                  <c:v>27.815379615237749</c:v>
                </c:pt>
                <c:pt idx="524">
                  <c:v>27.795623292186281</c:v>
                </c:pt>
                <c:pt idx="525">
                  <c:v>27.756521111390736</c:v>
                </c:pt>
                <c:pt idx="526">
                  <c:v>27.754905087417466</c:v>
                </c:pt>
                <c:pt idx="527">
                  <c:v>27.824877853406814</c:v>
                </c:pt>
                <c:pt idx="528">
                  <c:v>27.848900254539394</c:v>
                </c:pt>
                <c:pt idx="529">
                  <c:v>27.919326753599652</c:v>
                </c:pt>
                <c:pt idx="530">
                  <c:v>27.943322854719113</c:v>
                </c:pt>
                <c:pt idx="531">
                  <c:v>27.938565097507105</c:v>
                </c:pt>
                <c:pt idx="532">
                  <c:v>27.980379418951728</c:v>
                </c:pt>
                <c:pt idx="533">
                  <c:v>28.020374180544426</c:v>
                </c:pt>
                <c:pt idx="534">
                  <c:v>28.074881613306047</c:v>
                </c:pt>
                <c:pt idx="535">
                  <c:v>28.154556230469254</c:v>
                </c:pt>
                <c:pt idx="536">
                  <c:v>28.199386878051932</c:v>
                </c:pt>
                <c:pt idx="537">
                  <c:v>28.310733266732342</c:v>
                </c:pt>
                <c:pt idx="538">
                  <c:v>28.402025779720191</c:v>
                </c:pt>
                <c:pt idx="539">
                  <c:v>28.519016104940295</c:v>
                </c:pt>
                <c:pt idx="540">
                  <c:v>28.687261530801134</c:v>
                </c:pt>
                <c:pt idx="541">
                  <c:v>28.859423421958724</c:v>
                </c:pt>
                <c:pt idx="542">
                  <c:v>29.092383076581704</c:v>
                </c:pt>
                <c:pt idx="543">
                  <c:v>29.286664127160023</c:v>
                </c:pt>
                <c:pt idx="544">
                  <c:v>29.46229391799471</c:v>
                </c:pt>
                <c:pt idx="545">
                  <c:v>29.709329247087702</c:v>
                </c:pt>
                <c:pt idx="546">
                  <c:v>29.922766887867002</c:v>
                </c:pt>
                <c:pt idx="547">
                  <c:v>30.140638356077964</c:v>
                </c:pt>
                <c:pt idx="548">
                  <c:v>30.340456137863896</c:v>
                </c:pt>
                <c:pt idx="549">
                  <c:v>30.434472591799967</c:v>
                </c:pt>
                <c:pt idx="550">
                  <c:v>30.501418388244197</c:v>
                </c:pt>
                <c:pt idx="551">
                  <c:v>30.517066047662563</c:v>
                </c:pt>
                <c:pt idx="552">
                  <c:v>30.57216341825513</c:v>
                </c:pt>
                <c:pt idx="553">
                  <c:v>30.58420404244313</c:v>
                </c:pt>
                <c:pt idx="554">
                  <c:v>30.444633806252828</c:v>
                </c:pt>
                <c:pt idx="555">
                  <c:v>30.178127829324179</c:v>
                </c:pt>
                <c:pt idx="556">
                  <c:v>29.869680349949057</c:v>
                </c:pt>
                <c:pt idx="557">
                  <c:v>29.616180616458429</c:v>
                </c:pt>
                <c:pt idx="558">
                  <c:v>29.362812151654978</c:v>
                </c:pt>
                <c:pt idx="559">
                  <c:v>29.048820845467528</c:v>
                </c:pt>
                <c:pt idx="560">
                  <c:v>28.79407213129522</c:v>
                </c:pt>
                <c:pt idx="561">
                  <c:v>28.55395825609472</c:v>
                </c:pt>
                <c:pt idx="562">
                  <c:v>28.424274819557617</c:v>
                </c:pt>
                <c:pt idx="563">
                  <c:v>28.283085551474642</c:v>
                </c:pt>
                <c:pt idx="564">
                  <c:v>28.069473837001468</c:v>
                </c:pt>
                <c:pt idx="565">
                  <c:v>27.855809908132741</c:v>
                </c:pt>
                <c:pt idx="566">
                  <c:v>27.74694813799378</c:v>
                </c:pt>
                <c:pt idx="567">
                  <c:v>27.543316044481113</c:v>
                </c:pt>
                <c:pt idx="568">
                  <c:v>27.38758306195859</c:v>
                </c:pt>
                <c:pt idx="569">
                  <c:v>27.479518498434302</c:v>
                </c:pt>
                <c:pt idx="570">
                  <c:v>27.48286804805236</c:v>
                </c:pt>
                <c:pt idx="571">
                  <c:v>27.359955090992262</c:v>
                </c:pt>
                <c:pt idx="572">
                  <c:v>27.319245832855472</c:v>
                </c:pt>
                <c:pt idx="573">
                  <c:v>27.136975269426667</c:v>
                </c:pt>
                <c:pt idx="574">
                  <c:v>27.022893515488818</c:v>
                </c:pt>
                <c:pt idx="575">
                  <c:v>27.028730643363879</c:v>
                </c:pt>
                <c:pt idx="576">
                  <c:v>27.421144925181093</c:v>
                </c:pt>
                <c:pt idx="577">
                  <c:v>27.459644365206763</c:v>
                </c:pt>
                <c:pt idx="578">
                  <c:v>26.98375593861623</c:v>
                </c:pt>
                <c:pt idx="579">
                  <c:v>26.85209709440386</c:v>
                </c:pt>
                <c:pt idx="580">
                  <c:v>27.129946282416018</c:v>
                </c:pt>
                <c:pt idx="581">
                  <c:v>26.94489575071999</c:v>
                </c:pt>
                <c:pt idx="582">
                  <c:v>26.890032896611718</c:v>
                </c:pt>
                <c:pt idx="583">
                  <c:v>26.13720277225276</c:v>
                </c:pt>
                <c:pt idx="584">
                  <c:v>26.257312772636077</c:v>
                </c:pt>
                <c:pt idx="585">
                  <c:v>27.858946782424773</c:v>
                </c:pt>
                <c:pt idx="586">
                  <c:v>25.446361817378722</c:v>
                </c:pt>
                <c:pt idx="587">
                  <c:v>24.873870690162477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1B0C-4B9C-BBFB-FF685BE46DCA}"/>
            </c:ext>
          </c:extLst>
        </c:ser>
        <c:ser>
          <c:idx val="16"/>
          <c:order val="16"/>
          <c:tx>
            <c:strRef>
              <c:f>Sheet2!$Q$1</c:f>
              <c:strCache>
                <c:ptCount val="1"/>
                <c:pt idx="0">
                  <c:v>S5_n3_z_o/O-PTIR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Sheet2!$Q$2:$Q$589</c:f>
              <c:numCache>
                <c:formatCode>General</c:formatCode>
                <c:ptCount val="588"/>
                <c:pt idx="0">
                  <c:v>15.866034214333631</c:v>
                </c:pt>
                <c:pt idx="1">
                  <c:v>15.836575410439654</c:v>
                </c:pt>
                <c:pt idx="2">
                  <c:v>16.051193392667852</c:v>
                </c:pt>
                <c:pt idx="3">
                  <c:v>16.090788230393748</c:v>
                </c:pt>
                <c:pt idx="4">
                  <c:v>16.077072229864761</c:v>
                </c:pt>
                <c:pt idx="5">
                  <c:v>16.046791694995481</c:v>
                </c:pt>
                <c:pt idx="6">
                  <c:v>16.050214679657309</c:v>
                </c:pt>
                <c:pt idx="7">
                  <c:v>16.080943371099128</c:v>
                </c:pt>
                <c:pt idx="8">
                  <c:v>16.06463369943642</c:v>
                </c:pt>
                <c:pt idx="9">
                  <c:v>16.047343288668984</c:v>
                </c:pt>
                <c:pt idx="10">
                  <c:v>16.108857756514734</c:v>
                </c:pt>
                <c:pt idx="11">
                  <c:v>16.097923315949167</c:v>
                </c:pt>
                <c:pt idx="12">
                  <c:v>16.145480223877673</c:v>
                </c:pt>
                <c:pt idx="13">
                  <c:v>16.145318342495447</c:v>
                </c:pt>
                <c:pt idx="14">
                  <c:v>16.20044101467106</c:v>
                </c:pt>
                <c:pt idx="15">
                  <c:v>16.226337281431789</c:v>
                </c:pt>
                <c:pt idx="16">
                  <c:v>16.165958669688589</c:v>
                </c:pt>
                <c:pt idx="17">
                  <c:v>16.192984781913154</c:v>
                </c:pt>
                <c:pt idx="18">
                  <c:v>16.197243638334832</c:v>
                </c:pt>
                <c:pt idx="19">
                  <c:v>16.160590351148084</c:v>
                </c:pt>
                <c:pt idx="20">
                  <c:v>16.167459615723182</c:v>
                </c:pt>
                <c:pt idx="21">
                  <c:v>16.228560998718969</c:v>
                </c:pt>
                <c:pt idx="22">
                  <c:v>16.275133437467918</c:v>
                </c:pt>
                <c:pt idx="23">
                  <c:v>16.248564120901118</c:v>
                </c:pt>
                <c:pt idx="24">
                  <c:v>16.2433192878085</c:v>
                </c:pt>
                <c:pt idx="25">
                  <c:v>16.22490681384043</c:v>
                </c:pt>
                <c:pt idx="26">
                  <c:v>16.223412103924034</c:v>
                </c:pt>
                <c:pt idx="27">
                  <c:v>16.21332261872023</c:v>
                </c:pt>
                <c:pt idx="28">
                  <c:v>16.242237347070798</c:v>
                </c:pt>
                <c:pt idx="29">
                  <c:v>16.287713130935394</c:v>
                </c:pt>
                <c:pt idx="30">
                  <c:v>16.307262820325167</c:v>
                </c:pt>
                <c:pt idx="31">
                  <c:v>16.335578919982666</c:v>
                </c:pt>
                <c:pt idx="32">
                  <c:v>16.347204822364432</c:v>
                </c:pt>
                <c:pt idx="33">
                  <c:v>16.390493403733096</c:v>
                </c:pt>
                <c:pt idx="34">
                  <c:v>16.439572633150917</c:v>
                </c:pt>
                <c:pt idx="35">
                  <c:v>16.448786987396236</c:v>
                </c:pt>
                <c:pt idx="36">
                  <c:v>16.470959531406741</c:v>
                </c:pt>
                <c:pt idx="37">
                  <c:v>16.503392551374276</c:v>
                </c:pt>
                <c:pt idx="38">
                  <c:v>16.547593693295131</c:v>
                </c:pt>
                <c:pt idx="39">
                  <c:v>16.594114825798933</c:v>
                </c:pt>
                <c:pt idx="40">
                  <c:v>16.640816084196047</c:v>
                </c:pt>
                <c:pt idx="41">
                  <c:v>16.698671902669552</c:v>
                </c:pt>
                <c:pt idx="42">
                  <c:v>16.751664322023661</c:v>
                </c:pt>
                <c:pt idx="43">
                  <c:v>16.806903702378218</c:v>
                </c:pt>
                <c:pt idx="44">
                  <c:v>16.8805300968464</c:v>
                </c:pt>
                <c:pt idx="45">
                  <c:v>16.962570303213464</c:v>
                </c:pt>
                <c:pt idx="46">
                  <c:v>17.035322713447378</c:v>
                </c:pt>
                <c:pt idx="47">
                  <c:v>17.055636894235846</c:v>
                </c:pt>
                <c:pt idx="48">
                  <c:v>17.046827990749517</c:v>
                </c:pt>
                <c:pt idx="49">
                  <c:v>16.983858452279986</c:v>
                </c:pt>
                <c:pt idx="50">
                  <c:v>16.885746893176222</c:v>
                </c:pt>
                <c:pt idx="51">
                  <c:v>16.831911721716988</c:v>
                </c:pt>
                <c:pt idx="52">
                  <c:v>16.794624785652765</c:v>
                </c:pt>
                <c:pt idx="53">
                  <c:v>16.788381658267319</c:v>
                </c:pt>
                <c:pt idx="54">
                  <c:v>16.788637699880475</c:v>
                </c:pt>
                <c:pt idx="55">
                  <c:v>16.780370617142747</c:v>
                </c:pt>
                <c:pt idx="56">
                  <c:v>16.779398658853207</c:v>
                </c:pt>
                <c:pt idx="57">
                  <c:v>16.774656786731356</c:v>
                </c:pt>
                <c:pt idx="58">
                  <c:v>16.784716624604652</c:v>
                </c:pt>
                <c:pt idx="59">
                  <c:v>16.791148690909946</c:v>
                </c:pt>
                <c:pt idx="60">
                  <c:v>16.798273275563858</c:v>
                </c:pt>
                <c:pt idx="61">
                  <c:v>16.793448633145967</c:v>
                </c:pt>
                <c:pt idx="62">
                  <c:v>16.825188361692383</c:v>
                </c:pt>
                <c:pt idx="63">
                  <c:v>16.83574456365108</c:v>
                </c:pt>
                <c:pt idx="64">
                  <c:v>16.847644571773493</c:v>
                </c:pt>
                <c:pt idx="65">
                  <c:v>16.892483653124224</c:v>
                </c:pt>
                <c:pt idx="66">
                  <c:v>16.932172164689593</c:v>
                </c:pt>
                <c:pt idx="67">
                  <c:v>16.937700973081821</c:v>
                </c:pt>
                <c:pt idx="68">
                  <c:v>16.945995113357167</c:v>
                </c:pt>
                <c:pt idx="69">
                  <c:v>16.937581816839952</c:v>
                </c:pt>
                <c:pt idx="70">
                  <c:v>16.919415334542489</c:v>
                </c:pt>
                <c:pt idx="71">
                  <c:v>16.892144738138697</c:v>
                </c:pt>
                <c:pt idx="72">
                  <c:v>16.891653579408153</c:v>
                </c:pt>
                <c:pt idx="73">
                  <c:v>16.869352499209405</c:v>
                </c:pt>
                <c:pt idx="74">
                  <c:v>16.845361482518047</c:v>
                </c:pt>
                <c:pt idx="75">
                  <c:v>16.82711892988624</c:v>
                </c:pt>
                <c:pt idx="76">
                  <c:v>16.783104459205894</c:v>
                </c:pt>
                <c:pt idx="77">
                  <c:v>16.742176918570109</c:v>
                </c:pt>
                <c:pt idx="78">
                  <c:v>16.72357978335004</c:v>
                </c:pt>
                <c:pt idx="79">
                  <c:v>16.696598676829719</c:v>
                </c:pt>
                <c:pt idx="80">
                  <c:v>16.680237473442382</c:v>
                </c:pt>
                <c:pt idx="81">
                  <c:v>16.640124132767266</c:v>
                </c:pt>
                <c:pt idx="82">
                  <c:v>16.606229284233816</c:v>
                </c:pt>
                <c:pt idx="83">
                  <c:v>16.581595638139397</c:v>
                </c:pt>
                <c:pt idx="84">
                  <c:v>16.552320928577583</c:v>
                </c:pt>
                <c:pt idx="85">
                  <c:v>16.52221063071584</c:v>
                </c:pt>
                <c:pt idx="86">
                  <c:v>16.481057507523541</c:v>
                </c:pt>
                <c:pt idx="87">
                  <c:v>16.421196725512257</c:v>
                </c:pt>
                <c:pt idx="88">
                  <c:v>16.393932365226664</c:v>
                </c:pt>
                <c:pt idx="89">
                  <c:v>16.383498102570847</c:v>
                </c:pt>
                <c:pt idx="90">
                  <c:v>16.355488268470143</c:v>
                </c:pt>
                <c:pt idx="91">
                  <c:v>16.319260467504773</c:v>
                </c:pt>
                <c:pt idx="92">
                  <c:v>16.28764705900543</c:v>
                </c:pt>
                <c:pt idx="93">
                  <c:v>16.261001569027954</c:v>
                </c:pt>
                <c:pt idx="94">
                  <c:v>16.245193447478691</c:v>
                </c:pt>
                <c:pt idx="95">
                  <c:v>16.244307996002288</c:v>
                </c:pt>
                <c:pt idx="96">
                  <c:v>16.235604462298181</c:v>
                </c:pt>
                <c:pt idx="97">
                  <c:v>16.213487682584265</c:v>
                </c:pt>
                <c:pt idx="98">
                  <c:v>16.221136204242871</c:v>
                </c:pt>
                <c:pt idx="99">
                  <c:v>16.216422987341815</c:v>
                </c:pt>
                <c:pt idx="100">
                  <c:v>16.199439628088218</c:v>
                </c:pt>
                <c:pt idx="101">
                  <c:v>16.2022117114712</c:v>
                </c:pt>
                <c:pt idx="102">
                  <c:v>16.19193421503455</c:v>
                </c:pt>
                <c:pt idx="103">
                  <c:v>16.193859333067259</c:v>
                </c:pt>
                <c:pt idx="104">
                  <c:v>16.181081410925348</c:v>
                </c:pt>
                <c:pt idx="105">
                  <c:v>16.163482003078272</c:v>
                </c:pt>
                <c:pt idx="106">
                  <c:v>16.161528152517516</c:v>
                </c:pt>
                <c:pt idx="107">
                  <c:v>16.144521588204274</c:v>
                </c:pt>
                <c:pt idx="108">
                  <c:v>16.129449843983661</c:v>
                </c:pt>
                <c:pt idx="109">
                  <c:v>16.109561458645569</c:v>
                </c:pt>
                <c:pt idx="110">
                  <c:v>16.089321222242059</c:v>
                </c:pt>
                <c:pt idx="111">
                  <c:v>16.092914005837006</c:v>
                </c:pt>
                <c:pt idx="112">
                  <c:v>16.087911550301044</c:v>
                </c:pt>
                <c:pt idx="113">
                  <c:v>16.070345539186118</c:v>
                </c:pt>
                <c:pt idx="114">
                  <c:v>16.061239473071719</c:v>
                </c:pt>
                <c:pt idx="115">
                  <c:v>16.043095583818172</c:v>
                </c:pt>
                <c:pt idx="116">
                  <c:v>16.044330299788239</c:v>
                </c:pt>
                <c:pt idx="117">
                  <c:v>16.046701586952928</c:v>
                </c:pt>
                <c:pt idx="118">
                  <c:v>16.041689213540973</c:v>
                </c:pt>
                <c:pt idx="119">
                  <c:v>16.049512475354447</c:v>
                </c:pt>
                <c:pt idx="120">
                  <c:v>16.060254746201327</c:v>
                </c:pt>
                <c:pt idx="121">
                  <c:v>16.081784712346938</c:v>
                </c:pt>
                <c:pt idx="122">
                  <c:v>16.097142126184398</c:v>
                </c:pt>
                <c:pt idx="123">
                  <c:v>16.109862789422884</c:v>
                </c:pt>
                <c:pt idx="124">
                  <c:v>16.122520382829627</c:v>
                </c:pt>
                <c:pt idx="125">
                  <c:v>16.104169767546374</c:v>
                </c:pt>
                <c:pt idx="126">
                  <c:v>16.091706827353736</c:v>
                </c:pt>
                <c:pt idx="127">
                  <c:v>16.116887763684723</c:v>
                </c:pt>
                <c:pt idx="128">
                  <c:v>16.138202892981614</c:v>
                </c:pt>
                <c:pt idx="129">
                  <c:v>16.152894195338725</c:v>
                </c:pt>
                <c:pt idx="130">
                  <c:v>16.148699284897628</c:v>
                </c:pt>
                <c:pt idx="131">
                  <c:v>16.137972105070244</c:v>
                </c:pt>
                <c:pt idx="132">
                  <c:v>16.1214686048041</c:v>
                </c:pt>
                <c:pt idx="133">
                  <c:v>16.176735802884242</c:v>
                </c:pt>
                <c:pt idx="134">
                  <c:v>16.204889789237757</c:v>
                </c:pt>
                <c:pt idx="135">
                  <c:v>16.175227216316408</c:v>
                </c:pt>
                <c:pt idx="136">
                  <c:v>16.176633873274657</c:v>
                </c:pt>
                <c:pt idx="137">
                  <c:v>16.227324984631316</c:v>
                </c:pt>
                <c:pt idx="138">
                  <c:v>16.232108834590107</c:v>
                </c:pt>
                <c:pt idx="139">
                  <c:v>16.260611296259111</c:v>
                </c:pt>
                <c:pt idx="140">
                  <c:v>16.286107485114748</c:v>
                </c:pt>
                <c:pt idx="141">
                  <c:v>16.309049184728046</c:v>
                </c:pt>
                <c:pt idx="142">
                  <c:v>16.331699719467448</c:v>
                </c:pt>
                <c:pt idx="143">
                  <c:v>16.328941061776945</c:v>
                </c:pt>
                <c:pt idx="144">
                  <c:v>16.339507416754522</c:v>
                </c:pt>
                <c:pt idx="145">
                  <c:v>16.37763676992579</c:v>
                </c:pt>
                <c:pt idx="146">
                  <c:v>16.4222018486122</c:v>
                </c:pt>
                <c:pt idx="147">
                  <c:v>16.446018717837607</c:v>
                </c:pt>
                <c:pt idx="148">
                  <c:v>16.459637317673426</c:v>
                </c:pt>
                <c:pt idx="149">
                  <c:v>16.456655164722164</c:v>
                </c:pt>
                <c:pt idx="150">
                  <c:v>16.456634446379073</c:v>
                </c:pt>
                <c:pt idx="151">
                  <c:v>16.459022776571327</c:v>
                </c:pt>
                <c:pt idx="152">
                  <c:v>16.499038400882004</c:v>
                </c:pt>
                <c:pt idx="153">
                  <c:v>16.514015186030107</c:v>
                </c:pt>
                <c:pt idx="154">
                  <c:v>16.489035924988467</c:v>
                </c:pt>
                <c:pt idx="155">
                  <c:v>16.527929821096592</c:v>
                </c:pt>
                <c:pt idx="156">
                  <c:v>16.552902485252869</c:v>
                </c:pt>
                <c:pt idx="157">
                  <c:v>16.562412359347189</c:v>
                </c:pt>
                <c:pt idx="158">
                  <c:v>16.536365897483577</c:v>
                </c:pt>
                <c:pt idx="159">
                  <c:v>16.535198145697983</c:v>
                </c:pt>
                <c:pt idx="160">
                  <c:v>16.533598504073783</c:v>
                </c:pt>
                <c:pt idx="161">
                  <c:v>16.479635414884306</c:v>
                </c:pt>
                <c:pt idx="162">
                  <c:v>16.457420970344113</c:v>
                </c:pt>
                <c:pt idx="163">
                  <c:v>16.455397324220836</c:v>
                </c:pt>
                <c:pt idx="164">
                  <c:v>16.46196947126376</c:v>
                </c:pt>
                <c:pt idx="165">
                  <c:v>16.472020032267018</c:v>
                </c:pt>
                <c:pt idx="166">
                  <c:v>16.457830904923629</c:v>
                </c:pt>
                <c:pt idx="167">
                  <c:v>16.465698669944217</c:v>
                </c:pt>
                <c:pt idx="168">
                  <c:v>16.477000216872607</c:v>
                </c:pt>
                <c:pt idx="169">
                  <c:v>16.458638714151597</c:v>
                </c:pt>
                <c:pt idx="170">
                  <c:v>16.489400557519275</c:v>
                </c:pt>
                <c:pt idx="171">
                  <c:v>16.485684552609541</c:v>
                </c:pt>
                <c:pt idx="172">
                  <c:v>16.472484442688941</c:v>
                </c:pt>
                <c:pt idx="173">
                  <c:v>16.499821626404362</c:v>
                </c:pt>
                <c:pt idx="174">
                  <c:v>16.50265215406861</c:v>
                </c:pt>
                <c:pt idx="175">
                  <c:v>16.482416929751828</c:v>
                </c:pt>
                <c:pt idx="176">
                  <c:v>16.447771840122833</c:v>
                </c:pt>
                <c:pt idx="177">
                  <c:v>16.45779647742814</c:v>
                </c:pt>
                <c:pt idx="178">
                  <c:v>16.47286000131113</c:v>
                </c:pt>
                <c:pt idx="179">
                  <c:v>16.472451922105627</c:v>
                </c:pt>
                <c:pt idx="180">
                  <c:v>16.464600494683943</c:v>
                </c:pt>
                <c:pt idx="181">
                  <c:v>16.450514855979684</c:v>
                </c:pt>
                <c:pt idx="182">
                  <c:v>16.450851451747702</c:v>
                </c:pt>
                <c:pt idx="183">
                  <c:v>16.456353511831306</c:v>
                </c:pt>
                <c:pt idx="184">
                  <c:v>16.437840641514118</c:v>
                </c:pt>
                <c:pt idx="185">
                  <c:v>16.443658836713482</c:v>
                </c:pt>
                <c:pt idx="186">
                  <c:v>16.46576644263369</c:v>
                </c:pt>
                <c:pt idx="187">
                  <c:v>16.449611185761285</c:v>
                </c:pt>
                <c:pt idx="188">
                  <c:v>16.432847211599633</c:v>
                </c:pt>
                <c:pt idx="189">
                  <c:v>16.408942186339747</c:v>
                </c:pt>
                <c:pt idx="190">
                  <c:v>16.410097002045447</c:v>
                </c:pt>
                <c:pt idx="191">
                  <c:v>16.41579415985985</c:v>
                </c:pt>
                <c:pt idx="192">
                  <c:v>16.40226268529517</c:v>
                </c:pt>
                <c:pt idx="193">
                  <c:v>16.396241558563645</c:v>
                </c:pt>
                <c:pt idx="194">
                  <c:v>16.385174767985479</c:v>
                </c:pt>
                <c:pt idx="195">
                  <c:v>16.382005119183042</c:v>
                </c:pt>
                <c:pt idx="196">
                  <c:v>16.385090606158936</c:v>
                </c:pt>
                <c:pt idx="197">
                  <c:v>16.395827191701777</c:v>
                </c:pt>
                <c:pt idx="198">
                  <c:v>16.395784750021335</c:v>
                </c:pt>
                <c:pt idx="199">
                  <c:v>16.398358153770925</c:v>
                </c:pt>
                <c:pt idx="200">
                  <c:v>16.387544982512068</c:v>
                </c:pt>
                <c:pt idx="201">
                  <c:v>16.393231394618674</c:v>
                </c:pt>
                <c:pt idx="202">
                  <c:v>16.402973396616705</c:v>
                </c:pt>
                <c:pt idx="203">
                  <c:v>16.449549494575503</c:v>
                </c:pt>
                <c:pt idx="204">
                  <c:v>16.490116938039165</c:v>
                </c:pt>
                <c:pt idx="205">
                  <c:v>16.480777139895615</c:v>
                </c:pt>
                <c:pt idx="206">
                  <c:v>16.458437251457191</c:v>
                </c:pt>
                <c:pt idx="207">
                  <c:v>16.429886756216636</c:v>
                </c:pt>
                <c:pt idx="208">
                  <c:v>16.385082488897648</c:v>
                </c:pt>
                <c:pt idx="209">
                  <c:v>16.348219557332499</c:v>
                </c:pt>
                <c:pt idx="210">
                  <c:v>16.311811475859319</c:v>
                </c:pt>
                <c:pt idx="211">
                  <c:v>16.280342116536453</c:v>
                </c:pt>
                <c:pt idx="212">
                  <c:v>16.242799808855246</c:v>
                </c:pt>
                <c:pt idx="213">
                  <c:v>16.21646104827807</c:v>
                </c:pt>
                <c:pt idx="214">
                  <c:v>16.228248058969559</c:v>
                </c:pt>
                <c:pt idx="215">
                  <c:v>16.23743290761433</c:v>
                </c:pt>
                <c:pt idx="216">
                  <c:v>16.239830360062125</c:v>
                </c:pt>
                <c:pt idx="217">
                  <c:v>16.243240331336814</c:v>
                </c:pt>
                <c:pt idx="218">
                  <c:v>16.224081378559379</c:v>
                </c:pt>
                <c:pt idx="219">
                  <c:v>16.210595888924118</c:v>
                </c:pt>
                <c:pt idx="220">
                  <c:v>16.226552994429341</c:v>
                </c:pt>
                <c:pt idx="221">
                  <c:v>16.243180443986876</c:v>
                </c:pt>
                <c:pt idx="222">
                  <c:v>16.256373390102279</c:v>
                </c:pt>
                <c:pt idx="223">
                  <c:v>16.249723033891087</c:v>
                </c:pt>
                <c:pt idx="224">
                  <c:v>16.240105728487865</c:v>
                </c:pt>
                <c:pt idx="225">
                  <c:v>16.216267522461365</c:v>
                </c:pt>
                <c:pt idx="226">
                  <c:v>16.222127437806833</c:v>
                </c:pt>
                <c:pt idx="227">
                  <c:v>16.233935398763165</c:v>
                </c:pt>
                <c:pt idx="228">
                  <c:v>16.234811702214945</c:v>
                </c:pt>
                <c:pt idx="229">
                  <c:v>16.218544401367698</c:v>
                </c:pt>
                <c:pt idx="230">
                  <c:v>16.214724083208164</c:v>
                </c:pt>
                <c:pt idx="231">
                  <c:v>16.224063829813552</c:v>
                </c:pt>
                <c:pt idx="232">
                  <c:v>16.252784581388454</c:v>
                </c:pt>
                <c:pt idx="233">
                  <c:v>16.237307386408851</c:v>
                </c:pt>
                <c:pt idx="234">
                  <c:v>16.202385601246316</c:v>
                </c:pt>
                <c:pt idx="235">
                  <c:v>16.209179362406907</c:v>
                </c:pt>
                <c:pt idx="236">
                  <c:v>16.205501366895263</c:v>
                </c:pt>
                <c:pt idx="237">
                  <c:v>16.205257063099619</c:v>
                </c:pt>
                <c:pt idx="238">
                  <c:v>16.203361631051045</c:v>
                </c:pt>
                <c:pt idx="239">
                  <c:v>16.187427962527217</c:v>
                </c:pt>
                <c:pt idx="240">
                  <c:v>16.178442605241969</c:v>
                </c:pt>
                <c:pt idx="241">
                  <c:v>16.134698658399671</c:v>
                </c:pt>
                <c:pt idx="242">
                  <c:v>16.172056601173338</c:v>
                </c:pt>
                <c:pt idx="243">
                  <c:v>16.205758246003626</c:v>
                </c:pt>
                <c:pt idx="244">
                  <c:v>16.20007286466036</c:v>
                </c:pt>
                <c:pt idx="245">
                  <c:v>16.212946106641951</c:v>
                </c:pt>
                <c:pt idx="246">
                  <c:v>16.222792847079663</c:v>
                </c:pt>
                <c:pt idx="247">
                  <c:v>16.236066991577015</c:v>
                </c:pt>
                <c:pt idx="248">
                  <c:v>16.228115605880628</c:v>
                </c:pt>
                <c:pt idx="249">
                  <c:v>16.243316040903988</c:v>
                </c:pt>
                <c:pt idx="250">
                  <c:v>16.24537594412768</c:v>
                </c:pt>
                <c:pt idx="251">
                  <c:v>16.333270731639942</c:v>
                </c:pt>
                <c:pt idx="252">
                  <c:v>16.417371459688699</c:v>
                </c:pt>
                <c:pt idx="253">
                  <c:v>16.436127512846404</c:v>
                </c:pt>
                <c:pt idx="254">
                  <c:v>16.473064865524552</c:v>
                </c:pt>
                <c:pt idx="255">
                  <c:v>16.540331810964599</c:v>
                </c:pt>
                <c:pt idx="256">
                  <c:v>16.594433950128373</c:v>
                </c:pt>
                <c:pt idx="257">
                  <c:v>16.731076834336129</c:v>
                </c:pt>
                <c:pt idx="258">
                  <c:v>16.866257735363469</c:v>
                </c:pt>
                <c:pt idx="259">
                  <c:v>17</c:v>
                </c:pt>
                <c:pt idx="260">
                  <c:v>16.837827839433459</c:v>
                </c:pt>
                <c:pt idx="261">
                  <c:v>16.6376367977564</c:v>
                </c:pt>
                <c:pt idx="262">
                  <c:v>16.426222083321136</c:v>
                </c:pt>
                <c:pt idx="263">
                  <c:v>16.415934060213896</c:v>
                </c:pt>
                <c:pt idx="264">
                  <c:v>16.408527793708796</c:v>
                </c:pt>
                <c:pt idx="265">
                  <c:v>16.388655630008735</c:v>
                </c:pt>
                <c:pt idx="266">
                  <c:v>16.41183432788252</c:v>
                </c:pt>
                <c:pt idx="267">
                  <c:v>16.398294890671057</c:v>
                </c:pt>
                <c:pt idx="268">
                  <c:v>16.37411016777941</c:v>
                </c:pt>
                <c:pt idx="269">
                  <c:v>16.399652045220002</c:v>
                </c:pt>
                <c:pt idx="270">
                  <c:v>16.402721426518738</c:v>
                </c:pt>
                <c:pt idx="271">
                  <c:v>16.418065807642243</c:v>
                </c:pt>
                <c:pt idx="272">
                  <c:v>16.425598497270745</c:v>
                </c:pt>
                <c:pt idx="273">
                  <c:v>16.412282993394456</c:v>
                </c:pt>
                <c:pt idx="274">
                  <c:v>16.472167276809845</c:v>
                </c:pt>
                <c:pt idx="275">
                  <c:v>16.523862377426777</c:v>
                </c:pt>
                <c:pt idx="276">
                  <c:v>16.615429362406907</c:v>
                </c:pt>
                <c:pt idx="277">
                  <c:v>16.793050036963173</c:v>
                </c:pt>
                <c:pt idx="278">
                  <c:v>17.314016484791914</c:v>
                </c:pt>
                <c:pt idx="279">
                  <c:v>17.415723243342196</c:v>
                </c:pt>
                <c:pt idx="280">
                  <c:v>17.269385669173619</c:v>
                </c:pt>
                <c:pt idx="281">
                  <c:v>16.919684879155369</c:v>
                </c:pt>
                <c:pt idx="282">
                  <c:v>16.748780555433012</c:v>
                </c:pt>
                <c:pt idx="283">
                  <c:v>16.632087271021078</c:v>
                </c:pt>
                <c:pt idx="284">
                  <c:v>16.603278672640695</c:v>
                </c:pt>
                <c:pt idx="285">
                  <c:v>16.461364722413371</c:v>
                </c:pt>
                <c:pt idx="286">
                  <c:v>16.417683677903774</c:v>
                </c:pt>
                <c:pt idx="287">
                  <c:v>16.62144783492284</c:v>
                </c:pt>
                <c:pt idx="288">
                  <c:v>16.753164907291087</c:v>
                </c:pt>
                <c:pt idx="289">
                  <c:v>16.924646355406374</c:v>
                </c:pt>
                <c:pt idx="290">
                  <c:v>16.896871406501315</c:v>
                </c:pt>
                <c:pt idx="291">
                  <c:v>16.815799653828442</c:v>
                </c:pt>
                <c:pt idx="292">
                  <c:v>16.795552318042439</c:v>
                </c:pt>
                <c:pt idx="293">
                  <c:v>16.736838904471739</c:v>
                </c:pt>
                <c:pt idx="294">
                  <c:v>16.906217337686726</c:v>
                </c:pt>
                <c:pt idx="295">
                  <c:v>17.024232009159775</c:v>
                </c:pt>
                <c:pt idx="296">
                  <c:v>17.107640553858005</c:v>
                </c:pt>
                <c:pt idx="297">
                  <c:v>17.200030964130672</c:v>
                </c:pt>
                <c:pt idx="298">
                  <c:v>17.165042733386468</c:v>
                </c:pt>
                <c:pt idx="299">
                  <c:v>17.18378438162652</c:v>
                </c:pt>
                <c:pt idx="300">
                  <c:v>17.286587460063075</c:v>
                </c:pt>
                <c:pt idx="301">
                  <c:v>17.274258087472226</c:v>
                </c:pt>
                <c:pt idx="302">
                  <c:v>17.219668448787761</c:v>
                </c:pt>
                <c:pt idx="303">
                  <c:v>17.170740277737121</c:v>
                </c:pt>
                <c:pt idx="304">
                  <c:v>17.25915276613588</c:v>
                </c:pt>
                <c:pt idx="305">
                  <c:v>17.436951092753443</c:v>
                </c:pt>
                <c:pt idx="306">
                  <c:v>17.447989228110814</c:v>
                </c:pt>
                <c:pt idx="307">
                  <c:v>17.421781348708475</c:v>
                </c:pt>
                <c:pt idx="308">
                  <c:v>17.425701032453791</c:v>
                </c:pt>
                <c:pt idx="309">
                  <c:v>17.382518645478022</c:v>
                </c:pt>
                <c:pt idx="310">
                  <c:v>17.331081390310082</c:v>
                </c:pt>
                <c:pt idx="311">
                  <c:v>17.193682595808422</c:v>
                </c:pt>
                <c:pt idx="312">
                  <c:v>17.196052629951428</c:v>
                </c:pt>
                <c:pt idx="313">
                  <c:v>17.43773138060029</c:v>
                </c:pt>
                <c:pt idx="314">
                  <c:v>17.381470668392303</c:v>
                </c:pt>
                <c:pt idx="315">
                  <c:v>17.351934144942643</c:v>
                </c:pt>
                <c:pt idx="316">
                  <c:v>17.319487982742547</c:v>
                </c:pt>
                <c:pt idx="317">
                  <c:v>17.339787320538949</c:v>
                </c:pt>
                <c:pt idx="318">
                  <c:v>17.383017019551932</c:v>
                </c:pt>
                <c:pt idx="319">
                  <c:v>17.339820511118432</c:v>
                </c:pt>
                <c:pt idx="320">
                  <c:v>17.332038041764058</c:v>
                </c:pt>
                <c:pt idx="321">
                  <c:v>17.471595357771772</c:v>
                </c:pt>
                <c:pt idx="322">
                  <c:v>17.516360997234667</c:v>
                </c:pt>
                <c:pt idx="323">
                  <c:v>17.535076773314938</c:v>
                </c:pt>
                <c:pt idx="324">
                  <c:v>17.519823743592259</c:v>
                </c:pt>
                <c:pt idx="325">
                  <c:v>17.521866510375457</c:v>
                </c:pt>
                <c:pt idx="326">
                  <c:v>17.499577902413098</c:v>
                </c:pt>
                <c:pt idx="327">
                  <c:v>17.464874265426506</c:v>
                </c:pt>
                <c:pt idx="328">
                  <c:v>17.467430146199348</c:v>
                </c:pt>
                <c:pt idx="329">
                  <c:v>17.434744331523174</c:v>
                </c:pt>
                <c:pt idx="330">
                  <c:v>17.43507726808134</c:v>
                </c:pt>
                <c:pt idx="331">
                  <c:v>17.458806367808517</c:v>
                </c:pt>
                <c:pt idx="332">
                  <c:v>17.431173973473101</c:v>
                </c:pt>
                <c:pt idx="333">
                  <c:v>17.368486451852839</c:v>
                </c:pt>
                <c:pt idx="334">
                  <c:v>17.280809928477392</c:v>
                </c:pt>
                <c:pt idx="335">
                  <c:v>17.163818289617286</c:v>
                </c:pt>
                <c:pt idx="336">
                  <c:v>17.04363489208114</c:v>
                </c:pt>
                <c:pt idx="337">
                  <c:v>16.959791056025285</c:v>
                </c:pt>
                <c:pt idx="338">
                  <c:v>16.907160795369975</c:v>
                </c:pt>
                <c:pt idx="339">
                  <c:v>16.814220782085499</c:v>
                </c:pt>
                <c:pt idx="340">
                  <c:v>16.735491851403509</c:v>
                </c:pt>
                <c:pt idx="341">
                  <c:v>16.738825649267518</c:v>
                </c:pt>
                <c:pt idx="342">
                  <c:v>16.711153003623753</c:v>
                </c:pt>
                <c:pt idx="343">
                  <c:v>16.655335004269421</c:v>
                </c:pt>
                <c:pt idx="344">
                  <c:v>16.66802282481105</c:v>
                </c:pt>
                <c:pt idx="345">
                  <c:v>16.683493860979709</c:v>
                </c:pt>
                <c:pt idx="346">
                  <c:v>16.683246477778599</c:v>
                </c:pt>
                <c:pt idx="347">
                  <c:v>16.719118691161452</c:v>
                </c:pt>
                <c:pt idx="348">
                  <c:v>16.71380732229537</c:v>
                </c:pt>
                <c:pt idx="349">
                  <c:v>16.662634251770953</c:v>
                </c:pt>
                <c:pt idx="350">
                  <c:v>16.658023905051028</c:v>
                </c:pt>
                <c:pt idx="351">
                  <c:v>16.76655807918489</c:v>
                </c:pt>
                <c:pt idx="352">
                  <c:v>16.820122417577071</c:v>
                </c:pt>
                <c:pt idx="353">
                  <c:v>16.829457886514607</c:v>
                </c:pt>
                <c:pt idx="354">
                  <c:v>16.815306227418553</c:v>
                </c:pt>
                <c:pt idx="355">
                  <c:v>16.765942816548453</c:v>
                </c:pt>
                <c:pt idx="356">
                  <c:v>16.808327031933459</c:v>
                </c:pt>
                <c:pt idx="357">
                  <c:v>16.902946519462667</c:v>
                </c:pt>
                <c:pt idx="358">
                  <c:v>16.848139132023054</c:v>
                </c:pt>
                <c:pt idx="359">
                  <c:v>16.899834541868987</c:v>
                </c:pt>
                <c:pt idx="360">
                  <c:v>17.096515009769575</c:v>
                </c:pt>
                <c:pt idx="361">
                  <c:v>17.125862594299385</c:v>
                </c:pt>
                <c:pt idx="362">
                  <c:v>17.067511287889314</c:v>
                </c:pt>
                <c:pt idx="363">
                  <c:v>16.954989966549668</c:v>
                </c:pt>
                <c:pt idx="364">
                  <c:v>16.937840847666784</c:v>
                </c:pt>
                <c:pt idx="365">
                  <c:v>16.925593111532304</c:v>
                </c:pt>
                <c:pt idx="366">
                  <c:v>16.827954260495336</c:v>
                </c:pt>
                <c:pt idx="367">
                  <c:v>16.731065547477577</c:v>
                </c:pt>
                <c:pt idx="368">
                  <c:v>16.733276637913868</c:v>
                </c:pt>
                <c:pt idx="369">
                  <c:v>16.722019156118179</c:v>
                </c:pt>
                <c:pt idx="370">
                  <c:v>16.689480792137502</c:v>
                </c:pt>
                <c:pt idx="371">
                  <c:v>16.666431171602717</c:v>
                </c:pt>
                <c:pt idx="372">
                  <c:v>16.616864906507704</c:v>
                </c:pt>
                <c:pt idx="373">
                  <c:v>16.563107145375149</c:v>
                </c:pt>
                <c:pt idx="374">
                  <c:v>16.489846517277449</c:v>
                </c:pt>
                <c:pt idx="375">
                  <c:v>16.507527046199225</c:v>
                </c:pt>
                <c:pt idx="376">
                  <c:v>16.477052837341009</c:v>
                </c:pt>
                <c:pt idx="377">
                  <c:v>16.458266453972087</c:v>
                </c:pt>
                <c:pt idx="378">
                  <c:v>16.4410793514602</c:v>
                </c:pt>
                <c:pt idx="379">
                  <c:v>16.387367485065269</c:v>
                </c:pt>
                <c:pt idx="380">
                  <c:v>16.340863566309213</c:v>
                </c:pt>
                <c:pt idx="381">
                  <c:v>16.29793822594085</c:v>
                </c:pt>
                <c:pt idx="382">
                  <c:v>16.230246451391057</c:v>
                </c:pt>
                <c:pt idx="383">
                  <c:v>16.251892842255689</c:v>
                </c:pt>
                <c:pt idx="384">
                  <c:v>16.255379656937222</c:v>
                </c:pt>
                <c:pt idx="385">
                  <c:v>16.221156793740544</c:v>
                </c:pt>
                <c:pt idx="386">
                  <c:v>16.202273003236186</c:v>
                </c:pt>
                <c:pt idx="387">
                  <c:v>16.195836723685744</c:v>
                </c:pt>
                <c:pt idx="388">
                  <c:v>16.158340156127661</c:v>
                </c:pt>
                <c:pt idx="389">
                  <c:v>16.120699243048634</c:v>
                </c:pt>
                <c:pt idx="390">
                  <c:v>16.119984795210001</c:v>
                </c:pt>
                <c:pt idx="391">
                  <c:v>16.07210229491211</c:v>
                </c:pt>
                <c:pt idx="392">
                  <c:v>16.076618687553779</c:v>
                </c:pt>
                <c:pt idx="393">
                  <c:v>16.090461446204255</c:v>
                </c:pt>
                <c:pt idx="394">
                  <c:v>16.097973056722495</c:v>
                </c:pt>
                <c:pt idx="395">
                  <c:v>16.108057587820007</c:v>
                </c:pt>
                <c:pt idx="396">
                  <c:v>16.106298332492919</c:v>
                </c:pt>
                <c:pt idx="397">
                  <c:v>16.112634267232405</c:v>
                </c:pt>
                <c:pt idx="398">
                  <c:v>16.10906490129204</c:v>
                </c:pt>
                <c:pt idx="399">
                  <c:v>16.102797647602216</c:v>
                </c:pt>
                <c:pt idx="400">
                  <c:v>16.100037843187501</c:v>
                </c:pt>
                <c:pt idx="401">
                  <c:v>16.100785468721075</c:v>
                </c:pt>
                <c:pt idx="402">
                  <c:v>16.104302194866221</c:v>
                </c:pt>
                <c:pt idx="403">
                  <c:v>16.115726479939077</c:v>
                </c:pt>
                <c:pt idx="404">
                  <c:v>16.111027642186588</c:v>
                </c:pt>
                <c:pt idx="405">
                  <c:v>16.076198406687261</c:v>
                </c:pt>
                <c:pt idx="406">
                  <c:v>16.100897003756515</c:v>
                </c:pt>
                <c:pt idx="407">
                  <c:v>16.091970077867984</c:v>
                </c:pt>
                <c:pt idx="408">
                  <c:v>16.05843289132827</c:v>
                </c:pt>
                <c:pt idx="409">
                  <c:v>16.0870488142717</c:v>
                </c:pt>
                <c:pt idx="410">
                  <c:v>16.113721683900341</c:v>
                </c:pt>
                <c:pt idx="411">
                  <c:v>16.094459113638358</c:v>
                </c:pt>
                <c:pt idx="412">
                  <c:v>16.072629259784108</c:v>
                </c:pt>
                <c:pt idx="413">
                  <c:v>16.049052680819596</c:v>
                </c:pt>
                <c:pt idx="414">
                  <c:v>16.080929378486815</c:v>
                </c:pt>
                <c:pt idx="415">
                  <c:v>16.086202396514452</c:v>
                </c:pt>
                <c:pt idx="416">
                  <c:v>16.057307536127226</c:v>
                </c:pt>
                <c:pt idx="417">
                  <c:v>16.029860289435252</c:v>
                </c:pt>
                <c:pt idx="418">
                  <c:v>15.989468914039543</c:v>
                </c:pt>
                <c:pt idx="419">
                  <c:v>16.028414556883089</c:v>
                </c:pt>
                <c:pt idx="420">
                  <c:v>16.043725827955498</c:v>
                </c:pt>
                <c:pt idx="421">
                  <c:v>16.037485625361025</c:v>
                </c:pt>
                <c:pt idx="422">
                  <c:v>16.046456754891075</c:v>
                </c:pt>
                <c:pt idx="423">
                  <c:v>16.043187273438217</c:v>
                </c:pt>
                <c:pt idx="424">
                  <c:v>16.045487093271095</c:v>
                </c:pt>
                <c:pt idx="425">
                  <c:v>16.028891020793797</c:v>
                </c:pt>
                <c:pt idx="426">
                  <c:v>16.031921168662979</c:v>
                </c:pt>
                <c:pt idx="427">
                  <c:v>16.056489322631812</c:v>
                </c:pt>
                <c:pt idx="428">
                  <c:v>16.045960716140353</c:v>
                </c:pt>
                <c:pt idx="429">
                  <c:v>16.066864264857525</c:v>
                </c:pt>
                <c:pt idx="430">
                  <c:v>16.029352847865102</c:v>
                </c:pt>
                <c:pt idx="431">
                  <c:v>15.993598625881019</c:v>
                </c:pt>
                <c:pt idx="432">
                  <c:v>15.977773073560014</c:v>
                </c:pt>
                <c:pt idx="433">
                  <c:v>15.949725745442892</c:v>
                </c:pt>
                <c:pt idx="434">
                  <c:v>15.894866919691578</c:v>
                </c:pt>
                <c:pt idx="435">
                  <c:v>15.73955112627387</c:v>
                </c:pt>
                <c:pt idx="436">
                  <c:v>15.874919291230636</c:v>
                </c:pt>
                <c:pt idx="437">
                  <c:v>16.016964580034031</c:v>
                </c:pt>
                <c:pt idx="438">
                  <c:v>16.04333963636525</c:v>
                </c:pt>
                <c:pt idx="439">
                  <c:v>16.009435502908918</c:v>
                </c:pt>
                <c:pt idx="440">
                  <c:v>16.044745620106195</c:v>
                </c:pt>
                <c:pt idx="441">
                  <c:v>16.152699174915178</c:v>
                </c:pt>
                <c:pt idx="442">
                  <c:v>16.186767462264786</c:v>
                </c:pt>
                <c:pt idx="443">
                  <c:v>16.2309073253052</c:v>
                </c:pt>
                <c:pt idx="444">
                  <c:v>16.270240610055222</c:v>
                </c:pt>
                <c:pt idx="445">
                  <c:v>16.273604325825115</c:v>
                </c:pt>
                <c:pt idx="446">
                  <c:v>16.261325048332495</c:v>
                </c:pt>
                <c:pt idx="447">
                  <c:v>16.243365672158713</c:v>
                </c:pt>
                <c:pt idx="448">
                  <c:v>16.216629810005578</c:v>
                </c:pt>
                <c:pt idx="449">
                  <c:v>16.280809619248394</c:v>
                </c:pt>
                <c:pt idx="450">
                  <c:v>16.230609305855108</c:v>
                </c:pt>
                <c:pt idx="451">
                  <c:v>16.226642902761498</c:v>
                </c:pt>
                <c:pt idx="452">
                  <c:v>16.18504460576807</c:v>
                </c:pt>
                <c:pt idx="453">
                  <c:v>16.172476688771731</c:v>
                </c:pt>
                <c:pt idx="454">
                  <c:v>16.200312890788151</c:v>
                </c:pt>
                <c:pt idx="455">
                  <c:v>16.21314309840038</c:v>
                </c:pt>
                <c:pt idx="456">
                  <c:v>16.235020045254632</c:v>
                </c:pt>
                <c:pt idx="457">
                  <c:v>16.294758037583282</c:v>
                </c:pt>
                <c:pt idx="458">
                  <c:v>16.314405855642832</c:v>
                </c:pt>
                <c:pt idx="459">
                  <c:v>16.289905616093431</c:v>
                </c:pt>
                <c:pt idx="460">
                  <c:v>16.280938567741973</c:v>
                </c:pt>
                <c:pt idx="461">
                  <c:v>16.279541986495349</c:v>
                </c:pt>
                <c:pt idx="462">
                  <c:v>16.285365876662159</c:v>
                </c:pt>
                <c:pt idx="463">
                  <c:v>16.308528700780535</c:v>
                </c:pt>
                <c:pt idx="464">
                  <c:v>16.366474118357193</c:v>
                </c:pt>
                <c:pt idx="465">
                  <c:v>16.379542599799539</c:v>
                </c:pt>
                <c:pt idx="466">
                  <c:v>16.361980660199794</c:v>
                </c:pt>
                <c:pt idx="467">
                  <c:v>16.359827395586766</c:v>
                </c:pt>
                <c:pt idx="468">
                  <c:v>16.331103319800096</c:v>
                </c:pt>
                <c:pt idx="469">
                  <c:v>16.347728939752709</c:v>
                </c:pt>
                <c:pt idx="470">
                  <c:v>16.365564856247683</c:v>
                </c:pt>
                <c:pt idx="471">
                  <c:v>16.357299319654967</c:v>
                </c:pt>
                <c:pt idx="472">
                  <c:v>16.361448502857481</c:v>
                </c:pt>
                <c:pt idx="473">
                  <c:v>16.384049097113163</c:v>
                </c:pt>
                <c:pt idx="474">
                  <c:v>16.416203140983274</c:v>
                </c:pt>
                <c:pt idx="475">
                  <c:v>16.431293825480221</c:v>
                </c:pt>
                <c:pt idx="476">
                  <c:v>16.432896997468859</c:v>
                </c:pt>
                <c:pt idx="477">
                  <c:v>16.445187922587202</c:v>
                </c:pt>
                <c:pt idx="478">
                  <c:v>16.434669291952172</c:v>
                </c:pt>
                <c:pt idx="479">
                  <c:v>16.435781897899183</c:v>
                </c:pt>
                <c:pt idx="480">
                  <c:v>16.434240288250905</c:v>
                </c:pt>
                <c:pt idx="481">
                  <c:v>16.443266579725215</c:v>
                </c:pt>
                <c:pt idx="482">
                  <c:v>16.456962435273216</c:v>
                </c:pt>
                <c:pt idx="483">
                  <c:v>16.467498176579653</c:v>
                </c:pt>
                <c:pt idx="484">
                  <c:v>16.459684062790803</c:v>
                </c:pt>
                <c:pt idx="485">
                  <c:v>16.4435370520251</c:v>
                </c:pt>
                <c:pt idx="486">
                  <c:v>16.435537813140748</c:v>
                </c:pt>
                <c:pt idx="487">
                  <c:v>16.438694577401463</c:v>
                </c:pt>
                <c:pt idx="488">
                  <c:v>16.442727851266621</c:v>
                </c:pt>
                <c:pt idx="489">
                  <c:v>16.460006691715591</c:v>
                </c:pt>
                <c:pt idx="490">
                  <c:v>16.461364825489706</c:v>
                </c:pt>
                <c:pt idx="491">
                  <c:v>16.471931077390948</c:v>
                </c:pt>
                <c:pt idx="492">
                  <c:v>16.484157476724334</c:v>
                </c:pt>
                <c:pt idx="493">
                  <c:v>16.48955934661149</c:v>
                </c:pt>
                <c:pt idx="494">
                  <c:v>16.510817448926709</c:v>
                </c:pt>
                <c:pt idx="495">
                  <c:v>16.51447444263534</c:v>
                </c:pt>
                <c:pt idx="496">
                  <c:v>16.51902850967701</c:v>
                </c:pt>
                <c:pt idx="497">
                  <c:v>16.523630558752068</c:v>
                </c:pt>
                <c:pt idx="498">
                  <c:v>16.529207813021181</c:v>
                </c:pt>
                <c:pt idx="499">
                  <c:v>16.528461282673653</c:v>
                </c:pt>
                <c:pt idx="500">
                  <c:v>16.505360690891806</c:v>
                </c:pt>
                <c:pt idx="501">
                  <c:v>16.504335699828523</c:v>
                </c:pt>
                <c:pt idx="502">
                  <c:v>16.509590325172848</c:v>
                </c:pt>
                <c:pt idx="503">
                  <c:v>16.507724695069282</c:v>
                </c:pt>
                <c:pt idx="504">
                  <c:v>16.502262731679522</c:v>
                </c:pt>
                <c:pt idx="505">
                  <c:v>16.508063867745641</c:v>
                </c:pt>
                <c:pt idx="506">
                  <c:v>16.552003092702318</c:v>
                </c:pt>
                <c:pt idx="507">
                  <c:v>16.579126393025113</c:v>
                </c:pt>
                <c:pt idx="508">
                  <c:v>16.641977599863445</c:v>
                </c:pt>
                <c:pt idx="509">
                  <c:v>16.741300872809166</c:v>
                </c:pt>
                <c:pt idx="510">
                  <c:v>16.85648661430114</c:v>
                </c:pt>
                <c:pt idx="511">
                  <c:v>16.963051669692302</c:v>
                </c:pt>
                <c:pt idx="512">
                  <c:v>17.044032457500599</c:v>
                </c:pt>
                <c:pt idx="513">
                  <c:v>17.116120849992186</c:v>
                </c:pt>
                <c:pt idx="514">
                  <c:v>17.145997937648715</c:v>
                </c:pt>
                <c:pt idx="515">
                  <c:v>17.143626357360702</c:v>
                </c:pt>
                <c:pt idx="516">
                  <c:v>17.14814542998705</c:v>
                </c:pt>
                <c:pt idx="517">
                  <c:v>17.11778615124102</c:v>
                </c:pt>
                <c:pt idx="518">
                  <c:v>17.098316577931687</c:v>
                </c:pt>
                <c:pt idx="519">
                  <c:v>17.045135889653899</c:v>
                </c:pt>
                <c:pt idx="520">
                  <c:v>17.001894749167864</c:v>
                </c:pt>
                <c:pt idx="521">
                  <c:v>16.973274368172994</c:v>
                </c:pt>
                <c:pt idx="522">
                  <c:v>16.942460316642251</c:v>
                </c:pt>
                <c:pt idx="523">
                  <c:v>16.925839257817412</c:v>
                </c:pt>
                <c:pt idx="524">
                  <c:v>16.932043731577682</c:v>
                </c:pt>
                <c:pt idx="525">
                  <c:v>16.93942018325323</c:v>
                </c:pt>
                <c:pt idx="526">
                  <c:v>16.969024015548861</c:v>
                </c:pt>
                <c:pt idx="527">
                  <c:v>16.991609174123553</c:v>
                </c:pt>
                <c:pt idx="528">
                  <c:v>17.018905848839793</c:v>
                </c:pt>
                <c:pt idx="529">
                  <c:v>17.045259993559792</c:v>
                </c:pt>
                <c:pt idx="530">
                  <c:v>17.052598719297169</c:v>
                </c:pt>
                <c:pt idx="531">
                  <c:v>17.061877032407612</c:v>
                </c:pt>
                <c:pt idx="532">
                  <c:v>17.051369637092968</c:v>
                </c:pt>
                <c:pt idx="533">
                  <c:v>17.038437680254738</c:v>
                </c:pt>
                <c:pt idx="534">
                  <c:v>17.04257382430103</c:v>
                </c:pt>
                <c:pt idx="535">
                  <c:v>17.044255823915936</c:v>
                </c:pt>
                <c:pt idx="536">
                  <c:v>17.049349650179536</c:v>
                </c:pt>
                <c:pt idx="537">
                  <c:v>17.088106454763714</c:v>
                </c:pt>
                <c:pt idx="538">
                  <c:v>17.143035936120711</c:v>
                </c:pt>
                <c:pt idx="539">
                  <c:v>17.201784189492233</c:v>
                </c:pt>
                <c:pt idx="540">
                  <c:v>17.284570359286992</c:v>
                </c:pt>
                <c:pt idx="541">
                  <c:v>17.372016403980066</c:v>
                </c:pt>
                <c:pt idx="542">
                  <c:v>17.484883340266936</c:v>
                </c:pt>
                <c:pt idx="543">
                  <c:v>17.572249706953983</c:v>
                </c:pt>
                <c:pt idx="544">
                  <c:v>17.653957904449889</c:v>
                </c:pt>
                <c:pt idx="545">
                  <c:v>17.757804012308139</c:v>
                </c:pt>
                <c:pt idx="546">
                  <c:v>17.882509265531645</c:v>
                </c:pt>
                <c:pt idx="547">
                  <c:v>17.992875157655256</c:v>
                </c:pt>
                <c:pt idx="548">
                  <c:v>18.073901195974084</c:v>
                </c:pt>
                <c:pt idx="549">
                  <c:v>18.124722157742251</c:v>
                </c:pt>
                <c:pt idx="550">
                  <c:v>18.189528516480056</c:v>
                </c:pt>
                <c:pt idx="551">
                  <c:v>18.208241406422975</c:v>
                </c:pt>
                <c:pt idx="552">
                  <c:v>18.219605572224147</c:v>
                </c:pt>
                <c:pt idx="553">
                  <c:v>18.145952790214508</c:v>
                </c:pt>
                <c:pt idx="554">
                  <c:v>18.101902294355497</c:v>
                </c:pt>
                <c:pt idx="555">
                  <c:v>17.994194328575194</c:v>
                </c:pt>
                <c:pt idx="556">
                  <c:v>17.904220852177406</c:v>
                </c:pt>
                <c:pt idx="557">
                  <c:v>17.755718984228082</c:v>
                </c:pt>
                <c:pt idx="558">
                  <c:v>17.631138041063139</c:v>
                </c:pt>
                <c:pt idx="559">
                  <c:v>17.615439412349453</c:v>
                </c:pt>
                <c:pt idx="560">
                  <c:v>17.514089297914108</c:v>
                </c:pt>
                <c:pt idx="561">
                  <c:v>17.371845606494961</c:v>
                </c:pt>
                <c:pt idx="562">
                  <c:v>17.314838415477613</c:v>
                </c:pt>
                <c:pt idx="563">
                  <c:v>17.257784633957385</c:v>
                </c:pt>
                <c:pt idx="564">
                  <c:v>17.200163107990601</c:v>
                </c:pt>
                <c:pt idx="565">
                  <c:v>17.196335471411366</c:v>
                </c:pt>
                <c:pt idx="566">
                  <c:v>17.143482978180391</c:v>
                </c:pt>
                <c:pt idx="567">
                  <c:v>17.045867319318525</c:v>
                </c:pt>
                <c:pt idx="568">
                  <c:v>16.973826651169485</c:v>
                </c:pt>
                <c:pt idx="569">
                  <c:v>16.866404722215467</c:v>
                </c:pt>
                <c:pt idx="570">
                  <c:v>16.683065269583782</c:v>
                </c:pt>
                <c:pt idx="571">
                  <c:v>16.540206367066368</c:v>
                </c:pt>
                <c:pt idx="572">
                  <c:v>16.572353195593116</c:v>
                </c:pt>
                <c:pt idx="573">
                  <c:v>16.646791831571623</c:v>
                </c:pt>
                <c:pt idx="574">
                  <c:v>16.692720120541587</c:v>
                </c:pt>
                <c:pt idx="575">
                  <c:v>16.733542317164229</c:v>
                </c:pt>
                <c:pt idx="576">
                  <c:v>16.724570192303332</c:v>
                </c:pt>
                <c:pt idx="577">
                  <c:v>16.765223343738548</c:v>
                </c:pt>
                <c:pt idx="578">
                  <c:v>16.554274276641213</c:v>
                </c:pt>
                <c:pt idx="579">
                  <c:v>16.402155640522523</c:v>
                </c:pt>
                <c:pt idx="580">
                  <c:v>16.082353551979541</c:v>
                </c:pt>
                <c:pt idx="581">
                  <c:v>15.976925096773217</c:v>
                </c:pt>
                <c:pt idx="582">
                  <c:v>15.630230402405884</c:v>
                </c:pt>
                <c:pt idx="583">
                  <c:v>15.373700052816313</c:v>
                </c:pt>
                <c:pt idx="584">
                  <c:v>15.252797749390098</c:v>
                </c:pt>
                <c:pt idx="585">
                  <c:v>15.389470680349156</c:v>
                </c:pt>
                <c:pt idx="586">
                  <c:v>15.982736822322067</c:v>
                </c:pt>
                <c:pt idx="587">
                  <c:v>16.575761517646463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1B0C-4B9C-BBFB-FF685BE46DCA}"/>
            </c:ext>
          </c:extLst>
        </c:ser>
        <c:ser>
          <c:idx val="17"/>
          <c:order val="17"/>
          <c:tx>
            <c:strRef>
              <c:f>Sheet2!$R$1</c:f>
              <c:strCache>
                <c:ptCount val="1"/>
                <c:pt idx="0">
                  <c:v>S6_n3_z_o/O-PTIR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Sheet2!$R$2:$R$589</c:f>
              <c:numCache>
                <c:formatCode>General</c:formatCode>
                <c:ptCount val="588"/>
                <c:pt idx="0">
                  <c:v>16.929819440522419</c:v>
                </c:pt>
                <c:pt idx="1">
                  <c:v>16.870538751001067</c:v>
                </c:pt>
                <c:pt idx="2">
                  <c:v>16.839007098031797</c:v>
                </c:pt>
                <c:pt idx="3">
                  <c:v>17.230265058985768</c:v>
                </c:pt>
                <c:pt idx="4">
                  <c:v>17.146531739786965</c:v>
                </c:pt>
                <c:pt idx="5">
                  <c:v>17.172713823600461</c:v>
                </c:pt>
                <c:pt idx="6">
                  <c:v>17.287490271087485</c:v>
                </c:pt>
                <c:pt idx="7">
                  <c:v>17.323642772914464</c:v>
                </c:pt>
                <c:pt idx="8">
                  <c:v>17.341801043700983</c:v>
                </c:pt>
                <c:pt idx="9">
                  <c:v>17.375155578828789</c:v>
                </c:pt>
                <c:pt idx="10">
                  <c:v>17.401709242367886</c:v>
                </c:pt>
                <c:pt idx="11">
                  <c:v>17.388734658019015</c:v>
                </c:pt>
                <c:pt idx="12">
                  <c:v>17.426228112421907</c:v>
                </c:pt>
                <c:pt idx="13">
                  <c:v>17.442821776070669</c:v>
                </c:pt>
                <c:pt idx="14">
                  <c:v>17.353694214682182</c:v>
                </c:pt>
                <c:pt idx="15">
                  <c:v>17.317295516155554</c:v>
                </c:pt>
                <c:pt idx="16">
                  <c:v>17.317375083809537</c:v>
                </c:pt>
                <c:pt idx="17">
                  <c:v>17.355853660096852</c:v>
                </c:pt>
                <c:pt idx="18">
                  <c:v>17.380827485324005</c:v>
                </c:pt>
                <c:pt idx="19">
                  <c:v>17.403707816120736</c:v>
                </c:pt>
                <c:pt idx="20">
                  <c:v>17.37938088932389</c:v>
                </c:pt>
                <c:pt idx="21">
                  <c:v>17.368824467114525</c:v>
                </c:pt>
                <c:pt idx="22">
                  <c:v>17.385395070765558</c:v>
                </c:pt>
                <c:pt idx="23">
                  <c:v>17.342885777464623</c:v>
                </c:pt>
                <c:pt idx="24">
                  <c:v>17.361576347326825</c:v>
                </c:pt>
                <c:pt idx="25">
                  <c:v>17.373066501438888</c:v>
                </c:pt>
                <c:pt idx="26">
                  <c:v>17.391002336157499</c:v>
                </c:pt>
                <c:pt idx="27">
                  <c:v>17.417584421067637</c:v>
                </c:pt>
                <c:pt idx="28">
                  <c:v>17.430642624562829</c:v>
                </c:pt>
                <c:pt idx="29">
                  <c:v>17.458732626180378</c:v>
                </c:pt>
                <c:pt idx="30">
                  <c:v>17.487048506111204</c:v>
                </c:pt>
                <c:pt idx="31">
                  <c:v>17.487875619794558</c:v>
                </c:pt>
                <c:pt idx="32">
                  <c:v>17.516259796310461</c:v>
                </c:pt>
                <c:pt idx="33">
                  <c:v>17.538296441906322</c:v>
                </c:pt>
                <c:pt idx="34">
                  <c:v>17.551720589592662</c:v>
                </c:pt>
                <c:pt idx="35">
                  <c:v>17.586867620686494</c:v>
                </c:pt>
                <c:pt idx="36">
                  <c:v>17.591288012060652</c:v>
                </c:pt>
                <c:pt idx="37">
                  <c:v>17.613869507219729</c:v>
                </c:pt>
                <c:pt idx="38">
                  <c:v>17.646161850721697</c:v>
                </c:pt>
                <c:pt idx="39">
                  <c:v>17.68765656504732</c:v>
                </c:pt>
                <c:pt idx="40">
                  <c:v>17.722323326756513</c:v>
                </c:pt>
                <c:pt idx="41">
                  <c:v>17.766615885931909</c:v>
                </c:pt>
                <c:pt idx="42">
                  <c:v>17.782264211523234</c:v>
                </c:pt>
                <c:pt idx="43">
                  <c:v>17.81508178683606</c:v>
                </c:pt>
                <c:pt idx="44">
                  <c:v>17.849703098721463</c:v>
                </c:pt>
                <c:pt idx="45">
                  <c:v>17.886859730938262</c:v>
                </c:pt>
                <c:pt idx="46">
                  <c:v>17.90369663643888</c:v>
                </c:pt>
                <c:pt idx="47">
                  <c:v>17.919342585967033</c:v>
                </c:pt>
                <c:pt idx="48">
                  <c:v>17.882791728010222</c:v>
                </c:pt>
                <c:pt idx="49">
                  <c:v>17.822516975905199</c:v>
                </c:pt>
                <c:pt idx="50">
                  <c:v>17.756300299048874</c:v>
                </c:pt>
                <c:pt idx="51">
                  <c:v>17.714881801518914</c:v>
                </c:pt>
                <c:pt idx="52">
                  <c:v>17.693215456230025</c:v>
                </c:pt>
                <c:pt idx="53">
                  <c:v>17.694525398135276</c:v>
                </c:pt>
                <c:pt idx="54">
                  <c:v>17.685491362248804</c:v>
                </c:pt>
                <c:pt idx="55">
                  <c:v>17.671426530451228</c:v>
                </c:pt>
                <c:pt idx="56">
                  <c:v>17.688895164132656</c:v>
                </c:pt>
                <c:pt idx="57">
                  <c:v>17.677839890506135</c:v>
                </c:pt>
                <c:pt idx="58">
                  <c:v>17.682900052121081</c:v>
                </c:pt>
                <c:pt idx="59">
                  <c:v>17.685608459515997</c:v>
                </c:pt>
                <c:pt idx="60">
                  <c:v>17.707204071231935</c:v>
                </c:pt>
                <c:pt idx="61">
                  <c:v>17.729858980650622</c:v>
                </c:pt>
                <c:pt idx="62">
                  <c:v>17.755732054402099</c:v>
                </c:pt>
                <c:pt idx="63">
                  <c:v>17.766957064233821</c:v>
                </c:pt>
                <c:pt idx="64">
                  <c:v>17.76069248228843</c:v>
                </c:pt>
                <c:pt idx="65">
                  <c:v>17.781245428743848</c:v>
                </c:pt>
                <c:pt idx="66">
                  <c:v>17.795363874274578</c:v>
                </c:pt>
                <c:pt idx="67">
                  <c:v>17.786288896991874</c:v>
                </c:pt>
                <c:pt idx="68">
                  <c:v>17.778123586356646</c:v>
                </c:pt>
                <c:pt idx="69">
                  <c:v>17.798997240415861</c:v>
                </c:pt>
                <c:pt idx="70">
                  <c:v>17.796036239228133</c:v>
                </c:pt>
                <c:pt idx="71">
                  <c:v>17.783750286726853</c:v>
                </c:pt>
                <c:pt idx="72">
                  <c:v>17.775508393747785</c:v>
                </c:pt>
                <c:pt idx="73">
                  <c:v>17.775898616430599</c:v>
                </c:pt>
                <c:pt idx="74">
                  <c:v>17.787101693371486</c:v>
                </c:pt>
                <c:pt idx="75">
                  <c:v>17.784329924291924</c:v>
                </c:pt>
                <c:pt idx="76">
                  <c:v>17.780557345218522</c:v>
                </c:pt>
                <c:pt idx="77">
                  <c:v>17.784555284745281</c:v>
                </c:pt>
                <c:pt idx="78">
                  <c:v>17.798685062269609</c:v>
                </c:pt>
                <c:pt idx="79">
                  <c:v>17.786408796795115</c:v>
                </c:pt>
                <c:pt idx="80">
                  <c:v>17.759576768316478</c:v>
                </c:pt>
                <c:pt idx="81">
                  <c:v>17.742022535436089</c:v>
                </c:pt>
                <c:pt idx="82">
                  <c:v>17.764132595291557</c:v>
                </c:pt>
                <c:pt idx="83">
                  <c:v>17.746575864498602</c:v>
                </c:pt>
                <c:pt idx="84">
                  <c:v>17.730117301364928</c:v>
                </c:pt>
                <c:pt idx="85">
                  <c:v>17.719102359887668</c:v>
                </c:pt>
                <c:pt idx="86">
                  <c:v>17.696227938786521</c:v>
                </c:pt>
                <c:pt idx="87">
                  <c:v>17.684745583035639</c:v>
                </c:pt>
                <c:pt idx="88">
                  <c:v>17.639943937094035</c:v>
                </c:pt>
                <c:pt idx="89">
                  <c:v>17.621568439301182</c:v>
                </c:pt>
                <c:pt idx="90">
                  <c:v>17.6211228969937</c:v>
                </c:pt>
                <c:pt idx="91">
                  <c:v>17.590638859416565</c:v>
                </c:pt>
                <c:pt idx="92">
                  <c:v>17.577089328704275</c:v>
                </c:pt>
                <c:pt idx="93">
                  <c:v>17.538086312627161</c:v>
                </c:pt>
                <c:pt idx="94">
                  <c:v>17.52446172268845</c:v>
                </c:pt>
                <c:pt idx="95">
                  <c:v>17.508779309729277</c:v>
                </c:pt>
                <c:pt idx="96">
                  <c:v>17.468250221385116</c:v>
                </c:pt>
                <c:pt idx="97">
                  <c:v>17.48227505611926</c:v>
                </c:pt>
                <c:pt idx="98">
                  <c:v>17.486387625462989</c:v>
                </c:pt>
                <c:pt idx="99">
                  <c:v>17.449520080932366</c:v>
                </c:pt>
                <c:pt idx="100">
                  <c:v>17.451279190164563</c:v>
                </c:pt>
                <c:pt idx="101">
                  <c:v>17.438411680970262</c:v>
                </c:pt>
                <c:pt idx="102">
                  <c:v>17.415003803224195</c:v>
                </c:pt>
                <c:pt idx="103">
                  <c:v>17.422425162387164</c:v>
                </c:pt>
                <c:pt idx="104">
                  <c:v>17.416171303188403</c:v>
                </c:pt>
                <c:pt idx="105">
                  <c:v>17.381555169902224</c:v>
                </c:pt>
                <c:pt idx="106">
                  <c:v>17.365853748437662</c:v>
                </c:pt>
                <c:pt idx="107">
                  <c:v>17.331521432851389</c:v>
                </c:pt>
                <c:pt idx="108">
                  <c:v>17.329076341995911</c:v>
                </c:pt>
                <c:pt idx="109">
                  <c:v>17.336217874026612</c:v>
                </c:pt>
                <c:pt idx="110">
                  <c:v>17.313609480613913</c:v>
                </c:pt>
                <c:pt idx="111">
                  <c:v>17.287618334800094</c:v>
                </c:pt>
                <c:pt idx="112">
                  <c:v>17.256457393379495</c:v>
                </c:pt>
                <c:pt idx="113">
                  <c:v>17.243168833605818</c:v>
                </c:pt>
                <c:pt idx="114">
                  <c:v>17.24504644137323</c:v>
                </c:pt>
                <c:pt idx="115">
                  <c:v>17.21800265387979</c:v>
                </c:pt>
                <c:pt idx="116">
                  <c:v>17.24332973572999</c:v>
                </c:pt>
                <c:pt idx="117">
                  <c:v>17.233706070628173</c:v>
                </c:pt>
                <c:pt idx="118">
                  <c:v>17.176939103633213</c:v>
                </c:pt>
                <c:pt idx="119">
                  <c:v>17.200912469183528</c:v>
                </c:pt>
                <c:pt idx="120">
                  <c:v>17.21668477653278</c:v>
                </c:pt>
                <c:pt idx="121">
                  <c:v>17.231440204999419</c:v>
                </c:pt>
                <c:pt idx="122">
                  <c:v>17.25094092101692</c:v>
                </c:pt>
                <c:pt idx="123">
                  <c:v>17.218529850512116</c:v>
                </c:pt>
                <c:pt idx="124">
                  <c:v>17.221432607689731</c:v>
                </c:pt>
                <c:pt idx="125">
                  <c:v>17.238468950185226</c:v>
                </c:pt>
                <c:pt idx="126">
                  <c:v>17.203215529339658</c:v>
                </c:pt>
                <c:pt idx="127">
                  <c:v>17.240646246536052</c:v>
                </c:pt>
                <c:pt idx="128">
                  <c:v>17.263650711402455</c:v>
                </c:pt>
                <c:pt idx="129">
                  <c:v>17.25714602522709</c:v>
                </c:pt>
                <c:pt idx="130">
                  <c:v>17.255973133427219</c:v>
                </c:pt>
                <c:pt idx="131">
                  <c:v>17.270132703128272</c:v>
                </c:pt>
                <c:pt idx="132">
                  <c:v>17.273443594849546</c:v>
                </c:pt>
                <c:pt idx="133">
                  <c:v>17.278727228252244</c:v>
                </c:pt>
                <c:pt idx="134">
                  <c:v>17.280908210547221</c:v>
                </c:pt>
                <c:pt idx="135">
                  <c:v>17.306880104156861</c:v>
                </c:pt>
                <c:pt idx="136">
                  <c:v>17.343321084423046</c:v>
                </c:pt>
                <c:pt idx="137">
                  <c:v>17.318460822830676</c:v>
                </c:pt>
                <c:pt idx="138">
                  <c:v>17.309584307747702</c:v>
                </c:pt>
                <c:pt idx="139">
                  <c:v>17.30639383368959</c:v>
                </c:pt>
                <c:pt idx="140">
                  <c:v>17.303539877194087</c:v>
                </c:pt>
                <c:pt idx="141">
                  <c:v>17.300971870762876</c:v>
                </c:pt>
                <c:pt idx="142">
                  <c:v>17.326718312532119</c:v>
                </c:pt>
                <c:pt idx="143">
                  <c:v>17.337532842219353</c:v>
                </c:pt>
                <c:pt idx="144">
                  <c:v>17.378856967394015</c:v>
                </c:pt>
                <c:pt idx="145">
                  <c:v>17.388333834438964</c:v>
                </c:pt>
                <c:pt idx="146">
                  <c:v>17.380258083107989</c:v>
                </c:pt>
                <c:pt idx="147">
                  <c:v>17.409419293206501</c:v>
                </c:pt>
                <c:pt idx="148">
                  <c:v>17.455568867601801</c:v>
                </c:pt>
                <c:pt idx="149">
                  <c:v>17.486283200532725</c:v>
                </c:pt>
                <c:pt idx="150">
                  <c:v>17.490478749313453</c:v>
                </c:pt>
                <c:pt idx="151">
                  <c:v>17.496808551146739</c:v>
                </c:pt>
                <c:pt idx="152">
                  <c:v>17.50952039774079</c:v>
                </c:pt>
                <c:pt idx="153">
                  <c:v>17.49957989375342</c:v>
                </c:pt>
                <c:pt idx="154">
                  <c:v>17.515281467529725</c:v>
                </c:pt>
                <c:pt idx="155">
                  <c:v>17.551611351611353</c:v>
                </c:pt>
                <c:pt idx="156">
                  <c:v>17.565440770380604</c:v>
                </c:pt>
                <c:pt idx="157">
                  <c:v>17.584497893680922</c:v>
                </c:pt>
                <c:pt idx="158">
                  <c:v>17.578348946809999</c:v>
                </c:pt>
                <c:pt idx="159">
                  <c:v>17.575600390039909</c:v>
                </c:pt>
                <c:pt idx="160">
                  <c:v>17.568792116100539</c:v>
                </c:pt>
                <c:pt idx="161">
                  <c:v>17.563725618317132</c:v>
                </c:pt>
                <c:pt idx="162">
                  <c:v>17.55242518371081</c:v>
                </c:pt>
                <c:pt idx="163">
                  <c:v>17.534834761560539</c:v>
                </c:pt>
                <c:pt idx="164">
                  <c:v>17.519827546553323</c:v>
                </c:pt>
                <c:pt idx="165">
                  <c:v>17.516952571037436</c:v>
                </c:pt>
                <c:pt idx="166">
                  <c:v>17.515468262650025</c:v>
                </c:pt>
                <c:pt idx="167">
                  <c:v>17.494608682195764</c:v>
                </c:pt>
                <c:pt idx="168">
                  <c:v>17.486820800057028</c:v>
                </c:pt>
                <c:pt idx="169">
                  <c:v>17.451037593279519</c:v>
                </c:pt>
                <c:pt idx="170">
                  <c:v>17.452143315601198</c:v>
                </c:pt>
                <c:pt idx="171">
                  <c:v>17.478199985926395</c:v>
                </c:pt>
                <c:pt idx="172">
                  <c:v>17.466259080445273</c:v>
                </c:pt>
                <c:pt idx="173">
                  <c:v>17.476329232187371</c:v>
                </c:pt>
                <c:pt idx="174">
                  <c:v>17.477604325166073</c:v>
                </c:pt>
                <c:pt idx="175">
                  <c:v>17.471751198160316</c:v>
                </c:pt>
                <c:pt idx="176">
                  <c:v>17.466852273755379</c:v>
                </c:pt>
                <c:pt idx="177">
                  <c:v>17.446780937027928</c:v>
                </c:pt>
                <c:pt idx="178">
                  <c:v>17.468157067523755</c:v>
                </c:pt>
                <c:pt idx="179">
                  <c:v>17.451404755964603</c:v>
                </c:pt>
                <c:pt idx="180">
                  <c:v>17.459159190444815</c:v>
                </c:pt>
                <c:pt idx="181">
                  <c:v>17.49030057503775</c:v>
                </c:pt>
                <c:pt idx="182">
                  <c:v>17.505949936348923</c:v>
                </c:pt>
                <c:pt idx="183">
                  <c:v>17.507945738028067</c:v>
                </c:pt>
                <c:pt idx="184">
                  <c:v>17.49458778502477</c:v>
                </c:pt>
                <c:pt idx="185">
                  <c:v>17.504046435585384</c:v>
                </c:pt>
                <c:pt idx="186">
                  <c:v>17.513895979000477</c:v>
                </c:pt>
                <c:pt idx="187">
                  <c:v>17.507879482420332</c:v>
                </c:pt>
                <c:pt idx="188">
                  <c:v>17.507777494477939</c:v>
                </c:pt>
                <c:pt idx="189">
                  <c:v>17.517079172557324</c:v>
                </c:pt>
                <c:pt idx="190">
                  <c:v>17.504584796668397</c:v>
                </c:pt>
                <c:pt idx="191">
                  <c:v>17.497938734734173</c:v>
                </c:pt>
                <c:pt idx="192">
                  <c:v>17.50647626480432</c:v>
                </c:pt>
                <c:pt idx="193">
                  <c:v>17.50677491766789</c:v>
                </c:pt>
                <c:pt idx="194">
                  <c:v>17.507068513781626</c:v>
                </c:pt>
                <c:pt idx="195">
                  <c:v>17.511724318184104</c:v>
                </c:pt>
                <c:pt idx="196">
                  <c:v>17.517509057217737</c:v>
                </c:pt>
                <c:pt idx="197">
                  <c:v>17.527334139367074</c:v>
                </c:pt>
                <c:pt idx="198">
                  <c:v>17.527926266494983</c:v>
                </c:pt>
                <c:pt idx="199">
                  <c:v>17.532949873291862</c:v>
                </c:pt>
                <c:pt idx="200">
                  <c:v>17.539365426635854</c:v>
                </c:pt>
                <c:pt idx="201">
                  <c:v>17.544532693867716</c:v>
                </c:pt>
                <c:pt idx="202">
                  <c:v>17.551438325472525</c:v>
                </c:pt>
                <c:pt idx="203">
                  <c:v>17.587618944047065</c:v>
                </c:pt>
                <c:pt idx="204">
                  <c:v>17.625522086573383</c:v>
                </c:pt>
                <c:pt idx="205">
                  <c:v>17.673991642959347</c:v>
                </c:pt>
                <c:pt idx="206">
                  <c:v>17.658016700068632</c:v>
                </c:pt>
                <c:pt idx="207">
                  <c:v>17.651681628249076</c:v>
                </c:pt>
                <c:pt idx="208">
                  <c:v>17.644693687378929</c:v>
                </c:pt>
                <c:pt idx="209">
                  <c:v>17.60870607824376</c:v>
                </c:pt>
                <c:pt idx="210">
                  <c:v>17.575451977478576</c:v>
                </c:pt>
                <c:pt idx="211">
                  <c:v>17.517233312040151</c:v>
                </c:pt>
                <c:pt idx="212">
                  <c:v>17.496227908324173</c:v>
                </c:pt>
                <c:pt idx="213">
                  <c:v>17.473633222968246</c:v>
                </c:pt>
                <c:pt idx="214">
                  <c:v>17.464697946015235</c:v>
                </c:pt>
                <c:pt idx="215">
                  <c:v>17.467659921998113</c:v>
                </c:pt>
                <c:pt idx="216">
                  <c:v>17.458776613811445</c:v>
                </c:pt>
                <c:pt idx="217">
                  <c:v>17.476175458252722</c:v>
                </c:pt>
                <c:pt idx="218">
                  <c:v>17.489985198344918</c:v>
                </c:pt>
                <c:pt idx="219">
                  <c:v>17.492434706240914</c:v>
                </c:pt>
                <c:pt idx="220">
                  <c:v>17.503679821222569</c:v>
                </c:pt>
                <c:pt idx="221">
                  <c:v>17.497616930485837</c:v>
                </c:pt>
                <c:pt idx="222">
                  <c:v>17.492118324290583</c:v>
                </c:pt>
                <c:pt idx="223">
                  <c:v>17.489595188898544</c:v>
                </c:pt>
                <c:pt idx="224">
                  <c:v>17.482598474872066</c:v>
                </c:pt>
                <c:pt idx="225">
                  <c:v>17.473232582162286</c:v>
                </c:pt>
                <c:pt idx="226">
                  <c:v>17.459288685887799</c:v>
                </c:pt>
                <c:pt idx="227">
                  <c:v>17.450594396572864</c:v>
                </c:pt>
                <c:pt idx="228">
                  <c:v>17.448969687221744</c:v>
                </c:pt>
                <c:pt idx="229">
                  <c:v>17.443820331850731</c:v>
                </c:pt>
                <c:pt idx="230">
                  <c:v>17.443009028126191</c:v>
                </c:pt>
                <c:pt idx="231">
                  <c:v>17.460756026747159</c:v>
                </c:pt>
                <c:pt idx="232">
                  <c:v>17.46090090567608</c:v>
                </c:pt>
                <c:pt idx="233">
                  <c:v>17.47361917982564</c:v>
                </c:pt>
                <c:pt idx="234">
                  <c:v>17.484062434410756</c:v>
                </c:pt>
                <c:pt idx="235">
                  <c:v>17.482723309575746</c:v>
                </c:pt>
                <c:pt idx="236">
                  <c:v>17.505647688928246</c:v>
                </c:pt>
                <c:pt idx="237">
                  <c:v>17.501436238801659</c:v>
                </c:pt>
                <c:pt idx="238">
                  <c:v>17.483398690301794</c:v>
                </c:pt>
                <c:pt idx="239">
                  <c:v>17.463644253384594</c:v>
                </c:pt>
                <c:pt idx="240">
                  <c:v>17.440898992640602</c:v>
                </c:pt>
                <c:pt idx="241">
                  <c:v>17.423918304855608</c:v>
                </c:pt>
                <c:pt idx="242">
                  <c:v>17.415529735669065</c:v>
                </c:pt>
                <c:pt idx="243">
                  <c:v>17.450308994830845</c:v>
                </c:pt>
                <c:pt idx="244">
                  <c:v>17.466345167041808</c:v>
                </c:pt>
                <c:pt idx="245">
                  <c:v>17.472031421303111</c:v>
                </c:pt>
                <c:pt idx="246">
                  <c:v>17.469275888655243</c:v>
                </c:pt>
                <c:pt idx="247">
                  <c:v>17.436521126704786</c:v>
                </c:pt>
                <c:pt idx="248">
                  <c:v>17.481607230055616</c:v>
                </c:pt>
                <c:pt idx="249">
                  <c:v>17.536251260760444</c:v>
                </c:pt>
                <c:pt idx="250">
                  <c:v>17.49941810822115</c:v>
                </c:pt>
                <c:pt idx="251">
                  <c:v>17.556428850159062</c:v>
                </c:pt>
                <c:pt idx="252">
                  <c:v>17.614020661392416</c:v>
                </c:pt>
                <c:pt idx="253">
                  <c:v>17.665271856658809</c:v>
                </c:pt>
                <c:pt idx="254">
                  <c:v>17.70856257012052</c:v>
                </c:pt>
                <c:pt idx="255">
                  <c:v>17.72504720902441</c:v>
                </c:pt>
                <c:pt idx="256">
                  <c:v>17.799876566564343</c:v>
                </c:pt>
                <c:pt idx="257">
                  <c:v>17.86730192847989</c:v>
                </c:pt>
                <c:pt idx="258">
                  <c:v>17.934005941985678</c:v>
                </c:pt>
                <c:pt idx="259">
                  <c:v>18</c:v>
                </c:pt>
                <c:pt idx="260">
                  <c:v>17.846630544413951</c:v>
                </c:pt>
                <c:pt idx="261">
                  <c:v>17.599140657152056</c:v>
                </c:pt>
                <c:pt idx="262">
                  <c:v>17.417241993809441</c:v>
                </c:pt>
                <c:pt idx="263">
                  <c:v>17.439619482621382</c:v>
                </c:pt>
                <c:pt idx="264">
                  <c:v>17.413151966603518</c:v>
                </c:pt>
                <c:pt idx="265">
                  <c:v>17.392307160388224</c:v>
                </c:pt>
                <c:pt idx="266">
                  <c:v>17.43571204673168</c:v>
                </c:pt>
                <c:pt idx="267">
                  <c:v>17.404839370513848</c:v>
                </c:pt>
                <c:pt idx="268">
                  <c:v>17.316795842254994</c:v>
                </c:pt>
                <c:pt idx="269">
                  <c:v>17.319456819773475</c:v>
                </c:pt>
                <c:pt idx="270">
                  <c:v>17.344503906948493</c:v>
                </c:pt>
                <c:pt idx="271">
                  <c:v>17.371572079551814</c:v>
                </c:pt>
                <c:pt idx="272">
                  <c:v>17.342468565141143</c:v>
                </c:pt>
                <c:pt idx="273">
                  <c:v>17.317079050707928</c:v>
                </c:pt>
                <c:pt idx="274">
                  <c:v>17.33212708526198</c:v>
                </c:pt>
                <c:pt idx="275">
                  <c:v>17.336583300357841</c:v>
                </c:pt>
                <c:pt idx="276">
                  <c:v>17.347052539326128</c:v>
                </c:pt>
                <c:pt idx="277">
                  <c:v>17.511516625892813</c:v>
                </c:pt>
                <c:pt idx="278">
                  <c:v>18.009929568004299</c:v>
                </c:pt>
                <c:pt idx="279">
                  <c:v>18.07826551043777</c:v>
                </c:pt>
                <c:pt idx="280">
                  <c:v>17.925972594243653</c:v>
                </c:pt>
                <c:pt idx="281">
                  <c:v>17.678880240628182</c:v>
                </c:pt>
                <c:pt idx="282">
                  <c:v>17.570556860867185</c:v>
                </c:pt>
                <c:pt idx="283">
                  <c:v>17.455652943683344</c:v>
                </c:pt>
                <c:pt idx="284">
                  <c:v>17.414057338059873</c:v>
                </c:pt>
                <c:pt idx="285">
                  <c:v>17.304572642191388</c:v>
                </c:pt>
                <c:pt idx="286">
                  <c:v>17.071667853175136</c:v>
                </c:pt>
                <c:pt idx="287">
                  <c:v>17.315750404920767</c:v>
                </c:pt>
                <c:pt idx="288">
                  <c:v>17.491769164853395</c:v>
                </c:pt>
                <c:pt idx="289">
                  <c:v>17.540352650422314</c:v>
                </c:pt>
                <c:pt idx="290">
                  <c:v>17.47332774653864</c:v>
                </c:pt>
                <c:pt idx="291">
                  <c:v>17.484192478176013</c:v>
                </c:pt>
                <c:pt idx="292">
                  <c:v>17.485837323139414</c:v>
                </c:pt>
                <c:pt idx="293">
                  <c:v>17.47661274526379</c:v>
                </c:pt>
                <c:pt idx="294">
                  <c:v>17.566902902178395</c:v>
                </c:pt>
                <c:pt idx="295">
                  <c:v>17.622288264593521</c:v>
                </c:pt>
                <c:pt idx="296">
                  <c:v>17.64837091930189</c:v>
                </c:pt>
                <c:pt idx="297">
                  <c:v>17.694045616148212</c:v>
                </c:pt>
                <c:pt idx="298">
                  <c:v>17.703554316347223</c:v>
                </c:pt>
                <c:pt idx="299">
                  <c:v>17.733221231891278</c:v>
                </c:pt>
                <c:pt idx="300">
                  <c:v>17.792202126210992</c:v>
                </c:pt>
                <c:pt idx="301">
                  <c:v>17.800123433435658</c:v>
                </c:pt>
                <c:pt idx="302">
                  <c:v>17.666215336512995</c:v>
                </c:pt>
                <c:pt idx="303">
                  <c:v>17.784847114042808</c:v>
                </c:pt>
                <c:pt idx="304">
                  <c:v>17.884089606825516</c:v>
                </c:pt>
                <c:pt idx="305">
                  <c:v>17.994558084235095</c:v>
                </c:pt>
                <c:pt idx="306">
                  <c:v>17.982333300129376</c:v>
                </c:pt>
                <c:pt idx="307">
                  <c:v>17.946361287716577</c:v>
                </c:pt>
                <c:pt idx="308">
                  <c:v>17.985230817783066</c:v>
                </c:pt>
                <c:pt idx="309">
                  <c:v>17.957396638967253</c:v>
                </c:pt>
                <c:pt idx="310">
                  <c:v>17.939757598908962</c:v>
                </c:pt>
                <c:pt idx="311">
                  <c:v>17.833812475611083</c:v>
                </c:pt>
                <c:pt idx="312">
                  <c:v>17.73400514996462</c:v>
                </c:pt>
                <c:pt idx="313">
                  <c:v>18.033040864326487</c:v>
                </c:pt>
                <c:pt idx="314">
                  <c:v>18.050510655577156</c:v>
                </c:pt>
                <c:pt idx="315">
                  <c:v>18.042538171607202</c:v>
                </c:pt>
                <c:pt idx="316">
                  <c:v>18.054956939947441</c:v>
                </c:pt>
                <c:pt idx="317">
                  <c:v>18.098725973203489</c:v>
                </c:pt>
                <c:pt idx="318">
                  <c:v>18.126488260877114</c:v>
                </c:pt>
                <c:pt idx="319">
                  <c:v>18.13207334967943</c:v>
                </c:pt>
                <c:pt idx="320">
                  <c:v>18.153806773059465</c:v>
                </c:pt>
                <c:pt idx="321">
                  <c:v>18.241353369029113</c:v>
                </c:pt>
                <c:pt idx="322">
                  <c:v>18.26778762016254</c:v>
                </c:pt>
                <c:pt idx="323">
                  <c:v>18.241100653386912</c:v>
                </c:pt>
                <c:pt idx="324">
                  <c:v>18.253565724496696</c:v>
                </c:pt>
                <c:pt idx="325">
                  <c:v>18.281124645532497</c:v>
                </c:pt>
                <c:pt idx="326">
                  <c:v>18.281128179164909</c:v>
                </c:pt>
                <c:pt idx="327">
                  <c:v>18.229738928535635</c:v>
                </c:pt>
                <c:pt idx="328">
                  <c:v>18.22320767919248</c:v>
                </c:pt>
                <c:pt idx="329">
                  <c:v>18.251977783200076</c:v>
                </c:pt>
                <c:pt idx="330">
                  <c:v>18.227368470433703</c:v>
                </c:pt>
                <c:pt idx="331">
                  <c:v>18.278243272923451</c:v>
                </c:pt>
                <c:pt idx="332">
                  <c:v>18.373452002457704</c:v>
                </c:pt>
                <c:pt idx="333">
                  <c:v>18.300553896880686</c:v>
                </c:pt>
                <c:pt idx="334">
                  <c:v>18.219123043822222</c:v>
                </c:pt>
                <c:pt idx="335">
                  <c:v>18.174746347640585</c:v>
                </c:pt>
                <c:pt idx="336">
                  <c:v>18.118603995868089</c:v>
                </c:pt>
                <c:pt idx="337">
                  <c:v>18.073915974485956</c:v>
                </c:pt>
                <c:pt idx="338">
                  <c:v>17.964120349427507</c:v>
                </c:pt>
                <c:pt idx="339">
                  <c:v>17.920968178726255</c:v>
                </c:pt>
                <c:pt idx="340">
                  <c:v>17.904844274951937</c:v>
                </c:pt>
                <c:pt idx="341">
                  <c:v>17.868952926837665</c:v>
                </c:pt>
                <c:pt idx="342">
                  <c:v>17.876742088395034</c:v>
                </c:pt>
                <c:pt idx="343">
                  <c:v>17.869124308009678</c:v>
                </c:pt>
                <c:pt idx="344">
                  <c:v>17.88680751847313</c:v>
                </c:pt>
                <c:pt idx="345">
                  <c:v>17.868457243504743</c:v>
                </c:pt>
                <c:pt idx="346">
                  <c:v>17.837339406307109</c:v>
                </c:pt>
                <c:pt idx="347">
                  <c:v>17.831791786193307</c:v>
                </c:pt>
                <c:pt idx="348">
                  <c:v>17.830944323661232</c:v>
                </c:pt>
                <c:pt idx="349">
                  <c:v>17.790725128787194</c:v>
                </c:pt>
                <c:pt idx="350">
                  <c:v>17.817664750280329</c:v>
                </c:pt>
                <c:pt idx="351">
                  <c:v>17.876046450207312</c:v>
                </c:pt>
                <c:pt idx="352">
                  <c:v>17.868632584782048</c:v>
                </c:pt>
                <c:pt idx="353">
                  <c:v>17.846796137739773</c:v>
                </c:pt>
                <c:pt idx="354">
                  <c:v>17.821614254673154</c:v>
                </c:pt>
                <c:pt idx="355">
                  <c:v>17.828372082963597</c:v>
                </c:pt>
                <c:pt idx="356">
                  <c:v>17.87235758166727</c:v>
                </c:pt>
                <c:pt idx="357">
                  <c:v>17.856820017174673</c:v>
                </c:pt>
                <c:pt idx="358">
                  <c:v>17.817902722145913</c:v>
                </c:pt>
                <c:pt idx="359">
                  <c:v>17.858089017683699</c:v>
                </c:pt>
                <c:pt idx="360">
                  <c:v>17.893722776180027</c:v>
                </c:pt>
                <c:pt idx="361">
                  <c:v>17.888756194899322</c:v>
                </c:pt>
                <c:pt idx="362">
                  <c:v>17.872934233922201</c:v>
                </c:pt>
                <c:pt idx="363">
                  <c:v>17.812716141785174</c:v>
                </c:pt>
                <c:pt idx="364">
                  <c:v>17.793333315055925</c:v>
                </c:pt>
                <c:pt idx="365">
                  <c:v>17.785156916125885</c:v>
                </c:pt>
                <c:pt idx="366">
                  <c:v>17.787055512451335</c:v>
                </c:pt>
                <c:pt idx="367">
                  <c:v>17.773752604911564</c:v>
                </c:pt>
                <c:pt idx="368">
                  <c:v>17.756088951275778</c:v>
                </c:pt>
                <c:pt idx="369">
                  <c:v>17.726230732183868</c:v>
                </c:pt>
                <c:pt idx="370">
                  <c:v>17.709450913124126</c:v>
                </c:pt>
                <c:pt idx="371">
                  <c:v>17.689226777257176</c:v>
                </c:pt>
                <c:pt idx="372">
                  <c:v>17.668257349574638</c:v>
                </c:pt>
                <c:pt idx="373">
                  <c:v>17.640055977611393</c:v>
                </c:pt>
                <c:pt idx="374">
                  <c:v>17.61792355839221</c:v>
                </c:pt>
                <c:pt idx="375">
                  <c:v>17.609196278353973</c:v>
                </c:pt>
                <c:pt idx="376">
                  <c:v>17.567360812199318</c:v>
                </c:pt>
                <c:pt idx="377">
                  <c:v>17.535235280517103</c:v>
                </c:pt>
                <c:pt idx="378">
                  <c:v>17.494440621419724</c:v>
                </c:pt>
                <c:pt idx="379">
                  <c:v>17.456771277417257</c:v>
                </c:pt>
                <c:pt idx="380">
                  <c:v>17.38211607312304</c:v>
                </c:pt>
                <c:pt idx="381">
                  <c:v>17.355059506674454</c:v>
                </c:pt>
                <c:pt idx="382">
                  <c:v>17.305178020440845</c:v>
                </c:pt>
                <c:pt idx="383">
                  <c:v>17.310247412147348</c:v>
                </c:pt>
                <c:pt idx="384">
                  <c:v>17.299031023160218</c:v>
                </c:pt>
                <c:pt idx="385">
                  <c:v>17.278597854658653</c:v>
                </c:pt>
                <c:pt idx="386">
                  <c:v>17.280369971313608</c:v>
                </c:pt>
                <c:pt idx="387">
                  <c:v>17.279457197506595</c:v>
                </c:pt>
                <c:pt idx="388">
                  <c:v>17.271912343983274</c:v>
                </c:pt>
                <c:pt idx="389">
                  <c:v>17.251838189488602</c:v>
                </c:pt>
                <c:pt idx="390">
                  <c:v>17.212836605141863</c:v>
                </c:pt>
                <c:pt idx="391">
                  <c:v>17.210709038574777</c:v>
                </c:pt>
                <c:pt idx="392">
                  <c:v>17.235952318504566</c:v>
                </c:pt>
                <c:pt idx="393">
                  <c:v>17.253811799346948</c:v>
                </c:pt>
                <c:pt idx="394">
                  <c:v>17.274635403767768</c:v>
                </c:pt>
                <c:pt idx="395">
                  <c:v>17.275716725748392</c:v>
                </c:pt>
                <c:pt idx="396">
                  <c:v>17.264033988669834</c:v>
                </c:pt>
                <c:pt idx="397">
                  <c:v>17.266168211260041</c:v>
                </c:pt>
                <c:pt idx="398">
                  <c:v>17.251257211580199</c:v>
                </c:pt>
                <c:pt idx="399">
                  <c:v>17.163598361856753</c:v>
                </c:pt>
                <c:pt idx="400">
                  <c:v>17.255534658384562</c:v>
                </c:pt>
                <c:pt idx="401">
                  <c:v>17.279374675004821</c:v>
                </c:pt>
                <c:pt idx="402">
                  <c:v>17.254689617609188</c:v>
                </c:pt>
                <c:pt idx="403">
                  <c:v>17.233256080817828</c:v>
                </c:pt>
                <c:pt idx="404">
                  <c:v>17.203292720930467</c:v>
                </c:pt>
                <c:pt idx="405">
                  <c:v>17.201541410059459</c:v>
                </c:pt>
                <c:pt idx="406">
                  <c:v>17.175082545348538</c:v>
                </c:pt>
                <c:pt idx="407">
                  <c:v>17.083046164775109</c:v>
                </c:pt>
                <c:pt idx="408">
                  <c:v>17.099999939075303</c:v>
                </c:pt>
                <c:pt idx="409">
                  <c:v>17.128811410952007</c:v>
                </c:pt>
                <c:pt idx="410">
                  <c:v>17.110923493507407</c:v>
                </c:pt>
                <c:pt idx="411">
                  <c:v>17.109242939056113</c:v>
                </c:pt>
                <c:pt idx="412">
                  <c:v>17.115365208525436</c:v>
                </c:pt>
                <c:pt idx="413">
                  <c:v>17.082817643853108</c:v>
                </c:pt>
                <c:pt idx="414">
                  <c:v>17.055736680871259</c:v>
                </c:pt>
                <c:pt idx="415">
                  <c:v>17.079116879766026</c:v>
                </c:pt>
                <c:pt idx="416">
                  <c:v>17.096565027518164</c:v>
                </c:pt>
                <c:pt idx="417">
                  <c:v>17.070351042010319</c:v>
                </c:pt>
                <c:pt idx="418">
                  <c:v>17.039853547690786</c:v>
                </c:pt>
                <c:pt idx="419">
                  <c:v>17.046598764568998</c:v>
                </c:pt>
                <c:pt idx="420">
                  <c:v>17.062827378858096</c:v>
                </c:pt>
                <c:pt idx="421">
                  <c:v>17.040556858582509</c:v>
                </c:pt>
                <c:pt idx="422">
                  <c:v>17.04988598323779</c:v>
                </c:pt>
                <c:pt idx="423">
                  <c:v>17.065797042776143</c:v>
                </c:pt>
                <c:pt idx="424">
                  <c:v>17.042736283489926</c:v>
                </c:pt>
                <c:pt idx="425">
                  <c:v>17.006385549358754</c:v>
                </c:pt>
                <c:pt idx="426">
                  <c:v>17.017544258365188</c:v>
                </c:pt>
                <c:pt idx="427">
                  <c:v>17.029208931271153</c:v>
                </c:pt>
                <c:pt idx="428">
                  <c:v>17.075203518949561</c:v>
                </c:pt>
                <c:pt idx="429">
                  <c:v>17.106766479597386</c:v>
                </c:pt>
                <c:pt idx="430">
                  <c:v>17.140422256888375</c:v>
                </c:pt>
                <c:pt idx="431">
                  <c:v>17.051646695551064</c:v>
                </c:pt>
                <c:pt idx="432">
                  <c:v>17.029676417892851</c:v>
                </c:pt>
                <c:pt idx="433">
                  <c:v>17.064240218768401</c:v>
                </c:pt>
                <c:pt idx="434">
                  <c:v>17.131844882066542</c:v>
                </c:pt>
                <c:pt idx="435">
                  <c:v>17.323246549149019</c:v>
                </c:pt>
                <c:pt idx="436">
                  <c:v>16.950840060181417</c:v>
                </c:pt>
                <c:pt idx="437">
                  <c:v>17.136968161667337</c:v>
                </c:pt>
                <c:pt idx="438">
                  <c:v>17.230394325961139</c:v>
                </c:pt>
                <c:pt idx="439">
                  <c:v>17.220096833713047</c:v>
                </c:pt>
                <c:pt idx="440">
                  <c:v>17.307931024713799</c:v>
                </c:pt>
                <c:pt idx="441">
                  <c:v>17.450480436927556</c:v>
                </c:pt>
                <c:pt idx="442">
                  <c:v>17.434284306925218</c:v>
                </c:pt>
                <c:pt idx="443">
                  <c:v>17.292521371622069</c:v>
                </c:pt>
                <c:pt idx="444">
                  <c:v>17.239558451306394</c:v>
                </c:pt>
                <c:pt idx="445">
                  <c:v>17.267766631604506</c:v>
                </c:pt>
                <c:pt idx="446">
                  <c:v>17.305114597831508</c:v>
                </c:pt>
                <c:pt idx="447">
                  <c:v>17.314294335130306</c:v>
                </c:pt>
                <c:pt idx="448">
                  <c:v>17.309104221137154</c:v>
                </c:pt>
                <c:pt idx="449">
                  <c:v>17.327227125137195</c:v>
                </c:pt>
                <c:pt idx="450">
                  <c:v>17.323166981495039</c:v>
                </c:pt>
                <c:pt idx="451">
                  <c:v>17.38011134597582</c:v>
                </c:pt>
                <c:pt idx="452">
                  <c:v>17.316034801405287</c:v>
                </c:pt>
                <c:pt idx="453">
                  <c:v>17.271554411389751</c:v>
                </c:pt>
                <c:pt idx="454">
                  <c:v>17.351885543209164</c:v>
                </c:pt>
                <c:pt idx="455">
                  <c:v>17.376166045387073</c:v>
                </c:pt>
                <c:pt idx="456">
                  <c:v>17.407278307974952</c:v>
                </c:pt>
                <c:pt idx="457">
                  <c:v>17.420355733211974</c:v>
                </c:pt>
                <c:pt idx="458">
                  <c:v>17.395259784430145</c:v>
                </c:pt>
                <c:pt idx="459">
                  <c:v>17.377794714843482</c:v>
                </c:pt>
                <c:pt idx="460">
                  <c:v>17.393228463652783</c:v>
                </c:pt>
                <c:pt idx="461">
                  <c:v>17.431225399749781</c:v>
                </c:pt>
                <c:pt idx="462">
                  <c:v>17.414814083718454</c:v>
                </c:pt>
                <c:pt idx="463">
                  <c:v>17.399175780239744</c:v>
                </c:pt>
                <c:pt idx="464">
                  <c:v>17.431142420312781</c:v>
                </c:pt>
                <c:pt idx="465">
                  <c:v>17.434029854929157</c:v>
                </c:pt>
                <c:pt idx="466">
                  <c:v>17.444973088038321</c:v>
                </c:pt>
                <c:pt idx="467">
                  <c:v>17.462404405342976</c:v>
                </c:pt>
                <c:pt idx="468">
                  <c:v>17.459905061045021</c:v>
                </c:pt>
                <c:pt idx="469">
                  <c:v>17.465832394331443</c:v>
                </c:pt>
                <c:pt idx="470">
                  <c:v>17.477115374012143</c:v>
                </c:pt>
                <c:pt idx="471">
                  <c:v>17.497110737642718</c:v>
                </c:pt>
                <c:pt idx="472">
                  <c:v>17.48111879676161</c:v>
                </c:pt>
                <c:pt idx="473">
                  <c:v>17.521572490793517</c:v>
                </c:pt>
                <c:pt idx="474">
                  <c:v>17.540157264919774</c:v>
                </c:pt>
                <c:pt idx="475">
                  <c:v>17.56468518229126</c:v>
                </c:pt>
                <c:pt idx="476">
                  <c:v>17.588551883928705</c:v>
                </c:pt>
                <c:pt idx="477">
                  <c:v>17.585875461999592</c:v>
                </c:pt>
                <c:pt idx="478">
                  <c:v>17.560619250802912</c:v>
                </c:pt>
                <c:pt idx="479">
                  <c:v>17.593750953852282</c:v>
                </c:pt>
                <c:pt idx="480">
                  <c:v>17.642972260071691</c:v>
                </c:pt>
                <c:pt idx="481">
                  <c:v>17.675191981335111</c:v>
                </c:pt>
                <c:pt idx="482">
                  <c:v>17.678987041621621</c:v>
                </c:pt>
                <c:pt idx="483">
                  <c:v>17.668380234688026</c:v>
                </c:pt>
                <c:pt idx="484">
                  <c:v>17.641675599750332</c:v>
                </c:pt>
                <c:pt idx="485">
                  <c:v>17.657595588564554</c:v>
                </c:pt>
                <c:pt idx="486">
                  <c:v>17.683771640833072</c:v>
                </c:pt>
                <c:pt idx="487">
                  <c:v>17.673899829441311</c:v>
                </c:pt>
                <c:pt idx="488">
                  <c:v>17.666377883603975</c:v>
                </c:pt>
                <c:pt idx="489">
                  <c:v>17.681406665953848</c:v>
                </c:pt>
                <c:pt idx="490">
                  <c:v>17.67494901364439</c:v>
                </c:pt>
                <c:pt idx="491">
                  <c:v>17.657725723716858</c:v>
                </c:pt>
                <c:pt idx="492">
                  <c:v>17.665911017652626</c:v>
                </c:pt>
                <c:pt idx="493">
                  <c:v>17.704231859900005</c:v>
                </c:pt>
                <c:pt idx="494">
                  <c:v>17.696821162558972</c:v>
                </c:pt>
                <c:pt idx="495">
                  <c:v>17.690278337523431</c:v>
                </c:pt>
                <c:pt idx="496">
                  <c:v>17.709519940805563</c:v>
                </c:pt>
                <c:pt idx="497">
                  <c:v>17.703457446079359</c:v>
                </c:pt>
                <c:pt idx="498">
                  <c:v>17.718688071949629</c:v>
                </c:pt>
                <c:pt idx="499">
                  <c:v>17.669382567799286</c:v>
                </c:pt>
                <c:pt idx="500">
                  <c:v>17.691006143951046</c:v>
                </c:pt>
                <c:pt idx="501">
                  <c:v>17.710957519950554</c:v>
                </c:pt>
                <c:pt idx="502">
                  <c:v>17.723876845599456</c:v>
                </c:pt>
                <c:pt idx="503">
                  <c:v>17.730784183095771</c:v>
                </c:pt>
                <c:pt idx="504">
                  <c:v>17.744417789889606</c:v>
                </c:pt>
                <c:pt idx="505">
                  <c:v>17.810629592770187</c:v>
                </c:pt>
                <c:pt idx="506">
                  <c:v>17.828397732260939</c:v>
                </c:pt>
                <c:pt idx="507">
                  <c:v>17.812184634730553</c:v>
                </c:pt>
                <c:pt idx="508">
                  <c:v>17.900492789409824</c:v>
                </c:pt>
                <c:pt idx="509">
                  <c:v>18.018281978383307</c:v>
                </c:pt>
                <c:pt idx="510">
                  <c:v>18.085683214118934</c:v>
                </c:pt>
                <c:pt idx="511">
                  <c:v>18.164433380519512</c:v>
                </c:pt>
                <c:pt idx="512">
                  <c:v>18.2501589373027</c:v>
                </c:pt>
                <c:pt idx="513">
                  <c:v>18.302946653421639</c:v>
                </c:pt>
                <c:pt idx="514">
                  <c:v>18.366105580671764</c:v>
                </c:pt>
                <c:pt idx="515">
                  <c:v>18.428738849638151</c:v>
                </c:pt>
                <c:pt idx="516">
                  <c:v>18.419654489952148</c:v>
                </c:pt>
                <c:pt idx="517">
                  <c:v>18.412669839015628</c:v>
                </c:pt>
                <c:pt idx="518">
                  <c:v>18.373729940924367</c:v>
                </c:pt>
                <c:pt idx="519">
                  <c:v>18.341301674423903</c:v>
                </c:pt>
                <c:pt idx="520">
                  <c:v>18.323291968510464</c:v>
                </c:pt>
                <c:pt idx="521">
                  <c:v>18.296123209232775</c:v>
                </c:pt>
                <c:pt idx="522">
                  <c:v>18.270292356296157</c:v>
                </c:pt>
                <c:pt idx="523">
                  <c:v>18.260272558815942</c:v>
                </c:pt>
                <c:pt idx="524">
                  <c:v>18.338075102482954</c:v>
                </c:pt>
                <c:pt idx="525">
                  <c:v>18.351122979242042</c:v>
                </c:pt>
                <c:pt idx="526">
                  <c:v>18.343099196677414</c:v>
                </c:pt>
                <c:pt idx="527">
                  <c:v>18.389590101686366</c:v>
                </c:pt>
                <c:pt idx="528">
                  <c:v>18.32806151932181</c:v>
                </c:pt>
                <c:pt idx="529">
                  <c:v>18.320324326530788</c:v>
                </c:pt>
                <c:pt idx="530">
                  <c:v>18.33529937329811</c:v>
                </c:pt>
                <c:pt idx="531">
                  <c:v>18.355701104656141</c:v>
                </c:pt>
                <c:pt idx="532">
                  <c:v>18.415533909010794</c:v>
                </c:pt>
                <c:pt idx="533">
                  <c:v>18.407232309828888</c:v>
                </c:pt>
                <c:pt idx="534">
                  <c:v>18.401623704093623</c:v>
                </c:pt>
                <c:pt idx="535">
                  <c:v>18.433814242427289</c:v>
                </c:pt>
                <c:pt idx="536">
                  <c:v>18.525579142551912</c:v>
                </c:pt>
                <c:pt idx="537">
                  <c:v>18.577455790755348</c:v>
                </c:pt>
                <c:pt idx="538">
                  <c:v>18.558109762542948</c:v>
                </c:pt>
                <c:pt idx="539">
                  <c:v>18.661068600903942</c:v>
                </c:pt>
                <c:pt idx="540">
                  <c:v>18.773646961487366</c:v>
                </c:pt>
                <c:pt idx="541">
                  <c:v>18.876599463679895</c:v>
                </c:pt>
                <c:pt idx="542">
                  <c:v>19.051549969979355</c:v>
                </c:pt>
                <c:pt idx="543">
                  <c:v>19.130909992594606</c:v>
                </c:pt>
                <c:pt idx="544">
                  <c:v>19.196424756019436</c:v>
                </c:pt>
                <c:pt idx="545">
                  <c:v>19.28082739393696</c:v>
                </c:pt>
                <c:pt idx="546">
                  <c:v>19.413434383035398</c:v>
                </c:pt>
                <c:pt idx="547">
                  <c:v>19.549099548212912</c:v>
                </c:pt>
                <c:pt idx="548">
                  <c:v>19.604957503500881</c:v>
                </c:pt>
                <c:pt idx="549">
                  <c:v>19.662988764572049</c:v>
                </c:pt>
                <c:pt idx="550">
                  <c:v>19.766358722786855</c:v>
                </c:pt>
                <c:pt idx="551">
                  <c:v>19.842330844864087</c:v>
                </c:pt>
                <c:pt idx="552">
                  <c:v>19.793555507425051</c:v>
                </c:pt>
                <c:pt idx="553">
                  <c:v>19.763478446822326</c:v>
                </c:pt>
                <c:pt idx="554">
                  <c:v>19.692703445078358</c:v>
                </c:pt>
                <c:pt idx="555">
                  <c:v>19.630468379930075</c:v>
                </c:pt>
                <c:pt idx="556">
                  <c:v>19.555782500051031</c:v>
                </c:pt>
                <c:pt idx="557">
                  <c:v>19.303500397990582</c:v>
                </c:pt>
                <c:pt idx="558">
                  <c:v>19.188491385704815</c:v>
                </c:pt>
                <c:pt idx="559">
                  <c:v>19.133736654825952</c:v>
                </c:pt>
                <c:pt idx="560">
                  <c:v>19.061715133786066</c:v>
                </c:pt>
                <c:pt idx="561">
                  <c:v>18.932254052330052</c:v>
                </c:pt>
                <c:pt idx="562">
                  <c:v>18.794052835724781</c:v>
                </c:pt>
                <c:pt idx="563">
                  <c:v>18.763819564199551</c:v>
                </c:pt>
                <c:pt idx="564">
                  <c:v>18.769400997520062</c:v>
                </c:pt>
                <c:pt idx="565">
                  <c:v>18.554495831379935</c:v>
                </c:pt>
                <c:pt idx="566">
                  <c:v>18.438984190345813</c:v>
                </c:pt>
                <c:pt idx="567">
                  <c:v>18.316119425809106</c:v>
                </c:pt>
                <c:pt idx="568">
                  <c:v>18.242265899137337</c:v>
                </c:pt>
                <c:pt idx="569">
                  <c:v>18.267179591688777</c:v>
                </c:pt>
                <c:pt idx="570">
                  <c:v>18.28976620452238</c:v>
                </c:pt>
                <c:pt idx="571">
                  <c:v>18.198107922617108</c:v>
                </c:pt>
                <c:pt idx="572">
                  <c:v>18.054634404602741</c:v>
                </c:pt>
                <c:pt idx="573">
                  <c:v>18.062441660795049</c:v>
                </c:pt>
                <c:pt idx="574">
                  <c:v>18.147746837170523</c:v>
                </c:pt>
                <c:pt idx="575">
                  <c:v>18.159869024086884</c:v>
                </c:pt>
                <c:pt idx="576">
                  <c:v>18.029254272572828</c:v>
                </c:pt>
                <c:pt idx="577">
                  <c:v>17.648351301549528</c:v>
                </c:pt>
                <c:pt idx="578">
                  <c:v>17.488324695734448</c:v>
                </c:pt>
                <c:pt idx="579">
                  <c:v>17.45444876705168</c:v>
                </c:pt>
                <c:pt idx="580">
                  <c:v>17.592778108294258</c:v>
                </c:pt>
                <c:pt idx="581">
                  <c:v>17.208483733562897</c:v>
                </c:pt>
                <c:pt idx="582">
                  <c:v>17.687754105486846</c:v>
                </c:pt>
                <c:pt idx="583">
                  <c:v>17.425208202535625</c:v>
                </c:pt>
                <c:pt idx="584">
                  <c:v>17.418305403929217</c:v>
                </c:pt>
                <c:pt idx="585">
                  <c:v>16.973120949078833</c:v>
                </c:pt>
                <c:pt idx="586">
                  <c:v>16.657175360468585</c:v>
                </c:pt>
                <c:pt idx="587">
                  <c:v>18.953839916094509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1B0C-4B9C-BBFB-FF685BE46DCA}"/>
            </c:ext>
          </c:extLst>
        </c:ser>
        <c:ser>
          <c:idx val="18"/>
          <c:order val="18"/>
          <c:tx>
            <c:strRef>
              <c:f>Sheet2!$S$1</c:f>
              <c:strCache>
                <c:ptCount val="1"/>
                <c:pt idx="0">
                  <c:v>S7_n3_z_o/O-PTIR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Sheet2!$S$2:$S$589</c:f>
              <c:numCache>
                <c:formatCode>General</c:formatCode>
                <c:ptCount val="588"/>
                <c:pt idx="0">
                  <c:v>18.116097048520455</c:v>
                </c:pt>
                <c:pt idx="1">
                  <c:v>17.963158841156766</c:v>
                </c:pt>
                <c:pt idx="2">
                  <c:v>17.855873838699495</c:v>
                </c:pt>
                <c:pt idx="3">
                  <c:v>17.927234687452405</c:v>
                </c:pt>
                <c:pt idx="4">
                  <c:v>17.955641508999783</c:v>
                </c:pt>
                <c:pt idx="5">
                  <c:v>18.022591539908593</c:v>
                </c:pt>
                <c:pt idx="6">
                  <c:v>18.064903348561383</c:v>
                </c:pt>
                <c:pt idx="7">
                  <c:v>18.092332266225821</c:v>
                </c:pt>
                <c:pt idx="8">
                  <c:v>18.072649430937467</c:v>
                </c:pt>
                <c:pt idx="9">
                  <c:v>18.070829772059945</c:v>
                </c:pt>
                <c:pt idx="10">
                  <c:v>18.061440471977644</c:v>
                </c:pt>
                <c:pt idx="11">
                  <c:v>18.055806322805825</c:v>
                </c:pt>
                <c:pt idx="12">
                  <c:v>18.068257550069912</c:v>
                </c:pt>
                <c:pt idx="13">
                  <c:v>18.037678777568697</c:v>
                </c:pt>
                <c:pt idx="14">
                  <c:v>17.996144572094281</c:v>
                </c:pt>
                <c:pt idx="15">
                  <c:v>17.99362335583082</c:v>
                </c:pt>
                <c:pt idx="16">
                  <c:v>18.029549176266627</c:v>
                </c:pt>
                <c:pt idx="17">
                  <c:v>18.040095041509289</c:v>
                </c:pt>
                <c:pt idx="18">
                  <c:v>18.023594878102433</c:v>
                </c:pt>
                <c:pt idx="19">
                  <c:v>18.006002781493422</c:v>
                </c:pt>
                <c:pt idx="20">
                  <c:v>18.021098628672171</c:v>
                </c:pt>
                <c:pt idx="21">
                  <c:v>18.025863899231567</c:v>
                </c:pt>
                <c:pt idx="22">
                  <c:v>18.010304477157611</c:v>
                </c:pt>
                <c:pt idx="23">
                  <c:v>17.999496480883479</c:v>
                </c:pt>
                <c:pt idx="24">
                  <c:v>17.994250666304943</c:v>
                </c:pt>
                <c:pt idx="25">
                  <c:v>18.004841666547144</c:v>
                </c:pt>
                <c:pt idx="26">
                  <c:v>18.002983372482234</c:v>
                </c:pt>
                <c:pt idx="27">
                  <c:v>17.999077782883962</c:v>
                </c:pt>
                <c:pt idx="28">
                  <c:v>18.010843279071004</c:v>
                </c:pt>
                <c:pt idx="29">
                  <c:v>18.018084698070151</c:v>
                </c:pt>
                <c:pt idx="30">
                  <c:v>18.014731108852789</c:v>
                </c:pt>
                <c:pt idx="31">
                  <c:v>18.005697750366476</c:v>
                </c:pt>
                <c:pt idx="32">
                  <c:v>18.003192669792394</c:v>
                </c:pt>
                <c:pt idx="33">
                  <c:v>18.014939357228887</c:v>
                </c:pt>
                <c:pt idx="34">
                  <c:v>18.01995620347336</c:v>
                </c:pt>
                <c:pt idx="35">
                  <c:v>18.015157293240637</c:v>
                </c:pt>
                <c:pt idx="36">
                  <c:v>18.015856744499125</c:v>
                </c:pt>
                <c:pt idx="37">
                  <c:v>18.036247518326622</c:v>
                </c:pt>
                <c:pt idx="38">
                  <c:v>18.045479992579914</c:v>
                </c:pt>
                <c:pt idx="39">
                  <c:v>18.060218902638901</c:v>
                </c:pt>
                <c:pt idx="40">
                  <c:v>18.084618533967376</c:v>
                </c:pt>
                <c:pt idx="41">
                  <c:v>18.125208284717122</c:v>
                </c:pt>
                <c:pt idx="42">
                  <c:v>18.163054354329358</c:v>
                </c:pt>
                <c:pt idx="43">
                  <c:v>18.217296603568901</c:v>
                </c:pt>
                <c:pt idx="44">
                  <c:v>18.294658861666317</c:v>
                </c:pt>
                <c:pt idx="45">
                  <c:v>18.388548664479309</c:v>
                </c:pt>
                <c:pt idx="46">
                  <c:v>18.457100501948371</c:v>
                </c:pt>
                <c:pt idx="47">
                  <c:v>18.466153953716496</c:v>
                </c:pt>
                <c:pt idx="48">
                  <c:v>18.451348312729927</c:v>
                </c:pt>
                <c:pt idx="49">
                  <c:v>18.419873093096239</c:v>
                </c:pt>
                <c:pt idx="50">
                  <c:v>18.373746723669594</c:v>
                </c:pt>
                <c:pt idx="51">
                  <c:v>18.349386556489261</c:v>
                </c:pt>
                <c:pt idx="52">
                  <c:v>18.339692692207095</c:v>
                </c:pt>
                <c:pt idx="53">
                  <c:v>18.341165644513367</c:v>
                </c:pt>
                <c:pt idx="54">
                  <c:v>18.343669219412806</c:v>
                </c:pt>
                <c:pt idx="55">
                  <c:v>18.34947092052154</c:v>
                </c:pt>
                <c:pt idx="56">
                  <c:v>18.352626678021394</c:v>
                </c:pt>
                <c:pt idx="57">
                  <c:v>18.364792612840066</c:v>
                </c:pt>
                <c:pt idx="58">
                  <c:v>18.372418783056233</c:v>
                </c:pt>
                <c:pt idx="59">
                  <c:v>18.391446184874511</c:v>
                </c:pt>
                <c:pt idx="60">
                  <c:v>18.420417970567875</c:v>
                </c:pt>
                <c:pt idx="61">
                  <c:v>18.429331767089582</c:v>
                </c:pt>
                <c:pt idx="62">
                  <c:v>18.421619788010172</c:v>
                </c:pt>
                <c:pt idx="63">
                  <c:v>18.421407574057628</c:v>
                </c:pt>
                <c:pt idx="64">
                  <c:v>18.441635947563491</c:v>
                </c:pt>
                <c:pt idx="65">
                  <c:v>18.468254596976386</c:v>
                </c:pt>
                <c:pt idx="66">
                  <c:v>18.477683599075338</c:v>
                </c:pt>
                <c:pt idx="67">
                  <c:v>18.488738388404531</c:v>
                </c:pt>
                <c:pt idx="68">
                  <c:v>18.48239815298448</c:v>
                </c:pt>
                <c:pt idx="69">
                  <c:v>18.472971758629217</c:v>
                </c:pt>
                <c:pt idx="70">
                  <c:v>18.456043132362517</c:v>
                </c:pt>
                <c:pt idx="71">
                  <c:v>18.428924465717369</c:v>
                </c:pt>
                <c:pt idx="72">
                  <c:v>18.411467383716303</c:v>
                </c:pt>
                <c:pt idx="73">
                  <c:v>18.391572096606897</c:v>
                </c:pt>
                <c:pt idx="74">
                  <c:v>18.385293354602183</c:v>
                </c:pt>
                <c:pt idx="75">
                  <c:v>18.389130966596845</c:v>
                </c:pt>
                <c:pt idx="76">
                  <c:v>18.377822732773016</c:v>
                </c:pt>
                <c:pt idx="77">
                  <c:v>18.369976560613019</c:v>
                </c:pt>
                <c:pt idx="78">
                  <c:v>18.352979992051313</c:v>
                </c:pt>
                <c:pt idx="79">
                  <c:v>18.346553137253093</c:v>
                </c:pt>
                <c:pt idx="80">
                  <c:v>18.368832324970533</c:v>
                </c:pt>
                <c:pt idx="81">
                  <c:v>18.388798056399292</c:v>
                </c:pt>
                <c:pt idx="82">
                  <c:v>18.379952801248841</c:v>
                </c:pt>
                <c:pt idx="83">
                  <c:v>18.383278625924877</c:v>
                </c:pt>
                <c:pt idx="84">
                  <c:v>18.391305331475586</c:v>
                </c:pt>
                <c:pt idx="85">
                  <c:v>18.391946378305658</c:v>
                </c:pt>
                <c:pt idx="86">
                  <c:v>18.388272737005313</c:v>
                </c:pt>
                <c:pt idx="87">
                  <c:v>18.388530903630407</c:v>
                </c:pt>
                <c:pt idx="88">
                  <c:v>18.383552861889456</c:v>
                </c:pt>
                <c:pt idx="89">
                  <c:v>18.383585952042466</c:v>
                </c:pt>
                <c:pt idx="90">
                  <c:v>18.367331779916864</c:v>
                </c:pt>
                <c:pt idx="91">
                  <c:v>18.335431039944925</c:v>
                </c:pt>
                <c:pt idx="92">
                  <c:v>18.327757190307004</c:v>
                </c:pt>
                <c:pt idx="93">
                  <c:v>18.310407448674496</c:v>
                </c:pt>
                <c:pt idx="94">
                  <c:v>18.291807787300584</c:v>
                </c:pt>
                <c:pt idx="95">
                  <c:v>18.285677704305968</c:v>
                </c:pt>
                <c:pt idx="96">
                  <c:v>18.306704205959313</c:v>
                </c:pt>
                <c:pt idx="97">
                  <c:v>18.306469473787629</c:v>
                </c:pt>
                <c:pt idx="98">
                  <c:v>18.313210315021781</c:v>
                </c:pt>
                <c:pt idx="99">
                  <c:v>18.32369013210759</c:v>
                </c:pt>
                <c:pt idx="100">
                  <c:v>18.339822867952812</c:v>
                </c:pt>
                <c:pt idx="101">
                  <c:v>18.326360320684813</c:v>
                </c:pt>
                <c:pt idx="102">
                  <c:v>18.306813096878173</c:v>
                </c:pt>
                <c:pt idx="103">
                  <c:v>18.325351194357182</c:v>
                </c:pt>
                <c:pt idx="104">
                  <c:v>18.321282620847249</c:v>
                </c:pt>
                <c:pt idx="105">
                  <c:v>18.291992232306828</c:v>
                </c:pt>
                <c:pt idx="106">
                  <c:v>18.281636441625199</c:v>
                </c:pt>
                <c:pt idx="107">
                  <c:v>18.294120063056653</c:v>
                </c:pt>
                <c:pt idx="108">
                  <c:v>18.297335076245844</c:v>
                </c:pt>
                <c:pt idx="109">
                  <c:v>18.291477079589253</c:v>
                </c:pt>
                <c:pt idx="110">
                  <c:v>18.292357263563456</c:v>
                </c:pt>
                <c:pt idx="111">
                  <c:v>18.267501607462545</c:v>
                </c:pt>
                <c:pt idx="112">
                  <c:v>18.233356851187555</c:v>
                </c:pt>
                <c:pt idx="113">
                  <c:v>18.210662115989479</c:v>
                </c:pt>
                <c:pt idx="114">
                  <c:v>18.190006865413856</c:v>
                </c:pt>
                <c:pt idx="115">
                  <c:v>18.182396623578047</c:v>
                </c:pt>
                <c:pt idx="116">
                  <c:v>18.16279079601799</c:v>
                </c:pt>
                <c:pt idx="117">
                  <c:v>18.157955299185375</c:v>
                </c:pt>
                <c:pt idx="118">
                  <c:v>18.189663224703423</c:v>
                </c:pt>
                <c:pt idx="119">
                  <c:v>18.210156019895251</c:v>
                </c:pt>
                <c:pt idx="120">
                  <c:v>18.218414462236382</c:v>
                </c:pt>
                <c:pt idx="121">
                  <c:v>18.230255662486361</c:v>
                </c:pt>
                <c:pt idx="122">
                  <c:v>18.227292825159736</c:v>
                </c:pt>
                <c:pt idx="123">
                  <c:v>18.232839443124089</c:v>
                </c:pt>
                <c:pt idx="124">
                  <c:v>18.237126485647437</c:v>
                </c:pt>
                <c:pt idx="125">
                  <c:v>18.234807443853693</c:v>
                </c:pt>
                <c:pt idx="126">
                  <c:v>18.229088714805943</c:v>
                </c:pt>
                <c:pt idx="127">
                  <c:v>18.216929986522192</c:v>
                </c:pt>
                <c:pt idx="128">
                  <c:v>18.20771180640449</c:v>
                </c:pt>
                <c:pt idx="129">
                  <c:v>18.222013888560962</c:v>
                </c:pt>
                <c:pt idx="130">
                  <c:v>18.216827826401236</c:v>
                </c:pt>
                <c:pt idx="131">
                  <c:v>18.198736181689537</c:v>
                </c:pt>
                <c:pt idx="132">
                  <c:v>18.191292042554711</c:v>
                </c:pt>
                <c:pt idx="133">
                  <c:v>18.209778337557761</c:v>
                </c:pt>
                <c:pt idx="134">
                  <c:v>18.224484426167059</c:v>
                </c:pt>
                <c:pt idx="135">
                  <c:v>18.199422934513706</c:v>
                </c:pt>
                <c:pt idx="136">
                  <c:v>18.179345316784826</c:v>
                </c:pt>
                <c:pt idx="137">
                  <c:v>18.160404640064062</c:v>
                </c:pt>
                <c:pt idx="138">
                  <c:v>18.161765247953081</c:v>
                </c:pt>
                <c:pt idx="139">
                  <c:v>18.150354272551926</c:v>
                </c:pt>
                <c:pt idx="140">
                  <c:v>18.140146867772099</c:v>
                </c:pt>
                <c:pt idx="141">
                  <c:v>18.130962147825095</c:v>
                </c:pt>
                <c:pt idx="142">
                  <c:v>18.131885280280645</c:v>
                </c:pt>
                <c:pt idx="143">
                  <c:v>18.134104963515902</c:v>
                </c:pt>
                <c:pt idx="144">
                  <c:v>18.15849501402931</c:v>
                </c:pt>
                <c:pt idx="145">
                  <c:v>18.180835607062644</c:v>
                </c:pt>
                <c:pt idx="146">
                  <c:v>18.160918013172772</c:v>
                </c:pt>
                <c:pt idx="147">
                  <c:v>18.175351063969998</c:v>
                </c:pt>
                <c:pt idx="148">
                  <c:v>18.176490929879815</c:v>
                </c:pt>
                <c:pt idx="149">
                  <c:v>18.174610588101881</c:v>
                </c:pt>
                <c:pt idx="150">
                  <c:v>18.196876419942868</c:v>
                </c:pt>
                <c:pt idx="151">
                  <c:v>18.225031523744811</c:v>
                </c:pt>
                <c:pt idx="152">
                  <c:v>18.238270879868931</c:v>
                </c:pt>
                <c:pt idx="153">
                  <c:v>18.242507599987061</c:v>
                </c:pt>
                <c:pt idx="154">
                  <c:v>18.244289217522542</c:v>
                </c:pt>
                <c:pt idx="155">
                  <c:v>18.257954622581607</c:v>
                </c:pt>
                <c:pt idx="156">
                  <c:v>18.264480201622284</c:v>
                </c:pt>
                <c:pt idx="157">
                  <c:v>18.292100189371528</c:v>
                </c:pt>
                <c:pt idx="158">
                  <c:v>18.305948312687637</c:v>
                </c:pt>
                <c:pt idx="159">
                  <c:v>18.313079434480475</c:v>
                </c:pt>
                <c:pt idx="160">
                  <c:v>18.323919155434986</c:v>
                </c:pt>
                <c:pt idx="161">
                  <c:v>18.341710521985007</c:v>
                </c:pt>
                <c:pt idx="162">
                  <c:v>18.356499177397826</c:v>
                </c:pt>
                <c:pt idx="163">
                  <c:v>18.348132725132327</c:v>
                </c:pt>
                <c:pt idx="164">
                  <c:v>18.35176918846523</c:v>
                </c:pt>
                <c:pt idx="165">
                  <c:v>18.346798934715562</c:v>
                </c:pt>
                <c:pt idx="166">
                  <c:v>18.334717363929169</c:v>
                </c:pt>
                <c:pt idx="167">
                  <c:v>18.338818076118066</c:v>
                </c:pt>
                <c:pt idx="168">
                  <c:v>18.369035905177082</c:v>
                </c:pt>
                <c:pt idx="169">
                  <c:v>18.374603050313031</c:v>
                </c:pt>
                <c:pt idx="170">
                  <c:v>18.38457618984825</c:v>
                </c:pt>
                <c:pt idx="171">
                  <c:v>18.401185473232534</c:v>
                </c:pt>
                <c:pt idx="172">
                  <c:v>18.388452777039113</c:v>
                </c:pt>
                <c:pt idx="173">
                  <c:v>18.377141618313576</c:v>
                </c:pt>
                <c:pt idx="174">
                  <c:v>18.371627473806093</c:v>
                </c:pt>
                <c:pt idx="175">
                  <c:v>18.357708148515371</c:v>
                </c:pt>
                <c:pt idx="176">
                  <c:v>18.33320296964213</c:v>
                </c:pt>
                <c:pt idx="177">
                  <c:v>18.326836515826081</c:v>
                </c:pt>
                <c:pt idx="178">
                  <c:v>18.343703578197882</c:v>
                </c:pt>
                <c:pt idx="179">
                  <c:v>18.358885227632413</c:v>
                </c:pt>
                <c:pt idx="180">
                  <c:v>18.369363846565719</c:v>
                </c:pt>
                <c:pt idx="181">
                  <c:v>18.372518687831302</c:v>
                </c:pt>
                <c:pt idx="182">
                  <c:v>18.380425049534796</c:v>
                </c:pt>
                <c:pt idx="183">
                  <c:v>18.379666478039873</c:v>
                </c:pt>
                <c:pt idx="184">
                  <c:v>18.387036525538161</c:v>
                </c:pt>
                <c:pt idx="185">
                  <c:v>18.378789959002745</c:v>
                </c:pt>
                <c:pt idx="186">
                  <c:v>18.374522844574741</c:v>
                </c:pt>
                <c:pt idx="187">
                  <c:v>18.377108316721888</c:v>
                </c:pt>
                <c:pt idx="188">
                  <c:v>18.376267072704106</c:v>
                </c:pt>
                <c:pt idx="189">
                  <c:v>18.376673493081832</c:v>
                </c:pt>
                <c:pt idx="190">
                  <c:v>18.373749084734825</c:v>
                </c:pt>
                <c:pt idx="191">
                  <c:v>18.356327700630459</c:v>
                </c:pt>
                <c:pt idx="192">
                  <c:v>18.34323280998267</c:v>
                </c:pt>
                <c:pt idx="193">
                  <c:v>18.35944631540265</c:v>
                </c:pt>
                <c:pt idx="194">
                  <c:v>18.3631715125005</c:v>
                </c:pt>
                <c:pt idx="195">
                  <c:v>18.356808617902189</c:v>
                </c:pt>
                <c:pt idx="196">
                  <c:v>18.348440156969254</c:v>
                </c:pt>
                <c:pt idx="197">
                  <c:v>18.331990404067064</c:v>
                </c:pt>
                <c:pt idx="198">
                  <c:v>18.29638451843185</c:v>
                </c:pt>
                <c:pt idx="199">
                  <c:v>18.256343970836685</c:v>
                </c:pt>
                <c:pt idx="200">
                  <c:v>18.251294533302332</c:v>
                </c:pt>
                <c:pt idx="201">
                  <c:v>18.283849182623886</c:v>
                </c:pt>
                <c:pt idx="202">
                  <c:v>18.334648787318134</c:v>
                </c:pt>
                <c:pt idx="203">
                  <c:v>18.353668964981598</c:v>
                </c:pt>
                <c:pt idx="204">
                  <c:v>18.348835512056198</c:v>
                </c:pt>
                <c:pt idx="205">
                  <c:v>18.35210410733022</c:v>
                </c:pt>
                <c:pt idx="206">
                  <c:v>18.350070631090183</c:v>
                </c:pt>
                <c:pt idx="207">
                  <c:v>18.338140027519451</c:v>
                </c:pt>
                <c:pt idx="208">
                  <c:v>18.322549138524824</c:v>
                </c:pt>
                <c:pt idx="209">
                  <c:v>18.335054996257185</c:v>
                </c:pt>
                <c:pt idx="210">
                  <c:v>18.339089034783143</c:v>
                </c:pt>
                <c:pt idx="211">
                  <c:v>18.340241023177132</c:v>
                </c:pt>
                <c:pt idx="212">
                  <c:v>18.339581228784329</c:v>
                </c:pt>
                <c:pt idx="213">
                  <c:v>18.335787913192583</c:v>
                </c:pt>
                <c:pt idx="214">
                  <c:v>18.316853332953684</c:v>
                </c:pt>
                <c:pt idx="215">
                  <c:v>18.293757674783492</c:v>
                </c:pt>
                <c:pt idx="216">
                  <c:v>18.296484846084272</c:v>
                </c:pt>
                <c:pt idx="217">
                  <c:v>18.283916155824947</c:v>
                </c:pt>
                <c:pt idx="218">
                  <c:v>18.272683634667516</c:v>
                </c:pt>
                <c:pt idx="219">
                  <c:v>18.30564327715572</c:v>
                </c:pt>
                <c:pt idx="220">
                  <c:v>18.342085578958919</c:v>
                </c:pt>
                <c:pt idx="221">
                  <c:v>18.348705864907178</c:v>
                </c:pt>
                <c:pt idx="222">
                  <c:v>18.356049200652556</c:v>
                </c:pt>
                <c:pt idx="223">
                  <c:v>18.356901932838475</c:v>
                </c:pt>
                <c:pt idx="224">
                  <c:v>18.353210248770996</c:v>
                </c:pt>
                <c:pt idx="225">
                  <c:v>18.345287606289343</c:v>
                </c:pt>
                <c:pt idx="226">
                  <c:v>18.347961988400336</c:v>
                </c:pt>
                <c:pt idx="227">
                  <c:v>18.352735850858487</c:v>
                </c:pt>
                <c:pt idx="228">
                  <c:v>18.34511679907779</c:v>
                </c:pt>
                <c:pt idx="229">
                  <c:v>18.353057096689003</c:v>
                </c:pt>
                <c:pt idx="230">
                  <c:v>18.336028847565469</c:v>
                </c:pt>
                <c:pt idx="231">
                  <c:v>18.332489786983285</c:v>
                </c:pt>
                <c:pt idx="232">
                  <c:v>18.334398091526307</c:v>
                </c:pt>
                <c:pt idx="233">
                  <c:v>18.333697524708548</c:v>
                </c:pt>
                <c:pt idx="234">
                  <c:v>18.329734423858852</c:v>
                </c:pt>
                <c:pt idx="235">
                  <c:v>18.322583462070121</c:v>
                </c:pt>
                <c:pt idx="236">
                  <c:v>18.315942596090597</c:v>
                </c:pt>
                <c:pt idx="237">
                  <c:v>18.333768850022388</c:v>
                </c:pt>
                <c:pt idx="238">
                  <c:v>18.336089600945442</c:v>
                </c:pt>
                <c:pt idx="239">
                  <c:v>18.334471002630227</c:v>
                </c:pt>
                <c:pt idx="240">
                  <c:v>18.321871935680917</c:v>
                </c:pt>
                <c:pt idx="241">
                  <c:v>18.307157706682542</c:v>
                </c:pt>
                <c:pt idx="242">
                  <c:v>18.303895278369943</c:v>
                </c:pt>
                <c:pt idx="243">
                  <c:v>18.295660799078917</c:v>
                </c:pt>
                <c:pt idx="244">
                  <c:v>18.297593066672043</c:v>
                </c:pt>
                <c:pt idx="245">
                  <c:v>18.297468599770617</c:v>
                </c:pt>
                <c:pt idx="246">
                  <c:v>18.315358813902318</c:v>
                </c:pt>
                <c:pt idx="247">
                  <c:v>18.328774633222611</c:v>
                </c:pt>
                <c:pt idx="248">
                  <c:v>18.342407036228114</c:v>
                </c:pt>
                <c:pt idx="249">
                  <c:v>18.385554234690307</c:v>
                </c:pt>
                <c:pt idx="250">
                  <c:v>18.419340514307667</c:v>
                </c:pt>
                <c:pt idx="251">
                  <c:v>18.543854390358508</c:v>
                </c:pt>
                <c:pt idx="252">
                  <c:v>18.62218720484482</c:v>
                </c:pt>
                <c:pt idx="253">
                  <c:v>18.671837446508658</c:v>
                </c:pt>
                <c:pt idx="254">
                  <c:v>18.758606382304666</c:v>
                </c:pt>
                <c:pt idx="255">
                  <c:v>18.833557798982572</c:v>
                </c:pt>
                <c:pt idx="256">
                  <c:v>18.935692265382887</c:v>
                </c:pt>
                <c:pt idx="257">
                  <c:v>18.957358739053028</c:v>
                </c:pt>
                <c:pt idx="258">
                  <c:v>18.978793475932747</c:v>
                </c:pt>
                <c:pt idx="259">
                  <c:v>19</c:v>
                </c:pt>
                <c:pt idx="260">
                  <c:v>18.898522262131664</c:v>
                </c:pt>
                <c:pt idx="261">
                  <c:v>18.628619733247554</c:v>
                </c:pt>
                <c:pt idx="262">
                  <c:v>18.371441478249551</c:v>
                </c:pt>
                <c:pt idx="263">
                  <c:v>18.272974098550581</c:v>
                </c:pt>
                <c:pt idx="264">
                  <c:v>18.232973407146105</c:v>
                </c:pt>
                <c:pt idx="265">
                  <c:v>18.237082171624632</c:v>
                </c:pt>
                <c:pt idx="266">
                  <c:v>18.23022711826491</c:v>
                </c:pt>
                <c:pt idx="267">
                  <c:v>18.207401520145417</c:v>
                </c:pt>
                <c:pt idx="268">
                  <c:v>18.199673612685643</c:v>
                </c:pt>
                <c:pt idx="269">
                  <c:v>18.209794019259668</c:v>
                </c:pt>
                <c:pt idx="270">
                  <c:v>18.233873695414548</c:v>
                </c:pt>
                <c:pt idx="271">
                  <c:v>18.2710536539035</c:v>
                </c:pt>
                <c:pt idx="272">
                  <c:v>18.254980402806186</c:v>
                </c:pt>
                <c:pt idx="273">
                  <c:v>18.232122736487291</c:v>
                </c:pt>
                <c:pt idx="274">
                  <c:v>18.259079035848089</c:v>
                </c:pt>
                <c:pt idx="275">
                  <c:v>18.281465017717505</c:v>
                </c:pt>
                <c:pt idx="276">
                  <c:v>18.35490581076478</c:v>
                </c:pt>
                <c:pt idx="277">
                  <c:v>18.434966784040974</c:v>
                </c:pt>
                <c:pt idx="278">
                  <c:v>18.855870499730379</c:v>
                </c:pt>
                <c:pt idx="279">
                  <c:v>19.009308799210853</c:v>
                </c:pt>
                <c:pt idx="280">
                  <c:v>18.849951414915914</c:v>
                </c:pt>
                <c:pt idx="281">
                  <c:v>18.522885593844201</c:v>
                </c:pt>
                <c:pt idx="282">
                  <c:v>18.303377218370553</c:v>
                </c:pt>
                <c:pt idx="283">
                  <c:v>18.231602192083439</c:v>
                </c:pt>
                <c:pt idx="284">
                  <c:v>18.167093555483024</c:v>
                </c:pt>
                <c:pt idx="285">
                  <c:v>18.172356440362208</c:v>
                </c:pt>
                <c:pt idx="286">
                  <c:v>18.182331518085302</c:v>
                </c:pt>
                <c:pt idx="287">
                  <c:v>18.135471579787335</c:v>
                </c:pt>
                <c:pt idx="288">
                  <c:v>18.133548139758993</c:v>
                </c:pt>
                <c:pt idx="289">
                  <c:v>18.14948171799</c:v>
                </c:pt>
                <c:pt idx="290">
                  <c:v>18.147443590099058</c:v>
                </c:pt>
                <c:pt idx="291">
                  <c:v>18.116906559116739</c:v>
                </c:pt>
                <c:pt idx="292">
                  <c:v>18.141509951255632</c:v>
                </c:pt>
                <c:pt idx="293">
                  <c:v>18.009233777023891</c:v>
                </c:pt>
                <c:pt idx="294">
                  <c:v>18.05093540999475</c:v>
                </c:pt>
                <c:pt idx="295">
                  <c:v>18.081821508613555</c:v>
                </c:pt>
                <c:pt idx="296">
                  <c:v>18.142095054935645</c:v>
                </c:pt>
                <c:pt idx="297">
                  <c:v>18.211547110193592</c:v>
                </c:pt>
                <c:pt idx="298">
                  <c:v>18.233942025347126</c:v>
                </c:pt>
                <c:pt idx="299">
                  <c:v>18.233180687529508</c:v>
                </c:pt>
                <c:pt idx="300">
                  <c:v>18.203042553231978</c:v>
                </c:pt>
                <c:pt idx="301">
                  <c:v>18.188120691452401</c:v>
                </c:pt>
                <c:pt idx="302">
                  <c:v>18.124601905020196</c:v>
                </c:pt>
                <c:pt idx="303">
                  <c:v>18.12715064850709</c:v>
                </c:pt>
                <c:pt idx="304">
                  <c:v>18.200863836240462</c:v>
                </c:pt>
                <c:pt idx="305">
                  <c:v>18.221327241456134</c:v>
                </c:pt>
                <c:pt idx="306">
                  <c:v>18.254008243007316</c:v>
                </c:pt>
                <c:pt idx="307">
                  <c:v>18.271055785910164</c:v>
                </c:pt>
                <c:pt idx="308">
                  <c:v>18.296035715093712</c:v>
                </c:pt>
                <c:pt idx="309">
                  <c:v>18.326708489706917</c:v>
                </c:pt>
                <c:pt idx="310">
                  <c:v>18.340519346956139</c:v>
                </c:pt>
                <c:pt idx="311">
                  <c:v>18.25135130458721</c:v>
                </c:pt>
                <c:pt idx="312">
                  <c:v>18.255390805279003</c:v>
                </c:pt>
                <c:pt idx="313">
                  <c:v>18.370394645357784</c:v>
                </c:pt>
                <c:pt idx="314">
                  <c:v>18.444412031678304</c:v>
                </c:pt>
                <c:pt idx="315">
                  <c:v>18.526271713783075</c:v>
                </c:pt>
                <c:pt idx="316">
                  <c:v>18.622293699458666</c:v>
                </c:pt>
                <c:pt idx="317">
                  <c:v>18.643194694637089</c:v>
                </c:pt>
                <c:pt idx="318">
                  <c:v>18.618669922446408</c:v>
                </c:pt>
                <c:pt idx="319">
                  <c:v>18.620613819166788</c:v>
                </c:pt>
                <c:pt idx="320">
                  <c:v>18.624279742955409</c:v>
                </c:pt>
                <c:pt idx="321">
                  <c:v>18.65348323019942</c:v>
                </c:pt>
                <c:pt idx="322">
                  <c:v>18.664215505066036</c:v>
                </c:pt>
                <c:pt idx="323">
                  <c:v>18.702710594508474</c:v>
                </c:pt>
                <c:pt idx="324">
                  <c:v>18.73371328393797</c:v>
                </c:pt>
                <c:pt idx="325">
                  <c:v>18.724223281780588</c:v>
                </c:pt>
                <c:pt idx="326">
                  <c:v>18.690430024686876</c:v>
                </c:pt>
                <c:pt idx="327">
                  <c:v>18.678897242987652</c:v>
                </c:pt>
                <c:pt idx="328">
                  <c:v>18.663869379951144</c:v>
                </c:pt>
                <c:pt idx="329">
                  <c:v>18.676982454325195</c:v>
                </c:pt>
                <c:pt idx="330">
                  <c:v>18.679510908509005</c:v>
                </c:pt>
                <c:pt idx="331">
                  <c:v>18.660621963784642</c:v>
                </c:pt>
                <c:pt idx="332">
                  <c:v>18.674298804152176</c:v>
                </c:pt>
                <c:pt idx="333">
                  <c:v>18.679797760314667</c:v>
                </c:pt>
                <c:pt idx="334">
                  <c:v>18.625613780050635</c:v>
                </c:pt>
                <c:pt idx="335">
                  <c:v>18.59740109444888</c:v>
                </c:pt>
                <c:pt idx="336">
                  <c:v>18.601969086114813</c:v>
                </c:pt>
                <c:pt idx="337">
                  <c:v>18.564152785306366</c:v>
                </c:pt>
                <c:pt idx="338">
                  <c:v>18.509839651250225</c:v>
                </c:pt>
                <c:pt idx="339">
                  <c:v>18.505631774891672</c:v>
                </c:pt>
                <c:pt idx="340">
                  <c:v>18.5410970890462</c:v>
                </c:pt>
                <c:pt idx="341">
                  <c:v>18.537476095976526</c:v>
                </c:pt>
                <c:pt idx="342">
                  <c:v>18.485920016554239</c:v>
                </c:pt>
                <c:pt idx="343">
                  <c:v>18.478636130316985</c:v>
                </c:pt>
                <c:pt idx="344">
                  <c:v>18.483611458594915</c:v>
                </c:pt>
                <c:pt idx="345">
                  <c:v>18.452817987736697</c:v>
                </c:pt>
                <c:pt idx="346">
                  <c:v>18.467561113354318</c:v>
                </c:pt>
                <c:pt idx="347">
                  <c:v>18.417013384984514</c:v>
                </c:pt>
                <c:pt idx="348">
                  <c:v>18.392793436887072</c:v>
                </c:pt>
                <c:pt idx="349">
                  <c:v>18.398981436459401</c:v>
                </c:pt>
                <c:pt idx="350">
                  <c:v>18.447861407021499</c:v>
                </c:pt>
                <c:pt idx="351">
                  <c:v>18.447194423713665</c:v>
                </c:pt>
                <c:pt idx="352">
                  <c:v>18.359170916525347</c:v>
                </c:pt>
                <c:pt idx="353">
                  <c:v>18.303722286292057</c:v>
                </c:pt>
                <c:pt idx="354">
                  <c:v>18.277494622233441</c:v>
                </c:pt>
                <c:pt idx="355">
                  <c:v>18.302596868691861</c:v>
                </c:pt>
                <c:pt idx="356">
                  <c:v>18.393348639614121</c:v>
                </c:pt>
                <c:pt idx="357">
                  <c:v>18.388120606876928</c:v>
                </c:pt>
                <c:pt idx="358">
                  <c:v>18.382689628249224</c:v>
                </c:pt>
                <c:pt idx="359">
                  <c:v>18.414682555484504</c:v>
                </c:pt>
                <c:pt idx="360">
                  <c:v>18.404184167034863</c:v>
                </c:pt>
                <c:pt idx="361">
                  <c:v>18.374101341571361</c:v>
                </c:pt>
                <c:pt idx="362">
                  <c:v>18.363491560178513</c:v>
                </c:pt>
                <c:pt idx="363">
                  <c:v>18.387547819499876</c:v>
                </c:pt>
                <c:pt idx="364">
                  <c:v>18.383402176592032</c:v>
                </c:pt>
                <c:pt idx="365">
                  <c:v>18.340177908731931</c:v>
                </c:pt>
                <c:pt idx="366">
                  <c:v>18.34254609239828</c:v>
                </c:pt>
                <c:pt idx="367">
                  <c:v>18.375204558110433</c:v>
                </c:pt>
                <c:pt idx="368">
                  <c:v>18.37350621217406</c:v>
                </c:pt>
                <c:pt idx="369">
                  <c:v>18.35233270778026</c:v>
                </c:pt>
                <c:pt idx="370">
                  <c:v>18.331796585279456</c:v>
                </c:pt>
                <c:pt idx="371">
                  <c:v>18.31126307052234</c:v>
                </c:pt>
                <c:pt idx="372">
                  <c:v>18.323236560904807</c:v>
                </c:pt>
                <c:pt idx="373">
                  <c:v>18.30912528453479</c:v>
                </c:pt>
                <c:pt idx="374">
                  <c:v>18.28291975105774</c:v>
                </c:pt>
                <c:pt idx="375">
                  <c:v>18.278564836718946</c:v>
                </c:pt>
                <c:pt idx="376">
                  <c:v>18.278076466233841</c:v>
                </c:pt>
                <c:pt idx="377">
                  <c:v>18.261017734700985</c:v>
                </c:pt>
                <c:pt idx="378">
                  <c:v>18.225157470716976</c:v>
                </c:pt>
                <c:pt idx="379">
                  <c:v>18.209399210389307</c:v>
                </c:pt>
                <c:pt idx="380">
                  <c:v>18.190288783650377</c:v>
                </c:pt>
                <c:pt idx="381">
                  <c:v>18.178445380914177</c:v>
                </c:pt>
                <c:pt idx="382">
                  <c:v>18.159452091202521</c:v>
                </c:pt>
                <c:pt idx="383">
                  <c:v>18.139589533038386</c:v>
                </c:pt>
                <c:pt idx="384">
                  <c:v>18.120875844547747</c:v>
                </c:pt>
                <c:pt idx="385">
                  <c:v>18.101184551712297</c:v>
                </c:pt>
                <c:pt idx="386">
                  <c:v>18.106340175512425</c:v>
                </c:pt>
                <c:pt idx="387">
                  <c:v>18.11025606386745</c:v>
                </c:pt>
                <c:pt idx="388">
                  <c:v>18.098617236861571</c:v>
                </c:pt>
                <c:pt idx="389">
                  <c:v>18.087736435134033</c:v>
                </c:pt>
                <c:pt idx="390">
                  <c:v>18.071958850192242</c:v>
                </c:pt>
                <c:pt idx="391">
                  <c:v>18.052077821978642</c:v>
                </c:pt>
                <c:pt idx="392">
                  <c:v>18.064219683622898</c:v>
                </c:pt>
                <c:pt idx="393">
                  <c:v>18.075154168749631</c:v>
                </c:pt>
                <c:pt idx="394">
                  <c:v>18.080864079042545</c:v>
                </c:pt>
                <c:pt idx="395">
                  <c:v>18.083348175153827</c:v>
                </c:pt>
                <c:pt idx="396">
                  <c:v>18.080012166181497</c:v>
                </c:pt>
                <c:pt idx="397">
                  <c:v>18.083570414823654</c:v>
                </c:pt>
                <c:pt idx="398">
                  <c:v>18.077779532327249</c:v>
                </c:pt>
                <c:pt idx="399">
                  <c:v>18.069762315087186</c:v>
                </c:pt>
                <c:pt idx="400">
                  <c:v>18.077103562875624</c:v>
                </c:pt>
                <c:pt idx="401">
                  <c:v>18.067261167327565</c:v>
                </c:pt>
                <c:pt idx="402">
                  <c:v>18.061944409635373</c:v>
                </c:pt>
                <c:pt idx="403">
                  <c:v>18.070720634462631</c:v>
                </c:pt>
                <c:pt idx="404">
                  <c:v>18.068293199511913</c:v>
                </c:pt>
                <c:pt idx="405">
                  <c:v>18.068852375524113</c:v>
                </c:pt>
                <c:pt idx="406">
                  <c:v>18.082726104945049</c:v>
                </c:pt>
                <c:pt idx="407">
                  <c:v>18.077871314333123</c:v>
                </c:pt>
                <c:pt idx="408">
                  <c:v>18.044632929593529</c:v>
                </c:pt>
                <c:pt idx="409">
                  <c:v>18.032974500460266</c:v>
                </c:pt>
                <c:pt idx="410">
                  <c:v>18.027582851629038</c:v>
                </c:pt>
                <c:pt idx="411">
                  <c:v>18.033108805867649</c:v>
                </c:pt>
                <c:pt idx="412">
                  <c:v>18.013687629246295</c:v>
                </c:pt>
                <c:pt idx="413">
                  <c:v>18.014077707176249</c:v>
                </c:pt>
                <c:pt idx="414">
                  <c:v>18.010380155685471</c:v>
                </c:pt>
                <c:pt idx="415">
                  <c:v>17.993740974101335</c:v>
                </c:pt>
                <c:pt idx="416">
                  <c:v>17.983167993500164</c:v>
                </c:pt>
                <c:pt idx="417">
                  <c:v>18.00634365367867</c:v>
                </c:pt>
                <c:pt idx="418">
                  <c:v>18.014452765251406</c:v>
                </c:pt>
                <c:pt idx="419">
                  <c:v>18.014784694241349</c:v>
                </c:pt>
                <c:pt idx="420">
                  <c:v>17.996013617219067</c:v>
                </c:pt>
                <c:pt idx="421">
                  <c:v>18.000868712531194</c:v>
                </c:pt>
                <c:pt idx="422">
                  <c:v>18.009742268321883</c:v>
                </c:pt>
                <c:pt idx="423">
                  <c:v>18.010620640751167</c:v>
                </c:pt>
                <c:pt idx="424">
                  <c:v>17.990686141678292</c:v>
                </c:pt>
                <c:pt idx="425">
                  <c:v>18.009662184821579</c:v>
                </c:pt>
                <c:pt idx="426">
                  <c:v>18.012432438955365</c:v>
                </c:pt>
                <c:pt idx="427">
                  <c:v>18.01112104011478</c:v>
                </c:pt>
                <c:pt idx="428">
                  <c:v>17.979864928215513</c:v>
                </c:pt>
                <c:pt idx="429">
                  <c:v>18.022915027870084</c:v>
                </c:pt>
                <c:pt idx="430">
                  <c:v>18.010003656083079</c:v>
                </c:pt>
                <c:pt idx="431">
                  <c:v>18.015610911796877</c:v>
                </c:pt>
                <c:pt idx="432">
                  <c:v>18.034253098774776</c:v>
                </c:pt>
                <c:pt idx="433">
                  <c:v>18.052124012519705</c:v>
                </c:pt>
                <c:pt idx="434">
                  <c:v>18.087078411540155</c:v>
                </c:pt>
                <c:pt idx="435">
                  <c:v>18.186040963001684</c:v>
                </c:pt>
                <c:pt idx="436">
                  <c:v>18.297602581412526</c:v>
                </c:pt>
                <c:pt idx="437">
                  <c:v>18.190188068360381</c:v>
                </c:pt>
                <c:pt idx="438">
                  <c:v>18.077246680430385</c:v>
                </c:pt>
                <c:pt idx="439">
                  <c:v>18.046532600390556</c:v>
                </c:pt>
                <c:pt idx="440">
                  <c:v>18.050071379054504</c:v>
                </c:pt>
                <c:pt idx="441">
                  <c:v>17.991840567123287</c:v>
                </c:pt>
                <c:pt idx="442">
                  <c:v>18.07007813399165</c:v>
                </c:pt>
                <c:pt idx="443">
                  <c:v>18.009915174502808</c:v>
                </c:pt>
                <c:pt idx="444">
                  <c:v>18.01979050823233</c:v>
                </c:pt>
                <c:pt idx="445">
                  <c:v>18.055553107369757</c:v>
                </c:pt>
                <c:pt idx="446">
                  <c:v>18.082371328464276</c:v>
                </c:pt>
                <c:pt idx="447">
                  <c:v>18.101752361470488</c:v>
                </c:pt>
                <c:pt idx="448">
                  <c:v>18.082875829958478</c:v>
                </c:pt>
                <c:pt idx="449">
                  <c:v>18.01368113521567</c:v>
                </c:pt>
                <c:pt idx="450">
                  <c:v>17.994127727928955</c:v>
                </c:pt>
                <c:pt idx="451">
                  <c:v>18.053077085572969</c:v>
                </c:pt>
                <c:pt idx="452">
                  <c:v>18.057776614121103</c:v>
                </c:pt>
                <c:pt idx="453">
                  <c:v>18.052324993792514</c:v>
                </c:pt>
                <c:pt idx="454">
                  <c:v>18.06046114969358</c:v>
                </c:pt>
                <c:pt idx="455">
                  <c:v>18.083860200340965</c:v>
                </c:pt>
                <c:pt idx="456">
                  <c:v>18.10549069419617</c:v>
                </c:pt>
                <c:pt idx="457">
                  <c:v>18.10651058627646</c:v>
                </c:pt>
                <c:pt idx="458">
                  <c:v>18.099633737113077</c:v>
                </c:pt>
                <c:pt idx="459">
                  <c:v>18.107221592878915</c:v>
                </c:pt>
                <c:pt idx="460">
                  <c:v>18.101583941754001</c:v>
                </c:pt>
                <c:pt idx="461">
                  <c:v>18.100459396338348</c:v>
                </c:pt>
                <c:pt idx="462">
                  <c:v>18.062809347999941</c:v>
                </c:pt>
                <c:pt idx="463">
                  <c:v>18.037855588757694</c:v>
                </c:pt>
                <c:pt idx="464">
                  <c:v>18.059905598973703</c:v>
                </c:pt>
                <c:pt idx="465">
                  <c:v>18.054217039582237</c:v>
                </c:pt>
                <c:pt idx="466">
                  <c:v>18.043949537763336</c:v>
                </c:pt>
                <c:pt idx="467">
                  <c:v>18.044028289860719</c:v>
                </c:pt>
                <c:pt idx="468">
                  <c:v>18.046370770512848</c:v>
                </c:pt>
                <c:pt idx="469">
                  <c:v>18.069963846981548</c:v>
                </c:pt>
                <c:pt idx="470">
                  <c:v>18.068213478320594</c:v>
                </c:pt>
                <c:pt idx="471">
                  <c:v>18.055700048440603</c:v>
                </c:pt>
                <c:pt idx="472">
                  <c:v>18.064231550618665</c:v>
                </c:pt>
                <c:pt idx="473">
                  <c:v>18.082587912149485</c:v>
                </c:pt>
                <c:pt idx="474">
                  <c:v>18.099383843026235</c:v>
                </c:pt>
                <c:pt idx="475">
                  <c:v>18.100444622060763</c:v>
                </c:pt>
                <c:pt idx="476">
                  <c:v>18.101624062243037</c:v>
                </c:pt>
                <c:pt idx="477">
                  <c:v>18.098522670913106</c:v>
                </c:pt>
                <c:pt idx="478">
                  <c:v>18.101835280671807</c:v>
                </c:pt>
                <c:pt idx="479">
                  <c:v>18.105883714647717</c:v>
                </c:pt>
                <c:pt idx="480">
                  <c:v>18.110870548713674</c:v>
                </c:pt>
                <c:pt idx="481">
                  <c:v>18.110192552974727</c:v>
                </c:pt>
                <c:pt idx="482">
                  <c:v>18.104803351105694</c:v>
                </c:pt>
                <c:pt idx="483">
                  <c:v>18.093079235023321</c:v>
                </c:pt>
                <c:pt idx="484">
                  <c:v>18.087385957906367</c:v>
                </c:pt>
                <c:pt idx="485">
                  <c:v>18.109543374565519</c:v>
                </c:pt>
                <c:pt idx="486">
                  <c:v>18.12027945532833</c:v>
                </c:pt>
                <c:pt idx="487">
                  <c:v>18.114236176720727</c:v>
                </c:pt>
                <c:pt idx="488">
                  <c:v>18.114391980596132</c:v>
                </c:pt>
                <c:pt idx="489">
                  <c:v>18.119626735321276</c:v>
                </c:pt>
                <c:pt idx="490">
                  <c:v>18.109848163418981</c:v>
                </c:pt>
                <c:pt idx="491">
                  <c:v>18.124962751552999</c:v>
                </c:pt>
                <c:pt idx="492">
                  <c:v>18.12008475554623</c:v>
                </c:pt>
                <c:pt idx="493">
                  <c:v>18.11131468446548</c:v>
                </c:pt>
                <c:pt idx="494">
                  <c:v>18.107330862625403</c:v>
                </c:pt>
                <c:pt idx="495">
                  <c:v>18.116342572874629</c:v>
                </c:pt>
                <c:pt idx="496">
                  <c:v>18.107612128926004</c:v>
                </c:pt>
                <c:pt idx="497">
                  <c:v>18.107180670684894</c:v>
                </c:pt>
                <c:pt idx="498">
                  <c:v>18.106546011064868</c:v>
                </c:pt>
                <c:pt idx="499">
                  <c:v>18.112307336196167</c:v>
                </c:pt>
                <c:pt idx="500">
                  <c:v>18.111934798866493</c:v>
                </c:pt>
                <c:pt idx="501">
                  <c:v>18.102044481623196</c:v>
                </c:pt>
                <c:pt idx="502">
                  <c:v>18.098350154572245</c:v>
                </c:pt>
                <c:pt idx="503">
                  <c:v>18.111407849632705</c:v>
                </c:pt>
                <c:pt idx="504">
                  <c:v>18.110936729019699</c:v>
                </c:pt>
                <c:pt idx="505">
                  <c:v>18.101318621453654</c:v>
                </c:pt>
                <c:pt idx="506">
                  <c:v>18.118055534509576</c:v>
                </c:pt>
                <c:pt idx="507">
                  <c:v>18.134192243639941</c:v>
                </c:pt>
                <c:pt idx="508">
                  <c:v>18.155916413639176</c:v>
                </c:pt>
                <c:pt idx="509">
                  <c:v>18.215120388601736</c:v>
                </c:pt>
                <c:pt idx="510">
                  <c:v>18.244780460049686</c:v>
                </c:pt>
                <c:pt idx="511">
                  <c:v>18.266094394965052</c:v>
                </c:pt>
                <c:pt idx="512">
                  <c:v>18.296951068367921</c:v>
                </c:pt>
                <c:pt idx="513">
                  <c:v>18.322569119479837</c:v>
                </c:pt>
                <c:pt idx="514">
                  <c:v>18.363476442313079</c:v>
                </c:pt>
                <c:pt idx="515">
                  <c:v>18.376750174842165</c:v>
                </c:pt>
                <c:pt idx="516">
                  <c:v>18.360094692106873</c:v>
                </c:pt>
                <c:pt idx="517">
                  <c:v>18.334905544352047</c:v>
                </c:pt>
                <c:pt idx="518">
                  <c:v>18.301578403822642</c:v>
                </c:pt>
                <c:pt idx="519">
                  <c:v>18.284276464951116</c:v>
                </c:pt>
                <c:pt idx="520">
                  <c:v>18.266780231554954</c:v>
                </c:pt>
                <c:pt idx="521">
                  <c:v>18.243654936730145</c:v>
                </c:pt>
                <c:pt idx="522">
                  <c:v>18.222431990925617</c:v>
                </c:pt>
                <c:pt idx="523">
                  <c:v>18.229304311777323</c:v>
                </c:pt>
                <c:pt idx="524">
                  <c:v>18.241530559478722</c:v>
                </c:pt>
                <c:pt idx="525">
                  <c:v>18.233535217331823</c:v>
                </c:pt>
                <c:pt idx="526">
                  <c:v>18.251532630872966</c:v>
                </c:pt>
                <c:pt idx="527">
                  <c:v>18.258424315983547</c:v>
                </c:pt>
                <c:pt idx="528">
                  <c:v>18.25948832826785</c:v>
                </c:pt>
                <c:pt idx="529">
                  <c:v>18.265137634949856</c:v>
                </c:pt>
                <c:pt idx="530">
                  <c:v>18.271342708195384</c:v>
                </c:pt>
                <c:pt idx="531">
                  <c:v>18.264908999260037</c:v>
                </c:pt>
                <c:pt idx="532">
                  <c:v>18.269162123495551</c:v>
                </c:pt>
                <c:pt idx="533">
                  <c:v>18.272555397109677</c:v>
                </c:pt>
                <c:pt idx="534">
                  <c:v>18.293297302303252</c:v>
                </c:pt>
                <c:pt idx="535">
                  <c:v>18.297717463093907</c:v>
                </c:pt>
                <c:pt idx="536">
                  <c:v>18.308149988395542</c:v>
                </c:pt>
                <c:pt idx="537">
                  <c:v>18.322836272248722</c:v>
                </c:pt>
                <c:pt idx="538">
                  <c:v>18.355526418522704</c:v>
                </c:pt>
                <c:pt idx="539">
                  <c:v>18.403045640236666</c:v>
                </c:pt>
                <c:pt idx="540">
                  <c:v>18.436517017183832</c:v>
                </c:pt>
                <c:pt idx="541">
                  <c:v>18.446935658012315</c:v>
                </c:pt>
                <c:pt idx="542">
                  <c:v>18.491818309898761</c:v>
                </c:pt>
                <c:pt idx="543">
                  <c:v>18.529161622385885</c:v>
                </c:pt>
                <c:pt idx="544">
                  <c:v>18.549222325020576</c:v>
                </c:pt>
                <c:pt idx="545">
                  <c:v>18.570246166070564</c:v>
                </c:pt>
                <c:pt idx="546">
                  <c:v>18.603821218449209</c:v>
                </c:pt>
                <c:pt idx="547">
                  <c:v>18.67707851796429</c:v>
                </c:pt>
                <c:pt idx="548">
                  <c:v>18.735206745795946</c:v>
                </c:pt>
                <c:pt idx="549">
                  <c:v>18.746750663265512</c:v>
                </c:pt>
                <c:pt idx="550">
                  <c:v>18.770572190415191</c:v>
                </c:pt>
                <c:pt idx="551">
                  <c:v>18.780263693632122</c:v>
                </c:pt>
                <c:pt idx="552">
                  <c:v>18.75278949285094</c:v>
                </c:pt>
                <c:pt idx="553">
                  <c:v>18.723197522277001</c:v>
                </c:pt>
                <c:pt idx="554">
                  <c:v>18.700474348576815</c:v>
                </c:pt>
                <c:pt idx="555">
                  <c:v>18.73737089113861</c:v>
                </c:pt>
                <c:pt idx="556">
                  <c:v>18.698924573551093</c:v>
                </c:pt>
                <c:pt idx="557">
                  <c:v>18.623070031802492</c:v>
                </c:pt>
                <c:pt idx="558">
                  <c:v>18.581680276387001</c:v>
                </c:pt>
                <c:pt idx="559">
                  <c:v>18.513683007328957</c:v>
                </c:pt>
                <c:pt idx="560">
                  <c:v>18.456733021527064</c:v>
                </c:pt>
                <c:pt idx="561">
                  <c:v>18.358098710992294</c:v>
                </c:pt>
                <c:pt idx="562">
                  <c:v>18.3115207790303</c:v>
                </c:pt>
                <c:pt idx="563">
                  <c:v>18.225889312839101</c:v>
                </c:pt>
                <c:pt idx="564">
                  <c:v>18.200331275071782</c:v>
                </c:pt>
                <c:pt idx="565">
                  <c:v>18.212045048278853</c:v>
                </c:pt>
                <c:pt idx="566">
                  <c:v>18.203083431376275</c:v>
                </c:pt>
                <c:pt idx="567">
                  <c:v>18.164328166641305</c:v>
                </c:pt>
                <c:pt idx="568">
                  <c:v>18.198753643000313</c:v>
                </c:pt>
                <c:pt idx="569">
                  <c:v>18.152815524476107</c:v>
                </c:pt>
                <c:pt idx="570">
                  <c:v>18.089732997704974</c:v>
                </c:pt>
                <c:pt idx="571">
                  <c:v>18.10851137762095</c:v>
                </c:pt>
                <c:pt idx="572">
                  <c:v>18.167023974538274</c:v>
                </c:pt>
                <c:pt idx="573">
                  <c:v>18.10148514703199</c:v>
                </c:pt>
                <c:pt idx="574">
                  <c:v>18.068435832519704</c:v>
                </c:pt>
                <c:pt idx="575">
                  <c:v>18.050225257956949</c:v>
                </c:pt>
                <c:pt idx="576">
                  <c:v>17.981595256454323</c:v>
                </c:pt>
                <c:pt idx="577">
                  <c:v>18.067440304342014</c:v>
                </c:pt>
                <c:pt idx="578">
                  <c:v>18.066505102261964</c:v>
                </c:pt>
                <c:pt idx="579">
                  <c:v>18.125043556367544</c:v>
                </c:pt>
                <c:pt idx="580">
                  <c:v>18.092077579528958</c:v>
                </c:pt>
                <c:pt idx="581">
                  <c:v>17.957911404515951</c:v>
                </c:pt>
                <c:pt idx="582">
                  <c:v>18.096455743312319</c:v>
                </c:pt>
                <c:pt idx="583">
                  <c:v>19.259948277870734</c:v>
                </c:pt>
                <c:pt idx="584">
                  <c:v>18.665504928600331</c:v>
                </c:pt>
                <c:pt idx="585">
                  <c:v>19.18790928801479</c:v>
                </c:pt>
                <c:pt idx="586">
                  <c:v>19.484852638870986</c:v>
                </c:pt>
                <c:pt idx="587">
                  <c:v>17.910782868618139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1B0C-4B9C-BBFB-FF685BE46DCA}"/>
            </c:ext>
          </c:extLst>
        </c:ser>
        <c:ser>
          <c:idx val="19"/>
          <c:order val="19"/>
          <c:tx>
            <c:strRef>
              <c:f>Sheet2!$T$1</c:f>
              <c:strCache>
                <c:ptCount val="1"/>
                <c:pt idx="0">
                  <c:v>S8_n3_z_o/O-PTIR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Sheet2!$T$2:$T$589</c:f>
              <c:numCache>
                <c:formatCode>General</c:formatCode>
                <c:ptCount val="588"/>
                <c:pt idx="0">
                  <c:v>19.099814753861505</c:v>
                </c:pt>
                <c:pt idx="1">
                  <c:v>19.277405212064046</c:v>
                </c:pt>
                <c:pt idx="2">
                  <c:v>19.143134663480211</c:v>
                </c:pt>
                <c:pt idx="3">
                  <c:v>19.093715224087575</c:v>
                </c:pt>
                <c:pt idx="4">
                  <c:v>19.241476633956967</c:v>
                </c:pt>
                <c:pt idx="5">
                  <c:v>19.223559094444962</c:v>
                </c:pt>
                <c:pt idx="6">
                  <c:v>19.209657759654817</c:v>
                </c:pt>
                <c:pt idx="7">
                  <c:v>19.177745796732303</c:v>
                </c:pt>
                <c:pt idx="8">
                  <c:v>19.217635750385448</c:v>
                </c:pt>
                <c:pt idx="9">
                  <c:v>19.249017784355168</c:v>
                </c:pt>
                <c:pt idx="10">
                  <c:v>19.247621865512372</c:v>
                </c:pt>
                <c:pt idx="11">
                  <c:v>19.26338922855998</c:v>
                </c:pt>
                <c:pt idx="12">
                  <c:v>19.265200665277948</c:v>
                </c:pt>
                <c:pt idx="13">
                  <c:v>19.267359245426107</c:v>
                </c:pt>
                <c:pt idx="14">
                  <c:v>19.260342385519362</c:v>
                </c:pt>
                <c:pt idx="15">
                  <c:v>19.242800721826747</c:v>
                </c:pt>
                <c:pt idx="16">
                  <c:v>19.24155827282825</c:v>
                </c:pt>
                <c:pt idx="17">
                  <c:v>19.258932618961165</c:v>
                </c:pt>
                <c:pt idx="18">
                  <c:v>19.282449971509568</c:v>
                </c:pt>
                <c:pt idx="19">
                  <c:v>19.313060378804362</c:v>
                </c:pt>
                <c:pt idx="20">
                  <c:v>19.305918522202923</c:v>
                </c:pt>
                <c:pt idx="21">
                  <c:v>19.315551865807905</c:v>
                </c:pt>
                <c:pt idx="22">
                  <c:v>19.350112911808591</c:v>
                </c:pt>
                <c:pt idx="23">
                  <c:v>19.362993296236723</c:v>
                </c:pt>
                <c:pt idx="24">
                  <c:v>19.375615413211509</c:v>
                </c:pt>
                <c:pt idx="25">
                  <c:v>19.394133330038112</c:v>
                </c:pt>
                <c:pt idx="26">
                  <c:v>19.409598311693454</c:v>
                </c:pt>
                <c:pt idx="27">
                  <c:v>19.406917298937653</c:v>
                </c:pt>
                <c:pt idx="28">
                  <c:v>19.410427489559989</c:v>
                </c:pt>
                <c:pt idx="29">
                  <c:v>19.415916456063297</c:v>
                </c:pt>
                <c:pt idx="30">
                  <c:v>19.42909567894247</c:v>
                </c:pt>
                <c:pt idx="31">
                  <c:v>19.45501605298028</c:v>
                </c:pt>
                <c:pt idx="32">
                  <c:v>19.473075634190803</c:v>
                </c:pt>
                <c:pt idx="33">
                  <c:v>19.484566645576088</c:v>
                </c:pt>
                <c:pt idx="34">
                  <c:v>19.509462807153565</c:v>
                </c:pt>
                <c:pt idx="35">
                  <c:v>19.530952344329645</c:v>
                </c:pt>
                <c:pt idx="36">
                  <c:v>19.549542372972166</c:v>
                </c:pt>
                <c:pt idx="37">
                  <c:v>19.569432272184994</c:v>
                </c:pt>
                <c:pt idx="38">
                  <c:v>19.580283480232897</c:v>
                </c:pt>
                <c:pt idx="39">
                  <c:v>19.61701418887472</c:v>
                </c:pt>
                <c:pt idx="40">
                  <c:v>19.652224802904453</c:v>
                </c:pt>
                <c:pt idx="41">
                  <c:v>19.670401344382014</c:v>
                </c:pt>
                <c:pt idx="42">
                  <c:v>19.710914185988518</c:v>
                </c:pt>
                <c:pt idx="43">
                  <c:v>19.733728696769688</c:v>
                </c:pt>
                <c:pt idx="44">
                  <c:v>19.738914007286017</c:v>
                </c:pt>
                <c:pt idx="45">
                  <c:v>19.779453636984716</c:v>
                </c:pt>
                <c:pt idx="46">
                  <c:v>19.802610041594132</c:v>
                </c:pt>
                <c:pt idx="47">
                  <c:v>19.817908893871287</c:v>
                </c:pt>
                <c:pt idx="48">
                  <c:v>19.821918898446</c:v>
                </c:pt>
                <c:pt idx="49">
                  <c:v>19.796862353968177</c:v>
                </c:pt>
                <c:pt idx="50">
                  <c:v>19.788299842745261</c:v>
                </c:pt>
                <c:pt idx="51">
                  <c:v>19.789240364020795</c:v>
                </c:pt>
                <c:pt idx="52">
                  <c:v>19.770443332556194</c:v>
                </c:pt>
                <c:pt idx="53">
                  <c:v>19.778464724316834</c:v>
                </c:pt>
                <c:pt idx="54">
                  <c:v>19.797173700730006</c:v>
                </c:pt>
                <c:pt idx="55">
                  <c:v>19.781241180452714</c:v>
                </c:pt>
                <c:pt idx="56">
                  <c:v>19.780496039423781</c:v>
                </c:pt>
                <c:pt idx="57">
                  <c:v>19.782130977179488</c:v>
                </c:pt>
                <c:pt idx="58">
                  <c:v>19.791698646752</c:v>
                </c:pt>
                <c:pt idx="59">
                  <c:v>19.779354434630406</c:v>
                </c:pt>
                <c:pt idx="60">
                  <c:v>19.777848598196421</c:v>
                </c:pt>
                <c:pt idx="61">
                  <c:v>19.802869021956386</c:v>
                </c:pt>
                <c:pt idx="62">
                  <c:v>19.818746669851283</c:v>
                </c:pt>
                <c:pt idx="63">
                  <c:v>19.823672481526156</c:v>
                </c:pt>
                <c:pt idx="64">
                  <c:v>19.842637932318766</c:v>
                </c:pt>
                <c:pt idx="65">
                  <c:v>19.869208781724232</c:v>
                </c:pt>
                <c:pt idx="66">
                  <c:v>19.896370524595532</c:v>
                </c:pt>
                <c:pt idx="67">
                  <c:v>19.905688200778656</c:v>
                </c:pt>
                <c:pt idx="68">
                  <c:v>19.91574816635509</c:v>
                </c:pt>
                <c:pt idx="69">
                  <c:v>19.948411059990988</c:v>
                </c:pt>
                <c:pt idx="70">
                  <c:v>19.935980953147975</c:v>
                </c:pt>
                <c:pt idx="71">
                  <c:v>19.934521261363127</c:v>
                </c:pt>
                <c:pt idx="72">
                  <c:v>19.93454277825008</c:v>
                </c:pt>
                <c:pt idx="73">
                  <c:v>19.956467794750679</c:v>
                </c:pt>
                <c:pt idx="74">
                  <c:v>19.952680822646759</c:v>
                </c:pt>
                <c:pt idx="75">
                  <c:v>19.960475552582178</c:v>
                </c:pt>
                <c:pt idx="76">
                  <c:v>19.96169734882573</c:v>
                </c:pt>
                <c:pt idx="77">
                  <c:v>19.969445069980001</c:v>
                </c:pt>
                <c:pt idx="78">
                  <c:v>19.968252394985065</c:v>
                </c:pt>
                <c:pt idx="79">
                  <c:v>19.954047706654148</c:v>
                </c:pt>
                <c:pt idx="80">
                  <c:v>19.991242454183297</c:v>
                </c:pt>
                <c:pt idx="81">
                  <c:v>19.994794900860729</c:v>
                </c:pt>
                <c:pt idx="82">
                  <c:v>19.997607996193675</c:v>
                </c:pt>
                <c:pt idx="83">
                  <c:v>19.98595439837143</c:v>
                </c:pt>
                <c:pt idx="84">
                  <c:v>20.003925146811714</c:v>
                </c:pt>
                <c:pt idx="85">
                  <c:v>19.995444728129385</c:v>
                </c:pt>
                <c:pt idx="86">
                  <c:v>19.973536130136903</c:v>
                </c:pt>
                <c:pt idx="87">
                  <c:v>19.945883646699286</c:v>
                </c:pt>
                <c:pt idx="88">
                  <c:v>19.922533590107282</c:v>
                </c:pt>
                <c:pt idx="89">
                  <c:v>19.912171523981481</c:v>
                </c:pt>
                <c:pt idx="90">
                  <c:v>19.895935434130418</c:v>
                </c:pt>
                <c:pt idx="91">
                  <c:v>19.865569316953774</c:v>
                </c:pt>
                <c:pt idx="92">
                  <c:v>19.836882985983955</c:v>
                </c:pt>
                <c:pt idx="93">
                  <c:v>19.8399753687813</c:v>
                </c:pt>
                <c:pt idx="94">
                  <c:v>19.795908438646546</c:v>
                </c:pt>
                <c:pt idx="95">
                  <c:v>19.803453348018973</c:v>
                </c:pt>
                <c:pt idx="96">
                  <c:v>19.798113012220732</c:v>
                </c:pt>
                <c:pt idx="97">
                  <c:v>19.764234889744536</c:v>
                </c:pt>
                <c:pt idx="98">
                  <c:v>19.742034301547164</c:v>
                </c:pt>
                <c:pt idx="99">
                  <c:v>19.72825044550326</c:v>
                </c:pt>
                <c:pt idx="100">
                  <c:v>19.719135278655788</c:v>
                </c:pt>
                <c:pt idx="101">
                  <c:v>19.692594803490337</c:v>
                </c:pt>
                <c:pt idx="102">
                  <c:v>19.678070040664327</c:v>
                </c:pt>
                <c:pt idx="103">
                  <c:v>19.65952792814155</c:v>
                </c:pt>
                <c:pt idx="104">
                  <c:v>19.665012573984825</c:v>
                </c:pt>
                <c:pt idx="105">
                  <c:v>19.641819616591544</c:v>
                </c:pt>
                <c:pt idx="106">
                  <c:v>19.598055478311757</c:v>
                </c:pt>
                <c:pt idx="107">
                  <c:v>19.602294650694514</c:v>
                </c:pt>
                <c:pt idx="108">
                  <c:v>19.598752055121945</c:v>
                </c:pt>
                <c:pt idx="109">
                  <c:v>19.553576097970449</c:v>
                </c:pt>
                <c:pt idx="110">
                  <c:v>19.541461485722898</c:v>
                </c:pt>
                <c:pt idx="111">
                  <c:v>19.521091820420239</c:v>
                </c:pt>
                <c:pt idx="112">
                  <c:v>19.480065511575656</c:v>
                </c:pt>
                <c:pt idx="113">
                  <c:v>19.470081676028965</c:v>
                </c:pt>
                <c:pt idx="114">
                  <c:v>19.463943227909805</c:v>
                </c:pt>
                <c:pt idx="115">
                  <c:v>19.466739688701633</c:v>
                </c:pt>
                <c:pt idx="116">
                  <c:v>19.437272614464224</c:v>
                </c:pt>
                <c:pt idx="117">
                  <c:v>19.425605579389277</c:v>
                </c:pt>
                <c:pt idx="118">
                  <c:v>19.429150983390866</c:v>
                </c:pt>
                <c:pt idx="119">
                  <c:v>19.412002672587469</c:v>
                </c:pt>
                <c:pt idx="120">
                  <c:v>19.404929276844218</c:v>
                </c:pt>
                <c:pt idx="121">
                  <c:v>19.410687593293854</c:v>
                </c:pt>
                <c:pt idx="122">
                  <c:v>19.410057986714143</c:v>
                </c:pt>
                <c:pt idx="123">
                  <c:v>19.39480350761551</c:v>
                </c:pt>
                <c:pt idx="124">
                  <c:v>19.392140555218642</c:v>
                </c:pt>
                <c:pt idx="125">
                  <c:v>19.395998472560269</c:v>
                </c:pt>
                <c:pt idx="126">
                  <c:v>19.398829801078541</c:v>
                </c:pt>
                <c:pt idx="127">
                  <c:v>19.396967164539205</c:v>
                </c:pt>
                <c:pt idx="128">
                  <c:v>19.39732707551978</c:v>
                </c:pt>
                <c:pt idx="129">
                  <c:v>19.406104928438637</c:v>
                </c:pt>
                <c:pt idx="130">
                  <c:v>19.41887165790466</c:v>
                </c:pt>
                <c:pt idx="131">
                  <c:v>19.422875181489328</c:v>
                </c:pt>
                <c:pt idx="132">
                  <c:v>19.420489745086243</c:v>
                </c:pt>
                <c:pt idx="133">
                  <c:v>19.416578899659239</c:v>
                </c:pt>
                <c:pt idx="134">
                  <c:v>19.416586676847295</c:v>
                </c:pt>
                <c:pt idx="135">
                  <c:v>19.430850731047038</c:v>
                </c:pt>
                <c:pt idx="136">
                  <c:v>19.437243622835414</c:v>
                </c:pt>
                <c:pt idx="137">
                  <c:v>19.457683714896582</c:v>
                </c:pt>
                <c:pt idx="138">
                  <c:v>19.485853381339901</c:v>
                </c:pt>
                <c:pt idx="139">
                  <c:v>19.526183329407296</c:v>
                </c:pt>
                <c:pt idx="140">
                  <c:v>19.562259458054431</c:v>
                </c:pt>
                <c:pt idx="141">
                  <c:v>19.594721138552682</c:v>
                </c:pt>
                <c:pt idx="142">
                  <c:v>19.591625169607511</c:v>
                </c:pt>
                <c:pt idx="143">
                  <c:v>19.597220165107977</c:v>
                </c:pt>
                <c:pt idx="144">
                  <c:v>19.623426869286039</c:v>
                </c:pt>
                <c:pt idx="145">
                  <c:v>19.637053712544418</c:v>
                </c:pt>
                <c:pt idx="146">
                  <c:v>19.660561430020952</c:v>
                </c:pt>
                <c:pt idx="147">
                  <c:v>19.694658955613516</c:v>
                </c:pt>
                <c:pt idx="148">
                  <c:v>19.711069254477028</c:v>
                </c:pt>
                <c:pt idx="149">
                  <c:v>19.714861281753183</c:v>
                </c:pt>
                <c:pt idx="150">
                  <c:v>19.732549156581239</c:v>
                </c:pt>
                <c:pt idx="151">
                  <c:v>19.740410424681134</c:v>
                </c:pt>
                <c:pt idx="152">
                  <c:v>19.751946586963744</c:v>
                </c:pt>
                <c:pt idx="153">
                  <c:v>19.764200065224689</c:v>
                </c:pt>
                <c:pt idx="154">
                  <c:v>19.76772797055315</c:v>
                </c:pt>
                <c:pt idx="155">
                  <c:v>19.785960378164908</c:v>
                </c:pt>
                <c:pt idx="156">
                  <c:v>19.790463542875553</c:v>
                </c:pt>
                <c:pt idx="157">
                  <c:v>19.789824171604177</c:v>
                </c:pt>
                <c:pt idx="158">
                  <c:v>19.784291566434558</c:v>
                </c:pt>
                <c:pt idx="159">
                  <c:v>19.766246675468143</c:v>
                </c:pt>
                <c:pt idx="160">
                  <c:v>19.75961575851866</c:v>
                </c:pt>
                <c:pt idx="161">
                  <c:v>19.739874144358094</c:v>
                </c:pt>
                <c:pt idx="162">
                  <c:v>19.710713145677278</c:v>
                </c:pt>
                <c:pt idx="163">
                  <c:v>19.696481496427769</c:v>
                </c:pt>
                <c:pt idx="164">
                  <c:v>19.673362681560619</c:v>
                </c:pt>
                <c:pt idx="165">
                  <c:v>19.640083488977911</c:v>
                </c:pt>
                <c:pt idx="166">
                  <c:v>19.625864153609491</c:v>
                </c:pt>
                <c:pt idx="167">
                  <c:v>19.611300375223404</c:v>
                </c:pt>
                <c:pt idx="168">
                  <c:v>19.597112537466607</c:v>
                </c:pt>
                <c:pt idx="169">
                  <c:v>19.596839644579052</c:v>
                </c:pt>
                <c:pt idx="170">
                  <c:v>19.59761153049358</c:v>
                </c:pt>
                <c:pt idx="171">
                  <c:v>19.598919091838741</c:v>
                </c:pt>
                <c:pt idx="172">
                  <c:v>19.590807700729659</c:v>
                </c:pt>
                <c:pt idx="173">
                  <c:v>19.579333496711893</c:v>
                </c:pt>
                <c:pt idx="174">
                  <c:v>19.584865583402308</c:v>
                </c:pt>
                <c:pt idx="175">
                  <c:v>19.584802458559256</c:v>
                </c:pt>
                <c:pt idx="176">
                  <c:v>19.572189155730936</c:v>
                </c:pt>
                <c:pt idx="177">
                  <c:v>19.57137993931374</c:v>
                </c:pt>
                <c:pt idx="178">
                  <c:v>19.572988002564056</c:v>
                </c:pt>
                <c:pt idx="179">
                  <c:v>19.572900206752227</c:v>
                </c:pt>
                <c:pt idx="180">
                  <c:v>19.58290676897068</c:v>
                </c:pt>
                <c:pt idx="181">
                  <c:v>19.585549587091805</c:v>
                </c:pt>
                <c:pt idx="182">
                  <c:v>19.595103257725818</c:v>
                </c:pt>
                <c:pt idx="183">
                  <c:v>19.599347787727012</c:v>
                </c:pt>
                <c:pt idx="184">
                  <c:v>19.607992477903714</c:v>
                </c:pt>
                <c:pt idx="185">
                  <c:v>19.610963622980591</c:v>
                </c:pt>
                <c:pt idx="186">
                  <c:v>19.603499380330941</c:v>
                </c:pt>
                <c:pt idx="187">
                  <c:v>19.602974895409787</c:v>
                </c:pt>
                <c:pt idx="188">
                  <c:v>19.597271624168943</c:v>
                </c:pt>
                <c:pt idx="189">
                  <c:v>19.595275781680854</c:v>
                </c:pt>
                <c:pt idx="190">
                  <c:v>19.587093056474657</c:v>
                </c:pt>
                <c:pt idx="191">
                  <c:v>19.587264543471285</c:v>
                </c:pt>
                <c:pt idx="192">
                  <c:v>19.601252550701652</c:v>
                </c:pt>
                <c:pt idx="193">
                  <c:v>19.606681027964523</c:v>
                </c:pt>
                <c:pt idx="194">
                  <c:v>19.630577864083445</c:v>
                </c:pt>
                <c:pt idx="195">
                  <c:v>19.661975106776474</c:v>
                </c:pt>
                <c:pt idx="196">
                  <c:v>19.674349045039083</c:v>
                </c:pt>
                <c:pt idx="197">
                  <c:v>19.699003379274625</c:v>
                </c:pt>
                <c:pt idx="198">
                  <c:v>19.710599080252461</c:v>
                </c:pt>
                <c:pt idx="199">
                  <c:v>19.748244818275634</c:v>
                </c:pt>
                <c:pt idx="200">
                  <c:v>19.762872844876384</c:v>
                </c:pt>
                <c:pt idx="201">
                  <c:v>19.770820353350494</c:v>
                </c:pt>
                <c:pt idx="202">
                  <c:v>19.829313708088954</c:v>
                </c:pt>
                <c:pt idx="203">
                  <c:v>19.930446446887942</c:v>
                </c:pt>
                <c:pt idx="204">
                  <c:v>20.049325519045215</c:v>
                </c:pt>
                <c:pt idx="205">
                  <c:v>20.146385862938644</c:v>
                </c:pt>
                <c:pt idx="206">
                  <c:v>20.169571648036275</c:v>
                </c:pt>
                <c:pt idx="207">
                  <c:v>20.169876427394858</c:v>
                </c:pt>
                <c:pt idx="208">
                  <c:v>20.165200868348979</c:v>
                </c:pt>
                <c:pt idx="209">
                  <c:v>20.114510798452798</c:v>
                </c:pt>
                <c:pt idx="210">
                  <c:v>20.040944043477595</c:v>
                </c:pt>
                <c:pt idx="211">
                  <c:v>19.954653722430091</c:v>
                </c:pt>
                <c:pt idx="212">
                  <c:v>19.865586945246697</c:v>
                </c:pt>
                <c:pt idx="213">
                  <c:v>19.766412070334127</c:v>
                </c:pt>
                <c:pt idx="214">
                  <c:v>19.753527602882265</c:v>
                </c:pt>
                <c:pt idx="215">
                  <c:v>19.748954184239516</c:v>
                </c:pt>
                <c:pt idx="216">
                  <c:v>19.742504043705726</c:v>
                </c:pt>
                <c:pt idx="217">
                  <c:v>19.765647831987856</c:v>
                </c:pt>
                <c:pt idx="218">
                  <c:v>19.752768203675227</c:v>
                </c:pt>
                <c:pt idx="219">
                  <c:v>19.74142076782277</c:v>
                </c:pt>
                <c:pt idx="220">
                  <c:v>19.788703824458153</c:v>
                </c:pt>
                <c:pt idx="221">
                  <c:v>19.804423163369517</c:v>
                </c:pt>
                <c:pt idx="222">
                  <c:v>19.808515174071619</c:v>
                </c:pt>
                <c:pt idx="223">
                  <c:v>19.826024476020599</c:v>
                </c:pt>
                <c:pt idx="224">
                  <c:v>19.837660704789524</c:v>
                </c:pt>
                <c:pt idx="225">
                  <c:v>19.787983224778195</c:v>
                </c:pt>
                <c:pt idx="226">
                  <c:v>19.754641469038241</c:v>
                </c:pt>
                <c:pt idx="227">
                  <c:v>19.776519131104902</c:v>
                </c:pt>
                <c:pt idx="228">
                  <c:v>19.793491375012035</c:v>
                </c:pt>
                <c:pt idx="229">
                  <c:v>19.754613730400841</c:v>
                </c:pt>
                <c:pt idx="230">
                  <c:v>19.740985850184053</c:v>
                </c:pt>
                <c:pt idx="231">
                  <c:v>19.745616820018416</c:v>
                </c:pt>
                <c:pt idx="232">
                  <c:v>19.751178287197042</c:v>
                </c:pt>
                <c:pt idx="233">
                  <c:v>19.782516120814645</c:v>
                </c:pt>
                <c:pt idx="234">
                  <c:v>19.776748903805348</c:v>
                </c:pt>
                <c:pt idx="235">
                  <c:v>19.768248178020876</c:v>
                </c:pt>
                <c:pt idx="236">
                  <c:v>19.768507590449133</c:v>
                </c:pt>
                <c:pt idx="237">
                  <c:v>19.732674974201341</c:v>
                </c:pt>
                <c:pt idx="238">
                  <c:v>19.702568053419952</c:v>
                </c:pt>
                <c:pt idx="239">
                  <c:v>19.689722255875367</c:v>
                </c:pt>
                <c:pt idx="240">
                  <c:v>19.659757225569393</c:v>
                </c:pt>
                <c:pt idx="241">
                  <c:v>19.628450975976616</c:v>
                </c:pt>
                <c:pt idx="242">
                  <c:v>19.633242847190527</c:v>
                </c:pt>
                <c:pt idx="243">
                  <c:v>19.629102056236675</c:v>
                </c:pt>
                <c:pt idx="244">
                  <c:v>19.614404164563229</c:v>
                </c:pt>
                <c:pt idx="245">
                  <c:v>19.614466209241272</c:v>
                </c:pt>
                <c:pt idx="246">
                  <c:v>19.616163321294824</c:v>
                </c:pt>
                <c:pt idx="247">
                  <c:v>19.605073612813214</c:v>
                </c:pt>
                <c:pt idx="248">
                  <c:v>19.616827449948183</c:v>
                </c:pt>
                <c:pt idx="249">
                  <c:v>19.621281661580674</c:v>
                </c:pt>
                <c:pt idx="250">
                  <c:v>19.619399150005197</c:v>
                </c:pt>
                <c:pt idx="251">
                  <c:v>19.684923514812002</c:v>
                </c:pt>
                <c:pt idx="252">
                  <c:v>19.708384612366803</c:v>
                </c:pt>
                <c:pt idx="253">
                  <c:v>19.733042835196375</c:v>
                </c:pt>
                <c:pt idx="254">
                  <c:v>19.753657049856791</c:v>
                </c:pt>
                <c:pt idx="255">
                  <c:v>19.773552565927659</c:v>
                </c:pt>
                <c:pt idx="256">
                  <c:v>19.809461398618396</c:v>
                </c:pt>
                <c:pt idx="257">
                  <c:v>19.873657506118491</c:v>
                </c:pt>
                <c:pt idx="258">
                  <c:v>19.937166715086864</c:v>
                </c:pt>
                <c:pt idx="259">
                  <c:v>20</c:v>
                </c:pt>
                <c:pt idx="260">
                  <c:v>19.923517750049133</c:v>
                </c:pt>
                <c:pt idx="261">
                  <c:v>19.799421740144101</c:v>
                </c:pt>
                <c:pt idx="262">
                  <c:v>19.738128079226392</c:v>
                </c:pt>
                <c:pt idx="263">
                  <c:v>19.696126294966625</c:v>
                </c:pt>
                <c:pt idx="264">
                  <c:v>19.686754221673713</c:v>
                </c:pt>
                <c:pt idx="265">
                  <c:v>19.698456426921311</c:v>
                </c:pt>
                <c:pt idx="266">
                  <c:v>19.682262809158349</c:v>
                </c:pt>
                <c:pt idx="267">
                  <c:v>19.666896684204517</c:v>
                </c:pt>
                <c:pt idx="268">
                  <c:v>19.654421556083985</c:v>
                </c:pt>
                <c:pt idx="269">
                  <c:v>19.633157600568119</c:v>
                </c:pt>
                <c:pt idx="270">
                  <c:v>19.609578937853875</c:v>
                </c:pt>
                <c:pt idx="271">
                  <c:v>19.616826974675579</c:v>
                </c:pt>
                <c:pt idx="272">
                  <c:v>19.589923607274127</c:v>
                </c:pt>
                <c:pt idx="273">
                  <c:v>19.595442386331648</c:v>
                </c:pt>
                <c:pt idx="274">
                  <c:v>19.600048166718029</c:v>
                </c:pt>
                <c:pt idx="275">
                  <c:v>19.596199538795467</c:v>
                </c:pt>
                <c:pt idx="276">
                  <c:v>19.661556478026078</c:v>
                </c:pt>
                <c:pt idx="277">
                  <c:v>19.754646913069877</c:v>
                </c:pt>
                <c:pt idx="278">
                  <c:v>19.979560858484042</c:v>
                </c:pt>
                <c:pt idx="279">
                  <c:v>20.02067150661243</c:v>
                </c:pt>
                <c:pt idx="280">
                  <c:v>19.964107153751382</c:v>
                </c:pt>
                <c:pt idx="281">
                  <c:v>19.837894106844395</c:v>
                </c:pt>
                <c:pt idx="282">
                  <c:v>19.728768406227768</c:v>
                </c:pt>
                <c:pt idx="283">
                  <c:v>19.722808358161288</c:v>
                </c:pt>
                <c:pt idx="284">
                  <c:v>19.738822322880161</c:v>
                </c:pt>
                <c:pt idx="285">
                  <c:v>19.721845974346</c:v>
                </c:pt>
                <c:pt idx="286">
                  <c:v>19.656140660297094</c:v>
                </c:pt>
                <c:pt idx="287">
                  <c:v>19.740284952713836</c:v>
                </c:pt>
                <c:pt idx="288">
                  <c:v>19.775310556081045</c:v>
                </c:pt>
                <c:pt idx="289">
                  <c:v>19.831037046548893</c:v>
                </c:pt>
                <c:pt idx="290">
                  <c:v>19.889090212443399</c:v>
                </c:pt>
                <c:pt idx="291">
                  <c:v>19.946026574133114</c:v>
                </c:pt>
                <c:pt idx="292">
                  <c:v>19.911640601276879</c:v>
                </c:pt>
                <c:pt idx="293">
                  <c:v>19.815129845339385</c:v>
                </c:pt>
                <c:pt idx="294">
                  <c:v>19.948400603993711</c:v>
                </c:pt>
                <c:pt idx="295">
                  <c:v>20.000488148170298</c:v>
                </c:pt>
                <c:pt idx="296">
                  <c:v>20.030501267422423</c:v>
                </c:pt>
                <c:pt idx="297">
                  <c:v>20.108408038985495</c:v>
                </c:pt>
                <c:pt idx="298">
                  <c:v>20.117087899334845</c:v>
                </c:pt>
                <c:pt idx="299">
                  <c:v>20.181226887709329</c:v>
                </c:pt>
                <c:pt idx="300">
                  <c:v>20.256987587435038</c:v>
                </c:pt>
                <c:pt idx="301">
                  <c:v>20.253396514056924</c:v>
                </c:pt>
                <c:pt idx="302">
                  <c:v>20.22402924706623</c:v>
                </c:pt>
                <c:pt idx="303">
                  <c:v>20.208792007401122</c:v>
                </c:pt>
                <c:pt idx="304">
                  <c:v>20.271600318899281</c:v>
                </c:pt>
                <c:pt idx="305">
                  <c:v>20.409950272659575</c:v>
                </c:pt>
                <c:pt idx="306">
                  <c:v>20.414535443497613</c:v>
                </c:pt>
                <c:pt idx="307">
                  <c:v>20.390239248772026</c:v>
                </c:pt>
                <c:pt idx="308">
                  <c:v>20.423282706143446</c:v>
                </c:pt>
                <c:pt idx="309">
                  <c:v>20.398538113319862</c:v>
                </c:pt>
                <c:pt idx="310">
                  <c:v>20.413539531360481</c:v>
                </c:pt>
                <c:pt idx="311">
                  <c:v>20.368772827127117</c:v>
                </c:pt>
                <c:pt idx="312">
                  <c:v>20.450088685867797</c:v>
                </c:pt>
                <c:pt idx="313">
                  <c:v>20.619200010784372</c:v>
                </c:pt>
                <c:pt idx="314">
                  <c:v>20.606923114546056</c:v>
                </c:pt>
                <c:pt idx="315">
                  <c:v>20.644791107321229</c:v>
                </c:pt>
                <c:pt idx="316">
                  <c:v>20.662693675746219</c:v>
                </c:pt>
                <c:pt idx="317">
                  <c:v>20.671414150299871</c:v>
                </c:pt>
                <c:pt idx="318">
                  <c:v>20.780171903508258</c:v>
                </c:pt>
                <c:pt idx="319">
                  <c:v>20.79487787481597</c:v>
                </c:pt>
                <c:pt idx="320">
                  <c:v>20.75832993009346</c:v>
                </c:pt>
                <c:pt idx="321">
                  <c:v>20.958510429986912</c:v>
                </c:pt>
                <c:pt idx="322">
                  <c:v>21.131140673259079</c:v>
                </c:pt>
                <c:pt idx="323">
                  <c:v>21.21606566573681</c:v>
                </c:pt>
                <c:pt idx="324">
                  <c:v>21.294826458961602</c:v>
                </c:pt>
                <c:pt idx="325">
                  <c:v>21.359591078908572</c:v>
                </c:pt>
                <c:pt idx="326">
                  <c:v>21.399427910046629</c:v>
                </c:pt>
                <c:pt idx="327">
                  <c:v>21.442989495784175</c:v>
                </c:pt>
                <c:pt idx="328">
                  <c:v>21.497239530306246</c:v>
                </c:pt>
                <c:pt idx="329">
                  <c:v>21.493745498952425</c:v>
                </c:pt>
                <c:pt idx="330">
                  <c:v>21.483880049490583</c:v>
                </c:pt>
                <c:pt idx="331">
                  <c:v>21.619964249130653</c:v>
                </c:pt>
                <c:pt idx="332">
                  <c:v>21.595106973493454</c:v>
                </c:pt>
                <c:pt idx="333">
                  <c:v>21.495600963196111</c:v>
                </c:pt>
                <c:pt idx="334">
                  <c:v>21.495095618798889</c:v>
                </c:pt>
                <c:pt idx="335">
                  <c:v>21.365517987512614</c:v>
                </c:pt>
                <c:pt idx="336">
                  <c:v>21.268537316590152</c:v>
                </c:pt>
                <c:pt idx="337">
                  <c:v>21.20570627842023</c:v>
                </c:pt>
                <c:pt idx="338">
                  <c:v>21.149640356900349</c:v>
                </c:pt>
                <c:pt idx="339">
                  <c:v>21.098839418867783</c:v>
                </c:pt>
                <c:pt idx="340">
                  <c:v>20.900032716037764</c:v>
                </c:pt>
                <c:pt idx="341">
                  <c:v>20.827213003181917</c:v>
                </c:pt>
                <c:pt idx="342">
                  <c:v>20.879979323049366</c:v>
                </c:pt>
                <c:pt idx="343">
                  <c:v>20.734713029537939</c:v>
                </c:pt>
                <c:pt idx="344">
                  <c:v>20.680459711314246</c:v>
                </c:pt>
                <c:pt idx="345">
                  <c:v>20.713851327470952</c:v>
                </c:pt>
                <c:pt idx="346">
                  <c:v>20.715742566779696</c:v>
                </c:pt>
                <c:pt idx="347">
                  <c:v>20.769770865028981</c:v>
                </c:pt>
                <c:pt idx="348">
                  <c:v>20.74229630637144</c:v>
                </c:pt>
                <c:pt idx="349">
                  <c:v>20.697954755085117</c:v>
                </c:pt>
                <c:pt idx="350">
                  <c:v>20.504714617812564</c:v>
                </c:pt>
                <c:pt idx="351">
                  <c:v>20.527403613419835</c:v>
                </c:pt>
                <c:pt idx="352">
                  <c:v>20.59664547411726</c:v>
                </c:pt>
                <c:pt idx="353">
                  <c:v>20.558713017094441</c:v>
                </c:pt>
                <c:pt idx="354">
                  <c:v>20.512216666237492</c:v>
                </c:pt>
                <c:pt idx="355">
                  <c:v>20.388839354922009</c:v>
                </c:pt>
                <c:pt idx="356">
                  <c:v>20.327853065758895</c:v>
                </c:pt>
                <c:pt idx="357">
                  <c:v>20.403215832695757</c:v>
                </c:pt>
                <c:pt idx="358">
                  <c:v>20.354473689167925</c:v>
                </c:pt>
                <c:pt idx="359">
                  <c:v>20.372075971720768</c:v>
                </c:pt>
                <c:pt idx="360">
                  <c:v>20.545221151255426</c:v>
                </c:pt>
                <c:pt idx="361">
                  <c:v>20.599374057340004</c:v>
                </c:pt>
                <c:pt idx="362">
                  <c:v>20.581405123576928</c:v>
                </c:pt>
                <c:pt idx="363">
                  <c:v>20.483048236021418</c:v>
                </c:pt>
                <c:pt idx="364">
                  <c:v>20.431233584732389</c:v>
                </c:pt>
                <c:pt idx="365">
                  <c:v>20.456147979495196</c:v>
                </c:pt>
                <c:pt idx="366">
                  <c:v>20.374042736166849</c:v>
                </c:pt>
                <c:pt idx="367">
                  <c:v>20.236567888889223</c:v>
                </c:pt>
                <c:pt idx="368">
                  <c:v>20.241742829821479</c:v>
                </c:pt>
                <c:pt idx="369">
                  <c:v>20.188736194843102</c:v>
                </c:pt>
                <c:pt idx="370">
                  <c:v>20.188117735566276</c:v>
                </c:pt>
                <c:pt idx="371">
                  <c:v>20.184829021977126</c:v>
                </c:pt>
                <c:pt idx="372">
                  <c:v>20.096506435277469</c:v>
                </c:pt>
                <c:pt idx="373">
                  <c:v>20.04301381245882</c:v>
                </c:pt>
                <c:pt idx="374">
                  <c:v>19.955774501642118</c:v>
                </c:pt>
                <c:pt idx="375">
                  <c:v>19.954768392747315</c:v>
                </c:pt>
                <c:pt idx="376">
                  <c:v>19.939023648354965</c:v>
                </c:pt>
                <c:pt idx="377">
                  <c:v>19.87233624828103</c:v>
                </c:pt>
                <c:pt idx="378">
                  <c:v>19.848097604747061</c:v>
                </c:pt>
                <c:pt idx="379">
                  <c:v>19.791917185736363</c:v>
                </c:pt>
                <c:pt idx="380">
                  <c:v>19.722551149269648</c:v>
                </c:pt>
                <c:pt idx="381">
                  <c:v>19.655268837516051</c:v>
                </c:pt>
                <c:pt idx="382">
                  <c:v>19.606333733311239</c:v>
                </c:pt>
                <c:pt idx="383">
                  <c:v>19.567459285988466</c:v>
                </c:pt>
                <c:pt idx="384">
                  <c:v>19.526108884434962</c:v>
                </c:pt>
                <c:pt idx="385">
                  <c:v>19.488994717215395</c:v>
                </c:pt>
                <c:pt idx="386">
                  <c:v>19.458879543973346</c:v>
                </c:pt>
                <c:pt idx="387">
                  <c:v>19.447316939251348</c:v>
                </c:pt>
                <c:pt idx="388">
                  <c:v>19.435479108485382</c:v>
                </c:pt>
                <c:pt idx="389">
                  <c:v>19.40659113231192</c:v>
                </c:pt>
                <c:pt idx="390">
                  <c:v>19.388061981769237</c:v>
                </c:pt>
                <c:pt idx="391">
                  <c:v>19.373616632674594</c:v>
                </c:pt>
                <c:pt idx="392">
                  <c:v>19.370483117193757</c:v>
                </c:pt>
                <c:pt idx="393">
                  <c:v>19.386271111393011</c:v>
                </c:pt>
                <c:pt idx="394">
                  <c:v>19.388773896922533</c:v>
                </c:pt>
                <c:pt idx="395">
                  <c:v>19.379833846426116</c:v>
                </c:pt>
                <c:pt idx="396">
                  <c:v>19.377300038557571</c:v>
                </c:pt>
                <c:pt idx="397">
                  <c:v>19.37524716335707</c:v>
                </c:pt>
                <c:pt idx="398">
                  <c:v>19.365432956923193</c:v>
                </c:pt>
                <c:pt idx="399">
                  <c:v>19.363560858138388</c:v>
                </c:pt>
                <c:pt idx="400">
                  <c:v>19.367378593341726</c:v>
                </c:pt>
                <c:pt idx="401">
                  <c:v>19.345820271257953</c:v>
                </c:pt>
                <c:pt idx="402">
                  <c:v>19.356198475048966</c:v>
                </c:pt>
                <c:pt idx="403">
                  <c:v>19.33982470736602</c:v>
                </c:pt>
                <c:pt idx="404">
                  <c:v>19.307165594307651</c:v>
                </c:pt>
                <c:pt idx="405">
                  <c:v>19.28304220438001</c:v>
                </c:pt>
                <c:pt idx="406">
                  <c:v>19.253335895196688</c:v>
                </c:pt>
                <c:pt idx="407">
                  <c:v>19.229359537329898</c:v>
                </c:pt>
                <c:pt idx="408">
                  <c:v>19.219509188574861</c:v>
                </c:pt>
                <c:pt idx="409">
                  <c:v>19.202331108423852</c:v>
                </c:pt>
                <c:pt idx="410">
                  <c:v>19.185337455646266</c:v>
                </c:pt>
                <c:pt idx="411">
                  <c:v>19.171090035987643</c:v>
                </c:pt>
                <c:pt idx="412">
                  <c:v>19.147924763223511</c:v>
                </c:pt>
                <c:pt idx="413">
                  <c:v>19.14255634313507</c:v>
                </c:pt>
                <c:pt idx="414">
                  <c:v>19.135708799093283</c:v>
                </c:pt>
                <c:pt idx="415">
                  <c:v>19.129084093092594</c:v>
                </c:pt>
                <c:pt idx="416">
                  <c:v>19.111595260270512</c:v>
                </c:pt>
                <c:pt idx="417">
                  <c:v>19.109715967586755</c:v>
                </c:pt>
                <c:pt idx="418">
                  <c:v>19.072176134341763</c:v>
                </c:pt>
                <c:pt idx="419">
                  <c:v>19.05524750749764</c:v>
                </c:pt>
                <c:pt idx="420">
                  <c:v>19.055908919536002</c:v>
                </c:pt>
                <c:pt idx="421">
                  <c:v>19.086978353752485</c:v>
                </c:pt>
                <c:pt idx="422">
                  <c:v>19.086702225770733</c:v>
                </c:pt>
                <c:pt idx="423">
                  <c:v>19.072982769164589</c:v>
                </c:pt>
                <c:pt idx="424">
                  <c:v>19.07187978027024</c:v>
                </c:pt>
                <c:pt idx="425">
                  <c:v>19.076282597651669</c:v>
                </c:pt>
                <c:pt idx="426">
                  <c:v>19.093064943149621</c:v>
                </c:pt>
                <c:pt idx="427">
                  <c:v>19.084671423742165</c:v>
                </c:pt>
                <c:pt idx="428">
                  <c:v>19.055740943075651</c:v>
                </c:pt>
                <c:pt idx="429">
                  <c:v>19.046348730106168</c:v>
                </c:pt>
                <c:pt idx="430">
                  <c:v>19.053644148365937</c:v>
                </c:pt>
                <c:pt idx="431">
                  <c:v>19.050093824212738</c:v>
                </c:pt>
                <c:pt idx="432">
                  <c:v>19.032216364223345</c:v>
                </c:pt>
                <c:pt idx="433">
                  <c:v>19.048615602197177</c:v>
                </c:pt>
                <c:pt idx="434">
                  <c:v>19.080691496362093</c:v>
                </c:pt>
                <c:pt idx="435">
                  <c:v>19.171504462896159</c:v>
                </c:pt>
                <c:pt idx="436">
                  <c:v>19.221361865992829</c:v>
                </c:pt>
                <c:pt idx="437">
                  <c:v>19.189984217493041</c:v>
                </c:pt>
                <c:pt idx="438">
                  <c:v>19.273805238126265</c:v>
                </c:pt>
                <c:pt idx="439">
                  <c:v>19.284205131630635</c:v>
                </c:pt>
                <c:pt idx="440">
                  <c:v>19.391832751398038</c:v>
                </c:pt>
                <c:pt idx="441">
                  <c:v>19.393192419903173</c:v>
                </c:pt>
                <c:pt idx="442">
                  <c:v>19.311237168287807</c:v>
                </c:pt>
                <c:pt idx="443">
                  <c:v>19.335690008542809</c:v>
                </c:pt>
                <c:pt idx="444">
                  <c:v>19.366513813236534</c:v>
                </c:pt>
                <c:pt idx="445">
                  <c:v>19.38090549973359</c:v>
                </c:pt>
                <c:pt idx="446">
                  <c:v>19.409371217802228</c:v>
                </c:pt>
                <c:pt idx="447">
                  <c:v>19.430647919265187</c:v>
                </c:pt>
                <c:pt idx="448">
                  <c:v>19.434702037778816</c:v>
                </c:pt>
                <c:pt idx="449">
                  <c:v>19.431280809546518</c:v>
                </c:pt>
                <c:pt idx="450">
                  <c:v>19.436878397442999</c:v>
                </c:pt>
                <c:pt idx="451">
                  <c:v>19.416929650840551</c:v>
                </c:pt>
                <c:pt idx="452">
                  <c:v>19.454248142072981</c:v>
                </c:pt>
                <c:pt idx="453">
                  <c:v>19.465559111554779</c:v>
                </c:pt>
                <c:pt idx="454">
                  <c:v>19.47445085707205</c:v>
                </c:pt>
                <c:pt idx="455">
                  <c:v>19.478103024583003</c:v>
                </c:pt>
                <c:pt idx="456">
                  <c:v>19.463637886865421</c:v>
                </c:pt>
                <c:pt idx="457">
                  <c:v>19.434339577608821</c:v>
                </c:pt>
                <c:pt idx="458">
                  <c:v>19.429982710446822</c:v>
                </c:pt>
                <c:pt idx="459">
                  <c:v>19.44119603301192</c:v>
                </c:pt>
                <c:pt idx="460">
                  <c:v>19.453152681928739</c:v>
                </c:pt>
                <c:pt idx="461">
                  <c:v>19.461514109633811</c:v>
                </c:pt>
                <c:pt idx="462">
                  <c:v>19.477239367849418</c:v>
                </c:pt>
                <c:pt idx="463">
                  <c:v>19.464326600074351</c:v>
                </c:pt>
                <c:pt idx="464">
                  <c:v>19.454103313548746</c:v>
                </c:pt>
                <c:pt idx="465">
                  <c:v>19.451851385540621</c:v>
                </c:pt>
                <c:pt idx="466">
                  <c:v>19.467944591164461</c:v>
                </c:pt>
                <c:pt idx="467">
                  <c:v>19.479167462388226</c:v>
                </c:pt>
                <c:pt idx="468">
                  <c:v>19.502756408273342</c:v>
                </c:pt>
                <c:pt idx="469">
                  <c:v>19.520733724116873</c:v>
                </c:pt>
                <c:pt idx="470">
                  <c:v>19.538818149122569</c:v>
                </c:pt>
                <c:pt idx="471">
                  <c:v>19.542652346040626</c:v>
                </c:pt>
                <c:pt idx="472">
                  <c:v>19.539758756811306</c:v>
                </c:pt>
                <c:pt idx="473">
                  <c:v>19.563769269495641</c:v>
                </c:pt>
                <c:pt idx="474">
                  <c:v>19.567892907429169</c:v>
                </c:pt>
                <c:pt idx="475">
                  <c:v>19.581810487901031</c:v>
                </c:pt>
                <c:pt idx="476">
                  <c:v>19.600560510584497</c:v>
                </c:pt>
                <c:pt idx="477">
                  <c:v>19.613973826824147</c:v>
                </c:pt>
                <c:pt idx="478">
                  <c:v>19.629436777769275</c:v>
                </c:pt>
                <c:pt idx="479">
                  <c:v>19.652113891561459</c:v>
                </c:pt>
                <c:pt idx="480">
                  <c:v>19.65153708344733</c:v>
                </c:pt>
                <c:pt idx="481">
                  <c:v>19.658221706200997</c:v>
                </c:pt>
                <c:pt idx="482">
                  <c:v>19.68948824892809</c:v>
                </c:pt>
                <c:pt idx="483">
                  <c:v>19.690266702245864</c:v>
                </c:pt>
                <c:pt idx="484">
                  <c:v>19.698150999463721</c:v>
                </c:pt>
                <c:pt idx="485">
                  <c:v>19.727934778081398</c:v>
                </c:pt>
                <c:pt idx="486">
                  <c:v>19.731391824585355</c:v>
                </c:pt>
                <c:pt idx="487">
                  <c:v>19.734394683306856</c:v>
                </c:pt>
                <c:pt idx="488">
                  <c:v>19.74207292824784</c:v>
                </c:pt>
                <c:pt idx="489">
                  <c:v>19.745720861511963</c:v>
                </c:pt>
                <c:pt idx="490">
                  <c:v>19.750492079970925</c:v>
                </c:pt>
                <c:pt idx="491">
                  <c:v>19.751522903041106</c:v>
                </c:pt>
                <c:pt idx="492">
                  <c:v>19.772735010636605</c:v>
                </c:pt>
                <c:pt idx="493">
                  <c:v>19.774023863523833</c:v>
                </c:pt>
                <c:pt idx="494">
                  <c:v>19.782189824569109</c:v>
                </c:pt>
                <c:pt idx="495">
                  <c:v>19.794169632223692</c:v>
                </c:pt>
                <c:pt idx="496">
                  <c:v>19.792545755357665</c:v>
                </c:pt>
                <c:pt idx="497">
                  <c:v>19.798242372782056</c:v>
                </c:pt>
                <c:pt idx="498">
                  <c:v>19.802136151601939</c:v>
                </c:pt>
                <c:pt idx="499">
                  <c:v>19.797687167968082</c:v>
                </c:pt>
                <c:pt idx="500">
                  <c:v>19.804863870692671</c:v>
                </c:pt>
                <c:pt idx="501">
                  <c:v>19.800479956198881</c:v>
                </c:pt>
                <c:pt idx="502">
                  <c:v>19.810033540419692</c:v>
                </c:pt>
                <c:pt idx="503">
                  <c:v>19.818621716363189</c:v>
                </c:pt>
                <c:pt idx="504">
                  <c:v>19.82276108149923</c:v>
                </c:pt>
                <c:pt idx="505">
                  <c:v>19.833875374536419</c:v>
                </c:pt>
                <c:pt idx="506">
                  <c:v>19.850598143533368</c:v>
                </c:pt>
                <c:pt idx="507">
                  <c:v>19.884486117114431</c:v>
                </c:pt>
                <c:pt idx="508">
                  <c:v>19.927364001608673</c:v>
                </c:pt>
                <c:pt idx="509">
                  <c:v>19.976919898246731</c:v>
                </c:pt>
                <c:pt idx="510">
                  <c:v>20.032274552712312</c:v>
                </c:pt>
                <c:pt idx="511">
                  <c:v>20.120879969817601</c:v>
                </c:pt>
                <c:pt idx="512">
                  <c:v>20.188714505129749</c:v>
                </c:pt>
                <c:pt idx="513">
                  <c:v>20.241707832475221</c:v>
                </c:pt>
                <c:pt idx="514">
                  <c:v>20.291392830435008</c:v>
                </c:pt>
                <c:pt idx="515">
                  <c:v>20.335708717000749</c:v>
                </c:pt>
                <c:pt idx="516">
                  <c:v>20.350026347384876</c:v>
                </c:pt>
                <c:pt idx="517">
                  <c:v>20.347337687060818</c:v>
                </c:pt>
                <c:pt idx="518">
                  <c:v>20.349680089689997</c:v>
                </c:pt>
                <c:pt idx="519">
                  <c:v>20.351004458402677</c:v>
                </c:pt>
                <c:pt idx="520">
                  <c:v>20.313600763754437</c:v>
                </c:pt>
                <c:pt idx="521">
                  <c:v>20.333079681785119</c:v>
                </c:pt>
                <c:pt idx="522">
                  <c:v>20.355549101449618</c:v>
                </c:pt>
                <c:pt idx="523">
                  <c:v>20.340552263308634</c:v>
                </c:pt>
                <c:pt idx="524">
                  <c:v>20.357072134110528</c:v>
                </c:pt>
                <c:pt idx="525">
                  <c:v>20.364419416493135</c:v>
                </c:pt>
                <c:pt idx="526">
                  <c:v>20.391847052782744</c:v>
                </c:pt>
                <c:pt idx="527">
                  <c:v>20.394384230766111</c:v>
                </c:pt>
                <c:pt idx="528">
                  <c:v>20.375596359100779</c:v>
                </c:pt>
                <c:pt idx="529">
                  <c:v>20.385868555497929</c:v>
                </c:pt>
                <c:pt idx="530">
                  <c:v>20.389737015250034</c:v>
                </c:pt>
                <c:pt idx="531">
                  <c:v>20.365362098098689</c:v>
                </c:pt>
                <c:pt idx="532">
                  <c:v>20.385350594773424</c:v>
                </c:pt>
                <c:pt idx="533">
                  <c:v>20.390222657437512</c:v>
                </c:pt>
                <c:pt idx="534">
                  <c:v>20.392466981083984</c:v>
                </c:pt>
                <c:pt idx="535">
                  <c:v>20.393235280850689</c:v>
                </c:pt>
                <c:pt idx="536">
                  <c:v>20.404802811125123</c:v>
                </c:pt>
                <c:pt idx="537">
                  <c:v>20.453116258764684</c:v>
                </c:pt>
                <c:pt idx="538">
                  <c:v>20.481861955603328</c:v>
                </c:pt>
                <c:pt idx="539">
                  <c:v>20.522451618545176</c:v>
                </c:pt>
                <c:pt idx="540">
                  <c:v>20.558062498520183</c:v>
                </c:pt>
                <c:pt idx="541">
                  <c:v>20.615447603960707</c:v>
                </c:pt>
                <c:pt idx="542">
                  <c:v>20.68854746841296</c:v>
                </c:pt>
                <c:pt idx="543">
                  <c:v>20.755471208590585</c:v>
                </c:pt>
                <c:pt idx="544">
                  <c:v>20.823220367660522</c:v>
                </c:pt>
                <c:pt idx="545">
                  <c:v>20.891372903550955</c:v>
                </c:pt>
                <c:pt idx="546">
                  <c:v>20.961233655591212</c:v>
                </c:pt>
                <c:pt idx="547">
                  <c:v>21.008475233890298</c:v>
                </c:pt>
                <c:pt idx="548">
                  <c:v>21.059935331817194</c:v>
                </c:pt>
                <c:pt idx="549">
                  <c:v>21.092817282916656</c:v>
                </c:pt>
                <c:pt idx="550">
                  <c:v>21.168296275608345</c:v>
                </c:pt>
                <c:pt idx="551">
                  <c:v>21.221966823207069</c:v>
                </c:pt>
                <c:pt idx="552">
                  <c:v>21.221819402286812</c:v>
                </c:pt>
                <c:pt idx="553">
                  <c:v>21.177787210258703</c:v>
                </c:pt>
                <c:pt idx="554">
                  <c:v>21.113354589828521</c:v>
                </c:pt>
                <c:pt idx="555">
                  <c:v>21.0536378834089</c:v>
                </c:pt>
                <c:pt idx="556">
                  <c:v>21.033130129811646</c:v>
                </c:pt>
                <c:pt idx="557">
                  <c:v>20.942241243880009</c:v>
                </c:pt>
                <c:pt idx="558">
                  <c:v>20.885286476178567</c:v>
                </c:pt>
                <c:pt idx="559">
                  <c:v>20.84536824380552</c:v>
                </c:pt>
                <c:pt idx="560">
                  <c:v>20.769923470741276</c:v>
                </c:pt>
                <c:pt idx="561">
                  <c:v>20.661745377282635</c:v>
                </c:pt>
                <c:pt idx="562">
                  <c:v>20.582965054674503</c:v>
                </c:pt>
                <c:pt idx="563">
                  <c:v>20.524362214410861</c:v>
                </c:pt>
                <c:pt idx="564">
                  <c:v>20.451279114119529</c:v>
                </c:pt>
                <c:pt idx="565">
                  <c:v>20.441730455451154</c:v>
                </c:pt>
                <c:pt idx="566">
                  <c:v>20.42304403288334</c:v>
                </c:pt>
                <c:pt idx="567">
                  <c:v>20.366491000151569</c:v>
                </c:pt>
                <c:pt idx="568">
                  <c:v>20.330801397750811</c:v>
                </c:pt>
                <c:pt idx="569">
                  <c:v>20.325205797357938</c:v>
                </c:pt>
                <c:pt idx="570">
                  <c:v>20.272156128605662</c:v>
                </c:pt>
                <c:pt idx="571">
                  <c:v>20.230805511019163</c:v>
                </c:pt>
                <c:pt idx="572">
                  <c:v>20.233973851019847</c:v>
                </c:pt>
                <c:pt idx="573">
                  <c:v>20.09707987327678</c:v>
                </c:pt>
                <c:pt idx="574">
                  <c:v>19.980870536952626</c:v>
                </c:pt>
                <c:pt idx="575">
                  <c:v>20.016669192812568</c:v>
                </c:pt>
                <c:pt idx="576">
                  <c:v>19.977347989242599</c:v>
                </c:pt>
                <c:pt idx="577">
                  <c:v>19.885427070455968</c:v>
                </c:pt>
                <c:pt idx="578">
                  <c:v>19.894450768930586</c:v>
                </c:pt>
                <c:pt idx="579">
                  <c:v>19.953389670131436</c:v>
                </c:pt>
                <c:pt idx="580">
                  <c:v>19.877708989029504</c:v>
                </c:pt>
                <c:pt idx="581">
                  <c:v>19.808468683769686</c:v>
                </c:pt>
                <c:pt idx="582">
                  <c:v>19.660661496507267</c:v>
                </c:pt>
                <c:pt idx="583">
                  <c:v>19.651461817549592</c:v>
                </c:pt>
                <c:pt idx="584">
                  <c:v>19.501863716704346</c:v>
                </c:pt>
                <c:pt idx="585">
                  <c:v>19.657171094507873</c:v>
                </c:pt>
                <c:pt idx="586">
                  <c:v>19.534095106022949</c:v>
                </c:pt>
                <c:pt idx="587">
                  <c:v>19.343012663163247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1B0C-4B9C-BBFB-FF685BE46DCA}"/>
            </c:ext>
          </c:extLst>
        </c:ser>
        <c:ser>
          <c:idx val="20"/>
          <c:order val="20"/>
          <c:tx>
            <c:strRef>
              <c:f>Sheet2!$AE$1</c:f>
              <c:strCache>
                <c:ptCount val="1"/>
                <c:pt idx="0">
                  <c:v>S9_n3_z_o/O-PTIR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Sheet2!$AE$2:$AE$589</c:f>
              <c:numCache>
                <c:formatCode>General</c:formatCode>
                <c:ptCount val="588"/>
                <c:pt idx="0">
                  <c:v>31.965119969853539</c:v>
                </c:pt>
                <c:pt idx="1">
                  <c:v>32.026504880682353</c:v>
                </c:pt>
                <c:pt idx="2">
                  <c:v>31.896769836151108</c:v>
                </c:pt>
                <c:pt idx="3">
                  <c:v>29.326630887073982</c:v>
                </c:pt>
                <c:pt idx="4">
                  <c:v>28.971114534795241</c:v>
                </c:pt>
                <c:pt idx="5">
                  <c:v>29.616865927981852</c:v>
                </c:pt>
                <c:pt idx="6">
                  <c:v>29.867974795822978</c:v>
                </c:pt>
                <c:pt idx="7">
                  <c:v>30.175113940562202</c:v>
                </c:pt>
                <c:pt idx="8">
                  <c:v>30.348942627524586</c:v>
                </c:pt>
                <c:pt idx="9">
                  <c:v>30.2704301522541</c:v>
                </c:pt>
                <c:pt idx="10">
                  <c:v>30.191659823324372</c:v>
                </c:pt>
                <c:pt idx="11">
                  <c:v>30.005256576873464</c:v>
                </c:pt>
                <c:pt idx="12">
                  <c:v>30.265104954599146</c:v>
                </c:pt>
                <c:pt idx="13">
                  <c:v>29.88199764480807</c:v>
                </c:pt>
                <c:pt idx="14">
                  <c:v>29.803294833795917</c:v>
                </c:pt>
                <c:pt idx="15">
                  <c:v>29.89890338640366</c:v>
                </c:pt>
                <c:pt idx="16">
                  <c:v>30.179662591580733</c:v>
                </c:pt>
                <c:pt idx="17">
                  <c:v>30.23629302935656</c:v>
                </c:pt>
                <c:pt idx="18">
                  <c:v>30.271144478343103</c:v>
                </c:pt>
                <c:pt idx="19">
                  <c:v>29.914890987223991</c:v>
                </c:pt>
                <c:pt idx="20">
                  <c:v>29.987732319755349</c:v>
                </c:pt>
                <c:pt idx="21">
                  <c:v>30.155851630155151</c:v>
                </c:pt>
                <c:pt idx="22">
                  <c:v>30.240149804700238</c:v>
                </c:pt>
                <c:pt idx="23">
                  <c:v>30.204212807896052</c:v>
                </c:pt>
                <c:pt idx="24">
                  <c:v>30.180532650206896</c:v>
                </c:pt>
                <c:pt idx="25">
                  <c:v>30.08883795554847</c:v>
                </c:pt>
                <c:pt idx="26">
                  <c:v>30.108887073982014</c:v>
                </c:pt>
                <c:pt idx="27">
                  <c:v>30.170883479596792</c:v>
                </c:pt>
                <c:pt idx="28">
                  <c:v>30.29469732522664</c:v>
                </c:pt>
                <c:pt idx="29">
                  <c:v>30.289343836281549</c:v>
                </c:pt>
                <c:pt idx="30">
                  <c:v>30.374517750900409</c:v>
                </c:pt>
                <c:pt idx="31">
                  <c:v>30.347024153399087</c:v>
                </c:pt>
                <c:pt idx="32">
                  <c:v>30.2776949845282</c:v>
                </c:pt>
                <c:pt idx="33">
                  <c:v>30.238891711898429</c:v>
                </c:pt>
                <c:pt idx="34">
                  <c:v>30.188756965933056</c:v>
                </c:pt>
                <c:pt idx="35">
                  <c:v>30.117693216322568</c:v>
                </c:pt>
                <c:pt idx="36">
                  <c:v>30.27622070684745</c:v>
                </c:pt>
                <c:pt idx="37">
                  <c:v>30.318215938489633</c:v>
                </c:pt>
                <c:pt idx="38">
                  <c:v>30.344682614335511</c:v>
                </c:pt>
                <c:pt idx="39">
                  <c:v>30.326264984455733</c:v>
                </c:pt>
                <c:pt idx="40">
                  <c:v>30.297092606146691</c:v>
                </c:pt>
                <c:pt idx="41">
                  <c:v>30.440570956497794</c:v>
                </c:pt>
                <c:pt idx="42">
                  <c:v>30.534101410941133</c:v>
                </c:pt>
                <c:pt idx="43">
                  <c:v>30.458885189828468</c:v>
                </c:pt>
                <c:pt idx="44">
                  <c:v>30.193337343198568</c:v>
                </c:pt>
                <c:pt idx="45">
                  <c:v>30.190179110534594</c:v>
                </c:pt>
                <c:pt idx="46">
                  <c:v>30.158726123788888</c:v>
                </c:pt>
                <c:pt idx="47">
                  <c:v>30.29222514185502</c:v>
                </c:pt>
                <c:pt idx="48">
                  <c:v>30.280951903357415</c:v>
                </c:pt>
                <c:pt idx="49">
                  <c:v>30.164991412607886</c:v>
                </c:pt>
                <c:pt idx="50">
                  <c:v>30.289372504402397</c:v>
                </c:pt>
                <c:pt idx="51">
                  <c:v>30.395708188096499</c:v>
                </c:pt>
                <c:pt idx="52">
                  <c:v>30.450766662077061</c:v>
                </c:pt>
                <c:pt idx="53">
                  <c:v>30.447829237714956</c:v>
                </c:pt>
                <c:pt idx="54">
                  <c:v>30.462275100910915</c:v>
                </c:pt>
                <c:pt idx="55">
                  <c:v>30.464356626785417</c:v>
                </c:pt>
                <c:pt idx="56">
                  <c:v>30.448544491387246</c:v>
                </c:pt>
                <c:pt idx="57">
                  <c:v>30.352357090577058</c:v>
                </c:pt>
                <c:pt idx="58">
                  <c:v>30.351268861463986</c:v>
                </c:pt>
                <c:pt idx="59">
                  <c:v>30.484313610110657</c:v>
                </c:pt>
                <c:pt idx="60">
                  <c:v>30.523537802642164</c:v>
                </c:pt>
                <c:pt idx="61">
                  <c:v>30.496920800330454</c:v>
                </c:pt>
                <c:pt idx="62">
                  <c:v>30.555281963577862</c:v>
                </c:pt>
                <c:pt idx="63">
                  <c:v>30.450310378062657</c:v>
                </c:pt>
                <c:pt idx="64">
                  <c:v>30.505167421535873</c:v>
                </c:pt>
                <c:pt idx="65">
                  <c:v>30.512395034530737</c:v>
                </c:pt>
                <c:pt idx="66">
                  <c:v>30.501977810468649</c:v>
                </c:pt>
                <c:pt idx="67">
                  <c:v>30.539547310370814</c:v>
                </c:pt>
                <c:pt idx="68">
                  <c:v>30.499645866094657</c:v>
                </c:pt>
                <c:pt idx="69">
                  <c:v>30.528906770633295</c:v>
                </c:pt>
                <c:pt idx="70">
                  <c:v>30.729615792105395</c:v>
                </c:pt>
                <c:pt idx="71">
                  <c:v>30.831216655917327</c:v>
                </c:pt>
                <c:pt idx="72">
                  <c:v>30.83209119303153</c:v>
                </c:pt>
                <c:pt idx="73">
                  <c:v>30.780553912154964</c:v>
                </c:pt>
                <c:pt idx="74">
                  <c:v>30.813878269187569</c:v>
                </c:pt>
                <c:pt idx="75">
                  <c:v>30.947234424934599</c:v>
                </c:pt>
                <c:pt idx="76">
                  <c:v>30.952436543882662</c:v>
                </c:pt>
                <c:pt idx="77">
                  <c:v>31.00475241497757</c:v>
                </c:pt>
                <c:pt idx="78">
                  <c:v>31.090743791351734</c:v>
                </c:pt>
                <c:pt idx="79">
                  <c:v>31.086433311834657</c:v>
                </c:pt>
                <c:pt idx="80">
                  <c:v>30.933090171240572</c:v>
                </c:pt>
                <c:pt idx="81">
                  <c:v>31.080300363061895</c:v>
                </c:pt>
                <c:pt idx="82">
                  <c:v>31.211558035552528</c:v>
                </c:pt>
                <c:pt idx="83">
                  <c:v>31.206098280347554</c:v>
                </c:pt>
                <c:pt idx="84">
                  <c:v>31.40340857869602</c:v>
                </c:pt>
                <c:pt idx="85">
                  <c:v>31.629469900647134</c:v>
                </c:pt>
                <c:pt idx="86">
                  <c:v>31.538701702260258</c:v>
                </c:pt>
                <c:pt idx="87">
                  <c:v>31.476495068590435</c:v>
                </c:pt>
                <c:pt idx="88">
                  <c:v>31.515407535164826</c:v>
                </c:pt>
                <c:pt idx="89">
                  <c:v>31.46640539737523</c:v>
                </c:pt>
                <c:pt idx="90">
                  <c:v>31.412827839093289</c:v>
                </c:pt>
                <c:pt idx="91">
                  <c:v>31.455989100896424</c:v>
                </c:pt>
                <c:pt idx="92">
                  <c:v>31.529950533722726</c:v>
                </c:pt>
                <c:pt idx="93">
                  <c:v>31.361182552738182</c:v>
                </c:pt>
                <c:pt idx="94">
                  <c:v>31.311680215663113</c:v>
                </c:pt>
                <c:pt idx="95">
                  <c:v>31.406915191350286</c:v>
                </c:pt>
                <c:pt idx="96">
                  <c:v>31.508826795562094</c:v>
                </c:pt>
                <c:pt idx="97">
                  <c:v>31.417726986151472</c:v>
                </c:pt>
                <c:pt idx="98">
                  <c:v>31.355571485510133</c:v>
                </c:pt>
                <c:pt idx="99">
                  <c:v>31.386311363619892</c:v>
                </c:pt>
                <c:pt idx="100">
                  <c:v>31.334220953236759</c:v>
                </c:pt>
                <c:pt idx="101">
                  <c:v>31.270511982491865</c:v>
                </c:pt>
                <c:pt idx="102">
                  <c:v>31.19634230721848</c:v>
                </c:pt>
                <c:pt idx="103">
                  <c:v>31.198782430992878</c:v>
                </c:pt>
                <c:pt idx="104">
                  <c:v>31.32176652438892</c:v>
                </c:pt>
                <c:pt idx="105">
                  <c:v>31.230637264209054</c:v>
                </c:pt>
                <c:pt idx="106">
                  <c:v>31.001824266448299</c:v>
                </c:pt>
                <c:pt idx="107">
                  <c:v>30.835424637481612</c:v>
                </c:pt>
                <c:pt idx="108">
                  <c:v>30.699292456863756</c:v>
                </c:pt>
                <c:pt idx="109">
                  <c:v>30.666678396730269</c:v>
                </c:pt>
                <c:pt idx="110">
                  <c:v>30.623028240562927</c:v>
                </c:pt>
                <c:pt idx="111">
                  <c:v>30.631283152043945</c:v>
                </c:pt>
                <c:pt idx="112">
                  <c:v>30.565035733696636</c:v>
                </c:pt>
                <c:pt idx="113">
                  <c:v>30.450777995985305</c:v>
                </c:pt>
                <c:pt idx="114">
                  <c:v>30.373957635532236</c:v>
                </c:pt>
                <c:pt idx="115">
                  <c:v>30.430052944714586</c:v>
                </c:pt>
                <c:pt idx="116">
                  <c:v>30.469587094997571</c:v>
                </c:pt>
                <c:pt idx="117">
                  <c:v>30.261489495843993</c:v>
                </c:pt>
                <c:pt idx="118">
                  <c:v>30.074886646424094</c:v>
                </c:pt>
                <c:pt idx="119">
                  <c:v>30.174532679193874</c:v>
                </c:pt>
                <c:pt idx="120">
                  <c:v>30.23447993738813</c:v>
                </c:pt>
                <c:pt idx="121">
                  <c:v>30.136294870029641</c:v>
                </c:pt>
                <c:pt idx="122">
                  <c:v>30.198775097287545</c:v>
                </c:pt>
                <c:pt idx="123">
                  <c:v>30.15096030958092</c:v>
                </c:pt>
                <c:pt idx="124">
                  <c:v>30.154820027102826</c:v>
                </c:pt>
                <c:pt idx="125">
                  <c:v>30.239768524490373</c:v>
                </c:pt>
                <c:pt idx="126">
                  <c:v>30.349542484039045</c:v>
                </c:pt>
                <c:pt idx="127">
                  <c:v>30.158609190321247</c:v>
                </c:pt>
                <c:pt idx="128">
                  <c:v>30.151330632713254</c:v>
                </c:pt>
                <c:pt idx="129">
                  <c:v>30.152306015522527</c:v>
                </c:pt>
                <c:pt idx="130">
                  <c:v>30.058624705601009</c:v>
                </c:pt>
                <c:pt idx="131">
                  <c:v>30.096552187429797</c:v>
                </c:pt>
                <c:pt idx="132">
                  <c:v>30.190384207894603</c:v>
                </c:pt>
                <c:pt idx="133">
                  <c:v>30.137404419064737</c:v>
                </c:pt>
                <c:pt idx="134">
                  <c:v>30.167705434333627</c:v>
                </c:pt>
                <c:pt idx="135">
                  <c:v>30.160703108128672</c:v>
                </c:pt>
                <c:pt idx="136">
                  <c:v>30.212661598776748</c:v>
                </c:pt>
                <c:pt idx="137">
                  <c:v>30.205568412890511</c:v>
                </c:pt>
                <c:pt idx="138">
                  <c:v>29.981836788822623</c:v>
                </c:pt>
                <c:pt idx="139">
                  <c:v>30.007359823958463</c:v>
                </c:pt>
                <c:pt idx="140">
                  <c:v>30.030190810403425</c:v>
                </c:pt>
                <c:pt idx="141">
                  <c:v>30.05073436333727</c:v>
                </c:pt>
                <c:pt idx="142">
                  <c:v>30.050307385157218</c:v>
                </c:pt>
                <c:pt idx="143">
                  <c:v>30.002929493479741</c:v>
                </c:pt>
                <c:pt idx="144">
                  <c:v>29.862991557542774</c:v>
                </c:pt>
                <c:pt idx="145">
                  <c:v>29.907864319204599</c:v>
                </c:pt>
                <c:pt idx="146">
                  <c:v>30.027388967193989</c:v>
                </c:pt>
                <c:pt idx="147">
                  <c:v>30.058047632850943</c:v>
                </c:pt>
                <c:pt idx="148">
                  <c:v>29.983790848086496</c:v>
                </c:pt>
                <c:pt idx="149">
                  <c:v>29.985288121498918</c:v>
                </c:pt>
                <c:pt idx="150">
                  <c:v>30.046811914372469</c:v>
                </c:pt>
                <c:pt idx="151">
                  <c:v>29.984319414752921</c:v>
                </c:pt>
                <c:pt idx="152">
                  <c:v>30.048187940692642</c:v>
                </c:pt>
                <c:pt idx="153">
                  <c:v>29.992537328886247</c:v>
                </c:pt>
                <c:pt idx="154">
                  <c:v>30.246839709260616</c:v>
                </c:pt>
                <c:pt idx="155">
                  <c:v>30.250908147514728</c:v>
                </c:pt>
                <c:pt idx="156">
                  <c:v>30.351786974701614</c:v>
                </c:pt>
                <c:pt idx="157">
                  <c:v>30.418701267455596</c:v>
                </c:pt>
                <c:pt idx="158">
                  <c:v>30.432450138775156</c:v>
                </c:pt>
                <c:pt idx="159">
                  <c:v>30.447671983361474</c:v>
                </c:pt>
                <c:pt idx="160">
                  <c:v>30.486913046313944</c:v>
                </c:pt>
                <c:pt idx="161">
                  <c:v>30.341449551788859</c:v>
                </c:pt>
                <c:pt idx="162">
                  <c:v>30.357308008377235</c:v>
                </c:pt>
                <c:pt idx="163">
                  <c:v>30.335022240258564</c:v>
                </c:pt>
                <c:pt idx="164">
                  <c:v>30.250558332669048</c:v>
                </c:pt>
                <c:pt idx="165">
                  <c:v>30.366729471784801</c:v>
                </c:pt>
                <c:pt idx="166">
                  <c:v>30.468289116114587</c:v>
                </c:pt>
                <c:pt idx="167">
                  <c:v>30.383754596247634</c:v>
                </c:pt>
                <c:pt idx="168">
                  <c:v>30.315184654294058</c:v>
                </c:pt>
                <c:pt idx="169">
                  <c:v>30.307772684121659</c:v>
                </c:pt>
                <c:pt idx="170">
                  <c:v>30.329566340321612</c:v>
                </c:pt>
                <c:pt idx="171">
                  <c:v>30.299649431492902</c:v>
                </c:pt>
                <c:pt idx="172">
                  <c:v>30.203545397230293</c:v>
                </c:pt>
                <c:pt idx="173">
                  <c:v>30.116047371968143</c:v>
                </c:pt>
                <c:pt idx="174">
                  <c:v>30.30199575340778</c:v>
                </c:pt>
                <c:pt idx="175">
                  <c:v>30.299663693085879</c:v>
                </c:pt>
                <c:pt idx="176">
                  <c:v>30.232881856326046</c:v>
                </c:pt>
                <c:pt idx="177">
                  <c:v>30.335136825781017</c:v>
                </c:pt>
                <c:pt idx="178">
                  <c:v>30.437743305819861</c:v>
                </c:pt>
                <c:pt idx="179">
                  <c:v>30.352302189241481</c:v>
                </c:pt>
                <c:pt idx="180">
                  <c:v>30.291532758908062</c:v>
                </c:pt>
                <c:pt idx="181">
                  <c:v>30.347597312907176</c:v>
                </c:pt>
                <c:pt idx="182">
                  <c:v>30.436093801859514</c:v>
                </c:pt>
                <c:pt idx="183">
                  <c:v>30.374720688730587</c:v>
                </c:pt>
                <c:pt idx="184">
                  <c:v>30.34539265035183</c:v>
                </c:pt>
                <c:pt idx="185">
                  <c:v>30.435448899581864</c:v>
                </c:pt>
                <c:pt idx="186">
                  <c:v>30.3418931105201</c:v>
                </c:pt>
                <c:pt idx="187">
                  <c:v>30.443383736856219</c:v>
                </c:pt>
                <c:pt idx="188">
                  <c:v>30.51044223982376</c:v>
                </c:pt>
                <c:pt idx="189">
                  <c:v>30.449137564948948</c:v>
                </c:pt>
                <c:pt idx="190">
                  <c:v>30.450430963889474</c:v>
                </c:pt>
                <c:pt idx="191">
                  <c:v>30.494594305508251</c:v>
                </c:pt>
                <c:pt idx="192">
                  <c:v>30.425993405462595</c:v>
                </c:pt>
                <c:pt idx="193">
                  <c:v>30.488565477959028</c:v>
                </c:pt>
                <c:pt idx="194">
                  <c:v>30.524229605849573</c:v>
                </c:pt>
                <c:pt idx="195">
                  <c:v>30.488944279782306</c:v>
                </c:pt>
                <c:pt idx="196">
                  <c:v>30.489431376953902</c:v>
                </c:pt>
                <c:pt idx="197">
                  <c:v>30.503953330966063</c:v>
                </c:pt>
                <c:pt idx="198">
                  <c:v>30.566041697767279</c:v>
                </c:pt>
                <c:pt idx="199">
                  <c:v>30.613623705550282</c:v>
                </c:pt>
                <c:pt idx="200">
                  <c:v>30.668716471125347</c:v>
                </c:pt>
                <c:pt idx="201">
                  <c:v>30.625347082823041</c:v>
                </c:pt>
                <c:pt idx="202">
                  <c:v>30.64659274021146</c:v>
                </c:pt>
                <c:pt idx="203">
                  <c:v>30.862170226025956</c:v>
                </c:pt>
                <c:pt idx="204">
                  <c:v>30.990665555499191</c:v>
                </c:pt>
                <c:pt idx="205">
                  <c:v>31.040738008449704</c:v>
                </c:pt>
                <c:pt idx="206">
                  <c:v>31.115631314631901</c:v>
                </c:pt>
                <c:pt idx="207">
                  <c:v>31.189237483060737</c:v>
                </c:pt>
                <c:pt idx="208">
                  <c:v>31.286812055683985</c:v>
                </c:pt>
                <c:pt idx="209">
                  <c:v>31.285653736059075</c:v>
                </c:pt>
                <c:pt idx="210">
                  <c:v>31.20125119390114</c:v>
                </c:pt>
                <c:pt idx="211">
                  <c:v>31.159342401426159</c:v>
                </c:pt>
                <c:pt idx="212">
                  <c:v>31.164816070380382</c:v>
                </c:pt>
                <c:pt idx="213">
                  <c:v>31.070293246758894</c:v>
                </c:pt>
                <c:pt idx="214">
                  <c:v>30.962047524149774</c:v>
                </c:pt>
                <c:pt idx="215">
                  <c:v>31.041101968940453</c:v>
                </c:pt>
                <c:pt idx="216">
                  <c:v>31.069985636952598</c:v>
                </c:pt>
                <c:pt idx="217">
                  <c:v>31.038024363554673</c:v>
                </c:pt>
                <c:pt idx="218">
                  <c:v>31.057943286978325</c:v>
                </c:pt>
                <c:pt idx="219">
                  <c:v>30.992753777365518</c:v>
                </c:pt>
                <c:pt idx="220">
                  <c:v>31.025777017674809</c:v>
                </c:pt>
                <c:pt idx="221">
                  <c:v>31.249374562477808</c:v>
                </c:pt>
                <c:pt idx="222">
                  <c:v>31.302720224938948</c:v>
                </c:pt>
                <c:pt idx="223">
                  <c:v>31.233526338292521</c:v>
                </c:pt>
                <c:pt idx="224">
                  <c:v>31.211516526200604</c:v>
                </c:pt>
                <c:pt idx="225">
                  <c:v>31.12247131376229</c:v>
                </c:pt>
                <c:pt idx="226">
                  <c:v>31.014753501989233</c:v>
                </c:pt>
                <c:pt idx="227">
                  <c:v>31.023762538679499</c:v>
                </c:pt>
                <c:pt idx="228">
                  <c:v>30.977140695542527</c:v>
                </c:pt>
                <c:pt idx="229">
                  <c:v>30.779596530258782</c:v>
                </c:pt>
                <c:pt idx="230">
                  <c:v>30.661221076431413</c:v>
                </c:pt>
                <c:pt idx="231">
                  <c:v>30.694015667461393</c:v>
                </c:pt>
                <c:pt idx="232">
                  <c:v>30.668700296391847</c:v>
                </c:pt>
                <c:pt idx="233">
                  <c:v>30.796799431855238</c:v>
                </c:pt>
                <c:pt idx="234">
                  <c:v>30.808727283267991</c:v>
                </c:pt>
                <c:pt idx="235">
                  <c:v>30.804577971346372</c:v>
                </c:pt>
                <c:pt idx="236">
                  <c:v>30.828955381794728</c:v>
                </c:pt>
                <c:pt idx="237">
                  <c:v>30.847278861971258</c:v>
                </c:pt>
                <c:pt idx="238">
                  <c:v>30.86632469762959</c:v>
                </c:pt>
                <c:pt idx="239">
                  <c:v>30.747105432884279</c:v>
                </c:pt>
                <c:pt idx="240">
                  <c:v>30.690748603190016</c:v>
                </c:pt>
                <c:pt idx="241">
                  <c:v>30.574538882407079</c:v>
                </c:pt>
                <c:pt idx="242">
                  <c:v>30.478872174675526</c:v>
                </c:pt>
                <c:pt idx="243">
                  <c:v>30.55915746450907</c:v>
                </c:pt>
                <c:pt idx="244">
                  <c:v>30.511706361916911</c:v>
                </c:pt>
                <c:pt idx="245">
                  <c:v>30.387092214822491</c:v>
                </c:pt>
                <c:pt idx="246">
                  <c:v>30.289951258397164</c:v>
                </c:pt>
                <c:pt idx="247">
                  <c:v>30.40241180349728</c:v>
                </c:pt>
                <c:pt idx="248">
                  <c:v>30.518542650714167</c:v>
                </c:pt>
                <c:pt idx="249">
                  <c:v>30.470030566767878</c:v>
                </c:pt>
                <c:pt idx="250">
                  <c:v>30.370541578195997</c:v>
                </c:pt>
                <c:pt idx="251">
                  <c:v>30.313770756487649</c:v>
                </c:pt>
                <c:pt idx="252">
                  <c:v>30.407910314291303</c:v>
                </c:pt>
                <c:pt idx="253">
                  <c:v>30.390787474726977</c:v>
                </c:pt>
                <c:pt idx="254">
                  <c:v>30.289024370801418</c:v>
                </c:pt>
                <c:pt idx="255">
                  <c:v>30.21462308957701</c:v>
                </c:pt>
                <c:pt idx="256">
                  <c:v>30.191621386592072</c:v>
                </c:pt>
                <c:pt idx="257">
                  <c:v>30.194444297899167</c:v>
                </c:pt>
                <c:pt idx="258">
                  <c:v>30.197237019269092</c:v>
                </c:pt>
                <c:pt idx="259">
                  <c:v>30.2</c:v>
                </c:pt>
                <c:pt idx="260">
                  <c:v>30.457682288232011</c:v>
                </c:pt>
                <c:pt idx="261">
                  <c:v>30.42805148087222</c:v>
                </c:pt>
                <c:pt idx="262">
                  <c:v>29.783752436717805</c:v>
                </c:pt>
                <c:pt idx="263">
                  <c:v>29.898707673577647</c:v>
                </c:pt>
                <c:pt idx="264">
                  <c:v>30.072305631445072</c:v>
                </c:pt>
                <c:pt idx="265">
                  <c:v>30.151994738863564</c:v>
                </c:pt>
                <c:pt idx="266">
                  <c:v>30.183487785612314</c:v>
                </c:pt>
                <c:pt idx="267">
                  <c:v>30.12286381193249</c:v>
                </c:pt>
                <c:pt idx="268">
                  <c:v>29.895922872899352</c:v>
                </c:pt>
                <c:pt idx="269">
                  <c:v>29.68372844999384</c:v>
                </c:pt>
                <c:pt idx="270">
                  <c:v>29.58964440225229</c:v>
                </c:pt>
                <c:pt idx="271">
                  <c:v>30.054664856188356</c:v>
                </c:pt>
                <c:pt idx="272">
                  <c:v>30.012274001217452</c:v>
                </c:pt>
                <c:pt idx="273">
                  <c:v>29.968865978709065</c:v>
                </c:pt>
                <c:pt idx="274">
                  <c:v>29.958849412651368</c:v>
                </c:pt>
                <c:pt idx="275">
                  <c:v>30.046013641996332</c:v>
                </c:pt>
                <c:pt idx="276">
                  <c:v>30.00143644910883</c:v>
                </c:pt>
                <c:pt idx="277">
                  <c:v>30.218240113628951</c:v>
                </c:pt>
                <c:pt idx="278">
                  <c:v>30.739030936351842</c:v>
                </c:pt>
                <c:pt idx="279">
                  <c:v>30.776270100657278</c:v>
                </c:pt>
                <c:pt idx="280">
                  <c:v>30.659394780894683</c:v>
                </c:pt>
                <c:pt idx="281">
                  <c:v>30.570280521475727</c:v>
                </c:pt>
                <c:pt idx="282">
                  <c:v>29.982699209380186</c:v>
                </c:pt>
                <c:pt idx="283">
                  <c:v>29.980849579326488</c:v>
                </c:pt>
                <c:pt idx="284">
                  <c:v>30.243066793243134</c:v>
                </c:pt>
                <c:pt idx="285">
                  <c:v>29.940960628437676</c:v>
                </c:pt>
                <c:pt idx="286">
                  <c:v>29.699055952113511</c:v>
                </c:pt>
                <c:pt idx="287">
                  <c:v>29.94850813447059</c:v>
                </c:pt>
                <c:pt idx="288">
                  <c:v>29.645339343300023</c:v>
                </c:pt>
                <c:pt idx="289">
                  <c:v>29.87745474045785</c:v>
                </c:pt>
                <c:pt idx="290">
                  <c:v>29.683548093019212</c:v>
                </c:pt>
                <c:pt idx="291">
                  <c:v>29.972436694252607</c:v>
                </c:pt>
                <c:pt idx="292">
                  <c:v>29.999574890744004</c:v>
                </c:pt>
                <c:pt idx="293">
                  <c:v>30.493822498242665</c:v>
                </c:pt>
                <c:pt idx="294">
                  <c:v>30.486494764227171</c:v>
                </c:pt>
                <c:pt idx="295">
                  <c:v>30.229539092562668</c:v>
                </c:pt>
                <c:pt idx="296">
                  <c:v>29.685536222851884</c:v>
                </c:pt>
                <c:pt idx="297">
                  <c:v>29.697917604516171</c:v>
                </c:pt>
                <c:pt idx="298">
                  <c:v>29.881584312247721</c:v>
                </c:pt>
                <c:pt idx="299">
                  <c:v>29.8475915879791</c:v>
                </c:pt>
                <c:pt idx="300">
                  <c:v>29.882895110621554</c:v>
                </c:pt>
                <c:pt idx="301">
                  <c:v>29.940542317363924</c:v>
                </c:pt>
                <c:pt idx="302">
                  <c:v>30.130941076721282</c:v>
                </c:pt>
                <c:pt idx="303">
                  <c:v>29.981298696310681</c:v>
                </c:pt>
                <c:pt idx="304">
                  <c:v>29.784269289021907</c:v>
                </c:pt>
                <c:pt idx="305">
                  <c:v>30.008203446913974</c:v>
                </c:pt>
                <c:pt idx="306">
                  <c:v>30.18227528932627</c:v>
                </c:pt>
                <c:pt idx="307">
                  <c:v>30.103066199010094</c:v>
                </c:pt>
                <c:pt idx="308">
                  <c:v>30.229458450790982</c:v>
                </c:pt>
                <c:pt idx="309">
                  <c:v>30.117416970426035</c:v>
                </c:pt>
                <c:pt idx="310">
                  <c:v>29.861347155290485</c:v>
                </c:pt>
                <c:pt idx="311">
                  <c:v>29.619744421818499</c:v>
                </c:pt>
                <c:pt idx="312">
                  <c:v>29.733291485800002</c:v>
                </c:pt>
                <c:pt idx="313">
                  <c:v>29.987296387316746</c:v>
                </c:pt>
                <c:pt idx="314">
                  <c:v>30.093860268274479</c:v>
                </c:pt>
                <c:pt idx="315">
                  <c:v>30.141129492075684</c:v>
                </c:pt>
                <c:pt idx="316">
                  <c:v>30.229219453160667</c:v>
                </c:pt>
                <c:pt idx="317">
                  <c:v>30.23997198408615</c:v>
                </c:pt>
                <c:pt idx="318">
                  <c:v>30.277302993630112</c:v>
                </c:pt>
                <c:pt idx="319">
                  <c:v>30.374485082576651</c:v>
                </c:pt>
                <c:pt idx="320">
                  <c:v>30.201693491698855</c:v>
                </c:pt>
                <c:pt idx="321">
                  <c:v>30.395631343618881</c:v>
                </c:pt>
                <c:pt idx="322">
                  <c:v>30.499281847629952</c:v>
                </c:pt>
                <c:pt idx="323">
                  <c:v>30.619650735906895</c:v>
                </c:pt>
                <c:pt idx="324">
                  <c:v>30.746557289137854</c:v>
                </c:pt>
                <c:pt idx="325">
                  <c:v>30.819925938272231</c:v>
                </c:pt>
                <c:pt idx="326">
                  <c:v>30.95433640836854</c:v>
                </c:pt>
                <c:pt idx="327">
                  <c:v>30.851829295688912</c:v>
                </c:pt>
                <c:pt idx="328">
                  <c:v>30.901776582870145</c:v>
                </c:pt>
                <c:pt idx="329">
                  <c:v>30.957913343430462</c:v>
                </c:pt>
                <c:pt idx="330">
                  <c:v>30.909264846767588</c:v>
                </c:pt>
                <c:pt idx="331">
                  <c:v>31.061971317385662</c:v>
                </c:pt>
                <c:pt idx="332">
                  <c:v>31.380603827730393</c:v>
                </c:pt>
                <c:pt idx="333">
                  <c:v>31.284957816700846</c:v>
                </c:pt>
                <c:pt idx="334">
                  <c:v>31.230044422543173</c:v>
                </c:pt>
                <c:pt idx="335">
                  <c:v>31.238584681831686</c:v>
                </c:pt>
                <c:pt idx="336">
                  <c:v>31.210230779822165</c:v>
                </c:pt>
                <c:pt idx="337">
                  <c:v>31.147239178798923</c:v>
                </c:pt>
                <c:pt idx="338">
                  <c:v>31.122642220982222</c:v>
                </c:pt>
                <c:pt idx="339">
                  <c:v>31.101039617951635</c:v>
                </c:pt>
                <c:pt idx="340">
                  <c:v>31.095705086489897</c:v>
                </c:pt>
                <c:pt idx="341">
                  <c:v>31.061381838209183</c:v>
                </c:pt>
                <c:pt idx="342">
                  <c:v>31.090596653453435</c:v>
                </c:pt>
                <c:pt idx="343">
                  <c:v>31.119391505366213</c:v>
                </c:pt>
                <c:pt idx="344">
                  <c:v>30.904178501808062</c:v>
                </c:pt>
                <c:pt idx="345">
                  <c:v>30.875003282775214</c:v>
                </c:pt>
                <c:pt idx="346">
                  <c:v>30.960306276405326</c:v>
                </c:pt>
                <c:pt idx="347">
                  <c:v>30.996108846100888</c:v>
                </c:pt>
                <c:pt idx="348">
                  <c:v>31.096233113273861</c:v>
                </c:pt>
                <c:pt idx="349">
                  <c:v>30.992276999557948</c:v>
                </c:pt>
                <c:pt idx="350">
                  <c:v>30.755782104889377</c:v>
                </c:pt>
                <c:pt idx="351">
                  <c:v>30.768135137289573</c:v>
                </c:pt>
                <c:pt idx="352">
                  <c:v>31.076235577166958</c:v>
                </c:pt>
                <c:pt idx="353">
                  <c:v>31.213908763488003</c:v>
                </c:pt>
                <c:pt idx="354">
                  <c:v>31.100010000507272</c:v>
                </c:pt>
                <c:pt idx="355">
                  <c:v>30.805123216395035</c:v>
                </c:pt>
                <c:pt idx="356">
                  <c:v>30.678437427985479</c:v>
                </c:pt>
                <c:pt idx="357">
                  <c:v>30.729124926626714</c:v>
                </c:pt>
                <c:pt idx="358">
                  <c:v>30.558585725362882</c:v>
                </c:pt>
                <c:pt idx="359">
                  <c:v>30.532398657902938</c:v>
                </c:pt>
                <c:pt idx="360">
                  <c:v>30.916564173545034</c:v>
                </c:pt>
                <c:pt idx="361">
                  <c:v>31.02579209090316</c:v>
                </c:pt>
                <c:pt idx="362">
                  <c:v>31.04604250940265</c:v>
                </c:pt>
                <c:pt idx="363">
                  <c:v>30.990777213336909</c:v>
                </c:pt>
                <c:pt idx="364">
                  <c:v>30.846331103751641</c:v>
                </c:pt>
                <c:pt idx="365">
                  <c:v>30.996132963266252</c:v>
                </c:pt>
                <c:pt idx="366">
                  <c:v>30.922514272463093</c:v>
                </c:pt>
                <c:pt idx="367">
                  <c:v>30.597689563963389</c:v>
                </c:pt>
                <c:pt idx="368">
                  <c:v>30.738644713862296</c:v>
                </c:pt>
                <c:pt idx="369">
                  <c:v>30.819261150927947</c:v>
                </c:pt>
                <c:pt idx="370">
                  <c:v>30.799583051314197</c:v>
                </c:pt>
                <c:pt idx="371">
                  <c:v>30.812113657939172</c:v>
                </c:pt>
                <c:pt idx="372">
                  <c:v>30.818791329995001</c:v>
                </c:pt>
                <c:pt idx="373">
                  <c:v>30.733125999144882</c:v>
                </c:pt>
                <c:pt idx="374">
                  <c:v>30.388054669439754</c:v>
                </c:pt>
                <c:pt idx="375">
                  <c:v>30.457344966773675</c:v>
                </c:pt>
                <c:pt idx="376">
                  <c:v>30.547362895219322</c:v>
                </c:pt>
                <c:pt idx="377">
                  <c:v>30.56671848572029</c:v>
                </c:pt>
                <c:pt idx="378">
                  <c:v>30.579573746494386</c:v>
                </c:pt>
                <c:pt idx="379">
                  <c:v>30.587818628481156</c:v>
                </c:pt>
                <c:pt idx="380">
                  <c:v>30.403474726978907</c:v>
                </c:pt>
                <c:pt idx="381">
                  <c:v>30.347222714195649</c:v>
                </c:pt>
                <c:pt idx="382">
                  <c:v>30.262359510989686</c:v>
                </c:pt>
                <c:pt idx="383">
                  <c:v>30.239212699194887</c:v>
                </c:pt>
                <c:pt idx="384">
                  <c:v>30.164242621002515</c:v>
                </c:pt>
                <c:pt idx="385">
                  <c:v>30.248065481582397</c:v>
                </c:pt>
                <c:pt idx="386">
                  <c:v>30.20460785692028</c:v>
                </c:pt>
                <c:pt idx="387">
                  <c:v>30.100680751922198</c:v>
                </c:pt>
                <c:pt idx="388">
                  <c:v>29.988220067322256</c:v>
                </c:pt>
                <c:pt idx="389">
                  <c:v>29.981364413412276</c:v>
                </c:pt>
                <c:pt idx="390">
                  <c:v>30.018804779952607</c:v>
                </c:pt>
                <c:pt idx="391">
                  <c:v>29.977084477111159</c:v>
                </c:pt>
                <c:pt idx="392">
                  <c:v>30.119832861087158</c:v>
                </c:pt>
                <c:pt idx="393">
                  <c:v>30.133592602523315</c:v>
                </c:pt>
                <c:pt idx="394">
                  <c:v>30.027441053169362</c:v>
                </c:pt>
                <c:pt idx="395">
                  <c:v>30.054589102345773</c:v>
                </c:pt>
                <c:pt idx="396">
                  <c:v>30.047889606719181</c:v>
                </c:pt>
                <c:pt idx="397">
                  <c:v>30.043333748813346</c:v>
                </c:pt>
                <c:pt idx="398">
                  <c:v>30.113729276122701</c:v>
                </c:pt>
                <c:pt idx="399">
                  <c:v>29.99551010966136</c:v>
                </c:pt>
                <c:pt idx="400">
                  <c:v>30.040190915481219</c:v>
                </c:pt>
                <c:pt idx="401">
                  <c:v>30.20272329755857</c:v>
                </c:pt>
                <c:pt idx="402">
                  <c:v>30.125329313805771</c:v>
                </c:pt>
                <c:pt idx="403">
                  <c:v>30.09111935388027</c:v>
                </c:pt>
                <c:pt idx="404">
                  <c:v>30.000670653923567</c:v>
                </c:pt>
                <c:pt idx="405">
                  <c:v>30.058060448718415</c:v>
                </c:pt>
                <c:pt idx="406">
                  <c:v>30.241843383360024</c:v>
                </c:pt>
                <c:pt idx="407">
                  <c:v>30.011961646605261</c:v>
                </c:pt>
                <c:pt idx="408">
                  <c:v>29.911932460342193</c:v>
                </c:pt>
                <c:pt idx="409">
                  <c:v>30.010991885457958</c:v>
                </c:pt>
                <c:pt idx="410">
                  <c:v>30.086562361858935</c:v>
                </c:pt>
                <c:pt idx="411">
                  <c:v>30.112248215489192</c:v>
                </c:pt>
                <c:pt idx="412">
                  <c:v>30.120506967744742</c:v>
                </c:pt>
                <c:pt idx="413">
                  <c:v>30.091181726609321</c:v>
                </c:pt>
                <c:pt idx="414">
                  <c:v>30.009368313972448</c:v>
                </c:pt>
                <c:pt idx="415">
                  <c:v>29.893037422188083</c:v>
                </c:pt>
                <c:pt idx="416">
                  <c:v>30.156560984977499</c:v>
                </c:pt>
                <c:pt idx="417">
                  <c:v>30.153170059350838</c:v>
                </c:pt>
                <c:pt idx="418">
                  <c:v>30.060766419311125</c:v>
                </c:pt>
                <c:pt idx="419">
                  <c:v>30.13363399592733</c:v>
                </c:pt>
                <c:pt idx="420">
                  <c:v>30.220656801431957</c:v>
                </c:pt>
                <c:pt idx="421">
                  <c:v>29.94362116556637</c:v>
                </c:pt>
                <c:pt idx="422">
                  <c:v>29.852110672280478</c:v>
                </c:pt>
                <c:pt idx="423">
                  <c:v>30.072231772626147</c:v>
                </c:pt>
                <c:pt idx="424">
                  <c:v>30.060081844731254</c:v>
                </c:pt>
                <c:pt idx="425">
                  <c:v>30.114129376127774</c:v>
                </c:pt>
                <c:pt idx="426">
                  <c:v>30.138626915858051</c:v>
                </c:pt>
                <c:pt idx="427">
                  <c:v>30.07595215699347</c:v>
                </c:pt>
                <c:pt idx="428">
                  <c:v>30.356219808251144</c:v>
                </c:pt>
                <c:pt idx="429">
                  <c:v>30.170606422064886</c:v>
                </c:pt>
                <c:pt idx="430">
                  <c:v>30.363554209271484</c:v>
                </c:pt>
                <c:pt idx="431">
                  <c:v>30.484019450261968</c:v>
                </c:pt>
                <c:pt idx="432">
                  <c:v>30.120478379338081</c:v>
                </c:pt>
                <c:pt idx="433">
                  <c:v>30.408013739827382</c:v>
                </c:pt>
                <c:pt idx="434">
                  <c:v>30.970415079025749</c:v>
                </c:pt>
                <c:pt idx="435">
                  <c:v>32.562680715688472</c:v>
                </c:pt>
                <c:pt idx="436">
                  <c:v>31.700671425362156</c:v>
                </c:pt>
                <c:pt idx="437">
                  <c:v>31.04019027052097</c:v>
                </c:pt>
                <c:pt idx="438">
                  <c:v>29.937471828281144</c:v>
                </c:pt>
                <c:pt idx="439">
                  <c:v>30.66859043574674</c:v>
                </c:pt>
                <c:pt idx="440">
                  <c:v>29.651116766792519</c:v>
                </c:pt>
                <c:pt idx="441">
                  <c:v>30.146240128122439</c:v>
                </c:pt>
                <c:pt idx="442">
                  <c:v>29.78265677244498</c:v>
                </c:pt>
                <c:pt idx="443">
                  <c:v>29.416255897038255</c:v>
                </c:pt>
                <c:pt idx="444">
                  <c:v>29.761770017319719</c:v>
                </c:pt>
                <c:pt idx="445">
                  <c:v>30.090847890835043</c:v>
                </c:pt>
                <c:pt idx="446">
                  <c:v>29.995111867993305</c:v>
                </c:pt>
                <c:pt idx="447">
                  <c:v>29.847952359902315</c:v>
                </c:pt>
                <c:pt idx="448">
                  <c:v>30.039460574087091</c:v>
                </c:pt>
                <c:pt idx="449">
                  <c:v>29.692434630742138</c:v>
                </c:pt>
                <c:pt idx="450">
                  <c:v>30.067663816280536</c:v>
                </c:pt>
                <c:pt idx="451">
                  <c:v>29.599058300058701</c:v>
                </c:pt>
                <c:pt idx="452">
                  <c:v>29.714698107875037</c:v>
                </c:pt>
                <c:pt idx="453">
                  <c:v>29.926774459574037</c:v>
                </c:pt>
                <c:pt idx="454">
                  <c:v>29.816075569050604</c:v>
                </c:pt>
                <c:pt idx="455">
                  <c:v>30.037378113382562</c:v>
                </c:pt>
                <c:pt idx="456">
                  <c:v>30.226688976977094</c:v>
                </c:pt>
                <c:pt idx="457">
                  <c:v>30.327750277187974</c:v>
                </c:pt>
                <c:pt idx="458">
                  <c:v>30.053866761357462</c:v>
                </c:pt>
                <c:pt idx="459">
                  <c:v>29.925053575181348</c:v>
                </c:pt>
                <c:pt idx="460">
                  <c:v>29.982661131361734</c:v>
                </c:pt>
                <c:pt idx="461">
                  <c:v>29.964154352032349</c:v>
                </c:pt>
                <c:pt idx="462">
                  <c:v>30.053198154978876</c:v>
                </c:pt>
                <c:pt idx="463">
                  <c:v>30.074429869631068</c:v>
                </c:pt>
                <c:pt idx="464">
                  <c:v>30.051895795438899</c:v>
                </c:pt>
                <c:pt idx="465">
                  <c:v>30.046088051567832</c:v>
                </c:pt>
                <c:pt idx="466">
                  <c:v>30.007836706390904</c:v>
                </c:pt>
                <c:pt idx="467">
                  <c:v>30.173213568804215</c:v>
                </c:pt>
                <c:pt idx="468">
                  <c:v>30.192657613067329</c:v>
                </c:pt>
                <c:pt idx="469">
                  <c:v>30.230384671686245</c:v>
                </c:pt>
                <c:pt idx="470">
                  <c:v>30.287533802439253</c:v>
                </c:pt>
                <c:pt idx="471">
                  <c:v>30.293074866116395</c:v>
                </c:pt>
                <c:pt idx="472">
                  <c:v>30.201659432000174</c:v>
                </c:pt>
                <c:pt idx="473">
                  <c:v>30.238491285789859</c:v>
                </c:pt>
                <c:pt idx="474">
                  <c:v>30.210981412100615</c:v>
                </c:pt>
                <c:pt idx="475">
                  <c:v>30.132179067054125</c:v>
                </c:pt>
                <c:pt idx="476">
                  <c:v>30.116989956012262</c:v>
                </c:pt>
                <c:pt idx="477">
                  <c:v>30.079527476031394</c:v>
                </c:pt>
                <c:pt idx="478">
                  <c:v>30.152305580717861</c:v>
                </c:pt>
                <c:pt idx="479">
                  <c:v>30.27724745458103</c:v>
                </c:pt>
                <c:pt idx="480">
                  <c:v>30.19854211445508</c:v>
                </c:pt>
                <c:pt idx="481">
                  <c:v>30.169395809932389</c:v>
                </c:pt>
                <c:pt idx="482">
                  <c:v>30.174890784315146</c:v>
                </c:pt>
                <c:pt idx="483">
                  <c:v>30.215593848963355</c:v>
                </c:pt>
                <c:pt idx="484">
                  <c:v>30.257983984694874</c:v>
                </c:pt>
                <c:pt idx="485">
                  <c:v>30.364207140941932</c:v>
                </c:pt>
                <c:pt idx="486">
                  <c:v>30.453459784191953</c:v>
                </c:pt>
                <c:pt idx="487">
                  <c:v>30.332432224822998</c:v>
                </c:pt>
                <c:pt idx="488">
                  <c:v>30.376983528149978</c:v>
                </c:pt>
                <c:pt idx="489">
                  <c:v>30.280375497307833</c:v>
                </c:pt>
                <c:pt idx="490">
                  <c:v>30.243663577137969</c:v>
                </c:pt>
                <c:pt idx="491">
                  <c:v>30.28437613502134</c:v>
                </c:pt>
                <c:pt idx="492">
                  <c:v>30.390019087924749</c:v>
                </c:pt>
                <c:pt idx="493">
                  <c:v>30.348470371685519</c:v>
                </c:pt>
                <c:pt idx="494">
                  <c:v>30.240324407759815</c:v>
                </c:pt>
                <c:pt idx="495">
                  <c:v>30.317838730950122</c:v>
                </c:pt>
                <c:pt idx="496">
                  <c:v>30.392792735863413</c:v>
                </c:pt>
                <c:pt idx="497">
                  <c:v>30.237734841622402</c:v>
                </c:pt>
                <c:pt idx="498">
                  <c:v>30.256010174429139</c:v>
                </c:pt>
                <c:pt idx="499">
                  <c:v>30.325245686375396</c:v>
                </c:pt>
                <c:pt idx="500">
                  <c:v>30.248446254520157</c:v>
                </c:pt>
                <c:pt idx="501">
                  <c:v>30.279747726333945</c:v>
                </c:pt>
                <c:pt idx="502">
                  <c:v>30.389472625423029</c:v>
                </c:pt>
                <c:pt idx="503">
                  <c:v>30.425984013681855</c:v>
                </c:pt>
                <c:pt idx="504">
                  <c:v>30.302741704289346</c:v>
                </c:pt>
                <c:pt idx="505">
                  <c:v>30.24434366960643</c:v>
                </c:pt>
                <c:pt idx="506">
                  <c:v>30.207308776532145</c:v>
                </c:pt>
                <c:pt idx="507">
                  <c:v>30.304634669874559</c:v>
                </c:pt>
                <c:pt idx="508">
                  <c:v>30.354639641141219</c:v>
                </c:pt>
                <c:pt idx="509">
                  <c:v>30.222365366359163</c:v>
                </c:pt>
                <c:pt idx="510">
                  <c:v>30.031873355894863</c:v>
                </c:pt>
                <c:pt idx="511">
                  <c:v>30.115882878117006</c:v>
                </c:pt>
                <c:pt idx="512">
                  <c:v>30.006810064188038</c:v>
                </c:pt>
                <c:pt idx="513">
                  <c:v>30.192662526360031</c:v>
                </c:pt>
                <c:pt idx="514">
                  <c:v>30.044875558905161</c:v>
                </c:pt>
                <c:pt idx="515">
                  <c:v>30.175569456421702</c:v>
                </c:pt>
                <c:pt idx="516">
                  <c:v>30.305261542252143</c:v>
                </c:pt>
                <c:pt idx="517">
                  <c:v>30.311553600544954</c:v>
                </c:pt>
                <c:pt idx="518">
                  <c:v>30.357889921952562</c:v>
                </c:pt>
                <c:pt idx="519">
                  <c:v>30.403258455139028</c:v>
                </c:pt>
                <c:pt idx="520">
                  <c:v>30.59662898842695</c:v>
                </c:pt>
                <c:pt idx="521">
                  <c:v>30.703046212489038</c:v>
                </c:pt>
                <c:pt idx="522">
                  <c:v>30.731089084228909</c:v>
                </c:pt>
                <c:pt idx="523">
                  <c:v>30.903157986274664</c:v>
                </c:pt>
                <c:pt idx="524">
                  <c:v>30.97478892407586</c:v>
                </c:pt>
                <c:pt idx="525">
                  <c:v>30.799937909893981</c:v>
                </c:pt>
                <c:pt idx="526">
                  <c:v>30.883657576833606</c:v>
                </c:pt>
                <c:pt idx="527">
                  <c:v>30.703338922988848</c:v>
                </c:pt>
                <c:pt idx="528">
                  <c:v>30.641184523852662</c:v>
                </c:pt>
                <c:pt idx="529">
                  <c:v>30.695238396150529</c:v>
                </c:pt>
                <c:pt idx="530">
                  <c:v>30.891959273296472</c:v>
                </c:pt>
                <c:pt idx="531">
                  <c:v>30.800700325378823</c:v>
                </c:pt>
                <c:pt idx="532">
                  <c:v>30.564240099135464</c:v>
                </c:pt>
                <c:pt idx="533">
                  <c:v>30.536371439130971</c:v>
                </c:pt>
                <c:pt idx="534">
                  <c:v>30.504601421811252</c:v>
                </c:pt>
                <c:pt idx="535">
                  <c:v>30.705642286202924</c:v>
                </c:pt>
                <c:pt idx="536">
                  <c:v>30.754111295500497</c:v>
                </c:pt>
                <c:pt idx="537">
                  <c:v>30.588354191879297</c:v>
                </c:pt>
                <c:pt idx="538">
                  <c:v>30.426309624401238</c:v>
                </c:pt>
                <c:pt idx="539">
                  <c:v>30.466303508148965</c:v>
                </c:pt>
                <c:pt idx="540">
                  <c:v>30.53419387939968</c:v>
                </c:pt>
                <c:pt idx="541">
                  <c:v>30.458417948736528</c:v>
                </c:pt>
                <c:pt idx="542">
                  <c:v>30.590780633800264</c:v>
                </c:pt>
                <c:pt idx="543">
                  <c:v>30.294156399237643</c:v>
                </c:pt>
                <c:pt idx="544">
                  <c:v>30.108560100874683</c:v>
                </c:pt>
                <c:pt idx="545">
                  <c:v>30.113726920930773</c:v>
                </c:pt>
                <c:pt idx="546">
                  <c:v>30.345615966027264</c:v>
                </c:pt>
                <c:pt idx="547">
                  <c:v>30.523541628923205</c:v>
                </c:pt>
                <c:pt idx="548">
                  <c:v>30.021308664207606</c:v>
                </c:pt>
                <c:pt idx="549">
                  <c:v>30.187020385091998</c:v>
                </c:pt>
                <c:pt idx="550">
                  <c:v>30.339130071815237</c:v>
                </c:pt>
                <c:pt idx="551">
                  <c:v>29.93421168465067</c:v>
                </c:pt>
                <c:pt idx="552">
                  <c:v>30.060031719000239</c:v>
                </c:pt>
                <c:pt idx="553">
                  <c:v>30.202419977824963</c:v>
                </c:pt>
                <c:pt idx="554">
                  <c:v>30.231891922054018</c:v>
                </c:pt>
                <c:pt idx="555">
                  <c:v>30.319924199053577</c:v>
                </c:pt>
                <c:pt idx="556">
                  <c:v>30.153281644721108</c:v>
                </c:pt>
                <c:pt idx="557">
                  <c:v>30.089302095033805</c:v>
                </c:pt>
                <c:pt idx="558">
                  <c:v>29.786922583029575</c:v>
                </c:pt>
                <c:pt idx="559">
                  <c:v>29.685412825288239</c:v>
                </c:pt>
                <c:pt idx="560">
                  <c:v>29.872833085736232</c:v>
                </c:pt>
                <c:pt idx="561">
                  <c:v>29.836767879530122</c:v>
                </c:pt>
                <c:pt idx="562">
                  <c:v>30.114036313436188</c:v>
                </c:pt>
                <c:pt idx="563">
                  <c:v>29.951106240896276</c:v>
                </c:pt>
                <c:pt idx="564">
                  <c:v>29.801965896820853</c:v>
                </c:pt>
                <c:pt idx="565">
                  <c:v>29.728535621372099</c:v>
                </c:pt>
                <c:pt idx="566">
                  <c:v>29.827454378120631</c:v>
                </c:pt>
                <c:pt idx="567">
                  <c:v>29.693091678563405</c:v>
                </c:pt>
                <c:pt idx="568">
                  <c:v>29.930054053466481</c:v>
                </c:pt>
                <c:pt idx="569">
                  <c:v>30.159502163153203</c:v>
                </c:pt>
                <c:pt idx="570">
                  <c:v>29.90979688100121</c:v>
                </c:pt>
                <c:pt idx="571">
                  <c:v>29.495834600305813</c:v>
                </c:pt>
                <c:pt idx="572">
                  <c:v>29.904767567920111</c:v>
                </c:pt>
                <c:pt idx="573">
                  <c:v>29.540518924873002</c:v>
                </c:pt>
                <c:pt idx="574">
                  <c:v>29.376477067677346</c:v>
                </c:pt>
                <c:pt idx="575">
                  <c:v>30.287023370750688</c:v>
                </c:pt>
                <c:pt idx="576">
                  <c:v>31.378000797141883</c:v>
                </c:pt>
                <c:pt idx="577">
                  <c:v>30.327861964012669</c:v>
                </c:pt>
                <c:pt idx="578">
                  <c:v>30.083057242034016</c:v>
                </c:pt>
                <c:pt idx="579">
                  <c:v>31.325065822179386</c:v>
                </c:pt>
                <c:pt idx="580">
                  <c:v>31.975409419318371</c:v>
                </c:pt>
                <c:pt idx="581">
                  <c:v>29.901960497996274</c:v>
                </c:pt>
                <c:pt idx="582">
                  <c:v>30.799763756132556</c:v>
                </c:pt>
                <c:pt idx="583">
                  <c:v>29.935637967143261</c:v>
                </c:pt>
                <c:pt idx="584">
                  <c:v>31.986192574985683</c:v>
                </c:pt>
                <c:pt idx="585">
                  <c:v>34.587672476140099</c:v>
                </c:pt>
                <c:pt idx="586">
                  <c:v>28.745641416593596</c:v>
                </c:pt>
                <c:pt idx="587">
                  <c:v>21.923799497075933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4-1B0C-4B9C-BBFB-FF685BE46DCA}"/>
            </c:ext>
          </c:extLst>
        </c:ser>
        <c:ser>
          <c:idx val="21"/>
          <c:order val="21"/>
          <c:tx>
            <c:strRef>
              <c:f>Sheet2!$AC$1</c:f>
              <c:strCache>
                <c:ptCount val="1"/>
                <c:pt idx="0">
                  <c:v>S10_n3_z_o/O-PTIR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Sheet2!$AC$2:$AC$589</c:f>
              <c:numCache>
                <c:formatCode>General</c:formatCode>
                <c:ptCount val="588"/>
                <c:pt idx="0">
                  <c:v>28.089702768605861</c:v>
                </c:pt>
                <c:pt idx="1">
                  <c:v>27.833957721677667</c:v>
                </c:pt>
                <c:pt idx="2">
                  <c:v>27.904190879293214</c:v>
                </c:pt>
                <c:pt idx="3">
                  <c:v>27.9958205336027</c:v>
                </c:pt>
                <c:pt idx="4">
                  <c:v>27.936404419664559</c:v>
                </c:pt>
                <c:pt idx="5">
                  <c:v>27.923920063081184</c:v>
                </c:pt>
                <c:pt idx="6">
                  <c:v>27.941088754304012</c:v>
                </c:pt>
                <c:pt idx="7">
                  <c:v>27.977052276662636</c:v>
                </c:pt>
                <c:pt idx="8">
                  <c:v>28.022983794207249</c:v>
                </c:pt>
                <c:pt idx="9">
                  <c:v>28.052251666034536</c:v>
                </c:pt>
                <c:pt idx="10">
                  <c:v>28.054702324450069</c:v>
                </c:pt>
                <c:pt idx="11">
                  <c:v>28.016869494387961</c:v>
                </c:pt>
                <c:pt idx="12">
                  <c:v>27.999321425339563</c:v>
                </c:pt>
                <c:pt idx="13">
                  <c:v>28.013195893647772</c:v>
                </c:pt>
                <c:pt idx="14">
                  <c:v>28.041388948158819</c:v>
                </c:pt>
                <c:pt idx="15">
                  <c:v>28.042807497381361</c:v>
                </c:pt>
                <c:pt idx="16">
                  <c:v>28.053731371606805</c:v>
                </c:pt>
                <c:pt idx="17">
                  <c:v>28.04981324915936</c:v>
                </c:pt>
                <c:pt idx="18">
                  <c:v>28.056390187560464</c:v>
                </c:pt>
                <c:pt idx="19">
                  <c:v>28.060135115320289</c:v>
                </c:pt>
                <c:pt idx="20">
                  <c:v>28.062689500940802</c:v>
                </c:pt>
                <c:pt idx="21">
                  <c:v>28.07576044812112</c:v>
                </c:pt>
                <c:pt idx="22">
                  <c:v>28.079866076679462</c:v>
                </c:pt>
                <c:pt idx="23">
                  <c:v>28.087607059558465</c:v>
                </c:pt>
                <c:pt idx="24">
                  <c:v>28.09616952524344</c:v>
                </c:pt>
                <c:pt idx="25">
                  <c:v>28.083117862735605</c:v>
                </c:pt>
                <c:pt idx="26">
                  <c:v>28.089515744414271</c:v>
                </c:pt>
                <c:pt idx="27">
                  <c:v>28.086817857445553</c:v>
                </c:pt>
                <c:pt idx="28">
                  <c:v>28.095105170908809</c:v>
                </c:pt>
                <c:pt idx="29">
                  <c:v>28.118676049482779</c:v>
                </c:pt>
                <c:pt idx="30">
                  <c:v>28.133530232393813</c:v>
                </c:pt>
                <c:pt idx="31">
                  <c:v>28.140694792383162</c:v>
                </c:pt>
                <c:pt idx="32">
                  <c:v>28.162410186832371</c:v>
                </c:pt>
                <c:pt idx="33">
                  <c:v>28.187447474746008</c:v>
                </c:pt>
                <c:pt idx="34">
                  <c:v>28.199641486799109</c:v>
                </c:pt>
                <c:pt idx="35">
                  <c:v>28.203283327279586</c:v>
                </c:pt>
                <c:pt idx="36">
                  <c:v>28.218818493768641</c:v>
                </c:pt>
                <c:pt idx="37">
                  <c:v>28.251751342153163</c:v>
                </c:pt>
                <c:pt idx="38">
                  <c:v>28.275858099192707</c:v>
                </c:pt>
                <c:pt idx="39">
                  <c:v>28.304214863073927</c:v>
                </c:pt>
                <c:pt idx="40">
                  <c:v>28.335230873476053</c:v>
                </c:pt>
                <c:pt idx="41">
                  <c:v>28.372922240471603</c:v>
                </c:pt>
                <c:pt idx="42">
                  <c:v>28.409418732004266</c:v>
                </c:pt>
                <c:pt idx="43">
                  <c:v>28.465653816601801</c:v>
                </c:pt>
                <c:pt idx="44">
                  <c:v>28.527356394209612</c:v>
                </c:pt>
                <c:pt idx="45">
                  <c:v>28.588326770487779</c:v>
                </c:pt>
                <c:pt idx="46">
                  <c:v>28.639156964182682</c:v>
                </c:pt>
                <c:pt idx="47">
                  <c:v>28.647253714112576</c:v>
                </c:pt>
                <c:pt idx="48">
                  <c:v>28.634629766837644</c:v>
                </c:pt>
                <c:pt idx="49">
                  <c:v>28.612997625923303</c:v>
                </c:pt>
                <c:pt idx="50">
                  <c:v>28.591726624275044</c:v>
                </c:pt>
                <c:pt idx="51">
                  <c:v>28.577665072214266</c:v>
                </c:pt>
                <c:pt idx="52">
                  <c:v>28.572569620906791</c:v>
                </c:pt>
                <c:pt idx="53">
                  <c:v>28.579415845544641</c:v>
                </c:pt>
                <c:pt idx="54">
                  <c:v>28.606898518412574</c:v>
                </c:pt>
                <c:pt idx="55">
                  <c:v>28.628858048441074</c:v>
                </c:pt>
                <c:pt idx="56">
                  <c:v>28.642429022450866</c:v>
                </c:pt>
                <c:pt idx="57">
                  <c:v>28.665472033480153</c:v>
                </c:pt>
                <c:pt idx="58">
                  <c:v>28.692027841220831</c:v>
                </c:pt>
                <c:pt idx="59">
                  <c:v>28.727602523828779</c:v>
                </c:pt>
                <c:pt idx="60">
                  <c:v>28.766080541135022</c:v>
                </c:pt>
                <c:pt idx="61">
                  <c:v>28.780979526740708</c:v>
                </c:pt>
                <c:pt idx="62">
                  <c:v>28.774304517761209</c:v>
                </c:pt>
                <c:pt idx="63">
                  <c:v>28.779988005423537</c:v>
                </c:pt>
                <c:pt idx="64">
                  <c:v>28.805677748872451</c:v>
                </c:pt>
                <c:pt idx="65">
                  <c:v>28.809191493621821</c:v>
                </c:pt>
                <c:pt idx="66">
                  <c:v>28.820873786377085</c:v>
                </c:pt>
                <c:pt idx="67">
                  <c:v>28.8580879426571</c:v>
                </c:pt>
                <c:pt idx="68">
                  <c:v>28.872518660705488</c:v>
                </c:pt>
                <c:pt idx="69">
                  <c:v>28.869138589310644</c:v>
                </c:pt>
                <c:pt idx="70">
                  <c:v>28.881063137369882</c:v>
                </c:pt>
                <c:pt idx="71">
                  <c:v>28.9086116040733</c:v>
                </c:pt>
                <c:pt idx="72">
                  <c:v>28.907929269541164</c:v>
                </c:pt>
                <c:pt idx="73">
                  <c:v>28.914939694356349</c:v>
                </c:pt>
                <c:pt idx="74">
                  <c:v>28.92976782992401</c:v>
                </c:pt>
                <c:pt idx="75">
                  <c:v>28.9376338274107</c:v>
                </c:pt>
                <c:pt idx="76">
                  <c:v>28.942742045629572</c:v>
                </c:pt>
                <c:pt idx="77">
                  <c:v>28.956521208778756</c:v>
                </c:pt>
                <c:pt idx="78">
                  <c:v>28.964184642151373</c:v>
                </c:pt>
                <c:pt idx="79">
                  <c:v>28.976051233489052</c:v>
                </c:pt>
                <c:pt idx="80">
                  <c:v>28.998515372530576</c:v>
                </c:pt>
                <c:pt idx="81">
                  <c:v>29.016115065517955</c:v>
                </c:pt>
                <c:pt idx="82">
                  <c:v>29.010009637754056</c:v>
                </c:pt>
                <c:pt idx="83">
                  <c:v>29.010794233982473</c:v>
                </c:pt>
                <c:pt idx="84">
                  <c:v>29.017628955759555</c:v>
                </c:pt>
                <c:pt idx="85">
                  <c:v>29.015069569238722</c:v>
                </c:pt>
                <c:pt idx="86">
                  <c:v>29.020504797356566</c:v>
                </c:pt>
                <c:pt idx="87">
                  <c:v>29.016138008036961</c:v>
                </c:pt>
                <c:pt idx="88">
                  <c:v>29.004607906978009</c:v>
                </c:pt>
                <c:pt idx="89">
                  <c:v>28.988497960865118</c:v>
                </c:pt>
                <c:pt idx="90">
                  <c:v>28.975418196931631</c:v>
                </c:pt>
                <c:pt idx="91">
                  <c:v>28.955789955487088</c:v>
                </c:pt>
                <c:pt idx="92">
                  <c:v>28.93182962291284</c:v>
                </c:pt>
                <c:pt idx="93">
                  <c:v>28.910936193188903</c:v>
                </c:pt>
                <c:pt idx="94">
                  <c:v>28.886051081170947</c:v>
                </c:pt>
                <c:pt idx="95">
                  <c:v>28.855151995452452</c:v>
                </c:pt>
                <c:pt idx="96">
                  <c:v>28.831022785713522</c:v>
                </c:pt>
                <c:pt idx="97">
                  <c:v>28.810830208863511</c:v>
                </c:pt>
                <c:pt idx="98">
                  <c:v>28.789725745886258</c:v>
                </c:pt>
                <c:pt idx="99">
                  <c:v>28.764335645640092</c:v>
                </c:pt>
                <c:pt idx="100">
                  <c:v>28.74489461009442</c:v>
                </c:pt>
                <c:pt idx="101">
                  <c:v>28.734787008416237</c:v>
                </c:pt>
                <c:pt idx="102">
                  <c:v>28.727369938512155</c:v>
                </c:pt>
                <c:pt idx="103">
                  <c:v>28.715500060642828</c:v>
                </c:pt>
                <c:pt idx="104">
                  <c:v>28.705245639483532</c:v>
                </c:pt>
                <c:pt idx="105">
                  <c:v>28.679870960655098</c:v>
                </c:pt>
                <c:pt idx="106">
                  <c:v>28.658667648918279</c:v>
                </c:pt>
                <c:pt idx="107">
                  <c:v>28.635698079230821</c:v>
                </c:pt>
                <c:pt idx="108">
                  <c:v>28.61494243102597</c:v>
                </c:pt>
                <c:pt idx="109">
                  <c:v>28.592765926706171</c:v>
                </c:pt>
                <c:pt idx="110">
                  <c:v>28.578497639164233</c:v>
                </c:pt>
                <c:pt idx="111">
                  <c:v>28.541516131403373</c:v>
                </c:pt>
                <c:pt idx="112">
                  <c:v>28.505459245079887</c:v>
                </c:pt>
                <c:pt idx="113">
                  <c:v>28.479559005599175</c:v>
                </c:pt>
                <c:pt idx="114">
                  <c:v>28.442320705952053</c:v>
                </c:pt>
                <c:pt idx="115">
                  <c:v>28.411567934094421</c:v>
                </c:pt>
                <c:pt idx="116">
                  <c:v>28.393123728878582</c:v>
                </c:pt>
                <c:pt idx="117">
                  <c:v>28.380648370755658</c:v>
                </c:pt>
                <c:pt idx="118">
                  <c:v>28.363793677610584</c:v>
                </c:pt>
                <c:pt idx="119">
                  <c:v>28.351164832139446</c:v>
                </c:pt>
                <c:pt idx="120">
                  <c:v>28.351189860341997</c:v>
                </c:pt>
                <c:pt idx="121">
                  <c:v>28.352739649621597</c:v>
                </c:pt>
                <c:pt idx="122">
                  <c:v>28.349274318011503</c:v>
                </c:pt>
                <c:pt idx="123">
                  <c:v>28.363482752755932</c:v>
                </c:pt>
                <c:pt idx="124">
                  <c:v>28.355602945516068</c:v>
                </c:pt>
                <c:pt idx="125">
                  <c:v>28.333170028525199</c:v>
                </c:pt>
                <c:pt idx="126">
                  <c:v>28.313303734745041</c:v>
                </c:pt>
                <c:pt idx="127">
                  <c:v>28.296117133504794</c:v>
                </c:pt>
                <c:pt idx="128">
                  <c:v>28.274917392711018</c:v>
                </c:pt>
                <c:pt idx="129">
                  <c:v>28.2766961015604</c:v>
                </c:pt>
                <c:pt idx="130">
                  <c:v>28.297629222474239</c:v>
                </c:pt>
                <c:pt idx="131">
                  <c:v>28.310287678331473</c:v>
                </c:pt>
                <c:pt idx="132">
                  <c:v>28.316277729873772</c:v>
                </c:pt>
                <c:pt idx="133">
                  <c:v>28.298555013158452</c:v>
                </c:pt>
                <c:pt idx="134">
                  <c:v>28.30129752901486</c:v>
                </c:pt>
                <c:pt idx="135">
                  <c:v>28.298010270537805</c:v>
                </c:pt>
                <c:pt idx="136">
                  <c:v>28.302333228901684</c:v>
                </c:pt>
                <c:pt idx="137">
                  <c:v>28.284796327629536</c:v>
                </c:pt>
                <c:pt idx="138">
                  <c:v>28.280682222031633</c:v>
                </c:pt>
                <c:pt idx="139">
                  <c:v>28.283655363926183</c:v>
                </c:pt>
                <c:pt idx="140">
                  <c:v>28.286314894858481</c:v>
                </c:pt>
                <c:pt idx="141">
                  <c:v>28.288707963917169</c:v>
                </c:pt>
                <c:pt idx="142">
                  <c:v>28.295432112865058</c:v>
                </c:pt>
                <c:pt idx="143">
                  <c:v>28.30052247636873</c:v>
                </c:pt>
                <c:pt idx="144">
                  <c:v>28.3210836187823</c:v>
                </c:pt>
                <c:pt idx="145">
                  <c:v>28.358300176758519</c:v>
                </c:pt>
                <c:pt idx="146">
                  <c:v>28.361141162159303</c:v>
                </c:pt>
                <c:pt idx="147">
                  <c:v>28.362583191122368</c:v>
                </c:pt>
                <c:pt idx="148">
                  <c:v>28.381690169686792</c:v>
                </c:pt>
                <c:pt idx="149">
                  <c:v>28.386034648512709</c:v>
                </c:pt>
                <c:pt idx="150">
                  <c:v>28.392316411340026</c:v>
                </c:pt>
                <c:pt idx="151">
                  <c:v>28.421564868139612</c:v>
                </c:pt>
                <c:pt idx="152">
                  <c:v>28.432997036875708</c:v>
                </c:pt>
                <c:pt idx="153">
                  <c:v>28.445471446960656</c:v>
                </c:pt>
                <c:pt idx="154">
                  <c:v>28.462793838840245</c:v>
                </c:pt>
                <c:pt idx="155">
                  <c:v>28.480555425112552</c:v>
                </c:pt>
                <c:pt idx="156">
                  <c:v>28.497328776599339</c:v>
                </c:pt>
                <c:pt idx="157">
                  <c:v>28.500435560247148</c:v>
                </c:pt>
                <c:pt idx="158">
                  <c:v>28.50161969127965</c:v>
                </c:pt>
                <c:pt idx="159">
                  <c:v>28.495803699509629</c:v>
                </c:pt>
                <c:pt idx="160">
                  <c:v>28.479367881143343</c:v>
                </c:pt>
                <c:pt idx="161">
                  <c:v>28.485438895128734</c:v>
                </c:pt>
                <c:pt idx="162">
                  <c:v>28.480510172099862</c:v>
                </c:pt>
                <c:pt idx="163">
                  <c:v>28.478304340541307</c:v>
                </c:pt>
                <c:pt idx="164">
                  <c:v>28.474951351431294</c:v>
                </c:pt>
                <c:pt idx="165">
                  <c:v>28.472038852365902</c:v>
                </c:pt>
                <c:pt idx="166">
                  <c:v>28.497089270605496</c:v>
                </c:pt>
                <c:pt idx="167">
                  <c:v>28.505341245953222</c:v>
                </c:pt>
                <c:pt idx="168">
                  <c:v>28.50472685414265</c:v>
                </c:pt>
                <c:pt idx="169">
                  <c:v>28.493975408274135</c:v>
                </c:pt>
                <c:pt idx="170">
                  <c:v>28.487137905585655</c:v>
                </c:pt>
                <c:pt idx="171">
                  <c:v>28.478849683586006</c:v>
                </c:pt>
                <c:pt idx="172">
                  <c:v>28.468391339458208</c:v>
                </c:pt>
                <c:pt idx="173">
                  <c:v>28.455102248739756</c:v>
                </c:pt>
                <c:pt idx="174">
                  <c:v>28.454594732410278</c:v>
                </c:pt>
                <c:pt idx="175">
                  <c:v>28.4533930942765</c:v>
                </c:pt>
                <c:pt idx="176">
                  <c:v>28.447659518607804</c:v>
                </c:pt>
                <c:pt idx="177">
                  <c:v>28.448434476450139</c:v>
                </c:pt>
                <c:pt idx="178">
                  <c:v>28.449933198084128</c:v>
                </c:pt>
                <c:pt idx="179">
                  <c:v>28.452599396883521</c:v>
                </c:pt>
                <c:pt idx="180">
                  <c:v>28.453439927352481</c:v>
                </c:pt>
                <c:pt idx="181">
                  <c:v>28.451419879635836</c:v>
                </c:pt>
                <c:pt idx="182">
                  <c:v>28.46985902864914</c:v>
                </c:pt>
                <c:pt idx="183">
                  <c:v>28.481598614499383</c:v>
                </c:pt>
                <c:pt idx="184">
                  <c:v>28.502782870672895</c:v>
                </c:pt>
                <c:pt idx="185">
                  <c:v>28.526332892411403</c:v>
                </c:pt>
                <c:pt idx="186">
                  <c:v>28.536585701906144</c:v>
                </c:pt>
                <c:pt idx="187">
                  <c:v>28.542246499859594</c:v>
                </c:pt>
                <c:pt idx="188">
                  <c:v>28.542547596720574</c:v>
                </c:pt>
                <c:pt idx="189">
                  <c:v>28.539871664731301</c:v>
                </c:pt>
                <c:pt idx="190">
                  <c:v>28.534089012296747</c:v>
                </c:pt>
                <c:pt idx="191">
                  <c:v>28.529929337673494</c:v>
                </c:pt>
                <c:pt idx="192">
                  <c:v>28.526637528614156</c:v>
                </c:pt>
                <c:pt idx="193">
                  <c:v>28.528422146900255</c:v>
                </c:pt>
                <c:pt idx="194">
                  <c:v>28.5284499560142</c:v>
                </c:pt>
                <c:pt idx="195">
                  <c:v>28.545322314266876</c:v>
                </c:pt>
                <c:pt idx="196">
                  <c:v>28.559434870770733</c:v>
                </c:pt>
                <c:pt idx="197">
                  <c:v>28.564553264597208</c:v>
                </c:pt>
                <c:pt idx="198">
                  <c:v>28.576999043935302</c:v>
                </c:pt>
                <c:pt idx="199">
                  <c:v>28.586843849486712</c:v>
                </c:pt>
                <c:pt idx="200">
                  <c:v>28.599120751660124</c:v>
                </c:pt>
                <c:pt idx="201">
                  <c:v>28.617009153812273</c:v>
                </c:pt>
                <c:pt idx="202">
                  <c:v>28.654747954307858</c:v>
                </c:pt>
                <c:pt idx="203">
                  <c:v>28.705797144775069</c:v>
                </c:pt>
                <c:pt idx="204">
                  <c:v>28.746236715854881</c:v>
                </c:pt>
                <c:pt idx="205">
                  <c:v>28.792935044040473</c:v>
                </c:pt>
                <c:pt idx="206">
                  <c:v>28.827872202711252</c:v>
                </c:pt>
                <c:pt idx="207">
                  <c:v>28.84016206140366</c:v>
                </c:pt>
                <c:pt idx="208">
                  <c:v>28.83801722028819</c:v>
                </c:pt>
                <c:pt idx="209">
                  <c:v>28.829313915661658</c:v>
                </c:pt>
                <c:pt idx="210">
                  <c:v>28.80589409113843</c:v>
                </c:pt>
                <c:pt idx="211">
                  <c:v>28.766133125641389</c:v>
                </c:pt>
                <c:pt idx="212">
                  <c:v>28.730124241640723</c:v>
                </c:pt>
                <c:pt idx="213">
                  <c:v>28.695777584223535</c:v>
                </c:pt>
                <c:pt idx="214">
                  <c:v>28.676744205007271</c:v>
                </c:pt>
                <c:pt idx="215">
                  <c:v>28.67210185264949</c:v>
                </c:pt>
                <c:pt idx="216">
                  <c:v>28.674411209954954</c:v>
                </c:pt>
                <c:pt idx="217">
                  <c:v>28.683968443987165</c:v>
                </c:pt>
                <c:pt idx="218">
                  <c:v>28.68185545694767</c:v>
                </c:pt>
                <c:pt idx="219">
                  <c:v>28.678650203755481</c:v>
                </c:pt>
                <c:pt idx="220">
                  <c:v>28.686684572786596</c:v>
                </c:pt>
                <c:pt idx="221">
                  <c:v>28.68076944784562</c:v>
                </c:pt>
                <c:pt idx="222">
                  <c:v>28.681357863415663</c:v>
                </c:pt>
                <c:pt idx="223">
                  <c:v>28.678881272211346</c:v>
                </c:pt>
                <c:pt idx="224">
                  <c:v>28.671713662699844</c:v>
                </c:pt>
                <c:pt idx="225">
                  <c:v>28.654504877370972</c:v>
                </c:pt>
                <c:pt idx="226">
                  <c:v>28.642163951032952</c:v>
                </c:pt>
                <c:pt idx="227">
                  <c:v>28.629929647365898</c:v>
                </c:pt>
                <c:pt idx="228">
                  <c:v>28.611290525542323</c:v>
                </c:pt>
                <c:pt idx="229">
                  <c:v>28.597466804608299</c:v>
                </c:pt>
                <c:pt idx="230">
                  <c:v>28.59944972083758</c:v>
                </c:pt>
                <c:pt idx="231">
                  <c:v>28.594536988049224</c:v>
                </c:pt>
                <c:pt idx="232">
                  <c:v>28.603665013688722</c:v>
                </c:pt>
                <c:pt idx="233">
                  <c:v>28.608953611933043</c:v>
                </c:pt>
                <c:pt idx="234">
                  <c:v>28.602373849168799</c:v>
                </c:pt>
                <c:pt idx="235">
                  <c:v>28.60356742897979</c:v>
                </c:pt>
                <c:pt idx="236">
                  <c:v>28.592537575959174</c:v>
                </c:pt>
                <c:pt idx="237">
                  <c:v>28.575759895098965</c:v>
                </c:pt>
                <c:pt idx="238">
                  <c:v>28.55915045937812</c:v>
                </c:pt>
                <c:pt idx="239">
                  <c:v>28.543596948354242</c:v>
                </c:pt>
                <c:pt idx="240">
                  <c:v>28.51840069027277</c:v>
                </c:pt>
                <c:pt idx="241">
                  <c:v>28.496687270902672</c:v>
                </c:pt>
                <c:pt idx="242">
                  <c:v>28.481094100290157</c:v>
                </c:pt>
                <c:pt idx="243">
                  <c:v>28.47335428665799</c:v>
                </c:pt>
                <c:pt idx="244">
                  <c:v>28.464108862315875</c:v>
                </c:pt>
                <c:pt idx="245">
                  <c:v>28.462143168776482</c:v>
                </c:pt>
                <c:pt idx="246">
                  <c:v>28.46853569404059</c:v>
                </c:pt>
                <c:pt idx="247">
                  <c:v>28.459310178495958</c:v>
                </c:pt>
                <c:pt idx="248">
                  <c:v>28.457759788792309</c:v>
                </c:pt>
                <c:pt idx="249">
                  <c:v>28.489212686694749</c:v>
                </c:pt>
                <c:pt idx="250">
                  <c:v>28.518764452443918</c:v>
                </c:pt>
                <c:pt idx="251">
                  <c:v>28.573426015211204</c:v>
                </c:pt>
                <c:pt idx="252">
                  <c:v>28.602263813561127</c:v>
                </c:pt>
                <c:pt idx="253">
                  <c:v>28.629199910934993</c:v>
                </c:pt>
                <c:pt idx="254">
                  <c:v>28.656481346942019</c:v>
                </c:pt>
                <c:pt idx="255">
                  <c:v>28.685125808747497</c:v>
                </c:pt>
                <c:pt idx="256">
                  <c:v>28.763588970930691</c:v>
                </c:pt>
                <c:pt idx="257">
                  <c:v>28.843240340709681</c:v>
                </c:pt>
                <c:pt idx="258">
                  <c:v>28.922039424348814</c:v>
                </c:pt>
                <c:pt idx="259">
                  <c:v>29</c:v>
                </c:pt>
                <c:pt idx="260">
                  <c:v>28.87251720704726</c:v>
                </c:pt>
                <c:pt idx="261">
                  <c:v>28.630727326518372</c:v>
                </c:pt>
                <c:pt idx="262">
                  <c:v>28.470852414440994</c:v>
                </c:pt>
                <c:pt idx="263">
                  <c:v>28.443226809047644</c:v>
                </c:pt>
                <c:pt idx="264">
                  <c:v>28.414690707982754</c:v>
                </c:pt>
                <c:pt idx="265">
                  <c:v>28.397660754217299</c:v>
                </c:pt>
                <c:pt idx="266">
                  <c:v>28.384016844485938</c:v>
                </c:pt>
                <c:pt idx="267">
                  <c:v>28.384239759815213</c:v>
                </c:pt>
                <c:pt idx="268">
                  <c:v>28.352076686665423</c:v>
                </c:pt>
                <c:pt idx="269">
                  <c:v>28.317314504203633</c:v>
                </c:pt>
                <c:pt idx="270">
                  <c:v>28.316009561531803</c:v>
                </c:pt>
                <c:pt idx="271">
                  <c:v>28.308389864311117</c:v>
                </c:pt>
                <c:pt idx="272">
                  <c:v>28.311962861433948</c:v>
                </c:pt>
                <c:pt idx="273">
                  <c:v>28.321865434099323</c:v>
                </c:pt>
                <c:pt idx="274">
                  <c:v>28.335713424805515</c:v>
                </c:pt>
                <c:pt idx="275">
                  <c:v>28.370180988665826</c:v>
                </c:pt>
                <c:pt idx="276">
                  <c:v>28.419863613992813</c:v>
                </c:pt>
                <c:pt idx="277">
                  <c:v>28.539239323401731</c:v>
                </c:pt>
                <c:pt idx="278">
                  <c:v>28.880378653951666</c:v>
                </c:pt>
                <c:pt idx="279">
                  <c:v>28.960537413655072</c:v>
                </c:pt>
                <c:pt idx="280">
                  <c:v>28.866845095840635</c:v>
                </c:pt>
                <c:pt idx="281">
                  <c:v>28.608283096274331</c:v>
                </c:pt>
                <c:pt idx="282">
                  <c:v>28.38399993780871</c:v>
                </c:pt>
                <c:pt idx="283">
                  <c:v>28.329074251661485</c:v>
                </c:pt>
                <c:pt idx="284">
                  <c:v>28.325266836348611</c:v>
                </c:pt>
                <c:pt idx="285">
                  <c:v>28.279264936859722</c:v>
                </c:pt>
                <c:pt idx="286">
                  <c:v>28.161107993470672</c:v>
                </c:pt>
                <c:pt idx="287">
                  <c:v>28.302644311762666</c:v>
                </c:pt>
                <c:pt idx="288">
                  <c:v>28.366498366751777</c:v>
                </c:pt>
                <c:pt idx="289">
                  <c:v>28.379352592450925</c:v>
                </c:pt>
                <c:pt idx="290">
                  <c:v>28.305726162011727</c:v>
                </c:pt>
                <c:pt idx="291">
                  <c:v>28.288646815467757</c:v>
                </c:pt>
                <c:pt idx="292">
                  <c:v>28.328859110243606</c:v>
                </c:pt>
                <c:pt idx="293">
                  <c:v>28.325706125545132</c:v>
                </c:pt>
                <c:pt idx="294">
                  <c:v>28.367711286537464</c:v>
                </c:pt>
                <c:pt idx="295">
                  <c:v>28.353428620419564</c:v>
                </c:pt>
                <c:pt idx="296">
                  <c:v>28.350603435651699</c:v>
                </c:pt>
                <c:pt idx="297">
                  <c:v>28.423059228798916</c:v>
                </c:pt>
                <c:pt idx="298">
                  <c:v>28.429353347721179</c:v>
                </c:pt>
                <c:pt idx="299">
                  <c:v>28.445219205656677</c:v>
                </c:pt>
                <c:pt idx="300">
                  <c:v>28.487188941629999</c:v>
                </c:pt>
                <c:pt idx="301">
                  <c:v>28.474158475671228</c:v>
                </c:pt>
                <c:pt idx="302">
                  <c:v>28.39152947661794</c:v>
                </c:pt>
                <c:pt idx="303">
                  <c:v>28.385227141366556</c:v>
                </c:pt>
                <c:pt idx="304">
                  <c:v>28.43894117177873</c:v>
                </c:pt>
                <c:pt idx="305">
                  <c:v>28.511995556103592</c:v>
                </c:pt>
                <c:pt idx="306">
                  <c:v>28.543464096632626</c:v>
                </c:pt>
                <c:pt idx="307">
                  <c:v>28.565574048686553</c:v>
                </c:pt>
                <c:pt idx="308">
                  <c:v>28.577840775252366</c:v>
                </c:pt>
                <c:pt idx="309">
                  <c:v>28.567114357586398</c:v>
                </c:pt>
                <c:pt idx="310">
                  <c:v>28.592181745705751</c:v>
                </c:pt>
                <c:pt idx="311">
                  <c:v>28.586410532929435</c:v>
                </c:pt>
                <c:pt idx="312">
                  <c:v>28.589040011057914</c:v>
                </c:pt>
                <c:pt idx="313">
                  <c:v>28.656186823144338</c:v>
                </c:pt>
                <c:pt idx="314">
                  <c:v>28.652280590673165</c:v>
                </c:pt>
                <c:pt idx="315">
                  <c:v>28.694759897058244</c:v>
                </c:pt>
                <c:pt idx="316">
                  <c:v>28.734409057276725</c:v>
                </c:pt>
                <c:pt idx="317">
                  <c:v>28.760066630637009</c:v>
                </c:pt>
                <c:pt idx="318">
                  <c:v>28.800886048932284</c:v>
                </c:pt>
                <c:pt idx="319">
                  <c:v>28.831665681865886</c:v>
                </c:pt>
                <c:pt idx="320">
                  <c:v>28.849841529132163</c:v>
                </c:pt>
                <c:pt idx="321">
                  <c:v>28.929088213100734</c:v>
                </c:pt>
                <c:pt idx="322">
                  <c:v>28.990221620309402</c:v>
                </c:pt>
                <c:pt idx="323">
                  <c:v>29.041537019840096</c:v>
                </c:pt>
                <c:pt idx="324">
                  <c:v>29.086481856986449</c:v>
                </c:pt>
                <c:pt idx="325">
                  <c:v>29.115392211842753</c:v>
                </c:pt>
                <c:pt idx="326">
                  <c:v>29.147417566675987</c:v>
                </c:pt>
                <c:pt idx="327">
                  <c:v>29.199243642662747</c:v>
                </c:pt>
                <c:pt idx="328">
                  <c:v>29.240926723553581</c:v>
                </c:pt>
                <c:pt idx="329">
                  <c:v>29.280976145405262</c:v>
                </c:pt>
                <c:pt idx="330">
                  <c:v>29.335674523647253</c:v>
                </c:pt>
                <c:pt idx="331">
                  <c:v>29.380851314084921</c:v>
                </c:pt>
                <c:pt idx="332">
                  <c:v>29.413338932234943</c:v>
                </c:pt>
                <c:pt idx="333">
                  <c:v>29.435521883212967</c:v>
                </c:pt>
                <c:pt idx="334">
                  <c:v>29.413843162032769</c:v>
                </c:pt>
                <c:pt idx="335">
                  <c:v>29.371692129597296</c:v>
                </c:pt>
                <c:pt idx="336">
                  <c:v>29.346048460793988</c:v>
                </c:pt>
                <c:pt idx="337">
                  <c:v>29.30605756448665</c:v>
                </c:pt>
                <c:pt idx="338">
                  <c:v>29.27929356760658</c:v>
                </c:pt>
                <c:pt idx="339">
                  <c:v>29.254996618348542</c:v>
                </c:pt>
                <c:pt idx="340">
                  <c:v>29.226253118175904</c:v>
                </c:pt>
                <c:pt idx="341">
                  <c:v>29.20616330864242</c:v>
                </c:pt>
                <c:pt idx="342">
                  <c:v>29.175936950671247</c:v>
                </c:pt>
                <c:pt idx="343">
                  <c:v>29.152984192857218</c:v>
                </c:pt>
                <c:pt idx="344">
                  <c:v>29.130810343043748</c:v>
                </c:pt>
                <c:pt idx="345">
                  <c:v>29.107517682014286</c:v>
                </c:pt>
                <c:pt idx="346">
                  <c:v>29.099085453046175</c:v>
                </c:pt>
                <c:pt idx="347">
                  <c:v>29.077995653056277</c:v>
                </c:pt>
                <c:pt idx="348">
                  <c:v>29.051774186708244</c:v>
                </c:pt>
                <c:pt idx="349">
                  <c:v>29.017833668759703</c:v>
                </c:pt>
                <c:pt idx="350">
                  <c:v>28.97556615405832</c:v>
                </c:pt>
                <c:pt idx="351">
                  <c:v>28.939115610766198</c:v>
                </c:pt>
                <c:pt idx="352">
                  <c:v>28.909732690580441</c:v>
                </c:pt>
                <c:pt idx="353">
                  <c:v>28.875180372125129</c:v>
                </c:pt>
                <c:pt idx="354">
                  <c:v>28.849250585460851</c:v>
                </c:pt>
                <c:pt idx="355">
                  <c:v>28.820348573338734</c:v>
                </c:pt>
                <c:pt idx="356">
                  <c:v>28.785346632072972</c:v>
                </c:pt>
                <c:pt idx="357">
                  <c:v>28.74896636999609</c:v>
                </c:pt>
                <c:pt idx="358">
                  <c:v>28.734659592112351</c:v>
                </c:pt>
                <c:pt idx="359">
                  <c:v>28.744003011979849</c:v>
                </c:pt>
                <c:pt idx="360">
                  <c:v>28.729193584361571</c:v>
                </c:pt>
                <c:pt idx="361">
                  <c:v>28.709532730410675</c:v>
                </c:pt>
                <c:pt idx="362">
                  <c:v>28.714549873781383</c:v>
                </c:pt>
                <c:pt idx="363">
                  <c:v>28.705578780028077</c:v>
                </c:pt>
                <c:pt idx="364">
                  <c:v>28.692107286803164</c:v>
                </c:pt>
                <c:pt idx="365">
                  <c:v>28.674345984942249</c:v>
                </c:pt>
                <c:pt idx="366">
                  <c:v>28.648404821822268</c:v>
                </c:pt>
                <c:pt idx="367">
                  <c:v>28.622290610170513</c:v>
                </c:pt>
                <c:pt idx="368">
                  <c:v>28.619200195978411</c:v>
                </c:pt>
                <c:pt idx="369">
                  <c:v>28.612082074049223</c:v>
                </c:pt>
                <c:pt idx="370">
                  <c:v>28.586894917132316</c:v>
                </c:pt>
                <c:pt idx="371">
                  <c:v>28.562683228089533</c:v>
                </c:pt>
                <c:pt idx="372">
                  <c:v>28.541375252960233</c:v>
                </c:pt>
                <c:pt idx="373">
                  <c:v>28.520687452673155</c:v>
                </c:pt>
                <c:pt idx="374">
                  <c:v>28.478836158244224</c:v>
                </c:pt>
                <c:pt idx="375">
                  <c:v>28.459145567502169</c:v>
                </c:pt>
                <c:pt idx="376">
                  <c:v>28.442831540414449</c:v>
                </c:pt>
                <c:pt idx="377">
                  <c:v>28.421132183607654</c:v>
                </c:pt>
                <c:pt idx="378">
                  <c:v>28.395971887766713</c:v>
                </c:pt>
                <c:pt idx="379">
                  <c:v>28.366771022473493</c:v>
                </c:pt>
                <c:pt idx="380">
                  <c:v>28.332559365664</c:v>
                </c:pt>
                <c:pt idx="381">
                  <c:v>28.304237363175208</c:v>
                </c:pt>
                <c:pt idx="382">
                  <c:v>28.281787160291923</c:v>
                </c:pt>
                <c:pt idx="383">
                  <c:v>28.251642222982198</c:v>
                </c:pt>
                <c:pt idx="384">
                  <c:v>28.221635841422572</c:v>
                </c:pt>
                <c:pt idx="385">
                  <c:v>28.211216682864421</c:v>
                </c:pt>
                <c:pt idx="386">
                  <c:v>28.205280053262037</c:v>
                </c:pt>
                <c:pt idx="387">
                  <c:v>28.20351577039051</c:v>
                </c:pt>
                <c:pt idx="388">
                  <c:v>28.199985561381634</c:v>
                </c:pt>
                <c:pt idx="389">
                  <c:v>28.193146241620372</c:v>
                </c:pt>
                <c:pt idx="390">
                  <c:v>28.175431741234171</c:v>
                </c:pt>
                <c:pt idx="391">
                  <c:v>28.158264606373685</c:v>
                </c:pt>
                <c:pt idx="392">
                  <c:v>28.180986074522991</c:v>
                </c:pt>
                <c:pt idx="393">
                  <c:v>28.192850437971423</c:v>
                </c:pt>
                <c:pt idx="394">
                  <c:v>28.204257499501807</c:v>
                </c:pt>
                <c:pt idx="395">
                  <c:v>28.207415998621173</c:v>
                </c:pt>
                <c:pt idx="396">
                  <c:v>28.207942191298766</c:v>
                </c:pt>
                <c:pt idx="397">
                  <c:v>28.20345504855819</c:v>
                </c:pt>
                <c:pt idx="398">
                  <c:v>28.200301273828067</c:v>
                </c:pt>
                <c:pt idx="399">
                  <c:v>28.188153462825632</c:v>
                </c:pt>
                <c:pt idx="400">
                  <c:v>28.200864044970878</c:v>
                </c:pt>
                <c:pt idx="401">
                  <c:v>28.192283290053293</c:v>
                </c:pt>
                <c:pt idx="402">
                  <c:v>28.185298414861546</c:v>
                </c:pt>
                <c:pt idx="403">
                  <c:v>28.183386601480418</c:v>
                </c:pt>
                <c:pt idx="404">
                  <c:v>28.160041561352816</c:v>
                </c:pt>
                <c:pt idx="405">
                  <c:v>28.143238362470438</c:v>
                </c:pt>
                <c:pt idx="406">
                  <c:v>28.126511986265331</c:v>
                </c:pt>
                <c:pt idx="407">
                  <c:v>28.109668614273748</c:v>
                </c:pt>
                <c:pt idx="408">
                  <c:v>28.104774652637307</c:v>
                </c:pt>
                <c:pt idx="409">
                  <c:v>28.089920888443043</c:v>
                </c:pt>
                <c:pt idx="410">
                  <c:v>28.074050874941086</c:v>
                </c:pt>
                <c:pt idx="411">
                  <c:v>28.058117651007123</c:v>
                </c:pt>
                <c:pt idx="412">
                  <c:v>28.053894090474802</c:v>
                </c:pt>
                <c:pt idx="413">
                  <c:v>28.054426966820124</c:v>
                </c:pt>
                <c:pt idx="414">
                  <c:v>28.056419766345297</c:v>
                </c:pt>
                <c:pt idx="415">
                  <c:v>28.041476732525179</c:v>
                </c:pt>
                <c:pt idx="416">
                  <c:v>28.025569469031108</c:v>
                </c:pt>
                <c:pt idx="417">
                  <c:v>28.010431519590792</c:v>
                </c:pt>
                <c:pt idx="418">
                  <c:v>27.980371442542801</c:v>
                </c:pt>
                <c:pt idx="419">
                  <c:v>28.007085178103313</c:v>
                </c:pt>
                <c:pt idx="420">
                  <c:v>28.010288366844055</c:v>
                </c:pt>
                <c:pt idx="421">
                  <c:v>28.006544835958934</c:v>
                </c:pt>
                <c:pt idx="422">
                  <c:v>27.993331189806305</c:v>
                </c:pt>
                <c:pt idx="423">
                  <c:v>28.017286429639054</c:v>
                </c:pt>
                <c:pt idx="424">
                  <c:v>28.023123179490575</c:v>
                </c:pt>
                <c:pt idx="425">
                  <c:v>28.034826250078133</c:v>
                </c:pt>
                <c:pt idx="426">
                  <c:v>28.015710552526961</c:v>
                </c:pt>
                <c:pt idx="427">
                  <c:v>28.004216672443906</c:v>
                </c:pt>
                <c:pt idx="428">
                  <c:v>28.007601738320062</c:v>
                </c:pt>
                <c:pt idx="429">
                  <c:v>28.002777166397525</c:v>
                </c:pt>
                <c:pt idx="430">
                  <c:v>27.997183789250982</c:v>
                </c:pt>
                <c:pt idx="431">
                  <c:v>28.001520358625701</c:v>
                </c:pt>
                <c:pt idx="432">
                  <c:v>28.04136998739931</c:v>
                </c:pt>
                <c:pt idx="433">
                  <c:v>28.019238027038803</c:v>
                </c:pt>
                <c:pt idx="434">
                  <c:v>27.975949285830353</c:v>
                </c:pt>
                <c:pt idx="435">
                  <c:v>27.853390619897382</c:v>
                </c:pt>
                <c:pt idx="436">
                  <c:v>27.887626372672084</c:v>
                </c:pt>
                <c:pt idx="437">
                  <c:v>27.962864744180486</c:v>
                </c:pt>
                <c:pt idx="438">
                  <c:v>27.907366988217973</c:v>
                </c:pt>
                <c:pt idx="439">
                  <c:v>27.938422863616964</c:v>
                </c:pt>
                <c:pt idx="440">
                  <c:v>27.965822196046542</c:v>
                </c:pt>
                <c:pt idx="441">
                  <c:v>28.023260374411166</c:v>
                </c:pt>
                <c:pt idx="442">
                  <c:v>27.942367029457625</c:v>
                </c:pt>
                <c:pt idx="443">
                  <c:v>27.954915682766522</c:v>
                </c:pt>
                <c:pt idx="444">
                  <c:v>27.979248479710503</c:v>
                </c:pt>
                <c:pt idx="445">
                  <c:v>27.950821430663883</c:v>
                </c:pt>
                <c:pt idx="446">
                  <c:v>27.941851853771336</c:v>
                </c:pt>
                <c:pt idx="447">
                  <c:v>27.940140965188615</c:v>
                </c:pt>
                <c:pt idx="448">
                  <c:v>27.940658443817153</c:v>
                </c:pt>
                <c:pt idx="449">
                  <c:v>27.972347494029098</c:v>
                </c:pt>
                <c:pt idx="450">
                  <c:v>27.982598083534914</c:v>
                </c:pt>
                <c:pt idx="451">
                  <c:v>27.994243090746636</c:v>
                </c:pt>
                <c:pt idx="452">
                  <c:v>27.979274329545962</c:v>
                </c:pt>
                <c:pt idx="453">
                  <c:v>27.980389251831184</c:v>
                </c:pt>
                <c:pt idx="454">
                  <c:v>27.990712410681393</c:v>
                </c:pt>
                <c:pt idx="455">
                  <c:v>27.988343741750093</c:v>
                </c:pt>
                <c:pt idx="456">
                  <c:v>27.962481408975304</c:v>
                </c:pt>
                <c:pt idx="457">
                  <c:v>27.974664121600785</c:v>
                </c:pt>
                <c:pt idx="458">
                  <c:v>27.966526039190246</c:v>
                </c:pt>
                <c:pt idx="459">
                  <c:v>27.981285402503111</c:v>
                </c:pt>
                <c:pt idx="460">
                  <c:v>27.992902925007638</c:v>
                </c:pt>
                <c:pt idx="461">
                  <c:v>27.994865653953276</c:v>
                </c:pt>
                <c:pt idx="462">
                  <c:v>28.009715776595421</c:v>
                </c:pt>
                <c:pt idx="463">
                  <c:v>28.005776645725192</c:v>
                </c:pt>
                <c:pt idx="464">
                  <c:v>27.989239758116643</c:v>
                </c:pt>
                <c:pt idx="465">
                  <c:v>27.992841440794777</c:v>
                </c:pt>
                <c:pt idx="466">
                  <c:v>27.991527488305792</c:v>
                </c:pt>
                <c:pt idx="467">
                  <c:v>27.998526703312574</c:v>
                </c:pt>
                <c:pt idx="468">
                  <c:v>27.997741898713315</c:v>
                </c:pt>
                <c:pt idx="469">
                  <c:v>27.992182487249206</c:v>
                </c:pt>
                <c:pt idx="470">
                  <c:v>27.989946619181236</c:v>
                </c:pt>
                <c:pt idx="471">
                  <c:v>27.993137145689769</c:v>
                </c:pt>
                <c:pt idx="472">
                  <c:v>27.994803979145281</c:v>
                </c:pt>
                <c:pt idx="473">
                  <c:v>27.996485636063326</c:v>
                </c:pt>
                <c:pt idx="474">
                  <c:v>27.996472514131455</c:v>
                </c:pt>
                <c:pt idx="475">
                  <c:v>27.998747313601079</c:v>
                </c:pt>
                <c:pt idx="476">
                  <c:v>28.014862107915985</c:v>
                </c:pt>
                <c:pt idx="477">
                  <c:v>27.99667671805496</c:v>
                </c:pt>
                <c:pt idx="478">
                  <c:v>27.986884442695246</c:v>
                </c:pt>
                <c:pt idx="479">
                  <c:v>27.990019807712933</c:v>
                </c:pt>
                <c:pt idx="480">
                  <c:v>27.990414894638853</c:v>
                </c:pt>
                <c:pt idx="481">
                  <c:v>28.001947431957891</c:v>
                </c:pt>
                <c:pt idx="482">
                  <c:v>28.011804213401515</c:v>
                </c:pt>
                <c:pt idx="483">
                  <c:v>28.011818122896184</c:v>
                </c:pt>
                <c:pt idx="484">
                  <c:v>28.006946781840853</c:v>
                </c:pt>
                <c:pt idx="485">
                  <c:v>28.005811307869898</c:v>
                </c:pt>
                <c:pt idx="486">
                  <c:v>28.010656089048826</c:v>
                </c:pt>
                <c:pt idx="487">
                  <c:v>28.00775014329594</c:v>
                </c:pt>
                <c:pt idx="488">
                  <c:v>28.009033439100662</c:v>
                </c:pt>
                <c:pt idx="489">
                  <c:v>28.008309983421345</c:v>
                </c:pt>
                <c:pt idx="490">
                  <c:v>28.012190628742577</c:v>
                </c:pt>
                <c:pt idx="491">
                  <c:v>28.008475099047846</c:v>
                </c:pt>
                <c:pt idx="492">
                  <c:v>28.02076106782194</c:v>
                </c:pt>
                <c:pt idx="493">
                  <c:v>28.018266681154795</c:v>
                </c:pt>
                <c:pt idx="494">
                  <c:v>28.02256128923305</c:v>
                </c:pt>
                <c:pt idx="495">
                  <c:v>28.013287495842064</c:v>
                </c:pt>
                <c:pt idx="496">
                  <c:v>28.013377603889005</c:v>
                </c:pt>
                <c:pt idx="497">
                  <c:v>28.018236454544013</c:v>
                </c:pt>
                <c:pt idx="498">
                  <c:v>28.024331137877525</c:v>
                </c:pt>
                <c:pt idx="499">
                  <c:v>28.024888380773891</c:v>
                </c:pt>
                <c:pt idx="500">
                  <c:v>28.040405011145449</c:v>
                </c:pt>
                <c:pt idx="501">
                  <c:v>28.033474055613549</c:v>
                </c:pt>
                <c:pt idx="502">
                  <c:v>28.02831771261695</c:v>
                </c:pt>
                <c:pt idx="503">
                  <c:v>28.028610486494536</c:v>
                </c:pt>
                <c:pt idx="504">
                  <c:v>28.026261929793868</c:v>
                </c:pt>
                <c:pt idx="505">
                  <c:v>28.049892876448972</c:v>
                </c:pt>
                <c:pt idx="506">
                  <c:v>28.061712923072218</c:v>
                </c:pt>
                <c:pt idx="507">
                  <c:v>28.070591974188591</c:v>
                </c:pt>
                <c:pt idx="508">
                  <c:v>28.067874257425554</c:v>
                </c:pt>
                <c:pt idx="509">
                  <c:v>28.055708129539404</c:v>
                </c:pt>
                <c:pt idx="510">
                  <c:v>28.065632645333746</c:v>
                </c:pt>
                <c:pt idx="511">
                  <c:v>28.102245445325355</c:v>
                </c:pt>
                <c:pt idx="512">
                  <c:v>28.127944155633454</c:v>
                </c:pt>
                <c:pt idx="513">
                  <c:v>28.152746203724135</c:v>
                </c:pt>
                <c:pt idx="514">
                  <c:v>28.154456021813974</c:v>
                </c:pt>
                <c:pt idx="515">
                  <c:v>28.153776847408423</c:v>
                </c:pt>
                <c:pt idx="516">
                  <c:v>28.152221970325019</c:v>
                </c:pt>
                <c:pt idx="517">
                  <c:v>28.148044267179603</c:v>
                </c:pt>
                <c:pt idx="518">
                  <c:v>28.150656269808067</c:v>
                </c:pt>
                <c:pt idx="519">
                  <c:v>28.154695354000857</c:v>
                </c:pt>
                <c:pt idx="520">
                  <c:v>28.149301128525448</c:v>
                </c:pt>
                <c:pt idx="521">
                  <c:v>28.124730204192844</c:v>
                </c:pt>
                <c:pt idx="522">
                  <c:v>28.120913411204331</c:v>
                </c:pt>
                <c:pt idx="523">
                  <c:v>28.116040108895433</c:v>
                </c:pt>
                <c:pt idx="524">
                  <c:v>28.131415767995136</c:v>
                </c:pt>
                <c:pt idx="525">
                  <c:v>28.134908063385314</c:v>
                </c:pt>
                <c:pt idx="526">
                  <c:v>28.138464201232814</c:v>
                </c:pt>
                <c:pt idx="527">
                  <c:v>28.135906884594895</c:v>
                </c:pt>
                <c:pt idx="528">
                  <c:v>28.128480152603778</c:v>
                </c:pt>
                <c:pt idx="529">
                  <c:v>28.134392220122283</c:v>
                </c:pt>
                <c:pt idx="530">
                  <c:v>28.13909834383454</c:v>
                </c:pt>
                <c:pt idx="531">
                  <c:v>28.139808993100875</c:v>
                </c:pt>
                <c:pt idx="532">
                  <c:v>28.131496145814815</c:v>
                </c:pt>
                <c:pt idx="533">
                  <c:v>28.145135212652185</c:v>
                </c:pt>
                <c:pt idx="534">
                  <c:v>28.150224691320414</c:v>
                </c:pt>
                <c:pt idx="535">
                  <c:v>28.142406348542622</c:v>
                </c:pt>
                <c:pt idx="536">
                  <c:v>28.153827662243902</c:v>
                </c:pt>
                <c:pt idx="537">
                  <c:v>28.164437408036367</c:v>
                </c:pt>
                <c:pt idx="538">
                  <c:v>28.172287952504057</c:v>
                </c:pt>
                <c:pt idx="539">
                  <c:v>28.183325737442399</c:v>
                </c:pt>
                <c:pt idx="540">
                  <c:v>28.192210180524761</c:v>
                </c:pt>
                <c:pt idx="541">
                  <c:v>28.226616990951484</c:v>
                </c:pt>
                <c:pt idx="542">
                  <c:v>28.232839580408505</c:v>
                </c:pt>
                <c:pt idx="543">
                  <c:v>28.244251239923067</c:v>
                </c:pt>
                <c:pt idx="544">
                  <c:v>28.280896636620394</c:v>
                </c:pt>
                <c:pt idx="545">
                  <c:v>28.29839498434821</c:v>
                </c:pt>
                <c:pt idx="546">
                  <c:v>28.305188340068302</c:v>
                </c:pt>
                <c:pt idx="547">
                  <c:v>28.292261020641252</c:v>
                </c:pt>
                <c:pt idx="548">
                  <c:v>28.294333526459202</c:v>
                </c:pt>
                <c:pt idx="549">
                  <c:v>28.310461327287296</c:v>
                </c:pt>
                <c:pt idx="550">
                  <c:v>28.346066599920579</c:v>
                </c:pt>
                <c:pt idx="551">
                  <c:v>28.374030180852149</c:v>
                </c:pt>
                <c:pt idx="552">
                  <c:v>28.36464969269981</c:v>
                </c:pt>
                <c:pt idx="553">
                  <c:v>28.359594722613885</c:v>
                </c:pt>
                <c:pt idx="554">
                  <c:v>28.348853420751706</c:v>
                </c:pt>
                <c:pt idx="555">
                  <c:v>28.322300425523686</c:v>
                </c:pt>
                <c:pt idx="556">
                  <c:v>28.325929736102253</c:v>
                </c:pt>
                <c:pt idx="557">
                  <c:v>28.308493200450432</c:v>
                </c:pt>
                <c:pt idx="558">
                  <c:v>28.243396046466756</c:v>
                </c:pt>
                <c:pt idx="559">
                  <c:v>28.174383811657467</c:v>
                </c:pt>
                <c:pt idx="560">
                  <c:v>28.171762391851779</c:v>
                </c:pt>
                <c:pt idx="561">
                  <c:v>28.141961323716352</c:v>
                </c:pt>
                <c:pt idx="562">
                  <c:v>28.079984541924798</c:v>
                </c:pt>
                <c:pt idx="563">
                  <c:v>28.046599680884096</c:v>
                </c:pt>
                <c:pt idx="564">
                  <c:v>28.040480360413699</c:v>
                </c:pt>
                <c:pt idx="565">
                  <c:v>28.024504148882791</c:v>
                </c:pt>
                <c:pt idx="566">
                  <c:v>28.061986732240136</c:v>
                </c:pt>
                <c:pt idx="567">
                  <c:v>28.061491101936774</c:v>
                </c:pt>
                <c:pt idx="568">
                  <c:v>28.072929922739331</c:v>
                </c:pt>
                <c:pt idx="569">
                  <c:v>28.064477856076586</c:v>
                </c:pt>
                <c:pt idx="570">
                  <c:v>28.029106665869893</c:v>
                </c:pt>
                <c:pt idx="571">
                  <c:v>28.033588404794013</c:v>
                </c:pt>
                <c:pt idx="572">
                  <c:v>28.02161140653379</c:v>
                </c:pt>
                <c:pt idx="573">
                  <c:v>28.013557340038659</c:v>
                </c:pt>
                <c:pt idx="574">
                  <c:v>27.961711021466044</c:v>
                </c:pt>
                <c:pt idx="575">
                  <c:v>27.975161932391494</c:v>
                </c:pt>
                <c:pt idx="576">
                  <c:v>27.996480343838837</c:v>
                </c:pt>
                <c:pt idx="577">
                  <c:v>27.946383416041218</c:v>
                </c:pt>
                <c:pt idx="578">
                  <c:v>27.864066712547491</c:v>
                </c:pt>
                <c:pt idx="579">
                  <c:v>27.856494101212913</c:v>
                </c:pt>
                <c:pt idx="580">
                  <c:v>27.895433860415061</c:v>
                </c:pt>
                <c:pt idx="581">
                  <c:v>27.934238907371064</c:v>
                </c:pt>
                <c:pt idx="582">
                  <c:v>27.684203494202528</c:v>
                </c:pt>
                <c:pt idx="583">
                  <c:v>28.280924730145731</c:v>
                </c:pt>
                <c:pt idx="584">
                  <c:v>28.212069174412505</c:v>
                </c:pt>
                <c:pt idx="585">
                  <c:v>27.724382923661896</c:v>
                </c:pt>
                <c:pt idx="586">
                  <c:v>27.36389793018661</c:v>
                </c:pt>
                <c:pt idx="587">
                  <c:v>27.52868064525487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1B0C-4B9C-BBFB-FF685BE46DCA}"/>
            </c:ext>
          </c:extLst>
        </c:ser>
        <c:ser>
          <c:idx val="22"/>
          <c:order val="22"/>
          <c:tx>
            <c:strRef>
              <c:f>Sheet2!$U$1</c:f>
              <c:strCache>
                <c:ptCount val="1"/>
                <c:pt idx="0">
                  <c:v>S11_n3_z_o/O-PTIR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Sheet2!$U$2:$U$589</c:f>
              <c:numCache>
                <c:formatCode>General</c:formatCode>
                <c:ptCount val="588"/>
                <c:pt idx="0">
                  <c:v>20.534850194361805</c:v>
                </c:pt>
                <c:pt idx="1">
                  <c:v>20.79517577507518</c:v>
                </c:pt>
                <c:pt idx="2">
                  <c:v>20.358025878069551</c:v>
                </c:pt>
                <c:pt idx="3">
                  <c:v>20.448944506157183</c:v>
                </c:pt>
                <c:pt idx="4">
                  <c:v>20.627431764337935</c:v>
                </c:pt>
                <c:pt idx="5">
                  <c:v>20.823023333959011</c:v>
                </c:pt>
                <c:pt idx="6">
                  <c:v>20.932780830966241</c:v>
                </c:pt>
                <c:pt idx="7">
                  <c:v>20.905926620314858</c:v>
                </c:pt>
                <c:pt idx="8">
                  <c:v>20.889938167026219</c:v>
                </c:pt>
                <c:pt idx="9">
                  <c:v>20.88747706271381</c:v>
                </c:pt>
                <c:pt idx="10">
                  <c:v>20.915815873044341</c:v>
                </c:pt>
                <c:pt idx="11">
                  <c:v>20.949327849509832</c:v>
                </c:pt>
                <c:pt idx="12">
                  <c:v>20.896780364192544</c:v>
                </c:pt>
                <c:pt idx="13">
                  <c:v>20.811856694173436</c:v>
                </c:pt>
                <c:pt idx="14">
                  <c:v>20.856670543925866</c:v>
                </c:pt>
                <c:pt idx="15">
                  <c:v>20.844769571686662</c:v>
                </c:pt>
                <c:pt idx="16">
                  <c:v>20.811761449073014</c:v>
                </c:pt>
                <c:pt idx="17">
                  <c:v>20.882956798106925</c:v>
                </c:pt>
                <c:pt idx="18">
                  <c:v>20.929479667291655</c:v>
                </c:pt>
                <c:pt idx="19">
                  <c:v>20.891372114730842</c:v>
                </c:pt>
                <c:pt idx="20">
                  <c:v>20.870651155367902</c:v>
                </c:pt>
                <c:pt idx="21">
                  <c:v>20.870351000006906</c:v>
                </c:pt>
                <c:pt idx="22">
                  <c:v>20.910171570840117</c:v>
                </c:pt>
                <c:pt idx="23">
                  <c:v>20.940392683673693</c:v>
                </c:pt>
                <c:pt idx="24">
                  <c:v>20.927628931389961</c:v>
                </c:pt>
                <c:pt idx="25">
                  <c:v>20.944485920629326</c:v>
                </c:pt>
                <c:pt idx="26">
                  <c:v>20.930594556027568</c:v>
                </c:pt>
                <c:pt idx="27">
                  <c:v>20.911070401033982</c:v>
                </c:pt>
                <c:pt idx="28">
                  <c:v>20.941990523233688</c:v>
                </c:pt>
                <c:pt idx="29">
                  <c:v>20.973012070559413</c:v>
                </c:pt>
                <c:pt idx="30">
                  <c:v>21.000081370337064</c:v>
                </c:pt>
                <c:pt idx="31">
                  <c:v>21.002998342420192</c:v>
                </c:pt>
                <c:pt idx="32">
                  <c:v>21.018882280570015</c:v>
                </c:pt>
                <c:pt idx="33">
                  <c:v>21.056478890426085</c:v>
                </c:pt>
                <c:pt idx="34">
                  <c:v>21.080933978786518</c:v>
                </c:pt>
                <c:pt idx="35">
                  <c:v>21.107521054801921</c:v>
                </c:pt>
                <c:pt idx="36">
                  <c:v>21.140237989150542</c:v>
                </c:pt>
                <c:pt idx="37">
                  <c:v>21.151636985780975</c:v>
                </c:pt>
                <c:pt idx="38">
                  <c:v>21.169320583738561</c:v>
                </c:pt>
                <c:pt idx="39">
                  <c:v>21.20977648543883</c:v>
                </c:pt>
                <c:pt idx="40">
                  <c:v>21.229294339229845</c:v>
                </c:pt>
                <c:pt idx="41">
                  <c:v>21.23056294095543</c:v>
                </c:pt>
                <c:pt idx="42">
                  <c:v>21.220335119764655</c:v>
                </c:pt>
                <c:pt idx="43">
                  <c:v>21.215396431071568</c:v>
                </c:pt>
                <c:pt idx="44">
                  <c:v>21.19197946583494</c:v>
                </c:pt>
                <c:pt idx="45">
                  <c:v>21.19970680019723</c:v>
                </c:pt>
                <c:pt idx="46">
                  <c:v>21.227901894638318</c:v>
                </c:pt>
                <c:pt idx="47">
                  <c:v>21.226335803445135</c:v>
                </c:pt>
                <c:pt idx="48">
                  <c:v>21.185169441154827</c:v>
                </c:pt>
                <c:pt idx="49">
                  <c:v>21.114376278492795</c:v>
                </c:pt>
                <c:pt idx="50">
                  <c:v>21.067068424879913</c:v>
                </c:pt>
                <c:pt idx="51">
                  <c:v>21.029192865633036</c:v>
                </c:pt>
                <c:pt idx="52">
                  <c:v>21.020711446970594</c:v>
                </c:pt>
                <c:pt idx="53">
                  <c:v>21.011164882719473</c:v>
                </c:pt>
                <c:pt idx="54">
                  <c:v>21.014231811306125</c:v>
                </c:pt>
                <c:pt idx="55">
                  <c:v>21.009515664123121</c:v>
                </c:pt>
                <c:pt idx="56">
                  <c:v>20.985851861393417</c:v>
                </c:pt>
                <c:pt idx="57">
                  <c:v>20.952603202489268</c:v>
                </c:pt>
                <c:pt idx="58">
                  <c:v>20.961711530219173</c:v>
                </c:pt>
                <c:pt idx="59">
                  <c:v>20.95442261414356</c:v>
                </c:pt>
                <c:pt idx="60">
                  <c:v>20.955392575220301</c:v>
                </c:pt>
                <c:pt idx="61">
                  <c:v>20.970198038314461</c:v>
                </c:pt>
                <c:pt idx="62">
                  <c:v>21.012236571864669</c:v>
                </c:pt>
                <c:pt idx="63">
                  <c:v>21.054361080476902</c:v>
                </c:pt>
                <c:pt idx="64">
                  <c:v>21.096114666376163</c:v>
                </c:pt>
                <c:pt idx="65">
                  <c:v>21.131097610111397</c:v>
                </c:pt>
                <c:pt idx="66">
                  <c:v>21.185406948021015</c:v>
                </c:pt>
                <c:pt idx="67">
                  <c:v>21.221813236475771</c:v>
                </c:pt>
                <c:pt idx="68">
                  <c:v>21.253457027555523</c:v>
                </c:pt>
                <c:pt idx="69">
                  <c:v>21.273708971446222</c:v>
                </c:pt>
                <c:pt idx="70">
                  <c:v>21.288171806650507</c:v>
                </c:pt>
                <c:pt idx="71">
                  <c:v>21.319853768476609</c:v>
                </c:pt>
                <c:pt idx="72">
                  <c:v>21.322156373308932</c:v>
                </c:pt>
                <c:pt idx="73">
                  <c:v>21.323796261278396</c:v>
                </c:pt>
                <c:pt idx="74">
                  <c:v>21.353740060610299</c:v>
                </c:pt>
                <c:pt idx="75">
                  <c:v>21.384830436456433</c:v>
                </c:pt>
                <c:pt idx="76">
                  <c:v>21.394003169747251</c:v>
                </c:pt>
                <c:pt idx="77">
                  <c:v>21.419636098280826</c:v>
                </c:pt>
                <c:pt idx="78">
                  <c:v>21.445791541920023</c:v>
                </c:pt>
                <c:pt idx="79">
                  <c:v>21.470092371994404</c:v>
                </c:pt>
                <c:pt idx="80">
                  <c:v>21.482967788858335</c:v>
                </c:pt>
                <c:pt idx="81">
                  <c:v>21.508046453919491</c:v>
                </c:pt>
                <c:pt idx="82">
                  <c:v>21.544177064761701</c:v>
                </c:pt>
                <c:pt idx="83">
                  <c:v>21.546342981968987</c:v>
                </c:pt>
                <c:pt idx="84">
                  <c:v>21.525935204491596</c:v>
                </c:pt>
                <c:pt idx="85">
                  <c:v>21.523803701544509</c:v>
                </c:pt>
                <c:pt idx="86">
                  <c:v>21.520401900394226</c:v>
                </c:pt>
                <c:pt idx="87">
                  <c:v>21.492026615794959</c:v>
                </c:pt>
                <c:pt idx="88">
                  <c:v>21.484369079368857</c:v>
                </c:pt>
                <c:pt idx="89">
                  <c:v>21.466216526527518</c:v>
                </c:pt>
                <c:pt idx="90">
                  <c:v>21.431057391474209</c:v>
                </c:pt>
                <c:pt idx="91">
                  <c:v>21.409321756731654</c:v>
                </c:pt>
                <c:pt idx="92">
                  <c:v>21.367787137621779</c:v>
                </c:pt>
                <c:pt idx="93">
                  <c:v>21.311631910889364</c:v>
                </c:pt>
                <c:pt idx="94">
                  <c:v>21.267342939193515</c:v>
                </c:pt>
                <c:pt idx="95">
                  <c:v>21.230960159071437</c:v>
                </c:pt>
                <c:pt idx="96">
                  <c:v>21.208006938108742</c:v>
                </c:pt>
                <c:pt idx="97">
                  <c:v>21.19136885507028</c:v>
                </c:pt>
                <c:pt idx="98">
                  <c:v>21.151017286743372</c:v>
                </c:pt>
                <c:pt idx="99">
                  <c:v>21.111916870658003</c:v>
                </c:pt>
                <c:pt idx="100">
                  <c:v>21.084189761684883</c:v>
                </c:pt>
                <c:pt idx="101">
                  <c:v>21.045156962350195</c:v>
                </c:pt>
                <c:pt idx="102">
                  <c:v>21.011037465132841</c:v>
                </c:pt>
                <c:pt idx="103">
                  <c:v>20.994793570786072</c:v>
                </c:pt>
                <c:pt idx="104">
                  <c:v>20.969667161997737</c:v>
                </c:pt>
                <c:pt idx="105">
                  <c:v>20.951422514657263</c:v>
                </c:pt>
                <c:pt idx="106">
                  <c:v>20.913629961636584</c:v>
                </c:pt>
                <c:pt idx="107">
                  <c:v>20.879521976231622</c:v>
                </c:pt>
                <c:pt idx="108">
                  <c:v>20.857064974971504</c:v>
                </c:pt>
                <c:pt idx="109">
                  <c:v>20.811560477064045</c:v>
                </c:pt>
                <c:pt idx="110">
                  <c:v>20.760533641575236</c:v>
                </c:pt>
                <c:pt idx="111">
                  <c:v>20.685981569224829</c:v>
                </c:pt>
                <c:pt idx="112">
                  <c:v>20.620031183682116</c:v>
                </c:pt>
                <c:pt idx="113">
                  <c:v>20.565484763025708</c:v>
                </c:pt>
                <c:pt idx="114">
                  <c:v>20.510150449693803</c:v>
                </c:pt>
                <c:pt idx="115">
                  <c:v>20.460965443599211</c:v>
                </c:pt>
                <c:pt idx="116">
                  <c:v>20.441576219164549</c:v>
                </c:pt>
                <c:pt idx="117">
                  <c:v>20.442844093828299</c:v>
                </c:pt>
                <c:pt idx="118">
                  <c:v>20.452395626335292</c:v>
                </c:pt>
                <c:pt idx="119">
                  <c:v>20.468497289210536</c:v>
                </c:pt>
                <c:pt idx="120">
                  <c:v>20.474161918851902</c:v>
                </c:pt>
                <c:pt idx="121">
                  <c:v>20.476585094771906</c:v>
                </c:pt>
                <c:pt idx="122">
                  <c:v>20.429673762507431</c:v>
                </c:pt>
                <c:pt idx="123">
                  <c:v>20.413803638532485</c:v>
                </c:pt>
                <c:pt idx="124">
                  <c:v>20.404149711483687</c:v>
                </c:pt>
                <c:pt idx="125">
                  <c:v>20.381570594129485</c:v>
                </c:pt>
                <c:pt idx="126">
                  <c:v>20.382080446241471</c:v>
                </c:pt>
                <c:pt idx="127">
                  <c:v>20.383261618781365</c:v>
                </c:pt>
                <c:pt idx="128">
                  <c:v>20.342437732909715</c:v>
                </c:pt>
                <c:pt idx="129">
                  <c:v>20.312946347804814</c:v>
                </c:pt>
                <c:pt idx="130">
                  <c:v>20.321345881128057</c:v>
                </c:pt>
                <c:pt idx="131">
                  <c:v>20.298830442272926</c:v>
                </c:pt>
                <c:pt idx="132">
                  <c:v>20.308050979879411</c:v>
                </c:pt>
                <c:pt idx="133">
                  <c:v>20.270857525810996</c:v>
                </c:pt>
                <c:pt idx="134">
                  <c:v>20.272625982548334</c:v>
                </c:pt>
                <c:pt idx="135">
                  <c:v>20.271656536473724</c:v>
                </c:pt>
                <c:pt idx="136">
                  <c:v>20.231024973604626</c:v>
                </c:pt>
                <c:pt idx="137">
                  <c:v>20.245903173176558</c:v>
                </c:pt>
                <c:pt idx="138">
                  <c:v>20.296068122301012</c:v>
                </c:pt>
                <c:pt idx="139">
                  <c:v>20.305581272001952</c:v>
                </c:pt>
                <c:pt idx="140">
                  <c:v>20.314090985487482</c:v>
                </c:pt>
                <c:pt idx="141">
                  <c:v>20.321748128088423</c:v>
                </c:pt>
                <c:pt idx="142">
                  <c:v>20.379951397128082</c:v>
                </c:pt>
                <c:pt idx="143">
                  <c:v>20.427606301590338</c:v>
                </c:pt>
                <c:pt idx="144">
                  <c:v>20.460720363172236</c:v>
                </c:pt>
                <c:pt idx="145">
                  <c:v>20.472213302250633</c:v>
                </c:pt>
                <c:pt idx="146">
                  <c:v>20.490160096592589</c:v>
                </c:pt>
                <c:pt idx="147">
                  <c:v>20.506110833548526</c:v>
                </c:pt>
                <c:pt idx="148">
                  <c:v>20.576376391672088</c:v>
                </c:pt>
                <c:pt idx="149">
                  <c:v>20.596774656757137</c:v>
                </c:pt>
                <c:pt idx="150">
                  <c:v>20.619804946274371</c:v>
                </c:pt>
                <c:pt idx="151">
                  <c:v>20.658793152483163</c:v>
                </c:pt>
                <c:pt idx="152">
                  <c:v>20.658783700679304</c:v>
                </c:pt>
                <c:pt idx="153">
                  <c:v>20.647401729413517</c:v>
                </c:pt>
                <c:pt idx="154">
                  <c:v>20.640142441107688</c:v>
                </c:pt>
                <c:pt idx="155">
                  <c:v>20.618035762475202</c:v>
                </c:pt>
                <c:pt idx="156">
                  <c:v>20.617155472358139</c:v>
                </c:pt>
                <c:pt idx="157">
                  <c:v>20.661934786673392</c:v>
                </c:pt>
                <c:pt idx="158">
                  <c:v>20.656983434986678</c:v>
                </c:pt>
                <c:pt idx="159">
                  <c:v>20.62993176645853</c:v>
                </c:pt>
                <c:pt idx="160">
                  <c:v>20.638521396157454</c:v>
                </c:pt>
                <c:pt idx="161">
                  <c:v>20.651946774711288</c:v>
                </c:pt>
                <c:pt idx="162">
                  <c:v>20.63608246723102</c:v>
                </c:pt>
                <c:pt idx="163">
                  <c:v>20.608256053728901</c:v>
                </c:pt>
                <c:pt idx="164">
                  <c:v>20.587439122203705</c:v>
                </c:pt>
                <c:pt idx="165">
                  <c:v>20.576718110734667</c:v>
                </c:pt>
                <c:pt idx="166">
                  <c:v>20.594136937007242</c:v>
                </c:pt>
                <c:pt idx="167">
                  <c:v>20.572322537232534</c:v>
                </c:pt>
                <c:pt idx="168">
                  <c:v>20.528850964804995</c:v>
                </c:pt>
                <c:pt idx="169">
                  <c:v>20.513860888593161</c:v>
                </c:pt>
                <c:pt idx="170">
                  <c:v>20.495169916168557</c:v>
                </c:pt>
                <c:pt idx="171">
                  <c:v>20.460150316399133</c:v>
                </c:pt>
                <c:pt idx="172">
                  <c:v>20.426860427030075</c:v>
                </c:pt>
                <c:pt idx="173">
                  <c:v>20.440519010667575</c:v>
                </c:pt>
                <c:pt idx="174">
                  <c:v>20.447604955314173</c:v>
                </c:pt>
                <c:pt idx="175">
                  <c:v>20.447026335270266</c:v>
                </c:pt>
                <c:pt idx="176">
                  <c:v>20.454769028813825</c:v>
                </c:pt>
                <c:pt idx="177">
                  <c:v>20.45519832853331</c:v>
                </c:pt>
                <c:pt idx="178">
                  <c:v>20.466089411883317</c:v>
                </c:pt>
                <c:pt idx="179">
                  <c:v>20.462073970544061</c:v>
                </c:pt>
                <c:pt idx="180">
                  <c:v>20.460444564382719</c:v>
                </c:pt>
                <c:pt idx="181">
                  <c:v>20.453905885238381</c:v>
                </c:pt>
                <c:pt idx="182">
                  <c:v>20.473476541895181</c:v>
                </c:pt>
                <c:pt idx="183">
                  <c:v>20.491708798890215</c:v>
                </c:pt>
                <c:pt idx="184">
                  <c:v>20.496733614116536</c:v>
                </c:pt>
                <c:pt idx="185">
                  <c:v>20.505221121921849</c:v>
                </c:pt>
                <c:pt idx="186">
                  <c:v>20.520436314654429</c:v>
                </c:pt>
                <c:pt idx="187">
                  <c:v>20.534669701261198</c:v>
                </c:pt>
                <c:pt idx="188">
                  <c:v>20.550238458105426</c:v>
                </c:pt>
                <c:pt idx="189">
                  <c:v>20.540424456275897</c:v>
                </c:pt>
                <c:pt idx="190">
                  <c:v>20.519919918985924</c:v>
                </c:pt>
                <c:pt idx="191">
                  <c:v>20.514853933883177</c:v>
                </c:pt>
                <c:pt idx="192">
                  <c:v>20.517155448122743</c:v>
                </c:pt>
                <c:pt idx="193">
                  <c:v>20.54074236406337</c:v>
                </c:pt>
                <c:pt idx="194">
                  <c:v>20.573119033473077</c:v>
                </c:pt>
                <c:pt idx="195">
                  <c:v>20.578731950841409</c:v>
                </c:pt>
                <c:pt idx="196">
                  <c:v>20.591982107492942</c:v>
                </c:pt>
                <c:pt idx="197">
                  <c:v>20.597718201253866</c:v>
                </c:pt>
                <c:pt idx="198">
                  <c:v>20.593687249262125</c:v>
                </c:pt>
                <c:pt idx="199">
                  <c:v>20.594659330935887</c:v>
                </c:pt>
                <c:pt idx="200">
                  <c:v>20.626598733240165</c:v>
                </c:pt>
                <c:pt idx="201">
                  <c:v>20.688713746424828</c:v>
                </c:pt>
                <c:pt idx="202">
                  <c:v>20.788571872425369</c:v>
                </c:pt>
                <c:pt idx="203">
                  <c:v>20.887248280589642</c:v>
                </c:pt>
                <c:pt idx="204">
                  <c:v>20.978910904994468</c:v>
                </c:pt>
                <c:pt idx="205">
                  <c:v>21.061220666538784</c:v>
                </c:pt>
                <c:pt idx="206">
                  <c:v>21.098876895465352</c:v>
                </c:pt>
                <c:pt idx="207">
                  <c:v>21.110672989034818</c:v>
                </c:pt>
                <c:pt idx="208">
                  <c:v>21.112501791904482</c:v>
                </c:pt>
                <c:pt idx="209">
                  <c:v>21.09226111747223</c:v>
                </c:pt>
                <c:pt idx="210">
                  <c:v>21.060223985939594</c:v>
                </c:pt>
                <c:pt idx="211">
                  <c:v>21.015852977433337</c:v>
                </c:pt>
                <c:pt idx="212">
                  <c:v>20.963982931981064</c:v>
                </c:pt>
                <c:pt idx="213">
                  <c:v>20.879216670849292</c:v>
                </c:pt>
                <c:pt idx="214">
                  <c:v>20.825703223295353</c:v>
                </c:pt>
                <c:pt idx="215">
                  <c:v>20.807256876884075</c:v>
                </c:pt>
                <c:pt idx="216">
                  <c:v>20.781092344971938</c:v>
                </c:pt>
                <c:pt idx="217">
                  <c:v>20.788796534532469</c:v>
                </c:pt>
                <c:pt idx="218">
                  <c:v>20.807025307689539</c:v>
                </c:pt>
                <c:pt idx="219">
                  <c:v>20.807125036337943</c:v>
                </c:pt>
                <c:pt idx="220">
                  <c:v>20.884225339244022</c:v>
                </c:pt>
                <c:pt idx="221">
                  <c:v>20.918698249101809</c:v>
                </c:pt>
                <c:pt idx="222">
                  <c:v>20.926990934629508</c:v>
                </c:pt>
                <c:pt idx="223">
                  <c:v>20.939957718930739</c:v>
                </c:pt>
                <c:pt idx="224">
                  <c:v>20.933085772817655</c:v>
                </c:pt>
                <c:pt idx="225">
                  <c:v>20.882780788554303</c:v>
                </c:pt>
                <c:pt idx="226">
                  <c:v>20.850496880117078</c:v>
                </c:pt>
                <c:pt idx="227">
                  <c:v>20.86645279738859</c:v>
                </c:pt>
                <c:pt idx="228">
                  <c:v>20.848672681972367</c:v>
                </c:pt>
                <c:pt idx="229">
                  <c:v>20.804548813901615</c:v>
                </c:pt>
                <c:pt idx="230">
                  <c:v>20.790702224191214</c:v>
                </c:pt>
                <c:pt idx="231">
                  <c:v>20.784777154941604</c:v>
                </c:pt>
                <c:pt idx="232">
                  <c:v>20.786187351959608</c:v>
                </c:pt>
                <c:pt idx="233">
                  <c:v>20.810897154316329</c:v>
                </c:pt>
                <c:pt idx="234">
                  <c:v>20.808349832587954</c:v>
                </c:pt>
                <c:pt idx="235">
                  <c:v>20.797545148419374</c:v>
                </c:pt>
                <c:pt idx="236">
                  <c:v>20.791719565464224</c:v>
                </c:pt>
                <c:pt idx="237">
                  <c:v>20.770592602654769</c:v>
                </c:pt>
                <c:pt idx="238">
                  <c:v>20.742000350686158</c:v>
                </c:pt>
                <c:pt idx="239">
                  <c:v>20.723640464044792</c:v>
                </c:pt>
                <c:pt idx="240">
                  <c:v>20.675726604392207</c:v>
                </c:pt>
                <c:pt idx="241">
                  <c:v>20.618692178135483</c:v>
                </c:pt>
                <c:pt idx="242">
                  <c:v>20.586606333459883</c:v>
                </c:pt>
                <c:pt idx="243">
                  <c:v>20.590038731795737</c:v>
                </c:pt>
                <c:pt idx="244">
                  <c:v>20.588484273591916</c:v>
                </c:pt>
                <c:pt idx="245">
                  <c:v>20.595674975731281</c:v>
                </c:pt>
                <c:pt idx="246">
                  <c:v>20.583342189350411</c:v>
                </c:pt>
                <c:pt idx="247">
                  <c:v>20.535805614201845</c:v>
                </c:pt>
                <c:pt idx="248">
                  <c:v>20.520934715542509</c:v>
                </c:pt>
                <c:pt idx="249">
                  <c:v>20.527143096553935</c:v>
                </c:pt>
                <c:pt idx="250">
                  <c:v>20.503012489831736</c:v>
                </c:pt>
                <c:pt idx="251">
                  <c:v>20.535530057766273</c:v>
                </c:pt>
                <c:pt idx="252">
                  <c:v>20.580132817232528</c:v>
                </c:pt>
                <c:pt idx="253">
                  <c:v>20.643847669397228</c:v>
                </c:pt>
                <c:pt idx="254">
                  <c:v>20.72208424877487</c:v>
                </c:pt>
                <c:pt idx="255">
                  <c:v>20.766286275992915</c:v>
                </c:pt>
                <c:pt idx="256">
                  <c:v>20.811834700552918</c:v>
                </c:pt>
                <c:pt idx="257">
                  <c:v>20.875231160222253</c:v>
                </c:pt>
                <c:pt idx="258">
                  <c:v>20.937949271199276</c:v>
                </c:pt>
                <c:pt idx="259">
                  <c:v>21</c:v>
                </c:pt>
                <c:pt idx="260">
                  <c:v>20.897797644877066</c:v>
                </c:pt>
                <c:pt idx="261">
                  <c:v>20.605157013244522</c:v>
                </c:pt>
                <c:pt idx="262">
                  <c:v>20.509330566297557</c:v>
                </c:pt>
                <c:pt idx="263">
                  <c:v>20.527574304810738</c:v>
                </c:pt>
                <c:pt idx="264">
                  <c:v>20.500667382176296</c:v>
                </c:pt>
                <c:pt idx="265">
                  <c:v>20.434594486714339</c:v>
                </c:pt>
                <c:pt idx="266">
                  <c:v>20.444931033943728</c:v>
                </c:pt>
                <c:pt idx="267">
                  <c:v>20.412645641088591</c:v>
                </c:pt>
                <c:pt idx="268">
                  <c:v>20.334705309114582</c:v>
                </c:pt>
                <c:pt idx="269">
                  <c:v>20.278008936317018</c:v>
                </c:pt>
                <c:pt idx="270">
                  <c:v>20.315714726625355</c:v>
                </c:pt>
                <c:pt idx="271">
                  <c:v>20.384493322118807</c:v>
                </c:pt>
                <c:pt idx="272">
                  <c:v>20.37054436816085</c:v>
                </c:pt>
                <c:pt idx="273">
                  <c:v>20.393081770342253</c:v>
                </c:pt>
                <c:pt idx="274">
                  <c:v>20.406789188299687</c:v>
                </c:pt>
                <c:pt idx="275">
                  <c:v>20.389883425328872</c:v>
                </c:pt>
                <c:pt idx="276">
                  <c:v>20.38868486389342</c:v>
                </c:pt>
                <c:pt idx="277">
                  <c:v>20.454360995653019</c:v>
                </c:pt>
                <c:pt idx="278">
                  <c:v>20.905950492178452</c:v>
                </c:pt>
                <c:pt idx="279">
                  <c:v>21.067326168300514</c:v>
                </c:pt>
                <c:pt idx="280">
                  <c:v>20.914680202457639</c:v>
                </c:pt>
                <c:pt idx="281">
                  <c:v>20.658901242342676</c:v>
                </c:pt>
                <c:pt idx="282">
                  <c:v>20.574460401970676</c:v>
                </c:pt>
                <c:pt idx="283">
                  <c:v>20.599242789333957</c:v>
                </c:pt>
                <c:pt idx="284">
                  <c:v>20.553103990563706</c:v>
                </c:pt>
                <c:pt idx="285">
                  <c:v>20.475899172518808</c:v>
                </c:pt>
                <c:pt idx="286">
                  <c:v>20.589899802396712</c:v>
                </c:pt>
                <c:pt idx="287">
                  <c:v>20.803523353771446</c:v>
                </c:pt>
                <c:pt idx="288">
                  <c:v>20.788652455112111</c:v>
                </c:pt>
                <c:pt idx="289">
                  <c:v>20.763269878203815</c:v>
                </c:pt>
                <c:pt idx="290">
                  <c:v>20.800064720621037</c:v>
                </c:pt>
                <c:pt idx="291">
                  <c:v>20.857287940600987</c:v>
                </c:pt>
                <c:pt idx="292">
                  <c:v>20.86375951799678</c:v>
                </c:pt>
                <c:pt idx="293">
                  <c:v>20.863454697322343</c:v>
                </c:pt>
                <c:pt idx="294">
                  <c:v>20.908628079152315</c:v>
                </c:pt>
                <c:pt idx="295">
                  <c:v>20.989877663363828</c:v>
                </c:pt>
                <c:pt idx="296">
                  <c:v>21.026428213004397</c:v>
                </c:pt>
                <c:pt idx="297">
                  <c:v>21.030463163836238</c:v>
                </c:pt>
                <c:pt idx="298">
                  <c:v>21.013804662477902</c:v>
                </c:pt>
                <c:pt idx="299">
                  <c:v>21.045208220209581</c:v>
                </c:pt>
                <c:pt idx="300">
                  <c:v>21.169257450535863</c:v>
                </c:pt>
                <c:pt idx="301">
                  <c:v>21.162367085522952</c:v>
                </c:pt>
                <c:pt idx="302">
                  <c:v>21.057408317805514</c:v>
                </c:pt>
                <c:pt idx="303">
                  <c:v>21.215614064914263</c:v>
                </c:pt>
                <c:pt idx="304">
                  <c:v>21.275112200788303</c:v>
                </c:pt>
                <c:pt idx="305">
                  <c:v>21.371007294490216</c:v>
                </c:pt>
                <c:pt idx="306">
                  <c:v>21.377822408603176</c:v>
                </c:pt>
                <c:pt idx="307">
                  <c:v>21.315576100168766</c:v>
                </c:pt>
                <c:pt idx="308">
                  <c:v>21.315332897984863</c:v>
                </c:pt>
                <c:pt idx="309">
                  <c:v>21.295676538914229</c:v>
                </c:pt>
                <c:pt idx="310">
                  <c:v>21.215495796189057</c:v>
                </c:pt>
                <c:pt idx="311">
                  <c:v>21.089000245141015</c:v>
                </c:pt>
                <c:pt idx="312">
                  <c:v>21.193869220721798</c:v>
                </c:pt>
                <c:pt idx="313">
                  <c:v>21.388071920472036</c:v>
                </c:pt>
                <c:pt idx="314">
                  <c:v>21.295513919417072</c:v>
                </c:pt>
                <c:pt idx="315">
                  <c:v>21.292767564511287</c:v>
                </c:pt>
                <c:pt idx="316">
                  <c:v>21.276372804833702</c:v>
                </c:pt>
                <c:pt idx="317">
                  <c:v>21.35418514363046</c:v>
                </c:pt>
                <c:pt idx="318">
                  <c:v>21.413412206616918</c:v>
                </c:pt>
                <c:pt idx="319">
                  <c:v>21.39638151018741</c:v>
                </c:pt>
                <c:pt idx="320">
                  <c:v>21.366336406906459</c:v>
                </c:pt>
                <c:pt idx="321">
                  <c:v>21.530329323870056</c:v>
                </c:pt>
                <c:pt idx="322">
                  <c:v>21.622591168404124</c:v>
                </c:pt>
                <c:pt idx="323">
                  <c:v>21.600429717780045</c:v>
                </c:pt>
                <c:pt idx="324">
                  <c:v>21.645058227352962</c:v>
                </c:pt>
                <c:pt idx="325">
                  <c:v>21.708458867627851</c:v>
                </c:pt>
                <c:pt idx="326">
                  <c:v>21.705718692747666</c:v>
                </c:pt>
                <c:pt idx="327">
                  <c:v>21.759545382775638</c:v>
                </c:pt>
                <c:pt idx="328">
                  <c:v>21.839632092170113</c:v>
                </c:pt>
                <c:pt idx="329">
                  <c:v>21.858869178915739</c:v>
                </c:pt>
                <c:pt idx="330">
                  <c:v>21.864594063806706</c:v>
                </c:pt>
                <c:pt idx="331">
                  <c:v>21.952555943469974</c:v>
                </c:pt>
                <c:pt idx="332">
                  <c:v>22.019552752759108</c:v>
                </c:pt>
                <c:pt idx="333">
                  <c:v>21.990859742137825</c:v>
                </c:pt>
                <c:pt idx="334">
                  <c:v>21.985107955958956</c:v>
                </c:pt>
                <c:pt idx="335">
                  <c:v>22.001720349479235</c:v>
                </c:pt>
                <c:pt idx="336">
                  <c:v>21.926211706107548</c:v>
                </c:pt>
                <c:pt idx="337">
                  <c:v>21.870956824281151</c:v>
                </c:pt>
                <c:pt idx="338">
                  <c:v>21.868728743286947</c:v>
                </c:pt>
                <c:pt idx="339">
                  <c:v>21.825985989760788</c:v>
                </c:pt>
                <c:pt idx="340">
                  <c:v>21.738282580579959</c:v>
                </c:pt>
                <c:pt idx="341">
                  <c:v>21.639871974104967</c:v>
                </c:pt>
                <c:pt idx="342">
                  <c:v>21.608746093405877</c:v>
                </c:pt>
                <c:pt idx="343">
                  <c:v>21.603907133361197</c:v>
                </c:pt>
                <c:pt idx="344">
                  <c:v>21.567436499934018</c:v>
                </c:pt>
                <c:pt idx="345">
                  <c:v>21.533040900984719</c:v>
                </c:pt>
                <c:pt idx="346">
                  <c:v>21.529878787886133</c:v>
                </c:pt>
                <c:pt idx="347">
                  <c:v>21.552802078136612</c:v>
                </c:pt>
                <c:pt idx="348">
                  <c:v>21.532154127899627</c:v>
                </c:pt>
                <c:pt idx="349">
                  <c:v>21.481875984335694</c:v>
                </c:pt>
                <c:pt idx="350">
                  <c:v>21.369599702777123</c:v>
                </c:pt>
                <c:pt idx="351">
                  <c:v>21.294478704540612</c:v>
                </c:pt>
                <c:pt idx="352">
                  <c:v>21.30507841786013</c:v>
                </c:pt>
                <c:pt idx="353">
                  <c:v>21.297398463694108</c:v>
                </c:pt>
                <c:pt idx="354">
                  <c:v>21.257381949696288</c:v>
                </c:pt>
                <c:pt idx="355">
                  <c:v>21.179943199505889</c:v>
                </c:pt>
                <c:pt idx="356">
                  <c:v>21.072474977863997</c:v>
                </c:pt>
                <c:pt idx="357">
                  <c:v>21.094484836095422</c:v>
                </c:pt>
                <c:pt idx="358">
                  <c:v>21.06807976789278</c:v>
                </c:pt>
                <c:pt idx="359">
                  <c:v>21.038270353823432</c:v>
                </c:pt>
                <c:pt idx="360">
                  <c:v>21.141175777741076</c:v>
                </c:pt>
                <c:pt idx="361">
                  <c:v>21.20340645434603</c:v>
                </c:pt>
                <c:pt idx="362">
                  <c:v>21.256657432577434</c:v>
                </c:pt>
                <c:pt idx="363">
                  <c:v>21.242838774159203</c:v>
                </c:pt>
                <c:pt idx="364">
                  <c:v>21.220182679133192</c:v>
                </c:pt>
                <c:pt idx="365">
                  <c:v>21.225590080356085</c:v>
                </c:pt>
                <c:pt idx="366">
                  <c:v>21.182646294232473</c:v>
                </c:pt>
                <c:pt idx="367">
                  <c:v>21.096772414983146</c:v>
                </c:pt>
                <c:pt idx="368">
                  <c:v>21.032686640105482</c:v>
                </c:pt>
                <c:pt idx="369">
                  <c:v>21.016608273503216</c:v>
                </c:pt>
                <c:pt idx="370">
                  <c:v>20.976994854704568</c:v>
                </c:pt>
                <c:pt idx="371">
                  <c:v>20.934188543856312</c:v>
                </c:pt>
                <c:pt idx="372">
                  <c:v>20.885619843844083</c:v>
                </c:pt>
                <c:pt idx="373">
                  <c:v>20.845626959355908</c:v>
                </c:pt>
                <c:pt idx="374">
                  <c:v>20.744146213104489</c:v>
                </c:pt>
                <c:pt idx="375">
                  <c:v>20.706412188561547</c:v>
                </c:pt>
                <c:pt idx="376">
                  <c:v>20.691441561253811</c:v>
                </c:pt>
                <c:pt idx="377">
                  <c:v>20.648782843958109</c:v>
                </c:pt>
                <c:pt idx="378">
                  <c:v>20.631193824627594</c:v>
                </c:pt>
                <c:pt idx="379">
                  <c:v>20.603003092557518</c:v>
                </c:pt>
                <c:pt idx="380">
                  <c:v>20.513151458007393</c:v>
                </c:pt>
                <c:pt idx="381">
                  <c:v>20.442493650023696</c:v>
                </c:pt>
                <c:pt idx="382">
                  <c:v>20.385264583254823</c:v>
                </c:pt>
                <c:pt idx="383">
                  <c:v>20.344411887557946</c:v>
                </c:pt>
                <c:pt idx="384">
                  <c:v>20.327914763632805</c:v>
                </c:pt>
                <c:pt idx="385">
                  <c:v>20.323255963452056</c:v>
                </c:pt>
                <c:pt idx="386">
                  <c:v>20.302779933044874</c:v>
                </c:pt>
                <c:pt idx="387">
                  <c:v>20.292714095172151</c:v>
                </c:pt>
                <c:pt idx="388">
                  <c:v>20.295063534904358</c:v>
                </c:pt>
                <c:pt idx="389">
                  <c:v>20.283249658614174</c:v>
                </c:pt>
                <c:pt idx="390">
                  <c:v>20.258799235567185</c:v>
                </c:pt>
                <c:pt idx="391">
                  <c:v>20.242338040614403</c:v>
                </c:pt>
                <c:pt idx="392">
                  <c:v>20.304619823607528</c:v>
                </c:pt>
                <c:pt idx="393">
                  <c:v>20.32915355582314</c:v>
                </c:pt>
                <c:pt idx="394">
                  <c:v>20.311268713208399</c:v>
                </c:pt>
                <c:pt idx="395">
                  <c:v>20.307747249797725</c:v>
                </c:pt>
                <c:pt idx="396">
                  <c:v>20.327690495350865</c:v>
                </c:pt>
                <c:pt idx="397">
                  <c:v>20.326146791603357</c:v>
                </c:pt>
                <c:pt idx="398">
                  <c:v>20.316279986908039</c:v>
                </c:pt>
                <c:pt idx="399">
                  <c:v>20.302884720831884</c:v>
                </c:pt>
                <c:pt idx="400">
                  <c:v>20.351443605509335</c:v>
                </c:pt>
                <c:pt idx="401">
                  <c:v>20.35365129847791</c:v>
                </c:pt>
                <c:pt idx="402">
                  <c:v>20.347095169849521</c:v>
                </c:pt>
                <c:pt idx="403">
                  <c:v>20.326090323134149</c:v>
                </c:pt>
                <c:pt idx="404">
                  <c:v>20.305600327080885</c:v>
                </c:pt>
                <c:pt idx="405">
                  <c:v>20.259760744550096</c:v>
                </c:pt>
                <c:pt idx="406">
                  <c:v>20.215513533468414</c:v>
                </c:pt>
                <c:pt idx="407">
                  <c:v>20.195982198739202</c:v>
                </c:pt>
                <c:pt idx="408">
                  <c:v>20.160450838320472</c:v>
                </c:pt>
                <c:pt idx="409">
                  <c:v>20.189620786358574</c:v>
                </c:pt>
                <c:pt idx="410">
                  <c:v>20.176683145119242</c:v>
                </c:pt>
                <c:pt idx="411">
                  <c:v>20.149118928291468</c:v>
                </c:pt>
                <c:pt idx="412">
                  <c:v>20.147047513975643</c:v>
                </c:pt>
                <c:pt idx="413">
                  <c:v>20.117791802935223</c:v>
                </c:pt>
                <c:pt idx="414">
                  <c:v>20.100102850470162</c:v>
                </c:pt>
                <c:pt idx="415">
                  <c:v>20.1036883028959</c:v>
                </c:pt>
                <c:pt idx="416">
                  <c:v>20.077635019018121</c:v>
                </c:pt>
                <c:pt idx="417">
                  <c:v>20.059563541144975</c:v>
                </c:pt>
                <c:pt idx="418">
                  <c:v>20.057008884422977</c:v>
                </c:pt>
                <c:pt idx="419">
                  <c:v>20.066661626209513</c:v>
                </c:pt>
                <c:pt idx="420">
                  <c:v>20.087386220881626</c:v>
                </c:pt>
                <c:pt idx="421">
                  <c:v>20.118654340625802</c:v>
                </c:pt>
                <c:pt idx="422">
                  <c:v>20.090452452700688</c:v>
                </c:pt>
                <c:pt idx="423">
                  <c:v>20.082839736607308</c:v>
                </c:pt>
                <c:pt idx="424">
                  <c:v>20.07693891789933</c:v>
                </c:pt>
                <c:pt idx="425">
                  <c:v>20.105335764426147</c:v>
                </c:pt>
                <c:pt idx="426">
                  <c:v>20.078602109715327</c:v>
                </c:pt>
                <c:pt idx="427">
                  <c:v>20.033846068952364</c:v>
                </c:pt>
                <c:pt idx="428">
                  <c:v>19.99628660220511</c:v>
                </c:pt>
                <c:pt idx="429">
                  <c:v>20.021672884004676</c:v>
                </c:pt>
                <c:pt idx="430">
                  <c:v>20.034565027077601</c:v>
                </c:pt>
                <c:pt idx="431">
                  <c:v>20.057067068303702</c:v>
                </c:pt>
                <c:pt idx="432">
                  <c:v>20.077300646309499</c:v>
                </c:pt>
                <c:pt idx="433">
                  <c:v>20.081703323811652</c:v>
                </c:pt>
                <c:pt idx="434">
                  <c:v>20.090314666909343</c:v>
                </c:pt>
                <c:pt idx="435">
                  <c:v>20.114695026945519</c:v>
                </c:pt>
                <c:pt idx="436">
                  <c:v>20.00619745236321</c:v>
                </c:pt>
                <c:pt idx="437">
                  <c:v>20.101303002353379</c:v>
                </c:pt>
                <c:pt idx="438">
                  <c:v>20.285940999174422</c:v>
                </c:pt>
                <c:pt idx="439">
                  <c:v>20.28833951558051</c:v>
                </c:pt>
                <c:pt idx="440">
                  <c:v>20.481034319378633</c:v>
                </c:pt>
                <c:pt idx="441">
                  <c:v>20.515883574618901</c:v>
                </c:pt>
                <c:pt idx="442">
                  <c:v>20.555514079370674</c:v>
                </c:pt>
                <c:pt idx="443">
                  <c:v>20.640176370660001</c:v>
                </c:pt>
                <c:pt idx="444">
                  <c:v>20.576320529087745</c:v>
                </c:pt>
                <c:pt idx="445">
                  <c:v>20.636678839701407</c:v>
                </c:pt>
                <c:pt idx="446">
                  <c:v>20.68762854604719</c:v>
                </c:pt>
                <c:pt idx="447">
                  <c:v>20.677046161034745</c:v>
                </c:pt>
                <c:pt idx="448">
                  <c:v>20.698581793184111</c:v>
                </c:pt>
                <c:pt idx="449">
                  <c:v>20.660823230304228</c:v>
                </c:pt>
                <c:pt idx="450">
                  <c:v>20.655967426660364</c:v>
                </c:pt>
                <c:pt idx="451">
                  <c:v>20.692793532736506</c:v>
                </c:pt>
                <c:pt idx="452">
                  <c:v>20.621134863548065</c:v>
                </c:pt>
                <c:pt idx="453">
                  <c:v>20.631847150275078</c:v>
                </c:pt>
                <c:pt idx="454">
                  <c:v>20.691662406286273</c:v>
                </c:pt>
                <c:pt idx="455">
                  <c:v>20.68867599979788</c:v>
                </c:pt>
                <c:pt idx="456">
                  <c:v>20.666649055613323</c:v>
                </c:pt>
                <c:pt idx="457">
                  <c:v>20.718256510566086</c:v>
                </c:pt>
                <c:pt idx="458">
                  <c:v>20.764327813762627</c:v>
                </c:pt>
                <c:pt idx="459">
                  <c:v>20.73882981578798</c:v>
                </c:pt>
                <c:pt idx="460">
                  <c:v>20.753657272502654</c:v>
                </c:pt>
                <c:pt idx="461">
                  <c:v>20.771863385565858</c:v>
                </c:pt>
                <c:pt idx="462">
                  <c:v>20.792370467572255</c:v>
                </c:pt>
                <c:pt idx="463">
                  <c:v>20.81016833541495</c:v>
                </c:pt>
                <c:pt idx="464">
                  <c:v>20.803004958682894</c:v>
                </c:pt>
                <c:pt idx="465">
                  <c:v>20.801830390288004</c:v>
                </c:pt>
                <c:pt idx="466">
                  <c:v>20.784224769712253</c:v>
                </c:pt>
                <c:pt idx="467">
                  <c:v>20.782014380556042</c:v>
                </c:pt>
                <c:pt idx="468">
                  <c:v>20.819547130147583</c:v>
                </c:pt>
                <c:pt idx="469">
                  <c:v>20.830237605019541</c:v>
                </c:pt>
                <c:pt idx="470">
                  <c:v>20.869014296822755</c:v>
                </c:pt>
                <c:pt idx="471">
                  <c:v>20.900517643791321</c:v>
                </c:pt>
                <c:pt idx="472">
                  <c:v>20.904473708414031</c:v>
                </c:pt>
                <c:pt idx="473">
                  <c:v>20.897732269900381</c:v>
                </c:pt>
                <c:pt idx="474">
                  <c:v>20.914146114951144</c:v>
                </c:pt>
                <c:pt idx="475">
                  <c:v>20.948563283401555</c:v>
                </c:pt>
                <c:pt idx="476">
                  <c:v>20.981585947251904</c:v>
                </c:pt>
                <c:pt idx="477">
                  <c:v>20.969319262909558</c:v>
                </c:pt>
                <c:pt idx="478">
                  <c:v>20.98217959324041</c:v>
                </c:pt>
                <c:pt idx="479">
                  <c:v>21.031984540726551</c:v>
                </c:pt>
                <c:pt idx="480">
                  <c:v>21.018608299435087</c:v>
                </c:pt>
                <c:pt idx="481">
                  <c:v>21.031664148811139</c:v>
                </c:pt>
                <c:pt idx="482">
                  <c:v>21.065145103971663</c:v>
                </c:pt>
                <c:pt idx="483">
                  <c:v>21.091497217837297</c:v>
                </c:pt>
                <c:pt idx="484">
                  <c:v>21.063515273690914</c:v>
                </c:pt>
                <c:pt idx="485">
                  <c:v>21.078987876607428</c:v>
                </c:pt>
                <c:pt idx="486">
                  <c:v>21.105720243812918</c:v>
                </c:pt>
                <c:pt idx="487">
                  <c:v>21.107309964515746</c:v>
                </c:pt>
                <c:pt idx="488">
                  <c:v>21.119828394018558</c:v>
                </c:pt>
                <c:pt idx="489">
                  <c:v>21.135399392636778</c:v>
                </c:pt>
                <c:pt idx="490">
                  <c:v>21.113636735429349</c:v>
                </c:pt>
                <c:pt idx="491">
                  <c:v>21.092991935793656</c:v>
                </c:pt>
                <c:pt idx="492">
                  <c:v>21.069130372244754</c:v>
                </c:pt>
                <c:pt idx="493">
                  <c:v>21.101876873774675</c:v>
                </c:pt>
                <c:pt idx="494">
                  <c:v>21.126949843518116</c:v>
                </c:pt>
                <c:pt idx="495">
                  <c:v>21.100408451221362</c:v>
                </c:pt>
                <c:pt idx="496">
                  <c:v>21.077455351435638</c:v>
                </c:pt>
                <c:pt idx="497">
                  <c:v>21.110222937758781</c:v>
                </c:pt>
                <c:pt idx="498">
                  <c:v>21.124666021116543</c:v>
                </c:pt>
                <c:pt idx="499">
                  <c:v>21.095568885291819</c:v>
                </c:pt>
                <c:pt idx="500">
                  <c:v>21.099146393052294</c:v>
                </c:pt>
                <c:pt idx="501">
                  <c:v>21.117556204606348</c:v>
                </c:pt>
                <c:pt idx="502">
                  <c:v>21.116465127145545</c:v>
                </c:pt>
                <c:pt idx="503">
                  <c:v>21.102343768649892</c:v>
                </c:pt>
                <c:pt idx="504">
                  <c:v>21.11217182700824</c:v>
                </c:pt>
                <c:pt idx="505">
                  <c:v>21.179217228263369</c:v>
                </c:pt>
                <c:pt idx="506">
                  <c:v>21.203642385911579</c:v>
                </c:pt>
                <c:pt idx="507">
                  <c:v>21.222430148443003</c:v>
                </c:pt>
                <c:pt idx="508">
                  <c:v>21.257386069713355</c:v>
                </c:pt>
                <c:pt idx="509">
                  <c:v>21.328907021272496</c:v>
                </c:pt>
                <c:pt idx="510">
                  <c:v>21.409263712961806</c:v>
                </c:pt>
                <c:pt idx="511">
                  <c:v>21.452594053627838</c:v>
                </c:pt>
                <c:pt idx="512">
                  <c:v>21.517840340371578</c:v>
                </c:pt>
                <c:pt idx="513">
                  <c:v>21.560987219101175</c:v>
                </c:pt>
                <c:pt idx="514">
                  <c:v>21.602383575285376</c:v>
                </c:pt>
                <c:pt idx="515">
                  <c:v>21.649003507225117</c:v>
                </c:pt>
                <c:pt idx="516">
                  <c:v>21.659925551291607</c:v>
                </c:pt>
                <c:pt idx="517">
                  <c:v>21.687663687369227</c:v>
                </c:pt>
                <c:pt idx="518">
                  <c:v>21.650560267791416</c:v>
                </c:pt>
                <c:pt idx="519">
                  <c:v>21.644458401338863</c:v>
                </c:pt>
                <c:pt idx="520">
                  <c:v>21.645346628547625</c:v>
                </c:pt>
                <c:pt idx="521">
                  <c:v>21.638726609360461</c:v>
                </c:pt>
                <c:pt idx="522">
                  <c:v>21.657799864839205</c:v>
                </c:pt>
                <c:pt idx="523">
                  <c:v>21.678900168714701</c:v>
                </c:pt>
                <c:pt idx="524">
                  <c:v>21.656884251634647</c:v>
                </c:pt>
                <c:pt idx="525">
                  <c:v>21.667439250651299</c:v>
                </c:pt>
                <c:pt idx="526">
                  <c:v>21.679339677594125</c:v>
                </c:pt>
                <c:pt idx="527">
                  <c:v>21.652996409647482</c:v>
                </c:pt>
                <c:pt idx="528">
                  <c:v>21.639314802385201</c:v>
                </c:pt>
                <c:pt idx="529">
                  <c:v>21.639827017448152</c:v>
                </c:pt>
                <c:pt idx="530">
                  <c:v>21.643623491998021</c:v>
                </c:pt>
                <c:pt idx="531">
                  <c:v>21.632945861885151</c:v>
                </c:pt>
                <c:pt idx="532">
                  <c:v>21.595567855287552</c:v>
                </c:pt>
                <c:pt idx="533">
                  <c:v>21.590924111345643</c:v>
                </c:pt>
                <c:pt idx="534">
                  <c:v>21.647148530129382</c:v>
                </c:pt>
                <c:pt idx="535">
                  <c:v>21.590337614798521</c:v>
                </c:pt>
                <c:pt idx="536">
                  <c:v>21.640713548179299</c:v>
                </c:pt>
                <c:pt idx="537">
                  <c:v>21.707687576197596</c:v>
                </c:pt>
                <c:pt idx="538">
                  <c:v>21.715194368469849</c:v>
                </c:pt>
                <c:pt idx="539">
                  <c:v>21.740866194811613</c:v>
                </c:pt>
                <c:pt idx="540">
                  <c:v>21.831406841627636</c:v>
                </c:pt>
                <c:pt idx="541">
                  <c:v>21.888454779116795</c:v>
                </c:pt>
                <c:pt idx="542">
                  <c:v>21.893806317755349</c:v>
                </c:pt>
                <c:pt idx="543">
                  <c:v>21.969386940248725</c:v>
                </c:pt>
                <c:pt idx="544">
                  <c:v>22.05459143790171</c:v>
                </c:pt>
                <c:pt idx="545">
                  <c:v>22.032897851568631</c:v>
                </c:pt>
                <c:pt idx="546">
                  <c:v>22.08300065205329</c:v>
                </c:pt>
                <c:pt idx="547">
                  <c:v>22.100092906384852</c:v>
                </c:pt>
                <c:pt idx="548">
                  <c:v>22.162811441481278</c:v>
                </c:pt>
                <c:pt idx="549">
                  <c:v>22.261932266192368</c:v>
                </c:pt>
                <c:pt idx="550">
                  <c:v>22.359986733545046</c:v>
                </c:pt>
                <c:pt idx="551">
                  <c:v>22.436729564382112</c:v>
                </c:pt>
                <c:pt idx="552">
                  <c:v>22.459092289957592</c:v>
                </c:pt>
                <c:pt idx="553">
                  <c:v>22.428046507237358</c:v>
                </c:pt>
                <c:pt idx="554">
                  <c:v>22.378815211539248</c:v>
                </c:pt>
                <c:pt idx="555">
                  <c:v>22.349720620430947</c:v>
                </c:pt>
                <c:pt idx="556">
                  <c:v>22.284377392109175</c:v>
                </c:pt>
                <c:pt idx="557">
                  <c:v>22.224656775313537</c:v>
                </c:pt>
                <c:pt idx="558">
                  <c:v>22.123113865275201</c:v>
                </c:pt>
                <c:pt idx="559">
                  <c:v>22.039951078432644</c:v>
                </c:pt>
                <c:pt idx="560">
                  <c:v>21.965216392384608</c:v>
                </c:pt>
                <c:pt idx="561">
                  <c:v>21.935108640608853</c:v>
                </c:pt>
                <c:pt idx="562">
                  <c:v>21.909141263631046</c:v>
                </c:pt>
                <c:pt idx="563">
                  <c:v>21.809440607106328</c:v>
                </c:pt>
                <c:pt idx="564">
                  <c:v>21.731147801613425</c:v>
                </c:pt>
                <c:pt idx="565">
                  <c:v>21.675553987794814</c:v>
                </c:pt>
                <c:pt idx="566">
                  <c:v>21.620105465166287</c:v>
                </c:pt>
                <c:pt idx="567">
                  <c:v>21.689266131654179</c:v>
                </c:pt>
                <c:pt idx="568">
                  <c:v>21.636435395163563</c:v>
                </c:pt>
                <c:pt idx="569">
                  <c:v>21.516643475413737</c:v>
                </c:pt>
                <c:pt idx="570">
                  <c:v>21.362360348083275</c:v>
                </c:pt>
                <c:pt idx="571">
                  <c:v>21.3602235133494</c:v>
                </c:pt>
                <c:pt idx="572">
                  <c:v>21.387224408726052</c:v>
                </c:pt>
                <c:pt idx="573">
                  <c:v>21.365115427731084</c:v>
                </c:pt>
                <c:pt idx="574">
                  <c:v>21.199226091147136</c:v>
                </c:pt>
                <c:pt idx="575">
                  <c:v>21.154363225309314</c:v>
                </c:pt>
                <c:pt idx="576">
                  <c:v>21.049537146376814</c:v>
                </c:pt>
                <c:pt idx="577">
                  <c:v>20.868616412233397</c:v>
                </c:pt>
                <c:pt idx="578">
                  <c:v>20.966677362554112</c:v>
                </c:pt>
                <c:pt idx="579">
                  <c:v>20.810011895943394</c:v>
                </c:pt>
                <c:pt idx="580">
                  <c:v>20.789627929741108</c:v>
                </c:pt>
                <c:pt idx="581">
                  <c:v>20.620639128553378</c:v>
                </c:pt>
                <c:pt idx="582">
                  <c:v>20.478903634376113</c:v>
                </c:pt>
                <c:pt idx="583">
                  <c:v>20.335924016221718</c:v>
                </c:pt>
                <c:pt idx="584">
                  <c:v>19.854559398710169</c:v>
                </c:pt>
                <c:pt idx="585">
                  <c:v>20.050125521167011</c:v>
                </c:pt>
                <c:pt idx="586">
                  <c:v>20.009873475108979</c:v>
                </c:pt>
                <c:pt idx="587">
                  <c:v>21.987156573856819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1B0C-4B9C-BBFB-FF685BE46DCA}"/>
            </c:ext>
          </c:extLst>
        </c:ser>
        <c:ser>
          <c:idx val="23"/>
          <c:order val="23"/>
          <c:tx>
            <c:strRef>
              <c:f>Sheet2!$V$1</c:f>
              <c:strCache>
                <c:ptCount val="1"/>
                <c:pt idx="0">
                  <c:v>S12_n3_z_o/O-PTIR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Sheet2!$V$2:$V$589</c:f>
              <c:numCache>
                <c:formatCode>General</c:formatCode>
                <c:ptCount val="588"/>
                <c:pt idx="0">
                  <c:v>20.674064582689439</c:v>
                </c:pt>
                <c:pt idx="1">
                  <c:v>20.803898217806235</c:v>
                </c:pt>
                <c:pt idx="2">
                  <c:v>20.796988139335678</c:v>
                </c:pt>
                <c:pt idx="3">
                  <c:v>20.854334721742962</c:v>
                </c:pt>
                <c:pt idx="4">
                  <c:v>20.843297383731944</c:v>
                </c:pt>
                <c:pt idx="5">
                  <c:v>20.861176832509578</c:v>
                </c:pt>
                <c:pt idx="6">
                  <c:v>20.879746886299202</c:v>
                </c:pt>
                <c:pt idx="7">
                  <c:v>20.951358908388961</c:v>
                </c:pt>
                <c:pt idx="8">
                  <c:v>20.980486867533944</c:v>
                </c:pt>
                <c:pt idx="9">
                  <c:v>20.965546084503142</c:v>
                </c:pt>
                <c:pt idx="10">
                  <c:v>20.997768859543282</c:v>
                </c:pt>
                <c:pt idx="11">
                  <c:v>21.002863478684045</c:v>
                </c:pt>
                <c:pt idx="12">
                  <c:v>21.007041715006874</c:v>
                </c:pt>
                <c:pt idx="13">
                  <c:v>20.97018130995707</c:v>
                </c:pt>
                <c:pt idx="14">
                  <c:v>20.973238016556692</c:v>
                </c:pt>
                <c:pt idx="15">
                  <c:v>20.967737989386752</c:v>
                </c:pt>
                <c:pt idx="16">
                  <c:v>20.971357909765118</c:v>
                </c:pt>
                <c:pt idx="17">
                  <c:v>20.971769548814439</c:v>
                </c:pt>
                <c:pt idx="18">
                  <c:v>20.983844556746863</c:v>
                </c:pt>
                <c:pt idx="19">
                  <c:v>21.016330140822568</c:v>
                </c:pt>
                <c:pt idx="20">
                  <c:v>21.011115227939079</c:v>
                </c:pt>
                <c:pt idx="21">
                  <c:v>21.004595147181469</c:v>
                </c:pt>
                <c:pt idx="22">
                  <c:v>20.995695130438101</c:v>
                </c:pt>
                <c:pt idx="23">
                  <c:v>20.997767945196067</c:v>
                </c:pt>
                <c:pt idx="24">
                  <c:v>21.008097902217102</c:v>
                </c:pt>
                <c:pt idx="25">
                  <c:v>21.008942700118606</c:v>
                </c:pt>
                <c:pt idx="26">
                  <c:v>21.02779478131027</c:v>
                </c:pt>
                <c:pt idx="27">
                  <c:v>21.013628841085936</c:v>
                </c:pt>
                <c:pt idx="28">
                  <c:v>21.016143389002998</c:v>
                </c:pt>
                <c:pt idx="29">
                  <c:v>21.014980971453479</c:v>
                </c:pt>
                <c:pt idx="30">
                  <c:v>21.024922015523551</c:v>
                </c:pt>
                <c:pt idx="31">
                  <c:v>21.032124216378655</c:v>
                </c:pt>
                <c:pt idx="32">
                  <c:v>21.033090822337222</c:v>
                </c:pt>
                <c:pt idx="33">
                  <c:v>21.039367836392564</c:v>
                </c:pt>
                <c:pt idx="34">
                  <c:v>21.042638961599192</c:v>
                </c:pt>
                <c:pt idx="35">
                  <c:v>21.043169777153356</c:v>
                </c:pt>
                <c:pt idx="36">
                  <c:v>21.035898663110405</c:v>
                </c:pt>
                <c:pt idx="37">
                  <c:v>21.034533877186387</c:v>
                </c:pt>
                <c:pt idx="38">
                  <c:v>21.035315280794041</c:v>
                </c:pt>
                <c:pt idx="39">
                  <c:v>21.035933584411001</c:v>
                </c:pt>
                <c:pt idx="40">
                  <c:v>21.03261065311478</c:v>
                </c:pt>
                <c:pt idx="41">
                  <c:v>21.029949249852535</c:v>
                </c:pt>
                <c:pt idx="42">
                  <c:v>21.027505492698999</c:v>
                </c:pt>
                <c:pt idx="43">
                  <c:v>21.031846434279686</c:v>
                </c:pt>
                <c:pt idx="44">
                  <c:v>21.066736078577179</c:v>
                </c:pt>
                <c:pt idx="45">
                  <c:v>21.097220740160584</c:v>
                </c:pt>
                <c:pt idx="46">
                  <c:v>21.115020125468554</c:v>
                </c:pt>
                <c:pt idx="47">
                  <c:v>21.133195229472854</c:v>
                </c:pt>
                <c:pt idx="48">
                  <c:v>21.113043748059749</c:v>
                </c:pt>
                <c:pt idx="49">
                  <c:v>21.057904112568917</c:v>
                </c:pt>
                <c:pt idx="50">
                  <c:v>21.024423922283344</c:v>
                </c:pt>
                <c:pt idx="51">
                  <c:v>21.041707742987114</c:v>
                </c:pt>
                <c:pt idx="52">
                  <c:v>21.068299678606184</c:v>
                </c:pt>
                <c:pt idx="53">
                  <c:v>21.074683703761604</c:v>
                </c:pt>
                <c:pt idx="54">
                  <c:v>21.073536057724038</c:v>
                </c:pt>
                <c:pt idx="55">
                  <c:v>21.07298575930896</c:v>
                </c:pt>
                <c:pt idx="56">
                  <c:v>21.077683169748013</c:v>
                </c:pt>
                <c:pt idx="57">
                  <c:v>21.080418419856308</c:v>
                </c:pt>
                <c:pt idx="58">
                  <c:v>21.07297915967062</c:v>
                </c:pt>
                <c:pt idx="59">
                  <c:v>21.066399684511573</c:v>
                </c:pt>
                <c:pt idx="60">
                  <c:v>21.055654717978598</c:v>
                </c:pt>
                <c:pt idx="61">
                  <c:v>21.056054906762537</c:v>
                </c:pt>
                <c:pt idx="62">
                  <c:v>21.056553961557192</c:v>
                </c:pt>
                <c:pt idx="63">
                  <c:v>21.060294702993133</c:v>
                </c:pt>
                <c:pt idx="64">
                  <c:v>21.063104220460147</c:v>
                </c:pt>
                <c:pt idx="65">
                  <c:v>21.046343972850288</c:v>
                </c:pt>
                <c:pt idx="66">
                  <c:v>21.037522838391315</c:v>
                </c:pt>
                <c:pt idx="67">
                  <c:v>21.048247261407219</c:v>
                </c:pt>
                <c:pt idx="68">
                  <c:v>21.055047503039692</c:v>
                </c:pt>
                <c:pt idx="69">
                  <c:v>21.079323522713814</c:v>
                </c:pt>
                <c:pt idx="70">
                  <c:v>21.125484559160444</c:v>
                </c:pt>
                <c:pt idx="71">
                  <c:v>21.170585866180247</c:v>
                </c:pt>
                <c:pt idx="72">
                  <c:v>21.201793306012547</c:v>
                </c:pt>
                <c:pt idx="73">
                  <c:v>21.239134424004995</c:v>
                </c:pt>
                <c:pt idx="74">
                  <c:v>21.277884993330936</c:v>
                </c:pt>
                <c:pt idx="75">
                  <c:v>21.28780467830363</c:v>
                </c:pt>
                <c:pt idx="76">
                  <c:v>21.31347240742636</c:v>
                </c:pt>
                <c:pt idx="77">
                  <c:v>21.340057250576955</c:v>
                </c:pt>
                <c:pt idx="78">
                  <c:v>21.369828304837466</c:v>
                </c:pt>
                <c:pt idx="79">
                  <c:v>21.394781837383881</c:v>
                </c:pt>
                <c:pt idx="80">
                  <c:v>21.405065916673482</c:v>
                </c:pt>
                <c:pt idx="81">
                  <c:v>21.412685756249129</c:v>
                </c:pt>
                <c:pt idx="82">
                  <c:v>21.416238632980058</c:v>
                </c:pt>
                <c:pt idx="83">
                  <c:v>21.415895623205564</c:v>
                </c:pt>
                <c:pt idx="84">
                  <c:v>21.409093281688165</c:v>
                </c:pt>
                <c:pt idx="85">
                  <c:v>21.40816864664388</c:v>
                </c:pt>
                <c:pt idx="86">
                  <c:v>21.403331840272294</c:v>
                </c:pt>
                <c:pt idx="87">
                  <c:v>21.404236333563205</c:v>
                </c:pt>
                <c:pt idx="88">
                  <c:v>21.396174061090022</c:v>
                </c:pt>
                <c:pt idx="89">
                  <c:v>21.380417853101651</c:v>
                </c:pt>
                <c:pt idx="90">
                  <c:v>21.376098518372622</c:v>
                </c:pt>
                <c:pt idx="91">
                  <c:v>21.377822138203971</c:v>
                </c:pt>
                <c:pt idx="92">
                  <c:v>21.372889679931255</c:v>
                </c:pt>
                <c:pt idx="93">
                  <c:v>21.381497365372951</c:v>
                </c:pt>
                <c:pt idx="94">
                  <c:v>21.376029607863202</c:v>
                </c:pt>
                <c:pt idx="95">
                  <c:v>21.36073833153943</c:v>
                </c:pt>
                <c:pt idx="96">
                  <c:v>21.361263602754569</c:v>
                </c:pt>
                <c:pt idx="97">
                  <c:v>21.355824279400917</c:v>
                </c:pt>
                <c:pt idx="98">
                  <c:v>21.341991715996819</c:v>
                </c:pt>
                <c:pt idx="99">
                  <c:v>21.334729006850424</c:v>
                </c:pt>
                <c:pt idx="100">
                  <c:v>21.317861938308639</c:v>
                </c:pt>
                <c:pt idx="101">
                  <c:v>21.299820584117704</c:v>
                </c:pt>
                <c:pt idx="102">
                  <c:v>21.289359257398409</c:v>
                </c:pt>
                <c:pt idx="103">
                  <c:v>21.274291725956274</c:v>
                </c:pt>
                <c:pt idx="104">
                  <c:v>21.263662194168901</c:v>
                </c:pt>
                <c:pt idx="105">
                  <c:v>21.245082219494371</c:v>
                </c:pt>
                <c:pt idx="106">
                  <c:v>21.21594344487065</c:v>
                </c:pt>
                <c:pt idx="107">
                  <c:v>21.18122021913199</c:v>
                </c:pt>
                <c:pt idx="108">
                  <c:v>21.123643806462262</c:v>
                </c:pt>
                <c:pt idx="109">
                  <c:v>21.067050472062704</c:v>
                </c:pt>
                <c:pt idx="110">
                  <c:v>21.052347977759389</c:v>
                </c:pt>
                <c:pt idx="111">
                  <c:v>21.061112865300696</c:v>
                </c:pt>
                <c:pt idx="112">
                  <c:v>21.08858692936484</c:v>
                </c:pt>
                <c:pt idx="113">
                  <c:v>21.097315813521991</c:v>
                </c:pt>
                <c:pt idx="114">
                  <c:v>21.091570292662247</c:v>
                </c:pt>
                <c:pt idx="115">
                  <c:v>21.092413792867006</c:v>
                </c:pt>
                <c:pt idx="116">
                  <c:v>21.077302678098956</c:v>
                </c:pt>
                <c:pt idx="117">
                  <c:v>21.065633215799775</c:v>
                </c:pt>
                <c:pt idx="118">
                  <c:v>21.058088982795173</c:v>
                </c:pt>
                <c:pt idx="119">
                  <c:v>21.035972930469125</c:v>
                </c:pt>
                <c:pt idx="120">
                  <c:v>21.029271137013119</c:v>
                </c:pt>
                <c:pt idx="121">
                  <c:v>21.032068435506876</c:v>
                </c:pt>
                <c:pt idx="122">
                  <c:v>21.067605880912012</c:v>
                </c:pt>
                <c:pt idx="123">
                  <c:v>21.095212671631309</c:v>
                </c:pt>
                <c:pt idx="124">
                  <c:v>21.094532855313815</c:v>
                </c:pt>
                <c:pt idx="125">
                  <c:v>21.065369246336729</c:v>
                </c:pt>
                <c:pt idx="126">
                  <c:v>21.069259342088053</c:v>
                </c:pt>
                <c:pt idx="127">
                  <c:v>21.065538774546582</c:v>
                </c:pt>
                <c:pt idx="128">
                  <c:v>21.050998640988759</c:v>
                </c:pt>
                <c:pt idx="129">
                  <c:v>21.050973908415532</c:v>
                </c:pt>
                <c:pt idx="130">
                  <c:v>21.042578006010984</c:v>
                </c:pt>
                <c:pt idx="131">
                  <c:v>21.014299424873659</c:v>
                </c:pt>
                <c:pt idx="132">
                  <c:v>21.003432975712215</c:v>
                </c:pt>
                <c:pt idx="133">
                  <c:v>20.993525428020831</c:v>
                </c:pt>
                <c:pt idx="134">
                  <c:v>20.990758403091295</c:v>
                </c:pt>
                <c:pt idx="135">
                  <c:v>20.982497049340267</c:v>
                </c:pt>
                <c:pt idx="136">
                  <c:v>20.999354745655697</c:v>
                </c:pt>
                <c:pt idx="137">
                  <c:v>21.005675634734146</c:v>
                </c:pt>
                <c:pt idx="138">
                  <c:v>20.999315220352376</c:v>
                </c:pt>
                <c:pt idx="139">
                  <c:v>21.026783692075103</c:v>
                </c:pt>
                <c:pt idx="140">
                  <c:v>21.051354957176919</c:v>
                </c:pt>
                <c:pt idx="141">
                  <c:v>21.073464420578325</c:v>
                </c:pt>
                <c:pt idx="142">
                  <c:v>21.069281449805121</c:v>
                </c:pt>
                <c:pt idx="143">
                  <c:v>21.074611648781648</c:v>
                </c:pt>
                <c:pt idx="144">
                  <c:v>21.088268491458095</c:v>
                </c:pt>
                <c:pt idx="145">
                  <c:v>21.09469308939013</c:v>
                </c:pt>
                <c:pt idx="146">
                  <c:v>21.121098006686378</c:v>
                </c:pt>
                <c:pt idx="147">
                  <c:v>21.117913209784675</c:v>
                </c:pt>
                <c:pt idx="148">
                  <c:v>21.108858977385182</c:v>
                </c:pt>
                <c:pt idx="149">
                  <c:v>21.128019066698002</c:v>
                </c:pt>
                <c:pt idx="150">
                  <c:v>21.15225906691742</c:v>
                </c:pt>
                <c:pt idx="151">
                  <c:v>21.178114639317766</c:v>
                </c:pt>
                <c:pt idx="152">
                  <c:v>21.178114960728724</c:v>
                </c:pt>
                <c:pt idx="153">
                  <c:v>21.168474335463561</c:v>
                </c:pt>
                <c:pt idx="154">
                  <c:v>21.171223181255382</c:v>
                </c:pt>
                <c:pt idx="155">
                  <c:v>21.157427547970372</c:v>
                </c:pt>
                <c:pt idx="156">
                  <c:v>21.15937029507926</c:v>
                </c:pt>
                <c:pt idx="157">
                  <c:v>21.175382303335493</c:v>
                </c:pt>
                <c:pt idx="158">
                  <c:v>21.170178959907282</c:v>
                </c:pt>
                <c:pt idx="159">
                  <c:v>21.160411548732842</c:v>
                </c:pt>
                <c:pt idx="160">
                  <c:v>21.17587381568633</c:v>
                </c:pt>
                <c:pt idx="161">
                  <c:v>21.17916848156721</c:v>
                </c:pt>
                <c:pt idx="162">
                  <c:v>21.161262462817039</c:v>
                </c:pt>
                <c:pt idx="163">
                  <c:v>21.191741949684015</c:v>
                </c:pt>
                <c:pt idx="164">
                  <c:v>21.203616434676523</c:v>
                </c:pt>
                <c:pt idx="165">
                  <c:v>21.194613435183751</c:v>
                </c:pt>
                <c:pt idx="166">
                  <c:v>21.19131226608782</c:v>
                </c:pt>
                <c:pt idx="167">
                  <c:v>21.191899162497322</c:v>
                </c:pt>
                <c:pt idx="168">
                  <c:v>21.16728227578843</c:v>
                </c:pt>
                <c:pt idx="169">
                  <c:v>21.142945027326789</c:v>
                </c:pt>
                <c:pt idx="170">
                  <c:v>21.135473722468578</c:v>
                </c:pt>
                <c:pt idx="171">
                  <c:v>21.111440368067829</c:v>
                </c:pt>
                <c:pt idx="172">
                  <c:v>21.091951271784591</c:v>
                </c:pt>
                <c:pt idx="173">
                  <c:v>21.082692616658893</c:v>
                </c:pt>
                <c:pt idx="174">
                  <c:v>21.080379871968731</c:v>
                </c:pt>
                <c:pt idx="175">
                  <c:v>21.088272712655346</c:v>
                </c:pt>
                <c:pt idx="176">
                  <c:v>21.070293449704671</c:v>
                </c:pt>
                <c:pt idx="177">
                  <c:v>21.067138999354263</c:v>
                </c:pt>
                <c:pt idx="178">
                  <c:v>21.069042298624893</c:v>
                </c:pt>
                <c:pt idx="179">
                  <c:v>21.06751046471225</c:v>
                </c:pt>
                <c:pt idx="180">
                  <c:v>21.075550956236171</c:v>
                </c:pt>
                <c:pt idx="181">
                  <c:v>21.055844350443881</c:v>
                </c:pt>
                <c:pt idx="182">
                  <c:v>21.052546679370543</c:v>
                </c:pt>
                <c:pt idx="183">
                  <c:v>21.041509539562945</c:v>
                </c:pt>
                <c:pt idx="184">
                  <c:v>21.036863857539178</c:v>
                </c:pt>
                <c:pt idx="185">
                  <c:v>21.044307210357729</c:v>
                </c:pt>
                <c:pt idx="186">
                  <c:v>21.033256710567976</c:v>
                </c:pt>
                <c:pt idx="187">
                  <c:v>21.035053558529277</c:v>
                </c:pt>
                <c:pt idx="188">
                  <c:v>21.031873904202907</c:v>
                </c:pt>
                <c:pt idx="189">
                  <c:v>21.02996514094599</c:v>
                </c:pt>
                <c:pt idx="190">
                  <c:v>21.02046325673853</c:v>
                </c:pt>
                <c:pt idx="191">
                  <c:v>21.037131946419336</c:v>
                </c:pt>
                <c:pt idx="192">
                  <c:v>21.018198182650305</c:v>
                </c:pt>
                <c:pt idx="193">
                  <c:v>21.01247065142973</c:v>
                </c:pt>
                <c:pt idx="194">
                  <c:v>21.030731272176286</c:v>
                </c:pt>
                <c:pt idx="195">
                  <c:v>21.031441148453638</c:v>
                </c:pt>
                <c:pt idx="196">
                  <c:v>21.030738420891677</c:v>
                </c:pt>
                <c:pt idx="197">
                  <c:v>21.027983685244049</c:v>
                </c:pt>
                <c:pt idx="198">
                  <c:v>21.015198230529823</c:v>
                </c:pt>
                <c:pt idx="199">
                  <c:v>21.0062227799738</c:v>
                </c:pt>
                <c:pt idx="200">
                  <c:v>21.018282753908657</c:v>
                </c:pt>
                <c:pt idx="201">
                  <c:v>21.028235183961918</c:v>
                </c:pt>
                <c:pt idx="202">
                  <c:v>21.020977838360885</c:v>
                </c:pt>
                <c:pt idx="203">
                  <c:v>21.018751104582325</c:v>
                </c:pt>
                <c:pt idx="204">
                  <c:v>21.043606545182751</c:v>
                </c:pt>
                <c:pt idx="205">
                  <c:v>21.074850226779002</c:v>
                </c:pt>
                <c:pt idx="206">
                  <c:v>21.09225026968522</c:v>
                </c:pt>
                <c:pt idx="207">
                  <c:v>21.110300741233665</c:v>
                </c:pt>
                <c:pt idx="208">
                  <c:v>21.118247873587954</c:v>
                </c:pt>
                <c:pt idx="209">
                  <c:v>21.121285689258514</c:v>
                </c:pt>
                <c:pt idx="210">
                  <c:v>21.123175317849725</c:v>
                </c:pt>
                <c:pt idx="211">
                  <c:v>21.118919365361634</c:v>
                </c:pt>
                <c:pt idx="212">
                  <c:v>21.140224026437636</c:v>
                </c:pt>
                <c:pt idx="213">
                  <c:v>21.176393012234357</c:v>
                </c:pt>
                <c:pt idx="214">
                  <c:v>21.172385788973049</c:v>
                </c:pt>
                <c:pt idx="215">
                  <c:v>21.170296189197405</c:v>
                </c:pt>
                <c:pt idx="216">
                  <c:v>21.176325033816717</c:v>
                </c:pt>
                <c:pt idx="217">
                  <c:v>21.173378627422647</c:v>
                </c:pt>
                <c:pt idx="218">
                  <c:v>21.164435774633837</c:v>
                </c:pt>
                <c:pt idx="219">
                  <c:v>21.142956973100731</c:v>
                </c:pt>
                <c:pt idx="220">
                  <c:v>21.133320494036926</c:v>
                </c:pt>
                <c:pt idx="221">
                  <c:v>21.122015324274514</c:v>
                </c:pt>
                <c:pt idx="222">
                  <c:v>21.098537035884718</c:v>
                </c:pt>
                <c:pt idx="223">
                  <c:v>21.082526002575058</c:v>
                </c:pt>
                <c:pt idx="224">
                  <c:v>21.068424118215464</c:v>
                </c:pt>
                <c:pt idx="225">
                  <c:v>21.055534708483691</c:v>
                </c:pt>
                <c:pt idx="226">
                  <c:v>21.040035784610431</c:v>
                </c:pt>
                <c:pt idx="227">
                  <c:v>21.038133452251103</c:v>
                </c:pt>
                <c:pt idx="228">
                  <c:v>21.038370066963189</c:v>
                </c:pt>
                <c:pt idx="229">
                  <c:v>21.042168689155833</c:v>
                </c:pt>
                <c:pt idx="230">
                  <c:v>21.063466488107881</c:v>
                </c:pt>
                <c:pt idx="231">
                  <c:v>21.053999483685438</c:v>
                </c:pt>
                <c:pt idx="232">
                  <c:v>21.052186918728282</c:v>
                </c:pt>
                <c:pt idx="233">
                  <c:v>21.05706648347099</c:v>
                </c:pt>
                <c:pt idx="234">
                  <c:v>21.042996750920906</c:v>
                </c:pt>
                <c:pt idx="235">
                  <c:v>21.060483933694719</c:v>
                </c:pt>
                <c:pt idx="236">
                  <c:v>21.063139972072388</c:v>
                </c:pt>
                <c:pt idx="237">
                  <c:v>21.055681587934696</c:v>
                </c:pt>
                <c:pt idx="238">
                  <c:v>21.060962311051068</c:v>
                </c:pt>
                <c:pt idx="239">
                  <c:v>21.052171903479689</c:v>
                </c:pt>
                <c:pt idx="240">
                  <c:v>21.04213700071379</c:v>
                </c:pt>
                <c:pt idx="241">
                  <c:v>21.023075129232918</c:v>
                </c:pt>
                <c:pt idx="242">
                  <c:v>21.024938257490632</c:v>
                </c:pt>
                <c:pt idx="243">
                  <c:v>21.025013810493185</c:v>
                </c:pt>
                <c:pt idx="244">
                  <c:v>21.0128598693863</c:v>
                </c:pt>
                <c:pt idx="245">
                  <c:v>21.002329789515034</c:v>
                </c:pt>
                <c:pt idx="246">
                  <c:v>20.994228751532273</c:v>
                </c:pt>
                <c:pt idx="247">
                  <c:v>21.002806370150648</c:v>
                </c:pt>
                <c:pt idx="248">
                  <c:v>21.037419697614855</c:v>
                </c:pt>
                <c:pt idx="249">
                  <c:v>21.094493643176925</c:v>
                </c:pt>
                <c:pt idx="250">
                  <c:v>21.133260636602827</c:v>
                </c:pt>
                <c:pt idx="251">
                  <c:v>21.239263974048505</c:v>
                </c:pt>
                <c:pt idx="252">
                  <c:v>21.335028840419543</c:v>
                </c:pt>
                <c:pt idx="253">
                  <c:v>21.419638089546979</c:v>
                </c:pt>
                <c:pt idx="254">
                  <c:v>21.562529259110885</c:v>
                </c:pt>
                <c:pt idx="255">
                  <c:v>21.714194090735255</c:v>
                </c:pt>
                <c:pt idx="256">
                  <c:v>21.862061216188209</c:v>
                </c:pt>
                <c:pt idx="257">
                  <c:v>21.908535440829272</c:v>
                </c:pt>
                <c:pt idx="258">
                  <c:v>21.954512378435947</c:v>
                </c:pt>
                <c:pt idx="259">
                  <c:v>22</c:v>
                </c:pt>
                <c:pt idx="260">
                  <c:v>21.794615312223748</c:v>
                </c:pt>
                <c:pt idx="261">
                  <c:v>21.390738358966498</c:v>
                </c:pt>
                <c:pt idx="262">
                  <c:v>21.043233719185046</c:v>
                </c:pt>
                <c:pt idx="263">
                  <c:v>20.981446074344412</c:v>
                </c:pt>
                <c:pt idx="264">
                  <c:v>20.973132229496681</c:v>
                </c:pt>
                <c:pt idx="265">
                  <c:v>20.961245946043586</c:v>
                </c:pt>
                <c:pt idx="266">
                  <c:v>20.980740746032119</c:v>
                </c:pt>
                <c:pt idx="267">
                  <c:v>20.998821686000177</c:v>
                </c:pt>
                <c:pt idx="268">
                  <c:v>20.967618001319241</c:v>
                </c:pt>
                <c:pt idx="269">
                  <c:v>20.982978470726234</c:v>
                </c:pt>
                <c:pt idx="270">
                  <c:v>20.980848515126372</c:v>
                </c:pt>
                <c:pt idx="271">
                  <c:v>20.99821711767963</c:v>
                </c:pt>
                <c:pt idx="272">
                  <c:v>20.988013168485509</c:v>
                </c:pt>
                <c:pt idx="273">
                  <c:v>20.995015007775788</c:v>
                </c:pt>
                <c:pt idx="274">
                  <c:v>21.040926275097267</c:v>
                </c:pt>
                <c:pt idx="275">
                  <c:v>21.087978691267718</c:v>
                </c:pt>
                <c:pt idx="276">
                  <c:v>21.18139993071237</c:v>
                </c:pt>
                <c:pt idx="277">
                  <c:v>21.345912029735057</c:v>
                </c:pt>
                <c:pt idx="278">
                  <c:v>21.884655806576085</c:v>
                </c:pt>
                <c:pt idx="279">
                  <c:v>22.010053563350443</c:v>
                </c:pt>
                <c:pt idx="280">
                  <c:v>21.810585751329398</c:v>
                </c:pt>
                <c:pt idx="281">
                  <c:v>21.42153475703817</c:v>
                </c:pt>
                <c:pt idx="282">
                  <c:v>21.112023011138991</c:v>
                </c:pt>
                <c:pt idx="283">
                  <c:v>21.006443242446029</c:v>
                </c:pt>
                <c:pt idx="284">
                  <c:v>20.969224809694715</c:v>
                </c:pt>
                <c:pt idx="285">
                  <c:v>20.981877563198822</c:v>
                </c:pt>
                <c:pt idx="286">
                  <c:v>20.979710349372855</c:v>
                </c:pt>
                <c:pt idx="287">
                  <c:v>20.971274859851967</c:v>
                </c:pt>
                <c:pt idx="288">
                  <c:v>20.967754938457944</c:v>
                </c:pt>
                <c:pt idx="289">
                  <c:v>20.95533877689931</c:v>
                </c:pt>
                <c:pt idx="290">
                  <c:v>20.968331830951378</c:v>
                </c:pt>
                <c:pt idx="291">
                  <c:v>20.953647407979187</c:v>
                </c:pt>
                <c:pt idx="292">
                  <c:v>20.940222345458327</c:v>
                </c:pt>
                <c:pt idx="293">
                  <c:v>20.922535271852816</c:v>
                </c:pt>
                <c:pt idx="294">
                  <c:v>20.967120392873898</c:v>
                </c:pt>
                <c:pt idx="295">
                  <c:v>20.973489014409154</c:v>
                </c:pt>
                <c:pt idx="296">
                  <c:v>20.964160128310684</c:v>
                </c:pt>
                <c:pt idx="297">
                  <c:v>20.9848484718216</c:v>
                </c:pt>
                <c:pt idx="298">
                  <c:v>20.964925782781389</c:v>
                </c:pt>
                <c:pt idx="299">
                  <c:v>20.971349984306574</c:v>
                </c:pt>
                <c:pt idx="300">
                  <c:v>20.991004623973392</c:v>
                </c:pt>
                <c:pt idx="301">
                  <c:v>20.951123292729271</c:v>
                </c:pt>
                <c:pt idx="302">
                  <c:v>20.899891500231501</c:v>
                </c:pt>
                <c:pt idx="303">
                  <c:v>20.90533423054131</c:v>
                </c:pt>
                <c:pt idx="304">
                  <c:v>20.956253574089853</c:v>
                </c:pt>
                <c:pt idx="305">
                  <c:v>21.031553551222537</c:v>
                </c:pt>
                <c:pt idx="306">
                  <c:v>21.065740545632384</c:v>
                </c:pt>
                <c:pt idx="307">
                  <c:v>21.021975272987184</c:v>
                </c:pt>
                <c:pt idx="308">
                  <c:v>21.024497517357478</c:v>
                </c:pt>
                <c:pt idx="309">
                  <c:v>21.023421730774867</c:v>
                </c:pt>
                <c:pt idx="310">
                  <c:v>21.034998816886262</c:v>
                </c:pt>
                <c:pt idx="311">
                  <c:v>21.008589054319824</c:v>
                </c:pt>
                <c:pt idx="312">
                  <c:v>20.983904205263837</c:v>
                </c:pt>
                <c:pt idx="313">
                  <c:v>21.054389789082414</c:v>
                </c:pt>
                <c:pt idx="314">
                  <c:v>21.067392656882404</c:v>
                </c:pt>
                <c:pt idx="315">
                  <c:v>21.075111185692737</c:v>
                </c:pt>
                <c:pt idx="316">
                  <c:v>21.068379217104617</c:v>
                </c:pt>
                <c:pt idx="317">
                  <c:v>21.079426700988215</c:v>
                </c:pt>
                <c:pt idx="318">
                  <c:v>21.088815452556059</c:v>
                </c:pt>
                <c:pt idx="319">
                  <c:v>21.105838100072116</c:v>
                </c:pt>
                <c:pt idx="320">
                  <c:v>21.110302883973386</c:v>
                </c:pt>
                <c:pt idx="321">
                  <c:v>21.161525248416385</c:v>
                </c:pt>
                <c:pt idx="322">
                  <c:v>21.224896261399159</c:v>
                </c:pt>
                <c:pt idx="323">
                  <c:v>21.248563378726846</c:v>
                </c:pt>
                <c:pt idx="324">
                  <c:v>21.257596526567486</c:v>
                </c:pt>
                <c:pt idx="325">
                  <c:v>21.229524707760302</c:v>
                </c:pt>
                <c:pt idx="326">
                  <c:v>21.222761706944173</c:v>
                </c:pt>
                <c:pt idx="327">
                  <c:v>21.21532580014615</c:v>
                </c:pt>
                <c:pt idx="328">
                  <c:v>21.222379420750599</c:v>
                </c:pt>
                <c:pt idx="329">
                  <c:v>21.291327899516819</c:v>
                </c:pt>
                <c:pt idx="330">
                  <c:v>21.35789772291907</c:v>
                </c:pt>
                <c:pt idx="331">
                  <c:v>21.426582023305123</c:v>
                </c:pt>
                <c:pt idx="332">
                  <c:v>21.546398243090565</c:v>
                </c:pt>
                <c:pt idx="333">
                  <c:v>21.561936363030163</c:v>
                </c:pt>
                <c:pt idx="334">
                  <c:v>21.497896772399731</c:v>
                </c:pt>
                <c:pt idx="335">
                  <c:v>21.403912265607843</c:v>
                </c:pt>
                <c:pt idx="336">
                  <c:v>21.320859181202586</c:v>
                </c:pt>
                <c:pt idx="337">
                  <c:v>21.262180103958876</c:v>
                </c:pt>
                <c:pt idx="338">
                  <c:v>21.220479646286812</c:v>
                </c:pt>
                <c:pt idx="339">
                  <c:v>21.210050139252367</c:v>
                </c:pt>
                <c:pt idx="340">
                  <c:v>21.21427470060355</c:v>
                </c:pt>
                <c:pt idx="341">
                  <c:v>21.172106407854564</c:v>
                </c:pt>
                <c:pt idx="342">
                  <c:v>21.148058247122343</c:v>
                </c:pt>
                <c:pt idx="343">
                  <c:v>21.144219839609931</c:v>
                </c:pt>
                <c:pt idx="344">
                  <c:v>21.120485997367343</c:v>
                </c:pt>
                <c:pt idx="345">
                  <c:v>21.117656916686681</c:v>
                </c:pt>
                <c:pt idx="346">
                  <c:v>21.115547496568617</c:v>
                </c:pt>
                <c:pt idx="347">
                  <c:v>21.114492240110955</c:v>
                </c:pt>
                <c:pt idx="348">
                  <c:v>21.12151090191686</c:v>
                </c:pt>
                <c:pt idx="349">
                  <c:v>21.102465556316083</c:v>
                </c:pt>
                <c:pt idx="350">
                  <c:v>21.071031296770652</c:v>
                </c:pt>
                <c:pt idx="351">
                  <c:v>21.088200363048678</c:v>
                </c:pt>
                <c:pt idx="352">
                  <c:v>21.104491431012438</c:v>
                </c:pt>
                <c:pt idx="353">
                  <c:v>21.111895378847525</c:v>
                </c:pt>
                <c:pt idx="354">
                  <c:v>21.121928854013085</c:v>
                </c:pt>
                <c:pt idx="355">
                  <c:v>21.102173404468864</c:v>
                </c:pt>
                <c:pt idx="356">
                  <c:v>21.088647970662635</c:v>
                </c:pt>
                <c:pt idx="357">
                  <c:v>21.10392849043301</c:v>
                </c:pt>
                <c:pt idx="358">
                  <c:v>21.075934078098236</c:v>
                </c:pt>
                <c:pt idx="359">
                  <c:v>21.038926389155304</c:v>
                </c:pt>
                <c:pt idx="360">
                  <c:v>21.109705895259797</c:v>
                </c:pt>
                <c:pt idx="361">
                  <c:v>21.11880002547289</c:v>
                </c:pt>
                <c:pt idx="362">
                  <c:v>21.120878579425277</c:v>
                </c:pt>
                <c:pt idx="363">
                  <c:v>21.103452523658845</c:v>
                </c:pt>
                <c:pt idx="364">
                  <c:v>21.098025606768179</c:v>
                </c:pt>
                <c:pt idx="365">
                  <c:v>21.101205732497288</c:v>
                </c:pt>
                <c:pt idx="366">
                  <c:v>21.089206465057142</c:v>
                </c:pt>
                <c:pt idx="367">
                  <c:v>21.05671333853762</c:v>
                </c:pt>
                <c:pt idx="368">
                  <c:v>21.060616446075898</c:v>
                </c:pt>
                <c:pt idx="369">
                  <c:v>21.075995146180276</c:v>
                </c:pt>
                <c:pt idx="370">
                  <c:v>21.0720947009961</c:v>
                </c:pt>
                <c:pt idx="371">
                  <c:v>21.073339193512197</c:v>
                </c:pt>
                <c:pt idx="372">
                  <c:v>21.066824691578329</c:v>
                </c:pt>
                <c:pt idx="373">
                  <c:v>21.071834192057704</c:v>
                </c:pt>
                <c:pt idx="374">
                  <c:v>21.026083980419301</c:v>
                </c:pt>
                <c:pt idx="375">
                  <c:v>21.039110324611354</c:v>
                </c:pt>
                <c:pt idx="376">
                  <c:v>21.041593942080546</c:v>
                </c:pt>
                <c:pt idx="377">
                  <c:v>21.04625279391832</c:v>
                </c:pt>
                <c:pt idx="378">
                  <c:v>21.054620497868147</c:v>
                </c:pt>
                <c:pt idx="379">
                  <c:v>21.047303218497913</c:v>
                </c:pt>
                <c:pt idx="380">
                  <c:v>21.018738410188693</c:v>
                </c:pt>
                <c:pt idx="381">
                  <c:v>21.020940706020738</c:v>
                </c:pt>
                <c:pt idx="382">
                  <c:v>21.021009354044541</c:v>
                </c:pt>
                <c:pt idx="383">
                  <c:v>21.019487274954475</c:v>
                </c:pt>
                <c:pt idx="384">
                  <c:v>20.994882735113617</c:v>
                </c:pt>
                <c:pt idx="385">
                  <c:v>20.976528188041009</c:v>
                </c:pt>
                <c:pt idx="386">
                  <c:v>20.99587639282635</c:v>
                </c:pt>
                <c:pt idx="387">
                  <c:v>21.001806183275622</c:v>
                </c:pt>
                <c:pt idx="388">
                  <c:v>21.00370799501616</c:v>
                </c:pt>
                <c:pt idx="389">
                  <c:v>20.997096928842765</c:v>
                </c:pt>
                <c:pt idx="390">
                  <c:v>20.989111028635275</c:v>
                </c:pt>
                <c:pt idx="391">
                  <c:v>20.992439733945435</c:v>
                </c:pt>
                <c:pt idx="392">
                  <c:v>21.008379024311612</c:v>
                </c:pt>
                <c:pt idx="393">
                  <c:v>21.006469636312143</c:v>
                </c:pt>
                <c:pt idx="394">
                  <c:v>21.011165569599999</c:v>
                </c:pt>
                <c:pt idx="395">
                  <c:v>21.016529025905808</c:v>
                </c:pt>
                <c:pt idx="396">
                  <c:v>21.023464738239486</c:v>
                </c:pt>
                <c:pt idx="397">
                  <c:v>21.023560716908428</c:v>
                </c:pt>
                <c:pt idx="398">
                  <c:v>21.024924463603679</c:v>
                </c:pt>
                <c:pt idx="399">
                  <c:v>21.007775687731598</c:v>
                </c:pt>
                <c:pt idx="400">
                  <c:v>21.01745817409563</c:v>
                </c:pt>
                <c:pt idx="401">
                  <c:v>21.028315432242884</c:v>
                </c:pt>
                <c:pt idx="402">
                  <c:v>21.038951196724419</c:v>
                </c:pt>
                <c:pt idx="403">
                  <c:v>21.04110117622697</c:v>
                </c:pt>
                <c:pt idx="404">
                  <c:v>21.050458124180508</c:v>
                </c:pt>
                <c:pt idx="405">
                  <c:v>21.054319142953823</c:v>
                </c:pt>
                <c:pt idx="406">
                  <c:v>21.038197166616698</c:v>
                </c:pt>
                <c:pt idx="407">
                  <c:v>21.036638494889051</c:v>
                </c:pt>
                <c:pt idx="408">
                  <c:v>21.038574350411313</c:v>
                </c:pt>
                <c:pt idx="409">
                  <c:v>21.035143641985563</c:v>
                </c:pt>
                <c:pt idx="410">
                  <c:v>21.030703397810942</c:v>
                </c:pt>
                <c:pt idx="411">
                  <c:v>21.023561223130688</c:v>
                </c:pt>
                <c:pt idx="412">
                  <c:v>21.035843798259855</c:v>
                </c:pt>
                <c:pt idx="413">
                  <c:v>21.042515057674841</c:v>
                </c:pt>
                <c:pt idx="414">
                  <c:v>21.030913455942613</c:v>
                </c:pt>
                <c:pt idx="415">
                  <c:v>21.014434911645413</c:v>
                </c:pt>
                <c:pt idx="416">
                  <c:v>21.007404112558202</c:v>
                </c:pt>
                <c:pt idx="417">
                  <c:v>20.997178830381344</c:v>
                </c:pt>
                <c:pt idx="418">
                  <c:v>20.987701290040736</c:v>
                </c:pt>
                <c:pt idx="419">
                  <c:v>20.976589023100107</c:v>
                </c:pt>
                <c:pt idx="420">
                  <c:v>21.001713702461874</c:v>
                </c:pt>
                <c:pt idx="421">
                  <c:v>21.012707846020753</c:v>
                </c:pt>
                <c:pt idx="422">
                  <c:v>21.007598899651729</c:v>
                </c:pt>
                <c:pt idx="423">
                  <c:v>20.997834010381499</c:v>
                </c:pt>
                <c:pt idx="424">
                  <c:v>20.991844439335438</c:v>
                </c:pt>
                <c:pt idx="425">
                  <c:v>20.986530900160243</c:v>
                </c:pt>
                <c:pt idx="426">
                  <c:v>20.965605808016008</c:v>
                </c:pt>
                <c:pt idx="427">
                  <c:v>20.998369848484089</c:v>
                </c:pt>
                <c:pt idx="428">
                  <c:v>21.009159495157881</c:v>
                </c:pt>
                <c:pt idx="429">
                  <c:v>20.989299691510833</c:v>
                </c:pt>
                <c:pt idx="430">
                  <c:v>20.983944155306716</c:v>
                </c:pt>
                <c:pt idx="431">
                  <c:v>21.008667885044542</c:v>
                </c:pt>
                <c:pt idx="432">
                  <c:v>21.015160208952693</c:v>
                </c:pt>
                <c:pt idx="433">
                  <c:v>21.008023417236377</c:v>
                </c:pt>
                <c:pt idx="434">
                  <c:v>20.994064290232252</c:v>
                </c:pt>
                <c:pt idx="435">
                  <c:v>20.954543362452309</c:v>
                </c:pt>
                <c:pt idx="436">
                  <c:v>20.917635329655365</c:v>
                </c:pt>
                <c:pt idx="437">
                  <c:v>20.952557262362024</c:v>
                </c:pt>
                <c:pt idx="438">
                  <c:v>20.83912278035735</c:v>
                </c:pt>
                <c:pt idx="439">
                  <c:v>20.889867710249479</c:v>
                </c:pt>
                <c:pt idx="440">
                  <c:v>21.007118936667986</c:v>
                </c:pt>
                <c:pt idx="441">
                  <c:v>20.928990773448472</c:v>
                </c:pt>
                <c:pt idx="442">
                  <c:v>20.95125950133647</c:v>
                </c:pt>
                <c:pt idx="443">
                  <c:v>20.946976577112146</c:v>
                </c:pt>
                <c:pt idx="444">
                  <c:v>20.934454100843844</c:v>
                </c:pt>
                <c:pt idx="445">
                  <c:v>20.937989439250156</c:v>
                </c:pt>
                <c:pt idx="446">
                  <c:v>20.961630101777565</c:v>
                </c:pt>
                <c:pt idx="447">
                  <c:v>20.998250126585027</c:v>
                </c:pt>
                <c:pt idx="448">
                  <c:v>20.993312745033002</c:v>
                </c:pt>
                <c:pt idx="449">
                  <c:v>20.978413395892332</c:v>
                </c:pt>
                <c:pt idx="450">
                  <c:v>20.9715250943534</c:v>
                </c:pt>
                <c:pt idx="451">
                  <c:v>20.977949109728073</c:v>
                </c:pt>
                <c:pt idx="452">
                  <c:v>20.955306493846994</c:v>
                </c:pt>
                <c:pt idx="453">
                  <c:v>20.975875836289887</c:v>
                </c:pt>
                <c:pt idx="454">
                  <c:v>20.986602596231297</c:v>
                </c:pt>
                <c:pt idx="455">
                  <c:v>21.0205177760723</c:v>
                </c:pt>
                <c:pt idx="456">
                  <c:v>20.98175752156282</c:v>
                </c:pt>
                <c:pt idx="457">
                  <c:v>20.969561881401756</c:v>
                </c:pt>
                <c:pt idx="458">
                  <c:v>21.002567366451174</c:v>
                </c:pt>
                <c:pt idx="459">
                  <c:v>20.993089005508214</c:v>
                </c:pt>
                <c:pt idx="460">
                  <c:v>20.988888426771357</c:v>
                </c:pt>
                <c:pt idx="461">
                  <c:v>21.008438084914374</c:v>
                </c:pt>
                <c:pt idx="462">
                  <c:v>21.005999071250894</c:v>
                </c:pt>
                <c:pt idx="463">
                  <c:v>20.998122903422928</c:v>
                </c:pt>
                <c:pt idx="464">
                  <c:v>20.993914064089644</c:v>
                </c:pt>
                <c:pt idx="465">
                  <c:v>20.991802118886742</c:v>
                </c:pt>
                <c:pt idx="466">
                  <c:v>20.975484089900444</c:v>
                </c:pt>
                <c:pt idx="467">
                  <c:v>20.985305195453861</c:v>
                </c:pt>
                <c:pt idx="468">
                  <c:v>21.027791805580481</c:v>
                </c:pt>
                <c:pt idx="469">
                  <c:v>21.019719529191228</c:v>
                </c:pt>
                <c:pt idx="470">
                  <c:v>21.003635401672845</c:v>
                </c:pt>
                <c:pt idx="471">
                  <c:v>20.997087533933499</c:v>
                </c:pt>
                <c:pt idx="472">
                  <c:v>21.009868490903127</c:v>
                </c:pt>
                <c:pt idx="473">
                  <c:v>21.020649699200057</c:v>
                </c:pt>
                <c:pt idx="474">
                  <c:v>21.030739776174553</c:v>
                </c:pt>
                <c:pt idx="475">
                  <c:v>21.029957563682654</c:v>
                </c:pt>
                <c:pt idx="476">
                  <c:v>21.021102920792082</c:v>
                </c:pt>
                <c:pt idx="477">
                  <c:v>21.007420001642839</c:v>
                </c:pt>
                <c:pt idx="478">
                  <c:v>21.009993174918659</c:v>
                </c:pt>
                <c:pt idx="479">
                  <c:v>21.015322897805202</c:v>
                </c:pt>
                <c:pt idx="480">
                  <c:v>21.022777221451122</c:v>
                </c:pt>
                <c:pt idx="481">
                  <c:v>21.021600001587771</c:v>
                </c:pt>
                <c:pt idx="482">
                  <c:v>21.030642683280956</c:v>
                </c:pt>
                <c:pt idx="483">
                  <c:v>21.020512425919058</c:v>
                </c:pt>
                <c:pt idx="484">
                  <c:v>21.027692535127645</c:v>
                </c:pt>
                <c:pt idx="485">
                  <c:v>21.033344696817757</c:v>
                </c:pt>
                <c:pt idx="486">
                  <c:v>21.038232503073118</c:v>
                </c:pt>
                <c:pt idx="487">
                  <c:v>21.044776698022662</c:v>
                </c:pt>
                <c:pt idx="488">
                  <c:v>21.039926202222688</c:v>
                </c:pt>
                <c:pt idx="489">
                  <c:v>21.041476635116108</c:v>
                </c:pt>
                <c:pt idx="490">
                  <c:v>21.041820218073479</c:v>
                </c:pt>
                <c:pt idx="491">
                  <c:v>21.028198564540091</c:v>
                </c:pt>
                <c:pt idx="492">
                  <c:v>21.027808114508183</c:v>
                </c:pt>
                <c:pt idx="493">
                  <c:v>21.03870474415859</c:v>
                </c:pt>
                <c:pt idx="494">
                  <c:v>21.05840532617384</c:v>
                </c:pt>
                <c:pt idx="495">
                  <c:v>21.069476755173817</c:v>
                </c:pt>
                <c:pt idx="496">
                  <c:v>21.055276979750083</c:v>
                </c:pt>
                <c:pt idx="497">
                  <c:v>21.04663957986531</c:v>
                </c:pt>
                <c:pt idx="498">
                  <c:v>21.048598895709087</c:v>
                </c:pt>
                <c:pt idx="499">
                  <c:v>21.05418951791442</c:v>
                </c:pt>
                <c:pt idx="500">
                  <c:v>21.05584827701442</c:v>
                </c:pt>
                <c:pt idx="501">
                  <c:v>21.058044895925416</c:v>
                </c:pt>
                <c:pt idx="502">
                  <c:v>21.064990340315067</c:v>
                </c:pt>
                <c:pt idx="503">
                  <c:v>21.061167440881384</c:v>
                </c:pt>
                <c:pt idx="504">
                  <c:v>21.065228114785025</c:v>
                </c:pt>
                <c:pt idx="505">
                  <c:v>21.064960593730891</c:v>
                </c:pt>
                <c:pt idx="506">
                  <c:v>21.078903995703893</c:v>
                </c:pt>
                <c:pt idx="507">
                  <c:v>21.083502331215108</c:v>
                </c:pt>
                <c:pt idx="508">
                  <c:v>21.097650541607464</c:v>
                </c:pt>
                <c:pt idx="509">
                  <c:v>21.131673927125938</c:v>
                </c:pt>
                <c:pt idx="510">
                  <c:v>21.177828005025326</c:v>
                </c:pt>
                <c:pt idx="511">
                  <c:v>21.198664606036733</c:v>
                </c:pt>
                <c:pt idx="512">
                  <c:v>21.240990315159301</c:v>
                </c:pt>
                <c:pt idx="513">
                  <c:v>21.307888342004574</c:v>
                </c:pt>
                <c:pt idx="514">
                  <c:v>21.324578484527621</c:v>
                </c:pt>
                <c:pt idx="515">
                  <c:v>21.331105248289536</c:v>
                </c:pt>
                <c:pt idx="516">
                  <c:v>21.346988799299513</c:v>
                </c:pt>
                <c:pt idx="517">
                  <c:v>21.327185063115685</c:v>
                </c:pt>
                <c:pt idx="518">
                  <c:v>21.304070408370194</c:v>
                </c:pt>
                <c:pt idx="519">
                  <c:v>21.28752931482212</c:v>
                </c:pt>
                <c:pt idx="520">
                  <c:v>21.267627205457714</c:v>
                </c:pt>
                <c:pt idx="521">
                  <c:v>21.259186160884099</c:v>
                </c:pt>
                <c:pt idx="522">
                  <c:v>21.242181014194706</c:v>
                </c:pt>
                <c:pt idx="523">
                  <c:v>21.240602757826014</c:v>
                </c:pt>
                <c:pt idx="524">
                  <c:v>21.256544912767353</c:v>
                </c:pt>
                <c:pt idx="525">
                  <c:v>21.242674401442802</c:v>
                </c:pt>
                <c:pt idx="526">
                  <c:v>21.251178313999819</c:v>
                </c:pt>
                <c:pt idx="527">
                  <c:v>21.259166147695105</c:v>
                </c:pt>
                <c:pt idx="528">
                  <c:v>21.258568687578776</c:v>
                </c:pt>
                <c:pt idx="529">
                  <c:v>21.264127447244462</c:v>
                </c:pt>
                <c:pt idx="530">
                  <c:v>21.276910882426499</c:v>
                </c:pt>
                <c:pt idx="531">
                  <c:v>21.290237587837328</c:v>
                </c:pt>
                <c:pt idx="532">
                  <c:v>21.284301705980798</c:v>
                </c:pt>
                <c:pt idx="533">
                  <c:v>21.279516818192651</c:v>
                </c:pt>
                <c:pt idx="534">
                  <c:v>21.298400697641767</c:v>
                </c:pt>
                <c:pt idx="535">
                  <c:v>21.316394932986245</c:v>
                </c:pt>
                <c:pt idx="536">
                  <c:v>21.337423116356081</c:v>
                </c:pt>
                <c:pt idx="537">
                  <c:v>21.357430327103788</c:v>
                </c:pt>
                <c:pt idx="538">
                  <c:v>21.372523100019833</c:v>
                </c:pt>
                <c:pt idx="539">
                  <c:v>21.436566933274914</c:v>
                </c:pt>
                <c:pt idx="540">
                  <c:v>21.485158656162785</c:v>
                </c:pt>
                <c:pt idx="541">
                  <c:v>21.531736932244684</c:v>
                </c:pt>
                <c:pt idx="542">
                  <c:v>21.587300315942684</c:v>
                </c:pt>
                <c:pt idx="543">
                  <c:v>21.638675500582568</c:v>
                </c:pt>
                <c:pt idx="544">
                  <c:v>21.681605076613231</c:v>
                </c:pt>
                <c:pt idx="545">
                  <c:v>21.742100618600386</c:v>
                </c:pt>
                <c:pt idx="546">
                  <c:v>21.78962487141419</c:v>
                </c:pt>
                <c:pt idx="547">
                  <c:v>21.858968728513677</c:v>
                </c:pt>
                <c:pt idx="548">
                  <c:v>21.896741458568069</c:v>
                </c:pt>
                <c:pt idx="549">
                  <c:v>21.911243263869139</c:v>
                </c:pt>
                <c:pt idx="550">
                  <c:v>21.950451372407649</c:v>
                </c:pt>
                <c:pt idx="551">
                  <c:v>21.97936781635795</c:v>
                </c:pt>
                <c:pt idx="552">
                  <c:v>21.999101249251542</c:v>
                </c:pt>
                <c:pt idx="553">
                  <c:v>21.987396919220256</c:v>
                </c:pt>
                <c:pt idx="554">
                  <c:v>21.911954653456419</c:v>
                </c:pt>
                <c:pt idx="555">
                  <c:v>21.843211706284212</c:v>
                </c:pt>
                <c:pt idx="556">
                  <c:v>21.780684332784276</c:v>
                </c:pt>
                <c:pt idx="557">
                  <c:v>21.699343318843269</c:v>
                </c:pt>
                <c:pt idx="558">
                  <c:v>21.643134413377005</c:v>
                </c:pt>
                <c:pt idx="559">
                  <c:v>21.586773330535774</c:v>
                </c:pt>
                <c:pt idx="560">
                  <c:v>21.473839847862049</c:v>
                </c:pt>
                <c:pt idx="561">
                  <c:v>21.388944885820258</c:v>
                </c:pt>
                <c:pt idx="562">
                  <c:v>21.316380576630117</c:v>
                </c:pt>
                <c:pt idx="563">
                  <c:v>21.220783036803869</c:v>
                </c:pt>
                <c:pt idx="564">
                  <c:v>21.213261956101949</c:v>
                </c:pt>
                <c:pt idx="565">
                  <c:v>21.189663792138479</c:v>
                </c:pt>
                <c:pt idx="566">
                  <c:v>21.147457240771779</c:v>
                </c:pt>
                <c:pt idx="567">
                  <c:v>21.179974815951514</c:v>
                </c:pt>
                <c:pt idx="568">
                  <c:v>21.156972451481089</c:v>
                </c:pt>
                <c:pt idx="569">
                  <c:v>21.076644707012914</c:v>
                </c:pt>
                <c:pt idx="570">
                  <c:v>21.019240377770156</c:v>
                </c:pt>
                <c:pt idx="571">
                  <c:v>20.998878832701127</c:v>
                </c:pt>
                <c:pt idx="572">
                  <c:v>21.018008664018069</c:v>
                </c:pt>
                <c:pt idx="573">
                  <c:v>21.028623901053081</c:v>
                </c:pt>
                <c:pt idx="574">
                  <c:v>21.08082509578475</c:v>
                </c:pt>
                <c:pt idx="575">
                  <c:v>20.898502415639051</c:v>
                </c:pt>
                <c:pt idx="576">
                  <c:v>20.911116344038632</c:v>
                </c:pt>
                <c:pt idx="577">
                  <c:v>20.953093536545627</c:v>
                </c:pt>
                <c:pt idx="578">
                  <c:v>20.901421523529081</c:v>
                </c:pt>
                <c:pt idx="579">
                  <c:v>20.897255351835291</c:v>
                </c:pt>
                <c:pt idx="580">
                  <c:v>20.884495776060042</c:v>
                </c:pt>
                <c:pt idx="581">
                  <c:v>20.619979453697365</c:v>
                </c:pt>
                <c:pt idx="582">
                  <c:v>20.445538027373242</c:v>
                </c:pt>
                <c:pt idx="583">
                  <c:v>20.653699127287826</c:v>
                </c:pt>
                <c:pt idx="584">
                  <c:v>20.672953336442877</c:v>
                </c:pt>
                <c:pt idx="585">
                  <c:v>20.188928532430708</c:v>
                </c:pt>
                <c:pt idx="586">
                  <c:v>19.609304238699149</c:v>
                </c:pt>
                <c:pt idx="587">
                  <c:v>20.935158499742787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1B0C-4B9C-BBFB-FF685BE46DCA}"/>
            </c:ext>
          </c:extLst>
        </c:ser>
        <c:ser>
          <c:idx val="24"/>
          <c:order val="24"/>
          <c:tx>
            <c:strRef>
              <c:f>Sheet2!$W$1</c:f>
              <c:strCache>
                <c:ptCount val="1"/>
                <c:pt idx="0">
                  <c:v>S13_n3_z_o/O-PTIR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Sheet2!$W$2:$W$589</c:f>
              <c:numCache>
                <c:formatCode>General</c:formatCode>
                <c:ptCount val="588"/>
                <c:pt idx="0">
                  <c:v>21.945017507640227</c:v>
                </c:pt>
                <c:pt idx="1">
                  <c:v>22.245043903653766</c:v>
                </c:pt>
                <c:pt idx="2">
                  <c:v>22.242311723267996</c:v>
                </c:pt>
                <c:pt idx="3">
                  <c:v>22.222166911864402</c:v>
                </c:pt>
                <c:pt idx="4">
                  <c:v>22.12477554811397</c:v>
                </c:pt>
                <c:pt idx="5">
                  <c:v>22.021044332133325</c:v>
                </c:pt>
                <c:pt idx="6">
                  <c:v>22.129727096812328</c:v>
                </c:pt>
                <c:pt idx="7">
                  <c:v>22.23061506571235</c:v>
                </c:pt>
                <c:pt idx="8">
                  <c:v>22.24717402549356</c:v>
                </c:pt>
                <c:pt idx="9">
                  <c:v>22.30829232230526</c:v>
                </c:pt>
                <c:pt idx="10">
                  <c:v>22.237210441699727</c:v>
                </c:pt>
                <c:pt idx="11">
                  <c:v>22.267373658836991</c:v>
                </c:pt>
                <c:pt idx="12">
                  <c:v>22.274143614469818</c:v>
                </c:pt>
                <c:pt idx="13">
                  <c:v>22.303398124003223</c:v>
                </c:pt>
                <c:pt idx="14">
                  <c:v>22.266580438259595</c:v>
                </c:pt>
                <c:pt idx="15">
                  <c:v>22.217499506280902</c:v>
                </c:pt>
                <c:pt idx="16">
                  <c:v>22.216912940114927</c:v>
                </c:pt>
                <c:pt idx="17">
                  <c:v>22.264774477049084</c:v>
                </c:pt>
                <c:pt idx="18">
                  <c:v>22.268130283803963</c:v>
                </c:pt>
                <c:pt idx="19">
                  <c:v>22.261058718157262</c:v>
                </c:pt>
                <c:pt idx="20">
                  <c:v>22.292323752645409</c:v>
                </c:pt>
                <c:pt idx="21">
                  <c:v>22.278247504833374</c:v>
                </c:pt>
                <c:pt idx="22">
                  <c:v>22.274996177831508</c:v>
                </c:pt>
                <c:pt idx="23">
                  <c:v>22.279636386872497</c:v>
                </c:pt>
                <c:pt idx="24">
                  <c:v>22.29083662711696</c:v>
                </c:pt>
                <c:pt idx="25">
                  <c:v>22.313129411441803</c:v>
                </c:pt>
                <c:pt idx="26">
                  <c:v>22.307180480473203</c:v>
                </c:pt>
                <c:pt idx="27">
                  <c:v>22.291799138130489</c:v>
                </c:pt>
                <c:pt idx="28">
                  <c:v>22.323113079935894</c:v>
                </c:pt>
                <c:pt idx="29">
                  <c:v>22.328373734672816</c:v>
                </c:pt>
                <c:pt idx="30">
                  <c:v>22.32504800136147</c:v>
                </c:pt>
                <c:pt idx="31">
                  <c:v>22.339436509081825</c:v>
                </c:pt>
                <c:pt idx="32">
                  <c:v>22.348646237596</c:v>
                </c:pt>
                <c:pt idx="33">
                  <c:v>22.360772321767762</c:v>
                </c:pt>
                <c:pt idx="34">
                  <c:v>22.383586432720648</c:v>
                </c:pt>
                <c:pt idx="35">
                  <c:v>22.409413034284295</c:v>
                </c:pt>
                <c:pt idx="36">
                  <c:v>22.408611218741754</c:v>
                </c:pt>
                <c:pt idx="37">
                  <c:v>22.41364954799775</c:v>
                </c:pt>
                <c:pt idx="38">
                  <c:v>22.46541521829889</c:v>
                </c:pt>
                <c:pt idx="39">
                  <c:v>22.508563301364351</c:v>
                </c:pt>
                <c:pt idx="40">
                  <c:v>22.559145296652808</c:v>
                </c:pt>
                <c:pt idx="41">
                  <c:v>22.618956997941996</c:v>
                </c:pt>
                <c:pt idx="42">
                  <c:v>22.663070862038907</c:v>
                </c:pt>
                <c:pt idx="43">
                  <c:v>22.692630966362131</c:v>
                </c:pt>
                <c:pt idx="44">
                  <c:v>22.745460947087249</c:v>
                </c:pt>
                <c:pt idx="45">
                  <c:v>22.815012334221706</c:v>
                </c:pt>
                <c:pt idx="46">
                  <c:v>22.853039390528696</c:v>
                </c:pt>
                <c:pt idx="47">
                  <c:v>22.875969828348715</c:v>
                </c:pt>
                <c:pt idx="48">
                  <c:v>22.84551170205398</c:v>
                </c:pt>
                <c:pt idx="49">
                  <c:v>22.756882851661477</c:v>
                </c:pt>
                <c:pt idx="50">
                  <c:v>22.665636200034751</c:v>
                </c:pt>
                <c:pt idx="51">
                  <c:v>22.615914701921962</c:v>
                </c:pt>
                <c:pt idx="52">
                  <c:v>22.59635724291816</c:v>
                </c:pt>
                <c:pt idx="53">
                  <c:v>22.584840096838274</c:v>
                </c:pt>
                <c:pt idx="54">
                  <c:v>22.574333046786844</c:v>
                </c:pt>
                <c:pt idx="55">
                  <c:v>22.584949883669559</c:v>
                </c:pt>
                <c:pt idx="56">
                  <c:v>22.565945575894471</c:v>
                </c:pt>
                <c:pt idx="57">
                  <c:v>22.565256441953178</c:v>
                </c:pt>
                <c:pt idx="58">
                  <c:v>22.563152444518874</c:v>
                </c:pt>
                <c:pt idx="59">
                  <c:v>22.575723179652499</c:v>
                </c:pt>
                <c:pt idx="60">
                  <c:v>22.585388316236678</c:v>
                </c:pt>
                <c:pt idx="61">
                  <c:v>22.583440171787799</c:v>
                </c:pt>
                <c:pt idx="62">
                  <c:v>22.591165955446701</c:v>
                </c:pt>
                <c:pt idx="63">
                  <c:v>22.611385923655693</c:v>
                </c:pt>
                <c:pt idx="64">
                  <c:v>22.642661804596738</c:v>
                </c:pt>
                <c:pt idx="65">
                  <c:v>22.692821663800842</c:v>
                </c:pt>
                <c:pt idx="66">
                  <c:v>22.709810103805022</c:v>
                </c:pt>
                <c:pt idx="67">
                  <c:v>22.71377672489157</c:v>
                </c:pt>
                <c:pt idx="68">
                  <c:v>22.712735322462006</c:v>
                </c:pt>
                <c:pt idx="69">
                  <c:v>22.704279091848477</c:v>
                </c:pt>
                <c:pt idx="70">
                  <c:v>22.70708980627127</c:v>
                </c:pt>
                <c:pt idx="71">
                  <c:v>22.70354825177694</c:v>
                </c:pt>
                <c:pt idx="72">
                  <c:v>22.6702568961819</c:v>
                </c:pt>
                <c:pt idx="73">
                  <c:v>22.656888205199021</c:v>
                </c:pt>
                <c:pt idx="74">
                  <c:v>22.646781312422945</c:v>
                </c:pt>
                <c:pt idx="75">
                  <c:v>22.639049560534609</c:v>
                </c:pt>
                <c:pt idx="76">
                  <c:v>22.646976298409754</c:v>
                </c:pt>
                <c:pt idx="77">
                  <c:v>22.659925140533932</c:v>
                </c:pt>
                <c:pt idx="78">
                  <c:v>22.658890671257129</c:v>
                </c:pt>
                <c:pt idx="79">
                  <c:v>22.649862848658067</c:v>
                </c:pt>
                <c:pt idx="80">
                  <c:v>22.646899604874619</c:v>
                </c:pt>
                <c:pt idx="81">
                  <c:v>22.6467926055996</c:v>
                </c:pt>
                <c:pt idx="82">
                  <c:v>22.649589239289476</c:v>
                </c:pt>
                <c:pt idx="83">
                  <c:v>22.658133456614795</c:v>
                </c:pt>
                <c:pt idx="84">
                  <c:v>22.651971885136383</c:v>
                </c:pt>
                <c:pt idx="85">
                  <c:v>22.651836367016518</c:v>
                </c:pt>
                <c:pt idx="86">
                  <c:v>22.669285325610517</c:v>
                </c:pt>
                <c:pt idx="87">
                  <c:v>22.665319991088396</c:v>
                </c:pt>
                <c:pt idx="88">
                  <c:v>22.650777810394565</c:v>
                </c:pt>
                <c:pt idx="89">
                  <c:v>22.641671793268539</c:v>
                </c:pt>
                <c:pt idx="90">
                  <c:v>22.643395003369726</c:v>
                </c:pt>
                <c:pt idx="91">
                  <c:v>22.636214186960256</c:v>
                </c:pt>
                <c:pt idx="92">
                  <c:v>22.62289016835339</c:v>
                </c:pt>
                <c:pt idx="93">
                  <c:v>22.612942881042322</c:v>
                </c:pt>
                <c:pt idx="94">
                  <c:v>22.591091370447714</c:v>
                </c:pt>
                <c:pt idx="95">
                  <c:v>22.582638177555754</c:v>
                </c:pt>
                <c:pt idx="96">
                  <c:v>22.585991607740226</c:v>
                </c:pt>
                <c:pt idx="97">
                  <c:v>22.578502087343573</c:v>
                </c:pt>
                <c:pt idx="98">
                  <c:v>22.555960334932745</c:v>
                </c:pt>
                <c:pt idx="99">
                  <c:v>22.538013332953081</c:v>
                </c:pt>
                <c:pt idx="100">
                  <c:v>22.535058130197317</c:v>
                </c:pt>
                <c:pt idx="101">
                  <c:v>22.524134197532955</c:v>
                </c:pt>
                <c:pt idx="102">
                  <c:v>22.508318889860721</c:v>
                </c:pt>
                <c:pt idx="103">
                  <c:v>22.503224916693167</c:v>
                </c:pt>
                <c:pt idx="104">
                  <c:v>22.51189754029609</c:v>
                </c:pt>
                <c:pt idx="105">
                  <c:v>22.49635737872218</c:v>
                </c:pt>
                <c:pt idx="106">
                  <c:v>22.484671371060976</c:v>
                </c:pt>
                <c:pt idx="107">
                  <c:v>22.475667993186068</c:v>
                </c:pt>
                <c:pt idx="108">
                  <c:v>22.46391776451711</c:v>
                </c:pt>
                <c:pt idx="109">
                  <c:v>22.464762965871234</c:v>
                </c:pt>
                <c:pt idx="110">
                  <c:v>22.455494341296522</c:v>
                </c:pt>
                <c:pt idx="111">
                  <c:v>22.409073417012912</c:v>
                </c:pt>
                <c:pt idx="112">
                  <c:v>22.353699862673544</c:v>
                </c:pt>
                <c:pt idx="113">
                  <c:v>22.293452605718251</c:v>
                </c:pt>
                <c:pt idx="114">
                  <c:v>22.272524669694238</c:v>
                </c:pt>
                <c:pt idx="115">
                  <c:v>22.273360686407855</c:v>
                </c:pt>
                <c:pt idx="116">
                  <c:v>22.25748830530803</c:v>
                </c:pt>
                <c:pt idx="117">
                  <c:v>22.253587477696868</c:v>
                </c:pt>
                <c:pt idx="118">
                  <c:v>22.247067401466499</c:v>
                </c:pt>
                <c:pt idx="119">
                  <c:v>22.255005593338854</c:v>
                </c:pt>
                <c:pt idx="120">
                  <c:v>22.259199203702391</c:v>
                </c:pt>
                <c:pt idx="121">
                  <c:v>22.24116414353513</c:v>
                </c:pt>
                <c:pt idx="122">
                  <c:v>22.272178834028114</c:v>
                </c:pt>
                <c:pt idx="123">
                  <c:v>22.289074712869198</c:v>
                </c:pt>
                <c:pt idx="124">
                  <c:v>22.286022928436498</c:v>
                </c:pt>
                <c:pt idx="125">
                  <c:v>22.250793506480605</c:v>
                </c:pt>
                <c:pt idx="126">
                  <c:v>22.212065504856103</c:v>
                </c:pt>
                <c:pt idx="127">
                  <c:v>22.202789893521782</c:v>
                </c:pt>
                <c:pt idx="128">
                  <c:v>22.211240138036928</c:v>
                </c:pt>
                <c:pt idx="129">
                  <c:v>22.233424868818673</c:v>
                </c:pt>
                <c:pt idx="130">
                  <c:v>22.228860727899558</c:v>
                </c:pt>
                <c:pt idx="131">
                  <c:v>22.212598535646663</c:v>
                </c:pt>
                <c:pt idx="132">
                  <c:v>22.178343382473663</c:v>
                </c:pt>
                <c:pt idx="133">
                  <c:v>22.152923424614364</c:v>
                </c:pt>
                <c:pt idx="134">
                  <c:v>22.177152881521927</c:v>
                </c:pt>
                <c:pt idx="135">
                  <c:v>22.21055791937944</c:v>
                </c:pt>
                <c:pt idx="136">
                  <c:v>22.237295229869392</c:v>
                </c:pt>
                <c:pt idx="137">
                  <c:v>22.18635801771585</c:v>
                </c:pt>
                <c:pt idx="138">
                  <c:v>22.127865053900972</c:v>
                </c:pt>
                <c:pt idx="139">
                  <c:v>22.107073243541144</c:v>
                </c:pt>
                <c:pt idx="140">
                  <c:v>22.088474426923106</c:v>
                </c:pt>
                <c:pt idx="141">
                  <c:v>22.071739029125602</c:v>
                </c:pt>
                <c:pt idx="142">
                  <c:v>22.120415711839303</c:v>
                </c:pt>
                <c:pt idx="143">
                  <c:v>22.170410408334821</c:v>
                </c:pt>
                <c:pt idx="144">
                  <c:v>22.170249123188473</c:v>
                </c:pt>
                <c:pt idx="145">
                  <c:v>22.147263729411485</c:v>
                </c:pt>
                <c:pt idx="146">
                  <c:v>22.172848162024778</c:v>
                </c:pt>
                <c:pt idx="147">
                  <c:v>22.201774204511853</c:v>
                </c:pt>
                <c:pt idx="148">
                  <c:v>22.23536808143724</c:v>
                </c:pt>
                <c:pt idx="149">
                  <c:v>22.243789342514827</c:v>
                </c:pt>
                <c:pt idx="150">
                  <c:v>22.228187997654736</c:v>
                </c:pt>
                <c:pt idx="151">
                  <c:v>22.225651696703299</c:v>
                </c:pt>
                <c:pt idx="152">
                  <c:v>22.237700587009314</c:v>
                </c:pt>
                <c:pt idx="153">
                  <c:v>22.255733163392467</c:v>
                </c:pt>
                <c:pt idx="154">
                  <c:v>22.270061309798354</c:v>
                </c:pt>
                <c:pt idx="155">
                  <c:v>22.269829102787849</c:v>
                </c:pt>
                <c:pt idx="156">
                  <c:v>22.257086432613434</c:v>
                </c:pt>
                <c:pt idx="157">
                  <c:v>22.25173119752202</c:v>
                </c:pt>
                <c:pt idx="158">
                  <c:v>22.250993013311867</c:v>
                </c:pt>
                <c:pt idx="159">
                  <c:v>22.24507735432892</c:v>
                </c:pt>
                <c:pt idx="160">
                  <c:v>22.255333095461864</c:v>
                </c:pt>
                <c:pt idx="161">
                  <c:v>22.263376070859394</c:v>
                </c:pt>
                <c:pt idx="162">
                  <c:v>22.264466934543677</c:v>
                </c:pt>
                <c:pt idx="163">
                  <c:v>22.260207905952711</c:v>
                </c:pt>
                <c:pt idx="164">
                  <c:v>22.242724442415483</c:v>
                </c:pt>
                <c:pt idx="165">
                  <c:v>22.242553615249619</c:v>
                </c:pt>
                <c:pt idx="166">
                  <c:v>22.237372155700886</c:v>
                </c:pt>
                <c:pt idx="167">
                  <c:v>22.212402012930117</c:v>
                </c:pt>
                <c:pt idx="168">
                  <c:v>22.21385454417058</c:v>
                </c:pt>
                <c:pt idx="169">
                  <c:v>22.213235027660062</c:v>
                </c:pt>
                <c:pt idx="170">
                  <c:v>22.238656415035393</c:v>
                </c:pt>
                <c:pt idx="171">
                  <c:v>22.246054357061226</c:v>
                </c:pt>
                <c:pt idx="172">
                  <c:v>22.256105820353149</c:v>
                </c:pt>
                <c:pt idx="173">
                  <c:v>22.267789451443949</c:v>
                </c:pt>
                <c:pt idx="174">
                  <c:v>22.253764255223221</c:v>
                </c:pt>
                <c:pt idx="175">
                  <c:v>22.256938406228286</c:v>
                </c:pt>
                <c:pt idx="176">
                  <c:v>22.258199489534121</c:v>
                </c:pt>
                <c:pt idx="177">
                  <c:v>22.269366940254592</c:v>
                </c:pt>
                <c:pt idx="178">
                  <c:v>22.259404607287287</c:v>
                </c:pt>
                <c:pt idx="179">
                  <c:v>22.25884968703248</c:v>
                </c:pt>
                <c:pt idx="180">
                  <c:v>22.281656078598793</c:v>
                </c:pt>
                <c:pt idx="181">
                  <c:v>22.295445404674187</c:v>
                </c:pt>
                <c:pt idx="182">
                  <c:v>22.294953722634865</c:v>
                </c:pt>
                <c:pt idx="183">
                  <c:v>22.292911337341554</c:v>
                </c:pt>
                <c:pt idx="184">
                  <c:v>22.274844130932518</c:v>
                </c:pt>
                <c:pt idx="185">
                  <c:v>22.269469990491572</c:v>
                </c:pt>
                <c:pt idx="186">
                  <c:v>22.276380824929387</c:v>
                </c:pt>
                <c:pt idx="187">
                  <c:v>22.288935763910853</c:v>
                </c:pt>
                <c:pt idx="188">
                  <c:v>22.285584888986286</c:v>
                </c:pt>
                <c:pt idx="189">
                  <c:v>22.267053679542101</c:v>
                </c:pt>
                <c:pt idx="190">
                  <c:v>22.25965173487138</c:v>
                </c:pt>
                <c:pt idx="191">
                  <c:v>22.253108196709125</c:v>
                </c:pt>
                <c:pt idx="192">
                  <c:v>22.261752730322016</c:v>
                </c:pt>
                <c:pt idx="193">
                  <c:v>22.288208497629398</c:v>
                </c:pt>
                <c:pt idx="194">
                  <c:v>22.291771941587974</c:v>
                </c:pt>
                <c:pt idx="195">
                  <c:v>22.285820455359467</c:v>
                </c:pt>
                <c:pt idx="196">
                  <c:v>22.305856355510343</c:v>
                </c:pt>
                <c:pt idx="197">
                  <c:v>22.311625846478982</c:v>
                </c:pt>
                <c:pt idx="198">
                  <c:v>22.307530461735823</c:v>
                </c:pt>
                <c:pt idx="199">
                  <c:v>22.314823673843339</c:v>
                </c:pt>
                <c:pt idx="200">
                  <c:v>22.324839292020748</c:v>
                </c:pt>
                <c:pt idx="201">
                  <c:v>22.320645556574565</c:v>
                </c:pt>
                <c:pt idx="202">
                  <c:v>22.331136274405324</c:v>
                </c:pt>
                <c:pt idx="203">
                  <c:v>22.38074065941716</c:v>
                </c:pt>
                <c:pt idx="204">
                  <c:v>22.38980200416718</c:v>
                </c:pt>
                <c:pt idx="205">
                  <c:v>22.405903858328099</c:v>
                </c:pt>
                <c:pt idx="206">
                  <c:v>22.419192496413167</c:v>
                </c:pt>
                <c:pt idx="207">
                  <c:v>22.439163693094628</c:v>
                </c:pt>
                <c:pt idx="208">
                  <c:v>22.448328141688481</c:v>
                </c:pt>
                <c:pt idx="209">
                  <c:v>22.441240458248519</c:v>
                </c:pt>
                <c:pt idx="210">
                  <c:v>22.440231041240178</c:v>
                </c:pt>
                <c:pt idx="211">
                  <c:v>22.44538480391579</c:v>
                </c:pt>
                <c:pt idx="212">
                  <c:v>22.442121611930855</c:v>
                </c:pt>
                <c:pt idx="213">
                  <c:v>22.426572194240638</c:v>
                </c:pt>
                <c:pt idx="214">
                  <c:v>22.402076758006309</c:v>
                </c:pt>
                <c:pt idx="215">
                  <c:v>22.389662126023417</c:v>
                </c:pt>
                <c:pt idx="216">
                  <c:v>22.395868298402036</c:v>
                </c:pt>
                <c:pt idx="217">
                  <c:v>22.406259843558054</c:v>
                </c:pt>
                <c:pt idx="218">
                  <c:v>22.405373722307505</c:v>
                </c:pt>
                <c:pt idx="219">
                  <c:v>22.383289236337525</c:v>
                </c:pt>
                <c:pt idx="220">
                  <c:v>22.391483115021217</c:v>
                </c:pt>
                <c:pt idx="221">
                  <c:v>22.388951585079539</c:v>
                </c:pt>
                <c:pt idx="222">
                  <c:v>22.374633373810081</c:v>
                </c:pt>
                <c:pt idx="223">
                  <c:v>22.358217347763151</c:v>
                </c:pt>
                <c:pt idx="224">
                  <c:v>22.358918847018128</c:v>
                </c:pt>
                <c:pt idx="225">
                  <c:v>22.367408599782614</c:v>
                </c:pt>
                <c:pt idx="226">
                  <c:v>22.359446052530853</c:v>
                </c:pt>
                <c:pt idx="227">
                  <c:v>22.358808488380426</c:v>
                </c:pt>
                <c:pt idx="228">
                  <c:v>22.337903424612936</c:v>
                </c:pt>
                <c:pt idx="229">
                  <c:v>22.311812541272808</c:v>
                </c:pt>
                <c:pt idx="230">
                  <c:v>22.307629491458961</c:v>
                </c:pt>
                <c:pt idx="231">
                  <c:v>22.303609263521203</c:v>
                </c:pt>
                <c:pt idx="232">
                  <c:v>22.29755726444667</c:v>
                </c:pt>
                <c:pt idx="233">
                  <c:v>22.288476299589107</c:v>
                </c:pt>
                <c:pt idx="234">
                  <c:v>22.267796688368865</c:v>
                </c:pt>
                <c:pt idx="235">
                  <c:v>22.28616586217078</c:v>
                </c:pt>
                <c:pt idx="236">
                  <c:v>22.285895790854372</c:v>
                </c:pt>
                <c:pt idx="237">
                  <c:v>22.267678360179286</c:v>
                </c:pt>
                <c:pt idx="238">
                  <c:v>22.265635867672273</c:v>
                </c:pt>
                <c:pt idx="239">
                  <c:v>22.266109787974898</c:v>
                </c:pt>
                <c:pt idx="240">
                  <c:v>22.25369392303443</c:v>
                </c:pt>
                <c:pt idx="241">
                  <c:v>22.237321943950249</c:v>
                </c:pt>
                <c:pt idx="242">
                  <c:v>22.23257527170275</c:v>
                </c:pt>
                <c:pt idx="243">
                  <c:v>22.227218142502593</c:v>
                </c:pt>
                <c:pt idx="244">
                  <c:v>22.225683360483416</c:v>
                </c:pt>
                <c:pt idx="245">
                  <c:v>22.238601807522958</c:v>
                </c:pt>
                <c:pt idx="246">
                  <c:v>22.232501472937582</c:v>
                </c:pt>
                <c:pt idx="247">
                  <c:v>22.229116575531446</c:v>
                </c:pt>
                <c:pt idx="248">
                  <c:v>22.216160264185998</c:v>
                </c:pt>
                <c:pt idx="249">
                  <c:v>22.218565782289424</c:v>
                </c:pt>
                <c:pt idx="250">
                  <c:v>22.223150150860402</c:v>
                </c:pt>
                <c:pt idx="251">
                  <c:v>22.300508786198652</c:v>
                </c:pt>
                <c:pt idx="252">
                  <c:v>22.344111705527702</c:v>
                </c:pt>
                <c:pt idx="253">
                  <c:v>22.362781971143932</c:v>
                </c:pt>
                <c:pt idx="254">
                  <c:v>22.416361875979621</c:v>
                </c:pt>
                <c:pt idx="255">
                  <c:v>22.48646602122588</c:v>
                </c:pt>
                <c:pt idx="256">
                  <c:v>22.537042512877616</c:v>
                </c:pt>
                <c:pt idx="257">
                  <c:v>22.693021653093769</c:v>
                </c:pt>
                <c:pt idx="258">
                  <c:v>22.847331976293763</c:v>
                </c:pt>
                <c:pt idx="259">
                  <c:v>23</c:v>
                </c:pt>
                <c:pt idx="260">
                  <c:v>22.764894359837346</c:v>
                </c:pt>
                <c:pt idx="261">
                  <c:v>22.398798020034523</c:v>
                </c:pt>
                <c:pt idx="262">
                  <c:v>22.222799383363963</c:v>
                </c:pt>
                <c:pt idx="263">
                  <c:v>22.162283341656689</c:v>
                </c:pt>
                <c:pt idx="264">
                  <c:v>22.110503608491584</c:v>
                </c:pt>
                <c:pt idx="265">
                  <c:v>22.070513031503889</c:v>
                </c:pt>
                <c:pt idx="266">
                  <c:v>22.081495726211656</c:v>
                </c:pt>
                <c:pt idx="267">
                  <c:v>22.082039880423842</c:v>
                </c:pt>
                <c:pt idx="268">
                  <c:v>22.058470297051286</c:v>
                </c:pt>
                <c:pt idx="269">
                  <c:v>22.021117619399792</c:v>
                </c:pt>
                <c:pt idx="270">
                  <c:v>22.067667070576423</c:v>
                </c:pt>
                <c:pt idx="271">
                  <c:v>22.120541053591914</c:v>
                </c:pt>
                <c:pt idx="272">
                  <c:v>22.129766229813715</c:v>
                </c:pt>
                <c:pt idx="273">
                  <c:v>22.118413790784182</c:v>
                </c:pt>
                <c:pt idx="274">
                  <c:v>22.149190064806394</c:v>
                </c:pt>
                <c:pt idx="275">
                  <c:v>22.190265027983848</c:v>
                </c:pt>
                <c:pt idx="276">
                  <c:v>22.27637206914369</c:v>
                </c:pt>
                <c:pt idx="277">
                  <c:v>22.430593565791224</c:v>
                </c:pt>
                <c:pt idx="278">
                  <c:v>22.856407115873495</c:v>
                </c:pt>
                <c:pt idx="279">
                  <c:v>22.966174291312065</c:v>
                </c:pt>
                <c:pt idx="280">
                  <c:v>22.79319977793898</c:v>
                </c:pt>
                <c:pt idx="281">
                  <c:v>22.423488156352455</c:v>
                </c:pt>
                <c:pt idx="282">
                  <c:v>22.238709968279753</c:v>
                </c:pt>
                <c:pt idx="283">
                  <c:v>22.143596145209951</c:v>
                </c:pt>
                <c:pt idx="284">
                  <c:v>22.058611528768044</c:v>
                </c:pt>
                <c:pt idx="285">
                  <c:v>21.980942652712876</c:v>
                </c:pt>
                <c:pt idx="286">
                  <c:v>21.909988584242345</c:v>
                </c:pt>
                <c:pt idx="287">
                  <c:v>22.086610266541125</c:v>
                </c:pt>
                <c:pt idx="288">
                  <c:v>22.111040579385708</c:v>
                </c:pt>
                <c:pt idx="289">
                  <c:v>22.141643640737176</c:v>
                </c:pt>
                <c:pt idx="290">
                  <c:v>22.035323727575271</c:v>
                </c:pt>
                <c:pt idx="291">
                  <c:v>22.003917491803424</c:v>
                </c:pt>
                <c:pt idx="292">
                  <c:v>22.001098695100801</c:v>
                </c:pt>
                <c:pt idx="293">
                  <c:v>21.984682554790311</c:v>
                </c:pt>
                <c:pt idx="294">
                  <c:v>22.018892711712574</c:v>
                </c:pt>
                <c:pt idx="295">
                  <c:v>22.162260272841717</c:v>
                </c:pt>
                <c:pt idx="296">
                  <c:v>22.216900056601688</c:v>
                </c:pt>
                <c:pt idx="297">
                  <c:v>22.268897665879074</c:v>
                </c:pt>
                <c:pt idx="298">
                  <c:v>22.296828211270174</c:v>
                </c:pt>
                <c:pt idx="299">
                  <c:v>22.329395231091631</c:v>
                </c:pt>
                <c:pt idx="300">
                  <c:v>22.292780393672992</c:v>
                </c:pt>
                <c:pt idx="301">
                  <c:v>22.214128385835526</c:v>
                </c:pt>
                <c:pt idx="302">
                  <c:v>22.091239995442702</c:v>
                </c:pt>
                <c:pt idx="303">
                  <c:v>22.189078511808052</c:v>
                </c:pt>
                <c:pt idx="304">
                  <c:v>22.304081504142488</c:v>
                </c:pt>
                <c:pt idx="305">
                  <c:v>22.375255213284149</c:v>
                </c:pt>
                <c:pt idx="306">
                  <c:v>22.32957334878926</c:v>
                </c:pt>
                <c:pt idx="307">
                  <c:v>22.279488146059943</c:v>
                </c:pt>
                <c:pt idx="308">
                  <c:v>22.295538073050984</c:v>
                </c:pt>
                <c:pt idx="309">
                  <c:v>22.263532584995986</c:v>
                </c:pt>
                <c:pt idx="310">
                  <c:v>22.255266444276856</c:v>
                </c:pt>
                <c:pt idx="311">
                  <c:v>22.158055583728935</c:v>
                </c:pt>
                <c:pt idx="312">
                  <c:v>22.167359088494834</c:v>
                </c:pt>
                <c:pt idx="313">
                  <c:v>22.303978436036555</c:v>
                </c:pt>
                <c:pt idx="314">
                  <c:v>22.303712653268242</c:v>
                </c:pt>
                <c:pt idx="315">
                  <c:v>22.303250240569678</c:v>
                </c:pt>
                <c:pt idx="316">
                  <c:v>22.311498119221493</c:v>
                </c:pt>
                <c:pt idx="317">
                  <c:v>22.316130144283196</c:v>
                </c:pt>
                <c:pt idx="318">
                  <c:v>22.316350396965881</c:v>
                </c:pt>
                <c:pt idx="319">
                  <c:v>22.311417315827764</c:v>
                </c:pt>
                <c:pt idx="320">
                  <c:v>22.292002361703435</c:v>
                </c:pt>
                <c:pt idx="321">
                  <c:v>22.35631677046025</c:v>
                </c:pt>
                <c:pt idx="322">
                  <c:v>22.406225856814384</c:v>
                </c:pt>
                <c:pt idx="323">
                  <c:v>22.44498275253169</c:v>
                </c:pt>
                <c:pt idx="324">
                  <c:v>22.465111124500911</c:v>
                </c:pt>
                <c:pt idx="325">
                  <c:v>22.456982538961995</c:v>
                </c:pt>
                <c:pt idx="326">
                  <c:v>22.457080067693301</c:v>
                </c:pt>
                <c:pt idx="327">
                  <c:v>22.496034808429481</c:v>
                </c:pt>
                <c:pt idx="328">
                  <c:v>22.529773423853147</c:v>
                </c:pt>
                <c:pt idx="329">
                  <c:v>22.571628652618955</c:v>
                </c:pt>
                <c:pt idx="330">
                  <c:v>22.629396539098799</c:v>
                </c:pt>
                <c:pt idx="331">
                  <c:v>22.703215460444611</c:v>
                </c:pt>
                <c:pt idx="332">
                  <c:v>22.762775388222604</c:v>
                </c:pt>
                <c:pt idx="333">
                  <c:v>22.806723071080754</c:v>
                </c:pt>
                <c:pt idx="334">
                  <c:v>22.772587514792811</c:v>
                </c:pt>
                <c:pt idx="335">
                  <c:v>22.742629361730383</c:v>
                </c:pt>
                <c:pt idx="336">
                  <c:v>22.686817339085991</c:v>
                </c:pt>
                <c:pt idx="337">
                  <c:v>22.632922869247388</c:v>
                </c:pt>
                <c:pt idx="338">
                  <c:v>22.589798766313368</c:v>
                </c:pt>
                <c:pt idx="339">
                  <c:v>22.579249080946273</c:v>
                </c:pt>
                <c:pt idx="340">
                  <c:v>22.574770514430643</c:v>
                </c:pt>
                <c:pt idx="341">
                  <c:v>22.517991924520981</c:v>
                </c:pt>
                <c:pt idx="342">
                  <c:v>22.505900827754111</c:v>
                </c:pt>
                <c:pt idx="343">
                  <c:v>22.507918875536969</c:v>
                </c:pt>
                <c:pt idx="344">
                  <c:v>22.487699300444888</c:v>
                </c:pt>
                <c:pt idx="345">
                  <c:v>22.433851432828934</c:v>
                </c:pt>
                <c:pt idx="346">
                  <c:v>22.417272227526919</c:v>
                </c:pt>
                <c:pt idx="347">
                  <c:v>22.428155704887565</c:v>
                </c:pt>
                <c:pt idx="348">
                  <c:v>22.44135506969641</c:v>
                </c:pt>
                <c:pt idx="349">
                  <c:v>22.426177683553611</c:v>
                </c:pt>
                <c:pt idx="350">
                  <c:v>22.403051116133952</c:v>
                </c:pt>
                <c:pt idx="351">
                  <c:v>22.376354832754128</c:v>
                </c:pt>
                <c:pt idx="352">
                  <c:v>22.388799949166412</c:v>
                </c:pt>
                <c:pt idx="353">
                  <c:v>22.413408638808402</c:v>
                </c:pt>
                <c:pt idx="354">
                  <c:v>22.402976638348669</c:v>
                </c:pt>
                <c:pt idx="355">
                  <c:v>22.377642219154957</c:v>
                </c:pt>
                <c:pt idx="356">
                  <c:v>22.362141547961443</c:v>
                </c:pt>
                <c:pt idx="357">
                  <c:v>22.367101504000964</c:v>
                </c:pt>
                <c:pt idx="358">
                  <c:v>22.308349538684453</c:v>
                </c:pt>
                <c:pt idx="359">
                  <c:v>22.251378803951095</c:v>
                </c:pt>
                <c:pt idx="360">
                  <c:v>22.31812485521683</c:v>
                </c:pt>
                <c:pt idx="361">
                  <c:v>22.346456647889259</c:v>
                </c:pt>
                <c:pt idx="362">
                  <c:v>22.360267595394642</c:v>
                </c:pt>
                <c:pt idx="363">
                  <c:v>22.363328403647294</c:v>
                </c:pt>
                <c:pt idx="364">
                  <c:v>22.349376327171615</c:v>
                </c:pt>
                <c:pt idx="365">
                  <c:v>22.352812883713373</c:v>
                </c:pt>
                <c:pt idx="366">
                  <c:v>22.333213647103527</c:v>
                </c:pt>
                <c:pt idx="367">
                  <c:v>22.28712140429365</c:v>
                </c:pt>
                <c:pt idx="368">
                  <c:v>22.292809609406902</c:v>
                </c:pt>
                <c:pt idx="369">
                  <c:v>22.270142416964237</c:v>
                </c:pt>
                <c:pt idx="370">
                  <c:v>22.254973125455969</c:v>
                </c:pt>
                <c:pt idx="371">
                  <c:v>22.261880832827462</c:v>
                </c:pt>
                <c:pt idx="372">
                  <c:v>22.258851223762214</c:v>
                </c:pt>
                <c:pt idx="373">
                  <c:v>22.25708973836926</c:v>
                </c:pt>
                <c:pt idx="374">
                  <c:v>22.220077763527886</c:v>
                </c:pt>
                <c:pt idx="375">
                  <c:v>22.174949675674977</c:v>
                </c:pt>
                <c:pt idx="376">
                  <c:v>22.197909043325701</c:v>
                </c:pt>
                <c:pt idx="377">
                  <c:v>22.190526557941965</c:v>
                </c:pt>
                <c:pt idx="378">
                  <c:v>22.168462549789151</c:v>
                </c:pt>
                <c:pt idx="379">
                  <c:v>22.149624843173157</c:v>
                </c:pt>
                <c:pt idx="380">
                  <c:v>22.12409417823163</c:v>
                </c:pt>
                <c:pt idx="381">
                  <c:v>22.117078631744448</c:v>
                </c:pt>
                <c:pt idx="382">
                  <c:v>22.135092883518958</c:v>
                </c:pt>
                <c:pt idx="383">
                  <c:v>22.112401862830932</c:v>
                </c:pt>
                <c:pt idx="384">
                  <c:v>22.062691644493086</c:v>
                </c:pt>
                <c:pt idx="385">
                  <c:v>22.054290003523043</c:v>
                </c:pt>
                <c:pt idx="386">
                  <c:v>22.047008522381468</c:v>
                </c:pt>
                <c:pt idx="387">
                  <c:v>22.055121986321105</c:v>
                </c:pt>
                <c:pt idx="388">
                  <c:v>22.047648083387102</c:v>
                </c:pt>
                <c:pt idx="389">
                  <c:v>22.015871106820299</c:v>
                </c:pt>
                <c:pt idx="390">
                  <c:v>22.007285751820721</c:v>
                </c:pt>
                <c:pt idx="391">
                  <c:v>22.027662928821751</c:v>
                </c:pt>
                <c:pt idx="392">
                  <c:v>22.032030395138243</c:v>
                </c:pt>
                <c:pt idx="393">
                  <c:v>22.051589053595343</c:v>
                </c:pt>
                <c:pt idx="394">
                  <c:v>22.054787479569537</c:v>
                </c:pt>
                <c:pt idx="395">
                  <c:v>22.067402342076182</c:v>
                </c:pt>
                <c:pt idx="396">
                  <c:v>22.074566285729233</c:v>
                </c:pt>
                <c:pt idx="397">
                  <c:v>22.065196661379602</c:v>
                </c:pt>
                <c:pt idx="398">
                  <c:v>22.050297995125206</c:v>
                </c:pt>
                <c:pt idx="399">
                  <c:v>22.038224284847079</c:v>
                </c:pt>
                <c:pt idx="400">
                  <c:v>22.075842454896446</c:v>
                </c:pt>
                <c:pt idx="401">
                  <c:v>22.069484722547735</c:v>
                </c:pt>
                <c:pt idx="402">
                  <c:v>22.049375582036387</c:v>
                </c:pt>
                <c:pt idx="403">
                  <c:v>22.051210508815505</c:v>
                </c:pt>
                <c:pt idx="404">
                  <c:v>22.041382322526122</c:v>
                </c:pt>
                <c:pt idx="405">
                  <c:v>22.037976201274141</c:v>
                </c:pt>
                <c:pt idx="406">
                  <c:v>22.05141503682183</c:v>
                </c:pt>
                <c:pt idx="407">
                  <c:v>22.04629269222827</c:v>
                </c:pt>
                <c:pt idx="408">
                  <c:v>22.007634953550379</c:v>
                </c:pt>
                <c:pt idx="409">
                  <c:v>21.995736101282443</c:v>
                </c:pt>
                <c:pt idx="410">
                  <c:v>21.983547930046491</c:v>
                </c:pt>
                <c:pt idx="411">
                  <c:v>21.981889198936024</c:v>
                </c:pt>
                <c:pt idx="412">
                  <c:v>21.993509405304177</c:v>
                </c:pt>
                <c:pt idx="413">
                  <c:v>21.993681349279441</c:v>
                </c:pt>
                <c:pt idx="414">
                  <c:v>21.988504941059624</c:v>
                </c:pt>
                <c:pt idx="415">
                  <c:v>21.991346053917486</c:v>
                </c:pt>
                <c:pt idx="416">
                  <c:v>21.977943657626909</c:v>
                </c:pt>
                <c:pt idx="417">
                  <c:v>21.989913973690758</c:v>
                </c:pt>
                <c:pt idx="418">
                  <c:v>22.02309673073972</c:v>
                </c:pt>
                <c:pt idx="419">
                  <c:v>22.001874950575601</c:v>
                </c:pt>
                <c:pt idx="420">
                  <c:v>21.985733689096989</c:v>
                </c:pt>
                <c:pt idx="421">
                  <c:v>21.980769268053482</c:v>
                </c:pt>
                <c:pt idx="422">
                  <c:v>22.005643005603204</c:v>
                </c:pt>
                <c:pt idx="423">
                  <c:v>21.966778554439795</c:v>
                </c:pt>
                <c:pt idx="424">
                  <c:v>21.985394438139089</c:v>
                </c:pt>
                <c:pt idx="425">
                  <c:v>22.011236241712293</c:v>
                </c:pt>
                <c:pt idx="426">
                  <c:v>22.035409771038704</c:v>
                </c:pt>
                <c:pt idx="427">
                  <c:v>22.004529886699597</c:v>
                </c:pt>
                <c:pt idx="428">
                  <c:v>21.975211843554622</c:v>
                </c:pt>
                <c:pt idx="429">
                  <c:v>21.976395529735399</c:v>
                </c:pt>
                <c:pt idx="430">
                  <c:v>21.953553880496319</c:v>
                </c:pt>
                <c:pt idx="431">
                  <c:v>22.053429001549524</c:v>
                </c:pt>
                <c:pt idx="432">
                  <c:v>22.032142643417448</c:v>
                </c:pt>
                <c:pt idx="433">
                  <c:v>22.034420892155239</c:v>
                </c:pt>
                <c:pt idx="434">
                  <c:v>22.038877028670875</c:v>
                </c:pt>
                <c:pt idx="435">
                  <c:v>22.051493191143663</c:v>
                </c:pt>
                <c:pt idx="436">
                  <c:v>22.048047999431624</c:v>
                </c:pt>
                <c:pt idx="437">
                  <c:v>21.987622460607721</c:v>
                </c:pt>
                <c:pt idx="438">
                  <c:v>22.144420261202598</c:v>
                </c:pt>
                <c:pt idx="439">
                  <c:v>21.961236090719662</c:v>
                </c:pt>
                <c:pt idx="440">
                  <c:v>22.088344608998419</c:v>
                </c:pt>
                <c:pt idx="441">
                  <c:v>22.000903824005754</c:v>
                </c:pt>
                <c:pt idx="442">
                  <c:v>21.967242664688644</c:v>
                </c:pt>
                <c:pt idx="443">
                  <c:v>21.932313675629519</c:v>
                </c:pt>
                <c:pt idx="444">
                  <c:v>22.024838801518062</c:v>
                </c:pt>
                <c:pt idx="445">
                  <c:v>21.952993050086167</c:v>
                </c:pt>
                <c:pt idx="446">
                  <c:v>21.985235572001898</c:v>
                </c:pt>
                <c:pt idx="447">
                  <c:v>21.989388488064506</c:v>
                </c:pt>
                <c:pt idx="448">
                  <c:v>21.958765221397368</c:v>
                </c:pt>
                <c:pt idx="449">
                  <c:v>22.049252800010922</c:v>
                </c:pt>
                <c:pt idx="450">
                  <c:v>22.041205817501265</c:v>
                </c:pt>
                <c:pt idx="451">
                  <c:v>21.971823332153267</c:v>
                </c:pt>
                <c:pt idx="452">
                  <c:v>21.995330485880348</c:v>
                </c:pt>
                <c:pt idx="453">
                  <c:v>21.937523569145583</c:v>
                </c:pt>
                <c:pt idx="454">
                  <c:v>21.982894894735441</c:v>
                </c:pt>
                <c:pt idx="455">
                  <c:v>21.998767720744212</c:v>
                </c:pt>
                <c:pt idx="456">
                  <c:v>22.04865828216202</c:v>
                </c:pt>
                <c:pt idx="457">
                  <c:v>22.055726193608361</c:v>
                </c:pt>
                <c:pt idx="458">
                  <c:v>22.028018576775267</c:v>
                </c:pt>
                <c:pt idx="459">
                  <c:v>22.021084320610711</c:v>
                </c:pt>
                <c:pt idx="460">
                  <c:v>22.063486263315852</c:v>
                </c:pt>
                <c:pt idx="461">
                  <c:v>22.061564645323848</c:v>
                </c:pt>
                <c:pt idx="462">
                  <c:v>22.040039055450141</c:v>
                </c:pt>
                <c:pt idx="463">
                  <c:v>22.077558061759238</c:v>
                </c:pt>
                <c:pt idx="464">
                  <c:v>22.097052300416511</c:v>
                </c:pt>
                <c:pt idx="465">
                  <c:v>22.083949276053769</c:v>
                </c:pt>
                <c:pt idx="466">
                  <c:v>22.079478339579961</c:v>
                </c:pt>
                <c:pt idx="467">
                  <c:v>22.088282550133663</c:v>
                </c:pt>
                <c:pt idx="468">
                  <c:v>22.077244613565721</c:v>
                </c:pt>
                <c:pt idx="469">
                  <c:v>22.083853516348555</c:v>
                </c:pt>
                <c:pt idx="470">
                  <c:v>22.063735150991558</c:v>
                </c:pt>
                <c:pt idx="471">
                  <c:v>22.076885277907564</c:v>
                </c:pt>
                <c:pt idx="472">
                  <c:v>22.059009032504264</c:v>
                </c:pt>
                <c:pt idx="473">
                  <c:v>22.093624186953821</c:v>
                </c:pt>
                <c:pt idx="474">
                  <c:v>22.09277663583272</c:v>
                </c:pt>
                <c:pt idx="475">
                  <c:v>22.090101430595318</c:v>
                </c:pt>
                <c:pt idx="476">
                  <c:v>22.125470730694975</c:v>
                </c:pt>
                <c:pt idx="477">
                  <c:v>22.110732884994221</c:v>
                </c:pt>
                <c:pt idx="478">
                  <c:v>22.078402941472255</c:v>
                </c:pt>
                <c:pt idx="479">
                  <c:v>22.075486987866054</c:v>
                </c:pt>
                <c:pt idx="480">
                  <c:v>22.087494681306911</c:v>
                </c:pt>
                <c:pt idx="481">
                  <c:v>22.103277681916815</c:v>
                </c:pt>
                <c:pt idx="482">
                  <c:v>22.118933946995977</c:v>
                </c:pt>
                <c:pt idx="483">
                  <c:v>22.137100415424506</c:v>
                </c:pt>
                <c:pt idx="484">
                  <c:v>22.125084323576957</c:v>
                </c:pt>
                <c:pt idx="485">
                  <c:v>22.113219349442979</c:v>
                </c:pt>
                <c:pt idx="486">
                  <c:v>22.130382252944429</c:v>
                </c:pt>
                <c:pt idx="487">
                  <c:v>22.137135652994704</c:v>
                </c:pt>
                <c:pt idx="488">
                  <c:v>22.141389830165632</c:v>
                </c:pt>
                <c:pt idx="489">
                  <c:v>22.147307508339974</c:v>
                </c:pt>
                <c:pt idx="490">
                  <c:v>22.122738514571306</c:v>
                </c:pt>
                <c:pt idx="491">
                  <c:v>22.132602550442439</c:v>
                </c:pt>
                <c:pt idx="492">
                  <c:v>22.135669648565635</c:v>
                </c:pt>
                <c:pt idx="493">
                  <c:v>22.131699069506571</c:v>
                </c:pt>
                <c:pt idx="494">
                  <c:v>22.145150100612913</c:v>
                </c:pt>
                <c:pt idx="495">
                  <c:v>22.151383532075375</c:v>
                </c:pt>
                <c:pt idx="496">
                  <c:v>22.131528617588664</c:v>
                </c:pt>
                <c:pt idx="497">
                  <c:v>22.127955837103503</c:v>
                </c:pt>
                <c:pt idx="498">
                  <c:v>22.151958090306675</c:v>
                </c:pt>
                <c:pt idx="499">
                  <c:v>22.144845595829072</c:v>
                </c:pt>
                <c:pt idx="500">
                  <c:v>22.129197496860247</c:v>
                </c:pt>
                <c:pt idx="501">
                  <c:v>22.134848052094995</c:v>
                </c:pt>
                <c:pt idx="502">
                  <c:v>22.15429552770906</c:v>
                </c:pt>
                <c:pt idx="503">
                  <c:v>22.161581020429999</c:v>
                </c:pt>
                <c:pt idx="504">
                  <c:v>22.169953499272985</c:v>
                </c:pt>
                <c:pt idx="505">
                  <c:v>22.173471502490681</c:v>
                </c:pt>
                <c:pt idx="506">
                  <c:v>22.154743484426746</c:v>
                </c:pt>
                <c:pt idx="507">
                  <c:v>22.170485690222876</c:v>
                </c:pt>
                <c:pt idx="508">
                  <c:v>22.192846912627765</c:v>
                </c:pt>
                <c:pt idx="509">
                  <c:v>22.203919157580483</c:v>
                </c:pt>
                <c:pt idx="510">
                  <c:v>22.20749191126222</c:v>
                </c:pt>
                <c:pt idx="511">
                  <c:v>22.21760286029004</c:v>
                </c:pt>
                <c:pt idx="512">
                  <c:v>22.217539086006045</c:v>
                </c:pt>
                <c:pt idx="513">
                  <c:v>22.235008861927263</c:v>
                </c:pt>
                <c:pt idx="514">
                  <c:v>22.265533389241707</c:v>
                </c:pt>
                <c:pt idx="515">
                  <c:v>22.270862982389293</c:v>
                </c:pt>
                <c:pt idx="516">
                  <c:v>22.266206048010723</c:v>
                </c:pt>
                <c:pt idx="517">
                  <c:v>22.273126013482194</c:v>
                </c:pt>
                <c:pt idx="518">
                  <c:v>22.271846882536451</c:v>
                </c:pt>
                <c:pt idx="519">
                  <c:v>22.287959332984961</c:v>
                </c:pt>
                <c:pt idx="520">
                  <c:v>22.290355863006333</c:v>
                </c:pt>
                <c:pt idx="521">
                  <c:v>22.282075212699478</c:v>
                </c:pt>
                <c:pt idx="522">
                  <c:v>22.264155228572822</c:v>
                </c:pt>
                <c:pt idx="523">
                  <c:v>22.270953685181542</c:v>
                </c:pt>
                <c:pt idx="524">
                  <c:v>22.2736057769316</c:v>
                </c:pt>
                <c:pt idx="525">
                  <c:v>22.284336099518331</c:v>
                </c:pt>
                <c:pt idx="526">
                  <c:v>22.291962710502489</c:v>
                </c:pt>
                <c:pt idx="527">
                  <c:v>22.301171759996553</c:v>
                </c:pt>
                <c:pt idx="528">
                  <c:v>22.291741975358146</c:v>
                </c:pt>
                <c:pt idx="529">
                  <c:v>22.289648860114635</c:v>
                </c:pt>
                <c:pt idx="530">
                  <c:v>22.28543925704049</c:v>
                </c:pt>
                <c:pt idx="531">
                  <c:v>22.294953704765913</c:v>
                </c:pt>
                <c:pt idx="532">
                  <c:v>22.291797011725389</c:v>
                </c:pt>
                <c:pt idx="533">
                  <c:v>22.267223023585085</c:v>
                </c:pt>
                <c:pt idx="534">
                  <c:v>22.255776084611337</c:v>
                </c:pt>
                <c:pt idx="535">
                  <c:v>22.264626468532885</c:v>
                </c:pt>
                <c:pt idx="536">
                  <c:v>22.248488340402648</c:v>
                </c:pt>
                <c:pt idx="537">
                  <c:v>22.273676913223159</c:v>
                </c:pt>
                <c:pt idx="538">
                  <c:v>22.282508427533077</c:v>
                </c:pt>
                <c:pt idx="539">
                  <c:v>22.305412276354897</c:v>
                </c:pt>
                <c:pt idx="540">
                  <c:v>22.351220545804946</c:v>
                </c:pt>
                <c:pt idx="541">
                  <c:v>22.334924885007943</c:v>
                </c:pt>
                <c:pt idx="542">
                  <c:v>22.334451643725437</c:v>
                </c:pt>
                <c:pt idx="543">
                  <c:v>22.318743656969328</c:v>
                </c:pt>
                <c:pt idx="544">
                  <c:v>22.339855571706703</c:v>
                </c:pt>
                <c:pt idx="545">
                  <c:v>22.374277781697035</c:v>
                </c:pt>
                <c:pt idx="546">
                  <c:v>22.352209199092915</c:v>
                </c:pt>
                <c:pt idx="547">
                  <c:v>22.311010368351258</c:v>
                </c:pt>
                <c:pt idx="548">
                  <c:v>22.320054308743586</c:v>
                </c:pt>
                <c:pt idx="549">
                  <c:v>22.333232159336141</c:v>
                </c:pt>
                <c:pt idx="550">
                  <c:v>22.410634269830727</c:v>
                </c:pt>
                <c:pt idx="551">
                  <c:v>22.439197072293982</c:v>
                </c:pt>
                <c:pt idx="552">
                  <c:v>22.44905547944574</c:v>
                </c:pt>
                <c:pt idx="553">
                  <c:v>22.403180129955871</c:v>
                </c:pt>
                <c:pt idx="554">
                  <c:v>22.395560380648671</c:v>
                </c:pt>
                <c:pt idx="555">
                  <c:v>22.320415940561865</c:v>
                </c:pt>
                <c:pt idx="556">
                  <c:v>22.299583514077767</c:v>
                </c:pt>
                <c:pt idx="557">
                  <c:v>22.297624326617537</c:v>
                </c:pt>
                <c:pt idx="558">
                  <c:v>22.27585499532584</c:v>
                </c:pt>
                <c:pt idx="559">
                  <c:v>22.230352016893448</c:v>
                </c:pt>
                <c:pt idx="560">
                  <c:v>22.193307431217587</c:v>
                </c:pt>
                <c:pt idx="561">
                  <c:v>22.169222176739787</c:v>
                </c:pt>
                <c:pt idx="562">
                  <c:v>22.139873488903273</c:v>
                </c:pt>
                <c:pt idx="563">
                  <c:v>22.035679462639919</c:v>
                </c:pt>
                <c:pt idx="564">
                  <c:v>22.115271348231605</c:v>
                </c:pt>
                <c:pt idx="565">
                  <c:v>22.187479651732726</c:v>
                </c:pt>
                <c:pt idx="566">
                  <c:v>22.175669722900469</c:v>
                </c:pt>
                <c:pt idx="567">
                  <c:v>22.098807236839143</c:v>
                </c:pt>
                <c:pt idx="568">
                  <c:v>22.001874328373162</c:v>
                </c:pt>
                <c:pt idx="569">
                  <c:v>22.081197868677368</c:v>
                </c:pt>
                <c:pt idx="570">
                  <c:v>22.103317377790137</c:v>
                </c:pt>
                <c:pt idx="571">
                  <c:v>22.019406495409932</c:v>
                </c:pt>
                <c:pt idx="572">
                  <c:v>21.915760469650337</c:v>
                </c:pt>
                <c:pt idx="573">
                  <c:v>21.931474071724107</c:v>
                </c:pt>
                <c:pt idx="574">
                  <c:v>22.029823959478509</c:v>
                </c:pt>
                <c:pt idx="575">
                  <c:v>21.98532948115394</c:v>
                </c:pt>
                <c:pt idx="576">
                  <c:v>21.807853478752282</c:v>
                </c:pt>
                <c:pt idx="577">
                  <c:v>21.941166708622962</c:v>
                </c:pt>
                <c:pt idx="578">
                  <c:v>21.882240141324814</c:v>
                </c:pt>
                <c:pt idx="579">
                  <c:v>21.868968585956335</c:v>
                </c:pt>
                <c:pt idx="580">
                  <c:v>21.854767049998539</c:v>
                </c:pt>
                <c:pt idx="581">
                  <c:v>21.785742939852614</c:v>
                </c:pt>
                <c:pt idx="582">
                  <c:v>22.228147774647375</c:v>
                </c:pt>
                <c:pt idx="583">
                  <c:v>22.231418936184188</c:v>
                </c:pt>
                <c:pt idx="584">
                  <c:v>21.703097954226752</c:v>
                </c:pt>
                <c:pt idx="585">
                  <c:v>21.408554181052065</c:v>
                </c:pt>
                <c:pt idx="586">
                  <c:v>21.378733475956146</c:v>
                </c:pt>
                <c:pt idx="587">
                  <c:v>21.078916789944554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1B0C-4B9C-BBFB-FF685BE46DCA}"/>
            </c:ext>
          </c:extLst>
        </c:ser>
        <c:ser>
          <c:idx val="25"/>
          <c:order val="25"/>
          <c:tx>
            <c:strRef>
              <c:f>Sheet2!$X$1</c:f>
              <c:strCache>
                <c:ptCount val="1"/>
                <c:pt idx="0">
                  <c:v>S14_n3_z_o/O-PTIR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Sheet2!$X$2:$X$589</c:f>
              <c:numCache>
                <c:formatCode>General</c:formatCode>
                <c:ptCount val="588"/>
                <c:pt idx="0">
                  <c:v>22.69510267349548</c:v>
                </c:pt>
                <c:pt idx="1">
                  <c:v>22.706212053094148</c:v>
                </c:pt>
                <c:pt idx="2">
                  <c:v>22.963184998217518</c:v>
                </c:pt>
                <c:pt idx="3">
                  <c:v>23.427015431209224</c:v>
                </c:pt>
                <c:pt idx="4">
                  <c:v>23.136721100744712</c:v>
                </c:pt>
                <c:pt idx="5">
                  <c:v>22.9622657862514</c:v>
                </c:pt>
                <c:pt idx="6">
                  <c:v>23.065666064939599</c:v>
                </c:pt>
                <c:pt idx="7">
                  <c:v>22.994050736024057</c:v>
                </c:pt>
                <c:pt idx="8">
                  <c:v>23.027746765995186</c:v>
                </c:pt>
                <c:pt idx="9">
                  <c:v>23.053652175401659</c:v>
                </c:pt>
                <c:pt idx="10">
                  <c:v>23.054504958526039</c:v>
                </c:pt>
                <c:pt idx="11">
                  <c:v>23.005889394121755</c:v>
                </c:pt>
                <c:pt idx="12">
                  <c:v>23.092093430572909</c:v>
                </c:pt>
                <c:pt idx="13">
                  <c:v>23.13231760974859</c:v>
                </c:pt>
                <c:pt idx="14">
                  <c:v>23.200533071114105</c:v>
                </c:pt>
                <c:pt idx="15">
                  <c:v>23.197089953586776</c:v>
                </c:pt>
                <c:pt idx="16">
                  <c:v>23.235514703624304</c:v>
                </c:pt>
                <c:pt idx="17">
                  <c:v>23.221739586971339</c:v>
                </c:pt>
                <c:pt idx="18">
                  <c:v>23.139925922051038</c:v>
                </c:pt>
                <c:pt idx="19">
                  <c:v>23.126743833839402</c:v>
                </c:pt>
                <c:pt idx="20">
                  <c:v>23.184666219345157</c:v>
                </c:pt>
                <c:pt idx="21">
                  <c:v>23.211203792063117</c:v>
                </c:pt>
                <c:pt idx="22">
                  <c:v>23.216430954203446</c:v>
                </c:pt>
                <c:pt idx="23">
                  <c:v>23.2980964961288</c:v>
                </c:pt>
                <c:pt idx="24">
                  <c:v>23.344049601854927</c:v>
                </c:pt>
                <c:pt idx="25">
                  <c:v>23.31791143072245</c:v>
                </c:pt>
                <c:pt idx="26">
                  <c:v>23.290354592978751</c:v>
                </c:pt>
                <c:pt idx="27">
                  <c:v>23.29792022678447</c:v>
                </c:pt>
                <c:pt idx="28">
                  <c:v>23.343468506702767</c:v>
                </c:pt>
                <c:pt idx="29">
                  <c:v>23.397126034798568</c:v>
                </c:pt>
                <c:pt idx="30">
                  <c:v>23.387147086980399</c:v>
                </c:pt>
                <c:pt idx="31">
                  <c:v>23.365998723555307</c:v>
                </c:pt>
                <c:pt idx="32">
                  <c:v>23.38176530469967</c:v>
                </c:pt>
                <c:pt idx="33">
                  <c:v>23.399540803217892</c:v>
                </c:pt>
                <c:pt idx="34">
                  <c:v>23.467139321878268</c:v>
                </c:pt>
                <c:pt idx="35">
                  <c:v>23.485317214245288</c:v>
                </c:pt>
                <c:pt idx="36">
                  <c:v>23.529850771178978</c:v>
                </c:pt>
                <c:pt idx="37">
                  <c:v>23.570529339249131</c:v>
                </c:pt>
                <c:pt idx="38">
                  <c:v>23.602207036201094</c:v>
                </c:pt>
                <c:pt idx="39">
                  <c:v>23.640859496285014</c:v>
                </c:pt>
                <c:pt idx="40">
                  <c:v>23.748745967478126</c:v>
                </c:pt>
                <c:pt idx="41">
                  <c:v>23.835889211009544</c:v>
                </c:pt>
                <c:pt idx="42">
                  <c:v>23.87320309223114</c:v>
                </c:pt>
                <c:pt idx="43">
                  <c:v>23.92046969426174</c:v>
                </c:pt>
                <c:pt idx="44">
                  <c:v>23.986757935386947</c:v>
                </c:pt>
                <c:pt idx="45">
                  <c:v>24.038802621632762</c:v>
                </c:pt>
                <c:pt idx="46">
                  <c:v>24.087147487538356</c:v>
                </c:pt>
                <c:pt idx="47">
                  <c:v>24.076233427629759</c:v>
                </c:pt>
                <c:pt idx="48">
                  <c:v>24.05078512220928</c:v>
                </c:pt>
                <c:pt idx="49">
                  <c:v>24.047377136952861</c:v>
                </c:pt>
                <c:pt idx="50">
                  <c:v>24.011069419173793</c:v>
                </c:pt>
                <c:pt idx="51">
                  <c:v>23.969496653147516</c:v>
                </c:pt>
                <c:pt idx="52">
                  <c:v>23.952412474748158</c:v>
                </c:pt>
                <c:pt idx="53">
                  <c:v>23.929290266613283</c:v>
                </c:pt>
                <c:pt idx="54">
                  <c:v>23.918667469562841</c:v>
                </c:pt>
                <c:pt idx="55">
                  <c:v>23.911427193727185</c:v>
                </c:pt>
                <c:pt idx="56">
                  <c:v>23.878829977833885</c:v>
                </c:pt>
                <c:pt idx="57">
                  <c:v>23.823873902828833</c:v>
                </c:pt>
                <c:pt idx="58">
                  <c:v>23.784667719053225</c:v>
                </c:pt>
                <c:pt idx="59">
                  <c:v>23.768172360852365</c:v>
                </c:pt>
                <c:pt idx="60">
                  <c:v>23.750730732160818</c:v>
                </c:pt>
                <c:pt idx="61">
                  <c:v>23.735630317049253</c:v>
                </c:pt>
                <c:pt idx="62">
                  <c:v>23.716465859968373</c:v>
                </c:pt>
                <c:pt idx="63">
                  <c:v>23.700956732683068</c:v>
                </c:pt>
                <c:pt idx="64">
                  <c:v>23.661920404555907</c:v>
                </c:pt>
                <c:pt idx="65">
                  <c:v>23.608906654164169</c:v>
                </c:pt>
                <c:pt idx="66">
                  <c:v>23.55906517974466</c:v>
                </c:pt>
                <c:pt idx="67">
                  <c:v>23.493674856042329</c:v>
                </c:pt>
                <c:pt idx="68">
                  <c:v>23.478534194393063</c:v>
                </c:pt>
                <c:pt idx="69">
                  <c:v>23.441744567241951</c:v>
                </c:pt>
                <c:pt idx="70">
                  <c:v>23.404384192685928</c:v>
                </c:pt>
                <c:pt idx="71">
                  <c:v>23.368204677296202</c:v>
                </c:pt>
                <c:pt idx="72">
                  <c:v>23.348511436025078</c:v>
                </c:pt>
                <c:pt idx="73">
                  <c:v>23.313118039470982</c:v>
                </c:pt>
                <c:pt idx="74">
                  <c:v>23.284021461704658</c:v>
                </c:pt>
                <c:pt idx="75">
                  <c:v>23.271813146579227</c:v>
                </c:pt>
                <c:pt idx="76">
                  <c:v>23.258814850095</c:v>
                </c:pt>
                <c:pt idx="77">
                  <c:v>23.259361254066857</c:v>
                </c:pt>
                <c:pt idx="78">
                  <c:v>23.254273881885375</c:v>
                </c:pt>
                <c:pt idx="79">
                  <c:v>23.233155917948181</c:v>
                </c:pt>
                <c:pt idx="80">
                  <c:v>23.238793818894777</c:v>
                </c:pt>
                <c:pt idx="81">
                  <c:v>23.236490777534495</c:v>
                </c:pt>
                <c:pt idx="82">
                  <c:v>23.246616596603992</c:v>
                </c:pt>
                <c:pt idx="83">
                  <c:v>23.265340010761658</c:v>
                </c:pt>
                <c:pt idx="84">
                  <c:v>23.302927821172617</c:v>
                </c:pt>
                <c:pt idx="85">
                  <c:v>23.311348717747215</c:v>
                </c:pt>
                <c:pt idx="86">
                  <c:v>23.293682395115329</c:v>
                </c:pt>
                <c:pt idx="87">
                  <c:v>23.316762926148368</c:v>
                </c:pt>
                <c:pt idx="88">
                  <c:v>23.314238242717902</c:v>
                </c:pt>
                <c:pt idx="89">
                  <c:v>23.315129317275662</c:v>
                </c:pt>
                <c:pt idx="90">
                  <c:v>23.306592378106874</c:v>
                </c:pt>
                <c:pt idx="91">
                  <c:v>23.306242819760172</c:v>
                </c:pt>
                <c:pt idx="92">
                  <c:v>23.279539718850277</c:v>
                </c:pt>
                <c:pt idx="93">
                  <c:v>23.282853310716433</c:v>
                </c:pt>
                <c:pt idx="94">
                  <c:v>23.254785332406836</c:v>
                </c:pt>
                <c:pt idx="95">
                  <c:v>23.246546761231407</c:v>
                </c:pt>
                <c:pt idx="96">
                  <c:v>23.227197737534208</c:v>
                </c:pt>
                <c:pt idx="97">
                  <c:v>23.231947377365842</c:v>
                </c:pt>
                <c:pt idx="98">
                  <c:v>23.21425656824449</c:v>
                </c:pt>
                <c:pt idx="99">
                  <c:v>23.203181450656885</c:v>
                </c:pt>
                <c:pt idx="100">
                  <c:v>23.174428852037131</c:v>
                </c:pt>
                <c:pt idx="101">
                  <c:v>23.176984888664915</c:v>
                </c:pt>
                <c:pt idx="102">
                  <c:v>23.162115426211788</c:v>
                </c:pt>
                <c:pt idx="103">
                  <c:v>23.147125951348993</c:v>
                </c:pt>
                <c:pt idx="104">
                  <c:v>23.140353732255999</c:v>
                </c:pt>
                <c:pt idx="105">
                  <c:v>23.136215396322534</c:v>
                </c:pt>
                <c:pt idx="106">
                  <c:v>23.119487249572597</c:v>
                </c:pt>
                <c:pt idx="107">
                  <c:v>23.107963793184677</c:v>
                </c:pt>
                <c:pt idx="108">
                  <c:v>23.09113454727509</c:v>
                </c:pt>
                <c:pt idx="109">
                  <c:v>23.056714911885834</c:v>
                </c:pt>
                <c:pt idx="110">
                  <c:v>23.028455389979413</c:v>
                </c:pt>
                <c:pt idx="111">
                  <c:v>23.013598559705642</c:v>
                </c:pt>
                <c:pt idx="112">
                  <c:v>23.017396740271259</c:v>
                </c:pt>
                <c:pt idx="113">
                  <c:v>23.045489424125453</c:v>
                </c:pt>
                <c:pt idx="114">
                  <c:v>23.063759915716883</c:v>
                </c:pt>
                <c:pt idx="115">
                  <c:v>23.064551846219313</c:v>
                </c:pt>
                <c:pt idx="116">
                  <c:v>23.078671114878688</c:v>
                </c:pt>
                <c:pt idx="117">
                  <c:v>23.034937717171559</c:v>
                </c:pt>
                <c:pt idx="118">
                  <c:v>23.058775114983977</c:v>
                </c:pt>
                <c:pt idx="119">
                  <c:v>23.073207754678087</c:v>
                </c:pt>
                <c:pt idx="120">
                  <c:v>23.092763304151095</c:v>
                </c:pt>
                <c:pt idx="121">
                  <c:v>23.103117995600346</c:v>
                </c:pt>
                <c:pt idx="122">
                  <c:v>23.110030445742805</c:v>
                </c:pt>
                <c:pt idx="123">
                  <c:v>23.130623404563348</c:v>
                </c:pt>
                <c:pt idx="124">
                  <c:v>23.15565498665093</c:v>
                </c:pt>
                <c:pt idx="125">
                  <c:v>23.151924814508284</c:v>
                </c:pt>
                <c:pt idx="126">
                  <c:v>23.149320198306707</c:v>
                </c:pt>
                <c:pt idx="127">
                  <c:v>23.13918928881316</c:v>
                </c:pt>
                <c:pt idx="128">
                  <c:v>23.113625393810462</c:v>
                </c:pt>
                <c:pt idx="129">
                  <c:v>23.135799018709299</c:v>
                </c:pt>
                <c:pt idx="130">
                  <c:v>23.178389261556145</c:v>
                </c:pt>
                <c:pt idx="131">
                  <c:v>23.202393925099859</c:v>
                </c:pt>
                <c:pt idx="132">
                  <c:v>23.166420947407314</c:v>
                </c:pt>
                <c:pt idx="133">
                  <c:v>23.182439903908055</c:v>
                </c:pt>
                <c:pt idx="134">
                  <c:v>23.223145640775428</c:v>
                </c:pt>
                <c:pt idx="135">
                  <c:v>23.214658723665938</c:v>
                </c:pt>
                <c:pt idx="136">
                  <c:v>23.218043533783344</c:v>
                </c:pt>
                <c:pt idx="137">
                  <c:v>23.261857803069304</c:v>
                </c:pt>
                <c:pt idx="138">
                  <c:v>23.278151427884211</c:v>
                </c:pt>
                <c:pt idx="139">
                  <c:v>23.327789476083542</c:v>
                </c:pt>
                <c:pt idx="140">
                  <c:v>23.372191993342344</c:v>
                </c:pt>
                <c:pt idx="141">
                  <c:v>23.412145861463788</c:v>
                </c:pt>
                <c:pt idx="142">
                  <c:v>23.452971396156205</c:v>
                </c:pt>
                <c:pt idx="143">
                  <c:v>23.500078394914667</c:v>
                </c:pt>
                <c:pt idx="144">
                  <c:v>23.548426551117775</c:v>
                </c:pt>
                <c:pt idx="145">
                  <c:v>23.57653727945231</c:v>
                </c:pt>
                <c:pt idx="146">
                  <c:v>23.574846352643217</c:v>
                </c:pt>
                <c:pt idx="147">
                  <c:v>23.640296664668327</c:v>
                </c:pt>
                <c:pt idx="148">
                  <c:v>23.633257001610051</c:v>
                </c:pt>
                <c:pt idx="149">
                  <c:v>23.624463466920684</c:v>
                </c:pt>
                <c:pt idx="150">
                  <c:v>23.676612107493735</c:v>
                </c:pt>
                <c:pt idx="151">
                  <c:v>23.724914247217121</c:v>
                </c:pt>
                <c:pt idx="152">
                  <c:v>23.728348316426292</c:v>
                </c:pt>
                <c:pt idx="153">
                  <c:v>23.704312693090394</c:v>
                </c:pt>
                <c:pt idx="154">
                  <c:v>23.727984810079256</c:v>
                </c:pt>
                <c:pt idx="155">
                  <c:v>23.698845029276015</c:v>
                </c:pt>
                <c:pt idx="156">
                  <c:v>23.692930123427164</c:v>
                </c:pt>
                <c:pt idx="157">
                  <c:v>23.699166429351973</c:v>
                </c:pt>
                <c:pt idx="158">
                  <c:v>23.64567315386175</c:v>
                </c:pt>
                <c:pt idx="159">
                  <c:v>23.653581598519995</c:v>
                </c:pt>
                <c:pt idx="160">
                  <c:v>23.698995476937686</c:v>
                </c:pt>
                <c:pt idx="161">
                  <c:v>23.700808049383834</c:v>
                </c:pt>
                <c:pt idx="162">
                  <c:v>23.655755006926789</c:v>
                </c:pt>
                <c:pt idx="163">
                  <c:v>23.635033857638266</c:v>
                </c:pt>
                <c:pt idx="164">
                  <c:v>23.621565716206213</c:v>
                </c:pt>
                <c:pt idx="165">
                  <c:v>23.607788668291661</c:v>
                </c:pt>
                <c:pt idx="166">
                  <c:v>23.614565298290742</c:v>
                </c:pt>
                <c:pt idx="167">
                  <c:v>23.634278090605065</c:v>
                </c:pt>
                <c:pt idx="168">
                  <c:v>23.635731686823952</c:v>
                </c:pt>
                <c:pt idx="169">
                  <c:v>23.601393379005842</c:v>
                </c:pt>
                <c:pt idx="170">
                  <c:v>23.575909452538362</c:v>
                </c:pt>
                <c:pt idx="171">
                  <c:v>23.554402875853544</c:v>
                </c:pt>
                <c:pt idx="172">
                  <c:v>23.555088831356898</c:v>
                </c:pt>
                <c:pt idx="173">
                  <c:v>23.563015301123258</c:v>
                </c:pt>
                <c:pt idx="174">
                  <c:v>23.585339397526496</c:v>
                </c:pt>
                <c:pt idx="175">
                  <c:v>23.58629224861221</c:v>
                </c:pt>
                <c:pt idx="176">
                  <c:v>23.592862877375666</c:v>
                </c:pt>
                <c:pt idx="177">
                  <c:v>23.58021101583978</c:v>
                </c:pt>
                <c:pt idx="178">
                  <c:v>23.578079475276702</c:v>
                </c:pt>
                <c:pt idx="179">
                  <c:v>23.56334790728495</c:v>
                </c:pt>
                <c:pt idx="180">
                  <c:v>23.570906054471688</c:v>
                </c:pt>
                <c:pt idx="181">
                  <c:v>23.580025519356774</c:v>
                </c:pt>
                <c:pt idx="182">
                  <c:v>23.595596780811061</c:v>
                </c:pt>
                <c:pt idx="183">
                  <c:v>23.585185468825433</c:v>
                </c:pt>
                <c:pt idx="184">
                  <c:v>23.555684709005135</c:v>
                </c:pt>
                <c:pt idx="185">
                  <c:v>23.561883820262395</c:v>
                </c:pt>
                <c:pt idx="186">
                  <c:v>23.572696739286553</c:v>
                </c:pt>
                <c:pt idx="187">
                  <c:v>23.563832677785264</c:v>
                </c:pt>
                <c:pt idx="188">
                  <c:v>23.522635625586652</c:v>
                </c:pt>
                <c:pt idx="189">
                  <c:v>23.519729863713014</c:v>
                </c:pt>
                <c:pt idx="190">
                  <c:v>23.538303307063725</c:v>
                </c:pt>
                <c:pt idx="191">
                  <c:v>23.527135369706414</c:v>
                </c:pt>
                <c:pt idx="192">
                  <c:v>23.510422231958536</c:v>
                </c:pt>
                <c:pt idx="193">
                  <c:v>23.521912570786697</c:v>
                </c:pt>
                <c:pt idx="194">
                  <c:v>23.514500674940159</c:v>
                </c:pt>
                <c:pt idx="195">
                  <c:v>23.504469082361773</c:v>
                </c:pt>
                <c:pt idx="196">
                  <c:v>23.524427121054529</c:v>
                </c:pt>
                <c:pt idx="197">
                  <c:v>23.505316691612528</c:v>
                </c:pt>
                <c:pt idx="198">
                  <c:v>23.489108304577403</c:v>
                </c:pt>
                <c:pt idx="199">
                  <c:v>23.452290161514505</c:v>
                </c:pt>
                <c:pt idx="200">
                  <c:v>23.433467704633141</c:v>
                </c:pt>
                <c:pt idx="201">
                  <c:v>23.41390087754619</c:v>
                </c:pt>
                <c:pt idx="202">
                  <c:v>23.392998070455093</c:v>
                </c:pt>
                <c:pt idx="203">
                  <c:v>23.452156975993418</c:v>
                </c:pt>
                <c:pt idx="204">
                  <c:v>23.45966567334651</c:v>
                </c:pt>
                <c:pt idx="205">
                  <c:v>23.40040574613743</c:v>
                </c:pt>
                <c:pt idx="206">
                  <c:v>23.372119416055163</c:v>
                </c:pt>
                <c:pt idx="207">
                  <c:v>23.340141252949106</c:v>
                </c:pt>
                <c:pt idx="208">
                  <c:v>23.323690695248448</c:v>
                </c:pt>
                <c:pt idx="209">
                  <c:v>23.293623813513946</c:v>
                </c:pt>
                <c:pt idx="210">
                  <c:v>23.297757404743024</c:v>
                </c:pt>
                <c:pt idx="211">
                  <c:v>23.288653366107877</c:v>
                </c:pt>
                <c:pt idx="212">
                  <c:v>23.253397518295486</c:v>
                </c:pt>
                <c:pt idx="213">
                  <c:v>23.245780121910769</c:v>
                </c:pt>
                <c:pt idx="214">
                  <c:v>23.278383203117027</c:v>
                </c:pt>
                <c:pt idx="215">
                  <c:v>23.26621224955829</c:v>
                </c:pt>
                <c:pt idx="216">
                  <c:v>23.239552494741723</c:v>
                </c:pt>
                <c:pt idx="217">
                  <c:v>23.285215386690069</c:v>
                </c:pt>
                <c:pt idx="218">
                  <c:v>23.287513039592103</c:v>
                </c:pt>
                <c:pt idx="219">
                  <c:v>23.271638665440069</c:v>
                </c:pt>
                <c:pt idx="220">
                  <c:v>23.294715047837112</c:v>
                </c:pt>
                <c:pt idx="221">
                  <c:v>23.30404730913747</c:v>
                </c:pt>
                <c:pt idx="222">
                  <c:v>23.290711399517079</c:v>
                </c:pt>
                <c:pt idx="223">
                  <c:v>23.29205870482064</c:v>
                </c:pt>
                <c:pt idx="224">
                  <c:v>23.279455339408969</c:v>
                </c:pt>
                <c:pt idx="225">
                  <c:v>23.264376096646625</c:v>
                </c:pt>
                <c:pt idx="226">
                  <c:v>23.294283518165397</c:v>
                </c:pt>
                <c:pt idx="227">
                  <c:v>23.305793479564962</c:v>
                </c:pt>
                <c:pt idx="228">
                  <c:v>23.307505697936953</c:v>
                </c:pt>
                <c:pt idx="229">
                  <c:v>23.276987520902924</c:v>
                </c:pt>
                <c:pt idx="230">
                  <c:v>23.28201118529487</c:v>
                </c:pt>
                <c:pt idx="231">
                  <c:v>23.278274265658048</c:v>
                </c:pt>
                <c:pt idx="232">
                  <c:v>23.319865462118948</c:v>
                </c:pt>
                <c:pt idx="233">
                  <c:v>23.328495960182249</c:v>
                </c:pt>
                <c:pt idx="234">
                  <c:v>23.314136911091584</c:v>
                </c:pt>
                <c:pt idx="235">
                  <c:v>23.326065741670252</c:v>
                </c:pt>
                <c:pt idx="236">
                  <c:v>23.330645835809005</c:v>
                </c:pt>
                <c:pt idx="237">
                  <c:v>23.341288756128296</c:v>
                </c:pt>
                <c:pt idx="238">
                  <c:v>23.343968059699158</c:v>
                </c:pt>
                <c:pt idx="239">
                  <c:v>23.332662239801842</c:v>
                </c:pt>
                <c:pt idx="240">
                  <c:v>23.312091919658755</c:v>
                </c:pt>
                <c:pt idx="241">
                  <c:v>23.28711596267334</c:v>
                </c:pt>
                <c:pt idx="242">
                  <c:v>23.327653119478619</c:v>
                </c:pt>
                <c:pt idx="243">
                  <c:v>23.346640258134808</c:v>
                </c:pt>
                <c:pt idx="244">
                  <c:v>23.379865038671962</c:v>
                </c:pt>
                <c:pt idx="245">
                  <c:v>23.400326826682576</c:v>
                </c:pt>
                <c:pt idx="246">
                  <c:v>23.392388769346709</c:v>
                </c:pt>
                <c:pt idx="247">
                  <c:v>23.432099417722249</c:v>
                </c:pt>
                <c:pt idx="248">
                  <c:v>23.48597980386775</c:v>
                </c:pt>
                <c:pt idx="249">
                  <c:v>23.518192722548569</c:v>
                </c:pt>
                <c:pt idx="250">
                  <c:v>23.516021364617036</c:v>
                </c:pt>
                <c:pt idx="251">
                  <c:v>23.609760557897125</c:v>
                </c:pt>
                <c:pt idx="252">
                  <c:v>23.614972293787517</c:v>
                </c:pt>
                <c:pt idx="253">
                  <c:v>23.670084681767193</c:v>
                </c:pt>
                <c:pt idx="254">
                  <c:v>23.705694331933223</c:v>
                </c:pt>
                <c:pt idx="255">
                  <c:v>23.68691498271783</c:v>
                </c:pt>
                <c:pt idx="256">
                  <c:v>23.760339879149754</c:v>
                </c:pt>
                <c:pt idx="257">
                  <c:v>23.841085878291036</c:v>
                </c:pt>
                <c:pt idx="258">
                  <c:v>23.920968102806821</c:v>
                </c:pt>
                <c:pt idx="259">
                  <c:v>24</c:v>
                </c:pt>
                <c:pt idx="260">
                  <c:v>23.849472417483629</c:v>
                </c:pt>
                <c:pt idx="261">
                  <c:v>23.61615970970611</c:v>
                </c:pt>
                <c:pt idx="262">
                  <c:v>23.584159802025184</c:v>
                </c:pt>
                <c:pt idx="263">
                  <c:v>23.591759673999231</c:v>
                </c:pt>
                <c:pt idx="264">
                  <c:v>23.591559633447503</c:v>
                </c:pt>
                <c:pt idx="265">
                  <c:v>23.565779770945699</c:v>
                </c:pt>
                <c:pt idx="266">
                  <c:v>23.561557842381205</c:v>
                </c:pt>
                <c:pt idx="267">
                  <c:v>23.615882609432912</c:v>
                </c:pt>
                <c:pt idx="268">
                  <c:v>23.562490570198065</c:v>
                </c:pt>
                <c:pt idx="269">
                  <c:v>23.581098060975219</c:v>
                </c:pt>
                <c:pt idx="270">
                  <c:v>23.545369149445694</c:v>
                </c:pt>
                <c:pt idx="271">
                  <c:v>23.60322679000291</c:v>
                </c:pt>
                <c:pt idx="272">
                  <c:v>23.658394493129194</c:v>
                </c:pt>
                <c:pt idx="273">
                  <c:v>23.662786086600246</c:v>
                </c:pt>
                <c:pt idx="274">
                  <c:v>23.721664863837951</c:v>
                </c:pt>
                <c:pt idx="275">
                  <c:v>23.7449890199434</c:v>
                </c:pt>
                <c:pt idx="276">
                  <c:v>23.791000301944404</c:v>
                </c:pt>
                <c:pt idx="277">
                  <c:v>23.958684830889197</c:v>
                </c:pt>
                <c:pt idx="278">
                  <c:v>24.550031977876994</c:v>
                </c:pt>
                <c:pt idx="279">
                  <c:v>24.660296714261214</c:v>
                </c:pt>
                <c:pt idx="280">
                  <c:v>24.44151911033407</c:v>
                </c:pt>
                <c:pt idx="281">
                  <c:v>24.106990747301907</c:v>
                </c:pt>
                <c:pt idx="282">
                  <c:v>23.84258196226477</c:v>
                </c:pt>
                <c:pt idx="283">
                  <c:v>23.807227953909894</c:v>
                </c:pt>
                <c:pt idx="284">
                  <c:v>23.752811773809878</c:v>
                </c:pt>
                <c:pt idx="285">
                  <c:v>23.578407599004098</c:v>
                </c:pt>
                <c:pt idx="286">
                  <c:v>23.538517176402099</c:v>
                </c:pt>
                <c:pt idx="287">
                  <c:v>23.927923696379356</c:v>
                </c:pt>
                <c:pt idx="288">
                  <c:v>23.910297524914224</c:v>
                </c:pt>
                <c:pt idx="289">
                  <c:v>23.985096096715292</c:v>
                </c:pt>
                <c:pt idx="290">
                  <c:v>23.884692143551579</c:v>
                </c:pt>
                <c:pt idx="291">
                  <c:v>23.799411637582025</c:v>
                </c:pt>
                <c:pt idx="292">
                  <c:v>23.813481140491508</c:v>
                </c:pt>
                <c:pt idx="293">
                  <c:v>23.954562612645002</c:v>
                </c:pt>
                <c:pt idx="294">
                  <c:v>23.805778887810774</c:v>
                </c:pt>
                <c:pt idx="295">
                  <c:v>23.883614070418471</c:v>
                </c:pt>
                <c:pt idx="296">
                  <c:v>23.984076199857057</c:v>
                </c:pt>
                <c:pt idx="297">
                  <c:v>24.106935050671535</c:v>
                </c:pt>
                <c:pt idx="298">
                  <c:v>24.093881820524476</c:v>
                </c:pt>
                <c:pt idx="299">
                  <c:v>24.135839217561529</c:v>
                </c:pt>
                <c:pt idx="300">
                  <c:v>24.145434392707404</c:v>
                </c:pt>
                <c:pt idx="301">
                  <c:v>24.01782807175023</c:v>
                </c:pt>
                <c:pt idx="302">
                  <c:v>23.711865356447944</c:v>
                </c:pt>
                <c:pt idx="303">
                  <c:v>23.765411896609503</c:v>
                </c:pt>
                <c:pt idx="304">
                  <c:v>23.978281461395657</c:v>
                </c:pt>
                <c:pt idx="305">
                  <c:v>24.203044831781867</c:v>
                </c:pt>
                <c:pt idx="306">
                  <c:v>24.327605386321938</c:v>
                </c:pt>
                <c:pt idx="307">
                  <c:v>24.318131809127646</c:v>
                </c:pt>
                <c:pt idx="308">
                  <c:v>24.336141371781299</c:v>
                </c:pt>
                <c:pt idx="309">
                  <c:v>24.252978959071939</c:v>
                </c:pt>
                <c:pt idx="310">
                  <c:v>24.212321849463834</c:v>
                </c:pt>
                <c:pt idx="311">
                  <c:v>24.04972011489528</c:v>
                </c:pt>
                <c:pt idx="312">
                  <c:v>24.016196465667317</c:v>
                </c:pt>
                <c:pt idx="313">
                  <c:v>24.319418363140883</c:v>
                </c:pt>
                <c:pt idx="314">
                  <c:v>24.33937015503691</c:v>
                </c:pt>
                <c:pt idx="315">
                  <c:v>24.335748634240417</c:v>
                </c:pt>
                <c:pt idx="316">
                  <c:v>24.292475976536458</c:v>
                </c:pt>
                <c:pt idx="317">
                  <c:v>24.219363372255483</c:v>
                </c:pt>
                <c:pt idx="318">
                  <c:v>24.275596654921415</c:v>
                </c:pt>
                <c:pt idx="319">
                  <c:v>24.248929699598698</c:v>
                </c:pt>
                <c:pt idx="320">
                  <c:v>24.22690749991369</c:v>
                </c:pt>
                <c:pt idx="321">
                  <c:v>24.245731625786544</c:v>
                </c:pt>
                <c:pt idx="322">
                  <c:v>24.187679047023025</c:v>
                </c:pt>
                <c:pt idx="323">
                  <c:v>24.029079458682162</c:v>
                </c:pt>
                <c:pt idx="324">
                  <c:v>23.843442494278218</c:v>
                </c:pt>
                <c:pt idx="325">
                  <c:v>23.681863517696176</c:v>
                </c:pt>
                <c:pt idx="326">
                  <c:v>23.519610554664048</c:v>
                </c:pt>
                <c:pt idx="327">
                  <c:v>23.392531229691951</c:v>
                </c:pt>
                <c:pt idx="328">
                  <c:v>23.388728384891181</c:v>
                </c:pt>
                <c:pt idx="329">
                  <c:v>23.350110925943127</c:v>
                </c:pt>
                <c:pt idx="330">
                  <c:v>23.341714635071671</c:v>
                </c:pt>
                <c:pt idx="331">
                  <c:v>23.355541371247224</c:v>
                </c:pt>
                <c:pt idx="332">
                  <c:v>23.310543500880367</c:v>
                </c:pt>
                <c:pt idx="333">
                  <c:v>23.300033646868485</c:v>
                </c:pt>
                <c:pt idx="334">
                  <c:v>23.32869147061421</c:v>
                </c:pt>
                <c:pt idx="335">
                  <c:v>23.376533946237874</c:v>
                </c:pt>
                <c:pt idx="336">
                  <c:v>23.39026609828128</c:v>
                </c:pt>
                <c:pt idx="337">
                  <c:v>23.374238987564965</c:v>
                </c:pt>
                <c:pt idx="338">
                  <c:v>23.382222298413009</c:v>
                </c:pt>
                <c:pt idx="339">
                  <c:v>23.394267004686718</c:v>
                </c:pt>
                <c:pt idx="340">
                  <c:v>23.38277962235777</c:v>
                </c:pt>
                <c:pt idx="341">
                  <c:v>23.341553267437099</c:v>
                </c:pt>
                <c:pt idx="342">
                  <c:v>23.344467445796401</c:v>
                </c:pt>
                <c:pt idx="343">
                  <c:v>23.349395167020269</c:v>
                </c:pt>
                <c:pt idx="344">
                  <c:v>23.324643856289722</c:v>
                </c:pt>
                <c:pt idx="345">
                  <c:v>23.34571282340525</c:v>
                </c:pt>
                <c:pt idx="346">
                  <c:v>23.339093221662861</c:v>
                </c:pt>
                <c:pt idx="347">
                  <c:v>23.370759092617963</c:v>
                </c:pt>
                <c:pt idx="348">
                  <c:v>23.365649141365868</c:v>
                </c:pt>
                <c:pt idx="349">
                  <c:v>23.330420045102827</c:v>
                </c:pt>
                <c:pt idx="350">
                  <c:v>23.279063245621948</c:v>
                </c:pt>
                <c:pt idx="351">
                  <c:v>23.383137644875614</c:v>
                </c:pt>
                <c:pt idx="352">
                  <c:v>23.369690699635512</c:v>
                </c:pt>
                <c:pt idx="353">
                  <c:v>23.355953850573187</c:v>
                </c:pt>
                <c:pt idx="354">
                  <c:v>23.329434434098392</c:v>
                </c:pt>
                <c:pt idx="355">
                  <c:v>23.288348822845993</c:v>
                </c:pt>
                <c:pt idx="356">
                  <c:v>23.350953885860438</c:v>
                </c:pt>
                <c:pt idx="357">
                  <c:v>23.395521704805187</c:v>
                </c:pt>
                <c:pt idx="358">
                  <c:v>23.285706022503344</c:v>
                </c:pt>
                <c:pt idx="359">
                  <c:v>23.297409729972436</c:v>
                </c:pt>
                <c:pt idx="360">
                  <c:v>23.439093684211933</c:v>
                </c:pt>
                <c:pt idx="361">
                  <c:v>23.473805846124321</c:v>
                </c:pt>
                <c:pt idx="362">
                  <c:v>23.438025625027777</c:v>
                </c:pt>
                <c:pt idx="363">
                  <c:v>23.362605854593266</c:v>
                </c:pt>
                <c:pt idx="364">
                  <c:v>23.383416151870215</c:v>
                </c:pt>
                <c:pt idx="365">
                  <c:v>23.382521310160229</c:v>
                </c:pt>
                <c:pt idx="366">
                  <c:v>23.338805416001374</c:v>
                </c:pt>
                <c:pt idx="367">
                  <c:v>23.360400663819906</c:v>
                </c:pt>
                <c:pt idx="368">
                  <c:v>23.380168842809042</c:v>
                </c:pt>
                <c:pt idx="369">
                  <c:v>23.34013982238497</c:v>
                </c:pt>
                <c:pt idx="370">
                  <c:v>23.363716353846797</c:v>
                </c:pt>
                <c:pt idx="371">
                  <c:v>23.402879048472663</c:v>
                </c:pt>
                <c:pt idx="372">
                  <c:v>23.398011196357899</c:v>
                </c:pt>
                <c:pt idx="373">
                  <c:v>23.352204079701878</c:v>
                </c:pt>
                <c:pt idx="374">
                  <c:v>23.271567423346081</c:v>
                </c:pt>
                <c:pt idx="375">
                  <c:v>23.406729364160022</c:v>
                </c:pt>
                <c:pt idx="376">
                  <c:v>23.430143312007758</c:v>
                </c:pt>
                <c:pt idx="377">
                  <c:v>23.440251725880259</c:v>
                </c:pt>
                <c:pt idx="378">
                  <c:v>23.446292235260277</c:v>
                </c:pt>
                <c:pt idx="379">
                  <c:v>23.397079088452163</c:v>
                </c:pt>
                <c:pt idx="380">
                  <c:v>23.333234179343531</c:v>
                </c:pt>
                <c:pt idx="381">
                  <c:v>23.341955494386752</c:v>
                </c:pt>
                <c:pt idx="382">
                  <c:v>23.278495216288899</c:v>
                </c:pt>
                <c:pt idx="383">
                  <c:v>23.384505049605288</c:v>
                </c:pt>
                <c:pt idx="384">
                  <c:v>23.387694277762527</c:v>
                </c:pt>
                <c:pt idx="385">
                  <c:v>23.359208026342216</c:v>
                </c:pt>
                <c:pt idx="386">
                  <c:v>23.394500639652911</c:v>
                </c:pt>
                <c:pt idx="387">
                  <c:v>23.408572073823976</c:v>
                </c:pt>
                <c:pt idx="388">
                  <c:v>23.404396829335798</c:v>
                </c:pt>
                <c:pt idx="389">
                  <c:v>23.379139861868541</c:v>
                </c:pt>
                <c:pt idx="390">
                  <c:v>23.358896282574182</c:v>
                </c:pt>
                <c:pt idx="391">
                  <c:v>23.35542611546331</c:v>
                </c:pt>
                <c:pt idx="392">
                  <c:v>23.442667757964571</c:v>
                </c:pt>
                <c:pt idx="393">
                  <c:v>23.483326345822285</c:v>
                </c:pt>
                <c:pt idx="394">
                  <c:v>23.512087694726006</c:v>
                </c:pt>
                <c:pt idx="395">
                  <c:v>23.535838540427839</c:v>
                </c:pt>
                <c:pt idx="396">
                  <c:v>23.543230694489296</c:v>
                </c:pt>
                <c:pt idx="397">
                  <c:v>23.526863419464103</c:v>
                </c:pt>
                <c:pt idx="398">
                  <c:v>23.496163846897591</c:v>
                </c:pt>
                <c:pt idx="399">
                  <c:v>23.384480610801294</c:v>
                </c:pt>
                <c:pt idx="400">
                  <c:v>23.500976646135843</c:v>
                </c:pt>
                <c:pt idx="401">
                  <c:v>23.526321044914564</c:v>
                </c:pt>
                <c:pt idx="402">
                  <c:v>23.521674906398189</c:v>
                </c:pt>
                <c:pt idx="403">
                  <c:v>23.523105041365238</c:v>
                </c:pt>
                <c:pt idx="404">
                  <c:v>23.490730230509659</c:v>
                </c:pt>
                <c:pt idx="405">
                  <c:v>23.478858550968237</c:v>
                </c:pt>
                <c:pt idx="406">
                  <c:v>23.410841902253555</c:v>
                </c:pt>
                <c:pt idx="407">
                  <c:v>23.326276654509414</c:v>
                </c:pt>
                <c:pt idx="408">
                  <c:v>23.312055702543372</c:v>
                </c:pt>
                <c:pt idx="409">
                  <c:v>23.280524161560663</c:v>
                </c:pt>
                <c:pt idx="410">
                  <c:v>23.232700426327188</c:v>
                </c:pt>
                <c:pt idx="411">
                  <c:v>23.174130674785658</c:v>
                </c:pt>
                <c:pt idx="412">
                  <c:v>23.163358908323154</c:v>
                </c:pt>
                <c:pt idx="413">
                  <c:v>23.186916866293945</c:v>
                </c:pt>
                <c:pt idx="414">
                  <c:v>23.157954356229926</c:v>
                </c:pt>
                <c:pt idx="415">
                  <c:v>23.159897002720168</c:v>
                </c:pt>
                <c:pt idx="416">
                  <c:v>23.160962021955534</c:v>
                </c:pt>
                <c:pt idx="417">
                  <c:v>23.169902022569723</c:v>
                </c:pt>
                <c:pt idx="418">
                  <c:v>23.187144731318121</c:v>
                </c:pt>
                <c:pt idx="419">
                  <c:v>23.123497049318413</c:v>
                </c:pt>
                <c:pt idx="420">
                  <c:v>23.169091321873687</c:v>
                </c:pt>
                <c:pt idx="421">
                  <c:v>23.157403374452834</c:v>
                </c:pt>
                <c:pt idx="422">
                  <c:v>23.098835637622464</c:v>
                </c:pt>
                <c:pt idx="423">
                  <c:v>23.105242621770095</c:v>
                </c:pt>
                <c:pt idx="424">
                  <c:v>23.135253282334041</c:v>
                </c:pt>
                <c:pt idx="425">
                  <c:v>23.113017702086736</c:v>
                </c:pt>
                <c:pt idx="426">
                  <c:v>23.080494756314845</c:v>
                </c:pt>
                <c:pt idx="427">
                  <c:v>23.073398150843261</c:v>
                </c:pt>
                <c:pt idx="428">
                  <c:v>23.105993346064718</c:v>
                </c:pt>
                <c:pt idx="429">
                  <c:v>23.162754900302076</c:v>
                </c:pt>
                <c:pt idx="430">
                  <c:v>23.184918165532292</c:v>
                </c:pt>
                <c:pt idx="431">
                  <c:v>23.201213399731856</c:v>
                </c:pt>
                <c:pt idx="432">
                  <c:v>23.077850376390963</c:v>
                </c:pt>
                <c:pt idx="433">
                  <c:v>23.063795590410031</c:v>
                </c:pt>
                <c:pt idx="434">
                  <c:v>23.036305315623459</c:v>
                </c:pt>
                <c:pt idx="435">
                  <c:v>22.958475101245792</c:v>
                </c:pt>
                <c:pt idx="436">
                  <c:v>23.164473246257121</c:v>
                </c:pt>
                <c:pt idx="437">
                  <c:v>23.22736709248521</c:v>
                </c:pt>
                <c:pt idx="438">
                  <c:v>23.294424834059328</c:v>
                </c:pt>
                <c:pt idx="439">
                  <c:v>22.91797819991924</c:v>
                </c:pt>
                <c:pt idx="440">
                  <c:v>22.939970763083892</c:v>
                </c:pt>
                <c:pt idx="441">
                  <c:v>22.718511805110623</c:v>
                </c:pt>
                <c:pt idx="442">
                  <c:v>23.038049918391085</c:v>
                </c:pt>
                <c:pt idx="443">
                  <c:v>23.097453694784754</c:v>
                </c:pt>
                <c:pt idx="444">
                  <c:v>23.132494785116869</c:v>
                </c:pt>
                <c:pt idx="445">
                  <c:v>23.026987297377278</c:v>
                </c:pt>
                <c:pt idx="446">
                  <c:v>23.075939679166428</c:v>
                </c:pt>
                <c:pt idx="447">
                  <c:v>23.212097179366229</c:v>
                </c:pt>
                <c:pt idx="448">
                  <c:v>23.238872690664156</c:v>
                </c:pt>
                <c:pt idx="449">
                  <c:v>23.14798873650096</c:v>
                </c:pt>
                <c:pt idx="450">
                  <c:v>23.115135306570849</c:v>
                </c:pt>
                <c:pt idx="451">
                  <c:v>23.079308282184307</c:v>
                </c:pt>
                <c:pt idx="452">
                  <c:v>23.052620911519227</c:v>
                </c:pt>
                <c:pt idx="453">
                  <c:v>23.114965725113858</c:v>
                </c:pt>
                <c:pt idx="454">
                  <c:v>23.111855809816607</c:v>
                </c:pt>
                <c:pt idx="455">
                  <c:v>23.058019282383253</c:v>
                </c:pt>
                <c:pt idx="456">
                  <c:v>23.077715641092059</c:v>
                </c:pt>
                <c:pt idx="457">
                  <c:v>23.121818294225843</c:v>
                </c:pt>
                <c:pt idx="458">
                  <c:v>23.175906887060012</c:v>
                </c:pt>
                <c:pt idx="459">
                  <c:v>23.164494239785821</c:v>
                </c:pt>
                <c:pt idx="460">
                  <c:v>23.140531527535401</c:v>
                </c:pt>
                <c:pt idx="461">
                  <c:v>23.159306871171214</c:v>
                </c:pt>
                <c:pt idx="462">
                  <c:v>23.174852966618072</c:v>
                </c:pt>
                <c:pt idx="463">
                  <c:v>23.196203874082126</c:v>
                </c:pt>
                <c:pt idx="464">
                  <c:v>23.191415036793156</c:v>
                </c:pt>
                <c:pt idx="465">
                  <c:v>23.1801297812553</c:v>
                </c:pt>
                <c:pt idx="466">
                  <c:v>23.153153788315038</c:v>
                </c:pt>
                <c:pt idx="467">
                  <c:v>23.111152329902588</c:v>
                </c:pt>
                <c:pt idx="468">
                  <c:v>23.13780672010364</c:v>
                </c:pt>
                <c:pt idx="469">
                  <c:v>23.144518271355892</c:v>
                </c:pt>
                <c:pt idx="470">
                  <c:v>23.170495754371757</c:v>
                </c:pt>
                <c:pt idx="471">
                  <c:v>23.179800334256079</c:v>
                </c:pt>
                <c:pt idx="472">
                  <c:v>23.163667624063766</c:v>
                </c:pt>
                <c:pt idx="473">
                  <c:v>23.157256467437403</c:v>
                </c:pt>
                <c:pt idx="474">
                  <c:v>23.221644740569101</c:v>
                </c:pt>
                <c:pt idx="475">
                  <c:v>23.261572715479677</c:v>
                </c:pt>
                <c:pt idx="476">
                  <c:v>23.26782611664591</c:v>
                </c:pt>
                <c:pt idx="477">
                  <c:v>23.267810356597675</c:v>
                </c:pt>
                <c:pt idx="478">
                  <c:v>23.234605532430223</c:v>
                </c:pt>
                <c:pt idx="479">
                  <c:v>23.201614029218224</c:v>
                </c:pt>
                <c:pt idx="480">
                  <c:v>23.198795078744926</c:v>
                </c:pt>
                <c:pt idx="481">
                  <c:v>23.189156271392893</c:v>
                </c:pt>
                <c:pt idx="482">
                  <c:v>23.275579130510746</c:v>
                </c:pt>
                <c:pt idx="483">
                  <c:v>23.340475766529643</c:v>
                </c:pt>
                <c:pt idx="484">
                  <c:v>23.356866312064785</c:v>
                </c:pt>
                <c:pt idx="485">
                  <c:v>23.343293310281542</c:v>
                </c:pt>
                <c:pt idx="486">
                  <c:v>23.280192151467368</c:v>
                </c:pt>
                <c:pt idx="487">
                  <c:v>23.229104250358642</c:v>
                </c:pt>
                <c:pt idx="488">
                  <c:v>23.257299787303722</c:v>
                </c:pt>
                <c:pt idx="489">
                  <c:v>23.287178359112417</c:v>
                </c:pt>
                <c:pt idx="490">
                  <c:v>23.285678674885606</c:v>
                </c:pt>
                <c:pt idx="491">
                  <c:v>23.292856625810391</c:v>
                </c:pt>
                <c:pt idx="492">
                  <c:v>23.313527562297729</c:v>
                </c:pt>
                <c:pt idx="493">
                  <c:v>23.295769683561119</c:v>
                </c:pt>
                <c:pt idx="494">
                  <c:v>23.306581267392083</c:v>
                </c:pt>
                <c:pt idx="495">
                  <c:v>23.298859988208335</c:v>
                </c:pt>
                <c:pt idx="496">
                  <c:v>23.316873937925344</c:v>
                </c:pt>
                <c:pt idx="497">
                  <c:v>23.371464265366214</c:v>
                </c:pt>
                <c:pt idx="498">
                  <c:v>23.358232548500414</c:v>
                </c:pt>
                <c:pt idx="499">
                  <c:v>23.345833348433732</c:v>
                </c:pt>
                <c:pt idx="500">
                  <c:v>23.321056692875239</c:v>
                </c:pt>
                <c:pt idx="501">
                  <c:v>23.296712329955994</c:v>
                </c:pt>
                <c:pt idx="502">
                  <c:v>23.29482734712181</c:v>
                </c:pt>
                <c:pt idx="503">
                  <c:v>23.300495456814417</c:v>
                </c:pt>
                <c:pt idx="504">
                  <c:v>23.346017104397038</c:v>
                </c:pt>
                <c:pt idx="505">
                  <c:v>23.390451356336932</c:v>
                </c:pt>
                <c:pt idx="506">
                  <c:v>23.402106353097182</c:v>
                </c:pt>
                <c:pt idx="507">
                  <c:v>23.402320746975739</c:v>
                </c:pt>
                <c:pt idx="508">
                  <c:v>23.445513293088066</c:v>
                </c:pt>
                <c:pt idx="509">
                  <c:v>23.48050369972497</c:v>
                </c:pt>
                <c:pt idx="510">
                  <c:v>23.507831718735069</c:v>
                </c:pt>
                <c:pt idx="511">
                  <c:v>23.556544954905753</c:v>
                </c:pt>
                <c:pt idx="512">
                  <c:v>23.561572767933693</c:v>
                </c:pt>
                <c:pt idx="513">
                  <c:v>23.541513111501793</c:v>
                </c:pt>
                <c:pt idx="514">
                  <c:v>23.552809561204015</c:v>
                </c:pt>
                <c:pt idx="515">
                  <c:v>23.551747891872999</c:v>
                </c:pt>
                <c:pt idx="516">
                  <c:v>23.584794781759811</c:v>
                </c:pt>
                <c:pt idx="517">
                  <c:v>23.561154280238355</c:v>
                </c:pt>
                <c:pt idx="518">
                  <c:v>23.517006832565055</c:v>
                </c:pt>
                <c:pt idx="519">
                  <c:v>23.549430044173914</c:v>
                </c:pt>
                <c:pt idx="520">
                  <c:v>23.547905539659336</c:v>
                </c:pt>
                <c:pt idx="521">
                  <c:v>23.542793037234532</c:v>
                </c:pt>
                <c:pt idx="522">
                  <c:v>23.521631178821089</c:v>
                </c:pt>
                <c:pt idx="523">
                  <c:v>23.524751668371579</c:v>
                </c:pt>
                <c:pt idx="524">
                  <c:v>23.540178299791691</c:v>
                </c:pt>
                <c:pt idx="525">
                  <c:v>23.520512286924625</c:v>
                </c:pt>
                <c:pt idx="526">
                  <c:v>23.554732716257906</c:v>
                </c:pt>
                <c:pt idx="527">
                  <c:v>23.572870648200055</c:v>
                </c:pt>
                <c:pt idx="528">
                  <c:v>23.575433837648518</c:v>
                </c:pt>
                <c:pt idx="529">
                  <c:v>23.584606281092118</c:v>
                </c:pt>
                <c:pt idx="530">
                  <c:v>23.55444760482554</c:v>
                </c:pt>
                <c:pt idx="531">
                  <c:v>23.530218473847473</c:v>
                </c:pt>
                <c:pt idx="532">
                  <c:v>23.573055858570232</c:v>
                </c:pt>
                <c:pt idx="533">
                  <c:v>23.665222623437177</c:v>
                </c:pt>
                <c:pt idx="534">
                  <c:v>23.635550100549583</c:v>
                </c:pt>
                <c:pt idx="535">
                  <c:v>23.625098828139084</c:v>
                </c:pt>
                <c:pt idx="536">
                  <c:v>23.661104696885392</c:v>
                </c:pt>
                <c:pt idx="537">
                  <c:v>23.659447436018972</c:v>
                </c:pt>
                <c:pt idx="538">
                  <c:v>23.651835594991649</c:v>
                </c:pt>
                <c:pt idx="539">
                  <c:v>23.679658827620266</c:v>
                </c:pt>
                <c:pt idx="540">
                  <c:v>23.642184818586347</c:v>
                </c:pt>
                <c:pt idx="541">
                  <c:v>23.646641311983721</c:v>
                </c:pt>
                <c:pt idx="542">
                  <c:v>23.702109624320506</c:v>
                </c:pt>
                <c:pt idx="543">
                  <c:v>23.768338735461413</c:v>
                </c:pt>
                <c:pt idx="544">
                  <c:v>23.78533054710304</c:v>
                </c:pt>
                <c:pt idx="545">
                  <c:v>23.813557437245443</c:v>
                </c:pt>
                <c:pt idx="546">
                  <c:v>23.813697251047028</c:v>
                </c:pt>
                <c:pt idx="547">
                  <c:v>23.822531842927109</c:v>
                </c:pt>
                <c:pt idx="548">
                  <c:v>23.863457421738126</c:v>
                </c:pt>
                <c:pt idx="549">
                  <c:v>23.985503139897535</c:v>
                </c:pt>
                <c:pt idx="550">
                  <c:v>24.047971393295075</c:v>
                </c:pt>
                <c:pt idx="551">
                  <c:v>24.028755674332647</c:v>
                </c:pt>
                <c:pt idx="552">
                  <c:v>23.986979577457134</c:v>
                </c:pt>
                <c:pt idx="553">
                  <c:v>23.988536603463071</c:v>
                </c:pt>
                <c:pt idx="554">
                  <c:v>23.943024445289218</c:v>
                </c:pt>
                <c:pt idx="555">
                  <c:v>23.93799114843209</c:v>
                </c:pt>
                <c:pt idx="556">
                  <c:v>24.046843155046254</c:v>
                </c:pt>
                <c:pt idx="557">
                  <c:v>24.041101728941666</c:v>
                </c:pt>
                <c:pt idx="558">
                  <c:v>23.953394032487541</c:v>
                </c:pt>
                <c:pt idx="559">
                  <c:v>23.934098774159128</c:v>
                </c:pt>
                <c:pt idx="560">
                  <c:v>23.812343174406557</c:v>
                </c:pt>
                <c:pt idx="561">
                  <c:v>23.727615152306441</c:v>
                </c:pt>
                <c:pt idx="562">
                  <c:v>23.726798872410274</c:v>
                </c:pt>
                <c:pt idx="563">
                  <c:v>23.758736407494858</c:v>
                </c:pt>
                <c:pt idx="564">
                  <c:v>23.744408878500661</c:v>
                </c:pt>
                <c:pt idx="565">
                  <c:v>23.706619906929404</c:v>
                </c:pt>
                <c:pt idx="566">
                  <c:v>23.882516255500281</c:v>
                </c:pt>
                <c:pt idx="567">
                  <c:v>23.696595181058875</c:v>
                </c:pt>
                <c:pt idx="568">
                  <c:v>23.616452593870282</c:v>
                </c:pt>
                <c:pt idx="569">
                  <c:v>23.707254314438376</c:v>
                </c:pt>
                <c:pt idx="570">
                  <c:v>23.636131910983813</c:v>
                </c:pt>
                <c:pt idx="571">
                  <c:v>23.371460998911434</c:v>
                </c:pt>
                <c:pt idx="572">
                  <c:v>23.439062068744519</c:v>
                </c:pt>
                <c:pt idx="573">
                  <c:v>23.490961266617671</c:v>
                </c:pt>
                <c:pt idx="574">
                  <c:v>23.423653605488941</c:v>
                </c:pt>
                <c:pt idx="575">
                  <c:v>23.582238649761088</c:v>
                </c:pt>
                <c:pt idx="576">
                  <c:v>23.540777801535739</c:v>
                </c:pt>
                <c:pt idx="577">
                  <c:v>23.536135334800644</c:v>
                </c:pt>
                <c:pt idx="578">
                  <c:v>23.270732856071707</c:v>
                </c:pt>
                <c:pt idx="579">
                  <c:v>23.285714057505245</c:v>
                </c:pt>
                <c:pt idx="580">
                  <c:v>23.277132246308046</c:v>
                </c:pt>
                <c:pt idx="581">
                  <c:v>23.490073124716389</c:v>
                </c:pt>
                <c:pt idx="582">
                  <c:v>24.180327377926623</c:v>
                </c:pt>
                <c:pt idx="583">
                  <c:v>24.15987393487347</c:v>
                </c:pt>
                <c:pt idx="584">
                  <c:v>21.91007883934326</c:v>
                </c:pt>
                <c:pt idx="585">
                  <c:v>21.162299599422969</c:v>
                </c:pt>
                <c:pt idx="586">
                  <c:v>22.874881668503193</c:v>
                </c:pt>
                <c:pt idx="587">
                  <c:v>23.411056296132116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1B0C-4B9C-BBFB-FF685BE46DCA}"/>
            </c:ext>
          </c:extLst>
        </c:ser>
        <c:ser>
          <c:idx val="26"/>
          <c:order val="26"/>
          <c:tx>
            <c:strRef>
              <c:f>Sheet2!$Y$1</c:f>
              <c:strCache>
                <c:ptCount val="1"/>
                <c:pt idx="0">
                  <c:v>S15_n3_z_o/O-PTIR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Sheet2!$Y$2:$Y$589</c:f>
              <c:numCache>
                <c:formatCode>General</c:formatCode>
                <c:ptCount val="588"/>
                <c:pt idx="0">
                  <c:v>25.071740456889845</c:v>
                </c:pt>
                <c:pt idx="1">
                  <c:v>25.181777925837423</c:v>
                </c:pt>
                <c:pt idx="2">
                  <c:v>23.995892692361149</c:v>
                </c:pt>
                <c:pt idx="3">
                  <c:v>23.990812149112003</c:v>
                </c:pt>
                <c:pt idx="4">
                  <c:v>23.802546534193127</c:v>
                </c:pt>
                <c:pt idx="5">
                  <c:v>24.344344902642916</c:v>
                </c:pt>
                <c:pt idx="6">
                  <c:v>24.477863195192214</c:v>
                </c:pt>
                <c:pt idx="7">
                  <c:v>24.501887603223629</c:v>
                </c:pt>
                <c:pt idx="8">
                  <c:v>24.574961016377053</c:v>
                </c:pt>
                <c:pt idx="9">
                  <c:v>24.577117161214201</c:v>
                </c:pt>
                <c:pt idx="10">
                  <c:v>24.503436147756396</c:v>
                </c:pt>
                <c:pt idx="11">
                  <c:v>24.551299784401245</c:v>
                </c:pt>
                <c:pt idx="12">
                  <c:v>24.497743977815379</c:v>
                </c:pt>
                <c:pt idx="13">
                  <c:v>24.465290760522223</c:v>
                </c:pt>
                <c:pt idx="14">
                  <c:v>24.492139574110407</c:v>
                </c:pt>
                <c:pt idx="15">
                  <c:v>24.589612053313637</c:v>
                </c:pt>
                <c:pt idx="16">
                  <c:v>24.583269291244125</c:v>
                </c:pt>
                <c:pt idx="17">
                  <c:v>24.71182423012915</c:v>
                </c:pt>
                <c:pt idx="18">
                  <c:v>24.702440845085043</c:v>
                </c:pt>
                <c:pt idx="19">
                  <c:v>24.604188693422888</c:v>
                </c:pt>
                <c:pt idx="20">
                  <c:v>24.573806633470685</c:v>
                </c:pt>
                <c:pt idx="21">
                  <c:v>24.705686727805233</c:v>
                </c:pt>
                <c:pt idx="22">
                  <c:v>24.760478129901788</c:v>
                </c:pt>
                <c:pt idx="23">
                  <c:v>24.785155227223846</c:v>
                </c:pt>
                <c:pt idx="24">
                  <c:v>24.8219352570392</c:v>
                </c:pt>
                <c:pt idx="25">
                  <c:v>24.801156417153653</c:v>
                </c:pt>
                <c:pt idx="26">
                  <c:v>24.706217571974864</c:v>
                </c:pt>
                <c:pt idx="27">
                  <c:v>24.617852700992806</c:v>
                </c:pt>
                <c:pt idx="28">
                  <c:v>24.660311950772893</c:v>
                </c:pt>
                <c:pt idx="29">
                  <c:v>24.590819074990009</c:v>
                </c:pt>
                <c:pt idx="30">
                  <c:v>24.53630407886504</c:v>
                </c:pt>
                <c:pt idx="31">
                  <c:v>24.487634922237749</c:v>
                </c:pt>
                <c:pt idx="32">
                  <c:v>24.510578243180003</c:v>
                </c:pt>
                <c:pt idx="33">
                  <c:v>24.506381979001745</c:v>
                </c:pt>
                <c:pt idx="34">
                  <c:v>24.512292515951799</c:v>
                </c:pt>
                <c:pt idx="35">
                  <c:v>24.514338926779367</c:v>
                </c:pt>
                <c:pt idx="36">
                  <c:v>24.537045215969428</c:v>
                </c:pt>
                <c:pt idx="37">
                  <c:v>24.524972325323954</c:v>
                </c:pt>
                <c:pt idx="38">
                  <c:v>24.550217596301948</c:v>
                </c:pt>
                <c:pt idx="39">
                  <c:v>24.574093263107759</c:v>
                </c:pt>
                <c:pt idx="40">
                  <c:v>24.598631318579166</c:v>
                </c:pt>
                <c:pt idx="41">
                  <c:v>24.541060966915484</c:v>
                </c:pt>
                <c:pt idx="42">
                  <c:v>24.457046501529828</c:v>
                </c:pt>
                <c:pt idx="43">
                  <c:v>24.362323428121915</c:v>
                </c:pt>
                <c:pt idx="44">
                  <c:v>24.340034500414557</c:v>
                </c:pt>
                <c:pt idx="45">
                  <c:v>24.2349711593018</c:v>
                </c:pt>
                <c:pt idx="46">
                  <c:v>24.246929623537373</c:v>
                </c:pt>
                <c:pt idx="47">
                  <c:v>24.301708049443114</c:v>
                </c:pt>
                <c:pt idx="48">
                  <c:v>24.327852662195308</c:v>
                </c:pt>
                <c:pt idx="49">
                  <c:v>24.40556114449269</c:v>
                </c:pt>
                <c:pt idx="50">
                  <c:v>24.559890966442573</c:v>
                </c:pt>
                <c:pt idx="51">
                  <c:v>24.639967066165568</c:v>
                </c:pt>
                <c:pt idx="52">
                  <c:v>24.650072084706053</c:v>
                </c:pt>
                <c:pt idx="53">
                  <c:v>24.683724459317517</c:v>
                </c:pt>
                <c:pt idx="54">
                  <c:v>24.731924323484325</c:v>
                </c:pt>
                <c:pt idx="55">
                  <c:v>24.756610805607014</c:v>
                </c:pt>
                <c:pt idx="56">
                  <c:v>24.84136158462411</c:v>
                </c:pt>
                <c:pt idx="57">
                  <c:v>24.887445097605596</c:v>
                </c:pt>
                <c:pt idx="58">
                  <c:v>24.886867853723356</c:v>
                </c:pt>
                <c:pt idx="59">
                  <c:v>24.893207994340177</c:v>
                </c:pt>
                <c:pt idx="60">
                  <c:v>24.89702220800346</c:v>
                </c:pt>
                <c:pt idx="61">
                  <c:v>24.89202980864339</c:v>
                </c:pt>
                <c:pt idx="62">
                  <c:v>24.937238123429943</c:v>
                </c:pt>
                <c:pt idx="63">
                  <c:v>24.935319744351737</c:v>
                </c:pt>
                <c:pt idx="64">
                  <c:v>24.836566318506289</c:v>
                </c:pt>
                <c:pt idx="65">
                  <c:v>24.774273367393342</c:v>
                </c:pt>
                <c:pt idx="66">
                  <c:v>24.723719333853218</c:v>
                </c:pt>
                <c:pt idx="67">
                  <c:v>24.691159790438974</c:v>
                </c:pt>
                <c:pt idx="68">
                  <c:v>24.721376541584572</c:v>
                </c:pt>
                <c:pt idx="69">
                  <c:v>24.67737178815684</c:v>
                </c:pt>
                <c:pt idx="70">
                  <c:v>24.657251666903118</c:v>
                </c:pt>
                <c:pt idx="71">
                  <c:v>24.665073295292906</c:v>
                </c:pt>
                <c:pt idx="72">
                  <c:v>24.665994945629496</c:v>
                </c:pt>
                <c:pt idx="73">
                  <c:v>24.683280804664339</c:v>
                </c:pt>
                <c:pt idx="74">
                  <c:v>24.703561201535496</c:v>
                </c:pt>
                <c:pt idx="75">
                  <c:v>24.667313903335714</c:v>
                </c:pt>
                <c:pt idx="76">
                  <c:v>24.687732555621718</c:v>
                </c:pt>
                <c:pt idx="77">
                  <c:v>24.732371648171267</c:v>
                </c:pt>
                <c:pt idx="78">
                  <c:v>24.736341628553365</c:v>
                </c:pt>
                <c:pt idx="79">
                  <c:v>24.764197027545279</c:v>
                </c:pt>
                <c:pt idx="80">
                  <c:v>24.773786773345108</c:v>
                </c:pt>
                <c:pt idx="81">
                  <c:v>24.829501818082296</c:v>
                </c:pt>
                <c:pt idx="82">
                  <c:v>24.84427181654193</c:v>
                </c:pt>
                <c:pt idx="83">
                  <c:v>24.88551497441934</c:v>
                </c:pt>
                <c:pt idx="84">
                  <c:v>24.900209684757723</c:v>
                </c:pt>
                <c:pt idx="85">
                  <c:v>24.895112951580614</c:v>
                </c:pt>
                <c:pt idx="86">
                  <c:v>24.893890306046213</c:v>
                </c:pt>
                <c:pt idx="87">
                  <c:v>24.899394832403715</c:v>
                </c:pt>
                <c:pt idx="88">
                  <c:v>24.938210367803443</c:v>
                </c:pt>
                <c:pt idx="89">
                  <c:v>24.960961221689224</c:v>
                </c:pt>
                <c:pt idx="90">
                  <c:v>25.028689387950564</c:v>
                </c:pt>
                <c:pt idx="91">
                  <c:v>25.065423175340474</c:v>
                </c:pt>
                <c:pt idx="92">
                  <c:v>25.106138634791474</c:v>
                </c:pt>
                <c:pt idx="93">
                  <c:v>25.125036477514168</c:v>
                </c:pt>
                <c:pt idx="94">
                  <c:v>25.160204418783565</c:v>
                </c:pt>
                <c:pt idx="95">
                  <c:v>25.164309194262962</c:v>
                </c:pt>
                <c:pt idx="96">
                  <c:v>25.142040582813944</c:v>
                </c:pt>
                <c:pt idx="97">
                  <c:v>25.144682692550681</c:v>
                </c:pt>
                <c:pt idx="98">
                  <c:v>25.109493779659768</c:v>
                </c:pt>
                <c:pt idx="99">
                  <c:v>25.081037386424249</c:v>
                </c:pt>
                <c:pt idx="100">
                  <c:v>25.090399747417788</c:v>
                </c:pt>
                <c:pt idx="101">
                  <c:v>25.046401075760294</c:v>
                </c:pt>
                <c:pt idx="102">
                  <c:v>25.010931877147815</c:v>
                </c:pt>
                <c:pt idx="103">
                  <c:v>24.944444392015388</c:v>
                </c:pt>
                <c:pt idx="104">
                  <c:v>24.925235854719926</c:v>
                </c:pt>
                <c:pt idx="105">
                  <c:v>24.924354732041923</c:v>
                </c:pt>
                <c:pt idx="106">
                  <c:v>24.899686547659009</c:v>
                </c:pt>
                <c:pt idx="107">
                  <c:v>24.856502099206882</c:v>
                </c:pt>
                <c:pt idx="108">
                  <c:v>24.77255961891208</c:v>
                </c:pt>
                <c:pt idx="109">
                  <c:v>24.713159755416367</c:v>
                </c:pt>
                <c:pt idx="110">
                  <c:v>24.659575060421862</c:v>
                </c:pt>
                <c:pt idx="111">
                  <c:v>24.626876580015072</c:v>
                </c:pt>
                <c:pt idx="112">
                  <c:v>24.656867152222617</c:v>
                </c:pt>
                <c:pt idx="113">
                  <c:v>24.729408253192901</c:v>
                </c:pt>
                <c:pt idx="114">
                  <c:v>24.694066666897353</c:v>
                </c:pt>
                <c:pt idx="115">
                  <c:v>24.65173057296462</c:v>
                </c:pt>
                <c:pt idx="116">
                  <c:v>24.59506876437408</c:v>
                </c:pt>
                <c:pt idx="117">
                  <c:v>24.542429994368071</c:v>
                </c:pt>
                <c:pt idx="118">
                  <c:v>24.523785541262345</c:v>
                </c:pt>
                <c:pt idx="119">
                  <c:v>24.546988595737076</c:v>
                </c:pt>
                <c:pt idx="120">
                  <c:v>24.563371993469016</c:v>
                </c:pt>
                <c:pt idx="121">
                  <c:v>24.462366163043662</c:v>
                </c:pt>
                <c:pt idx="122">
                  <c:v>24.333038603407449</c:v>
                </c:pt>
                <c:pt idx="123">
                  <c:v>24.254868247360694</c:v>
                </c:pt>
                <c:pt idx="124">
                  <c:v>24.277456073103718</c:v>
                </c:pt>
                <c:pt idx="125">
                  <c:v>24.339355806313232</c:v>
                </c:pt>
                <c:pt idx="126">
                  <c:v>24.384137453460038</c:v>
                </c:pt>
                <c:pt idx="127">
                  <c:v>24.425774982680061</c:v>
                </c:pt>
                <c:pt idx="128">
                  <c:v>24.445037993762408</c:v>
                </c:pt>
                <c:pt idx="129">
                  <c:v>24.42936734280223</c:v>
                </c:pt>
                <c:pt idx="130">
                  <c:v>24.41264887098751</c:v>
                </c:pt>
                <c:pt idx="131">
                  <c:v>24.366874899139606</c:v>
                </c:pt>
                <c:pt idx="132">
                  <c:v>24.398357209000139</c:v>
                </c:pt>
                <c:pt idx="133">
                  <c:v>24.328479739893172</c:v>
                </c:pt>
                <c:pt idx="134">
                  <c:v>24.191515285638204</c:v>
                </c:pt>
                <c:pt idx="135">
                  <c:v>24.250983831194386</c:v>
                </c:pt>
                <c:pt idx="136">
                  <c:v>24.334879151555302</c:v>
                </c:pt>
                <c:pt idx="137">
                  <c:v>24.389059519244451</c:v>
                </c:pt>
                <c:pt idx="138">
                  <c:v>24.281228028949645</c:v>
                </c:pt>
                <c:pt idx="139">
                  <c:v>24.318188991429633</c:v>
                </c:pt>
                <c:pt idx="140">
                  <c:v>24.351251565400474</c:v>
                </c:pt>
                <c:pt idx="141">
                  <c:v>24.3810015668947</c:v>
                </c:pt>
                <c:pt idx="142">
                  <c:v>24.400023011111706</c:v>
                </c:pt>
                <c:pt idx="143">
                  <c:v>24.432323423927592</c:v>
                </c:pt>
                <c:pt idx="144">
                  <c:v>24.431098838518199</c:v>
                </c:pt>
                <c:pt idx="145">
                  <c:v>24.3551694313031</c:v>
                </c:pt>
                <c:pt idx="146">
                  <c:v>24.489972157026692</c:v>
                </c:pt>
                <c:pt idx="147">
                  <c:v>24.606963081662339</c:v>
                </c:pt>
                <c:pt idx="148">
                  <c:v>24.652737368084566</c:v>
                </c:pt>
                <c:pt idx="149">
                  <c:v>24.644717557871449</c:v>
                </c:pt>
                <c:pt idx="150">
                  <c:v>24.64650664690301</c:v>
                </c:pt>
                <c:pt idx="151">
                  <c:v>24.673449465784639</c:v>
                </c:pt>
                <c:pt idx="152">
                  <c:v>24.715351656868197</c:v>
                </c:pt>
                <c:pt idx="153">
                  <c:v>24.728896860202227</c:v>
                </c:pt>
                <c:pt idx="154">
                  <c:v>24.678748942112765</c:v>
                </c:pt>
                <c:pt idx="155">
                  <c:v>24.684599395367179</c:v>
                </c:pt>
                <c:pt idx="156">
                  <c:v>24.683963745519019</c:v>
                </c:pt>
                <c:pt idx="157">
                  <c:v>24.742889493081304</c:v>
                </c:pt>
                <c:pt idx="158">
                  <c:v>24.749961281143772</c:v>
                </c:pt>
                <c:pt idx="159">
                  <c:v>24.721571734951837</c:v>
                </c:pt>
                <c:pt idx="160">
                  <c:v>24.726194824057007</c:v>
                </c:pt>
                <c:pt idx="161">
                  <c:v>24.793200255811836</c:v>
                </c:pt>
                <c:pt idx="162">
                  <c:v>24.754989437118532</c:v>
                </c:pt>
                <c:pt idx="163">
                  <c:v>24.77653473734145</c:v>
                </c:pt>
                <c:pt idx="164">
                  <c:v>24.796479588268348</c:v>
                </c:pt>
                <c:pt idx="165">
                  <c:v>24.755154745925132</c:v>
                </c:pt>
                <c:pt idx="166">
                  <c:v>24.714331492339536</c:v>
                </c:pt>
                <c:pt idx="167">
                  <c:v>24.718563198558158</c:v>
                </c:pt>
                <c:pt idx="168">
                  <c:v>24.704591380013433</c:v>
                </c:pt>
                <c:pt idx="169">
                  <c:v>24.681432418372943</c:v>
                </c:pt>
                <c:pt idx="170">
                  <c:v>24.687089303560761</c:v>
                </c:pt>
                <c:pt idx="171">
                  <c:v>24.698553702607935</c:v>
                </c:pt>
                <c:pt idx="172">
                  <c:v>24.675049652935392</c:v>
                </c:pt>
                <c:pt idx="173">
                  <c:v>24.691318388326689</c:v>
                </c:pt>
                <c:pt idx="174">
                  <c:v>24.681811113428473</c:v>
                </c:pt>
                <c:pt idx="175">
                  <c:v>24.685166258296764</c:v>
                </c:pt>
                <c:pt idx="176">
                  <c:v>24.613961049617071</c:v>
                </c:pt>
                <c:pt idx="177">
                  <c:v>24.569331132151937</c:v>
                </c:pt>
                <c:pt idx="178">
                  <c:v>24.571546836394191</c:v>
                </c:pt>
                <c:pt idx="179">
                  <c:v>24.610741800856207</c:v>
                </c:pt>
                <c:pt idx="180">
                  <c:v>24.669118511367195</c:v>
                </c:pt>
                <c:pt idx="181">
                  <c:v>24.667584856685703</c:v>
                </c:pt>
                <c:pt idx="182">
                  <c:v>24.667036343924945</c:v>
                </c:pt>
                <c:pt idx="183">
                  <c:v>24.659597500056883</c:v>
                </c:pt>
                <c:pt idx="184">
                  <c:v>24.697205646776865</c:v>
                </c:pt>
                <c:pt idx="185">
                  <c:v>24.707100686956917</c:v>
                </c:pt>
                <c:pt idx="186">
                  <c:v>24.705487340113667</c:v>
                </c:pt>
                <c:pt idx="187">
                  <c:v>24.695747227787564</c:v>
                </c:pt>
                <c:pt idx="188">
                  <c:v>24.6552715788286</c:v>
                </c:pt>
                <c:pt idx="189">
                  <c:v>24.637776108436704</c:v>
                </c:pt>
                <c:pt idx="190">
                  <c:v>24.651849849061996</c:v>
                </c:pt>
                <c:pt idx="191">
                  <c:v>24.654897759675073</c:v>
                </c:pt>
                <c:pt idx="192">
                  <c:v>24.678501948840356</c:v>
                </c:pt>
                <c:pt idx="193">
                  <c:v>24.756112624737892</c:v>
                </c:pt>
                <c:pt idx="194">
                  <c:v>24.771269444756395</c:v>
                </c:pt>
                <c:pt idx="195">
                  <c:v>24.762268529659689</c:v>
                </c:pt>
                <c:pt idx="196">
                  <c:v>24.794796458354501</c:v>
                </c:pt>
                <c:pt idx="197">
                  <c:v>24.753046626101256</c:v>
                </c:pt>
                <c:pt idx="198">
                  <c:v>24.785719154126422</c:v>
                </c:pt>
                <c:pt idx="199">
                  <c:v>24.828753970059022</c:v>
                </c:pt>
                <c:pt idx="200">
                  <c:v>24.786163280641084</c:v>
                </c:pt>
                <c:pt idx="201">
                  <c:v>24.788057227780225</c:v>
                </c:pt>
                <c:pt idx="202">
                  <c:v>24.846318541943816</c:v>
                </c:pt>
                <c:pt idx="203">
                  <c:v>24.959962762788834</c:v>
                </c:pt>
                <c:pt idx="204">
                  <c:v>24.993432002715398</c:v>
                </c:pt>
                <c:pt idx="205">
                  <c:v>24.967558579243946</c:v>
                </c:pt>
                <c:pt idx="206">
                  <c:v>24.904718478525634</c:v>
                </c:pt>
                <c:pt idx="207">
                  <c:v>24.87283831079041</c:v>
                </c:pt>
                <c:pt idx="208">
                  <c:v>24.85013244103278</c:v>
                </c:pt>
                <c:pt idx="209">
                  <c:v>24.840178837599641</c:v>
                </c:pt>
                <c:pt idx="210">
                  <c:v>24.839254093948878</c:v>
                </c:pt>
                <c:pt idx="211">
                  <c:v>24.831145364060532</c:v>
                </c:pt>
                <c:pt idx="212">
                  <c:v>24.783743679808637</c:v>
                </c:pt>
                <c:pt idx="213">
                  <c:v>24.680647293292424</c:v>
                </c:pt>
                <c:pt idx="214">
                  <c:v>24.651520909178512</c:v>
                </c:pt>
                <c:pt idx="215">
                  <c:v>24.709039775511371</c:v>
                </c:pt>
                <c:pt idx="216">
                  <c:v>24.748011234917076</c:v>
                </c:pt>
                <c:pt idx="217">
                  <c:v>24.768788239785742</c:v>
                </c:pt>
                <c:pt idx="218">
                  <c:v>24.776091187546378</c:v>
                </c:pt>
                <c:pt idx="219">
                  <c:v>24.750222535118812</c:v>
                </c:pt>
                <c:pt idx="220">
                  <c:v>24.79868113666608</c:v>
                </c:pt>
                <c:pt idx="221">
                  <c:v>24.825666580368441</c:v>
                </c:pt>
                <c:pt idx="222">
                  <c:v>24.862992816066189</c:v>
                </c:pt>
                <c:pt idx="223">
                  <c:v>24.881359867048307</c:v>
                </c:pt>
                <c:pt idx="224">
                  <c:v>24.926419702754526</c:v>
                </c:pt>
                <c:pt idx="225">
                  <c:v>24.92658831459152</c:v>
                </c:pt>
                <c:pt idx="226">
                  <c:v>24.889859036100233</c:v>
                </c:pt>
                <c:pt idx="227">
                  <c:v>24.91781452215583</c:v>
                </c:pt>
                <c:pt idx="228">
                  <c:v>24.964753205433706</c:v>
                </c:pt>
                <c:pt idx="229">
                  <c:v>24.96624302942622</c:v>
                </c:pt>
                <c:pt idx="230">
                  <c:v>24.957802056624008</c:v>
                </c:pt>
                <c:pt idx="231">
                  <c:v>24.935220129149535</c:v>
                </c:pt>
                <c:pt idx="232">
                  <c:v>25.020462640262132</c:v>
                </c:pt>
                <c:pt idx="233">
                  <c:v>25.095160200643885</c:v>
                </c:pt>
                <c:pt idx="234">
                  <c:v>25.063413464850562</c:v>
                </c:pt>
                <c:pt idx="235">
                  <c:v>24.990425615912926</c:v>
                </c:pt>
                <c:pt idx="236">
                  <c:v>24.976034994086522</c:v>
                </c:pt>
                <c:pt idx="237">
                  <c:v>24.97188932394517</c:v>
                </c:pt>
                <c:pt idx="238">
                  <c:v>24.987747644703401</c:v>
                </c:pt>
                <c:pt idx="239">
                  <c:v>24.941776487184185</c:v>
                </c:pt>
                <c:pt idx="240">
                  <c:v>24.846423609767616</c:v>
                </c:pt>
                <c:pt idx="241">
                  <c:v>24.755292791623763</c:v>
                </c:pt>
                <c:pt idx="242">
                  <c:v>24.763289847627536</c:v>
                </c:pt>
                <c:pt idx="243">
                  <c:v>24.756097420312294</c:v>
                </c:pt>
                <c:pt idx="244">
                  <c:v>24.723428929324271</c:v>
                </c:pt>
                <c:pt idx="245">
                  <c:v>24.743429355048189</c:v>
                </c:pt>
                <c:pt idx="246">
                  <c:v>24.713528488951678</c:v>
                </c:pt>
                <c:pt idx="247">
                  <c:v>24.706504725902477</c:v>
                </c:pt>
                <c:pt idx="248">
                  <c:v>24.650502317521465</c:v>
                </c:pt>
                <c:pt idx="249">
                  <c:v>24.515877457362855</c:v>
                </c:pt>
                <c:pt idx="250">
                  <c:v>24.331225292153036</c:v>
                </c:pt>
                <c:pt idx="251">
                  <c:v>24.228892561019816</c:v>
                </c:pt>
                <c:pt idx="252">
                  <c:v>24.256261313534445</c:v>
                </c:pt>
                <c:pt idx="253">
                  <c:v>24.204141040655898</c:v>
                </c:pt>
                <c:pt idx="254">
                  <c:v>24.201562199679827</c:v>
                </c:pt>
                <c:pt idx="255">
                  <c:v>24.072115442589819</c:v>
                </c:pt>
                <c:pt idx="256">
                  <c:v>23.989190837967801</c:v>
                </c:pt>
                <c:pt idx="257">
                  <c:v>24.329751590094556</c:v>
                </c:pt>
                <c:pt idx="258">
                  <c:v>24.666668606541656</c:v>
                </c:pt>
                <c:pt idx="259">
                  <c:v>25</c:v>
                </c:pt>
                <c:pt idx="260">
                  <c:v>24.645363588672261</c:v>
                </c:pt>
                <c:pt idx="261">
                  <c:v>24.195233999780008</c:v>
                </c:pt>
                <c:pt idx="262">
                  <c:v>23.866594626525306</c:v>
                </c:pt>
                <c:pt idx="263">
                  <c:v>24.212087515730026</c:v>
                </c:pt>
                <c:pt idx="264">
                  <c:v>24.303675790475467</c:v>
                </c:pt>
                <c:pt idx="265">
                  <c:v>24.207407318278015</c:v>
                </c:pt>
                <c:pt idx="266">
                  <c:v>24.199963546078898</c:v>
                </c:pt>
                <c:pt idx="267">
                  <c:v>24.291559278857239</c:v>
                </c:pt>
                <c:pt idx="268">
                  <c:v>24.132070215190858</c:v>
                </c:pt>
                <c:pt idx="269">
                  <c:v>23.940764547463342</c:v>
                </c:pt>
                <c:pt idx="270">
                  <c:v>23.95150305970715</c:v>
                </c:pt>
                <c:pt idx="271">
                  <c:v>24.027795872354968</c:v>
                </c:pt>
                <c:pt idx="272">
                  <c:v>23.983444362995911</c:v>
                </c:pt>
                <c:pt idx="273">
                  <c:v>23.991620403597285</c:v>
                </c:pt>
                <c:pt idx="274">
                  <c:v>23.993128223862517</c:v>
                </c:pt>
                <c:pt idx="275">
                  <c:v>24.018046486639975</c:v>
                </c:pt>
                <c:pt idx="276">
                  <c:v>24.050150228244643</c:v>
                </c:pt>
                <c:pt idx="277">
                  <c:v>23.915745920731254</c:v>
                </c:pt>
                <c:pt idx="278">
                  <c:v>24.946412473836588</c:v>
                </c:pt>
                <c:pt idx="279">
                  <c:v>25.269621861741015</c:v>
                </c:pt>
                <c:pt idx="280">
                  <c:v>24.898347509625182</c:v>
                </c:pt>
                <c:pt idx="281">
                  <c:v>24.105093586123161</c:v>
                </c:pt>
                <c:pt idx="282">
                  <c:v>23.873718489745453</c:v>
                </c:pt>
                <c:pt idx="283">
                  <c:v>23.886504651453222</c:v>
                </c:pt>
                <c:pt idx="284">
                  <c:v>23.996974495024983</c:v>
                </c:pt>
                <c:pt idx="285">
                  <c:v>24.052757662715926</c:v>
                </c:pt>
                <c:pt idx="286">
                  <c:v>24.30438064667463</c:v>
                </c:pt>
                <c:pt idx="287">
                  <c:v>24.508198016566951</c:v>
                </c:pt>
                <c:pt idx="288">
                  <c:v>24.261397158785687</c:v>
                </c:pt>
                <c:pt idx="289">
                  <c:v>24.269152778996752</c:v>
                </c:pt>
                <c:pt idx="290">
                  <c:v>24.312418020620765</c:v>
                </c:pt>
                <c:pt idx="291">
                  <c:v>24.122630573772028</c:v>
                </c:pt>
                <c:pt idx="292">
                  <c:v>24.107084028935805</c:v>
                </c:pt>
                <c:pt idx="293">
                  <c:v>23.964613472174904</c:v>
                </c:pt>
                <c:pt idx="294">
                  <c:v>23.784041254010692</c:v>
                </c:pt>
                <c:pt idx="295">
                  <c:v>23.928700845009544</c:v>
                </c:pt>
                <c:pt idx="296">
                  <c:v>23.982091948999742</c:v>
                </c:pt>
                <c:pt idx="297">
                  <c:v>24.010459506118838</c:v>
                </c:pt>
                <c:pt idx="298">
                  <c:v>24.052736481378197</c:v>
                </c:pt>
                <c:pt idx="299">
                  <c:v>24.129872507221314</c:v>
                </c:pt>
                <c:pt idx="300">
                  <c:v>24.08754678113397</c:v>
                </c:pt>
                <c:pt idx="301">
                  <c:v>24.026470855816221</c:v>
                </c:pt>
                <c:pt idx="302">
                  <c:v>24.110415246494671</c:v>
                </c:pt>
                <c:pt idx="303">
                  <c:v>23.925377327967954</c:v>
                </c:pt>
                <c:pt idx="304">
                  <c:v>24.171126609663702</c:v>
                </c:pt>
                <c:pt idx="305">
                  <c:v>24.030836705045783</c:v>
                </c:pt>
                <c:pt idx="306">
                  <c:v>23.946875664865939</c:v>
                </c:pt>
                <c:pt idx="307">
                  <c:v>23.968282290241579</c:v>
                </c:pt>
                <c:pt idx="308">
                  <c:v>23.978717852666914</c:v>
                </c:pt>
                <c:pt idx="309">
                  <c:v>24.009841158677631</c:v>
                </c:pt>
                <c:pt idx="310">
                  <c:v>24.028439927235812</c:v>
                </c:pt>
                <c:pt idx="311">
                  <c:v>24.127540344943327</c:v>
                </c:pt>
                <c:pt idx="312">
                  <c:v>24.270405807167826</c:v>
                </c:pt>
                <c:pt idx="313">
                  <c:v>24.139760194226575</c:v>
                </c:pt>
                <c:pt idx="314">
                  <c:v>24.023200496919952</c:v>
                </c:pt>
                <c:pt idx="315">
                  <c:v>24.056016361062955</c:v>
                </c:pt>
                <c:pt idx="316">
                  <c:v>24.095779872737907</c:v>
                </c:pt>
                <c:pt idx="317">
                  <c:v>24.149399288873287</c:v>
                </c:pt>
                <c:pt idx="318">
                  <c:v>24.180561440716843</c:v>
                </c:pt>
                <c:pt idx="319">
                  <c:v>24.213600316755372</c:v>
                </c:pt>
                <c:pt idx="320">
                  <c:v>24.217378616516807</c:v>
                </c:pt>
                <c:pt idx="321">
                  <c:v>24.298885033256273</c:v>
                </c:pt>
                <c:pt idx="322">
                  <c:v>24.327018882952871</c:v>
                </c:pt>
                <c:pt idx="323">
                  <c:v>24.317966299023656</c:v>
                </c:pt>
                <c:pt idx="324">
                  <c:v>24.288911139779316</c:v>
                </c:pt>
                <c:pt idx="325">
                  <c:v>24.214952291658211</c:v>
                </c:pt>
                <c:pt idx="326">
                  <c:v>24.147821633108403</c:v>
                </c:pt>
                <c:pt idx="327">
                  <c:v>24.125988929919867</c:v>
                </c:pt>
                <c:pt idx="328">
                  <c:v>24.160116718083838</c:v>
                </c:pt>
                <c:pt idx="329">
                  <c:v>24.229686441752317</c:v>
                </c:pt>
                <c:pt idx="330">
                  <c:v>24.315274486543924</c:v>
                </c:pt>
                <c:pt idx="331">
                  <c:v>24.479704765706618</c:v>
                </c:pt>
                <c:pt idx="332">
                  <c:v>24.555308037992607</c:v>
                </c:pt>
                <c:pt idx="333">
                  <c:v>24.502224197748969</c:v>
                </c:pt>
                <c:pt idx="334">
                  <c:v>24.377737989368853</c:v>
                </c:pt>
                <c:pt idx="335">
                  <c:v>24.218398086360509</c:v>
                </c:pt>
                <c:pt idx="336">
                  <c:v>24.15748109644251</c:v>
                </c:pt>
                <c:pt idx="337">
                  <c:v>24.175051291343323</c:v>
                </c:pt>
                <c:pt idx="338">
                  <c:v>24.225557181904804</c:v>
                </c:pt>
                <c:pt idx="339">
                  <c:v>24.307195588787184</c:v>
                </c:pt>
                <c:pt idx="340">
                  <c:v>24.407477531266853</c:v>
                </c:pt>
                <c:pt idx="341">
                  <c:v>24.451645837127884</c:v>
                </c:pt>
                <c:pt idx="342">
                  <c:v>24.540744662433962</c:v>
                </c:pt>
                <c:pt idx="343">
                  <c:v>24.599131596610437</c:v>
                </c:pt>
                <c:pt idx="344">
                  <c:v>24.657167465842733</c:v>
                </c:pt>
                <c:pt idx="345">
                  <c:v>24.73478757896995</c:v>
                </c:pt>
                <c:pt idx="346">
                  <c:v>24.796192277053574</c:v>
                </c:pt>
                <c:pt idx="347">
                  <c:v>24.891452879335475</c:v>
                </c:pt>
                <c:pt idx="348">
                  <c:v>24.929900887068133</c:v>
                </c:pt>
                <c:pt idx="349">
                  <c:v>24.882326553942104</c:v>
                </c:pt>
                <c:pt idx="350">
                  <c:v>24.718771079756436</c:v>
                </c:pt>
                <c:pt idx="351">
                  <c:v>24.750749761683736</c:v>
                </c:pt>
                <c:pt idx="352">
                  <c:v>24.911682524882561</c:v>
                </c:pt>
                <c:pt idx="353">
                  <c:v>25.045765006479705</c:v>
                </c:pt>
                <c:pt idx="354">
                  <c:v>25.063057681291536</c:v>
                </c:pt>
                <c:pt idx="355">
                  <c:v>24.956249003192614</c:v>
                </c:pt>
                <c:pt idx="356">
                  <c:v>24.799939433957057</c:v>
                </c:pt>
                <c:pt idx="357">
                  <c:v>24.931799867396435</c:v>
                </c:pt>
                <c:pt idx="358">
                  <c:v>24.977075081655627</c:v>
                </c:pt>
                <c:pt idx="359">
                  <c:v>24.780501309835049</c:v>
                </c:pt>
                <c:pt idx="360">
                  <c:v>24.911130656662362</c:v>
                </c:pt>
                <c:pt idx="361">
                  <c:v>25.066399718896385</c:v>
                </c:pt>
                <c:pt idx="362">
                  <c:v>25.116614798603745</c:v>
                </c:pt>
                <c:pt idx="363">
                  <c:v>25.062757891961965</c:v>
                </c:pt>
                <c:pt idx="364">
                  <c:v>25.016573977342464</c:v>
                </c:pt>
                <c:pt idx="365">
                  <c:v>25.066700347090819</c:v>
                </c:pt>
                <c:pt idx="366">
                  <c:v>25.026725815027987</c:v>
                </c:pt>
                <c:pt idx="367">
                  <c:v>24.904268532386006</c:v>
                </c:pt>
                <c:pt idx="368">
                  <c:v>24.927067201568846</c:v>
                </c:pt>
                <c:pt idx="369">
                  <c:v>24.939596801701889</c:v>
                </c:pt>
                <c:pt idx="370">
                  <c:v>24.873261203538288</c:v>
                </c:pt>
                <c:pt idx="371">
                  <c:v>24.917161465861813</c:v>
                </c:pt>
                <c:pt idx="372">
                  <c:v>24.868967526178086</c:v>
                </c:pt>
                <c:pt idx="373">
                  <c:v>24.803318905906309</c:v>
                </c:pt>
                <c:pt idx="374">
                  <c:v>24.665120586299427</c:v>
                </c:pt>
                <c:pt idx="375">
                  <c:v>24.669233173707834</c:v>
                </c:pt>
                <c:pt idx="376">
                  <c:v>24.633316755266524</c:v>
                </c:pt>
                <c:pt idx="377">
                  <c:v>24.616420496530402</c:v>
                </c:pt>
                <c:pt idx="378">
                  <c:v>24.618051511964779</c:v>
                </c:pt>
                <c:pt idx="379">
                  <c:v>24.566496135926304</c:v>
                </c:pt>
                <c:pt idx="380">
                  <c:v>24.396484626700417</c:v>
                </c:pt>
                <c:pt idx="381">
                  <c:v>24.264830213227913</c:v>
                </c:pt>
                <c:pt idx="382">
                  <c:v>24.119209538690388</c:v>
                </c:pt>
                <c:pt idx="383">
                  <c:v>24.060450967719746</c:v>
                </c:pt>
                <c:pt idx="384">
                  <c:v>24.11655978741906</c:v>
                </c:pt>
                <c:pt idx="385">
                  <c:v>24.109024434770234</c:v>
                </c:pt>
                <c:pt idx="386">
                  <c:v>24.121369170059612</c:v>
                </c:pt>
                <c:pt idx="387">
                  <c:v>24.121045027434551</c:v>
                </c:pt>
                <c:pt idx="388">
                  <c:v>24.08040290967617</c:v>
                </c:pt>
                <c:pt idx="389">
                  <c:v>23.97050283761768</c:v>
                </c:pt>
                <c:pt idx="390">
                  <c:v>23.965415453196218</c:v>
                </c:pt>
                <c:pt idx="391">
                  <c:v>23.947571152648553</c:v>
                </c:pt>
                <c:pt idx="392">
                  <c:v>23.950246256644203</c:v>
                </c:pt>
                <c:pt idx="393">
                  <c:v>23.977534928694389</c:v>
                </c:pt>
                <c:pt idx="394">
                  <c:v>24.009453303283358</c:v>
                </c:pt>
                <c:pt idx="395">
                  <c:v>24.005934947589822</c:v>
                </c:pt>
                <c:pt idx="396">
                  <c:v>24.001691102406841</c:v>
                </c:pt>
                <c:pt idx="397">
                  <c:v>23.97950100018906</c:v>
                </c:pt>
                <c:pt idx="398">
                  <c:v>24.005910970718556</c:v>
                </c:pt>
                <c:pt idx="399">
                  <c:v>24.079715492691022</c:v>
                </c:pt>
                <c:pt idx="400">
                  <c:v>23.99716325006348</c:v>
                </c:pt>
                <c:pt idx="401">
                  <c:v>23.950255005742555</c:v>
                </c:pt>
                <c:pt idx="402">
                  <c:v>23.96815327217065</c:v>
                </c:pt>
                <c:pt idx="403">
                  <c:v>24.004973134140414</c:v>
                </c:pt>
                <c:pt idx="404">
                  <c:v>24.04371302178836</c:v>
                </c:pt>
                <c:pt idx="405">
                  <c:v>24.048904386130754</c:v>
                </c:pt>
                <c:pt idx="406">
                  <c:v>24.010274849352978</c:v>
                </c:pt>
                <c:pt idx="407">
                  <c:v>23.914666380299174</c:v>
                </c:pt>
                <c:pt idx="408">
                  <c:v>23.918641236583273</c:v>
                </c:pt>
                <c:pt idx="409">
                  <c:v>23.917235987208151</c:v>
                </c:pt>
                <c:pt idx="410">
                  <c:v>23.971195556490891</c:v>
                </c:pt>
                <c:pt idx="411">
                  <c:v>24.014053119623071</c:v>
                </c:pt>
                <c:pt idx="412">
                  <c:v>24.061828298623727</c:v>
                </c:pt>
                <c:pt idx="413">
                  <c:v>23.97031882146932</c:v>
                </c:pt>
                <c:pt idx="414">
                  <c:v>24.029541324029694</c:v>
                </c:pt>
                <c:pt idx="415">
                  <c:v>24.030871635902869</c:v>
                </c:pt>
                <c:pt idx="416">
                  <c:v>24.017816613092037</c:v>
                </c:pt>
                <c:pt idx="417">
                  <c:v>23.939850020924435</c:v>
                </c:pt>
                <c:pt idx="418">
                  <c:v>23.894412984390719</c:v>
                </c:pt>
                <c:pt idx="419">
                  <c:v>23.981796704613767</c:v>
                </c:pt>
                <c:pt idx="420">
                  <c:v>24.019357992866922</c:v>
                </c:pt>
                <c:pt idx="421">
                  <c:v>24.052353451095279</c:v>
                </c:pt>
                <c:pt idx="422">
                  <c:v>24.006673749962907</c:v>
                </c:pt>
                <c:pt idx="423">
                  <c:v>24.095379531036794</c:v>
                </c:pt>
                <c:pt idx="424">
                  <c:v>24.053258186508391</c:v>
                </c:pt>
                <c:pt idx="425">
                  <c:v>23.959644616736803</c:v>
                </c:pt>
                <c:pt idx="426">
                  <c:v>23.903472161273449</c:v>
                </c:pt>
                <c:pt idx="427">
                  <c:v>23.868622490575092</c:v>
                </c:pt>
                <c:pt idx="428">
                  <c:v>24.06171231244948</c:v>
                </c:pt>
                <c:pt idx="429">
                  <c:v>24.191371630030815</c:v>
                </c:pt>
                <c:pt idx="430">
                  <c:v>24.082214949526026</c:v>
                </c:pt>
                <c:pt idx="431">
                  <c:v>23.982113852875372</c:v>
                </c:pt>
                <c:pt idx="432">
                  <c:v>23.894891373292033</c:v>
                </c:pt>
                <c:pt idx="433">
                  <c:v>23.82261476379086</c:v>
                </c:pt>
                <c:pt idx="434">
                  <c:v>23.681246164159354</c:v>
                </c:pt>
                <c:pt idx="435">
                  <c:v>23.281004786038608</c:v>
                </c:pt>
                <c:pt idx="436">
                  <c:v>23.831776688511756</c:v>
                </c:pt>
                <c:pt idx="437">
                  <c:v>23.859722304797984</c:v>
                </c:pt>
                <c:pt idx="438">
                  <c:v>23.703624483403427</c:v>
                </c:pt>
                <c:pt idx="439">
                  <c:v>23.980586879621423</c:v>
                </c:pt>
                <c:pt idx="440">
                  <c:v>24.162741198551238</c:v>
                </c:pt>
                <c:pt idx="441">
                  <c:v>23.629920715736276</c:v>
                </c:pt>
                <c:pt idx="442">
                  <c:v>23.644156514566838</c:v>
                </c:pt>
                <c:pt idx="443">
                  <c:v>23.845340307550927</c:v>
                </c:pt>
                <c:pt idx="444">
                  <c:v>24.17771078131139</c:v>
                </c:pt>
                <c:pt idx="445">
                  <c:v>24.02792182660307</c:v>
                </c:pt>
                <c:pt idx="446">
                  <c:v>23.827502580295882</c:v>
                </c:pt>
                <c:pt idx="447">
                  <c:v>23.876475406002729</c:v>
                </c:pt>
                <c:pt idx="448">
                  <c:v>24.189363557948838</c:v>
                </c:pt>
                <c:pt idx="449">
                  <c:v>23.87472544215256</c:v>
                </c:pt>
                <c:pt idx="450">
                  <c:v>23.884002016106834</c:v>
                </c:pt>
                <c:pt idx="451">
                  <c:v>24.033069356979677</c:v>
                </c:pt>
                <c:pt idx="452">
                  <c:v>23.912656813989162</c:v>
                </c:pt>
                <c:pt idx="453">
                  <c:v>23.948114291431299</c:v>
                </c:pt>
                <c:pt idx="454">
                  <c:v>23.845316072220811</c:v>
                </c:pt>
                <c:pt idx="455">
                  <c:v>23.973276767102909</c:v>
                </c:pt>
                <c:pt idx="456">
                  <c:v>23.871482154670531</c:v>
                </c:pt>
                <c:pt idx="457">
                  <c:v>23.932940717053295</c:v>
                </c:pt>
                <c:pt idx="458">
                  <c:v>24.027815143309052</c:v>
                </c:pt>
                <c:pt idx="459">
                  <c:v>24.066862995122943</c:v>
                </c:pt>
                <c:pt idx="460">
                  <c:v>23.994318337988247</c:v>
                </c:pt>
                <c:pt idx="461">
                  <c:v>24.025131296768681</c:v>
                </c:pt>
                <c:pt idx="462">
                  <c:v>24.015530590019793</c:v>
                </c:pt>
                <c:pt idx="463">
                  <c:v>23.983137664500088</c:v>
                </c:pt>
                <c:pt idx="464">
                  <c:v>23.981708364934946</c:v>
                </c:pt>
                <c:pt idx="465">
                  <c:v>23.935953290484118</c:v>
                </c:pt>
                <c:pt idx="466">
                  <c:v>23.914818411447904</c:v>
                </c:pt>
                <c:pt idx="467">
                  <c:v>23.897066871003659</c:v>
                </c:pt>
                <c:pt idx="468">
                  <c:v>23.947076920342546</c:v>
                </c:pt>
                <c:pt idx="469">
                  <c:v>24.029386651767378</c:v>
                </c:pt>
                <c:pt idx="470">
                  <c:v>23.995812725766058</c:v>
                </c:pt>
                <c:pt idx="471">
                  <c:v>23.948293670885214</c:v>
                </c:pt>
                <c:pt idx="472">
                  <c:v>23.929654326335417</c:v>
                </c:pt>
                <c:pt idx="473">
                  <c:v>23.943471616797723</c:v>
                </c:pt>
                <c:pt idx="474">
                  <c:v>23.969616380283448</c:v>
                </c:pt>
                <c:pt idx="475">
                  <c:v>23.987291092502993</c:v>
                </c:pt>
                <c:pt idx="476">
                  <c:v>24.035796732741954</c:v>
                </c:pt>
                <c:pt idx="477">
                  <c:v>24.041609463292165</c:v>
                </c:pt>
                <c:pt idx="478">
                  <c:v>24.102550488654511</c:v>
                </c:pt>
                <c:pt idx="479">
                  <c:v>24.127101133652459</c:v>
                </c:pt>
                <c:pt idx="480">
                  <c:v>24.061019193804732</c:v>
                </c:pt>
                <c:pt idx="481">
                  <c:v>24.076290263285077</c:v>
                </c:pt>
                <c:pt idx="482">
                  <c:v>24.059630249865336</c:v>
                </c:pt>
                <c:pt idx="483">
                  <c:v>24.022479849745146</c:v>
                </c:pt>
                <c:pt idx="484">
                  <c:v>23.960128740065873</c:v>
                </c:pt>
                <c:pt idx="485">
                  <c:v>23.938468246658147</c:v>
                </c:pt>
                <c:pt idx="486">
                  <c:v>23.999588278583001</c:v>
                </c:pt>
                <c:pt idx="487">
                  <c:v>24.021921131341387</c:v>
                </c:pt>
                <c:pt idx="488">
                  <c:v>24.057871976010144</c:v>
                </c:pt>
                <c:pt idx="489">
                  <c:v>24.087512997162435</c:v>
                </c:pt>
                <c:pt idx="490">
                  <c:v>23.973690751826865</c:v>
                </c:pt>
                <c:pt idx="491">
                  <c:v>23.978996834215767</c:v>
                </c:pt>
                <c:pt idx="492">
                  <c:v>24.001152584548862</c:v>
                </c:pt>
                <c:pt idx="493">
                  <c:v>24.051067467987082</c:v>
                </c:pt>
                <c:pt idx="494">
                  <c:v>24.002717400110789</c:v>
                </c:pt>
                <c:pt idx="495">
                  <c:v>23.95755154732818</c:v>
                </c:pt>
                <c:pt idx="496">
                  <c:v>24.009338584417645</c:v>
                </c:pt>
                <c:pt idx="497">
                  <c:v>24.045427261792003</c:v>
                </c:pt>
                <c:pt idx="498">
                  <c:v>24.045547144100311</c:v>
                </c:pt>
                <c:pt idx="499">
                  <c:v>23.984502730282298</c:v>
                </c:pt>
                <c:pt idx="500">
                  <c:v>23.964411915231238</c:v>
                </c:pt>
                <c:pt idx="501">
                  <c:v>24.009535847094124</c:v>
                </c:pt>
                <c:pt idx="502">
                  <c:v>24.04620309709955</c:v>
                </c:pt>
                <c:pt idx="503">
                  <c:v>24.037358145330611</c:v>
                </c:pt>
                <c:pt idx="504">
                  <c:v>24.06944241937224</c:v>
                </c:pt>
                <c:pt idx="505">
                  <c:v>24.021619218635131</c:v>
                </c:pt>
                <c:pt idx="506">
                  <c:v>24.051953047134663</c:v>
                </c:pt>
                <c:pt idx="507">
                  <c:v>24.033025300190413</c:v>
                </c:pt>
                <c:pt idx="508">
                  <c:v>24.066260054450719</c:v>
                </c:pt>
                <c:pt idx="509">
                  <c:v>24.129748342114674</c:v>
                </c:pt>
                <c:pt idx="510">
                  <c:v>24.097808346275446</c:v>
                </c:pt>
                <c:pt idx="511">
                  <c:v>24.114107575715156</c:v>
                </c:pt>
                <c:pt idx="512">
                  <c:v>24.148129745550268</c:v>
                </c:pt>
                <c:pt idx="513">
                  <c:v>24.033162739678108</c:v>
                </c:pt>
                <c:pt idx="514">
                  <c:v>23.945043964120913</c:v>
                </c:pt>
                <c:pt idx="515">
                  <c:v>23.951306503184487</c:v>
                </c:pt>
                <c:pt idx="516">
                  <c:v>24.102797468819656</c:v>
                </c:pt>
                <c:pt idx="517">
                  <c:v>24.0890819103826</c:v>
                </c:pt>
                <c:pt idx="518">
                  <c:v>24.02091586485604</c:v>
                </c:pt>
                <c:pt idx="519">
                  <c:v>24.070748898963657</c:v>
                </c:pt>
                <c:pt idx="520">
                  <c:v>24.043002129694379</c:v>
                </c:pt>
                <c:pt idx="521">
                  <c:v>24.023637289920714</c:v>
                </c:pt>
                <c:pt idx="522">
                  <c:v>24.043140149178484</c:v>
                </c:pt>
                <c:pt idx="523">
                  <c:v>24.015706184751387</c:v>
                </c:pt>
                <c:pt idx="524">
                  <c:v>24.049457807561673</c:v>
                </c:pt>
                <c:pt idx="525">
                  <c:v>24.117467530949131</c:v>
                </c:pt>
                <c:pt idx="526">
                  <c:v>24.141323196070925</c:v>
                </c:pt>
                <c:pt idx="527">
                  <c:v>24.06788769476476</c:v>
                </c:pt>
                <c:pt idx="528">
                  <c:v>24.027907169405719</c:v>
                </c:pt>
                <c:pt idx="529">
                  <c:v>24.040358207878473</c:v>
                </c:pt>
                <c:pt idx="530">
                  <c:v>24.049774049783693</c:v>
                </c:pt>
                <c:pt idx="531">
                  <c:v>24.109835787484911</c:v>
                </c:pt>
                <c:pt idx="532">
                  <c:v>24.106347518695415</c:v>
                </c:pt>
                <c:pt idx="533">
                  <c:v>24.140620279746752</c:v>
                </c:pt>
                <c:pt idx="534">
                  <c:v>24.144594061235246</c:v>
                </c:pt>
                <c:pt idx="535">
                  <c:v>24.098192330111779</c:v>
                </c:pt>
                <c:pt idx="536">
                  <c:v>24.044877805308275</c:v>
                </c:pt>
                <c:pt idx="537">
                  <c:v>24.037344117281904</c:v>
                </c:pt>
                <c:pt idx="538">
                  <c:v>24.022621873498235</c:v>
                </c:pt>
                <c:pt idx="539">
                  <c:v>23.946062480411197</c:v>
                </c:pt>
                <c:pt idx="540">
                  <c:v>23.956147598848951</c:v>
                </c:pt>
                <c:pt idx="541">
                  <c:v>24.05195002591044</c:v>
                </c:pt>
                <c:pt idx="542">
                  <c:v>24.01629946045523</c:v>
                </c:pt>
                <c:pt idx="543">
                  <c:v>24.059427205247268</c:v>
                </c:pt>
                <c:pt idx="544">
                  <c:v>24.041982174881934</c:v>
                </c:pt>
                <c:pt idx="545">
                  <c:v>24.056206803047218</c:v>
                </c:pt>
                <c:pt idx="546">
                  <c:v>24.100305797699139</c:v>
                </c:pt>
                <c:pt idx="547">
                  <c:v>24.04100073248631</c:v>
                </c:pt>
                <c:pt idx="548">
                  <c:v>24.101791066917613</c:v>
                </c:pt>
                <c:pt idx="549">
                  <c:v>24.22046220510099</c:v>
                </c:pt>
                <c:pt idx="550">
                  <c:v>24.043574845017094</c:v>
                </c:pt>
                <c:pt idx="551">
                  <c:v>24.010709405107711</c:v>
                </c:pt>
                <c:pt idx="552">
                  <c:v>24.143611960199635</c:v>
                </c:pt>
                <c:pt idx="553">
                  <c:v>24.154044424395575</c:v>
                </c:pt>
                <c:pt idx="554">
                  <c:v>24.124064822967533</c:v>
                </c:pt>
                <c:pt idx="555">
                  <c:v>24.217847384686753</c:v>
                </c:pt>
                <c:pt idx="556">
                  <c:v>24.085392471313707</c:v>
                </c:pt>
                <c:pt idx="557">
                  <c:v>23.981866130511435</c:v>
                </c:pt>
                <c:pt idx="558">
                  <c:v>24.047410102391844</c:v>
                </c:pt>
                <c:pt idx="559">
                  <c:v>24.223656602490358</c:v>
                </c:pt>
                <c:pt idx="560">
                  <c:v>24.229629687301589</c:v>
                </c:pt>
                <c:pt idx="561">
                  <c:v>24.186309316527513</c:v>
                </c:pt>
                <c:pt idx="562">
                  <c:v>24.023052748569551</c:v>
                </c:pt>
                <c:pt idx="563">
                  <c:v>24.156051107107629</c:v>
                </c:pt>
                <c:pt idx="564">
                  <c:v>24.350688162788437</c:v>
                </c:pt>
                <c:pt idx="565">
                  <c:v>24.313351808283308</c:v>
                </c:pt>
                <c:pt idx="566">
                  <c:v>24.243886274251977</c:v>
                </c:pt>
                <c:pt idx="567">
                  <c:v>24.254665582853267</c:v>
                </c:pt>
                <c:pt idx="568">
                  <c:v>24.226134766575889</c:v>
                </c:pt>
                <c:pt idx="569">
                  <c:v>24.198203030881654</c:v>
                </c:pt>
                <c:pt idx="570">
                  <c:v>24.436796434866284</c:v>
                </c:pt>
                <c:pt idx="571">
                  <c:v>24.446761284331462</c:v>
                </c:pt>
                <c:pt idx="572">
                  <c:v>24.175911717652347</c:v>
                </c:pt>
                <c:pt idx="573">
                  <c:v>23.887302765831819</c:v>
                </c:pt>
                <c:pt idx="574">
                  <c:v>23.900942656036992</c:v>
                </c:pt>
                <c:pt idx="575">
                  <c:v>24.116069615087905</c:v>
                </c:pt>
                <c:pt idx="576">
                  <c:v>23.646277112505516</c:v>
                </c:pt>
                <c:pt idx="577">
                  <c:v>23.302205784665279</c:v>
                </c:pt>
                <c:pt idx="578">
                  <c:v>23.512368905083175</c:v>
                </c:pt>
                <c:pt idx="579">
                  <c:v>23.979189555225464</c:v>
                </c:pt>
                <c:pt idx="580">
                  <c:v>23.441010446279254</c:v>
                </c:pt>
                <c:pt idx="581">
                  <c:v>24.538336228989973</c:v>
                </c:pt>
                <c:pt idx="582">
                  <c:v>22.39125045075879</c:v>
                </c:pt>
                <c:pt idx="583">
                  <c:v>22.749869582728699</c:v>
                </c:pt>
                <c:pt idx="584">
                  <c:v>25.547259077225576</c:v>
                </c:pt>
                <c:pt idx="585">
                  <c:v>26.040995116023918</c:v>
                </c:pt>
                <c:pt idx="586">
                  <c:v>31.090107612730048</c:v>
                </c:pt>
                <c:pt idx="587">
                  <c:v>23.293975733946461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1B0C-4B9C-BBFB-FF685BE46DCA}"/>
            </c:ext>
          </c:extLst>
        </c:ser>
        <c:ser>
          <c:idx val="27"/>
          <c:order val="27"/>
          <c:tx>
            <c:strRef>
              <c:f>Sheet2!$Z$1</c:f>
              <c:strCache>
                <c:ptCount val="1"/>
                <c:pt idx="0">
                  <c:v>S16_n3_z/O-PTIR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Sheet2!$Z$2:$Z$589</c:f>
              <c:numCache>
                <c:formatCode>General</c:formatCode>
                <c:ptCount val="588"/>
                <c:pt idx="0">
                  <c:v>24.9274578869829</c:v>
                </c:pt>
                <c:pt idx="1">
                  <c:v>25.128269129706556</c:v>
                </c:pt>
                <c:pt idx="2">
                  <c:v>25.156370103575828</c:v>
                </c:pt>
                <c:pt idx="3">
                  <c:v>25.267908118747194</c:v>
                </c:pt>
                <c:pt idx="4">
                  <c:v>25.354753767496589</c:v>
                </c:pt>
                <c:pt idx="5">
                  <c:v>25.370590245103902</c:v>
                </c:pt>
                <c:pt idx="6">
                  <c:v>25.371278319044922</c:v>
                </c:pt>
                <c:pt idx="7">
                  <c:v>25.403103938888226</c:v>
                </c:pt>
                <c:pt idx="8">
                  <c:v>25.389401381357651</c:v>
                </c:pt>
                <c:pt idx="9">
                  <c:v>25.470458230004454</c:v>
                </c:pt>
                <c:pt idx="10">
                  <c:v>25.45174373441402</c:v>
                </c:pt>
                <c:pt idx="11">
                  <c:v>25.482304062882882</c:v>
                </c:pt>
                <c:pt idx="12">
                  <c:v>25.575326103344477</c:v>
                </c:pt>
                <c:pt idx="13">
                  <c:v>25.610159525059746</c:v>
                </c:pt>
                <c:pt idx="14">
                  <c:v>25.589939287243023</c:v>
                </c:pt>
                <c:pt idx="15">
                  <c:v>25.582018652054188</c:v>
                </c:pt>
                <c:pt idx="16">
                  <c:v>25.613457492621841</c:v>
                </c:pt>
                <c:pt idx="17">
                  <c:v>25.680522051292719</c:v>
                </c:pt>
                <c:pt idx="18">
                  <c:v>25.71968245107367</c:v>
                </c:pt>
                <c:pt idx="19">
                  <c:v>25.742288351261003</c:v>
                </c:pt>
                <c:pt idx="20">
                  <c:v>25.741564724170381</c:v>
                </c:pt>
                <c:pt idx="21">
                  <c:v>25.75522980602765</c:v>
                </c:pt>
                <c:pt idx="22">
                  <c:v>25.770442059143114</c:v>
                </c:pt>
                <c:pt idx="23">
                  <c:v>25.791980498352807</c:v>
                </c:pt>
                <c:pt idx="24">
                  <c:v>25.837289670491352</c:v>
                </c:pt>
                <c:pt idx="25">
                  <c:v>25.877932633902965</c:v>
                </c:pt>
                <c:pt idx="26">
                  <c:v>25.896759664824511</c:v>
                </c:pt>
                <c:pt idx="27">
                  <c:v>25.911344471190091</c:v>
                </c:pt>
                <c:pt idx="28">
                  <c:v>25.935302474174282</c:v>
                </c:pt>
                <c:pt idx="29">
                  <c:v>25.938777530539426</c:v>
                </c:pt>
                <c:pt idx="30">
                  <c:v>25.944986686387971</c:v>
                </c:pt>
                <c:pt idx="31">
                  <c:v>25.933774094908337</c:v>
                </c:pt>
                <c:pt idx="32">
                  <c:v>25.911416714756839</c:v>
                </c:pt>
                <c:pt idx="33">
                  <c:v>25.88497784386205</c:v>
                </c:pt>
                <c:pt idx="34">
                  <c:v>25.890445338806085</c:v>
                </c:pt>
                <c:pt idx="35">
                  <c:v>25.861200016549951</c:v>
                </c:pt>
                <c:pt idx="36">
                  <c:v>25.810034620590219</c:v>
                </c:pt>
                <c:pt idx="37">
                  <c:v>25.80465864860556</c:v>
                </c:pt>
                <c:pt idx="38">
                  <c:v>25.806958311887719</c:v>
                </c:pt>
                <c:pt idx="39">
                  <c:v>25.799290745804893</c:v>
                </c:pt>
                <c:pt idx="40">
                  <c:v>25.768095063868948</c:v>
                </c:pt>
                <c:pt idx="41">
                  <c:v>25.716060578884345</c:v>
                </c:pt>
                <c:pt idx="42">
                  <c:v>25.660561760342855</c:v>
                </c:pt>
                <c:pt idx="43">
                  <c:v>25.584943487551147</c:v>
                </c:pt>
                <c:pt idx="44">
                  <c:v>25.504486845388804</c:v>
                </c:pt>
                <c:pt idx="45">
                  <c:v>25.44784436894432</c:v>
                </c:pt>
                <c:pt idx="46">
                  <c:v>25.390912809921652</c:v>
                </c:pt>
                <c:pt idx="47">
                  <c:v>25.354386673780546</c:v>
                </c:pt>
                <c:pt idx="48">
                  <c:v>25.312649983926619</c:v>
                </c:pt>
                <c:pt idx="49">
                  <c:v>25.266524497392734</c:v>
                </c:pt>
                <c:pt idx="50">
                  <c:v>25.229436686474617</c:v>
                </c:pt>
                <c:pt idx="51">
                  <c:v>25.200187370243189</c:v>
                </c:pt>
                <c:pt idx="52">
                  <c:v>25.184463360272495</c:v>
                </c:pt>
                <c:pt idx="53">
                  <c:v>25.173087178272429</c:v>
                </c:pt>
                <c:pt idx="54">
                  <c:v>25.181901272504902</c:v>
                </c:pt>
                <c:pt idx="55">
                  <c:v>25.187353400798212</c:v>
                </c:pt>
                <c:pt idx="56">
                  <c:v>25.183897826909181</c:v>
                </c:pt>
                <c:pt idx="57">
                  <c:v>25.190888380331728</c:v>
                </c:pt>
                <c:pt idx="58">
                  <c:v>25.204335634837907</c:v>
                </c:pt>
                <c:pt idx="59">
                  <c:v>25.206611307190478</c:v>
                </c:pt>
                <c:pt idx="60">
                  <c:v>25.222645574577889</c:v>
                </c:pt>
                <c:pt idx="61">
                  <c:v>25.18272052484139</c:v>
                </c:pt>
                <c:pt idx="62">
                  <c:v>25.161030801970742</c:v>
                </c:pt>
                <c:pt idx="63">
                  <c:v>25.176468613148806</c:v>
                </c:pt>
                <c:pt idx="64">
                  <c:v>25.131988806904534</c:v>
                </c:pt>
                <c:pt idx="65">
                  <c:v>25.144675608513953</c:v>
                </c:pt>
                <c:pt idx="66">
                  <c:v>25.168079220648966</c:v>
                </c:pt>
                <c:pt idx="67">
                  <c:v>25.143899247410495</c:v>
                </c:pt>
                <c:pt idx="68">
                  <c:v>25.184251368187009</c:v>
                </c:pt>
                <c:pt idx="69">
                  <c:v>25.209285307499815</c:v>
                </c:pt>
                <c:pt idx="70">
                  <c:v>25.222943741757518</c:v>
                </c:pt>
                <c:pt idx="71">
                  <c:v>25.24226406247563</c:v>
                </c:pt>
                <c:pt idx="72">
                  <c:v>25.263331564611526</c:v>
                </c:pt>
                <c:pt idx="73">
                  <c:v>25.307559926417706</c:v>
                </c:pt>
                <c:pt idx="74">
                  <c:v>25.310818360393803</c:v>
                </c:pt>
                <c:pt idx="75">
                  <c:v>25.359374404288431</c:v>
                </c:pt>
                <c:pt idx="76">
                  <c:v>25.417793671723501</c:v>
                </c:pt>
                <c:pt idx="77">
                  <c:v>25.418532651925947</c:v>
                </c:pt>
                <c:pt idx="78">
                  <c:v>25.462198039220784</c:v>
                </c:pt>
                <c:pt idx="79">
                  <c:v>25.524351822487485</c:v>
                </c:pt>
                <c:pt idx="80">
                  <c:v>25.57763854734759</c:v>
                </c:pt>
                <c:pt idx="81">
                  <c:v>25.640374394973669</c:v>
                </c:pt>
                <c:pt idx="82">
                  <c:v>25.736649616318427</c:v>
                </c:pt>
                <c:pt idx="83">
                  <c:v>25.808336896771635</c:v>
                </c:pt>
                <c:pt idx="84">
                  <c:v>25.856884357004098</c:v>
                </c:pt>
                <c:pt idx="85">
                  <c:v>25.939433463133472</c:v>
                </c:pt>
                <c:pt idx="86">
                  <c:v>26.015277727232554</c:v>
                </c:pt>
                <c:pt idx="87">
                  <c:v>26.048103925890885</c:v>
                </c:pt>
                <c:pt idx="88">
                  <c:v>26.076030234420088</c:v>
                </c:pt>
                <c:pt idx="89">
                  <c:v>26.099999068523729</c:v>
                </c:pt>
                <c:pt idx="90">
                  <c:v>26.096358620964544</c:v>
                </c:pt>
                <c:pt idx="91">
                  <c:v>26.068197927010388</c:v>
                </c:pt>
                <c:pt idx="92">
                  <c:v>26.069243996527113</c:v>
                </c:pt>
                <c:pt idx="93">
                  <c:v>26.044999293811014</c:v>
                </c:pt>
                <c:pt idx="94">
                  <c:v>26.007521562592608</c:v>
                </c:pt>
                <c:pt idx="95">
                  <c:v>26.006577847154713</c:v>
                </c:pt>
                <c:pt idx="96">
                  <c:v>25.97500480901704</c:v>
                </c:pt>
                <c:pt idx="97">
                  <c:v>25.952191005491812</c:v>
                </c:pt>
                <c:pt idx="98">
                  <c:v>25.945800103458854</c:v>
                </c:pt>
                <c:pt idx="99">
                  <c:v>25.922130316563297</c:v>
                </c:pt>
                <c:pt idx="100">
                  <c:v>25.915595035708037</c:v>
                </c:pt>
                <c:pt idx="101">
                  <c:v>25.908620011403006</c:v>
                </c:pt>
                <c:pt idx="102">
                  <c:v>25.914934120799046</c:v>
                </c:pt>
                <c:pt idx="103">
                  <c:v>25.922311412880543</c:v>
                </c:pt>
                <c:pt idx="104">
                  <c:v>25.948124786626948</c:v>
                </c:pt>
                <c:pt idx="105">
                  <c:v>25.965875258430515</c:v>
                </c:pt>
                <c:pt idx="106">
                  <c:v>25.986960848535894</c:v>
                </c:pt>
                <c:pt idx="107">
                  <c:v>26.023011796388822</c:v>
                </c:pt>
                <c:pt idx="108">
                  <c:v>26.054462117943096</c:v>
                </c:pt>
                <c:pt idx="109">
                  <c:v>26.089234560455846</c:v>
                </c:pt>
                <c:pt idx="110">
                  <c:v>26.120411179621556</c:v>
                </c:pt>
                <c:pt idx="111">
                  <c:v>26.140255523437677</c:v>
                </c:pt>
                <c:pt idx="112">
                  <c:v>26.187294425352793</c:v>
                </c:pt>
                <c:pt idx="113">
                  <c:v>26.210644694224502</c:v>
                </c:pt>
                <c:pt idx="114">
                  <c:v>26.197502322192012</c:v>
                </c:pt>
                <c:pt idx="115">
                  <c:v>26.15827904776264</c:v>
                </c:pt>
                <c:pt idx="116">
                  <c:v>26.101763891127323</c:v>
                </c:pt>
                <c:pt idx="117">
                  <c:v>26.037901444611393</c:v>
                </c:pt>
                <c:pt idx="118">
                  <c:v>25.981187103689344</c:v>
                </c:pt>
                <c:pt idx="119">
                  <c:v>25.944047195086657</c:v>
                </c:pt>
                <c:pt idx="120">
                  <c:v>25.901955948537456</c:v>
                </c:pt>
                <c:pt idx="121">
                  <c:v>25.868979034851947</c:v>
                </c:pt>
                <c:pt idx="122">
                  <c:v>25.836118501544952</c:v>
                </c:pt>
                <c:pt idx="123">
                  <c:v>25.799641294985975</c:v>
                </c:pt>
                <c:pt idx="124">
                  <c:v>25.768234297909508</c:v>
                </c:pt>
                <c:pt idx="125">
                  <c:v>25.732633924625809</c:v>
                </c:pt>
                <c:pt idx="126">
                  <c:v>25.727277177878175</c:v>
                </c:pt>
                <c:pt idx="127">
                  <c:v>25.701257633772993</c:v>
                </c:pt>
                <c:pt idx="128">
                  <c:v>25.693235890084068</c:v>
                </c:pt>
                <c:pt idx="129">
                  <c:v>25.693783728105977</c:v>
                </c:pt>
                <c:pt idx="130">
                  <c:v>25.701724834110578</c:v>
                </c:pt>
                <c:pt idx="131">
                  <c:v>25.707570714212682</c:v>
                </c:pt>
                <c:pt idx="132">
                  <c:v>25.72266582877127</c:v>
                </c:pt>
                <c:pt idx="133">
                  <c:v>25.702850295732887</c:v>
                </c:pt>
                <c:pt idx="134">
                  <c:v>25.718896545046196</c:v>
                </c:pt>
                <c:pt idx="135">
                  <c:v>25.707023634369136</c:v>
                </c:pt>
                <c:pt idx="136">
                  <c:v>25.635393325604248</c:v>
                </c:pt>
                <c:pt idx="137">
                  <c:v>25.595675231482687</c:v>
                </c:pt>
                <c:pt idx="138">
                  <c:v>25.601846424257548</c:v>
                </c:pt>
                <c:pt idx="139">
                  <c:v>25.452315021809543</c:v>
                </c:pt>
                <c:pt idx="140">
                  <c:v>25.318555299796721</c:v>
                </c:pt>
                <c:pt idx="141">
                  <c:v>25.198196976038098</c:v>
                </c:pt>
                <c:pt idx="142">
                  <c:v>25.163361834882618</c:v>
                </c:pt>
                <c:pt idx="143">
                  <c:v>25.173556179283622</c:v>
                </c:pt>
                <c:pt idx="144">
                  <c:v>25.165155183947068</c:v>
                </c:pt>
                <c:pt idx="145">
                  <c:v>25.140946223925162</c:v>
                </c:pt>
                <c:pt idx="146">
                  <c:v>25.137054900561658</c:v>
                </c:pt>
                <c:pt idx="147">
                  <c:v>25.146773325573921</c:v>
                </c:pt>
                <c:pt idx="148">
                  <c:v>25.114223510006223</c:v>
                </c:pt>
                <c:pt idx="149">
                  <c:v>25.105879872216619</c:v>
                </c:pt>
                <c:pt idx="150">
                  <c:v>25.106785563655787</c:v>
                </c:pt>
                <c:pt idx="151">
                  <c:v>25.084968405895335</c:v>
                </c:pt>
                <c:pt idx="152">
                  <c:v>25.090000794462611</c:v>
                </c:pt>
                <c:pt idx="153">
                  <c:v>25.089877387395351</c:v>
                </c:pt>
                <c:pt idx="154">
                  <c:v>25.083166615327162</c:v>
                </c:pt>
                <c:pt idx="155">
                  <c:v>25.063094608149594</c:v>
                </c:pt>
                <c:pt idx="156">
                  <c:v>25.06522857561248</c:v>
                </c:pt>
                <c:pt idx="157">
                  <c:v>25.065147030821901</c:v>
                </c:pt>
                <c:pt idx="158">
                  <c:v>25.072824107981496</c:v>
                </c:pt>
                <c:pt idx="159">
                  <c:v>25.070610152701455</c:v>
                </c:pt>
                <c:pt idx="160">
                  <c:v>25.058490935598599</c:v>
                </c:pt>
                <c:pt idx="161">
                  <c:v>25.061720112013273</c:v>
                </c:pt>
                <c:pt idx="162">
                  <c:v>25.07405041409536</c:v>
                </c:pt>
                <c:pt idx="163">
                  <c:v>25.062179737336688</c:v>
                </c:pt>
                <c:pt idx="164">
                  <c:v>25.04179974050804</c:v>
                </c:pt>
                <c:pt idx="165">
                  <c:v>25.032523218399991</c:v>
                </c:pt>
                <c:pt idx="166">
                  <c:v>25.046640563804175</c:v>
                </c:pt>
                <c:pt idx="167">
                  <c:v>25.053064165663706</c:v>
                </c:pt>
                <c:pt idx="168">
                  <c:v>25.045144606817367</c:v>
                </c:pt>
                <c:pt idx="169">
                  <c:v>25.048233581160179</c:v>
                </c:pt>
                <c:pt idx="170">
                  <c:v>25.060377120895655</c:v>
                </c:pt>
                <c:pt idx="171">
                  <c:v>25.062594887375855</c:v>
                </c:pt>
                <c:pt idx="172">
                  <c:v>25.077063137357225</c:v>
                </c:pt>
                <c:pt idx="173">
                  <c:v>25.080931173813905</c:v>
                </c:pt>
                <c:pt idx="174">
                  <c:v>25.086773601496688</c:v>
                </c:pt>
                <c:pt idx="175">
                  <c:v>25.086953675627036</c:v>
                </c:pt>
                <c:pt idx="176">
                  <c:v>25.082267273631771</c:v>
                </c:pt>
                <c:pt idx="177">
                  <c:v>25.081940349829996</c:v>
                </c:pt>
                <c:pt idx="178">
                  <c:v>25.073639799587465</c:v>
                </c:pt>
                <c:pt idx="179">
                  <c:v>25.083284593295797</c:v>
                </c:pt>
                <c:pt idx="180">
                  <c:v>25.087566892993738</c:v>
                </c:pt>
                <c:pt idx="181">
                  <c:v>25.097763803016164</c:v>
                </c:pt>
                <c:pt idx="182">
                  <c:v>25.116183874932631</c:v>
                </c:pt>
                <c:pt idx="183">
                  <c:v>25.134315737529917</c:v>
                </c:pt>
                <c:pt idx="184">
                  <c:v>25.144535819378518</c:v>
                </c:pt>
                <c:pt idx="185">
                  <c:v>25.159549416224323</c:v>
                </c:pt>
                <c:pt idx="186">
                  <c:v>25.181978444231</c:v>
                </c:pt>
                <c:pt idx="187">
                  <c:v>25.207789489286725</c:v>
                </c:pt>
                <c:pt idx="188">
                  <c:v>25.251028766803397</c:v>
                </c:pt>
                <c:pt idx="189">
                  <c:v>25.287897382941594</c:v>
                </c:pt>
                <c:pt idx="190">
                  <c:v>25.32104789239413</c:v>
                </c:pt>
                <c:pt idx="191">
                  <c:v>25.354056974504413</c:v>
                </c:pt>
                <c:pt idx="192">
                  <c:v>25.372741251271574</c:v>
                </c:pt>
                <c:pt idx="193">
                  <c:v>25.370646539847257</c:v>
                </c:pt>
                <c:pt idx="194">
                  <c:v>25.380385611680975</c:v>
                </c:pt>
                <c:pt idx="195">
                  <c:v>25.398725567160739</c:v>
                </c:pt>
                <c:pt idx="196">
                  <c:v>25.43781342551916</c:v>
                </c:pt>
                <c:pt idx="197">
                  <c:v>25.489466952954817</c:v>
                </c:pt>
                <c:pt idx="198">
                  <c:v>25.545660533653589</c:v>
                </c:pt>
                <c:pt idx="199">
                  <c:v>25.598618100793534</c:v>
                </c:pt>
                <c:pt idx="200">
                  <c:v>25.675160755474916</c:v>
                </c:pt>
                <c:pt idx="201">
                  <c:v>25.777615076311736</c:v>
                </c:pt>
                <c:pt idx="202">
                  <c:v>25.858698948601575</c:v>
                </c:pt>
                <c:pt idx="203">
                  <c:v>25.815791252268038</c:v>
                </c:pt>
                <c:pt idx="204">
                  <c:v>25.829125226803644</c:v>
                </c:pt>
                <c:pt idx="205">
                  <c:v>25.8903737992621</c:v>
                </c:pt>
                <c:pt idx="206">
                  <c:v>25.976235549120428</c:v>
                </c:pt>
                <c:pt idx="207">
                  <c:v>26.037990259790902</c:v>
                </c:pt>
                <c:pt idx="208">
                  <c:v>26.065793201869543</c:v>
                </c:pt>
                <c:pt idx="209">
                  <c:v>26.101657637845495</c:v>
                </c:pt>
                <c:pt idx="210">
                  <c:v>26.109192306092638</c:v>
                </c:pt>
                <c:pt idx="211">
                  <c:v>26.080588186108095</c:v>
                </c:pt>
                <c:pt idx="212">
                  <c:v>26.0731613958107</c:v>
                </c:pt>
                <c:pt idx="213">
                  <c:v>26.087612383695443</c:v>
                </c:pt>
                <c:pt idx="214">
                  <c:v>26.097466861106927</c:v>
                </c:pt>
                <c:pt idx="215">
                  <c:v>26.053187403494729</c:v>
                </c:pt>
                <c:pt idx="216">
                  <c:v>26.05171978680891</c:v>
                </c:pt>
                <c:pt idx="217">
                  <c:v>26.073182299871242</c:v>
                </c:pt>
                <c:pt idx="218">
                  <c:v>26.083385972573875</c:v>
                </c:pt>
                <c:pt idx="219">
                  <c:v>26.127152251746413</c:v>
                </c:pt>
                <c:pt idx="220">
                  <c:v>26.144355535395235</c:v>
                </c:pt>
                <c:pt idx="221">
                  <c:v>26.121452375134528</c:v>
                </c:pt>
                <c:pt idx="222">
                  <c:v>26.092455302136244</c:v>
                </c:pt>
                <c:pt idx="223">
                  <c:v>26.073825018499555</c:v>
                </c:pt>
                <c:pt idx="224">
                  <c:v>26.067605248153949</c:v>
                </c:pt>
                <c:pt idx="225">
                  <c:v>26.067359814987153</c:v>
                </c:pt>
                <c:pt idx="226">
                  <c:v>26.08490622850023</c:v>
                </c:pt>
                <c:pt idx="227">
                  <c:v>26.077025072741801</c:v>
                </c:pt>
                <c:pt idx="228">
                  <c:v>26.060839481076737</c:v>
                </c:pt>
                <c:pt idx="229">
                  <c:v>26.056825684830024</c:v>
                </c:pt>
                <c:pt idx="230">
                  <c:v>26.104909356527529</c:v>
                </c:pt>
                <c:pt idx="231">
                  <c:v>26.107077854953118</c:v>
                </c:pt>
                <c:pt idx="232">
                  <c:v>26.113871458007321</c:v>
                </c:pt>
                <c:pt idx="233">
                  <c:v>26.088513099589115</c:v>
                </c:pt>
                <c:pt idx="234">
                  <c:v>26.090851754901301</c:v>
                </c:pt>
                <c:pt idx="235">
                  <c:v>26.117917206056418</c:v>
                </c:pt>
                <c:pt idx="236">
                  <c:v>26.112443483218698</c:v>
                </c:pt>
                <c:pt idx="237">
                  <c:v>26.107613453810043</c:v>
                </c:pt>
                <c:pt idx="238">
                  <c:v>26.087302721990294</c:v>
                </c:pt>
                <c:pt idx="239">
                  <c:v>26.090499960141482</c:v>
                </c:pt>
                <c:pt idx="240">
                  <c:v>26.108091756045066</c:v>
                </c:pt>
                <c:pt idx="241">
                  <c:v>26.110423912685583</c:v>
                </c:pt>
                <c:pt idx="242">
                  <c:v>26.134053732750363</c:v>
                </c:pt>
                <c:pt idx="243">
                  <c:v>26.130358263104359</c:v>
                </c:pt>
                <c:pt idx="244">
                  <c:v>26.119168308664378</c:v>
                </c:pt>
                <c:pt idx="245">
                  <c:v>26.130487045114648</c:v>
                </c:pt>
                <c:pt idx="246">
                  <c:v>26.135195549363047</c:v>
                </c:pt>
                <c:pt idx="247">
                  <c:v>26.132902059818978</c:v>
                </c:pt>
                <c:pt idx="248">
                  <c:v>26.107912501018127</c:v>
                </c:pt>
                <c:pt idx="249">
                  <c:v>26.07474761325452</c:v>
                </c:pt>
                <c:pt idx="250">
                  <c:v>26.02076238950092</c:v>
                </c:pt>
                <c:pt idx="251">
                  <c:v>26.004821364513099</c:v>
                </c:pt>
                <c:pt idx="252">
                  <c:v>25.976909894617542</c:v>
                </c:pt>
                <c:pt idx="253">
                  <c:v>25.964860707471395</c:v>
                </c:pt>
                <c:pt idx="254">
                  <c:v>25.938357066482279</c:v>
                </c:pt>
                <c:pt idx="255">
                  <c:v>25.906475287284614</c:v>
                </c:pt>
                <c:pt idx="256">
                  <c:v>25.880459371604445</c:v>
                </c:pt>
                <c:pt idx="257">
                  <c:v>25.696122275106969</c:v>
                </c:pt>
                <c:pt idx="258">
                  <c:v>25.513757417150604</c:v>
                </c:pt>
                <c:pt idx="259">
                  <c:v>25.333333333333332</c:v>
                </c:pt>
                <c:pt idx="260">
                  <c:v>25.323445875163117</c:v>
                </c:pt>
                <c:pt idx="261">
                  <c:v>25.252506835519487</c:v>
                </c:pt>
                <c:pt idx="262">
                  <c:v>25.174810449994023</c:v>
                </c:pt>
                <c:pt idx="263">
                  <c:v>25.187930726542827</c:v>
                </c:pt>
                <c:pt idx="264">
                  <c:v>25.17557985210323</c:v>
                </c:pt>
                <c:pt idx="265">
                  <c:v>25.166093984764515</c:v>
                </c:pt>
                <c:pt idx="266">
                  <c:v>25.158051932726618</c:v>
                </c:pt>
                <c:pt idx="267">
                  <c:v>25.111037915308444</c:v>
                </c:pt>
                <c:pt idx="268">
                  <c:v>25.083567691680486</c:v>
                </c:pt>
                <c:pt idx="269">
                  <c:v>25.051056103195005</c:v>
                </c:pt>
                <c:pt idx="270">
                  <c:v>25.048332276351463</c:v>
                </c:pt>
                <c:pt idx="271">
                  <c:v>25.072222479912607</c:v>
                </c:pt>
                <c:pt idx="272">
                  <c:v>25.066990074416289</c:v>
                </c:pt>
                <c:pt idx="273">
                  <c:v>25.034172699735592</c:v>
                </c:pt>
                <c:pt idx="274">
                  <c:v>25.020109582700254</c:v>
                </c:pt>
                <c:pt idx="275">
                  <c:v>25.02003361932092</c:v>
                </c:pt>
                <c:pt idx="276">
                  <c:v>25.006894572780574</c:v>
                </c:pt>
                <c:pt idx="277">
                  <c:v>24.988248439323691</c:v>
                </c:pt>
                <c:pt idx="278">
                  <c:v>25.008420791745895</c:v>
                </c:pt>
                <c:pt idx="279">
                  <c:v>25.022268998216763</c:v>
                </c:pt>
                <c:pt idx="280">
                  <c:v>25.000361199376414</c:v>
                </c:pt>
                <c:pt idx="281">
                  <c:v>25.024014346806055</c:v>
                </c:pt>
                <c:pt idx="282">
                  <c:v>25.032001642458031</c:v>
                </c:pt>
                <c:pt idx="283">
                  <c:v>25.03279590537111</c:v>
                </c:pt>
                <c:pt idx="284">
                  <c:v>25.071078835548516</c:v>
                </c:pt>
                <c:pt idx="285">
                  <c:v>25.06826138383148</c:v>
                </c:pt>
                <c:pt idx="286">
                  <c:v>25.088030762762092</c:v>
                </c:pt>
                <c:pt idx="287">
                  <c:v>25.195888620782579</c:v>
                </c:pt>
                <c:pt idx="288">
                  <c:v>25.207076314226374</c:v>
                </c:pt>
                <c:pt idx="289">
                  <c:v>25.280986803797305</c:v>
                </c:pt>
                <c:pt idx="290">
                  <c:v>25.269923573454921</c:v>
                </c:pt>
                <c:pt idx="291">
                  <c:v>25.26527921651148</c:v>
                </c:pt>
                <c:pt idx="292">
                  <c:v>25.311131298512585</c:v>
                </c:pt>
                <c:pt idx="293">
                  <c:v>25.350370467609753</c:v>
                </c:pt>
                <c:pt idx="294">
                  <c:v>25.396215942627997</c:v>
                </c:pt>
                <c:pt idx="295">
                  <c:v>25.410021368715569</c:v>
                </c:pt>
                <c:pt idx="296">
                  <c:v>25.399857094209946</c:v>
                </c:pt>
                <c:pt idx="297">
                  <c:v>25.343157971010726</c:v>
                </c:pt>
                <c:pt idx="298">
                  <c:v>25.254908473791293</c:v>
                </c:pt>
                <c:pt idx="299">
                  <c:v>25.296751579393838</c:v>
                </c:pt>
                <c:pt idx="300">
                  <c:v>25.285037886172734</c:v>
                </c:pt>
                <c:pt idx="301">
                  <c:v>25.186890573525105</c:v>
                </c:pt>
                <c:pt idx="302">
                  <c:v>25.223205976698363</c:v>
                </c:pt>
                <c:pt idx="303">
                  <c:v>25.355240220149003</c:v>
                </c:pt>
                <c:pt idx="304">
                  <c:v>25.426989481683279</c:v>
                </c:pt>
                <c:pt idx="305">
                  <c:v>25.324470363674333</c:v>
                </c:pt>
                <c:pt idx="306">
                  <c:v>25.149160802157038</c:v>
                </c:pt>
                <c:pt idx="307">
                  <c:v>25.121908432957969</c:v>
                </c:pt>
                <c:pt idx="308">
                  <c:v>25.106452364574182</c:v>
                </c:pt>
                <c:pt idx="309">
                  <c:v>25.132091932700622</c:v>
                </c:pt>
                <c:pt idx="310">
                  <c:v>25.181842134592689</c:v>
                </c:pt>
                <c:pt idx="311">
                  <c:v>25.158626821469358</c:v>
                </c:pt>
                <c:pt idx="312">
                  <c:v>25.079611225902926</c:v>
                </c:pt>
                <c:pt idx="313">
                  <c:v>25.131118729540017</c:v>
                </c:pt>
                <c:pt idx="314">
                  <c:v>25.267621771026668</c:v>
                </c:pt>
                <c:pt idx="315">
                  <c:v>25.395158554591443</c:v>
                </c:pt>
                <c:pt idx="316">
                  <c:v>25.455586994684953</c:v>
                </c:pt>
                <c:pt idx="317">
                  <c:v>25.446707155557405</c:v>
                </c:pt>
                <c:pt idx="318">
                  <c:v>25.553463542885169</c:v>
                </c:pt>
                <c:pt idx="319">
                  <c:v>25.57928747697304</c:v>
                </c:pt>
                <c:pt idx="320">
                  <c:v>25.47682606175298</c:v>
                </c:pt>
                <c:pt idx="321">
                  <c:v>25.495242593247276</c:v>
                </c:pt>
                <c:pt idx="322">
                  <c:v>25.573085307196546</c:v>
                </c:pt>
                <c:pt idx="323">
                  <c:v>25.570787864293873</c:v>
                </c:pt>
                <c:pt idx="324">
                  <c:v>25.484301537932314</c:v>
                </c:pt>
                <c:pt idx="325">
                  <c:v>25.358147482154649</c:v>
                </c:pt>
                <c:pt idx="326">
                  <c:v>25.221673454529228</c:v>
                </c:pt>
                <c:pt idx="327">
                  <c:v>25.147439033253271</c:v>
                </c:pt>
                <c:pt idx="328">
                  <c:v>25.204534399418758</c:v>
                </c:pt>
                <c:pt idx="329">
                  <c:v>25.341711799941429</c:v>
                </c:pt>
                <c:pt idx="330">
                  <c:v>25.460653088342077</c:v>
                </c:pt>
                <c:pt idx="331">
                  <c:v>25.524282286700597</c:v>
                </c:pt>
                <c:pt idx="332">
                  <c:v>25.650241057394538</c:v>
                </c:pt>
                <c:pt idx="333">
                  <c:v>25.778980447229923</c:v>
                </c:pt>
                <c:pt idx="334">
                  <c:v>25.857732541968424</c:v>
                </c:pt>
                <c:pt idx="335">
                  <c:v>25.915447624172288</c:v>
                </c:pt>
                <c:pt idx="336">
                  <c:v>25.99053306004253</c:v>
                </c:pt>
                <c:pt idx="337">
                  <c:v>26.019146711412191</c:v>
                </c:pt>
                <c:pt idx="338">
                  <c:v>25.983710429588193</c:v>
                </c:pt>
                <c:pt idx="339">
                  <c:v>26.014479148795321</c:v>
                </c:pt>
                <c:pt idx="340">
                  <c:v>26.120595200341054</c:v>
                </c:pt>
                <c:pt idx="341">
                  <c:v>26.130923430917392</c:v>
                </c:pt>
                <c:pt idx="342">
                  <c:v>26.007426248741428</c:v>
                </c:pt>
                <c:pt idx="343">
                  <c:v>26.011306822218874</c:v>
                </c:pt>
                <c:pt idx="344">
                  <c:v>26.037900903055419</c:v>
                </c:pt>
                <c:pt idx="345">
                  <c:v>25.916532360785457</c:v>
                </c:pt>
                <c:pt idx="346">
                  <c:v>25.910061091846163</c:v>
                </c:pt>
                <c:pt idx="347">
                  <c:v>25.802316635646342</c:v>
                </c:pt>
                <c:pt idx="348">
                  <c:v>25.764062475629984</c:v>
                </c:pt>
                <c:pt idx="349">
                  <c:v>25.79783509750607</c:v>
                </c:pt>
                <c:pt idx="350">
                  <c:v>25.885298932398218</c:v>
                </c:pt>
                <c:pt idx="351">
                  <c:v>25.780873726910222</c:v>
                </c:pt>
                <c:pt idx="352">
                  <c:v>25.654727144604976</c:v>
                </c:pt>
                <c:pt idx="353">
                  <c:v>25.606866377345806</c:v>
                </c:pt>
                <c:pt idx="354">
                  <c:v>25.610621418148799</c:v>
                </c:pt>
                <c:pt idx="355">
                  <c:v>25.686295796139269</c:v>
                </c:pt>
                <c:pt idx="356">
                  <c:v>25.702776969054195</c:v>
                </c:pt>
                <c:pt idx="357">
                  <c:v>25.555707588368939</c:v>
                </c:pt>
                <c:pt idx="358">
                  <c:v>25.515167683058916</c:v>
                </c:pt>
                <c:pt idx="359">
                  <c:v>25.408719305690585</c:v>
                </c:pt>
                <c:pt idx="360">
                  <c:v>25.299539942785696</c:v>
                </c:pt>
                <c:pt idx="361">
                  <c:v>25.294751911042717</c:v>
                </c:pt>
                <c:pt idx="362">
                  <c:v>25.308030186546539</c:v>
                </c:pt>
                <c:pt idx="363">
                  <c:v>25.352458761595795</c:v>
                </c:pt>
                <c:pt idx="364">
                  <c:v>25.353009253241972</c:v>
                </c:pt>
                <c:pt idx="365">
                  <c:v>25.343995703944781</c:v>
                </c:pt>
                <c:pt idx="366">
                  <c:v>25.395861521321709</c:v>
                </c:pt>
                <c:pt idx="367">
                  <c:v>25.439418624499822</c:v>
                </c:pt>
                <c:pt idx="368">
                  <c:v>25.412588912659587</c:v>
                </c:pt>
                <c:pt idx="369">
                  <c:v>25.3718880569145</c:v>
                </c:pt>
                <c:pt idx="370">
                  <c:v>25.345144912796492</c:v>
                </c:pt>
                <c:pt idx="371">
                  <c:v>25.314627583871857</c:v>
                </c:pt>
                <c:pt idx="372">
                  <c:v>25.336452966513647</c:v>
                </c:pt>
                <c:pt idx="373">
                  <c:v>25.336825963189792</c:v>
                </c:pt>
                <c:pt idx="374">
                  <c:v>25.32530568668431</c:v>
                </c:pt>
                <c:pt idx="375">
                  <c:v>25.264812936819048</c:v>
                </c:pt>
                <c:pt idx="376">
                  <c:v>25.238615437421259</c:v>
                </c:pt>
                <c:pt idx="377">
                  <c:v>25.233123789080846</c:v>
                </c:pt>
                <c:pt idx="378">
                  <c:v>25.219834411679585</c:v>
                </c:pt>
                <c:pt idx="379">
                  <c:v>25.217425381168756</c:v>
                </c:pt>
                <c:pt idx="380">
                  <c:v>25.200050288887617</c:v>
                </c:pt>
                <c:pt idx="381">
                  <c:v>25.165098279953245</c:v>
                </c:pt>
                <c:pt idx="382">
                  <c:v>25.109155466747598</c:v>
                </c:pt>
                <c:pt idx="383">
                  <c:v>25.09880583794089</c:v>
                </c:pt>
                <c:pt idx="384">
                  <c:v>25.103065399057432</c:v>
                </c:pt>
                <c:pt idx="385">
                  <c:v>25.100621099713884</c:v>
                </c:pt>
                <c:pt idx="386">
                  <c:v>25.081212092435806</c:v>
                </c:pt>
                <c:pt idx="387">
                  <c:v>25.068515915138612</c:v>
                </c:pt>
                <c:pt idx="388">
                  <c:v>25.061167271368067</c:v>
                </c:pt>
                <c:pt idx="389">
                  <c:v>25.054616089075559</c:v>
                </c:pt>
                <c:pt idx="390">
                  <c:v>25.043459819417077</c:v>
                </c:pt>
                <c:pt idx="391">
                  <c:v>25.031750902042706</c:v>
                </c:pt>
                <c:pt idx="392">
                  <c:v>25.016681288000981</c:v>
                </c:pt>
                <c:pt idx="393">
                  <c:v>25.012858336079024</c:v>
                </c:pt>
                <c:pt idx="394">
                  <c:v>25.008406131656482</c:v>
                </c:pt>
                <c:pt idx="395">
                  <c:v>25.009233813650155</c:v>
                </c:pt>
                <c:pt idx="396">
                  <c:v>25.008659803243507</c:v>
                </c:pt>
                <c:pt idx="397">
                  <c:v>24.999579216350789</c:v>
                </c:pt>
                <c:pt idx="398">
                  <c:v>25.014281240549849</c:v>
                </c:pt>
                <c:pt idx="399">
                  <c:v>25.023944985332498</c:v>
                </c:pt>
                <c:pt idx="400">
                  <c:v>25.007686253148606</c:v>
                </c:pt>
                <c:pt idx="401">
                  <c:v>25.014021581384597</c:v>
                </c:pt>
                <c:pt idx="402">
                  <c:v>25.004044422929329</c:v>
                </c:pt>
                <c:pt idx="403">
                  <c:v>25.016952981555363</c:v>
                </c:pt>
                <c:pt idx="404">
                  <c:v>25.02845378404654</c:v>
                </c:pt>
                <c:pt idx="405">
                  <c:v>25.021506829264514</c:v>
                </c:pt>
                <c:pt idx="406">
                  <c:v>25.020309433777779</c:v>
                </c:pt>
                <c:pt idx="407">
                  <c:v>25.013100687453861</c:v>
                </c:pt>
                <c:pt idx="408">
                  <c:v>25.01540385731094</c:v>
                </c:pt>
                <c:pt idx="409">
                  <c:v>25.032475558089676</c:v>
                </c:pt>
                <c:pt idx="410">
                  <c:v>25.053751146338605</c:v>
                </c:pt>
                <c:pt idx="411">
                  <c:v>25.045009901538627</c:v>
                </c:pt>
                <c:pt idx="412">
                  <c:v>25.034486098176949</c:v>
                </c:pt>
                <c:pt idx="413">
                  <c:v>25.042145331067246</c:v>
                </c:pt>
                <c:pt idx="414">
                  <c:v>25.04468694463435</c:v>
                </c:pt>
                <c:pt idx="415">
                  <c:v>25.048606621837745</c:v>
                </c:pt>
                <c:pt idx="416">
                  <c:v>25.042128904997654</c:v>
                </c:pt>
                <c:pt idx="417">
                  <c:v>25.066589918708114</c:v>
                </c:pt>
                <c:pt idx="418">
                  <c:v>25.089313492238855</c:v>
                </c:pt>
                <c:pt idx="419">
                  <c:v>25.095534447238151</c:v>
                </c:pt>
                <c:pt idx="420">
                  <c:v>25.048717596810711</c:v>
                </c:pt>
                <c:pt idx="421">
                  <c:v>25.046146982921275</c:v>
                </c:pt>
                <c:pt idx="422">
                  <c:v>25.056071981074567</c:v>
                </c:pt>
                <c:pt idx="423">
                  <c:v>25.06050143506917</c:v>
                </c:pt>
                <c:pt idx="424">
                  <c:v>25.039941831202203</c:v>
                </c:pt>
                <c:pt idx="425">
                  <c:v>25.059199608974925</c:v>
                </c:pt>
                <c:pt idx="426">
                  <c:v>25.061041589765718</c:v>
                </c:pt>
                <c:pt idx="427">
                  <c:v>25.06278168356971</c:v>
                </c:pt>
                <c:pt idx="428">
                  <c:v>25.044065421152915</c:v>
                </c:pt>
                <c:pt idx="429">
                  <c:v>25.094021055533748</c:v>
                </c:pt>
                <c:pt idx="430">
                  <c:v>25.083586666447879</c:v>
                </c:pt>
                <c:pt idx="431">
                  <c:v>25.062673697308771</c:v>
                </c:pt>
                <c:pt idx="432">
                  <c:v>25.06491913052972</c:v>
                </c:pt>
                <c:pt idx="433">
                  <c:v>25.092593134900728</c:v>
                </c:pt>
                <c:pt idx="434">
                  <c:v>25.146721755906427</c:v>
                </c:pt>
                <c:pt idx="435">
                  <c:v>25.299970236083745</c:v>
                </c:pt>
                <c:pt idx="436">
                  <c:v>25.273872058051335</c:v>
                </c:pt>
                <c:pt idx="437">
                  <c:v>25.408809447682227</c:v>
                </c:pt>
                <c:pt idx="438">
                  <c:v>25.59454175483198</c:v>
                </c:pt>
                <c:pt idx="439">
                  <c:v>25.656176998254892</c:v>
                </c:pt>
                <c:pt idx="440">
                  <c:v>25.634816893426983</c:v>
                </c:pt>
                <c:pt idx="441">
                  <c:v>25.676803186428696</c:v>
                </c:pt>
                <c:pt idx="442">
                  <c:v>25.624440789302668</c:v>
                </c:pt>
                <c:pt idx="443">
                  <c:v>25.637614734048363</c:v>
                </c:pt>
                <c:pt idx="444">
                  <c:v>25.699099479066479</c:v>
                </c:pt>
                <c:pt idx="445">
                  <c:v>25.711915780247853</c:v>
                </c:pt>
                <c:pt idx="446">
                  <c:v>25.728683436272295</c:v>
                </c:pt>
                <c:pt idx="447">
                  <c:v>25.744004650449451</c:v>
                </c:pt>
                <c:pt idx="448">
                  <c:v>25.713732375602429</c:v>
                </c:pt>
                <c:pt idx="449">
                  <c:v>25.730459631551312</c:v>
                </c:pt>
                <c:pt idx="450">
                  <c:v>25.721306631591169</c:v>
                </c:pt>
                <c:pt idx="451">
                  <c:v>25.754637939505166</c:v>
                </c:pt>
                <c:pt idx="452">
                  <c:v>25.741940672326578</c:v>
                </c:pt>
                <c:pt idx="453">
                  <c:v>25.71820243275608</c:v>
                </c:pt>
                <c:pt idx="454">
                  <c:v>25.6980189124343</c:v>
                </c:pt>
                <c:pt idx="455">
                  <c:v>25.70717153330526</c:v>
                </c:pt>
                <c:pt idx="456">
                  <c:v>25.725771273185096</c:v>
                </c:pt>
                <c:pt idx="457">
                  <c:v>25.737848404619431</c:v>
                </c:pt>
                <c:pt idx="458">
                  <c:v>25.734918640963123</c:v>
                </c:pt>
                <c:pt idx="459">
                  <c:v>25.72503681497502</c:v>
                </c:pt>
                <c:pt idx="460">
                  <c:v>25.718148060536429</c:v>
                </c:pt>
                <c:pt idx="461">
                  <c:v>25.696318047591074</c:v>
                </c:pt>
                <c:pt idx="462">
                  <c:v>25.680266166095652</c:v>
                </c:pt>
                <c:pt idx="463">
                  <c:v>25.67998704814736</c:v>
                </c:pt>
                <c:pt idx="464">
                  <c:v>25.68557547254008</c:v>
                </c:pt>
                <c:pt idx="465">
                  <c:v>25.673979080342647</c:v>
                </c:pt>
                <c:pt idx="466">
                  <c:v>25.665370885690965</c:v>
                </c:pt>
                <c:pt idx="467">
                  <c:v>25.662724843208714</c:v>
                </c:pt>
                <c:pt idx="468">
                  <c:v>25.68734809354968</c:v>
                </c:pt>
                <c:pt idx="469">
                  <c:v>25.706345714602602</c:v>
                </c:pt>
                <c:pt idx="470">
                  <c:v>25.68303335464898</c:v>
                </c:pt>
                <c:pt idx="471">
                  <c:v>25.669784621023464</c:v>
                </c:pt>
                <c:pt idx="472">
                  <c:v>25.69335514070924</c:v>
                </c:pt>
                <c:pt idx="473">
                  <c:v>25.708947945206667</c:v>
                </c:pt>
                <c:pt idx="474">
                  <c:v>25.705221661025821</c:v>
                </c:pt>
                <c:pt idx="475">
                  <c:v>25.706578746137623</c:v>
                </c:pt>
                <c:pt idx="476">
                  <c:v>25.707389292961853</c:v>
                </c:pt>
                <c:pt idx="477">
                  <c:v>25.700893816470582</c:v>
                </c:pt>
                <c:pt idx="478">
                  <c:v>25.714381213813233</c:v>
                </c:pt>
                <c:pt idx="479">
                  <c:v>25.713487375680415</c:v>
                </c:pt>
                <c:pt idx="480">
                  <c:v>25.703630407111454</c:v>
                </c:pt>
                <c:pt idx="481">
                  <c:v>25.680697569583447</c:v>
                </c:pt>
                <c:pt idx="482">
                  <c:v>25.682296676059416</c:v>
                </c:pt>
                <c:pt idx="483">
                  <c:v>25.701904901471476</c:v>
                </c:pt>
                <c:pt idx="484">
                  <c:v>25.6970416205261</c:v>
                </c:pt>
                <c:pt idx="485">
                  <c:v>25.690385301910958</c:v>
                </c:pt>
                <c:pt idx="486">
                  <c:v>25.69100744141231</c:v>
                </c:pt>
                <c:pt idx="487">
                  <c:v>25.680264270649747</c:v>
                </c:pt>
                <c:pt idx="488">
                  <c:v>25.677935255033873</c:v>
                </c:pt>
                <c:pt idx="489">
                  <c:v>25.69645625267529</c:v>
                </c:pt>
                <c:pt idx="490">
                  <c:v>25.695081946083555</c:v>
                </c:pt>
                <c:pt idx="491">
                  <c:v>25.696531204021902</c:v>
                </c:pt>
                <c:pt idx="492">
                  <c:v>25.664487391277223</c:v>
                </c:pt>
                <c:pt idx="493">
                  <c:v>25.650643595948988</c:v>
                </c:pt>
                <c:pt idx="494">
                  <c:v>25.637828215412771</c:v>
                </c:pt>
                <c:pt idx="495">
                  <c:v>25.626514948677826</c:v>
                </c:pt>
                <c:pt idx="496">
                  <c:v>25.61567229408309</c:v>
                </c:pt>
                <c:pt idx="497">
                  <c:v>25.600324868596861</c:v>
                </c:pt>
                <c:pt idx="498">
                  <c:v>25.602764090853164</c:v>
                </c:pt>
                <c:pt idx="499">
                  <c:v>25.60039884514272</c:v>
                </c:pt>
                <c:pt idx="500">
                  <c:v>25.603626302117181</c:v>
                </c:pt>
                <c:pt idx="501">
                  <c:v>25.597597267785133</c:v>
                </c:pt>
                <c:pt idx="502">
                  <c:v>25.578749386958641</c:v>
                </c:pt>
                <c:pt idx="503">
                  <c:v>25.579696026798789</c:v>
                </c:pt>
                <c:pt idx="504">
                  <c:v>25.590966348145106</c:v>
                </c:pt>
                <c:pt idx="505">
                  <c:v>25.597452022473274</c:v>
                </c:pt>
                <c:pt idx="506">
                  <c:v>25.5942762840942</c:v>
                </c:pt>
                <c:pt idx="507">
                  <c:v>25.585409658932385</c:v>
                </c:pt>
                <c:pt idx="508">
                  <c:v>25.583385755951486</c:v>
                </c:pt>
                <c:pt idx="509">
                  <c:v>25.590988497784387</c:v>
                </c:pt>
                <c:pt idx="510">
                  <c:v>25.601344726804509</c:v>
                </c:pt>
                <c:pt idx="511">
                  <c:v>25.616967316880434</c:v>
                </c:pt>
                <c:pt idx="512">
                  <c:v>25.629045802204697</c:v>
                </c:pt>
                <c:pt idx="513">
                  <c:v>25.621034889635229</c:v>
                </c:pt>
                <c:pt idx="514">
                  <c:v>25.628211101984089</c:v>
                </c:pt>
                <c:pt idx="515">
                  <c:v>25.636280177665022</c:v>
                </c:pt>
                <c:pt idx="516">
                  <c:v>25.650077778268791</c:v>
                </c:pt>
                <c:pt idx="517">
                  <c:v>25.633934482125188</c:v>
                </c:pt>
                <c:pt idx="518">
                  <c:v>25.63803043241295</c:v>
                </c:pt>
                <c:pt idx="519">
                  <c:v>25.63900810341033</c:v>
                </c:pt>
                <c:pt idx="520">
                  <c:v>25.658413299488252</c:v>
                </c:pt>
                <c:pt idx="521">
                  <c:v>25.654181039562182</c:v>
                </c:pt>
                <c:pt idx="522">
                  <c:v>25.64554934138129</c:v>
                </c:pt>
                <c:pt idx="523">
                  <c:v>25.651099965167123</c:v>
                </c:pt>
                <c:pt idx="524">
                  <c:v>25.671141597824075</c:v>
                </c:pt>
                <c:pt idx="525">
                  <c:v>25.684904159756414</c:v>
                </c:pt>
                <c:pt idx="526">
                  <c:v>25.694279035198541</c:v>
                </c:pt>
                <c:pt idx="527">
                  <c:v>25.68787833100248</c:v>
                </c:pt>
                <c:pt idx="528">
                  <c:v>25.683365165993408</c:v>
                </c:pt>
                <c:pt idx="529">
                  <c:v>25.677923719891655</c:v>
                </c:pt>
                <c:pt idx="530">
                  <c:v>25.672048758233817</c:v>
                </c:pt>
                <c:pt idx="531">
                  <c:v>25.646413285624419</c:v>
                </c:pt>
                <c:pt idx="532">
                  <c:v>25.667944359672884</c:v>
                </c:pt>
                <c:pt idx="533">
                  <c:v>25.709480240572162</c:v>
                </c:pt>
                <c:pt idx="534">
                  <c:v>25.701336051077828</c:v>
                </c:pt>
                <c:pt idx="535">
                  <c:v>25.708972802625812</c:v>
                </c:pt>
                <c:pt idx="536">
                  <c:v>25.725903358686821</c:v>
                </c:pt>
                <c:pt idx="537">
                  <c:v>25.720604612583855</c:v>
                </c:pt>
                <c:pt idx="538">
                  <c:v>25.746716275359987</c:v>
                </c:pt>
                <c:pt idx="539">
                  <c:v>25.775368485514896</c:v>
                </c:pt>
                <c:pt idx="540">
                  <c:v>25.79189493250913</c:v>
                </c:pt>
                <c:pt idx="541">
                  <c:v>25.777394338097295</c:v>
                </c:pt>
                <c:pt idx="542">
                  <c:v>25.799909906748397</c:v>
                </c:pt>
                <c:pt idx="543">
                  <c:v>25.83241729140564</c:v>
                </c:pt>
                <c:pt idx="544">
                  <c:v>25.837790176521253</c:v>
                </c:pt>
                <c:pt idx="545">
                  <c:v>25.829160590408655</c:v>
                </c:pt>
                <c:pt idx="546">
                  <c:v>25.847039844222511</c:v>
                </c:pt>
                <c:pt idx="547">
                  <c:v>25.889164396464032</c:v>
                </c:pt>
                <c:pt idx="548">
                  <c:v>25.911798728339928</c:v>
                </c:pt>
                <c:pt idx="549">
                  <c:v>25.904897193180382</c:v>
                </c:pt>
                <c:pt idx="550">
                  <c:v>25.928238309756154</c:v>
                </c:pt>
                <c:pt idx="551">
                  <c:v>25.938210413124892</c:v>
                </c:pt>
                <c:pt idx="552">
                  <c:v>25.960830231300722</c:v>
                </c:pt>
                <c:pt idx="553">
                  <c:v>25.994422948282704</c:v>
                </c:pt>
                <c:pt idx="554">
                  <c:v>26.03048537712225</c:v>
                </c:pt>
                <c:pt idx="555">
                  <c:v>26.018787659802339</c:v>
                </c:pt>
                <c:pt idx="556">
                  <c:v>25.998164775119967</c:v>
                </c:pt>
                <c:pt idx="557">
                  <c:v>26.014464201850476</c:v>
                </c:pt>
                <c:pt idx="558">
                  <c:v>26.058433997757529</c:v>
                </c:pt>
                <c:pt idx="559">
                  <c:v>26.027235716352912</c:v>
                </c:pt>
                <c:pt idx="560">
                  <c:v>26.020824560126577</c:v>
                </c:pt>
                <c:pt idx="561">
                  <c:v>26.062725395595809</c:v>
                </c:pt>
                <c:pt idx="562">
                  <c:v>26.07183350056582</c:v>
                </c:pt>
                <c:pt idx="563">
                  <c:v>26.068300497711604</c:v>
                </c:pt>
                <c:pt idx="564">
                  <c:v>26.037602289092113</c:v>
                </c:pt>
                <c:pt idx="565">
                  <c:v>25.999968156508814</c:v>
                </c:pt>
                <c:pt idx="566">
                  <c:v>26.008335954464243</c:v>
                </c:pt>
                <c:pt idx="567">
                  <c:v>26.025101011020016</c:v>
                </c:pt>
                <c:pt idx="568">
                  <c:v>25.943461339835473</c:v>
                </c:pt>
                <c:pt idx="569">
                  <c:v>25.906283143225529</c:v>
                </c:pt>
                <c:pt idx="570">
                  <c:v>26.00818767643894</c:v>
                </c:pt>
                <c:pt idx="571">
                  <c:v>26.12389598399421</c:v>
                </c:pt>
                <c:pt idx="572">
                  <c:v>26.10483711296078</c:v>
                </c:pt>
                <c:pt idx="573">
                  <c:v>26.022589057796591</c:v>
                </c:pt>
                <c:pt idx="574">
                  <c:v>25.978633992211993</c:v>
                </c:pt>
                <c:pt idx="575">
                  <c:v>25.908986103240501</c:v>
                </c:pt>
                <c:pt idx="576">
                  <c:v>25.909976175869655</c:v>
                </c:pt>
                <c:pt idx="577">
                  <c:v>25.995215352981852</c:v>
                </c:pt>
                <c:pt idx="578">
                  <c:v>25.922328201115693</c:v>
                </c:pt>
                <c:pt idx="579">
                  <c:v>25.687030362660543</c:v>
                </c:pt>
                <c:pt idx="580">
                  <c:v>25.642529192033152</c:v>
                </c:pt>
                <c:pt idx="581">
                  <c:v>25.642184383345381</c:v>
                </c:pt>
                <c:pt idx="582">
                  <c:v>25.744601770064868</c:v>
                </c:pt>
                <c:pt idx="583">
                  <c:v>25.494646015187829</c:v>
                </c:pt>
                <c:pt idx="584">
                  <c:v>25.167000969168569</c:v>
                </c:pt>
                <c:pt idx="585">
                  <c:v>25.360889000954874</c:v>
                </c:pt>
                <c:pt idx="586">
                  <c:v>25.495989615555917</c:v>
                </c:pt>
                <c:pt idx="587">
                  <c:v>26.001471949133599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1B0C-4B9C-BBFB-FF685BE46DCA}"/>
            </c:ext>
          </c:extLst>
        </c:ser>
        <c:ser>
          <c:idx val="28"/>
          <c:order val="28"/>
          <c:tx>
            <c:strRef>
              <c:f>Sheet2!$AD$1</c:f>
              <c:strCache>
                <c:ptCount val="1"/>
                <c:pt idx="0">
                  <c:v>S17_n3_z/O-PTIR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Sheet2!$AD$2:$AD$589</c:f>
              <c:numCache>
                <c:formatCode>General</c:formatCode>
                <c:ptCount val="588"/>
                <c:pt idx="0">
                  <c:v>29.429506513389704</c:v>
                </c:pt>
                <c:pt idx="1">
                  <c:v>29.486649437377093</c:v>
                </c:pt>
                <c:pt idx="2">
                  <c:v>29.384145302499665</c:v>
                </c:pt>
                <c:pt idx="3">
                  <c:v>29.33581229066068</c:v>
                </c:pt>
                <c:pt idx="4">
                  <c:v>29.504623424058686</c:v>
                </c:pt>
                <c:pt idx="5">
                  <c:v>29.580441921568401</c:v>
                </c:pt>
                <c:pt idx="6">
                  <c:v>29.601612400409376</c:v>
                </c:pt>
                <c:pt idx="7">
                  <c:v>29.622352728001392</c:v>
                </c:pt>
                <c:pt idx="8">
                  <c:v>29.623905165523187</c:v>
                </c:pt>
                <c:pt idx="9">
                  <c:v>29.671081195434912</c:v>
                </c:pt>
                <c:pt idx="10">
                  <c:v>29.719044346450733</c:v>
                </c:pt>
                <c:pt idx="11">
                  <c:v>29.743816996916813</c:v>
                </c:pt>
                <c:pt idx="12">
                  <c:v>29.797921910446142</c:v>
                </c:pt>
                <c:pt idx="13">
                  <c:v>29.88610399267905</c:v>
                </c:pt>
                <c:pt idx="14">
                  <c:v>29.931468595929097</c:v>
                </c:pt>
                <c:pt idx="15">
                  <c:v>29.978794965878119</c:v>
                </c:pt>
                <c:pt idx="16">
                  <c:v>30.059319766310846</c:v>
                </c:pt>
                <c:pt idx="17">
                  <c:v>30.140784975728831</c:v>
                </c:pt>
                <c:pt idx="18">
                  <c:v>30.196311592243941</c:v>
                </c:pt>
                <c:pt idx="19">
                  <c:v>30.19092059409348</c:v>
                </c:pt>
                <c:pt idx="20">
                  <c:v>30.217915076595393</c:v>
                </c:pt>
                <c:pt idx="21">
                  <c:v>30.261576294001102</c:v>
                </c:pt>
                <c:pt idx="22">
                  <c:v>30.295712325999713</c:v>
                </c:pt>
                <c:pt idx="23">
                  <c:v>30.332739023054128</c:v>
                </c:pt>
                <c:pt idx="24">
                  <c:v>30.33068732372157</c:v>
                </c:pt>
                <c:pt idx="25">
                  <c:v>30.329623105293823</c:v>
                </c:pt>
                <c:pt idx="26">
                  <c:v>30.269755858868933</c:v>
                </c:pt>
                <c:pt idx="27">
                  <c:v>30.160851931557147</c:v>
                </c:pt>
                <c:pt idx="28">
                  <c:v>30.076021688176372</c:v>
                </c:pt>
                <c:pt idx="29">
                  <c:v>29.9675718224027</c:v>
                </c:pt>
                <c:pt idx="30">
                  <c:v>29.81111346496704</c:v>
                </c:pt>
                <c:pt idx="31">
                  <c:v>29.692116167040272</c:v>
                </c:pt>
                <c:pt idx="32">
                  <c:v>29.530826808206843</c:v>
                </c:pt>
                <c:pt idx="33">
                  <c:v>29.359837849870758</c:v>
                </c:pt>
                <c:pt idx="34">
                  <c:v>29.197890887898762</c:v>
                </c:pt>
                <c:pt idx="35">
                  <c:v>29.157379897880606</c:v>
                </c:pt>
                <c:pt idx="36">
                  <c:v>29.188064507714166</c:v>
                </c:pt>
                <c:pt idx="37">
                  <c:v>29.263713340432336</c:v>
                </c:pt>
                <c:pt idx="38">
                  <c:v>29.49837722364812</c:v>
                </c:pt>
                <c:pt idx="39">
                  <c:v>29.566272618706574</c:v>
                </c:pt>
                <c:pt idx="40">
                  <c:v>29.754811799470346</c:v>
                </c:pt>
                <c:pt idx="41">
                  <c:v>29.852710817335335</c:v>
                </c:pt>
                <c:pt idx="42">
                  <c:v>30.030274426717479</c:v>
                </c:pt>
                <c:pt idx="43">
                  <c:v>30.236535062204769</c:v>
                </c:pt>
                <c:pt idx="44">
                  <c:v>30.23569712588732</c:v>
                </c:pt>
                <c:pt idx="45">
                  <c:v>30.415705574033517</c:v>
                </c:pt>
                <c:pt idx="46">
                  <c:v>30.640521155400386</c:v>
                </c:pt>
                <c:pt idx="47">
                  <c:v>30.697653177044575</c:v>
                </c:pt>
                <c:pt idx="48">
                  <c:v>30.894977353657389</c:v>
                </c:pt>
                <c:pt idx="49">
                  <c:v>30.999528298189851</c:v>
                </c:pt>
                <c:pt idx="50">
                  <c:v>31.018897597635917</c:v>
                </c:pt>
                <c:pt idx="51">
                  <c:v>31.024534810936181</c:v>
                </c:pt>
                <c:pt idx="52">
                  <c:v>30.89947641847732</c:v>
                </c:pt>
                <c:pt idx="53">
                  <c:v>30.784759062309579</c:v>
                </c:pt>
                <c:pt idx="54">
                  <c:v>30.724734971874412</c:v>
                </c:pt>
                <c:pt idx="55">
                  <c:v>30.651722774936445</c:v>
                </c:pt>
                <c:pt idx="56">
                  <c:v>30.616268729190356</c:v>
                </c:pt>
                <c:pt idx="57">
                  <c:v>30.627299093035003</c:v>
                </c:pt>
                <c:pt idx="58">
                  <c:v>30.658063165977296</c:v>
                </c:pt>
                <c:pt idx="59">
                  <c:v>30.63047509066082</c:v>
                </c:pt>
                <c:pt idx="60">
                  <c:v>30.55583661973083</c:v>
                </c:pt>
                <c:pt idx="61">
                  <c:v>30.580331798543881</c:v>
                </c:pt>
                <c:pt idx="62">
                  <c:v>30.543959522828303</c:v>
                </c:pt>
                <c:pt idx="63">
                  <c:v>30.312662802573655</c:v>
                </c:pt>
                <c:pt idx="64">
                  <c:v>30.152444306514465</c:v>
                </c:pt>
                <c:pt idx="65">
                  <c:v>29.894743608355078</c:v>
                </c:pt>
                <c:pt idx="66">
                  <c:v>29.714291720266928</c:v>
                </c:pt>
                <c:pt idx="67">
                  <c:v>29.502405803228378</c:v>
                </c:pt>
                <c:pt idx="68">
                  <c:v>29.440391403478994</c:v>
                </c:pt>
                <c:pt idx="69">
                  <c:v>29.425912296263924</c:v>
                </c:pt>
                <c:pt idx="70">
                  <c:v>29.428495870854491</c:v>
                </c:pt>
                <c:pt idx="71">
                  <c:v>29.543987340180365</c:v>
                </c:pt>
                <c:pt idx="72">
                  <c:v>29.575055274996984</c:v>
                </c:pt>
                <c:pt idx="73">
                  <c:v>29.741644342403294</c:v>
                </c:pt>
                <c:pt idx="74">
                  <c:v>29.802795211063867</c:v>
                </c:pt>
                <c:pt idx="75">
                  <c:v>29.869225668093133</c:v>
                </c:pt>
                <c:pt idx="76">
                  <c:v>29.982340426602139</c:v>
                </c:pt>
                <c:pt idx="77">
                  <c:v>29.929308715405678</c:v>
                </c:pt>
                <c:pt idx="78">
                  <c:v>29.969624083229327</c:v>
                </c:pt>
                <c:pt idx="79">
                  <c:v>29.997097800920169</c:v>
                </c:pt>
                <c:pt idx="80">
                  <c:v>29.963158666175516</c:v>
                </c:pt>
                <c:pt idx="81">
                  <c:v>29.93425313860563</c:v>
                </c:pt>
                <c:pt idx="82">
                  <c:v>29.923209860397364</c:v>
                </c:pt>
                <c:pt idx="83">
                  <c:v>29.894737244755618</c:v>
                </c:pt>
                <c:pt idx="84">
                  <c:v>29.783261206690529</c:v>
                </c:pt>
                <c:pt idx="85">
                  <c:v>29.724624427729335</c:v>
                </c:pt>
                <c:pt idx="86">
                  <c:v>29.748109104380692</c:v>
                </c:pt>
                <c:pt idx="87">
                  <c:v>29.683576590891089</c:v>
                </c:pt>
                <c:pt idx="88">
                  <c:v>29.675328149417314</c:v>
                </c:pt>
                <c:pt idx="89">
                  <c:v>29.771669348775667</c:v>
                </c:pt>
                <c:pt idx="90">
                  <c:v>29.822284950987999</c:v>
                </c:pt>
                <c:pt idx="91">
                  <c:v>29.912803410047069</c:v>
                </c:pt>
                <c:pt idx="92">
                  <c:v>29.944197385753796</c:v>
                </c:pt>
                <c:pt idx="93">
                  <c:v>29.995714841025237</c:v>
                </c:pt>
                <c:pt idx="94">
                  <c:v>30.110788278015832</c:v>
                </c:pt>
                <c:pt idx="95">
                  <c:v>30.127871547937378</c:v>
                </c:pt>
                <c:pt idx="96">
                  <c:v>30.156909307360799</c:v>
                </c:pt>
                <c:pt idx="97">
                  <c:v>30.230496942138384</c:v>
                </c:pt>
                <c:pt idx="98">
                  <c:v>30.224136992387425</c:v>
                </c:pt>
                <c:pt idx="99">
                  <c:v>30.205833221521925</c:v>
                </c:pt>
                <c:pt idx="100">
                  <c:v>30.183065011304162</c:v>
                </c:pt>
                <c:pt idx="101">
                  <c:v>30.16595712922587</c:v>
                </c:pt>
                <c:pt idx="102">
                  <c:v>30.16611621921243</c:v>
                </c:pt>
                <c:pt idx="103">
                  <c:v>30.088840691381687</c:v>
                </c:pt>
                <c:pt idx="104">
                  <c:v>30.031336960663012</c:v>
                </c:pt>
                <c:pt idx="105">
                  <c:v>30.0020681464297</c:v>
                </c:pt>
                <c:pt idx="106">
                  <c:v>29.898584695707061</c:v>
                </c:pt>
                <c:pt idx="107">
                  <c:v>29.836219642910827</c:v>
                </c:pt>
                <c:pt idx="108">
                  <c:v>29.753243172202861</c:v>
                </c:pt>
                <c:pt idx="109">
                  <c:v>29.683589505254709</c:v>
                </c:pt>
                <c:pt idx="110">
                  <c:v>29.624261807840117</c:v>
                </c:pt>
                <c:pt idx="111">
                  <c:v>29.526648356501006</c:v>
                </c:pt>
                <c:pt idx="112">
                  <c:v>29.461479155526956</c:v>
                </c:pt>
                <c:pt idx="113">
                  <c:v>29.432509758006585</c:v>
                </c:pt>
                <c:pt idx="114">
                  <c:v>29.395621375658131</c:v>
                </c:pt>
                <c:pt idx="115">
                  <c:v>29.365939021042106</c:v>
                </c:pt>
                <c:pt idx="116">
                  <c:v>29.368753299508775</c:v>
                </c:pt>
                <c:pt idx="117">
                  <c:v>29.356511816350263</c:v>
                </c:pt>
                <c:pt idx="118">
                  <c:v>29.329961733009334</c:v>
                </c:pt>
                <c:pt idx="119">
                  <c:v>29.28278013494808</c:v>
                </c:pt>
                <c:pt idx="120">
                  <c:v>29.209550405849082</c:v>
                </c:pt>
                <c:pt idx="121">
                  <c:v>29.125565491791015</c:v>
                </c:pt>
                <c:pt idx="122">
                  <c:v>29.100360011281353</c:v>
                </c:pt>
                <c:pt idx="123">
                  <c:v>29.077157970858693</c:v>
                </c:pt>
                <c:pt idx="124">
                  <c:v>29.070259811494743</c:v>
                </c:pt>
                <c:pt idx="125">
                  <c:v>29.098227269637992</c:v>
                </c:pt>
                <c:pt idx="126">
                  <c:v>29.139440887600468</c:v>
                </c:pt>
                <c:pt idx="127">
                  <c:v>29.199278175977156</c:v>
                </c:pt>
                <c:pt idx="128">
                  <c:v>29.215308714703809</c:v>
                </c:pt>
                <c:pt idx="129">
                  <c:v>29.258993889189849</c:v>
                </c:pt>
                <c:pt idx="130">
                  <c:v>29.302405896810725</c:v>
                </c:pt>
                <c:pt idx="131">
                  <c:v>29.309322544536716</c:v>
                </c:pt>
                <c:pt idx="132">
                  <c:v>29.383573982283224</c:v>
                </c:pt>
                <c:pt idx="133">
                  <c:v>29.394250862215088</c:v>
                </c:pt>
                <c:pt idx="134">
                  <c:v>29.408517537506924</c:v>
                </c:pt>
                <c:pt idx="135">
                  <c:v>29.448861915857538</c:v>
                </c:pt>
                <c:pt idx="136">
                  <c:v>29.405993621661317</c:v>
                </c:pt>
                <c:pt idx="137">
                  <c:v>29.437636198867629</c:v>
                </c:pt>
                <c:pt idx="138">
                  <c:v>29.458449052777052</c:v>
                </c:pt>
                <c:pt idx="139">
                  <c:v>29.356659840224523</c:v>
                </c:pt>
                <c:pt idx="140">
                  <c:v>29.265606721832679</c:v>
                </c:pt>
                <c:pt idx="141">
                  <c:v>29.183676256088553</c:v>
                </c:pt>
                <c:pt idx="142">
                  <c:v>29.162992908446871</c:v>
                </c:pt>
                <c:pt idx="143">
                  <c:v>29.115317207301622</c:v>
                </c:pt>
                <c:pt idx="144">
                  <c:v>29.101222126937198</c:v>
                </c:pt>
                <c:pt idx="145">
                  <c:v>29.091868431177378</c:v>
                </c:pt>
                <c:pt idx="146">
                  <c:v>29.068830423058877</c:v>
                </c:pt>
                <c:pt idx="147">
                  <c:v>29.068427428236671</c:v>
                </c:pt>
                <c:pt idx="148">
                  <c:v>29.057949469276974</c:v>
                </c:pt>
                <c:pt idx="149">
                  <c:v>29.062794683493397</c:v>
                </c:pt>
                <c:pt idx="150">
                  <c:v>29.099076119996429</c:v>
                </c:pt>
                <c:pt idx="151">
                  <c:v>29.090263669426918</c:v>
                </c:pt>
                <c:pt idx="152">
                  <c:v>29.12319996406438</c:v>
                </c:pt>
                <c:pt idx="153">
                  <c:v>29.113719920440968</c:v>
                </c:pt>
                <c:pt idx="154">
                  <c:v>29.145439246868005</c:v>
                </c:pt>
                <c:pt idx="155">
                  <c:v>29.156575276877991</c:v>
                </c:pt>
                <c:pt idx="156">
                  <c:v>29.192050343558336</c:v>
                </c:pt>
                <c:pt idx="157">
                  <c:v>29.217975179856495</c:v>
                </c:pt>
                <c:pt idx="158">
                  <c:v>29.253172692999257</c:v>
                </c:pt>
                <c:pt idx="159">
                  <c:v>29.302848283951295</c:v>
                </c:pt>
                <c:pt idx="160">
                  <c:v>29.265691203294658</c:v>
                </c:pt>
                <c:pt idx="161">
                  <c:v>29.273929561270759</c:v>
                </c:pt>
                <c:pt idx="162">
                  <c:v>29.257337481682718</c:v>
                </c:pt>
                <c:pt idx="163">
                  <c:v>29.201548881392682</c:v>
                </c:pt>
                <c:pt idx="164">
                  <c:v>29.216432662063273</c:v>
                </c:pt>
                <c:pt idx="165">
                  <c:v>29.211980949909933</c:v>
                </c:pt>
                <c:pt idx="166">
                  <c:v>29.207929395863964</c:v>
                </c:pt>
                <c:pt idx="167">
                  <c:v>29.238695059706121</c:v>
                </c:pt>
                <c:pt idx="168">
                  <c:v>29.202121932882509</c:v>
                </c:pt>
                <c:pt idx="169">
                  <c:v>29.204876973724769</c:v>
                </c:pt>
                <c:pt idx="170">
                  <c:v>29.206781678588861</c:v>
                </c:pt>
                <c:pt idx="171">
                  <c:v>29.224698907578194</c:v>
                </c:pt>
                <c:pt idx="172">
                  <c:v>29.231190785040067</c:v>
                </c:pt>
                <c:pt idx="173">
                  <c:v>29.202098350131561</c:v>
                </c:pt>
                <c:pt idx="174">
                  <c:v>29.292397218218003</c:v>
                </c:pt>
                <c:pt idx="175">
                  <c:v>29.278402750572287</c:v>
                </c:pt>
                <c:pt idx="176">
                  <c:v>29.25469750033368</c:v>
                </c:pt>
                <c:pt idx="177">
                  <c:v>29.334130498942461</c:v>
                </c:pt>
                <c:pt idx="178">
                  <c:v>29.303398010041619</c:v>
                </c:pt>
                <c:pt idx="179">
                  <c:v>29.326825227133124</c:v>
                </c:pt>
                <c:pt idx="180">
                  <c:v>29.377734397161834</c:v>
                </c:pt>
                <c:pt idx="181">
                  <c:v>29.386717764186763</c:v>
                </c:pt>
                <c:pt idx="182">
                  <c:v>29.424310868384502</c:v>
                </c:pt>
                <c:pt idx="183">
                  <c:v>29.392487279527305</c:v>
                </c:pt>
                <c:pt idx="184">
                  <c:v>29.452371487752234</c:v>
                </c:pt>
                <c:pt idx="185">
                  <c:v>29.493316898713839</c:v>
                </c:pt>
                <c:pt idx="186">
                  <c:v>29.455651642528075</c:v>
                </c:pt>
                <c:pt idx="187">
                  <c:v>29.493497512639756</c:v>
                </c:pt>
                <c:pt idx="188">
                  <c:v>29.454914166858021</c:v>
                </c:pt>
                <c:pt idx="189">
                  <c:v>29.459039042671325</c:v>
                </c:pt>
                <c:pt idx="190">
                  <c:v>29.464318490666507</c:v>
                </c:pt>
                <c:pt idx="191">
                  <c:v>29.423805710886</c:v>
                </c:pt>
                <c:pt idx="192">
                  <c:v>29.487464773558216</c:v>
                </c:pt>
                <c:pt idx="193">
                  <c:v>29.515681347903946</c:v>
                </c:pt>
                <c:pt idx="194">
                  <c:v>29.487428791146549</c:v>
                </c:pt>
                <c:pt idx="195">
                  <c:v>29.549938335083517</c:v>
                </c:pt>
                <c:pt idx="196">
                  <c:v>29.57619108391868</c:v>
                </c:pt>
                <c:pt idx="197">
                  <c:v>29.596511179990316</c:v>
                </c:pt>
                <c:pt idx="198">
                  <c:v>29.624267750319028</c:v>
                </c:pt>
                <c:pt idx="199">
                  <c:v>29.614969970010367</c:v>
                </c:pt>
                <c:pt idx="200">
                  <c:v>29.64152059144978</c:v>
                </c:pt>
                <c:pt idx="201">
                  <c:v>29.612792542797255</c:v>
                </c:pt>
                <c:pt idx="202">
                  <c:v>29.612024512491544</c:v>
                </c:pt>
                <c:pt idx="203">
                  <c:v>29.646965539822151</c:v>
                </c:pt>
                <c:pt idx="204">
                  <c:v>29.646500903479051</c:v>
                </c:pt>
                <c:pt idx="205">
                  <c:v>29.649227612266351</c:v>
                </c:pt>
                <c:pt idx="206">
                  <c:v>29.658414357122627</c:v>
                </c:pt>
                <c:pt idx="207">
                  <c:v>29.656154764610573</c:v>
                </c:pt>
                <c:pt idx="208">
                  <c:v>29.699711029416324</c:v>
                </c:pt>
                <c:pt idx="209">
                  <c:v>29.748417785745794</c:v>
                </c:pt>
                <c:pt idx="210">
                  <c:v>29.741593246442903</c:v>
                </c:pt>
                <c:pt idx="211">
                  <c:v>29.822547262301136</c:v>
                </c:pt>
                <c:pt idx="212">
                  <c:v>29.829731766094206</c:v>
                </c:pt>
                <c:pt idx="213">
                  <c:v>29.788988446206705</c:v>
                </c:pt>
                <c:pt idx="214">
                  <c:v>29.806327195930198</c:v>
                </c:pt>
                <c:pt idx="215">
                  <c:v>29.819836836841873</c:v>
                </c:pt>
                <c:pt idx="216">
                  <c:v>29.798390945159458</c:v>
                </c:pt>
                <c:pt idx="217">
                  <c:v>29.797029977115606</c:v>
                </c:pt>
                <c:pt idx="218">
                  <c:v>29.789512694503593</c:v>
                </c:pt>
                <c:pt idx="219">
                  <c:v>29.757501917560738</c:v>
                </c:pt>
                <c:pt idx="220">
                  <c:v>29.782781316425186</c:v>
                </c:pt>
                <c:pt idx="221">
                  <c:v>29.850312488996764</c:v>
                </c:pt>
                <c:pt idx="222">
                  <c:v>29.897122003654157</c:v>
                </c:pt>
                <c:pt idx="223">
                  <c:v>29.909551423557087</c:v>
                </c:pt>
                <c:pt idx="224">
                  <c:v>30.001668830563432</c:v>
                </c:pt>
                <c:pt idx="225">
                  <c:v>29.951984466266545</c:v>
                </c:pt>
                <c:pt idx="226">
                  <c:v>29.90707794859545</c:v>
                </c:pt>
                <c:pt idx="227">
                  <c:v>30.000012610220992</c:v>
                </c:pt>
                <c:pt idx="228">
                  <c:v>30.014234319196042</c:v>
                </c:pt>
                <c:pt idx="229">
                  <c:v>29.9172129165628</c:v>
                </c:pt>
                <c:pt idx="230">
                  <c:v>29.79040266260488</c:v>
                </c:pt>
                <c:pt idx="231">
                  <c:v>29.749738185843071</c:v>
                </c:pt>
                <c:pt idx="232">
                  <c:v>29.772816153622905</c:v>
                </c:pt>
                <c:pt idx="233">
                  <c:v>29.842103539272593</c:v>
                </c:pt>
                <c:pt idx="234">
                  <c:v>29.868775724178203</c:v>
                </c:pt>
                <c:pt idx="235">
                  <c:v>29.839588420167416</c:v>
                </c:pt>
                <c:pt idx="236">
                  <c:v>29.812920914379056</c:v>
                </c:pt>
                <c:pt idx="237">
                  <c:v>29.851932212224639</c:v>
                </c:pt>
                <c:pt idx="238">
                  <c:v>29.779353582291225</c:v>
                </c:pt>
                <c:pt idx="239">
                  <c:v>29.73736037660343</c:v>
                </c:pt>
                <c:pt idx="240">
                  <c:v>29.630581283226849</c:v>
                </c:pt>
                <c:pt idx="241">
                  <c:v>29.440967964306758</c:v>
                </c:pt>
                <c:pt idx="242">
                  <c:v>29.255876123178229</c:v>
                </c:pt>
                <c:pt idx="243">
                  <c:v>29.221164793713513</c:v>
                </c:pt>
                <c:pt idx="244">
                  <c:v>29.172068711433106</c:v>
                </c:pt>
                <c:pt idx="245">
                  <c:v>29.227471284549871</c:v>
                </c:pt>
                <c:pt idx="246">
                  <c:v>29.232532755867876</c:v>
                </c:pt>
                <c:pt idx="247">
                  <c:v>29.168015882327687</c:v>
                </c:pt>
                <c:pt idx="248">
                  <c:v>29.1553839502301</c:v>
                </c:pt>
                <c:pt idx="249">
                  <c:v>29.128192102562508</c:v>
                </c:pt>
                <c:pt idx="250">
                  <c:v>29.074089984805738</c:v>
                </c:pt>
                <c:pt idx="251">
                  <c:v>29.108088158312317</c:v>
                </c:pt>
                <c:pt idx="252">
                  <c:v>29.102386852803512</c:v>
                </c:pt>
                <c:pt idx="253">
                  <c:v>29.120415971184123</c:v>
                </c:pt>
                <c:pt idx="254">
                  <c:v>29.151038149895754</c:v>
                </c:pt>
                <c:pt idx="255">
                  <c:v>29.128073369962244</c:v>
                </c:pt>
                <c:pt idx="256">
                  <c:v>29.075629145332329</c:v>
                </c:pt>
                <c:pt idx="257">
                  <c:v>29.083840148019195</c:v>
                </c:pt>
                <c:pt idx="258">
                  <c:v>29.091963300279659</c:v>
                </c:pt>
                <c:pt idx="259">
                  <c:v>29.1</c:v>
                </c:pt>
                <c:pt idx="260">
                  <c:v>29.084218109564105</c:v>
                </c:pt>
                <c:pt idx="261">
                  <c:v>29.169246408280355</c:v>
                </c:pt>
                <c:pt idx="262">
                  <c:v>29.268567854394295</c:v>
                </c:pt>
                <c:pt idx="263">
                  <c:v>29.162649706894246</c:v>
                </c:pt>
                <c:pt idx="264">
                  <c:v>29.131045381471466</c:v>
                </c:pt>
                <c:pt idx="265">
                  <c:v>29.100525464867374</c:v>
                </c:pt>
                <c:pt idx="266">
                  <c:v>29.095389817843134</c:v>
                </c:pt>
                <c:pt idx="267">
                  <c:v>29.072410099827795</c:v>
                </c:pt>
                <c:pt idx="268">
                  <c:v>29.069914802633079</c:v>
                </c:pt>
                <c:pt idx="269">
                  <c:v>29.133871123775403</c:v>
                </c:pt>
                <c:pt idx="270">
                  <c:v>29.155055534687992</c:v>
                </c:pt>
                <c:pt idx="271">
                  <c:v>29.125372209155138</c:v>
                </c:pt>
                <c:pt idx="272">
                  <c:v>29.099041669995664</c:v>
                </c:pt>
                <c:pt idx="273">
                  <c:v>29.074597195266932</c:v>
                </c:pt>
                <c:pt idx="274">
                  <c:v>29.059293627592098</c:v>
                </c:pt>
                <c:pt idx="275">
                  <c:v>29.037054689873372</c:v>
                </c:pt>
                <c:pt idx="276">
                  <c:v>29.052682274720098</c:v>
                </c:pt>
                <c:pt idx="277">
                  <c:v>29.022574674617111</c:v>
                </c:pt>
                <c:pt idx="278">
                  <c:v>29.016381472520539</c:v>
                </c:pt>
                <c:pt idx="279">
                  <c:v>29.011624657795686</c:v>
                </c:pt>
                <c:pt idx="280">
                  <c:v>29.031634739684915</c:v>
                </c:pt>
                <c:pt idx="281">
                  <c:v>29.004434155959189</c:v>
                </c:pt>
                <c:pt idx="282">
                  <c:v>29.006209301915479</c:v>
                </c:pt>
                <c:pt idx="283">
                  <c:v>29.021478670360985</c:v>
                </c:pt>
                <c:pt idx="284">
                  <c:v>29.038464268096575</c:v>
                </c:pt>
                <c:pt idx="285">
                  <c:v>29.03515563504336</c:v>
                </c:pt>
                <c:pt idx="286">
                  <c:v>28.949930392281985</c:v>
                </c:pt>
                <c:pt idx="287">
                  <c:v>28.959378281596528</c:v>
                </c:pt>
                <c:pt idx="288">
                  <c:v>28.992304671858772</c:v>
                </c:pt>
                <c:pt idx="289">
                  <c:v>29.065920000430477</c:v>
                </c:pt>
                <c:pt idx="290">
                  <c:v>29.066189617015421</c:v>
                </c:pt>
                <c:pt idx="291">
                  <c:v>29.029526110117644</c:v>
                </c:pt>
                <c:pt idx="292">
                  <c:v>29.001119747943118</c:v>
                </c:pt>
                <c:pt idx="293">
                  <c:v>28.909057747442542</c:v>
                </c:pt>
                <c:pt idx="294">
                  <c:v>28.990768421889332</c:v>
                </c:pt>
                <c:pt idx="295">
                  <c:v>28.988428223540382</c:v>
                </c:pt>
                <c:pt idx="296">
                  <c:v>29.066537398254056</c:v>
                </c:pt>
                <c:pt idx="297">
                  <c:v>29.297885963127854</c:v>
                </c:pt>
                <c:pt idx="298">
                  <c:v>29.379776527699615</c:v>
                </c:pt>
                <c:pt idx="299">
                  <c:v>29.29419996511718</c:v>
                </c:pt>
                <c:pt idx="300">
                  <c:v>29.343245489535679</c:v>
                </c:pt>
                <c:pt idx="301">
                  <c:v>29.359032105880001</c:v>
                </c:pt>
                <c:pt idx="302">
                  <c:v>29.225736548619945</c:v>
                </c:pt>
                <c:pt idx="303">
                  <c:v>28.995011742244742</c:v>
                </c:pt>
                <c:pt idx="304">
                  <c:v>29.04737198841778</c:v>
                </c:pt>
                <c:pt idx="305">
                  <c:v>29.36144594549226</c:v>
                </c:pt>
                <c:pt idx="306">
                  <c:v>29.503836583701627</c:v>
                </c:pt>
                <c:pt idx="307">
                  <c:v>29.609467562078141</c:v>
                </c:pt>
                <c:pt idx="308">
                  <c:v>29.675587325721889</c:v>
                </c:pt>
                <c:pt idx="309">
                  <c:v>29.556397622493733</c:v>
                </c:pt>
                <c:pt idx="310">
                  <c:v>29.428672179992539</c:v>
                </c:pt>
                <c:pt idx="311">
                  <c:v>29.319384190736727</c:v>
                </c:pt>
                <c:pt idx="312">
                  <c:v>29.043222479976595</c:v>
                </c:pt>
                <c:pt idx="313">
                  <c:v>29.214476369931479</c:v>
                </c:pt>
                <c:pt idx="314">
                  <c:v>29.28126863970224</c:v>
                </c:pt>
                <c:pt idx="315">
                  <c:v>29.38350753881825</c:v>
                </c:pt>
                <c:pt idx="316">
                  <c:v>29.319147848524342</c:v>
                </c:pt>
                <c:pt idx="317">
                  <c:v>29.2089907366346</c:v>
                </c:pt>
                <c:pt idx="318">
                  <c:v>29.183357280665501</c:v>
                </c:pt>
                <c:pt idx="319">
                  <c:v>29.203869863923082</c:v>
                </c:pt>
                <c:pt idx="320">
                  <c:v>29.186097348332556</c:v>
                </c:pt>
                <c:pt idx="321">
                  <c:v>29.374881235230806</c:v>
                </c:pt>
                <c:pt idx="322">
                  <c:v>29.459281327362625</c:v>
                </c:pt>
                <c:pt idx="323">
                  <c:v>29.553624075742743</c:v>
                </c:pt>
                <c:pt idx="324">
                  <c:v>29.774751108980034</c:v>
                </c:pt>
                <c:pt idx="325">
                  <c:v>29.858766811629618</c:v>
                </c:pt>
                <c:pt idx="326">
                  <c:v>30.120862511041253</c:v>
                </c:pt>
                <c:pt idx="327">
                  <c:v>30.195096612658343</c:v>
                </c:pt>
                <c:pt idx="328">
                  <c:v>30.155883925606247</c:v>
                </c:pt>
                <c:pt idx="329">
                  <c:v>30.341791243289414</c:v>
                </c:pt>
                <c:pt idx="330">
                  <c:v>30.356749445319892</c:v>
                </c:pt>
                <c:pt idx="331">
                  <c:v>30.426030888490669</c:v>
                </c:pt>
                <c:pt idx="332">
                  <c:v>30.461424760788901</c:v>
                </c:pt>
                <c:pt idx="333">
                  <c:v>30.3031547427357</c:v>
                </c:pt>
                <c:pt idx="334">
                  <c:v>30.401937552267199</c:v>
                </c:pt>
                <c:pt idx="335">
                  <c:v>30.284223502246736</c:v>
                </c:pt>
                <c:pt idx="336">
                  <c:v>30.06031632470313</c:v>
                </c:pt>
                <c:pt idx="337">
                  <c:v>29.970770654120706</c:v>
                </c:pt>
                <c:pt idx="338">
                  <c:v>29.959785209801673</c:v>
                </c:pt>
                <c:pt idx="339">
                  <c:v>29.858984577746515</c:v>
                </c:pt>
                <c:pt idx="340">
                  <c:v>29.791933295440284</c:v>
                </c:pt>
                <c:pt idx="341">
                  <c:v>29.67766948610776</c:v>
                </c:pt>
                <c:pt idx="342">
                  <c:v>29.505176027806122</c:v>
                </c:pt>
                <c:pt idx="343">
                  <c:v>29.408215874817706</c:v>
                </c:pt>
                <c:pt idx="344">
                  <c:v>29.408452076656573</c:v>
                </c:pt>
                <c:pt idx="345">
                  <c:v>29.386283565501383</c:v>
                </c:pt>
                <c:pt idx="346">
                  <c:v>29.36873781163067</c:v>
                </c:pt>
                <c:pt idx="347">
                  <c:v>29.437466674449599</c:v>
                </c:pt>
                <c:pt idx="348">
                  <c:v>29.536047860818719</c:v>
                </c:pt>
                <c:pt idx="349">
                  <c:v>29.547022168838694</c:v>
                </c:pt>
                <c:pt idx="350">
                  <c:v>29.361556606615267</c:v>
                </c:pt>
                <c:pt idx="351">
                  <c:v>29.364633781284724</c:v>
                </c:pt>
                <c:pt idx="352">
                  <c:v>29.615752552370726</c:v>
                </c:pt>
                <c:pt idx="353">
                  <c:v>29.775412081083019</c:v>
                </c:pt>
                <c:pt idx="354">
                  <c:v>29.848964996810597</c:v>
                </c:pt>
                <c:pt idx="355">
                  <c:v>29.702404844009344</c:v>
                </c:pt>
                <c:pt idx="356">
                  <c:v>29.429040379729081</c:v>
                </c:pt>
                <c:pt idx="357">
                  <c:v>29.608947244239744</c:v>
                </c:pt>
                <c:pt idx="358">
                  <c:v>29.648213039272651</c:v>
                </c:pt>
                <c:pt idx="359">
                  <c:v>29.286982941459215</c:v>
                </c:pt>
                <c:pt idx="360">
                  <c:v>29.560578460549369</c:v>
                </c:pt>
                <c:pt idx="361">
                  <c:v>29.875049765336421</c:v>
                </c:pt>
                <c:pt idx="362">
                  <c:v>30.047552347916699</c:v>
                </c:pt>
                <c:pt idx="363">
                  <c:v>30.017834338427214</c:v>
                </c:pt>
                <c:pt idx="364">
                  <c:v>30.005607149971908</c:v>
                </c:pt>
                <c:pt idx="365">
                  <c:v>30.037413075161478</c:v>
                </c:pt>
                <c:pt idx="366">
                  <c:v>29.951590391011603</c:v>
                </c:pt>
                <c:pt idx="367">
                  <c:v>29.769492857386002</c:v>
                </c:pt>
                <c:pt idx="368">
                  <c:v>29.646248979806217</c:v>
                </c:pt>
                <c:pt idx="369">
                  <c:v>29.666110475596003</c:v>
                </c:pt>
                <c:pt idx="370">
                  <c:v>29.636304030790463</c:v>
                </c:pt>
                <c:pt idx="371">
                  <c:v>29.708212985462801</c:v>
                </c:pt>
                <c:pt idx="372">
                  <c:v>29.697522278739459</c:v>
                </c:pt>
                <c:pt idx="373">
                  <c:v>29.633997693897062</c:v>
                </c:pt>
                <c:pt idx="374">
                  <c:v>29.469437164192914</c:v>
                </c:pt>
                <c:pt idx="375">
                  <c:v>29.257642115611393</c:v>
                </c:pt>
                <c:pt idx="376">
                  <c:v>29.297853887779095</c:v>
                </c:pt>
                <c:pt idx="377">
                  <c:v>29.366538322379714</c:v>
                </c:pt>
                <c:pt idx="378">
                  <c:v>29.457027069044234</c:v>
                </c:pt>
                <c:pt idx="379">
                  <c:v>29.433423589605855</c:v>
                </c:pt>
                <c:pt idx="380">
                  <c:v>29.28321388911732</c:v>
                </c:pt>
                <c:pt idx="381">
                  <c:v>29.108218518518953</c:v>
                </c:pt>
                <c:pt idx="382">
                  <c:v>29.042683407651364</c:v>
                </c:pt>
                <c:pt idx="383">
                  <c:v>29.03269846095645</c:v>
                </c:pt>
                <c:pt idx="384">
                  <c:v>29.038718212563172</c:v>
                </c:pt>
                <c:pt idx="385">
                  <c:v>29.024383988364907</c:v>
                </c:pt>
                <c:pt idx="386">
                  <c:v>29.02817479860202</c:v>
                </c:pt>
                <c:pt idx="387">
                  <c:v>29.040781343564067</c:v>
                </c:pt>
                <c:pt idx="388">
                  <c:v>29.02737697694166</c:v>
                </c:pt>
                <c:pt idx="389">
                  <c:v>29.00509425182436</c:v>
                </c:pt>
                <c:pt idx="390">
                  <c:v>29.007082107160908</c:v>
                </c:pt>
                <c:pt idx="391">
                  <c:v>29.031829303229141</c:v>
                </c:pt>
                <c:pt idx="392">
                  <c:v>29.052655755823075</c:v>
                </c:pt>
                <c:pt idx="393">
                  <c:v>29.039017872005321</c:v>
                </c:pt>
                <c:pt idx="394">
                  <c:v>29.047480508844643</c:v>
                </c:pt>
                <c:pt idx="395">
                  <c:v>29.034079195346244</c:v>
                </c:pt>
                <c:pt idx="396">
                  <c:v>29.01518519185726</c:v>
                </c:pt>
                <c:pt idx="397">
                  <c:v>29.015855764923955</c:v>
                </c:pt>
                <c:pt idx="398">
                  <c:v>29.021217789103062</c:v>
                </c:pt>
                <c:pt idx="399">
                  <c:v>29.024972849422145</c:v>
                </c:pt>
                <c:pt idx="400">
                  <c:v>29.047495707202366</c:v>
                </c:pt>
                <c:pt idx="401">
                  <c:v>29.028481640489151</c:v>
                </c:pt>
                <c:pt idx="402">
                  <c:v>29.025803992246235</c:v>
                </c:pt>
                <c:pt idx="403">
                  <c:v>29.015118893152476</c:v>
                </c:pt>
                <c:pt idx="404">
                  <c:v>29.012637492935994</c:v>
                </c:pt>
                <c:pt idx="405">
                  <c:v>29.001118102027071</c:v>
                </c:pt>
                <c:pt idx="406">
                  <c:v>28.992697447196456</c:v>
                </c:pt>
                <c:pt idx="407">
                  <c:v>29.000059144847427</c:v>
                </c:pt>
                <c:pt idx="408">
                  <c:v>28.991548960791455</c:v>
                </c:pt>
                <c:pt idx="409">
                  <c:v>28.997520418973131</c:v>
                </c:pt>
                <c:pt idx="410">
                  <c:v>29.003062002266212</c:v>
                </c:pt>
                <c:pt idx="411">
                  <c:v>29.001952810210557</c:v>
                </c:pt>
                <c:pt idx="412">
                  <c:v>29.001381032409348</c:v>
                </c:pt>
                <c:pt idx="413">
                  <c:v>28.974356747129157</c:v>
                </c:pt>
                <c:pt idx="414">
                  <c:v>28.981118583336425</c:v>
                </c:pt>
                <c:pt idx="415">
                  <c:v>28.99621422456616</c:v>
                </c:pt>
                <c:pt idx="416">
                  <c:v>28.992423340121174</c:v>
                </c:pt>
                <c:pt idx="417">
                  <c:v>29.008149731108677</c:v>
                </c:pt>
                <c:pt idx="418">
                  <c:v>29.009430196402437</c:v>
                </c:pt>
                <c:pt idx="419">
                  <c:v>29.000337649487559</c:v>
                </c:pt>
                <c:pt idx="420">
                  <c:v>28.971778974643982</c:v>
                </c:pt>
                <c:pt idx="421">
                  <c:v>28.99367855865291</c:v>
                </c:pt>
                <c:pt idx="422">
                  <c:v>28.965403712481816</c:v>
                </c:pt>
                <c:pt idx="423">
                  <c:v>28.978215274428472</c:v>
                </c:pt>
                <c:pt idx="424">
                  <c:v>28.995673090139334</c:v>
                </c:pt>
                <c:pt idx="425">
                  <c:v>28.996621402446078</c:v>
                </c:pt>
                <c:pt idx="426">
                  <c:v>28.981903186490545</c:v>
                </c:pt>
                <c:pt idx="427">
                  <c:v>28.970660156766805</c:v>
                </c:pt>
                <c:pt idx="428">
                  <c:v>29.022038365895504</c:v>
                </c:pt>
                <c:pt idx="429">
                  <c:v>29.006756295839995</c:v>
                </c:pt>
                <c:pt idx="430">
                  <c:v>28.9843759478868</c:v>
                </c:pt>
                <c:pt idx="431">
                  <c:v>29.010868359645375</c:v>
                </c:pt>
                <c:pt idx="432">
                  <c:v>29.038696905032989</c:v>
                </c:pt>
                <c:pt idx="433">
                  <c:v>29.051847239455345</c:v>
                </c:pt>
                <c:pt idx="434">
                  <c:v>29.077568463966294</c:v>
                </c:pt>
                <c:pt idx="435">
                  <c:v>29.150390162343143</c:v>
                </c:pt>
                <c:pt idx="436">
                  <c:v>29.101282007940227</c:v>
                </c:pt>
                <c:pt idx="437">
                  <c:v>29.069995067040637</c:v>
                </c:pt>
                <c:pt idx="438">
                  <c:v>29.063444928720081</c:v>
                </c:pt>
                <c:pt idx="439">
                  <c:v>29.077482526129067</c:v>
                </c:pt>
                <c:pt idx="440">
                  <c:v>29.210686004210505</c:v>
                </c:pt>
                <c:pt idx="441">
                  <c:v>29.22374525669111</c:v>
                </c:pt>
                <c:pt idx="442">
                  <c:v>29.222942390357463</c:v>
                </c:pt>
                <c:pt idx="443">
                  <c:v>29.245311471873649</c:v>
                </c:pt>
                <c:pt idx="444">
                  <c:v>29.345027718505708</c:v>
                </c:pt>
                <c:pt idx="445">
                  <c:v>29.407720683838949</c:v>
                </c:pt>
                <c:pt idx="446">
                  <c:v>29.39235743402357</c:v>
                </c:pt>
                <c:pt idx="447">
                  <c:v>29.423025140546059</c:v>
                </c:pt>
                <c:pt idx="448">
                  <c:v>29.400272324624055</c:v>
                </c:pt>
                <c:pt idx="449">
                  <c:v>29.456158671673478</c:v>
                </c:pt>
                <c:pt idx="450">
                  <c:v>29.481925119852662</c:v>
                </c:pt>
                <c:pt idx="451">
                  <c:v>29.444195619387035</c:v>
                </c:pt>
                <c:pt idx="452">
                  <c:v>29.463460013024321</c:v>
                </c:pt>
                <c:pt idx="453">
                  <c:v>29.471165536523376</c:v>
                </c:pt>
                <c:pt idx="454">
                  <c:v>29.47775214271401</c:v>
                </c:pt>
                <c:pt idx="455">
                  <c:v>29.460448533161081</c:v>
                </c:pt>
                <c:pt idx="456">
                  <c:v>29.492416262225216</c:v>
                </c:pt>
                <c:pt idx="457">
                  <c:v>29.519083674431233</c:v>
                </c:pt>
                <c:pt idx="458">
                  <c:v>29.51837076412675</c:v>
                </c:pt>
                <c:pt idx="459">
                  <c:v>29.489821738500279</c:v>
                </c:pt>
                <c:pt idx="460">
                  <c:v>29.483548071671443</c:v>
                </c:pt>
                <c:pt idx="461">
                  <c:v>29.472516304091616</c:v>
                </c:pt>
                <c:pt idx="462">
                  <c:v>29.468434616530548</c:v>
                </c:pt>
                <c:pt idx="463">
                  <c:v>29.4609184101155</c:v>
                </c:pt>
                <c:pt idx="464">
                  <c:v>29.498392243614497</c:v>
                </c:pt>
                <c:pt idx="465">
                  <c:v>29.499197800440562</c:v>
                </c:pt>
                <c:pt idx="466">
                  <c:v>29.480134936383308</c:v>
                </c:pt>
                <c:pt idx="467">
                  <c:v>29.485723018952413</c:v>
                </c:pt>
                <c:pt idx="468">
                  <c:v>29.46717555966044</c:v>
                </c:pt>
                <c:pt idx="469">
                  <c:v>29.451536218531619</c:v>
                </c:pt>
                <c:pt idx="470">
                  <c:v>29.465896055047942</c:v>
                </c:pt>
                <c:pt idx="471">
                  <c:v>29.461102486588189</c:v>
                </c:pt>
                <c:pt idx="472">
                  <c:v>29.483422718120266</c:v>
                </c:pt>
                <c:pt idx="473">
                  <c:v>29.471222294215639</c:v>
                </c:pt>
                <c:pt idx="474">
                  <c:v>29.497100713670662</c:v>
                </c:pt>
                <c:pt idx="475">
                  <c:v>29.507410680623227</c:v>
                </c:pt>
                <c:pt idx="476">
                  <c:v>29.501607311869364</c:v>
                </c:pt>
                <c:pt idx="477">
                  <c:v>29.532333250006054</c:v>
                </c:pt>
                <c:pt idx="478">
                  <c:v>29.537366108522065</c:v>
                </c:pt>
                <c:pt idx="479">
                  <c:v>29.523349625629677</c:v>
                </c:pt>
                <c:pt idx="480">
                  <c:v>29.553523568304172</c:v>
                </c:pt>
                <c:pt idx="481">
                  <c:v>29.530194097972057</c:v>
                </c:pt>
                <c:pt idx="482">
                  <c:v>29.544737262302306</c:v>
                </c:pt>
                <c:pt idx="483">
                  <c:v>29.555318852011336</c:v>
                </c:pt>
                <c:pt idx="484">
                  <c:v>29.528444248493411</c:v>
                </c:pt>
                <c:pt idx="485">
                  <c:v>29.566927788704167</c:v>
                </c:pt>
                <c:pt idx="486">
                  <c:v>29.570670053099793</c:v>
                </c:pt>
                <c:pt idx="487">
                  <c:v>29.531063477957439</c:v>
                </c:pt>
                <c:pt idx="488">
                  <c:v>29.556148412708904</c:v>
                </c:pt>
                <c:pt idx="489">
                  <c:v>29.500155428577308</c:v>
                </c:pt>
                <c:pt idx="490">
                  <c:v>29.493142133684486</c:v>
                </c:pt>
                <c:pt idx="491">
                  <c:v>29.51721497537439</c:v>
                </c:pt>
                <c:pt idx="492">
                  <c:v>29.506830470084005</c:v>
                </c:pt>
                <c:pt idx="493">
                  <c:v>29.499777355903365</c:v>
                </c:pt>
                <c:pt idx="494">
                  <c:v>29.485098590755165</c:v>
                </c:pt>
                <c:pt idx="495">
                  <c:v>29.467712254409221</c:v>
                </c:pt>
                <c:pt idx="496">
                  <c:v>29.469344190133121</c:v>
                </c:pt>
                <c:pt idx="497">
                  <c:v>29.418780338957593</c:v>
                </c:pt>
                <c:pt idx="498">
                  <c:v>29.431186129318402</c:v>
                </c:pt>
                <c:pt idx="499">
                  <c:v>29.449874897951378</c:v>
                </c:pt>
                <c:pt idx="500">
                  <c:v>29.406873202122309</c:v>
                </c:pt>
                <c:pt idx="501">
                  <c:v>29.387370454252213</c:v>
                </c:pt>
                <c:pt idx="502">
                  <c:v>29.389639451789943</c:v>
                </c:pt>
                <c:pt idx="503">
                  <c:v>29.395087909500258</c:v>
                </c:pt>
                <c:pt idx="504">
                  <c:v>29.383447224996875</c:v>
                </c:pt>
                <c:pt idx="505">
                  <c:v>29.370403928306096</c:v>
                </c:pt>
                <c:pt idx="506">
                  <c:v>29.381619702171847</c:v>
                </c:pt>
                <c:pt idx="507">
                  <c:v>29.392451414093571</c:v>
                </c:pt>
                <c:pt idx="508">
                  <c:v>29.367276195774735</c:v>
                </c:pt>
                <c:pt idx="509">
                  <c:v>29.36020422475157</c:v>
                </c:pt>
                <c:pt idx="510">
                  <c:v>29.343164868345433</c:v>
                </c:pt>
                <c:pt idx="511">
                  <c:v>29.351537984898382</c:v>
                </c:pt>
                <c:pt idx="512">
                  <c:v>29.362024073824305</c:v>
                </c:pt>
                <c:pt idx="513">
                  <c:v>29.312117170710927</c:v>
                </c:pt>
                <c:pt idx="514">
                  <c:v>29.405385336418586</c:v>
                </c:pt>
                <c:pt idx="515">
                  <c:v>29.389649207749411</c:v>
                </c:pt>
                <c:pt idx="516">
                  <c:v>29.312815599147513</c:v>
                </c:pt>
                <c:pt idx="517">
                  <c:v>29.38107411710029</c:v>
                </c:pt>
                <c:pt idx="518">
                  <c:v>29.360649419362492</c:v>
                </c:pt>
                <c:pt idx="519">
                  <c:v>29.373628120839605</c:v>
                </c:pt>
                <c:pt idx="520">
                  <c:v>29.378282602539052</c:v>
                </c:pt>
                <c:pt idx="521">
                  <c:v>29.321985779928717</c:v>
                </c:pt>
                <c:pt idx="522">
                  <c:v>29.419552206139446</c:v>
                </c:pt>
                <c:pt idx="523">
                  <c:v>29.336124013451993</c:v>
                </c:pt>
                <c:pt idx="524">
                  <c:v>29.305562546286705</c:v>
                </c:pt>
                <c:pt idx="525">
                  <c:v>29.372364057314041</c:v>
                </c:pt>
                <c:pt idx="526">
                  <c:v>29.339974809972276</c:v>
                </c:pt>
                <c:pt idx="527">
                  <c:v>29.369969495664854</c:v>
                </c:pt>
                <c:pt idx="528">
                  <c:v>29.367751102780204</c:v>
                </c:pt>
                <c:pt idx="529">
                  <c:v>29.34829643283987</c:v>
                </c:pt>
                <c:pt idx="530">
                  <c:v>29.373289469728508</c:v>
                </c:pt>
                <c:pt idx="531">
                  <c:v>29.346198995136174</c:v>
                </c:pt>
                <c:pt idx="532">
                  <c:v>29.347027503032358</c:v>
                </c:pt>
                <c:pt idx="533">
                  <c:v>29.328415050801759</c:v>
                </c:pt>
                <c:pt idx="534">
                  <c:v>29.350900595546346</c:v>
                </c:pt>
                <c:pt idx="535">
                  <c:v>29.40582620284605</c:v>
                </c:pt>
                <c:pt idx="536">
                  <c:v>29.373423783789221</c:v>
                </c:pt>
                <c:pt idx="537">
                  <c:v>29.383619556885257</c:v>
                </c:pt>
                <c:pt idx="538">
                  <c:v>29.386328063906447</c:v>
                </c:pt>
                <c:pt idx="539">
                  <c:v>29.394196865202002</c:v>
                </c:pt>
                <c:pt idx="540">
                  <c:v>29.413778362615442</c:v>
                </c:pt>
                <c:pt idx="541">
                  <c:v>29.398911450162547</c:v>
                </c:pt>
                <c:pt idx="542">
                  <c:v>29.419014809523077</c:v>
                </c:pt>
                <c:pt idx="543">
                  <c:v>29.436334842777566</c:v>
                </c:pt>
                <c:pt idx="544">
                  <c:v>29.454630378396704</c:v>
                </c:pt>
                <c:pt idx="545">
                  <c:v>29.474420564439573</c:v>
                </c:pt>
                <c:pt idx="546">
                  <c:v>29.504664366334641</c:v>
                </c:pt>
                <c:pt idx="547">
                  <c:v>29.524300047925859</c:v>
                </c:pt>
                <c:pt idx="548">
                  <c:v>29.621233249198905</c:v>
                </c:pt>
                <c:pt idx="549">
                  <c:v>29.558278346881913</c:v>
                </c:pt>
                <c:pt idx="550">
                  <c:v>29.465596404379138</c:v>
                </c:pt>
                <c:pt idx="551">
                  <c:v>29.533568770916386</c:v>
                </c:pt>
                <c:pt idx="552">
                  <c:v>29.572777714674682</c:v>
                </c:pt>
                <c:pt idx="553">
                  <c:v>29.57898765192655</c:v>
                </c:pt>
                <c:pt idx="554">
                  <c:v>29.661884671223582</c:v>
                </c:pt>
                <c:pt idx="555">
                  <c:v>29.620203562656478</c:v>
                </c:pt>
                <c:pt idx="556">
                  <c:v>29.62955262609022</c:v>
                </c:pt>
                <c:pt idx="557">
                  <c:v>29.655748523650772</c:v>
                </c:pt>
                <c:pt idx="558">
                  <c:v>29.688019599886342</c:v>
                </c:pt>
                <c:pt idx="559">
                  <c:v>29.703294671737115</c:v>
                </c:pt>
                <c:pt idx="560">
                  <c:v>29.67363543196031</c:v>
                </c:pt>
                <c:pt idx="561">
                  <c:v>29.690166800002011</c:v>
                </c:pt>
                <c:pt idx="562">
                  <c:v>29.746192210416158</c:v>
                </c:pt>
                <c:pt idx="563">
                  <c:v>29.684094522379691</c:v>
                </c:pt>
                <c:pt idx="564">
                  <c:v>29.766579919732084</c:v>
                </c:pt>
                <c:pt idx="565">
                  <c:v>29.794465727279288</c:v>
                </c:pt>
                <c:pt idx="566">
                  <c:v>29.816423607971391</c:v>
                </c:pt>
                <c:pt idx="567">
                  <c:v>29.82424147707566</c:v>
                </c:pt>
                <c:pt idx="568">
                  <c:v>29.789934844462049</c:v>
                </c:pt>
                <c:pt idx="569">
                  <c:v>29.78993119475059</c:v>
                </c:pt>
                <c:pt idx="570">
                  <c:v>29.792412156299829</c:v>
                </c:pt>
                <c:pt idx="571">
                  <c:v>29.790936924212687</c:v>
                </c:pt>
                <c:pt idx="572">
                  <c:v>29.856889924117585</c:v>
                </c:pt>
                <c:pt idx="573">
                  <c:v>29.821907252643438</c:v>
                </c:pt>
                <c:pt idx="574">
                  <c:v>29.829808316452443</c:v>
                </c:pt>
                <c:pt idx="575">
                  <c:v>29.806834412240288</c:v>
                </c:pt>
                <c:pt idx="576">
                  <c:v>29.65691460646109</c:v>
                </c:pt>
                <c:pt idx="577">
                  <c:v>29.673269899320601</c:v>
                </c:pt>
                <c:pt idx="578">
                  <c:v>29.812445422483929</c:v>
                </c:pt>
                <c:pt idx="579">
                  <c:v>29.857674331333673</c:v>
                </c:pt>
                <c:pt idx="580">
                  <c:v>29.805789191028587</c:v>
                </c:pt>
                <c:pt idx="581">
                  <c:v>29.642090367557529</c:v>
                </c:pt>
                <c:pt idx="582">
                  <c:v>29.597794802225994</c:v>
                </c:pt>
                <c:pt idx="583">
                  <c:v>29.753605289086977</c:v>
                </c:pt>
                <c:pt idx="584">
                  <c:v>29.61941873431984</c:v>
                </c:pt>
                <c:pt idx="585">
                  <c:v>29.416440639958186</c:v>
                </c:pt>
                <c:pt idx="586">
                  <c:v>29.289159339266533</c:v>
                </c:pt>
                <c:pt idx="587">
                  <c:v>29.763491983092944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1B0C-4B9C-BBFB-FF685BE46DCA}"/>
            </c:ext>
          </c:extLst>
        </c:ser>
        <c:ser>
          <c:idx val="29"/>
          <c:order val="29"/>
          <c:tx>
            <c:strRef>
              <c:f>Sheet2!$AA$1</c:f>
              <c:strCache>
                <c:ptCount val="1"/>
                <c:pt idx="0">
                  <c:v>S18_n3_z/O-PTIR (mV) []</c:v>
                </c:pt>
              </c:strCache>
            </c:strRef>
          </c:tx>
          <c:spPr>
            <a:ln w="12700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Sheet2!$AA$2:$AA$589</c:f>
              <c:numCache>
                <c:formatCode>General</c:formatCode>
                <c:ptCount val="588"/>
                <c:pt idx="0">
                  <c:v>26.157219688515717</c:v>
                </c:pt>
                <c:pt idx="1">
                  <c:v>26.085652657313418</c:v>
                </c:pt>
                <c:pt idx="2">
                  <c:v>26.112924971332262</c:v>
                </c:pt>
                <c:pt idx="3">
                  <c:v>26.146477539115111</c:v>
                </c:pt>
                <c:pt idx="4">
                  <c:v>26.202952384617159</c:v>
                </c:pt>
                <c:pt idx="5">
                  <c:v>26.244985328787539</c:v>
                </c:pt>
                <c:pt idx="6">
                  <c:v>26.240890216027768</c:v>
                </c:pt>
                <c:pt idx="7">
                  <c:v>26.23544361754799</c:v>
                </c:pt>
                <c:pt idx="8">
                  <c:v>26.234051394137158</c:v>
                </c:pt>
                <c:pt idx="9">
                  <c:v>26.256060501114643</c:v>
                </c:pt>
                <c:pt idx="10">
                  <c:v>26.277263473837319</c:v>
                </c:pt>
                <c:pt idx="11">
                  <c:v>26.28773355292693</c:v>
                </c:pt>
                <c:pt idx="12">
                  <c:v>26.302979874862434</c:v>
                </c:pt>
                <c:pt idx="13">
                  <c:v>26.311256357568155</c:v>
                </c:pt>
                <c:pt idx="14">
                  <c:v>26.298709292451981</c:v>
                </c:pt>
                <c:pt idx="15">
                  <c:v>26.313736410722118</c:v>
                </c:pt>
                <c:pt idx="16">
                  <c:v>26.337888197100646</c:v>
                </c:pt>
                <c:pt idx="17">
                  <c:v>26.348070875372937</c:v>
                </c:pt>
                <c:pt idx="18">
                  <c:v>26.358566587397483</c:v>
                </c:pt>
                <c:pt idx="19">
                  <c:v>26.363103801585897</c:v>
                </c:pt>
                <c:pt idx="20">
                  <c:v>26.366394914458546</c:v>
                </c:pt>
                <c:pt idx="21">
                  <c:v>26.373182737275243</c:v>
                </c:pt>
                <c:pt idx="22">
                  <c:v>26.382403041473946</c:v>
                </c:pt>
                <c:pt idx="23">
                  <c:v>26.389621431924702</c:v>
                </c:pt>
                <c:pt idx="24">
                  <c:v>26.398399019011777</c:v>
                </c:pt>
                <c:pt idx="25">
                  <c:v>26.408890954847347</c:v>
                </c:pt>
                <c:pt idx="26">
                  <c:v>26.418693120512248</c:v>
                </c:pt>
                <c:pt idx="27">
                  <c:v>26.431180197582929</c:v>
                </c:pt>
                <c:pt idx="28">
                  <c:v>26.436577726128817</c:v>
                </c:pt>
                <c:pt idx="29">
                  <c:v>26.438005864380429</c:v>
                </c:pt>
                <c:pt idx="30">
                  <c:v>26.456956545607998</c:v>
                </c:pt>
                <c:pt idx="31">
                  <c:v>26.462990977678928</c:v>
                </c:pt>
                <c:pt idx="32">
                  <c:v>26.48217845058246</c:v>
                </c:pt>
                <c:pt idx="33">
                  <c:v>26.486409300917625</c:v>
                </c:pt>
                <c:pt idx="34">
                  <c:v>26.486856902447595</c:v>
                </c:pt>
                <c:pt idx="35">
                  <c:v>26.502511832657365</c:v>
                </c:pt>
                <c:pt idx="36">
                  <c:v>26.512454661361531</c:v>
                </c:pt>
                <c:pt idx="37">
                  <c:v>26.547015779441832</c:v>
                </c:pt>
                <c:pt idx="38">
                  <c:v>26.579268004237949</c:v>
                </c:pt>
                <c:pt idx="39">
                  <c:v>26.618519723660953</c:v>
                </c:pt>
                <c:pt idx="40">
                  <c:v>26.671828675948088</c:v>
                </c:pt>
                <c:pt idx="41">
                  <c:v>26.699823617086228</c:v>
                </c:pt>
                <c:pt idx="42">
                  <c:v>26.737402033293058</c:v>
                </c:pt>
                <c:pt idx="43">
                  <c:v>26.796677364158526</c:v>
                </c:pt>
                <c:pt idx="44">
                  <c:v>26.850983969154282</c:v>
                </c:pt>
                <c:pt idx="45">
                  <c:v>26.917144852248907</c:v>
                </c:pt>
                <c:pt idx="46">
                  <c:v>26.97781146247797</c:v>
                </c:pt>
                <c:pt idx="47">
                  <c:v>27.062417961524947</c:v>
                </c:pt>
                <c:pt idx="48">
                  <c:v>27.131880300966362</c:v>
                </c:pt>
                <c:pt idx="49">
                  <c:v>27.190170785329297</c:v>
                </c:pt>
                <c:pt idx="50">
                  <c:v>27.252035350464709</c:v>
                </c:pt>
                <c:pt idx="51">
                  <c:v>27.295274273943011</c:v>
                </c:pt>
                <c:pt idx="52">
                  <c:v>27.305950298991043</c:v>
                </c:pt>
                <c:pt idx="53">
                  <c:v>27.333941135575955</c:v>
                </c:pt>
                <c:pt idx="54">
                  <c:v>27.37749118418926</c:v>
                </c:pt>
                <c:pt idx="55">
                  <c:v>27.413899556451717</c:v>
                </c:pt>
                <c:pt idx="56">
                  <c:v>27.469764824491868</c:v>
                </c:pt>
                <c:pt idx="57">
                  <c:v>27.527665130024548</c:v>
                </c:pt>
                <c:pt idx="58">
                  <c:v>27.585933203526835</c:v>
                </c:pt>
                <c:pt idx="59">
                  <c:v>27.639552460038328</c:v>
                </c:pt>
                <c:pt idx="60">
                  <c:v>27.673519279856137</c:v>
                </c:pt>
                <c:pt idx="61">
                  <c:v>27.68566826487708</c:v>
                </c:pt>
                <c:pt idx="62">
                  <c:v>27.672868790259894</c:v>
                </c:pt>
                <c:pt idx="63">
                  <c:v>27.627520701057694</c:v>
                </c:pt>
                <c:pt idx="64">
                  <c:v>27.574529605372859</c:v>
                </c:pt>
                <c:pt idx="65">
                  <c:v>27.519676684341899</c:v>
                </c:pt>
                <c:pt idx="66">
                  <c:v>27.46681496417494</c:v>
                </c:pt>
                <c:pt idx="67">
                  <c:v>27.413151871034934</c:v>
                </c:pt>
                <c:pt idx="68">
                  <c:v>27.357465151060381</c:v>
                </c:pt>
                <c:pt idx="69">
                  <c:v>27.301748139482978</c:v>
                </c:pt>
                <c:pt idx="70">
                  <c:v>27.246153525682956</c:v>
                </c:pt>
                <c:pt idx="71">
                  <c:v>27.164944693710542</c:v>
                </c:pt>
                <c:pt idx="72">
                  <c:v>27.114424456980434</c:v>
                </c:pt>
                <c:pt idx="73">
                  <c:v>27.059378621947555</c:v>
                </c:pt>
                <c:pt idx="74">
                  <c:v>27.019218195484477</c:v>
                </c:pt>
                <c:pt idx="75">
                  <c:v>27.007277229221344</c:v>
                </c:pt>
                <c:pt idx="76">
                  <c:v>26.982642521632275</c:v>
                </c:pt>
                <c:pt idx="77">
                  <c:v>26.979654078514976</c:v>
                </c:pt>
                <c:pt idx="78">
                  <c:v>26.960775924743018</c:v>
                </c:pt>
                <c:pt idx="79">
                  <c:v>26.970106641423666</c:v>
                </c:pt>
                <c:pt idx="80">
                  <c:v>26.990078576540935</c:v>
                </c:pt>
                <c:pt idx="81">
                  <c:v>26.986922257196433</c:v>
                </c:pt>
                <c:pt idx="82">
                  <c:v>26.996062112151787</c:v>
                </c:pt>
                <c:pt idx="83">
                  <c:v>27.015107239149227</c:v>
                </c:pt>
                <c:pt idx="84">
                  <c:v>27.027141871317124</c:v>
                </c:pt>
                <c:pt idx="85">
                  <c:v>27.026947890131368</c:v>
                </c:pt>
                <c:pt idx="86">
                  <c:v>27.015040991660062</c:v>
                </c:pt>
                <c:pt idx="87">
                  <c:v>27.020965093340102</c:v>
                </c:pt>
                <c:pt idx="88">
                  <c:v>26.981125068302326</c:v>
                </c:pt>
                <c:pt idx="89">
                  <c:v>26.927271359710215</c:v>
                </c:pt>
                <c:pt idx="90">
                  <c:v>26.888731164590016</c:v>
                </c:pt>
                <c:pt idx="91">
                  <c:v>26.821699623663775</c:v>
                </c:pt>
                <c:pt idx="92">
                  <c:v>26.776858282603619</c:v>
                </c:pt>
                <c:pt idx="93">
                  <c:v>26.712649853390488</c:v>
                </c:pt>
                <c:pt idx="94">
                  <c:v>26.660038798289428</c:v>
                </c:pt>
                <c:pt idx="95">
                  <c:v>26.62092080521073</c:v>
                </c:pt>
                <c:pt idx="96">
                  <c:v>26.570909943536741</c:v>
                </c:pt>
                <c:pt idx="97">
                  <c:v>26.538108570563683</c:v>
                </c:pt>
                <c:pt idx="98">
                  <c:v>26.505571653955379</c:v>
                </c:pt>
                <c:pt idx="99">
                  <c:v>26.461943783012792</c:v>
                </c:pt>
                <c:pt idx="100">
                  <c:v>26.447094822875702</c:v>
                </c:pt>
                <c:pt idx="101">
                  <c:v>26.431849157668715</c:v>
                </c:pt>
                <c:pt idx="102">
                  <c:v>26.413426404077875</c:v>
                </c:pt>
                <c:pt idx="103">
                  <c:v>26.425857987588856</c:v>
                </c:pt>
                <c:pt idx="104">
                  <c:v>26.429992709287323</c:v>
                </c:pt>
                <c:pt idx="105">
                  <c:v>26.443714518061316</c:v>
                </c:pt>
                <c:pt idx="106">
                  <c:v>26.461079323056559</c:v>
                </c:pt>
                <c:pt idx="107">
                  <c:v>26.46930534028029</c:v>
                </c:pt>
                <c:pt idx="108">
                  <c:v>26.503439297505714</c:v>
                </c:pt>
                <c:pt idx="109">
                  <c:v>26.526536562590589</c:v>
                </c:pt>
                <c:pt idx="110">
                  <c:v>26.539358078658633</c:v>
                </c:pt>
                <c:pt idx="111">
                  <c:v>26.562019850645569</c:v>
                </c:pt>
                <c:pt idx="112">
                  <c:v>26.556011646669795</c:v>
                </c:pt>
                <c:pt idx="113">
                  <c:v>26.544191272180619</c:v>
                </c:pt>
                <c:pt idx="114">
                  <c:v>26.524388690929705</c:v>
                </c:pt>
                <c:pt idx="115">
                  <c:v>26.474537126966659</c:v>
                </c:pt>
                <c:pt idx="116">
                  <c:v>26.43195686114553</c:v>
                </c:pt>
                <c:pt idx="117">
                  <c:v>26.366555853990779</c:v>
                </c:pt>
                <c:pt idx="118">
                  <c:v>26.32147696191231</c:v>
                </c:pt>
                <c:pt idx="119">
                  <c:v>26.285964777802576</c:v>
                </c:pt>
                <c:pt idx="120">
                  <c:v>26.244225678598092</c:v>
                </c:pt>
                <c:pt idx="121">
                  <c:v>26.221118747290355</c:v>
                </c:pt>
                <c:pt idx="122">
                  <c:v>26.192590563119051</c:v>
                </c:pt>
                <c:pt idx="123">
                  <c:v>26.180872556187484</c:v>
                </c:pt>
                <c:pt idx="124">
                  <c:v>26.171904251034476</c:v>
                </c:pt>
                <c:pt idx="125">
                  <c:v>26.163651369509839</c:v>
                </c:pt>
                <c:pt idx="126">
                  <c:v>26.166198439756702</c:v>
                </c:pt>
                <c:pt idx="127">
                  <c:v>26.156685870845102</c:v>
                </c:pt>
                <c:pt idx="128">
                  <c:v>26.158774626678056</c:v>
                </c:pt>
                <c:pt idx="129">
                  <c:v>26.169218867605071</c:v>
                </c:pt>
                <c:pt idx="130">
                  <c:v>26.165003409344529</c:v>
                </c:pt>
                <c:pt idx="131">
                  <c:v>26.182445318372235</c:v>
                </c:pt>
                <c:pt idx="132">
                  <c:v>26.200607535446665</c:v>
                </c:pt>
                <c:pt idx="133">
                  <c:v>26.210678200461249</c:v>
                </c:pt>
                <c:pt idx="134">
                  <c:v>26.215122179722993</c:v>
                </c:pt>
                <c:pt idx="135">
                  <c:v>26.221395106859479</c:v>
                </c:pt>
                <c:pt idx="136">
                  <c:v>26.230621054818872</c:v>
                </c:pt>
                <c:pt idx="137">
                  <c:v>26.22910551010618</c:v>
                </c:pt>
                <c:pt idx="138">
                  <c:v>26.218284614851811</c:v>
                </c:pt>
                <c:pt idx="139">
                  <c:v>26.218835404850044</c:v>
                </c:pt>
                <c:pt idx="140">
                  <c:v>26.219328115420037</c:v>
                </c:pt>
                <c:pt idx="141">
                  <c:v>26.219771448214647</c:v>
                </c:pt>
                <c:pt idx="142">
                  <c:v>26.227726133946963</c:v>
                </c:pt>
                <c:pt idx="143">
                  <c:v>26.234773898119858</c:v>
                </c:pt>
                <c:pt idx="144">
                  <c:v>26.236512710005616</c:v>
                </c:pt>
                <c:pt idx="145">
                  <c:v>26.250278088612173</c:v>
                </c:pt>
                <c:pt idx="146">
                  <c:v>26.261928780870729</c:v>
                </c:pt>
                <c:pt idx="147">
                  <c:v>26.274533904892369</c:v>
                </c:pt>
                <c:pt idx="148">
                  <c:v>26.290038834204267</c:v>
                </c:pt>
                <c:pt idx="149">
                  <c:v>26.300068248458867</c:v>
                </c:pt>
                <c:pt idx="150">
                  <c:v>26.308591558473207</c:v>
                </c:pt>
                <c:pt idx="151">
                  <c:v>26.309919012034037</c:v>
                </c:pt>
                <c:pt idx="152">
                  <c:v>26.313203578144279</c:v>
                </c:pt>
                <c:pt idx="153">
                  <c:v>26.314542668113521</c:v>
                </c:pt>
                <c:pt idx="154">
                  <c:v>26.315759524487508</c:v>
                </c:pt>
                <c:pt idx="155">
                  <c:v>26.316236966119479</c:v>
                </c:pt>
                <c:pt idx="156">
                  <c:v>26.329636587987512</c:v>
                </c:pt>
                <c:pt idx="157">
                  <c:v>26.331094730523255</c:v>
                </c:pt>
                <c:pt idx="158">
                  <c:v>26.327327099543112</c:v>
                </c:pt>
                <c:pt idx="159">
                  <c:v>26.330008091100559</c:v>
                </c:pt>
                <c:pt idx="160">
                  <c:v>26.325092211353706</c:v>
                </c:pt>
                <c:pt idx="161">
                  <c:v>26.327128788053699</c:v>
                </c:pt>
                <c:pt idx="162">
                  <c:v>26.324158918039767</c:v>
                </c:pt>
                <c:pt idx="163">
                  <c:v>26.332073810128499</c:v>
                </c:pt>
                <c:pt idx="164">
                  <c:v>26.329629425542119</c:v>
                </c:pt>
                <c:pt idx="165">
                  <c:v>26.328085867253616</c:v>
                </c:pt>
                <c:pt idx="166">
                  <c:v>26.333462647282914</c:v>
                </c:pt>
                <c:pt idx="167">
                  <c:v>26.339125083694405</c:v>
                </c:pt>
                <c:pt idx="168">
                  <c:v>26.341928329369875</c:v>
                </c:pt>
                <c:pt idx="169">
                  <c:v>26.351831220771093</c:v>
                </c:pt>
                <c:pt idx="170">
                  <c:v>26.353226645733443</c:v>
                </c:pt>
                <c:pt idx="171">
                  <c:v>26.368209209078245</c:v>
                </c:pt>
                <c:pt idx="172">
                  <c:v>26.391755963787578</c:v>
                </c:pt>
                <c:pt idx="173">
                  <c:v>26.410231460887456</c:v>
                </c:pt>
                <c:pt idx="174">
                  <c:v>26.405814428017681</c:v>
                </c:pt>
                <c:pt idx="175">
                  <c:v>26.393638886537321</c:v>
                </c:pt>
                <c:pt idx="176">
                  <c:v>26.380627616973353</c:v>
                </c:pt>
                <c:pt idx="177">
                  <c:v>26.371546333992626</c:v>
                </c:pt>
                <c:pt idx="178">
                  <c:v>26.369272616729646</c:v>
                </c:pt>
                <c:pt idx="179">
                  <c:v>26.365331506807145</c:v>
                </c:pt>
                <c:pt idx="180">
                  <c:v>26.365913204091214</c:v>
                </c:pt>
                <c:pt idx="181">
                  <c:v>26.372379927708558</c:v>
                </c:pt>
                <c:pt idx="182">
                  <c:v>26.379052248397301</c:v>
                </c:pt>
                <c:pt idx="183">
                  <c:v>26.386840720246479</c:v>
                </c:pt>
                <c:pt idx="184">
                  <c:v>26.400791891455089</c:v>
                </c:pt>
                <c:pt idx="185">
                  <c:v>26.413549786948032</c:v>
                </c:pt>
                <c:pt idx="186">
                  <c:v>26.419701445059271</c:v>
                </c:pt>
                <c:pt idx="187">
                  <c:v>26.431371921264407</c:v>
                </c:pt>
                <c:pt idx="188">
                  <c:v>26.437668634286872</c:v>
                </c:pt>
                <c:pt idx="189">
                  <c:v>26.455157889336114</c:v>
                </c:pt>
                <c:pt idx="190">
                  <c:v>26.467464242927981</c:v>
                </c:pt>
                <c:pt idx="191">
                  <c:v>26.471147340634307</c:v>
                </c:pt>
                <c:pt idx="192">
                  <c:v>26.48103516832516</c:v>
                </c:pt>
                <c:pt idx="193">
                  <c:v>26.491412669216619</c:v>
                </c:pt>
                <c:pt idx="194">
                  <c:v>26.493462729373977</c:v>
                </c:pt>
                <c:pt idx="195">
                  <c:v>26.506057674103605</c:v>
                </c:pt>
                <c:pt idx="196">
                  <c:v>26.510568619151332</c:v>
                </c:pt>
                <c:pt idx="197">
                  <c:v>26.529344241183548</c:v>
                </c:pt>
                <c:pt idx="198">
                  <c:v>26.543034444897653</c:v>
                </c:pt>
                <c:pt idx="199">
                  <c:v>26.560397977481394</c:v>
                </c:pt>
                <c:pt idx="200">
                  <c:v>26.574243538535342</c:v>
                </c:pt>
                <c:pt idx="201">
                  <c:v>26.569431770781225</c:v>
                </c:pt>
                <c:pt idx="202">
                  <c:v>26.597358001698257</c:v>
                </c:pt>
                <c:pt idx="203">
                  <c:v>26.657297285094572</c:v>
                </c:pt>
                <c:pt idx="204">
                  <c:v>26.700505055013839</c:v>
                </c:pt>
                <c:pt idx="205">
                  <c:v>26.730642490848126</c:v>
                </c:pt>
                <c:pt idx="206">
                  <c:v>26.716520857543784</c:v>
                </c:pt>
                <c:pt idx="207">
                  <c:v>26.715697237892208</c:v>
                </c:pt>
                <c:pt idx="208">
                  <c:v>26.6867849701522</c:v>
                </c:pt>
                <c:pt idx="209">
                  <c:v>26.634066745166248</c:v>
                </c:pt>
                <c:pt idx="210">
                  <c:v>26.621292718779099</c:v>
                </c:pt>
                <c:pt idx="211">
                  <c:v>26.565577102749792</c:v>
                </c:pt>
                <c:pt idx="212">
                  <c:v>26.5081792766238</c:v>
                </c:pt>
                <c:pt idx="213">
                  <c:v>26.454262809412764</c:v>
                </c:pt>
                <c:pt idx="214">
                  <c:v>26.427420344731164</c:v>
                </c:pt>
                <c:pt idx="215">
                  <c:v>26.439835510029219</c:v>
                </c:pt>
                <c:pt idx="216">
                  <c:v>26.428072024647843</c:v>
                </c:pt>
                <c:pt idx="217">
                  <c:v>26.4483287747139</c:v>
                </c:pt>
                <c:pt idx="218">
                  <c:v>26.447547144641891</c:v>
                </c:pt>
                <c:pt idx="219">
                  <c:v>26.42022957792366</c:v>
                </c:pt>
                <c:pt idx="220">
                  <c:v>26.454258212313146</c:v>
                </c:pt>
                <c:pt idx="221">
                  <c:v>26.455489044690889</c:v>
                </c:pt>
                <c:pt idx="222">
                  <c:v>26.439635659332342</c:v>
                </c:pt>
                <c:pt idx="223">
                  <c:v>26.437596353104453</c:v>
                </c:pt>
                <c:pt idx="224">
                  <c:v>26.427501573839631</c:v>
                </c:pt>
                <c:pt idx="225">
                  <c:v>26.386311889608042</c:v>
                </c:pt>
                <c:pt idx="226">
                  <c:v>26.365822780783507</c:v>
                </c:pt>
                <c:pt idx="227">
                  <c:v>26.363206579598831</c:v>
                </c:pt>
                <c:pt idx="228">
                  <c:v>26.352752528789594</c:v>
                </c:pt>
                <c:pt idx="229">
                  <c:v>26.325244202959897</c:v>
                </c:pt>
                <c:pt idx="230">
                  <c:v>26.309861856130279</c:v>
                </c:pt>
                <c:pt idx="231">
                  <c:v>26.303110543314581</c:v>
                </c:pt>
                <c:pt idx="232">
                  <c:v>26.323458004007069</c:v>
                </c:pt>
                <c:pt idx="233">
                  <c:v>26.346005751505217</c:v>
                </c:pt>
                <c:pt idx="234">
                  <c:v>26.328159851825628</c:v>
                </c:pt>
                <c:pt idx="235">
                  <c:v>26.313740905207908</c:v>
                </c:pt>
                <c:pt idx="236">
                  <c:v>26.329448291607985</c:v>
                </c:pt>
                <c:pt idx="237">
                  <c:v>26.324253774264964</c:v>
                </c:pt>
                <c:pt idx="238">
                  <c:v>26.306786478575514</c:v>
                </c:pt>
                <c:pt idx="239">
                  <c:v>26.311912142038064</c:v>
                </c:pt>
                <c:pt idx="240">
                  <c:v>26.294608433317684</c:v>
                </c:pt>
                <c:pt idx="241">
                  <c:v>26.279762736300412</c:v>
                </c:pt>
                <c:pt idx="242">
                  <c:v>26.312180271977958</c:v>
                </c:pt>
                <c:pt idx="243">
                  <c:v>26.325224336922251</c:v>
                </c:pt>
                <c:pt idx="244">
                  <c:v>26.325855432504468</c:v>
                </c:pt>
                <c:pt idx="245">
                  <c:v>26.336022061973622</c:v>
                </c:pt>
                <c:pt idx="246">
                  <c:v>26.341950637616691</c:v>
                </c:pt>
                <c:pt idx="247">
                  <c:v>26.334373221894712</c:v>
                </c:pt>
                <c:pt idx="248">
                  <c:v>26.32313768467283</c:v>
                </c:pt>
                <c:pt idx="249">
                  <c:v>26.311872471531075</c:v>
                </c:pt>
                <c:pt idx="250">
                  <c:v>26.312209783715698</c:v>
                </c:pt>
                <c:pt idx="251">
                  <c:v>26.303388749932658</c:v>
                </c:pt>
                <c:pt idx="252">
                  <c:v>26.295959652241727</c:v>
                </c:pt>
                <c:pt idx="253">
                  <c:v>26.304902611778527</c:v>
                </c:pt>
                <c:pt idx="254">
                  <c:v>26.293934855609514</c:v>
                </c:pt>
                <c:pt idx="255">
                  <c:v>26.279579098588805</c:v>
                </c:pt>
                <c:pt idx="256">
                  <c:v>26.274617453073411</c:v>
                </c:pt>
                <c:pt idx="257">
                  <c:v>26.294399942536256</c:v>
                </c:pt>
                <c:pt idx="258">
                  <c:v>26.313970780711678</c:v>
                </c:pt>
                <c:pt idx="259">
                  <c:v>26.333333333333332</c:v>
                </c:pt>
                <c:pt idx="260">
                  <c:v>26.316178619895283</c:v>
                </c:pt>
                <c:pt idx="261">
                  <c:v>26.284329770068059</c:v>
                </c:pt>
                <c:pt idx="262">
                  <c:v>26.286682746253955</c:v>
                </c:pt>
                <c:pt idx="263">
                  <c:v>26.302589265054092</c:v>
                </c:pt>
                <c:pt idx="264">
                  <c:v>26.30247444017742</c:v>
                </c:pt>
                <c:pt idx="265">
                  <c:v>26.293128885536838</c:v>
                </c:pt>
                <c:pt idx="266">
                  <c:v>26.292785826977688</c:v>
                </c:pt>
                <c:pt idx="267">
                  <c:v>26.288163320173108</c:v>
                </c:pt>
                <c:pt idx="268">
                  <c:v>26.275610775478373</c:v>
                </c:pt>
                <c:pt idx="269">
                  <c:v>26.255338674383228</c:v>
                </c:pt>
                <c:pt idx="270">
                  <c:v>26.262069854365322</c:v>
                </c:pt>
                <c:pt idx="271">
                  <c:v>26.249568329267259</c:v>
                </c:pt>
                <c:pt idx="272">
                  <c:v>26.244002945016945</c:v>
                </c:pt>
                <c:pt idx="273">
                  <c:v>26.248311822909049</c:v>
                </c:pt>
                <c:pt idx="274">
                  <c:v>26.245291548981427</c:v>
                </c:pt>
                <c:pt idx="275">
                  <c:v>26.23072713699716</c:v>
                </c:pt>
                <c:pt idx="276">
                  <c:v>26.213145160090402</c:v>
                </c:pt>
                <c:pt idx="277">
                  <c:v>26.213495093776213</c:v>
                </c:pt>
                <c:pt idx="278">
                  <c:v>26.194914417499763</c:v>
                </c:pt>
                <c:pt idx="279">
                  <c:v>26.191660532924931</c:v>
                </c:pt>
                <c:pt idx="280">
                  <c:v>26.18366469904646</c:v>
                </c:pt>
                <c:pt idx="281">
                  <c:v>26.173449430621506</c:v>
                </c:pt>
                <c:pt idx="282">
                  <c:v>26.173269035506951</c:v>
                </c:pt>
                <c:pt idx="283">
                  <c:v>26.188598515690938</c:v>
                </c:pt>
                <c:pt idx="284">
                  <c:v>26.18378397736339</c:v>
                </c:pt>
                <c:pt idx="285">
                  <c:v>26.149912208737053</c:v>
                </c:pt>
                <c:pt idx="286">
                  <c:v>26.153933798687056</c:v>
                </c:pt>
                <c:pt idx="287">
                  <c:v>26.129778831279772</c:v>
                </c:pt>
                <c:pt idx="288">
                  <c:v>26.110004150729456</c:v>
                </c:pt>
                <c:pt idx="289">
                  <c:v>26.132647257260569</c:v>
                </c:pt>
                <c:pt idx="290">
                  <c:v>26.11800319642083</c:v>
                </c:pt>
                <c:pt idx="291">
                  <c:v>26.111360838970679</c:v>
                </c:pt>
                <c:pt idx="292">
                  <c:v>26.108466985282611</c:v>
                </c:pt>
                <c:pt idx="293">
                  <c:v>26.085660727891209</c:v>
                </c:pt>
                <c:pt idx="294">
                  <c:v>26.107558503992962</c:v>
                </c:pt>
                <c:pt idx="295">
                  <c:v>26.137695067609688</c:v>
                </c:pt>
                <c:pt idx="296">
                  <c:v>26.1524897963372</c:v>
                </c:pt>
                <c:pt idx="297">
                  <c:v>26.180029460430823</c:v>
                </c:pt>
                <c:pt idx="298">
                  <c:v>26.199479850491649</c:v>
                </c:pt>
                <c:pt idx="299">
                  <c:v>26.215056322166383</c:v>
                </c:pt>
                <c:pt idx="300">
                  <c:v>26.222680981296065</c:v>
                </c:pt>
                <c:pt idx="301">
                  <c:v>26.226063995115581</c:v>
                </c:pt>
                <c:pt idx="302">
                  <c:v>26.236365808045438</c:v>
                </c:pt>
                <c:pt idx="303">
                  <c:v>26.228684526603917</c:v>
                </c:pt>
                <c:pt idx="304">
                  <c:v>26.239804069151461</c:v>
                </c:pt>
                <c:pt idx="305">
                  <c:v>26.286468427006934</c:v>
                </c:pt>
                <c:pt idx="306">
                  <c:v>26.349478942359244</c:v>
                </c:pt>
                <c:pt idx="307">
                  <c:v>26.393980754776031</c:v>
                </c:pt>
                <c:pt idx="308">
                  <c:v>26.44629037148772</c:v>
                </c:pt>
                <c:pt idx="309">
                  <c:v>26.483394629705163</c:v>
                </c:pt>
                <c:pt idx="310">
                  <c:v>26.52398078042949</c:v>
                </c:pt>
                <c:pt idx="311">
                  <c:v>26.526246657995799</c:v>
                </c:pt>
                <c:pt idx="312">
                  <c:v>26.55978541395702</c:v>
                </c:pt>
                <c:pt idx="313">
                  <c:v>26.630261783274459</c:v>
                </c:pt>
                <c:pt idx="314">
                  <c:v>26.676888317671896</c:v>
                </c:pt>
                <c:pt idx="315">
                  <c:v>26.754047145924563</c:v>
                </c:pt>
                <c:pt idx="316">
                  <c:v>26.804598166803913</c:v>
                </c:pt>
                <c:pt idx="317">
                  <c:v>26.857626039285705</c:v>
                </c:pt>
                <c:pt idx="318">
                  <c:v>26.935555661589845</c:v>
                </c:pt>
                <c:pt idx="319">
                  <c:v>26.976454168815138</c:v>
                </c:pt>
                <c:pt idx="320">
                  <c:v>27.003692887065782</c:v>
                </c:pt>
                <c:pt idx="321">
                  <c:v>27.105439097408741</c:v>
                </c:pt>
                <c:pt idx="322">
                  <c:v>27.175951709931223</c:v>
                </c:pt>
                <c:pt idx="323">
                  <c:v>27.218901180315587</c:v>
                </c:pt>
                <c:pt idx="324">
                  <c:v>27.265718289119597</c:v>
                </c:pt>
                <c:pt idx="325">
                  <c:v>27.283647306002138</c:v>
                </c:pt>
                <c:pt idx="326">
                  <c:v>27.290646554355824</c:v>
                </c:pt>
                <c:pt idx="327">
                  <c:v>27.304944765540224</c:v>
                </c:pt>
                <c:pt idx="328">
                  <c:v>27.313224388229166</c:v>
                </c:pt>
                <c:pt idx="329">
                  <c:v>27.298780383313964</c:v>
                </c:pt>
                <c:pt idx="330">
                  <c:v>27.279159305406981</c:v>
                </c:pt>
                <c:pt idx="331">
                  <c:v>27.274367075326246</c:v>
                </c:pt>
                <c:pt idx="332">
                  <c:v>27.250907911782889</c:v>
                </c:pt>
                <c:pt idx="333">
                  <c:v>27.19785672543874</c:v>
                </c:pt>
                <c:pt idx="334">
                  <c:v>27.163267819533051</c:v>
                </c:pt>
                <c:pt idx="335">
                  <c:v>27.115418497682214</c:v>
                </c:pt>
                <c:pt idx="336">
                  <c:v>27.048306671694746</c:v>
                </c:pt>
                <c:pt idx="337">
                  <c:v>27.008685665617435</c:v>
                </c:pt>
                <c:pt idx="338">
                  <c:v>26.978468683541507</c:v>
                </c:pt>
                <c:pt idx="339">
                  <c:v>26.934901642077829</c:v>
                </c:pt>
                <c:pt idx="340">
                  <c:v>26.86485432170975</c:v>
                </c:pt>
                <c:pt idx="341">
                  <c:v>26.812508215519827</c:v>
                </c:pt>
                <c:pt idx="342">
                  <c:v>26.802810633871285</c:v>
                </c:pt>
                <c:pt idx="343">
                  <c:v>26.744570389239911</c:v>
                </c:pt>
                <c:pt idx="344">
                  <c:v>26.70286271039042</c:v>
                </c:pt>
                <c:pt idx="345">
                  <c:v>26.686022467298255</c:v>
                </c:pt>
                <c:pt idx="346">
                  <c:v>26.653851102200811</c:v>
                </c:pt>
                <c:pt idx="347">
                  <c:v>26.652621460143504</c:v>
                </c:pt>
                <c:pt idx="348">
                  <c:v>26.618606945417138</c:v>
                </c:pt>
                <c:pt idx="349">
                  <c:v>26.562443892039987</c:v>
                </c:pt>
                <c:pt idx="350">
                  <c:v>26.485193901660033</c:v>
                </c:pt>
                <c:pt idx="351">
                  <c:v>26.467184189260948</c:v>
                </c:pt>
                <c:pt idx="352">
                  <c:v>26.481385204624804</c:v>
                </c:pt>
                <c:pt idx="353">
                  <c:v>26.462795354671879</c:v>
                </c:pt>
                <c:pt idx="354">
                  <c:v>26.431339084838548</c:v>
                </c:pt>
                <c:pt idx="355">
                  <c:v>26.382171585717181</c:v>
                </c:pt>
                <c:pt idx="356">
                  <c:v>26.335195610180318</c:v>
                </c:pt>
                <c:pt idx="357">
                  <c:v>26.336495337484063</c:v>
                </c:pt>
                <c:pt idx="358">
                  <c:v>26.307952746330916</c:v>
                </c:pt>
                <c:pt idx="359">
                  <c:v>26.269502481972033</c:v>
                </c:pt>
                <c:pt idx="360">
                  <c:v>26.322823953146525</c:v>
                </c:pt>
                <c:pt idx="361">
                  <c:v>26.337391525636782</c:v>
                </c:pt>
                <c:pt idx="362">
                  <c:v>26.328963010279342</c:v>
                </c:pt>
                <c:pt idx="363">
                  <c:v>26.299588405663258</c:v>
                </c:pt>
                <c:pt idx="364">
                  <c:v>26.301361367431909</c:v>
                </c:pt>
                <c:pt idx="365">
                  <c:v>26.304880939737462</c:v>
                </c:pt>
                <c:pt idx="366">
                  <c:v>26.282090818370953</c:v>
                </c:pt>
                <c:pt idx="367">
                  <c:v>26.261324508543883</c:v>
                </c:pt>
                <c:pt idx="368">
                  <c:v>26.267773295263602</c:v>
                </c:pt>
                <c:pt idx="369">
                  <c:v>26.263801093350367</c:v>
                </c:pt>
                <c:pt idx="370">
                  <c:v>26.262224760204305</c:v>
                </c:pt>
                <c:pt idx="371">
                  <c:v>26.266640212821084</c:v>
                </c:pt>
                <c:pt idx="372">
                  <c:v>26.250667815941572</c:v>
                </c:pt>
                <c:pt idx="373">
                  <c:v>26.23415803043013</c:v>
                </c:pt>
                <c:pt idx="374">
                  <c:v>26.213161393598437</c:v>
                </c:pt>
                <c:pt idx="375">
                  <c:v>26.235407251206354</c:v>
                </c:pt>
                <c:pt idx="376">
                  <c:v>26.238334043934113</c:v>
                </c:pt>
                <c:pt idx="377">
                  <c:v>26.233582900431234</c:v>
                </c:pt>
                <c:pt idx="378">
                  <c:v>26.228388978248432</c:v>
                </c:pt>
                <c:pt idx="379">
                  <c:v>26.211888304845168</c:v>
                </c:pt>
                <c:pt idx="380">
                  <c:v>26.20076570440547</c:v>
                </c:pt>
                <c:pt idx="381">
                  <c:v>26.199075449384445</c:v>
                </c:pt>
                <c:pt idx="382">
                  <c:v>26.19058183581274</c:v>
                </c:pt>
                <c:pt idx="383">
                  <c:v>26.203808101875012</c:v>
                </c:pt>
                <c:pt idx="384">
                  <c:v>26.196173222407783</c:v>
                </c:pt>
                <c:pt idx="385">
                  <c:v>26.190195535785293</c:v>
                </c:pt>
                <c:pt idx="386">
                  <c:v>26.184991434310472</c:v>
                </c:pt>
                <c:pt idx="387">
                  <c:v>26.180987175836496</c:v>
                </c:pt>
                <c:pt idx="388">
                  <c:v>26.175707961037528</c:v>
                </c:pt>
                <c:pt idx="389">
                  <c:v>26.166121787225091</c:v>
                </c:pt>
                <c:pt idx="390">
                  <c:v>26.15632434179641</c:v>
                </c:pt>
                <c:pt idx="391">
                  <c:v>26.141634392051532</c:v>
                </c:pt>
                <c:pt idx="392">
                  <c:v>26.141831985244131</c:v>
                </c:pt>
                <c:pt idx="393">
                  <c:v>26.146673090292474</c:v>
                </c:pt>
                <c:pt idx="394">
                  <c:v>26.147389591366071</c:v>
                </c:pt>
                <c:pt idx="395">
                  <c:v>26.142532160457247</c:v>
                </c:pt>
                <c:pt idx="396">
                  <c:v>26.139024819720326</c:v>
                </c:pt>
                <c:pt idx="397">
                  <c:v>26.129824822798742</c:v>
                </c:pt>
                <c:pt idx="398">
                  <c:v>26.119786594016073</c:v>
                </c:pt>
                <c:pt idx="399">
                  <c:v>26.100942200194453</c:v>
                </c:pt>
                <c:pt idx="400">
                  <c:v>26.098508949208718</c:v>
                </c:pt>
                <c:pt idx="401">
                  <c:v>26.095770904361345</c:v>
                </c:pt>
                <c:pt idx="402">
                  <c:v>26.090305568596062</c:v>
                </c:pt>
                <c:pt idx="403">
                  <c:v>26.094069823581172</c:v>
                </c:pt>
                <c:pt idx="404">
                  <c:v>26.082460197377703</c:v>
                </c:pt>
                <c:pt idx="405">
                  <c:v>26.071288414128897</c:v>
                </c:pt>
                <c:pt idx="406">
                  <c:v>26.067675016867149</c:v>
                </c:pt>
                <c:pt idx="407">
                  <c:v>26.052863987932614</c:v>
                </c:pt>
                <c:pt idx="408">
                  <c:v>26.04348272367891</c:v>
                </c:pt>
                <c:pt idx="409">
                  <c:v>26.048315157858553</c:v>
                </c:pt>
                <c:pt idx="410">
                  <c:v>26.043902958100208</c:v>
                </c:pt>
                <c:pt idx="411">
                  <c:v>26.042450972394313</c:v>
                </c:pt>
                <c:pt idx="412">
                  <c:v>26.042078286656867</c:v>
                </c:pt>
                <c:pt idx="413">
                  <c:v>26.038361395650714</c:v>
                </c:pt>
                <c:pt idx="414">
                  <c:v>26.035436678287684</c:v>
                </c:pt>
                <c:pt idx="415">
                  <c:v>26.034039108696266</c:v>
                </c:pt>
                <c:pt idx="416">
                  <c:v>26.03114384663337</c:v>
                </c:pt>
                <c:pt idx="417">
                  <c:v>26.030631003229772</c:v>
                </c:pt>
                <c:pt idx="418">
                  <c:v>26.030674467883152</c:v>
                </c:pt>
                <c:pt idx="419">
                  <c:v>26.026276849550168</c:v>
                </c:pt>
                <c:pt idx="420">
                  <c:v>26.03394408315825</c:v>
                </c:pt>
                <c:pt idx="421">
                  <c:v>26.037187218934303</c:v>
                </c:pt>
                <c:pt idx="422">
                  <c:v>26.035302033549591</c:v>
                </c:pt>
                <c:pt idx="423">
                  <c:v>26.02401482256786</c:v>
                </c:pt>
                <c:pt idx="424">
                  <c:v>26.015150006028563</c:v>
                </c:pt>
                <c:pt idx="425">
                  <c:v>26.013571437183661</c:v>
                </c:pt>
                <c:pt idx="426">
                  <c:v>26.016975317525674</c:v>
                </c:pt>
                <c:pt idx="427">
                  <c:v>26.013548288786104</c:v>
                </c:pt>
                <c:pt idx="428">
                  <c:v>26.004742289853287</c:v>
                </c:pt>
                <c:pt idx="429">
                  <c:v>26.000644463358526</c:v>
                </c:pt>
                <c:pt idx="430">
                  <c:v>26.008360616426934</c:v>
                </c:pt>
                <c:pt idx="431">
                  <c:v>26.013666602533021</c:v>
                </c:pt>
                <c:pt idx="432">
                  <c:v>26.024924832803588</c:v>
                </c:pt>
                <c:pt idx="433">
                  <c:v>26.04257594577885</c:v>
                </c:pt>
                <c:pt idx="434">
                  <c:v>26.077100420460173</c:v>
                </c:pt>
                <c:pt idx="435">
                  <c:v>26.174845799631104</c:v>
                </c:pt>
                <c:pt idx="436">
                  <c:v>26.136695660204559</c:v>
                </c:pt>
                <c:pt idx="437">
                  <c:v>26.137054264759076</c:v>
                </c:pt>
                <c:pt idx="438">
                  <c:v>26.084512833142217</c:v>
                </c:pt>
                <c:pt idx="439">
                  <c:v>26.071695898781716</c:v>
                </c:pt>
                <c:pt idx="440">
                  <c:v>26.069663729345759</c:v>
                </c:pt>
                <c:pt idx="441">
                  <c:v>26.079991749848002</c:v>
                </c:pt>
                <c:pt idx="442">
                  <c:v>26.087311933218917</c:v>
                </c:pt>
                <c:pt idx="443">
                  <c:v>26.129387390299403</c:v>
                </c:pt>
                <c:pt idx="444">
                  <c:v>26.161674852685017</c:v>
                </c:pt>
                <c:pt idx="445">
                  <c:v>26.186794913432408</c:v>
                </c:pt>
                <c:pt idx="446">
                  <c:v>26.183197108342249</c:v>
                </c:pt>
                <c:pt idx="447">
                  <c:v>26.180496969043972</c:v>
                </c:pt>
                <c:pt idx="448">
                  <c:v>26.170561446444559</c:v>
                </c:pt>
                <c:pt idx="449">
                  <c:v>26.170442814594765</c:v>
                </c:pt>
                <c:pt idx="450">
                  <c:v>26.174285569160439</c:v>
                </c:pt>
                <c:pt idx="451">
                  <c:v>26.180421609446629</c:v>
                </c:pt>
                <c:pt idx="452">
                  <c:v>26.185272493593047</c:v>
                </c:pt>
                <c:pt idx="453">
                  <c:v>26.173564255498178</c:v>
                </c:pt>
                <c:pt idx="454">
                  <c:v>26.159166580727582</c:v>
                </c:pt>
                <c:pt idx="455">
                  <c:v>26.169786712021978</c:v>
                </c:pt>
                <c:pt idx="456">
                  <c:v>26.179360336162908</c:v>
                </c:pt>
                <c:pt idx="457">
                  <c:v>26.174076236945595</c:v>
                </c:pt>
                <c:pt idx="458">
                  <c:v>26.175463350187655</c:v>
                </c:pt>
                <c:pt idx="459">
                  <c:v>26.179668177655326</c:v>
                </c:pt>
                <c:pt idx="460">
                  <c:v>26.175594100730866</c:v>
                </c:pt>
                <c:pt idx="461">
                  <c:v>26.164404986006037</c:v>
                </c:pt>
                <c:pt idx="462">
                  <c:v>26.163301918109031</c:v>
                </c:pt>
                <c:pt idx="463">
                  <c:v>26.166414082722138</c:v>
                </c:pt>
                <c:pt idx="464">
                  <c:v>26.162620941943661</c:v>
                </c:pt>
                <c:pt idx="465">
                  <c:v>26.159695360059107</c:v>
                </c:pt>
                <c:pt idx="466">
                  <c:v>26.154422579147329</c:v>
                </c:pt>
                <c:pt idx="467">
                  <c:v>26.154446488169906</c:v>
                </c:pt>
                <c:pt idx="468">
                  <c:v>26.157963495129692</c:v>
                </c:pt>
                <c:pt idx="469">
                  <c:v>26.160480632922109</c:v>
                </c:pt>
                <c:pt idx="470">
                  <c:v>26.156631670219671</c:v>
                </c:pt>
                <c:pt idx="471">
                  <c:v>26.160940568634544</c:v>
                </c:pt>
                <c:pt idx="472">
                  <c:v>26.158035170890507</c:v>
                </c:pt>
                <c:pt idx="473">
                  <c:v>26.162879600626969</c:v>
                </c:pt>
                <c:pt idx="474">
                  <c:v>26.166688164264219</c:v>
                </c:pt>
                <c:pt idx="475">
                  <c:v>26.169036707532626</c:v>
                </c:pt>
                <c:pt idx="476">
                  <c:v>26.166809535903298</c:v>
                </c:pt>
                <c:pt idx="477">
                  <c:v>26.16655312446288</c:v>
                </c:pt>
                <c:pt idx="478">
                  <c:v>26.17114145060042</c:v>
                </c:pt>
                <c:pt idx="479">
                  <c:v>26.166873033341798</c:v>
                </c:pt>
                <c:pt idx="480">
                  <c:v>26.170763862487206</c:v>
                </c:pt>
                <c:pt idx="481">
                  <c:v>26.169995705611182</c:v>
                </c:pt>
                <c:pt idx="482">
                  <c:v>26.175007929483776</c:v>
                </c:pt>
                <c:pt idx="483">
                  <c:v>26.181575727724461</c:v>
                </c:pt>
                <c:pt idx="484">
                  <c:v>26.185951550879786</c:v>
                </c:pt>
                <c:pt idx="485">
                  <c:v>26.190236109293991</c:v>
                </c:pt>
                <c:pt idx="486">
                  <c:v>26.184567064551796</c:v>
                </c:pt>
                <c:pt idx="487">
                  <c:v>26.184567044029031</c:v>
                </c:pt>
                <c:pt idx="488">
                  <c:v>26.188464276277479</c:v>
                </c:pt>
                <c:pt idx="489">
                  <c:v>26.188267462949995</c:v>
                </c:pt>
                <c:pt idx="490">
                  <c:v>26.188417504893398</c:v>
                </c:pt>
                <c:pt idx="491">
                  <c:v>26.192727060036788</c:v>
                </c:pt>
                <c:pt idx="492">
                  <c:v>26.19850838483265</c:v>
                </c:pt>
                <c:pt idx="493">
                  <c:v>26.190990998201691</c:v>
                </c:pt>
                <c:pt idx="494">
                  <c:v>26.180868287452125</c:v>
                </c:pt>
                <c:pt idx="495">
                  <c:v>26.184017567487832</c:v>
                </c:pt>
                <c:pt idx="496">
                  <c:v>26.188779649625076</c:v>
                </c:pt>
                <c:pt idx="497">
                  <c:v>26.186372493336513</c:v>
                </c:pt>
                <c:pt idx="498">
                  <c:v>26.186764231896998</c:v>
                </c:pt>
                <c:pt idx="499">
                  <c:v>26.187189135247593</c:v>
                </c:pt>
                <c:pt idx="500">
                  <c:v>26.181124062686788</c:v>
                </c:pt>
                <c:pt idx="501">
                  <c:v>26.183083186467289</c:v>
                </c:pt>
                <c:pt idx="502">
                  <c:v>26.186799366872663</c:v>
                </c:pt>
                <c:pt idx="503">
                  <c:v>26.190334023411346</c:v>
                </c:pt>
                <c:pt idx="504">
                  <c:v>26.188837051802029</c:v>
                </c:pt>
                <c:pt idx="505">
                  <c:v>26.17878649909828</c:v>
                </c:pt>
                <c:pt idx="506">
                  <c:v>26.18358104825159</c:v>
                </c:pt>
                <c:pt idx="507">
                  <c:v>26.183110707496709</c:v>
                </c:pt>
                <c:pt idx="508">
                  <c:v>26.183470697337942</c:v>
                </c:pt>
                <c:pt idx="509">
                  <c:v>26.187697627824765</c:v>
                </c:pt>
                <c:pt idx="510">
                  <c:v>26.191129444782213</c:v>
                </c:pt>
                <c:pt idx="511">
                  <c:v>26.195566979895386</c:v>
                </c:pt>
                <c:pt idx="512">
                  <c:v>26.201588872556187</c:v>
                </c:pt>
                <c:pt idx="513">
                  <c:v>26.201896242024983</c:v>
                </c:pt>
                <c:pt idx="514">
                  <c:v>26.205963649050439</c:v>
                </c:pt>
                <c:pt idx="515">
                  <c:v>26.212026033128875</c:v>
                </c:pt>
                <c:pt idx="516">
                  <c:v>26.20886957012501</c:v>
                </c:pt>
                <c:pt idx="517">
                  <c:v>26.209704333638609</c:v>
                </c:pt>
                <c:pt idx="518">
                  <c:v>26.208860622198962</c:v>
                </c:pt>
                <c:pt idx="519">
                  <c:v>26.201301061283544</c:v>
                </c:pt>
                <c:pt idx="520">
                  <c:v>26.196462572887885</c:v>
                </c:pt>
                <c:pt idx="521">
                  <c:v>26.201122041194321</c:v>
                </c:pt>
                <c:pt idx="522">
                  <c:v>26.203714271788122</c:v>
                </c:pt>
                <c:pt idx="523">
                  <c:v>26.200203667931383</c:v>
                </c:pt>
                <c:pt idx="524">
                  <c:v>26.191135950499088</c:v>
                </c:pt>
                <c:pt idx="525">
                  <c:v>26.192690632126851</c:v>
                </c:pt>
                <c:pt idx="526">
                  <c:v>26.200106903088933</c:v>
                </c:pt>
                <c:pt idx="527">
                  <c:v>26.202582379666044</c:v>
                </c:pt>
                <c:pt idx="528">
                  <c:v>26.195608189609835</c:v>
                </c:pt>
                <c:pt idx="529">
                  <c:v>26.188265328582315</c:v>
                </c:pt>
                <c:pt idx="530">
                  <c:v>26.189377641985473</c:v>
                </c:pt>
                <c:pt idx="531">
                  <c:v>26.189311743383332</c:v>
                </c:pt>
                <c:pt idx="532">
                  <c:v>26.183636664947883</c:v>
                </c:pt>
                <c:pt idx="533">
                  <c:v>26.191405291282187</c:v>
                </c:pt>
                <c:pt idx="534">
                  <c:v>26.190708071347398</c:v>
                </c:pt>
                <c:pt idx="535">
                  <c:v>26.191021987578598</c:v>
                </c:pt>
                <c:pt idx="536">
                  <c:v>26.197561238651552</c:v>
                </c:pt>
                <c:pt idx="537">
                  <c:v>26.193186277452405</c:v>
                </c:pt>
                <c:pt idx="538">
                  <c:v>26.194838544833267</c:v>
                </c:pt>
                <c:pt idx="539">
                  <c:v>26.194846692371431</c:v>
                </c:pt>
                <c:pt idx="540">
                  <c:v>26.199585091236521</c:v>
                </c:pt>
                <c:pt idx="541">
                  <c:v>26.203138977607097</c:v>
                </c:pt>
                <c:pt idx="542">
                  <c:v>26.202106641423665</c:v>
                </c:pt>
                <c:pt idx="543">
                  <c:v>26.203245531809007</c:v>
                </c:pt>
                <c:pt idx="544">
                  <c:v>26.197215696837699</c:v>
                </c:pt>
                <c:pt idx="545">
                  <c:v>26.199890983066151</c:v>
                </c:pt>
                <c:pt idx="546">
                  <c:v>26.213258343145782</c:v>
                </c:pt>
                <c:pt idx="547">
                  <c:v>26.210045791421997</c:v>
                </c:pt>
                <c:pt idx="548">
                  <c:v>26.212237869121189</c:v>
                </c:pt>
                <c:pt idx="549">
                  <c:v>26.212287144282744</c:v>
                </c:pt>
                <c:pt idx="550">
                  <c:v>26.205184461187603</c:v>
                </c:pt>
                <c:pt idx="551">
                  <c:v>26.222438114881314</c:v>
                </c:pt>
                <c:pt idx="552">
                  <c:v>26.23024663747303</c:v>
                </c:pt>
                <c:pt idx="553">
                  <c:v>26.231919181346857</c:v>
                </c:pt>
                <c:pt idx="554">
                  <c:v>26.242225098829945</c:v>
                </c:pt>
                <c:pt idx="555">
                  <c:v>26.242919445577471</c:v>
                </c:pt>
                <c:pt idx="556">
                  <c:v>26.223304934955657</c:v>
                </c:pt>
                <c:pt idx="557">
                  <c:v>26.21726013888782</c:v>
                </c:pt>
                <c:pt idx="558">
                  <c:v>26.239672949198457</c:v>
                </c:pt>
                <c:pt idx="559">
                  <c:v>26.258262470787123</c:v>
                </c:pt>
                <c:pt idx="560">
                  <c:v>26.243497407718099</c:v>
                </c:pt>
                <c:pt idx="561">
                  <c:v>26.246490878913114</c:v>
                </c:pt>
                <c:pt idx="562">
                  <c:v>26.254593862153712</c:v>
                </c:pt>
                <c:pt idx="563">
                  <c:v>26.255503780036992</c:v>
                </c:pt>
                <c:pt idx="564">
                  <c:v>26.25744158066345</c:v>
                </c:pt>
                <c:pt idx="565">
                  <c:v>26.259292180056487</c:v>
                </c:pt>
                <c:pt idx="566">
                  <c:v>26.279351460066543</c:v>
                </c:pt>
                <c:pt idx="567">
                  <c:v>26.2856404770517</c:v>
                </c:pt>
                <c:pt idx="568">
                  <c:v>26.284237663893528</c:v>
                </c:pt>
                <c:pt idx="569">
                  <c:v>26.277749637644909</c:v>
                </c:pt>
                <c:pt idx="570">
                  <c:v>26.293367750012184</c:v>
                </c:pt>
                <c:pt idx="571">
                  <c:v>26.289426414339257</c:v>
                </c:pt>
                <c:pt idx="572">
                  <c:v>26.253661738637444</c:v>
                </c:pt>
                <c:pt idx="573">
                  <c:v>26.272041230237217</c:v>
                </c:pt>
                <c:pt idx="574">
                  <c:v>26.259028339374723</c:v>
                </c:pt>
                <c:pt idx="575">
                  <c:v>26.297905415701454</c:v>
                </c:pt>
                <c:pt idx="576">
                  <c:v>26.317873533584223</c:v>
                </c:pt>
                <c:pt idx="577">
                  <c:v>26.378422856204672</c:v>
                </c:pt>
                <c:pt idx="578">
                  <c:v>26.361997788671946</c:v>
                </c:pt>
                <c:pt idx="579">
                  <c:v>26.341044495922382</c:v>
                </c:pt>
                <c:pt idx="580">
                  <c:v>26.373145755250622</c:v>
                </c:pt>
                <c:pt idx="581">
                  <c:v>26.270747126171401</c:v>
                </c:pt>
                <c:pt idx="582">
                  <c:v>26.295175518392245</c:v>
                </c:pt>
                <c:pt idx="583">
                  <c:v>26.335251493672573</c:v>
                </c:pt>
                <c:pt idx="584">
                  <c:v>26.456320504039137</c:v>
                </c:pt>
                <c:pt idx="585">
                  <c:v>26.12347716200928</c:v>
                </c:pt>
                <c:pt idx="586">
                  <c:v>25.987886931102508</c:v>
                </c:pt>
                <c:pt idx="587">
                  <c:v>25.829394583528941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1B0C-4B9C-BBFB-FF685BE46D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999328"/>
        <c:axId val="1101996928"/>
      </c:scatterChart>
      <c:valAx>
        <c:axId val="1101999328"/>
        <c:scaling>
          <c:orientation val="maxMin"/>
          <c:max val="3000"/>
          <c:min val="900"/>
        </c:scaling>
        <c:delete val="0"/>
        <c:axPos val="b"/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01996928"/>
        <c:crosses val="autoZero"/>
        <c:crossBetween val="midCat"/>
        <c:majorUnit val="400"/>
        <c:minorUnit val="200"/>
      </c:valAx>
      <c:valAx>
        <c:axId val="1101996928"/>
        <c:scaling>
          <c:orientation val="minMax"/>
          <c:max val="35"/>
          <c:min val="0"/>
        </c:scaling>
        <c:delete val="1"/>
        <c:axPos val="r"/>
        <c:numFmt formatCode="General" sourceLinked="1"/>
        <c:majorTickMark val="out"/>
        <c:minorTickMark val="none"/>
        <c:tickLblPos val="nextTo"/>
        <c:crossAx val="1101999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Shifted!$B$2:$B$589</c:f>
              <c:numCache>
                <c:formatCode>General</c:formatCode>
                <c:ptCount val="588"/>
                <c:pt idx="0">
                  <c:v>2.2681921243994356</c:v>
                </c:pt>
                <c:pt idx="1">
                  <c:v>2.0642632161973991</c:v>
                </c:pt>
                <c:pt idx="2">
                  <c:v>2.428409633233886</c:v>
                </c:pt>
                <c:pt idx="3">
                  <c:v>2.6226105742545864</c:v>
                </c:pt>
                <c:pt idx="4">
                  <c:v>2.8114417974410251</c:v>
                </c:pt>
                <c:pt idx="5">
                  <c:v>2.8876246376983854</c:v>
                </c:pt>
                <c:pt idx="6">
                  <c:v>2.8939340075285975</c:v>
                </c:pt>
                <c:pt idx="7">
                  <c:v>2.9832026039972654</c:v>
                </c:pt>
                <c:pt idx="8">
                  <c:v>3.0224880391391991</c:v>
                </c:pt>
                <c:pt idx="9">
                  <c:v>3.0904178764397967</c:v>
                </c:pt>
                <c:pt idx="10">
                  <c:v>3.1425153988316312</c:v>
                </c:pt>
                <c:pt idx="11">
                  <c:v>3.1577438987273569</c:v>
                </c:pt>
                <c:pt idx="12">
                  <c:v>3.2030551656547246</c:v>
                </c:pt>
                <c:pt idx="13">
                  <c:v>3.2833431844074243</c:v>
                </c:pt>
                <c:pt idx="14">
                  <c:v>3.3242274110548866</c:v>
                </c:pt>
                <c:pt idx="15">
                  <c:v>3.3192859538090889</c:v>
                </c:pt>
                <c:pt idx="16">
                  <c:v>3.3386505361181422</c:v>
                </c:pt>
                <c:pt idx="17">
                  <c:v>3.3739347423070662</c:v>
                </c:pt>
                <c:pt idx="18">
                  <c:v>3.3765586218149242</c:v>
                </c:pt>
                <c:pt idx="19">
                  <c:v>3.3759212375110175</c:v>
                </c:pt>
                <c:pt idx="20">
                  <c:v>3.4053391741017958</c:v>
                </c:pt>
                <c:pt idx="21">
                  <c:v>3.4168252023252137</c:v>
                </c:pt>
                <c:pt idx="22">
                  <c:v>3.4775412439439313</c:v>
                </c:pt>
                <c:pt idx="23">
                  <c:v>3.5254313671886122</c:v>
                </c:pt>
                <c:pt idx="24">
                  <c:v>3.5492500036918999</c:v>
                </c:pt>
                <c:pt idx="25">
                  <c:v>3.5663334590380806</c:v>
                </c:pt>
                <c:pt idx="26">
                  <c:v>3.5546408283978908</c:v>
                </c:pt>
                <c:pt idx="27">
                  <c:v>3.5414310963290965</c:v>
                </c:pt>
                <c:pt idx="28">
                  <c:v>3.5584698886702544</c:v>
                </c:pt>
                <c:pt idx="29">
                  <c:v>3.5769829923997243</c:v>
                </c:pt>
                <c:pt idx="30">
                  <c:v>3.5513485886310314</c:v>
                </c:pt>
                <c:pt idx="31">
                  <c:v>3.5459593487413481</c:v>
                </c:pt>
                <c:pt idx="32">
                  <c:v>3.5304805919432969</c:v>
                </c:pt>
                <c:pt idx="33">
                  <c:v>3.4735920257806385</c:v>
                </c:pt>
                <c:pt idx="34">
                  <c:v>3.4211363349033812</c:v>
                </c:pt>
                <c:pt idx="35">
                  <c:v>3.4017880329800265</c:v>
                </c:pt>
                <c:pt idx="36">
                  <c:v>3.3449942676473778</c:v>
                </c:pt>
                <c:pt idx="37">
                  <c:v>3.2758095439799133</c:v>
                </c:pt>
                <c:pt idx="38">
                  <c:v>3.2909678797354922</c:v>
                </c:pt>
                <c:pt idx="39">
                  <c:v>3.3045902403409948</c:v>
                </c:pt>
                <c:pt idx="40">
                  <c:v>3.266859942219039</c:v>
                </c:pt>
                <c:pt idx="41">
                  <c:v>3.2685620349329536</c:v>
                </c:pt>
                <c:pt idx="42">
                  <c:v>3.2762780733099985</c:v>
                </c:pt>
                <c:pt idx="43">
                  <c:v>3.2522457747536588</c:v>
                </c:pt>
                <c:pt idx="44">
                  <c:v>3.2461427912289063</c:v>
                </c:pt>
                <c:pt idx="45">
                  <c:v>3.246408896294303</c:v>
                </c:pt>
                <c:pt idx="46">
                  <c:v>3.2448458351927898</c:v>
                </c:pt>
                <c:pt idx="47">
                  <c:v>3.290767616583949</c:v>
                </c:pt>
                <c:pt idx="48">
                  <c:v>3.4101564393787944</c:v>
                </c:pt>
                <c:pt idx="49">
                  <c:v>3.5507139417371105</c:v>
                </c:pt>
                <c:pt idx="50">
                  <c:v>3.6654713549855265</c:v>
                </c:pt>
                <c:pt idx="51">
                  <c:v>3.7525876988719338</c:v>
                </c:pt>
                <c:pt idx="52">
                  <c:v>3.9119932774973742</c:v>
                </c:pt>
                <c:pt idx="53">
                  <c:v>4.0626077359926533</c:v>
                </c:pt>
                <c:pt idx="54">
                  <c:v>4.1556538862037042</c:v>
                </c:pt>
                <c:pt idx="55">
                  <c:v>4.2666634970340507</c:v>
                </c:pt>
                <c:pt idx="56">
                  <c:v>4.385410469224488</c:v>
                </c:pt>
                <c:pt idx="57">
                  <c:v>4.4097195343377464</c:v>
                </c:pt>
                <c:pt idx="58">
                  <c:v>4.4057913510090767</c:v>
                </c:pt>
                <c:pt idx="59">
                  <c:v>4.4456496252089508</c:v>
                </c:pt>
                <c:pt idx="60">
                  <c:v>4.5477359998588049</c:v>
                </c:pt>
                <c:pt idx="61">
                  <c:v>4.5149764060472268</c:v>
                </c:pt>
                <c:pt idx="62">
                  <c:v>4.4495393407236188</c:v>
                </c:pt>
                <c:pt idx="63">
                  <c:v>4.5023635734293999</c:v>
                </c:pt>
                <c:pt idx="64">
                  <c:v>4.453594453431073</c:v>
                </c:pt>
                <c:pt idx="65">
                  <c:v>4.410133027319711</c:v>
                </c:pt>
                <c:pt idx="66">
                  <c:v>4.4187259013372593</c:v>
                </c:pt>
                <c:pt idx="67">
                  <c:v>4.5058363381810693</c:v>
                </c:pt>
                <c:pt idx="68">
                  <c:v>4.5278880485760604</c:v>
                </c:pt>
                <c:pt idx="69">
                  <c:v>4.6201825636348755</c:v>
                </c:pt>
                <c:pt idx="70">
                  <c:v>4.7032603633479511</c:v>
                </c:pt>
                <c:pt idx="71">
                  <c:v>4.6954901530680395</c:v>
                </c:pt>
                <c:pt idx="72">
                  <c:v>4.7111484263314347</c:v>
                </c:pt>
                <c:pt idx="73">
                  <c:v>4.7373852043710656</c:v>
                </c:pt>
                <c:pt idx="74">
                  <c:v>4.7447430742626908</c:v>
                </c:pt>
                <c:pt idx="75">
                  <c:v>4.7580506327199004</c:v>
                </c:pt>
                <c:pt idx="76">
                  <c:v>4.7747056113663024</c:v>
                </c:pt>
                <c:pt idx="77">
                  <c:v>4.7933081851800212</c:v>
                </c:pt>
                <c:pt idx="78">
                  <c:v>4.7433279773745856</c:v>
                </c:pt>
                <c:pt idx="79">
                  <c:v>4.7408377987333692</c:v>
                </c:pt>
                <c:pt idx="80">
                  <c:v>4.7066659895178802</c:v>
                </c:pt>
                <c:pt idx="81">
                  <c:v>4.6557844534562856</c:v>
                </c:pt>
                <c:pt idx="82">
                  <c:v>4.6529842271157014</c:v>
                </c:pt>
                <c:pt idx="83">
                  <c:v>4.598295097838994</c:v>
                </c:pt>
                <c:pt idx="84">
                  <c:v>4.5205056860687804</c:v>
                </c:pt>
                <c:pt idx="85">
                  <c:v>4.4586595263488293</c:v>
                </c:pt>
                <c:pt idx="86">
                  <c:v>4.4024943567932961</c:v>
                </c:pt>
                <c:pt idx="87">
                  <c:v>4.3157318591660179</c:v>
                </c:pt>
                <c:pt idx="88">
                  <c:v>4.2367160877224617</c:v>
                </c:pt>
                <c:pt idx="89">
                  <c:v>4.1767152304809159</c:v>
                </c:pt>
                <c:pt idx="90">
                  <c:v>4.114179099370503</c:v>
                </c:pt>
                <c:pt idx="91">
                  <c:v>4.0908536288871655</c:v>
                </c:pt>
                <c:pt idx="92">
                  <c:v>4.0922139775755699</c:v>
                </c:pt>
                <c:pt idx="93">
                  <c:v>4.0736517445405767</c:v>
                </c:pt>
                <c:pt idx="94">
                  <c:v>4.0423575295163019</c:v>
                </c:pt>
                <c:pt idx="95">
                  <c:v>4.0276904868159491</c:v>
                </c:pt>
                <c:pt idx="96">
                  <c:v>3.9939393742929088</c:v>
                </c:pt>
                <c:pt idx="97">
                  <c:v>3.9645678295976676</c:v>
                </c:pt>
                <c:pt idx="98">
                  <c:v>3.9589790469274919</c:v>
                </c:pt>
                <c:pt idx="99">
                  <c:v>3.9148936354137271</c:v>
                </c:pt>
                <c:pt idx="100">
                  <c:v>3.8892681642460385</c:v>
                </c:pt>
                <c:pt idx="101">
                  <c:v>3.830028739202989</c:v>
                </c:pt>
                <c:pt idx="102">
                  <c:v>3.8104987597011455</c:v>
                </c:pt>
                <c:pt idx="103">
                  <c:v>3.7997248902964924</c:v>
                </c:pt>
                <c:pt idx="104">
                  <c:v>3.7884816271164952</c:v>
                </c:pt>
                <c:pt idx="105">
                  <c:v>3.7472192056684559</c:v>
                </c:pt>
                <c:pt idx="106">
                  <c:v>3.736843557379534</c:v>
                </c:pt>
                <c:pt idx="107">
                  <c:v>3.756062768810958</c:v>
                </c:pt>
                <c:pt idx="108">
                  <c:v>3.7150887839308253</c:v>
                </c:pt>
                <c:pt idx="109">
                  <c:v>3.7008185216041074</c:v>
                </c:pt>
                <c:pt idx="110">
                  <c:v>3.7043922823768063</c:v>
                </c:pt>
                <c:pt idx="111">
                  <c:v>3.6610481326721755</c:v>
                </c:pt>
                <c:pt idx="112">
                  <c:v>3.6087252782163044</c:v>
                </c:pt>
                <c:pt idx="113">
                  <c:v>3.590879670300577</c:v>
                </c:pt>
                <c:pt idx="114">
                  <c:v>3.5738305046163177</c:v>
                </c:pt>
                <c:pt idx="115">
                  <c:v>3.489432841067778</c:v>
                </c:pt>
                <c:pt idx="116">
                  <c:v>3.4270716160479946</c:v>
                </c:pt>
                <c:pt idx="117">
                  <c:v>3.3745286161996324</c:v>
                </c:pt>
                <c:pt idx="118">
                  <c:v>3.2728236059829698</c:v>
                </c:pt>
                <c:pt idx="119">
                  <c:v>3.2208184351595817</c:v>
                </c:pt>
                <c:pt idx="120">
                  <c:v>3.1898501159977468</c:v>
                </c:pt>
                <c:pt idx="121">
                  <c:v>3.1511933486700308</c:v>
                </c:pt>
                <c:pt idx="122">
                  <c:v>3.0990974831316116</c:v>
                </c:pt>
                <c:pt idx="123">
                  <c:v>3.0813804614480818</c:v>
                </c:pt>
                <c:pt idx="124">
                  <c:v>3.064885477211603</c:v>
                </c:pt>
                <c:pt idx="125">
                  <c:v>3.0128040911312599</c:v>
                </c:pt>
                <c:pt idx="126">
                  <c:v>2.980486444958069</c:v>
                </c:pt>
                <c:pt idx="127">
                  <c:v>2.9797732055827297</c:v>
                </c:pt>
                <c:pt idx="128">
                  <c:v>2.9649352908696205</c:v>
                </c:pt>
                <c:pt idx="129">
                  <c:v>2.9302655611852555</c:v>
                </c:pt>
                <c:pt idx="130">
                  <c:v>2.9062057444548537</c:v>
                </c:pt>
                <c:pt idx="131">
                  <c:v>2.9126060971485175</c:v>
                </c:pt>
                <c:pt idx="132">
                  <c:v>2.8843823916823084</c:v>
                </c:pt>
                <c:pt idx="133">
                  <c:v>2.8775946954757448</c:v>
                </c:pt>
                <c:pt idx="134">
                  <c:v>2.8419068653882249</c:v>
                </c:pt>
                <c:pt idx="135">
                  <c:v>2.7762683843193949</c:v>
                </c:pt>
                <c:pt idx="136">
                  <c:v>2.7624446800057774</c:v>
                </c:pt>
                <c:pt idx="137">
                  <c:v>2.7571187607312764</c:v>
                </c:pt>
                <c:pt idx="138">
                  <c:v>2.7695422078003942</c:v>
                </c:pt>
                <c:pt idx="139">
                  <c:v>2.8676607066767956</c:v>
                </c:pt>
                <c:pt idx="140">
                  <c:v>2.955215972643189</c:v>
                </c:pt>
                <c:pt idx="141">
                  <c:v>3.0338266794460496</c:v>
                </c:pt>
                <c:pt idx="142">
                  <c:v>3.0132990580788332</c:v>
                </c:pt>
                <c:pt idx="143">
                  <c:v>3.0329332752714269</c:v>
                </c:pt>
                <c:pt idx="144">
                  <c:v>3.054590726591452</c:v>
                </c:pt>
                <c:pt idx="145">
                  <c:v>3.059436302450667</c:v>
                </c:pt>
                <c:pt idx="146">
                  <c:v>3.0890855501851906</c:v>
                </c:pt>
                <c:pt idx="147">
                  <c:v>3.1124700190574166</c:v>
                </c:pt>
                <c:pt idx="148">
                  <c:v>3.1388203996114319</c:v>
                </c:pt>
                <c:pt idx="149">
                  <c:v>3.1500778541010908</c:v>
                </c:pt>
                <c:pt idx="150">
                  <c:v>3.1538986301063932</c:v>
                </c:pt>
                <c:pt idx="151">
                  <c:v>3.1555598057447432</c:v>
                </c:pt>
                <c:pt idx="152">
                  <c:v>3.1476072695524007</c:v>
                </c:pt>
                <c:pt idx="153">
                  <c:v>3.1686879918108204</c:v>
                </c:pt>
                <c:pt idx="154">
                  <c:v>3.164674372475774</c:v>
                </c:pt>
                <c:pt idx="155">
                  <c:v>3.1814297708463668</c:v>
                </c:pt>
                <c:pt idx="156">
                  <c:v>3.2115468275399275</c:v>
                </c:pt>
                <c:pt idx="157">
                  <c:v>3.2071203635568604</c:v>
                </c:pt>
                <c:pt idx="158">
                  <c:v>3.1893329616218713</c:v>
                </c:pt>
                <c:pt idx="159">
                  <c:v>3.1851860016057056</c:v>
                </c:pt>
                <c:pt idx="160">
                  <c:v>3.1955967319646996</c:v>
                </c:pt>
                <c:pt idx="161">
                  <c:v>3.2154385600935336</c:v>
                </c:pt>
                <c:pt idx="162">
                  <c:v>3.2033643489088339</c:v>
                </c:pt>
                <c:pt idx="163">
                  <c:v>3.2194340260781531</c:v>
                </c:pt>
                <c:pt idx="164">
                  <c:v>3.2176698373798374</c:v>
                </c:pt>
                <c:pt idx="165">
                  <c:v>3.185298739674832</c:v>
                </c:pt>
                <c:pt idx="166">
                  <c:v>3.1663908005735575</c:v>
                </c:pt>
                <c:pt idx="167">
                  <c:v>3.1685959283907943</c:v>
                </c:pt>
                <c:pt idx="168">
                  <c:v>3.1727522532305921</c:v>
                </c:pt>
                <c:pt idx="169">
                  <c:v>3.1268651937239822</c:v>
                </c:pt>
                <c:pt idx="170">
                  <c:v>3.128262065224555</c:v>
                </c:pt>
                <c:pt idx="171">
                  <c:v>3.1471164807569076</c:v>
                </c:pt>
                <c:pt idx="172">
                  <c:v>3.1565868387489031</c:v>
                </c:pt>
                <c:pt idx="173">
                  <c:v>3.1613861667867877</c:v>
                </c:pt>
                <c:pt idx="174">
                  <c:v>3.1358737218366435</c:v>
                </c:pt>
                <c:pt idx="175">
                  <c:v>3.1389841399508063</c:v>
                </c:pt>
                <c:pt idx="176">
                  <c:v>3.1323081732939002</c:v>
                </c:pt>
                <c:pt idx="177">
                  <c:v>3.1175389099417328</c:v>
                </c:pt>
                <c:pt idx="178">
                  <c:v>3.1441334962812628</c:v>
                </c:pt>
                <c:pt idx="179">
                  <c:v>3.1603276535677987</c:v>
                </c:pt>
                <c:pt idx="180">
                  <c:v>3.1513722168014286</c:v>
                </c:pt>
                <c:pt idx="181">
                  <c:v>3.1595566404343547</c:v>
                </c:pt>
                <c:pt idx="182">
                  <c:v>3.1670301298792976</c:v>
                </c:pt>
                <c:pt idx="183">
                  <c:v>3.1594997311215058</c:v>
                </c:pt>
                <c:pt idx="184">
                  <c:v>3.1627180608187659</c:v>
                </c:pt>
                <c:pt idx="185">
                  <c:v>3.1901759398230842</c:v>
                </c:pt>
                <c:pt idx="186">
                  <c:v>3.2036785027231831</c:v>
                </c:pt>
                <c:pt idx="187">
                  <c:v>3.2121762877622988</c:v>
                </c:pt>
                <c:pt idx="188">
                  <c:v>3.2236960293507972</c:v>
                </c:pt>
                <c:pt idx="189">
                  <c:v>3.2190186601314608</c:v>
                </c:pt>
                <c:pt idx="190">
                  <c:v>3.2140357095132548</c:v>
                </c:pt>
                <c:pt idx="191">
                  <c:v>3.2024560330535037</c:v>
                </c:pt>
                <c:pt idx="192">
                  <c:v>3.2047536565133972</c:v>
                </c:pt>
                <c:pt idx="193">
                  <c:v>3.2335038811791179</c:v>
                </c:pt>
                <c:pt idx="194">
                  <c:v>3.2512157882282011</c:v>
                </c:pt>
                <c:pt idx="195">
                  <c:v>3.2612332680316971</c:v>
                </c:pt>
                <c:pt idx="196">
                  <c:v>3.2621394948109872</c:v>
                </c:pt>
                <c:pt idx="197">
                  <c:v>3.2755942971105547</c:v>
                </c:pt>
                <c:pt idx="198">
                  <c:v>3.3118389019816306</c:v>
                </c:pt>
                <c:pt idx="199">
                  <c:v>3.3378540938866799</c:v>
                </c:pt>
                <c:pt idx="200">
                  <c:v>3.332781817258434</c:v>
                </c:pt>
                <c:pt idx="201">
                  <c:v>3.3018388551575129</c:v>
                </c:pt>
                <c:pt idx="202">
                  <c:v>3.3152642663182936</c:v>
                </c:pt>
                <c:pt idx="203">
                  <c:v>3.3898931221493553</c:v>
                </c:pt>
                <c:pt idx="204">
                  <c:v>3.4385403553662415</c:v>
                </c:pt>
                <c:pt idx="205">
                  <c:v>3.4560142518208279</c:v>
                </c:pt>
                <c:pt idx="206">
                  <c:v>3.4470888545271881</c:v>
                </c:pt>
                <c:pt idx="207">
                  <c:v>3.4222448418731526</c:v>
                </c:pt>
                <c:pt idx="208">
                  <c:v>3.4169773446907024</c:v>
                </c:pt>
                <c:pt idx="209">
                  <c:v>3.3874438605837094</c:v>
                </c:pt>
                <c:pt idx="210">
                  <c:v>3.3279087952622621</c:v>
                </c:pt>
                <c:pt idx="211">
                  <c:v>3.2788984950368221</c:v>
                </c:pt>
                <c:pt idx="212">
                  <c:v>3.2244705723023808</c:v>
                </c:pt>
                <c:pt idx="213">
                  <c:v>3.1640829478447765</c:v>
                </c:pt>
                <c:pt idx="214">
                  <c:v>3.1720944103889028</c:v>
                </c:pt>
                <c:pt idx="215">
                  <c:v>3.2173007192544727</c:v>
                </c:pt>
                <c:pt idx="216">
                  <c:v>3.2406244608472923</c:v>
                </c:pt>
                <c:pt idx="217">
                  <c:v>3.2452123599823786</c:v>
                </c:pt>
                <c:pt idx="218">
                  <c:v>3.2320016193941159</c:v>
                </c:pt>
                <c:pt idx="219">
                  <c:v>3.2087102944984895</c:v>
                </c:pt>
                <c:pt idx="220">
                  <c:v>3.2327312111922621</c:v>
                </c:pt>
                <c:pt idx="221">
                  <c:v>3.2404262147346841</c:v>
                </c:pt>
                <c:pt idx="222">
                  <c:v>3.2540350323644711</c:v>
                </c:pt>
                <c:pt idx="223">
                  <c:v>3.2741979298697177</c:v>
                </c:pt>
                <c:pt idx="224">
                  <c:v>3.219814814214506</c:v>
                </c:pt>
                <c:pt idx="225">
                  <c:v>3.1197575807346851</c:v>
                </c:pt>
                <c:pt idx="226">
                  <c:v>3.1143787862252079</c:v>
                </c:pt>
                <c:pt idx="227">
                  <c:v>3.1181214740088308</c:v>
                </c:pt>
                <c:pt idx="228">
                  <c:v>3.0882512884736668</c:v>
                </c:pt>
                <c:pt idx="229">
                  <c:v>3.0493327383068474</c:v>
                </c:pt>
                <c:pt idx="230">
                  <c:v>3.067886975223197</c:v>
                </c:pt>
                <c:pt idx="231">
                  <c:v>3.049799394672208</c:v>
                </c:pt>
                <c:pt idx="232">
                  <c:v>3.0671041480045522</c:v>
                </c:pt>
                <c:pt idx="233">
                  <c:v>3.1112920683185497</c:v>
                </c:pt>
                <c:pt idx="234">
                  <c:v>3.1104163132346203</c:v>
                </c:pt>
                <c:pt idx="235">
                  <c:v>3.0787623449086139</c:v>
                </c:pt>
                <c:pt idx="236">
                  <c:v>3.0870843594118442</c:v>
                </c:pt>
                <c:pt idx="237">
                  <c:v>3.0615874744763536</c:v>
                </c:pt>
                <c:pt idx="238">
                  <c:v>3.0356614645071369</c:v>
                </c:pt>
                <c:pt idx="239">
                  <c:v>3.0283252777840808</c:v>
                </c:pt>
                <c:pt idx="240">
                  <c:v>3.0074464755306165</c:v>
                </c:pt>
                <c:pt idx="241">
                  <c:v>2.9600618366508211</c:v>
                </c:pt>
                <c:pt idx="242">
                  <c:v>2.9641264582561186</c:v>
                </c:pt>
                <c:pt idx="243">
                  <c:v>2.9932836925643644</c:v>
                </c:pt>
                <c:pt idx="244">
                  <c:v>2.986193656628656</c:v>
                </c:pt>
                <c:pt idx="245">
                  <c:v>3.0058955166627221</c:v>
                </c:pt>
                <c:pt idx="246">
                  <c:v>2.9901534642463625</c:v>
                </c:pt>
                <c:pt idx="247">
                  <c:v>2.9547379344152578</c:v>
                </c:pt>
                <c:pt idx="248">
                  <c:v>2.948105982429428</c:v>
                </c:pt>
                <c:pt idx="249">
                  <c:v>2.930428725227789</c:v>
                </c:pt>
                <c:pt idx="250">
                  <c:v>2.8746818751402468</c:v>
                </c:pt>
                <c:pt idx="251">
                  <c:v>2.8959314523724879</c:v>
                </c:pt>
                <c:pt idx="252">
                  <c:v>2.9100609541962879</c:v>
                </c:pt>
                <c:pt idx="253">
                  <c:v>2.9035570121458147</c:v>
                </c:pt>
                <c:pt idx="254">
                  <c:v>2.8880433173519018</c:v>
                </c:pt>
                <c:pt idx="255">
                  <c:v>2.8568213555438118</c:v>
                </c:pt>
                <c:pt idx="256">
                  <c:v>2.8370885915917574</c:v>
                </c:pt>
                <c:pt idx="257">
                  <c:v>2.8912345610977308</c:v>
                </c:pt>
                <c:pt idx="258">
                  <c:v>2.9455381477891631</c:v>
                </c:pt>
                <c:pt idx="259">
                  <c:v>3</c:v>
                </c:pt>
                <c:pt idx="260">
                  <c:v>2.9249505195135921</c:v>
                </c:pt>
                <c:pt idx="261">
                  <c:v>2.8507244231358673</c:v>
                </c:pt>
                <c:pt idx="262">
                  <c:v>2.9487491297017252</c:v>
                </c:pt>
                <c:pt idx="263">
                  <c:v>2.9628908778333543</c:v>
                </c:pt>
                <c:pt idx="264">
                  <c:v>2.9349544563413725</c:v>
                </c:pt>
                <c:pt idx="265">
                  <c:v>2.8906265679326104</c:v>
                </c:pt>
                <c:pt idx="266">
                  <c:v>2.9186239328153141</c:v>
                </c:pt>
                <c:pt idx="267">
                  <c:v>2.9105582263312195</c:v>
                </c:pt>
                <c:pt idx="268">
                  <c:v>2.8584021377731244</c:v>
                </c:pt>
                <c:pt idx="269">
                  <c:v>2.798033531111205</c:v>
                </c:pt>
                <c:pt idx="270">
                  <c:v>2.7657956300131081</c:v>
                </c:pt>
                <c:pt idx="271">
                  <c:v>2.7591951582421084</c:v>
                </c:pt>
                <c:pt idx="272">
                  <c:v>2.7725393835856975</c:v>
                </c:pt>
                <c:pt idx="273">
                  <c:v>2.7592808103598006</c:v>
                </c:pt>
                <c:pt idx="274">
                  <c:v>2.7563535826033285</c:v>
                </c:pt>
                <c:pt idx="275">
                  <c:v>2.7180183168746561</c:v>
                </c:pt>
                <c:pt idx="276">
                  <c:v>2.6905036005945946</c:v>
                </c:pt>
                <c:pt idx="277">
                  <c:v>2.6625681876220786</c:v>
                </c:pt>
                <c:pt idx="278">
                  <c:v>2.7054124718560044</c:v>
                </c:pt>
                <c:pt idx="279">
                  <c:v>2.6786544333255176</c:v>
                </c:pt>
                <c:pt idx="280">
                  <c:v>2.6325781323444088</c:v>
                </c:pt>
                <c:pt idx="281">
                  <c:v>2.6654168228971384</c:v>
                </c:pt>
                <c:pt idx="282">
                  <c:v>2.6398716010642751</c:v>
                </c:pt>
                <c:pt idx="283">
                  <c:v>2.6180280058652596</c:v>
                </c:pt>
                <c:pt idx="284">
                  <c:v>2.6620665212237511</c:v>
                </c:pt>
                <c:pt idx="285">
                  <c:v>2.6045291168575107</c:v>
                </c:pt>
                <c:pt idx="286">
                  <c:v>2.4966516073098943</c:v>
                </c:pt>
                <c:pt idx="287">
                  <c:v>2.6746918162607192</c:v>
                </c:pt>
                <c:pt idx="288">
                  <c:v>2.7918057072837068</c:v>
                </c:pt>
                <c:pt idx="289">
                  <c:v>2.8031845442950765</c:v>
                </c:pt>
                <c:pt idx="290">
                  <c:v>2.7382915752245656</c:v>
                </c:pt>
                <c:pt idx="291">
                  <c:v>2.6997454568899331</c:v>
                </c:pt>
                <c:pt idx="292">
                  <c:v>2.6305839291702373</c:v>
                </c:pt>
                <c:pt idx="293">
                  <c:v>2.6046401260361196</c:v>
                </c:pt>
                <c:pt idx="294">
                  <c:v>2.7655695775780171</c:v>
                </c:pt>
                <c:pt idx="295">
                  <c:v>2.8051743532058491</c:v>
                </c:pt>
                <c:pt idx="296">
                  <c:v>2.8369510007214496</c:v>
                </c:pt>
                <c:pt idx="297">
                  <c:v>2.8791492561988816</c:v>
                </c:pt>
                <c:pt idx="298">
                  <c:v>2.9110359043736254</c:v>
                </c:pt>
                <c:pt idx="299">
                  <c:v>2.8629867952384913</c:v>
                </c:pt>
                <c:pt idx="300">
                  <c:v>2.9244605951633575</c:v>
                </c:pt>
                <c:pt idx="301">
                  <c:v>2.9032700883571101</c:v>
                </c:pt>
                <c:pt idx="302">
                  <c:v>2.7413185743712871</c:v>
                </c:pt>
                <c:pt idx="303">
                  <c:v>2.8511172414687369</c:v>
                </c:pt>
                <c:pt idx="304">
                  <c:v>2.9460710062538995</c:v>
                </c:pt>
                <c:pt idx="305">
                  <c:v>3.0143106751425526</c:v>
                </c:pt>
                <c:pt idx="306">
                  <c:v>3.0803540047407605</c:v>
                </c:pt>
                <c:pt idx="307">
                  <c:v>3.1029351878565592</c:v>
                </c:pt>
                <c:pt idx="308">
                  <c:v>3.1718533742360027</c:v>
                </c:pt>
                <c:pt idx="309">
                  <c:v>3.1745293365706799</c:v>
                </c:pt>
                <c:pt idx="310">
                  <c:v>3.179370518166496</c:v>
                </c:pt>
                <c:pt idx="311">
                  <c:v>3.0814633041186852</c:v>
                </c:pt>
                <c:pt idx="312">
                  <c:v>3.0464846072915237</c:v>
                </c:pt>
                <c:pt idx="313">
                  <c:v>3.2376470232287256</c:v>
                </c:pt>
                <c:pt idx="314">
                  <c:v>3.2536173612304236</c:v>
                </c:pt>
                <c:pt idx="315">
                  <c:v>3.3496737979798623</c:v>
                </c:pt>
                <c:pt idx="316">
                  <c:v>3.3493552499021204</c:v>
                </c:pt>
                <c:pt idx="317">
                  <c:v>3.3142086345835011</c:v>
                </c:pt>
                <c:pt idx="318">
                  <c:v>3.3978653244713271</c:v>
                </c:pt>
                <c:pt idx="319">
                  <c:v>3.4716839069467902</c:v>
                </c:pt>
                <c:pt idx="320">
                  <c:v>3.4355450525456659</c:v>
                </c:pt>
                <c:pt idx="321">
                  <c:v>3.4792684055703393</c:v>
                </c:pt>
                <c:pt idx="322">
                  <c:v>3.5644969450864759</c:v>
                </c:pt>
                <c:pt idx="323">
                  <c:v>3.5686173234109431</c:v>
                </c:pt>
                <c:pt idx="324">
                  <c:v>3.5392309390720964</c:v>
                </c:pt>
                <c:pt idx="325">
                  <c:v>3.5869888021922325</c:v>
                </c:pt>
                <c:pt idx="326">
                  <c:v>3.6497931994811879</c:v>
                </c:pt>
                <c:pt idx="327">
                  <c:v>3.6331955623702665</c:v>
                </c:pt>
                <c:pt idx="328">
                  <c:v>3.6650508023672823</c:v>
                </c:pt>
                <c:pt idx="329">
                  <c:v>3.7193467531255999</c:v>
                </c:pt>
                <c:pt idx="330">
                  <c:v>3.7035500245466419</c:v>
                </c:pt>
                <c:pt idx="331">
                  <c:v>3.6894380997764333</c:v>
                </c:pt>
                <c:pt idx="332">
                  <c:v>3.7392455626043848</c:v>
                </c:pt>
                <c:pt idx="333">
                  <c:v>3.7390373753713053</c:v>
                </c:pt>
                <c:pt idx="334">
                  <c:v>3.7342663579156334</c:v>
                </c:pt>
                <c:pt idx="335">
                  <c:v>3.7558822438261483</c:v>
                </c:pt>
                <c:pt idx="336">
                  <c:v>3.764851295605339</c:v>
                </c:pt>
                <c:pt idx="337">
                  <c:v>3.6902545683230503</c:v>
                </c:pt>
                <c:pt idx="338">
                  <c:v>3.6685932990364671</c:v>
                </c:pt>
                <c:pt idx="339">
                  <c:v>3.6837396766326407</c:v>
                </c:pt>
                <c:pt idx="340">
                  <c:v>3.5987420880747236</c:v>
                </c:pt>
                <c:pt idx="341">
                  <c:v>3.5647526768087712</c:v>
                </c:pt>
                <c:pt idx="342">
                  <c:v>3.6070829762994325</c:v>
                </c:pt>
                <c:pt idx="343">
                  <c:v>3.5664860336261999</c:v>
                </c:pt>
                <c:pt idx="344">
                  <c:v>3.4924040834953267</c:v>
                </c:pt>
                <c:pt idx="345">
                  <c:v>3.5177369399430249</c:v>
                </c:pt>
                <c:pt idx="346">
                  <c:v>3.4849580401873377</c:v>
                </c:pt>
                <c:pt idx="347">
                  <c:v>3.4921641999361022</c:v>
                </c:pt>
                <c:pt idx="348">
                  <c:v>3.4692561124383952</c:v>
                </c:pt>
                <c:pt idx="349">
                  <c:v>3.4267347705456128</c:v>
                </c:pt>
                <c:pt idx="350">
                  <c:v>3.3587524902326678</c:v>
                </c:pt>
                <c:pt idx="351">
                  <c:v>3.3314860138159963</c:v>
                </c:pt>
                <c:pt idx="352">
                  <c:v>3.3341444711341905</c:v>
                </c:pt>
                <c:pt idx="353">
                  <c:v>3.3202917358673094</c:v>
                </c:pt>
                <c:pt idx="354">
                  <c:v>3.300570713963348</c:v>
                </c:pt>
                <c:pt idx="355">
                  <c:v>3.2328396990721968</c:v>
                </c:pt>
                <c:pt idx="356">
                  <c:v>3.236465902857244</c:v>
                </c:pt>
                <c:pt idx="357">
                  <c:v>3.2634213230550779</c:v>
                </c:pt>
                <c:pt idx="358">
                  <c:v>3.2129371436639564</c:v>
                </c:pt>
                <c:pt idx="359">
                  <c:v>3.1580523616104177</c:v>
                </c:pt>
                <c:pt idx="360">
                  <c:v>3.2538052339999273</c:v>
                </c:pt>
                <c:pt idx="361">
                  <c:v>3.2731912833662351</c:v>
                </c:pt>
                <c:pt idx="362">
                  <c:v>3.2280316545446235</c:v>
                </c:pt>
                <c:pt idx="363">
                  <c:v>3.1559372081371668</c:v>
                </c:pt>
                <c:pt idx="364">
                  <c:v>3.1711144896513286</c:v>
                </c:pt>
                <c:pt idx="365">
                  <c:v>3.1204514421288101</c:v>
                </c:pt>
                <c:pt idx="366">
                  <c:v>3.0639549739279701</c:v>
                </c:pt>
                <c:pt idx="367">
                  <c:v>3.0303157350287968</c:v>
                </c:pt>
                <c:pt idx="368">
                  <c:v>3.0192498992381003</c:v>
                </c:pt>
                <c:pt idx="369">
                  <c:v>2.9927851957986515</c:v>
                </c:pt>
                <c:pt idx="370">
                  <c:v>2.9838741338888837</c:v>
                </c:pt>
                <c:pt idx="371">
                  <c:v>2.9754316733463062</c:v>
                </c:pt>
                <c:pt idx="372">
                  <c:v>2.9101327031527386</c:v>
                </c:pt>
                <c:pt idx="373">
                  <c:v>2.8655325144875619</c:v>
                </c:pt>
                <c:pt idx="374">
                  <c:v>2.8155115336807697</c:v>
                </c:pt>
                <c:pt idx="375">
                  <c:v>2.7881270604863149</c:v>
                </c:pt>
                <c:pt idx="376">
                  <c:v>2.7672377408155393</c:v>
                </c:pt>
                <c:pt idx="377">
                  <c:v>2.7618520307439955</c:v>
                </c:pt>
                <c:pt idx="378">
                  <c:v>2.7359533228375255</c:v>
                </c:pt>
                <c:pt idx="379">
                  <c:v>2.6771920080595115</c:v>
                </c:pt>
                <c:pt idx="380">
                  <c:v>2.5982073926638116</c:v>
                </c:pt>
                <c:pt idx="381">
                  <c:v>2.569945795680439</c:v>
                </c:pt>
                <c:pt idx="382">
                  <c:v>2.4852635495491029</c:v>
                </c:pt>
                <c:pt idx="383">
                  <c:v>2.4772366350459807</c:v>
                </c:pt>
                <c:pt idx="384">
                  <c:v>2.4849539340723625</c:v>
                </c:pt>
                <c:pt idx="385">
                  <c:v>2.4718255679135201</c:v>
                </c:pt>
                <c:pt idx="386">
                  <c:v>2.4622488831547349</c:v>
                </c:pt>
                <c:pt idx="387">
                  <c:v>2.4520339496467836</c:v>
                </c:pt>
                <c:pt idx="388">
                  <c:v>2.4497655012143644</c:v>
                </c:pt>
                <c:pt idx="389">
                  <c:v>2.4089362748964738</c:v>
                </c:pt>
                <c:pt idx="390">
                  <c:v>2.3749773353258794</c:v>
                </c:pt>
                <c:pt idx="391">
                  <c:v>2.3830912706516858</c:v>
                </c:pt>
                <c:pt idx="392">
                  <c:v>2.4945068105679855</c:v>
                </c:pt>
                <c:pt idx="393">
                  <c:v>2.5616977632839126</c:v>
                </c:pt>
                <c:pt idx="394">
                  <c:v>2.632758008995272</c:v>
                </c:pt>
                <c:pt idx="395">
                  <c:v>2.6962870995592416</c:v>
                </c:pt>
                <c:pt idx="396">
                  <c:v>2.6977629237267529</c:v>
                </c:pt>
                <c:pt idx="397">
                  <c:v>2.6866471662223761</c:v>
                </c:pt>
                <c:pt idx="398">
                  <c:v>2.6655179629923791</c:v>
                </c:pt>
                <c:pt idx="399">
                  <c:v>2.6280150860105032</c:v>
                </c:pt>
                <c:pt idx="400">
                  <c:v>2.6413719178474442</c:v>
                </c:pt>
                <c:pt idx="401">
                  <c:v>2.6144619530627837</c:v>
                </c:pt>
                <c:pt idx="402">
                  <c:v>2.5863318598143517</c:v>
                </c:pt>
                <c:pt idx="403">
                  <c:v>2.545180735693342</c:v>
                </c:pt>
                <c:pt idx="404">
                  <c:v>2.4715025895538272</c:v>
                </c:pt>
                <c:pt idx="405">
                  <c:v>2.4331851890271641</c:v>
                </c:pt>
                <c:pt idx="406">
                  <c:v>2.3857441450942556</c:v>
                </c:pt>
                <c:pt idx="407">
                  <c:v>2.3043970008071755</c:v>
                </c:pt>
                <c:pt idx="408">
                  <c:v>2.2764491254155188</c:v>
                </c:pt>
                <c:pt idx="409">
                  <c:v>2.2565650295154027</c:v>
                </c:pt>
                <c:pt idx="410">
                  <c:v>2.231657264023553</c:v>
                </c:pt>
                <c:pt idx="411">
                  <c:v>2.1838306234775406</c:v>
                </c:pt>
                <c:pt idx="412">
                  <c:v>2.1885030941737469</c:v>
                </c:pt>
                <c:pt idx="413">
                  <c:v>2.1734625030660792</c:v>
                </c:pt>
                <c:pt idx="414">
                  <c:v>2.1459985009078473</c:v>
                </c:pt>
                <c:pt idx="415">
                  <c:v>2.1397633383002916</c:v>
                </c:pt>
                <c:pt idx="416">
                  <c:v>2.1050229582253226</c:v>
                </c:pt>
                <c:pt idx="417">
                  <c:v>2.0885815515855906</c:v>
                </c:pt>
                <c:pt idx="418">
                  <c:v>2.0380322191354323</c:v>
                </c:pt>
                <c:pt idx="419">
                  <c:v>2.0578430532998939</c:v>
                </c:pt>
                <c:pt idx="420">
                  <c:v>2.0718163471640971</c:v>
                </c:pt>
                <c:pt idx="421">
                  <c:v>2.0438385088391327</c:v>
                </c:pt>
                <c:pt idx="422">
                  <c:v>2.0452873010830417</c:v>
                </c:pt>
                <c:pt idx="423">
                  <c:v>2.0682077789627882</c:v>
                </c:pt>
                <c:pt idx="424">
                  <c:v>2.045461729927851</c:v>
                </c:pt>
                <c:pt idx="425">
                  <c:v>2.0559075738731503</c:v>
                </c:pt>
                <c:pt idx="426">
                  <c:v>2.0424761025909226</c:v>
                </c:pt>
                <c:pt idx="427">
                  <c:v>2.0452874811758042</c:v>
                </c:pt>
                <c:pt idx="428">
                  <c:v>2.0087022505427097</c:v>
                </c:pt>
                <c:pt idx="429">
                  <c:v>2.0248790001754102</c:v>
                </c:pt>
                <c:pt idx="430">
                  <c:v>2.0467872171598147</c:v>
                </c:pt>
                <c:pt idx="431">
                  <c:v>2.0574198037925377</c:v>
                </c:pt>
                <c:pt idx="432">
                  <c:v>2.0175762420457528</c:v>
                </c:pt>
                <c:pt idx="433">
                  <c:v>2.0259605810260748</c:v>
                </c:pt>
                <c:pt idx="434">
                  <c:v>2.0425782376986739</c:v>
                </c:pt>
                <c:pt idx="435">
                  <c:v>2.0912550556540666</c:v>
                </c:pt>
                <c:pt idx="436">
                  <c:v>2.3058426774462992</c:v>
                </c:pt>
                <c:pt idx="437">
                  <c:v>2.3930062776735053</c:v>
                </c:pt>
                <c:pt idx="438">
                  <c:v>2.3327197572925855</c:v>
                </c:pt>
                <c:pt idx="439">
                  <c:v>2.4247553709964942</c:v>
                </c:pt>
                <c:pt idx="440">
                  <c:v>2.5109771581146019</c:v>
                </c:pt>
                <c:pt idx="441">
                  <c:v>2.5347335905778339</c:v>
                </c:pt>
                <c:pt idx="442">
                  <c:v>2.5769638305298286</c:v>
                </c:pt>
                <c:pt idx="443">
                  <c:v>2.6473028047286586</c:v>
                </c:pt>
                <c:pt idx="444">
                  <c:v>2.5572010991421461</c:v>
                </c:pt>
                <c:pt idx="445">
                  <c:v>2.5716776397186658</c:v>
                </c:pt>
                <c:pt idx="446">
                  <c:v>2.5988655596724772</c:v>
                </c:pt>
                <c:pt idx="447">
                  <c:v>2.6471884818432279</c:v>
                </c:pt>
                <c:pt idx="448">
                  <c:v>2.6817665082930926</c:v>
                </c:pt>
                <c:pt idx="449">
                  <c:v>2.6739615761286326</c:v>
                </c:pt>
                <c:pt idx="450">
                  <c:v>2.7030723465042366</c:v>
                </c:pt>
                <c:pt idx="451">
                  <c:v>2.712773871565767</c:v>
                </c:pt>
                <c:pt idx="452">
                  <c:v>2.6846054185589914</c:v>
                </c:pt>
                <c:pt idx="453">
                  <c:v>2.7274342868524708</c:v>
                </c:pt>
                <c:pt idx="454">
                  <c:v>2.7451160823917187</c:v>
                </c:pt>
                <c:pt idx="455">
                  <c:v>2.7270541470500609</c:v>
                </c:pt>
                <c:pt idx="456">
                  <c:v>2.7344048852683045</c:v>
                </c:pt>
                <c:pt idx="457">
                  <c:v>2.7367378069095825</c:v>
                </c:pt>
                <c:pt idx="458">
                  <c:v>2.716781295709795</c:v>
                </c:pt>
                <c:pt idx="459">
                  <c:v>2.7147559725063197</c:v>
                </c:pt>
                <c:pt idx="460">
                  <c:v>2.6818870984066465</c:v>
                </c:pt>
                <c:pt idx="461">
                  <c:v>2.7087284838674703</c:v>
                </c:pt>
                <c:pt idx="462">
                  <c:v>2.7053428840126958</c:v>
                </c:pt>
                <c:pt idx="463">
                  <c:v>2.71388007334818</c:v>
                </c:pt>
                <c:pt idx="464">
                  <c:v>2.6991547526299837</c:v>
                </c:pt>
                <c:pt idx="465">
                  <c:v>2.7239779465607139</c:v>
                </c:pt>
                <c:pt idx="466">
                  <c:v>2.701353901367515</c:v>
                </c:pt>
                <c:pt idx="467">
                  <c:v>2.7017883571470001</c:v>
                </c:pt>
                <c:pt idx="468">
                  <c:v>2.7369195565251734</c:v>
                </c:pt>
                <c:pt idx="469">
                  <c:v>2.7390265698055765</c:v>
                </c:pt>
                <c:pt idx="470">
                  <c:v>2.7393051372901147</c:v>
                </c:pt>
                <c:pt idx="471">
                  <c:v>2.7844833516847842</c:v>
                </c:pt>
                <c:pt idx="472">
                  <c:v>2.7808688179107279</c:v>
                </c:pt>
                <c:pt idx="473">
                  <c:v>2.7898657480495062</c:v>
                </c:pt>
                <c:pt idx="474">
                  <c:v>2.8277917709853995</c:v>
                </c:pt>
                <c:pt idx="475">
                  <c:v>2.8389171094247212</c:v>
                </c:pt>
                <c:pt idx="476">
                  <c:v>2.8627835785656459</c:v>
                </c:pt>
                <c:pt idx="477">
                  <c:v>2.8339010937753804</c:v>
                </c:pt>
                <c:pt idx="478">
                  <c:v>2.8645372498466499</c:v>
                </c:pt>
                <c:pt idx="479">
                  <c:v>2.8831837662943438</c:v>
                </c:pt>
                <c:pt idx="480">
                  <c:v>2.8872519897548834</c:v>
                </c:pt>
                <c:pt idx="481">
                  <c:v>2.9287148904657814</c:v>
                </c:pt>
                <c:pt idx="482">
                  <c:v>2.9402627985622818</c:v>
                </c:pt>
                <c:pt idx="483">
                  <c:v>2.9352864753577279</c:v>
                </c:pt>
                <c:pt idx="484">
                  <c:v>2.9253609149000468</c:v>
                </c:pt>
                <c:pt idx="485">
                  <c:v>2.9286629517131697</c:v>
                </c:pt>
                <c:pt idx="486">
                  <c:v>2.9458646199484431</c:v>
                </c:pt>
                <c:pt idx="487">
                  <c:v>2.9353199005743873</c:v>
                </c:pt>
                <c:pt idx="488">
                  <c:v>2.9667707963017591</c:v>
                </c:pt>
                <c:pt idx="489">
                  <c:v>2.9757614592124111</c:v>
                </c:pt>
                <c:pt idx="490">
                  <c:v>2.9717978336281439</c:v>
                </c:pt>
                <c:pt idx="491">
                  <c:v>2.9536002524180152</c:v>
                </c:pt>
                <c:pt idx="492">
                  <c:v>2.9670984210547156</c:v>
                </c:pt>
                <c:pt idx="493">
                  <c:v>2.9948441603301017</c:v>
                </c:pt>
                <c:pt idx="494">
                  <c:v>2.9869575380887174</c:v>
                </c:pt>
                <c:pt idx="495">
                  <c:v>2.9827720382214458</c:v>
                </c:pt>
                <c:pt idx="496">
                  <c:v>3.0030804506785351</c:v>
                </c:pt>
                <c:pt idx="497">
                  <c:v>3.0255346323784438</c:v>
                </c:pt>
                <c:pt idx="498">
                  <c:v>3.0150525132485253</c:v>
                </c:pt>
                <c:pt idx="499">
                  <c:v>3.0068242190187324</c:v>
                </c:pt>
                <c:pt idx="500">
                  <c:v>3.0065329009666293</c:v>
                </c:pt>
                <c:pt idx="501">
                  <c:v>3.0119300649378484</c:v>
                </c:pt>
                <c:pt idx="502">
                  <c:v>3.0002436294886765</c:v>
                </c:pt>
                <c:pt idx="503">
                  <c:v>3.0242556856185465</c:v>
                </c:pt>
                <c:pt idx="504">
                  <c:v>3.0305288928221152</c:v>
                </c:pt>
                <c:pt idx="505">
                  <c:v>3.0226410459499466</c:v>
                </c:pt>
                <c:pt idx="506">
                  <c:v>3.0326171044181427</c:v>
                </c:pt>
                <c:pt idx="507">
                  <c:v>3.0592807023041431</c:v>
                </c:pt>
                <c:pt idx="508">
                  <c:v>3.0807912699673343</c:v>
                </c:pt>
                <c:pt idx="509">
                  <c:v>3.0839789838950233</c:v>
                </c:pt>
                <c:pt idx="510">
                  <c:v>3.0937950479532996</c:v>
                </c:pt>
                <c:pt idx="511">
                  <c:v>3.1054002255481747</c:v>
                </c:pt>
                <c:pt idx="512">
                  <c:v>3.1305565910889364</c:v>
                </c:pt>
                <c:pt idx="513">
                  <c:v>3.1405824992337044</c:v>
                </c:pt>
                <c:pt idx="514">
                  <c:v>3.1547628592535446</c:v>
                </c:pt>
                <c:pt idx="515">
                  <c:v>3.1526269590940883</c:v>
                </c:pt>
                <c:pt idx="516">
                  <c:v>3.1875882229418719</c:v>
                </c:pt>
                <c:pt idx="517">
                  <c:v>3.1986313670445359</c:v>
                </c:pt>
                <c:pt idx="518">
                  <c:v>3.2282512236402727</c:v>
                </c:pt>
                <c:pt idx="519">
                  <c:v>3.2473867279558339</c:v>
                </c:pt>
                <c:pt idx="520">
                  <c:v>3.2548105838355204</c:v>
                </c:pt>
                <c:pt idx="521">
                  <c:v>3.2579583171700088</c:v>
                </c:pt>
                <c:pt idx="522">
                  <c:v>3.2570700996669348</c:v>
                </c:pt>
                <c:pt idx="523">
                  <c:v>3.2561856280933164</c:v>
                </c:pt>
                <c:pt idx="524">
                  <c:v>3.2755630330070402</c:v>
                </c:pt>
                <c:pt idx="525">
                  <c:v>3.29200478182302</c:v>
                </c:pt>
                <c:pt idx="526">
                  <c:v>3.2941926927721941</c:v>
                </c:pt>
                <c:pt idx="527">
                  <c:v>3.2951902626004586</c:v>
                </c:pt>
                <c:pt idx="528">
                  <c:v>3.2909951097611367</c:v>
                </c:pt>
                <c:pt idx="529">
                  <c:v>3.2863350294469686</c:v>
                </c:pt>
                <c:pt idx="530">
                  <c:v>3.2776218534642805</c:v>
                </c:pt>
                <c:pt idx="531">
                  <c:v>3.2737030349592464</c:v>
                </c:pt>
                <c:pt idx="532">
                  <c:v>3.256665395211765</c:v>
                </c:pt>
                <c:pt idx="533">
                  <c:v>3.2607777053804861</c:v>
                </c:pt>
                <c:pt idx="534">
                  <c:v>3.2808736083782035</c:v>
                </c:pt>
                <c:pt idx="535">
                  <c:v>3.293026267970105</c:v>
                </c:pt>
                <c:pt idx="536">
                  <c:v>3.3207970041208821</c:v>
                </c:pt>
                <c:pt idx="537">
                  <c:v>3.3047116948998072</c:v>
                </c:pt>
                <c:pt idx="538">
                  <c:v>3.3118946587008034</c:v>
                </c:pt>
                <c:pt idx="539">
                  <c:v>3.3062083377906295</c:v>
                </c:pt>
                <c:pt idx="540">
                  <c:v>3.3153073445070094</c:v>
                </c:pt>
                <c:pt idx="541">
                  <c:v>3.377608202432909</c:v>
                </c:pt>
                <c:pt idx="542">
                  <c:v>3.4008420417188487</c:v>
                </c:pt>
                <c:pt idx="543">
                  <c:v>3.4063232009543478</c:v>
                </c:pt>
                <c:pt idx="544">
                  <c:v>3.447328017715364</c:v>
                </c:pt>
                <c:pt idx="545">
                  <c:v>3.4758637879198822</c:v>
                </c:pt>
                <c:pt idx="546">
                  <c:v>3.4708112494583698</c:v>
                </c:pt>
                <c:pt idx="547">
                  <c:v>3.4236551843123362</c:v>
                </c:pt>
                <c:pt idx="548">
                  <c:v>3.4438431507300762</c:v>
                </c:pt>
                <c:pt idx="549">
                  <c:v>3.4255909653944538</c:v>
                </c:pt>
                <c:pt idx="550">
                  <c:v>3.4161872417244687</c:v>
                </c:pt>
                <c:pt idx="551">
                  <c:v>3.4200681687123389</c:v>
                </c:pt>
                <c:pt idx="552">
                  <c:v>3.4123214425286172</c:v>
                </c:pt>
                <c:pt idx="553">
                  <c:v>3.4376120852328622</c:v>
                </c:pt>
                <c:pt idx="554">
                  <c:v>3.4605410634909823</c:v>
                </c:pt>
                <c:pt idx="555">
                  <c:v>3.467933078970316</c:v>
                </c:pt>
                <c:pt idx="556">
                  <c:v>3.416955877633451</c:v>
                </c:pt>
                <c:pt idx="557">
                  <c:v>3.4137970505848161</c:v>
                </c:pt>
                <c:pt idx="558">
                  <c:v>3.4773733974895786</c:v>
                </c:pt>
                <c:pt idx="559">
                  <c:v>3.4777343033849872</c:v>
                </c:pt>
                <c:pt idx="560">
                  <c:v>3.4559301124823376</c:v>
                </c:pt>
                <c:pt idx="561">
                  <c:v>3.42724738658388</c:v>
                </c:pt>
                <c:pt idx="562">
                  <c:v>3.3880819652586647</c:v>
                </c:pt>
                <c:pt idx="563">
                  <c:v>3.3813473603983923</c:v>
                </c:pt>
                <c:pt idx="564">
                  <c:v>3.3065983466764042</c:v>
                </c:pt>
                <c:pt idx="565">
                  <c:v>3.2577934962740596</c:v>
                </c:pt>
                <c:pt idx="566">
                  <c:v>3.2438942250374314</c:v>
                </c:pt>
                <c:pt idx="567">
                  <c:v>3.218187928238077</c:v>
                </c:pt>
                <c:pt idx="568">
                  <c:v>3.2123071071447473</c:v>
                </c:pt>
                <c:pt idx="569">
                  <c:v>3.1703678970964351</c:v>
                </c:pt>
                <c:pt idx="570">
                  <c:v>3.251327877963381</c:v>
                </c:pt>
                <c:pt idx="571">
                  <c:v>3.2908327381267535</c:v>
                </c:pt>
                <c:pt idx="572">
                  <c:v>3.1819263226102503</c:v>
                </c:pt>
                <c:pt idx="573">
                  <c:v>3.1327162634930001</c:v>
                </c:pt>
                <c:pt idx="574">
                  <c:v>3.0832733084156967</c:v>
                </c:pt>
                <c:pt idx="575">
                  <c:v>3.0792221577490126</c:v>
                </c:pt>
                <c:pt idx="576">
                  <c:v>2.9111093101834884</c:v>
                </c:pt>
                <c:pt idx="577">
                  <c:v>2.8876759281170541</c:v>
                </c:pt>
                <c:pt idx="578">
                  <c:v>3.0437488541598006</c:v>
                </c:pt>
                <c:pt idx="579">
                  <c:v>2.8155447427861136</c:v>
                </c:pt>
                <c:pt idx="580">
                  <c:v>2.4939884675798809</c:v>
                </c:pt>
                <c:pt idx="581">
                  <c:v>2.4404520400367824</c:v>
                </c:pt>
                <c:pt idx="582">
                  <c:v>2.2642147757466913</c:v>
                </c:pt>
                <c:pt idx="583">
                  <c:v>1.5554183608893255</c:v>
                </c:pt>
                <c:pt idx="584">
                  <c:v>0.59126009825140713</c:v>
                </c:pt>
                <c:pt idx="585">
                  <c:v>1.2865298898156472</c:v>
                </c:pt>
                <c:pt idx="586">
                  <c:v>1.8864226535804063</c:v>
                </c:pt>
                <c:pt idx="587">
                  <c:v>0.56522804966382112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A0-42C5-857B-5B109011262B}"/>
            </c:ext>
          </c:extLst>
        </c:ser>
        <c:ser>
          <c:idx val="1"/>
          <c:order val="1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Shifted!$C$2:$C$589</c:f>
              <c:numCache>
                <c:formatCode>General</c:formatCode>
                <c:ptCount val="588"/>
                <c:pt idx="0">
                  <c:v>4.5661984225750176</c:v>
                </c:pt>
                <c:pt idx="1">
                  <c:v>4.6322885951606345</c:v>
                </c:pt>
                <c:pt idx="2">
                  <c:v>4.7825996393086569</c:v>
                </c:pt>
                <c:pt idx="3">
                  <c:v>4.9327051431238962</c:v>
                </c:pt>
                <c:pt idx="4">
                  <c:v>4.9482959597922527</c:v>
                </c:pt>
                <c:pt idx="5">
                  <c:v>4.9685021652189816</c:v>
                </c:pt>
                <c:pt idx="6">
                  <c:v>5.0291661857469618</c:v>
                </c:pt>
                <c:pt idx="7">
                  <c:v>5.0615210022201742</c:v>
                </c:pt>
                <c:pt idx="8">
                  <c:v>5.124271175711371</c:v>
                </c:pt>
                <c:pt idx="9">
                  <c:v>5.1634108898424698</c:v>
                </c:pt>
                <c:pt idx="10">
                  <c:v>5.1687223726894649</c:v>
                </c:pt>
                <c:pt idx="11">
                  <c:v>5.1673781564485095</c:v>
                </c:pt>
                <c:pt idx="12">
                  <c:v>5.1435986054069645</c:v>
                </c:pt>
                <c:pt idx="13">
                  <c:v>5.1227214191376333</c:v>
                </c:pt>
                <c:pt idx="14">
                  <c:v>5.155926391009233</c:v>
                </c:pt>
                <c:pt idx="15">
                  <c:v>5.1972100624079829</c:v>
                </c:pt>
                <c:pt idx="16">
                  <c:v>5.2394770958741699</c:v>
                </c:pt>
                <c:pt idx="17">
                  <c:v>5.3015232217050601</c:v>
                </c:pt>
                <c:pt idx="18">
                  <c:v>5.3450382770334173</c:v>
                </c:pt>
                <c:pt idx="19">
                  <c:v>5.380497679404554</c:v>
                </c:pt>
                <c:pt idx="20">
                  <c:v>5.4614148126442252</c:v>
                </c:pt>
                <c:pt idx="21">
                  <c:v>5.5562951611785065</c:v>
                </c:pt>
                <c:pt idx="22">
                  <c:v>5.6218203170418954</c:v>
                </c:pt>
                <c:pt idx="23">
                  <c:v>5.6464022394251741</c:v>
                </c:pt>
                <c:pt idx="24">
                  <c:v>5.6212683266417942</c:v>
                </c:pt>
                <c:pt idx="25">
                  <c:v>5.5807717457068975</c:v>
                </c:pt>
                <c:pt idx="26">
                  <c:v>5.5562107405908749</c:v>
                </c:pt>
                <c:pt idx="27">
                  <c:v>5.5507623561084634</c:v>
                </c:pt>
                <c:pt idx="28">
                  <c:v>5.5533469537726505</c:v>
                </c:pt>
                <c:pt idx="29">
                  <c:v>5.5623317342061664</c:v>
                </c:pt>
                <c:pt idx="30">
                  <c:v>5.5701902387881379</c:v>
                </c:pt>
                <c:pt idx="31">
                  <c:v>5.5511424992589768</c:v>
                </c:pt>
                <c:pt idx="32">
                  <c:v>5.5310139507526079</c:v>
                </c:pt>
                <c:pt idx="33">
                  <c:v>5.4924556614994993</c:v>
                </c:pt>
                <c:pt idx="34">
                  <c:v>5.4633742720994585</c:v>
                </c:pt>
                <c:pt idx="35">
                  <c:v>5.441175289893593</c:v>
                </c:pt>
                <c:pt idx="36">
                  <c:v>5.392375555881074</c:v>
                </c:pt>
                <c:pt idx="37">
                  <c:v>5.3640056040740856</c:v>
                </c:pt>
                <c:pt idx="38">
                  <c:v>5.3448998723608296</c:v>
                </c:pt>
                <c:pt idx="39">
                  <c:v>5.3345785161253065</c:v>
                </c:pt>
                <c:pt idx="40">
                  <c:v>5.3575464270958992</c:v>
                </c:pt>
                <c:pt idx="41">
                  <c:v>5.4726853368516135</c:v>
                </c:pt>
                <c:pt idx="42">
                  <c:v>5.6266061126392408</c:v>
                </c:pt>
                <c:pt idx="43">
                  <c:v>5.7479030909270472</c:v>
                </c:pt>
                <c:pt idx="44">
                  <c:v>5.8791085912414607</c:v>
                </c:pt>
                <c:pt idx="45">
                  <c:v>6.0255325933923185</c:v>
                </c:pt>
                <c:pt idx="46">
                  <c:v>6.1661320760093368</c:v>
                </c:pt>
                <c:pt idx="47">
                  <c:v>6.3241498806118841</c:v>
                </c:pt>
                <c:pt idx="48">
                  <c:v>6.4722797046957812</c:v>
                </c:pt>
                <c:pt idx="49">
                  <c:v>6.6539197424495722</c:v>
                </c:pt>
                <c:pt idx="50">
                  <c:v>6.7624167309580443</c:v>
                </c:pt>
                <c:pt idx="51">
                  <c:v>6.818415136235604</c:v>
                </c:pt>
                <c:pt idx="52">
                  <c:v>6.8926974876545923</c:v>
                </c:pt>
                <c:pt idx="53">
                  <c:v>6.9629692348958425</c:v>
                </c:pt>
                <c:pt idx="54">
                  <c:v>7.0300480301789854</c:v>
                </c:pt>
                <c:pt idx="55">
                  <c:v>7.0832650651763895</c:v>
                </c:pt>
                <c:pt idx="56">
                  <c:v>7.1322523030756741</c:v>
                </c:pt>
                <c:pt idx="57">
                  <c:v>7.1587335634274449</c:v>
                </c:pt>
                <c:pt idx="58">
                  <c:v>7.1975537569071637</c:v>
                </c:pt>
                <c:pt idx="59">
                  <c:v>7.2930334415123514</c:v>
                </c:pt>
                <c:pt idx="60">
                  <c:v>7.3389424592907151</c:v>
                </c:pt>
                <c:pt idx="61">
                  <c:v>7.3446913259537183</c:v>
                </c:pt>
                <c:pt idx="62">
                  <c:v>7.2915088608111853</c:v>
                </c:pt>
                <c:pt idx="63">
                  <c:v>7.1515132233765657</c:v>
                </c:pt>
                <c:pt idx="64">
                  <c:v>6.9460395252431724</c:v>
                </c:pt>
                <c:pt idx="65">
                  <c:v>6.7465115916418341</c:v>
                </c:pt>
                <c:pt idx="66">
                  <c:v>6.5495060049153091</c:v>
                </c:pt>
                <c:pt idx="67">
                  <c:v>6.3429220633268351</c:v>
                </c:pt>
                <c:pt idx="68">
                  <c:v>6.1687831830682374</c:v>
                </c:pt>
                <c:pt idx="69">
                  <c:v>6.0360383221871601</c:v>
                </c:pt>
                <c:pt idx="70">
                  <c:v>5.9482060906948977</c:v>
                </c:pt>
                <c:pt idx="71">
                  <c:v>5.9723277079453476</c:v>
                </c:pt>
                <c:pt idx="72">
                  <c:v>5.9973220887782688</c:v>
                </c:pt>
                <c:pt idx="73">
                  <c:v>6.0184203467644597</c:v>
                </c:pt>
                <c:pt idx="74">
                  <c:v>6.0496138791454133</c:v>
                </c:pt>
                <c:pt idx="75">
                  <c:v>6.0778394141311374</c:v>
                </c:pt>
                <c:pt idx="76">
                  <c:v>6.1078913897826927</c:v>
                </c:pt>
                <c:pt idx="77">
                  <c:v>6.1723145688954419</c:v>
                </c:pt>
                <c:pt idx="78">
                  <c:v>6.2738930773176742</c:v>
                </c:pt>
                <c:pt idx="79">
                  <c:v>6.3643791714369851</c:v>
                </c:pt>
                <c:pt idx="80">
                  <c:v>6.4515392948087742</c:v>
                </c:pt>
                <c:pt idx="81">
                  <c:v>6.5327148251883234</c:v>
                </c:pt>
                <c:pt idx="82">
                  <c:v>6.6464328638074814</c:v>
                </c:pt>
                <c:pt idx="83">
                  <c:v>6.679852394234878</c:v>
                </c:pt>
                <c:pt idx="84">
                  <c:v>6.6573166064501921</c:v>
                </c:pt>
                <c:pt idx="85">
                  <c:v>6.4619393099894573</c:v>
                </c:pt>
                <c:pt idx="86">
                  <c:v>6.0944911871607603</c:v>
                </c:pt>
                <c:pt idx="87">
                  <c:v>6.2645504487849868</c:v>
                </c:pt>
                <c:pt idx="88">
                  <c:v>6.3232941514506624</c:v>
                </c:pt>
                <c:pt idx="89">
                  <c:v>6.3613878769656402</c:v>
                </c:pt>
                <c:pt idx="90">
                  <c:v>6.3314293401247284</c:v>
                </c:pt>
                <c:pt idx="91">
                  <c:v>6.2485135432103522</c:v>
                </c:pt>
                <c:pt idx="92">
                  <c:v>6.1811298818882054</c:v>
                </c:pt>
                <c:pt idx="93">
                  <c:v>6.1395070251017909</c:v>
                </c:pt>
                <c:pt idx="94">
                  <c:v>6.1244576149468006</c:v>
                </c:pt>
                <c:pt idx="95">
                  <c:v>6.1042197204864461</c:v>
                </c:pt>
                <c:pt idx="96">
                  <c:v>6.0619593254344153</c:v>
                </c:pt>
                <c:pt idx="97">
                  <c:v>6.070711510866114</c:v>
                </c:pt>
                <c:pt idx="98">
                  <c:v>6.0216700383756692</c:v>
                </c:pt>
                <c:pt idx="99">
                  <c:v>5.9367188786290601</c:v>
                </c:pt>
                <c:pt idx="100">
                  <c:v>5.8515772089213476</c:v>
                </c:pt>
                <c:pt idx="101">
                  <c:v>5.7815679921721834</c:v>
                </c:pt>
                <c:pt idx="102">
                  <c:v>5.7097066578722355</c:v>
                </c:pt>
                <c:pt idx="103">
                  <c:v>5.6525289946829504</c:v>
                </c:pt>
                <c:pt idx="104">
                  <c:v>5.6401832978877575</c:v>
                </c:pt>
                <c:pt idx="105">
                  <c:v>5.6082379964163831</c:v>
                </c:pt>
                <c:pt idx="106">
                  <c:v>5.5681848114461863</c:v>
                </c:pt>
                <c:pt idx="107">
                  <c:v>5.564813499077423</c:v>
                </c:pt>
                <c:pt idx="108">
                  <c:v>5.554487633730381</c:v>
                </c:pt>
                <c:pt idx="109">
                  <c:v>5.5592829485631201</c:v>
                </c:pt>
                <c:pt idx="110">
                  <c:v>5.5831829930843409</c:v>
                </c:pt>
                <c:pt idx="111">
                  <c:v>5.6093474883528671</c:v>
                </c:pt>
                <c:pt idx="112">
                  <c:v>5.6491836097053429</c:v>
                </c:pt>
                <c:pt idx="113">
                  <c:v>5.6563953072925077</c:v>
                </c:pt>
                <c:pt idx="114">
                  <c:v>5.6459202655065051</c:v>
                </c:pt>
                <c:pt idx="115">
                  <c:v>5.6046469901148335</c:v>
                </c:pt>
                <c:pt idx="116">
                  <c:v>5.5749096502438782</c:v>
                </c:pt>
                <c:pt idx="117">
                  <c:v>5.5307248666038902</c:v>
                </c:pt>
                <c:pt idx="118">
                  <c:v>5.4896776730529666</c:v>
                </c:pt>
                <c:pt idx="119">
                  <c:v>5.4176890816060883</c:v>
                </c:pt>
                <c:pt idx="120">
                  <c:v>5.385727121472776</c:v>
                </c:pt>
                <c:pt idx="121">
                  <c:v>5.3928858369997599</c:v>
                </c:pt>
                <c:pt idx="122">
                  <c:v>5.3687857632820419</c:v>
                </c:pt>
                <c:pt idx="123">
                  <c:v>5.322058216512378</c:v>
                </c:pt>
                <c:pt idx="124">
                  <c:v>5.339488688048327</c:v>
                </c:pt>
                <c:pt idx="125">
                  <c:v>5.3124265038309604</c:v>
                </c:pt>
                <c:pt idx="126">
                  <c:v>5.2455954591744103</c:v>
                </c:pt>
                <c:pt idx="127">
                  <c:v>5.2279361502295671</c:v>
                </c:pt>
                <c:pt idx="128">
                  <c:v>5.1690331256240345</c:v>
                </c:pt>
                <c:pt idx="129">
                  <c:v>5.1216010301816759</c:v>
                </c:pt>
                <c:pt idx="130">
                  <c:v>5.1036059176827875</c:v>
                </c:pt>
                <c:pt idx="131">
                  <c:v>5.0892986321297125</c:v>
                </c:pt>
                <c:pt idx="132">
                  <c:v>5.0382785990866932</c:v>
                </c:pt>
                <c:pt idx="133">
                  <c:v>4.9720127590320171</c:v>
                </c:pt>
                <c:pt idx="134">
                  <c:v>4.9596514682262018</c:v>
                </c:pt>
                <c:pt idx="135">
                  <c:v>4.9290618436541997</c:v>
                </c:pt>
                <c:pt idx="136">
                  <c:v>4.8726204181712447</c:v>
                </c:pt>
                <c:pt idx="137">
                  <c:v>4.8593070785723329</c:v>
                </c:pt>
                <c:pt idx="138">
                  <c:v>4.8228376978505763</c:v>
                </c:pt>
                <c:pt idx="139">
                  <c:v>4.7825329420343072</c:v>
                </c:pt>
                <c:pt idx="140">
                  <c:v>4.7465673918967139</c:v>
                </c:pt>
                <c:pt idx="141">
                  <c:v>4.7142759534907697</c:v>
                </c:pt>
                <c:pt idx="142">
                  <c:v>4.7441591505936156</c:v>
                </c:pt>
                <c:pt idx="143">
                  <c:v>4.7773871064085807</c:v>
                </c:pt>
                <c:pt idx="144">
                  <c:v>4.8172695714070732</c:v>
                </c:pt>
                <c:pt idx="145">
                  <c:v>4.8534236900827548</c:v>
                </c:pt>
                <c:pt idx="146">
                  <c:v>4.8975296268979536</c:v>
                </c:pt>
                <c:pt idx="147">
                  <c:v>4.9273858945848641</c:v>
                </c:pt>
                <c:pt idx="148">
                  <c:v>4.9502199099943773</c:v>
                </c:pt>
                <c:pt idx="149">
                  <c:v>4.9469670870557252</c:v>
                </c:pt>
                <c:pt idx="150">
                  <c:v>4.9470019074167935</c:v>
                </c:pt>
                <c:pt idx="151">
                  <c:v>4.9432871510550473</c:v>
                </c:pt>
                <c:pt idx="152">
                  <c:v>4.9411268482581905</c:v>
                </c:pt>
                <c:pt idx="153">
                  <c:v>4.9664406871159477</c:v>
                </c:pt>
                <c:pt idx="154">
                  <c:v>5.002443312170362</c:v>
                </c:pt>
                <c:pt idx="155">
                  <c:v>5.0457289664508949</c:v>
                </c:pt>
                <c:pt idx="156">
                  <c:v>5.080496345459065</c:v>
                </c:pt>
                <c:pt idx="157">
                  <c:v>5.1254167405399009</c:v>
                </c:pt>
                <c:pt idx="158">
                  <c:v>5.1554275079224148</c:v>
                </c:pt>
                <c:pt idx="159">
                  <c:v>5.1749038635507798</c:v>
                </c:pt>
                <c:pt idx="160">
                  <c:v>5.2051816705368834</c:v>
                </c:pt>
                <c:pt idx="161">
                  <c:v>5.2619128064340526</c:v>
                </c:pt>
                <c:pt idx="162">
                  <c:v>5.2939675791125183</c:v>
                </c:pt>
                <c:pt idx="163">
                  <c:v>5.3113843980608566</c:v>
                </c:pt>
                <c:pt idx="164">
                  <c:v>5.3187504074639778</c:v>
                </c:pt>
                <c:pt idx="165">
                  <c:v>5.3174669389752482</c:v>
                </c:pt>
                <c:pt idx="166">
                  <c:v>5.313180151717825</c:v>
                </c:pt>
                <c:pt idx="167">
                  <c:v>5.3085680821665342</c:v>
                </c:pt>
                <c:pt idx="168">
                  <c:v>5.3339735436650102</c:v>
                </c:pt>
                <c:pt idx="169">
                  <c:v>5.3749627450318522</c:v>
                </c:pt>
                <c:pt idx="170">
                  <c:v>5.4379219659425564</c:v>
                </c:pt>
                <c:pt idx="171">
                  <c:v>5.4751360389547195</c:v>
                </c:pt>
                <c:pt idx="172">
                  <c:v>5.485900164889439</c:v>
                </c:pt>
                <c:pt idx="173">
                  <c:v>5.4695810640864426</c:v>
                </c:pt>
                <c:pt idx="174">
                  <c:v>5.4091520809956704</c:v>
                </c:pt>
                <c:pt idx="175">
                  <c:v>5.38298796148643</c:v>
                </c:pt>
                <c:pt idx="176">
                  <c:v>5.3643985230405207</c:v>
                </c:pt>
                <c:pt idx="177">
                  <c:v>5.3769748107879689</c:v>
                </c:pt>
                <c:pt idx="178">
                  <c:v>5.393365180603376</c:v>
                </c:pt>
                <c:pt idx="179">
                  <c:v>5.3745237329255779</c:v>
                </c:pt>
                <c:pt idx="180">
                  <c:v>5.3441829236314948</c:v>
                </c:pt>
                <c:pt idx="181">
                  <c:v>5.3234561663321029</c:v>
                </c:pt>
                <c:pt idx="182">
                  <c:v>5.316309976114864</c:v>
                </c:pt>
                <c:pt idx="183">
                  <c:v>5.3174853511805598</c:v>
                </c:pt>
                <c:pt idx="184">
                  <c:v>5.3213735830821607</c:v>
                </c:pt>
                <c:pt idx="185">
                  <c:v>5.3462056359009011</c:v>
                </c:pt>
                <c:pt idx="186">
                  <c:v>5.3414964951991397</c:v>
                </c:pt>
                <c:pt idx="187">
                  <c:v>5.2912340555155541</c:v>
                </c:pt>
                <c:pt idx="188">
                  <c:v>5.2814783422677412</c:v>
                </c:pt>
                <c:pt idx="189">
                  <c:v>5.2498907636424583</c:v>
                </c:pt>
                <c:pt idx="190">
                  <c:v>5.2234920450818469</c:v>
                </c:pt>
                <c:pt idx="191">
                  <c:v>5.2314607723895081</c:v>
                </c:pt>
                <c:pt idx="192">
                  <c:v>5.244987355386689</c:v>
                </c:pt>
                <c:pt idx="193">
                  <c:v>5.257174356507516</c:v>
                </c:pt>
                <c:pt idx="194">
                  <c:v>5.2383975394279538</c:v>
                </c:pt>
                <c:pt idx="195">
                  <c:v>5.2528504943332681</c:v>
                </c:pt>
                <c:pt idx="196">
                  <c:v>5.3261171683856965</c:v>
                </c:pt>
                <c:pt idx="197">
                  <c:v>5.4222669570617947</c:v>
                </c:pt>
                <c:pt idx="198">
                  <c:v>5.5222858139156106</c:v>
                </c:pt>
                <c:pt idx="199">
                  <c:v>5.5739850318791078</c:v>
                </c:pt>
                <c:pt idx="200">
                  <c:v>5.6215478915551174</c:v>
                </c:pt>
                <c:pt idx="201">
                  <c:v>5.6400581700434849</c:v>
                </c:pt>
                <c:pt idx="202">
                  <c:v>5.6882734731036786</c:v>
                </c:pt>
                <c:pt idx="203">
                  <c:v>5.814509682033119</c:v>
                </c:pt>
                <c:pt idx="204">
                  <c:v>5.8899780550310812</c:v>
                </c:pt>
                <c:pt idx="205">
                  <c:v>5.9536571054923613</c:v>
                </c:pt>
                <c:pt idx="206">
                  <c:v>5.9978510326084571</c:v>
                </c:pt>
                <c:pt idx="207">
                  <c:v>5.9680669733321725</c:v>
                </c:pt>
                <c:pt idx="208">
                  <c:v>5.9267673947900592</c:v>
                </c:pt>
                <c:pt idx="209">
                  <c:v>5.8595161259918385</c:v>
                </c:pt>
                <c:pt idx="210">
                  <c:v>5.7612574509153438</c:v>
                </c:pt>
                <c:pt idx="211">
                  <c:v>5.6777721281672342</c:v>
                </c:pt>
                <c:pt idx="212">
                  <c:v>5.590578562218445</c:v>
                </c:pt>
                <c:pt idx="213">
                  <c:v>5.4907562274744075</c:v>
                </c:pt>
                <c:pt idx="214">
                  <c:v>5.47370978193499</c:v>
                </c:pt>
                <c:pt idx="215">
                  <c:v>5.529064511545176</c:v>
                </c:pt>
                <c:pt idx="216">
                  <c:v>5.5371890537059647</c:v>
                </c:pt>
                <c:pt idx="217">
                  <c:v>5.5630062221354883</c:v>
                </c:pt>
                <c:pt idx="218">
                  <c:v>5.5873953800019232</c:v>
                </c:pt>
                <c:pt idx="219">
                  <c:v>5.5754438547041572</c:v>
                </c:pt>
                <c:pt idx="220">
                  <c:v>5.6477383142147994</c:v>
                </c:pt>
                <c:pt idx="221">
                  <c:v>5.7348582313423426</c:v>
                </c:pt>
                <c:pt idx="222">
                  <c:v>5.8050032224490691</c:v>
                </c:pt>
                <c:pt idx="223">
                  <c:v>5.8261242764989696</c:v>
                </c:pt>
                <c:pt idx="224">
                  <c:v>5.7973153125857069</c:v>
                </c:pt>
                <c:pt idx="225">
                  <c:v>5.722941526405636</c:v>
                </c:pt>
                <c:pt idx="226">
                  <c:v>5.6915867932883595</c:v>
                </c:pt>
                <c:pt idx="227">
                  <c:v>5.6786795868576716</c:v>
                </c:pt>
                <c:pt idx="228">
                  <c:v>5.6765267366201062</c:v>
                </c:pt>
                <c:pt idx="229">
                  <c:v>5.5843751520650846</c:v>
                </c:pt>
                <c:pt idx="230">
                  <c:v>5.5314265344553464</c:v>
                </c:pt>
                <c:pt idx="231">
                  <c:v>5.4994378954122931</c:v>
                </c:pt>
                <c:pt idx="232">
                  <c:v>5.5347706669019754</c:v>
                </c:pt>
                <c:pt idx="233">
                  <c:v>5.5678446240337287</c:v>
                </c:pt>
                <c:pt idx="234">
                  <c:v>5.5178662583749727</c:v>
                </c:pt>
                <c:pt idx="235">
                  <c:v>5.5407694134942371</c:v>
                </c:pt>
                <c:pt idx="236">
                  <c:v>5.5116962907986125</c:v>
                </c:pt>
                <c:pt idx="237">
                  <c:v>5.4591264385553142</c:v>
                </c:pt>
                <c:pt idx="238">
                  <c:v>5.4530752109152516</c:v>
                </c:pt>
                <c:pt idx="239">
                  <c:v>5.4110417744756614</c:v>
                </c:pt>
                <c:pt idx="240">
                  <c:v>5.3224692971779479</c:v>
                </c:pt>
                <c:pt idx="241">
                  <c:v>5.2099159871112075</c:v>
                </c:pt>
                <c:pt idx="242">
                  <c:v>5.2368224817285487</c:v>
                </c:pt>
                <c:pt idx="243">
                  <c:v>5.2937646690947826</c:v>
                </c:pt>
                <c:pt idx="244">
                  <c:v>5.2639985210114268</c:v>
                </c:pt>
                <c:pt idx="245">
                  <c:v>5.3114673156113144</c:v>
                </c:pt>
                <c:pt idx="246">
                  <c:v>5.2944832461143836</c:v>
                </c:pt>
                <c:pt idx="247">
                  <c:v>5.2083291556206479</c:v>
                </c:pt>
                <c:pt idx="248">
                  <c:v>5.2070074849372201</c:v>
                </c:pt>
                <c:pt idx="249">
                  <c:v>5.2015790156972823</c:v>
                </c:pt>
                <c:pt idx="250">
                  <c:v>5.1130526315393947</c:v>
                </c:pt>
                <c:pt idx="251">
                  <c:v>5.149665990696576</c:v>
                </c:pt>
                <c:pt idx="252">
                  <c:v>5.2041338031243018</c:v>
                </c:pt>
                <c:pt idx="253">
                  <c:v>5.2252057579600386</c:v>
                </c:pt>
                <c:pt idx="254">
                  <c:v>5.2084455157481049</c:v>
                </c:pt>
                <c:pt idx="255">
                  <c:v>5.1827033739238972</c:v>
                </c:pt>
                <c:pt idx="256">
                  <c:v>5.1449257872266774</c:v>
                </c:pt>
                <c:pt idx="257">
                  <c:v>5.0967575793310864</c:v>
                </c:pt>
                <c:pt idx="258">
                  <c:v>5.0484492132195378</c:v>
                </c:pt>
                <c:pt idx="259">
                  <c:v>5</c:v>
                </c:pt>
                <c:pt idx="260">
                  <c:v>4.964486363037711</c:v>
                </c:pt>
                <c:pt idx="261">
                  <c:v>4.9418631485910689</c:v>
                </c:pt>
                <c:pt idx="262">
                  <c:v>4.8868416548464273</c:v>
                </c:pt>
                <c:pt idx="263">
                  <c:v>4.9062100423048607</c:v>
                </c:pt>
                <c:pt idx="264">
                  <c:v>4.886585324382664</c:v>
                </c:pt>
                <c:pt idx="265">
                  <c:v>4.8589018848023473</c:v>
                </c:pt>
                <c:pt idx="266">
                  <c:v>4.8458406170618895</c:v>
                </c:pt>
                <c:pt idx="267">
                  <c:v>4.8383762213507815</c:v>
                </c:pt>
                <c:pt idx="268">
                  <c:v>4.813266732921381</c:v>
                </c:pt>
                <c:pt idx="269">
                  <c:v>4.7974838406282103</c:v>
                </c:pt>
                <c:pt idx="270">
                  <c:v>4.7906236658588055</c:v>
                </c:pt>
                <c:pt idx="271">
                  <c:v>4.7718822954057991</c:v>
                </c:pt>
                <c:pt idx="272">
                  <c:v>4.7825066388838593</c:v>
                </c:pt>
                <c:pt idx="273">
                  <c:v>4.7808340090216044</c:v>
                </c:pt>
                <c:pt idx="274">
                  <c:v>4.7992927458604013</c:v>
                </c:pt>
                <c:pt idx="275">
                  <c:v>4.8281511847471288</c:v>
                </c:pt>
                <c:pt idx="276">
                  <c:v>4.8504861291901777</c:v>
                </c:pt>
                <c:pt idx="277">
                  <c:v>4.875721622235532</c:v>
                </c:pt>
                <c:pt idx="278">
                  <c:v>4.907742764457355</c:v>
                </c:pt>
                <c:pt idx="279">
                  <c:v>4.9396861245057124</c:v>
                </c:pt>
                <c:pt idx="280">
                  <c:v>4.9609621792636105</c:v>
                </c:pt>
                <c:pt idx="281">
                  <c:v>4.9601582422581538</c:v>
                </c:pt>
                <c:pt idx="282">
                  <c:v>5.0175272921802172</c:v>
                </c:pt>
                <c:pt idx="283">
                  <c:v>5.0698916667172904</c:v>
                </c:pt>
                <c:pt idx="284">
                  <c:v>5.0795163652252571</c:v>
                </c:pt>
                <c:pt idx="285">
                  <c:v>4.9754064917052085</c:v>
                </c:pt>
                <c:pt idx="286">
                  <c:v>4.7567405110915066</c:v>
                </c:pt>
                <c:pt idx="287">
                  <c:v>4.911425017640334</c:v>
                </c:pt>
                <c:pt idx="288">
                  <c:v>5.0694750749154434</c:v>
                </c:pt>
                <c:pt idx="289">
                  <c:v>5.198585466670183</c:v>
                </c:pt>
                <c:pt idx="290">
                  <c:v>5.1852859675385314</c:v>
                </c:pt>
                <c:pt idx="291">
                  <c:v>5.2315473222797895</c:v>
                </c:pt>
                <c:pt idx="292">
                  <c:v>5.2073951432735743</c:v>
                </c:pt>
                <c:pt idx="293">
                  <c:v>5.0714999164874985</c:v>
                </c:pt>
                <c:pt idx="294">
                  <c:v>5.3575233805259863</c:v>
                </c:pt>
                <c:pt idx="295">
                  <c:v>5.3104210764889981</c:v>
                </c:pt>
                <c:pt idx="296">
                  <c:v>5.3850525082903458</c:v>
                </c:pt>
                <c:pt idx="297">
                  <c:v>5.2939159748364037</c:v>
                </c:pt>
                <c:pt idx="298">
                  <c:v>5.3470376922267064</c:v>
                </c:pt>
                <c:pt idx="299">
                  <c:v>5.3599489067565207</c:v>
                </c:pt>
                <c:pt idx="300">
                  <c:v>5.415875040996907</c:v>
                </c:pt>
                <c:pt idx="301">
                  <c:v>5.4022810718333432</c:v>
                </c:pt>
                <c:pt idx="302">
                  <c:v>5.325239394679337</c:v>
                </c:pt>
                <c:pt idx="303">
                  <c:v>5.4415699624034009</c:v>
                </c:pt>
                <c:pt idx="304">
                  <c:v>5.635078733157604</c:v>
                </c:pt>
                <c:pt idx="305">
                  <c:v>5.5360233231287577</c:v>
                </c:pt>
                <c:pt idx="306">
                  <c:v>5.7256849449972993</c:v>
                </c:pt>
                <c:pt idx="307">
                  <c:v>5.6832101166425719</c:v>
                </c:pt>
                <c:pt idx="308">
                  <c:v>5.8693268253494031</c:v>
                </c:pt>
                <c:pt idx="309">
                  <c:v>5.8214470753370522</c:v>
                </c:pt>
                <c:pt idx="310">
                  <c:v>5.8457728551362198</c:v>
                </c:pt>
                <c:pt idx="311">
                  <c:v>5.7816362551102438</c:v>
                </c:pt>
                <c:pt idx="312">
                  <c:v>5.7856601361162987</c:v>
                </c:pt>
                <c:pt idx="313">
                  <c:v>6.1410639211020737</c:v>
                </c:pt>
                <c:pt idx="314">
                  <c:v>6.1502316963108363</c:v>
                </c:pt>
                <c:pt idx="315">
                  <c:v>6.2733487273565123</c:v>
                </c:pt>
                <c:pt idx="316">
                  <c:v>6.3386827469933227</c:v>
                </c:pt>
                <c:pt idx="317">
                  <c:v>6.286457967033261</c:v>
                </c:pt>
                <c:pt idx="318">
                  <c:v>6.4995458009556746</c:v>
                </c:pt>
                <c:pt idx="319">
                  <c:v>6.5954578592529725</c:v>
                </c:pt>
                <c:pt idx="320">
                  <c:v>6.449818317250938</c:v>
                </c:pt>
                <c:pt idx="321">
                  <c:v>6.5861816148618768</c:v>
                </c:pt>
                <c:pt idx="322">
                  <c:v>6.7313376799080737</c:v>
                </c:pt>
                <c:pt idx="323">
                  <c:v>6.8295200758482704</c:v>
                </c:pt>
                <c:pt idx="324">
                  <c:v>6.8826622094934491</c:v>
                </c:pt>
                <c:pt idx="325">
                  <c:v>6.9947830206149693</c:v>
                </c:pt>
                <c:pt idx="326">
                  <c:v>7.1053579580087707</c:v>
                </c:pt>
                <c:pt idx="327">
                  <c:v>7.1613561127801519</c:v>
                </c:pt>
                <c:pt idx="328">
                  <c:v>7.1946055495013068</c:v>
                </c:pt>
                <c:pt idx="329">
                  <c:v>7.176953880995403</c:v>
                </c:pt>
                <c:pt idx="330">
                  <c:v>7.2834543351318288</c:v>
                </c:pt>
                <c:pt idx="331">
                  <c:v>7.4956831833124804</c:v>
                </c:pt>
                <c:pt idx="332">
                  <c:v>7.5153040810152021</c:v>
                </c:pt>
                <c:pt idx="333">
                  <c:v>7.3903145161638806</c:v>
                </c:pt>
                <c:pt idx="334">
                  <c:v>7.3513525361779513</c:v>
                </c:pt>
                <c:pt idx="335">
                  <c:v>7.2332994878588694</c:v>
                </c:pt>
                <c:pt idx="336">
                  <c:v>7.0765647759857799</c:v>
                </c:pt>
                <c:pt idx="337">
                  <c:v>6.9445695548924515</c:v>
                </c:pt>
                <c:pt idx="338">
                  <c:v>6.9751844179635771</c:v>
                </c:pt>
                <c:pt idx="339">
                  <c:v>6.7663293872136325</c:v>
                </c:pt>
                <c:pt idx="340">
                  <c:v>6.4931877032270719</c:v>
                </c:pt>
                <c:pt idx="341">
                  <c:v>6.3446277600068051</c:v>
                </c:pt>
                <c:pt idx="342">
                  <c:v>6.3525264708330358</c:v>
                </c:pt>
                <c:pt idx="343">
                  <c:v>6.2697324199292952</c:v>
                </c:pt>
                <c:pt idx="344">
                  <c:v>6.1471467125226678</c:v>
                </c:pt>
                <c:pt idx="345">
                  <c:v>6.1335139148989182</c:v>
                </c:pt>
                <c:pt idx="346">
                  <c:v>6.1123165817127063</c:v>
                </c:pt>
                <c:pt idx="347">
                  <c:v>6.1164592026550721</c:v>
                </c:pt>
                <c:pt idx="348">
                  <c:v>6.1370518138871795</c:v>
                </c:pt>
                <c:pt idx="349">
                  <c:v>6.1012095127973947</c:v>
                </c:pt>
                <c:pt idx="350">
                  <c:v>5.9920488081259737</c:v>
                </c:pt>
                <c:pt idx="351">
                  <c:v>6.0428105066556697</c:v>
                </c:pt>
                <c:pt idx="352">
                  <c:v>6.0945756077483786</c:v>
                </c:pt>
                <c:pt idx="353">
                  <c:v>6.132508132527045</c:v>
                </c:pt>
                <c:pt idx="354">
                  <c:v>6.14803225192105</c:v>
                </c:pt>
                <c:pt idx="355">
                  <c:v>5.8637090986793341</c:v>
                </c:pt>
                <c:pt idx="356">
                  <c:v>5.6913445537980536</c:v>
                </c:pt>
                <c:pt idx="357">
                  <c:v>6.1093130124378199</c:v>
                </c:pt>
                <c:pt idx="358">
                  <c:v>6.1051909330034366</c:v>
                </c:pt>
                <c:pt idx="359">
                  <c:v>5.9488830836861633</c:v>
                </c:pt>
                <c:pt idx="360">
                  <c:v>6.3166797858848405</c:v>
                </c:pt>
                <c:pt idx="361">
                  <c:v>6.4066641160960973</c:v>
                </c:pt>
                <c:pt idx="362">
                  <c:v>6.3944912685752673</c:v>
                </c:pt>
                <c:pt idx="363">
                  <c:v>6.2300249335078242</c:v>
                </c:pt>
                <c:pt idx="364">
                  <c:v>6.3049713768490605</c:v>
                </c:pt>
                <c:pt idx="365">
                  <c:v>6.3807988504771718</c:v>
                </c:pt>
                <c:pt idx="366">
                  <c:v>6.1711852869695596</c:v>
                </c:pt>
                <c:pt idx="367">
                  <c:v>5.8891561442061455</c:v>
                </c:pt>
                <c:pt idx="368">
                  <c:v>6.0324445603174759</c:v>
                </c:pt>
                <c:pt idx="369">
                  <c:v>5.9027791720882981</c:v>
                </c:pt>
                <c:pt idx="370">
                  <c:v>5.8744350224193704</c:v>
                </c:pt>
                <c:pt idx="371">
                  <c:v>5.9923520458746991</c:v>
                </c:pt>
                <c:pt idx="372">
                  <c:v>5.8031106481478352</c:v>
                </c:pt>
                <c:pt idx="373">
                  <c:v>5.5751875868669369</c:v>
                </c:pt>
                <c:pt idx="374">
                  <c:v>5.2090638902898103</c:v>
                </c:pt>
                <c:pt idx="375">
                  <c:v>5.239659464383938</c:v>
                </c:pt>
                <c:pt idx="376">
                  <c:v>5.1810614310704972</c:v>
                </c:pt>
                <c:pt idx="377">
                  <c:v>5.3057234590722047</c:v>
                </c:pt>
                <c:pt idx="378">
                  <c:v>5.4198461904489577</c:v>
                </c:pt>
                <c:pt idx="379">
                  <c:v>5.1116132229444391</c:v>
                </c:pt>
                <c:pt idx="380">
                  <c:v>4.7283124418473363</c:v>
                </c:pt>
                <c:pt idx="381">
                  <c:v>4.7975375742069808</c:v>
                </c:pt>
                <c:pt idx="382">
                  <c:v>4.7701928816284962</c:v>
                </c:pt>
                <c:pt idx="383">
                  <c:v>4.7475939662827429</c:v>
                </c:pt>
                <c:pt idx="384">
                  <c:v>4.8096177344357525</c:v>
                </c:pt>
                <c:pt idx="385">
                  <c:v>4.817506738146939</c:v>
                </c:pt>
                <c:pt idx="386">
                  <c:v>4.7539007728679747</c:v>
                </c:pt>
                <c:pt idx="387">
                  <c:v>4.7317946032072689</c:v>
                </c:pt>
                <c:pt idx="388">
                  <c:v>4.8909851525604653</c:v>
                </c:pt>
                <c:pt idx="389">
                  <c:v>4.9646870184996947</c:v>
                </c:pt>
                <c:pt idx="390">
                  <c:v>5.0154629958824923</c:v>
                </c:pt>
                <c:pt idx="391">
                  <c:v>5.0694403798074728</c:v>
                </c:pt>
                <c:pt idx="392">
                  <c:v>5.1080802088269746</c:v>
                </c:pt>
                <c:pt idx="393">
                  <c:v>5.4091678628859299</c:v>
                </c:pt>
                <c:pt idx="394">
                  <c:v>5.7377133756968526</c:v>
                </c:pt>
                <c:pt idx="395">
                  <c:v>5.8668936586799294</c:v>
                </c:pt>
                <c:pt idx="396">
                  <c:v>5.7562057429922895</c:v>
                </c:pt>
                <c:pt idx="397">
                  <c:v>5.8126732211194998</c:v>
                </c:pt>
                <c:pt idx="398">
                  <c:v>6.0504151232092838</c:v>
                </c:pt>
                <c:pt idx="399">
                  <c:v>6.1344610788212091</c:v>
                </c:pt>
                <c:pt idx="400">
                  <c:v>6.3039377882895762</c:v>
                </c:pt>
                <c:pt idx="401">
                  <c:v>6.4864783958134371</c:v>
                </c:pt>
                <c:pt idx="402">
                  <c:v>6.3658220871186666</c:v>
                </c:pt>
                <c:pt idx="403">
                  <c:v>6.3877138234766804</c:v>
                </c:pt>
                <c:pt idx="404">
                  <c:v>6.2649820709585127</c:v>
                </c:pt>
                <c:pt idx="405">
                  <c:v>6.0804295229316185</c:v>
                </c:pt>
                <c:pt idx="406">
                  <c:v>5.8459737611043963</c:v>
                </c:pt>
                <c:pt idx="407">
                  <c:v>5.5890296824163874</c:v>
                </c:pt>
                <c:pt idx="408">
                  <c:v>5.269074027022981</c:v>
                </c:pt>
                <c:pt idx="409">
                  <c:v>5.0341865177691254</c:v>
                </c:pt>
                <c:pt idx="410">
                  <c:v>4.8474017090409376</c:v>
                </c:pt>
                <c:pt idx="411">
                  <c:v>4.6509365894295538</c:v>
                </c:pt>
                <c:pt idx="412">
                  <c:v>4.5338831234540251</c:v>
                </c:pt>
                <c:pt idx="413">
                  <c:v>4.4442470281667292</c:v>
                </c:pt>
                <c:pt idx="414">
                  <c:v>4.3718599753038472</c:v>
                </c:pt>
                <c:pt idx="415">
                  <c:v>4.3343616717004849</c:v>
                </c:pt>
                <c:pt idx="416">
                  <c:v>4.3009120492164516</c:v>
                </c:pt>
                <c:pt idx="417">
                  <c:v>4.2643852399495499</c:v>
                </c:pt>
                <c:pt idx="418">
                  <c:v>4.216261590843347</c:v>
                </c:pt>
                <c:pt idx="419">
                  <c:v>4.1783477600894656</c:v>
                </c:pt>
                <c:pt idx="420">
                  <c:v>4.1807687928651331</c:v>
                </c:pt>
                <c:pt idx="421">
                  <c:v>4.1765157456608106</c:v>
                </c:pt>
                <c:pt idx="422">
                  <c:v>4.1546328709594373</c:v>
                </c:pt>
                <c:pt idx="423">
                  <c:v>4.1413731083729255</c:v>
                </c:pt>
                <c:pt idx="424">
                  <c:v>4.1212813999338289</c:v>
                </c:pt>
                <c:pt idx="425">
                  <c:v>4.1137043547182746</c:v>
                </c:pt>
                <c:pt idx="426">
                  <c:v>4.1192587033210675</c:v>
                </c:pt>
                <c:pt idx="427">
                  <c:v>4.1038371505571662</c:v>
                </c:pt>
                <c:pt idx="428">
                  <c:v>4.0953268288564848</c:v>
                </c:pt>
                <c:pt idx="429">
                  <c:v>4.0760489602458572</c:v>
                </c:pt>
                <c:pt idx="430">
                  <c:v>4.0614830622741493</c:v>
                </c:pt>
                <c:pt idx="431">
                  <c:v>4.0575843286831663</c:v>
                </c:pt>
                <c:pt idx="432">
                  <c:v>4.0514287886979625</c:v>
                </c:pt>
                <c:pt idx="433">
                  <c:v>4.0473780174175706</c:v>
                </c:pt>
                <c:pt idx="434">
                  <c:v>4.0393494387001638</c:v>
                </c:pt>
                <c:pt idx="435">
                  <c:v>4.0158319680223835</c:v>
                </c:pt>
                <c:pt idx="436">
                  <c:v>4.1111496612310789</c:v>
                </c:pt>
                <c:pt idx="437">
                  <c:v>4.1169018471011647</c:v>
                </c:pt>
                <c:pt idx="438">
                  <c:v>4.1909476580457676</c:v>
                </c:pt>
                <c:pt idx="439">
                  <c:v>4.2258409946999773</c:v>
                </c:pt>
                <c:pt idx="440">
                  <c:v>4.2911547389916471</c:v>
                </c:pt>
                <c:pt idx="441">
                  <c:v>4.2678948317378076</c:v>
                </c:pt>
                <c:pt idx="442">
                  <c:v>4.2621234978004621</c:v>
                </c:pt>
                <c:pt idx="443">
                  <c:v>4.2419709006994069</c:v>
                </c:pt>
                <c:pt idx="444">
                  <c:v>4.2586416652299093</c:v>
                </c:pt>
                <c:pt idx="445">
                  <c:v>4.2614255875419262</c:v>
                </c:pt>
                <c:pt idx="446">
                  <c:v>4.2869140135607768</c:v>
                </c:pt>
                <c:pt idx="447">
                  <c:v>4.3235011321940613</c:v>
                </c:pt>
                <c:pt idx="448">
                  <c:v>4.3142673172897057</c:v>
                </c:pt>
                <c:pt idx="449">
                  <c:v>4.3198212275066572</c:v>
                </c:pt>
                <c:pt idx="450">
                  <c:v>4.3288307767401744</c:v>
                </c:pt>
                <c:pt idx="451">
                  <c:v>4.3370131545186714</c:v>
                </c:pt>
                <c:pt idx="452">
                  <c:v>4.3392911639137814</c:v>
                </c:pt>
                <c:pt idx="453">
                  <c:v>4.3406748975069567</c:v>
                </c:pt>
                <c:pt idx="454">
                  <c:v>4.3423151494435421</c:v>
                </c:pt>
                <c:pt idx="455">
                  <c:v>4.3415964158575688</c:v>
                </c:pt>
                <c:pt idx="456">
                  <c:v>4.3431553785339618</c:v>
                </c:pt>
                <c:pt idx="457">
                  <c:v>4.3441626952562711</c:v>
                </c:pt>
                <c:pt idx="458">
                  <c:v>4.3485547577420354</c:v>
                </c:pt>
                <c:pt idx="459">
                  <c:v>4.3448847480493242</c:v>
                </c:pt>
                <c:pt idx="460">
                  <c:v>4.3516275606664951</c:v>
                </c:pt>
                <c:pt idx="461">
                  <c:v>4.3694993928042978</c:v>
                </c:pt>
                <c:pt idx="462">
                  <c:v>4.3748613526495319</c:v>
                </c:pt>
                <c:pt idx="463">
                  <c:v>4.3736078822776205</c:v>
                </c:pt>
                <c:pt idx="464">
                  <c:v>4.3846754651539941</c:v>
                </c:pt>
                <c:pt idx="465">
                  <c:v>4.3958625707985313</c:v>
                </c:pt>
                <c:pt idx="466">
                  <c:v>4.3914386627127611</c:v>
                </c:pt>
                <c:pt idx="467">
                  <c:v>4.3833391085448978</c:v>
                </c:pt>
                <c:pt idx="468">
                  <c:v>4.3875702208005443</c:v>
                </c:pt>
                <c:pt idx="469">
                  <c:v>4.3921333790173138</c:v>
                </c:pt>
                <c:pt idx="470">
                  <c:v>4.3872771598659766</c:v>
                </c:pt>
                <c:pt idx="471">
                  <c:v>4.3991527817867473</c:v>
                </c:pt>
                <c:pt idx="472">
                  <c:v>4.4180682853583697</c:v>
                </c:pt>
                <c:pt idx="473">
                  <c:v>4.4180734207353627</c:v>
                </c:pt>
                <c:pt idx="474">
                  <c:v>4.4145900694710045</c:v>
                </c:pt>
                <c:pt idx="475">
                  <c:v>4.42767951915837</c:v>
                </c:pt>
                <c:pt idx="476">
                  <c:v>4.4319464851131372</c:v>
                </c:pt>
                <c:pt idx="477">
                  <c:v>4.4358030279811036</c:v>
                </c:pt>
                <c:pt idx="478">
                  <c:v>4.444901757419947</c:v>
                </c:pt>
                <c:pt idx="479">
                  <c:v>4.4596971856067409</c:v>
                </c:pt>
                <c:pt idx="480">
                  <c:v>4.4663035036610541</c:v>
                </c:pt>
                <c:pt idx="481">
                  <c:v>4.4661198826203119</c:v>
                </c:pt>
                <c:pt idx="482">
                  <c:v>4.4676179722913849</c:v>
                </c:pt>
                <c:pt idx="483">
                  <c:v>4.4838005159049832</c:v>
                </c:pt>
                <c:pt idx="484">
                  <c:v>4.4935427018182805</c:v>
                </c:pt>
                <c:pt idx="485">
                  <c:v>4.5035745668325173</c:v>
                </c:pt>
                <c:pt idx="486">
                  <c:v>4.5051484033142222</c:v>
                </c:pt>
                <c:pt idx="487">
                  <c:v>4.4980114818261825</c:v>
                </c:pt>
                <c:pt idx="488">
                  <c:v>4.5032617159085646</c:v>
                </c:pt>
                <c:pt idx="489">
                  <c:v>4.5093477639096857</c:v>
                </c:pt>
                <c:pt idx="490">
                  <c:v>4.5033932003475279</c:v>
                </c:pt>
                <c:pt idx="491">
                  <c:v>4.5101398331841684</c:v>
                </c:pt>
                <c:pt idx="492">
                  <c:v>4.5271647351908415</c:v>
                </c:pt>
                <c:pt idx="493">
                  <c:v>4.5176157834935085</c:v>
                </c:pt>
                <c:pt idx="494">
                  <c:v>4.5020098425136448</c:v>
                </c:pt>
                <c:pt idx="495">
                  <c:v>4.5090432736299837</c:v>
                </c:pt>
                <c:pt idx="496">
                  <c:v>4.5257670985038585</c:v>
                </c:pt>
                <c:pt idx="497">
                  <c:v>4.5301322315736892</c:v>
                </c:pt>
                <c:pt idx="498">
                  <c:v>4.5430891008574896</c:v>
                </c:pt>
                <c:pt idx="499">
                  <c:v>4.5530192290433877</c:v>
                </c:pt>
                <c:pt idx="500">
                  <c:v>4.5483140964407518</c:v>
                </c:pt>
                <c:pt idx="501">
                  <c:v>4.546465485976694</c:v>
                </c:pt>
                <c:pt idx="502">
                  <c:v>4.5529390670610717</c:v>
                </c:pt>
                <c:pt idx="503">
                  <c:v>4.5638910726418489</c:v>
                </c:pt>
                <c:pt idx="504">
                  <c:v>4.5713835876733171</c:v>
                </c:pt>
                <c:pt idx="505">
                  <c:v>4.5868384421044803</c:v>
                </c:pt>
                <c:pt idx="506">
                  <c:v>4.6005725068574508</c:v>
                </c:pt>
                <c:pt idx="507">
                  <c:v>4.6074172754958784</c:v>
                </c:pt>
                <c:pt idx="508">
                  <c:v>4.6262248422108456</c:v>
                </c:pt>
                <c:pt idx="509">
                  <c:v>4.6329583860988102</c:v>
                </c:pt>
                <c:pt idx="510">
                  <c:v>4.651764637656254</c:v>
                </c:pt>
                <c:pt idx="511">
                  <c:v>4.6704550927251818</c:v>
                </c:pt>
                <c:pt idx="512">
                  <c:v>4.698940340008301</c:v>
                </c:pt>
                <c:pt idx="513">
                  <c:v>4.7296982421166174</c:v>
                </c:pt>
                <c:pt idx="514">
                  <c:v>4.7535037205493174</c:v>
                </c:pt>
                <c:pt idx="515">
                  <c:v>4.7704444524745604</c:v>
                </c:pt>
                <c:pt idx="516">
                  <c:v>4.7885715191115246</c:v>
                </c:pt>
                <c:pt idx="517">
                  <c:v>4.8045272606790643</c:v>
                </c:pt>
                <c:pt idx="518">
                  <c:v>4.8063706731395808</c:v>
                </c:pt>
                <c:pt idx="519">
                  <c:v>4.8300016740076464</c:v>
                </c:pt>
                <c:pt idx="520">
                  <c:v>4.8565211365541217</c:v>
                </c:pt>
                <c:pt idx="521">
                  <c:v>4.870255514439835</c:v>
                </c:pt>
                <c:pt idx="522">
                  <c:v>4.8662724033169775</c:v>
                </c:pt>
                <c:pt idx="523">
                  <c:v>4.8853055508603047</c:v>
                </c:pt>
                <c:pt idx="524">
                  <c:v>4.8900262148470137</c:v>
                </c:pt>
                <c:pt idx="525">
                  <c:v>4.8859269941028973</c:v>
                </c:pt>
                <c:pt idx="526">
                  <c:v>4.8862593531967633</c:v>
                </c:pt>
                <c:pt idx="527">
                  <c:v>4.8968051629827754</c:v>
                </c:pt>
                <c:pt idx="528">
                  <c:v>4.895531025849797</c:v>
                </c:pt>
                <c:pt idx="529">
                  <c:v>4.872733083332327</c:v>
                </c:pt>
                <c:pt idx="530">
                  <c:v>4.8699296058804826</c:v>
                </c:pt>
                <c:pt idx="531">
                  <c:v>4.8585951399668925</c:v>
                </c:pt>
                <c:pt idx="532">
                  <c:v>4.8438029996739038</c:v>
                </c:pt>
                <c:pt idx="533">
                  <c:v>4.8383543646852907</c:v>
                </c:pt>
                <c:pt idx="534">
                  <c:v>4.8356839686494002</c:v>
                </c:pt>
                <c:pt idx="535">
                  <c:v>4.8347934817536613</c:v>
                </c:pt>
                <c:pt idx="536">
                  <c:v>4.8139125378914116</c:v>
                </c:pt>
                <c:pt idx="537">
                  <c:v>4.7974664304476757</c:v>
                </c:pt>
                <c:pt idx="538">
                  <c:v>4.818535504462174</c:v>
                </c:pt>
                <c:pt idx="539">
                  <c:v>4.84753629349406</c:v>
                </c:pt>
                <c:pt idx="540">
                  <c:v>4.8430774084808501</c:v>
                </c:pt>
                <c:pt idx="541">
                  <c:v>4.8347149480616123</c:v>
                </c:pt>
                <c:pt idx="542">
                  <c:v>4.8242773569517254</c:v>
                </c:pt>
                <c:pt idx="543">
                  <c:v>4.8221183066858417</c:v>
                </c:pt>
                <c:pt idx="544">
                  <c:v>4.8506208388963987</c:v>
                </c:pt>
                <c:pt idx="545">
                  <c:v>4.8644186574759285</c:v>
                </c:pt>
                <c:pt idx="546">
                  <c:v>4.8618368780064269</c:v>
                </c:pt>
                <c:pt idx="547">
                  <c:v>4.8785136390289656</c:v>
                </c:pt>
                <c:pt idx="548">
                  <c:v>4.8898963900115922</c:v>
                </c:pt>
                <c:pt idx="549">
                  <c:v>4.9132633573504059</c:v>
                </c:pt>
                <c:pt idx="550">
                  <c:v>4.9122737952546496</c:v>
                </c:pt>
                <c:pt idx="551">
                  <c:v>4.9199471757587165</c:v>
                </c:pt>
                <c:pt idx="552">
                  <c:v>4.9152305198711224</c:v>
                </c:pt>
                <c:pt idx="553">
                  <c:v>4.9241529868886946</c:v>
                </c:pt>
                <c:pt idx="554">
                  <c:v>4.9322621229185053</c:v>
                </c:pt>
                <c:pt idx="555">
                  <c:v>4.9443520528888723</c:v>
                </c:pt>
                <c:pt idx="556">
                  <c:v>4.936638215634356</c:v>
                </c:pt>
                <c:pt idx="557">
                  <c:v>4.9088158077425081</c:v>
                </c:pt>
                <c:pt idx="558">
                  <c:v>4.9014224931641559</c:v>
                </c:pt>
                <c:pt idx="559">
                  <c:v>4.8942365977150457</c:v>
                </c:pt>
                <c:pt idx="560">
                  <c:v>4.8415483186681803</c:v>
                </c:pt>
                <c:pt idx="561">
                  <c:v>4.7954735910419997</c:v>
                </c:pt>
                <c:pt idx="562">
                  <c:v>4.8045327091887993</c:v>
                </c:pt>
                <c:pt idx="563">
                  <c:v>4.8295564618730511</c:v>
                </c:pt>
                <c:pt idx="564">
                  <c:v>4.816096951909512</c:v>
                </c:pt>
                <c:pt idx="565">
                  <c:v>4.7747494014311043</c:v>
                </c:pt>
                <c:pt idx="566">
                  <c:v>4.7641086497972882</c:v>
                </c:pt>
                <c:pt idx="567">
                  <c:v>4.7565397930029736</c:v>
                </c:pt>
                <c:pt idx="568">
                  <c:v>4.7553086176823935</c:v>
                </c:pt>
                <c:pt idx="569">
                  <c:v>4.7625806872624938</c:v>
                </c:pt>
                <c:pt idx="570">
                  <c:v>4.7313267828885985</c:v>
                </c:pt>
                <c:pt idx="571">
                  <c:v>4.6503012430931534</c:v>
                </c:pt>
                <c:pt idx="572">
                  <c:v>4.6090186989722799</c:v>
                </c:pt>
                <c:pt idx="573">
                  <c:v>4.5911053141194245</c:v>
                </c:pt>
                <c:pt idx="574">
                  <c:v>4.5913101029336225</c:v>
                </c:pt>
                <c:pt idx="575">
                  <c:v>4.6659717833579846</c:v>
                </c:pt>
                <c:pt idx="576">
                  <c:v>4.5941775847182207</c:v>
                </c:pt>
                <c:pt idx="577">
                  <c:v>4.5199701659647387</c:v>
                </c:pt>
                <c:pt idx="578">
                  <c:v>4.4565447530256295</c:v>
                </c:pt>
                <c:pt idx="579">
                  <c:v>4.4598271356952601</c:v>
                </c:pt>
                <c:pt idx="580">
                  <c:v>4.4414976287396737</c:v>
                </c:pt>
                <c:pt idx="581">
                  <c:v>4.3334323876578358</c:v>
                </c:pt>
                <c:pt idx="582">
                  <c:v>4.1990704310065547</c:v>
                </c:pt>
                <c:pt idx="583">
                  <c:v>4.0261540209782654</c:v>
                </c:pt>
                <c:pt idx="584">
                  <c:v>3.9428921340992225</c:v>
                </c:pt>
                <c:pt idx="585">
                  <c:v>3.9422536290362733</c:v>
                </c:pt>
                <c:pt idx="586">
                  <c:v>3.7398386076264485</c:v>
                </c:pt>
                <c:pt idx="587">
                  <c:v>3.4040040534407368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6A0-42C5-857B-5B109011262B}"/>
            </c:ext>
          </c:extLst>
        </c:ser>
        <c:ser>
          <c:idx val="2"/>
          <c:order val="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Shifted!$D$2:$D$589</c:f>
              <c:numCache>
                <c:formatCode>General</c:formatCode>
                <c:ptCount val="588"/>
                <c:pt idx="0">
                  <c:v>6.2417306380812487</c:v>
                </c:pt>
                <c:pt idx="1">
                  <c:v>6.2389462018805819</c:v>
                </c:pt>
                <c:pt idx="2">
                  <c:v>6.3270899445391402</c:v>
                </c:pt>
                <c:pt idx="3">
                  <c:v>6.3436633607218473</c:v>
                </c:pt>
                <c:pt idx="4">
                  <c:v>6.3365088613115077</c:v>
                </c:pt>
                <c:pt idx="5">
                  <c:v>6.3600220287233578</c:v>
                </c:pt>
                <c:pt idx="6">
                  <c:v>6.4056839689273826</c:v>
                </c:pt>
                <c:pt idx="7">
                  <c:v>6.3769421485544546</c:v>
                </c:pt>
                <c:pt idx="8">
                  <c:v>6.4083406625644468</c:v>
                </c:pt>
                <c:pt idx="9">
                  <c:v>6.4514336107939432</c:v>
                </c:pt>
                <c:pt idx="10">
                  <c:v>6.4679582305629086</c:v>
                </c:pt>
                <c:pt idx="11">
                  <c:v>6.4962247621431279</c:v>
                </c:pt>
                <c:pt idx="12">
                  <c:v>6.5305431114117383</c:v>
                </c:pt>
                <c:pt idx="13">
                  <c:v>6.5623073787211306</c:v>
                </c:pt>
                <c:pt idx="14">
                  <c:v>6.588917799583605</c:v>
                </c:pt>
                <c:pt idx="15">
                  <c:v>6.6373435877116282</c:v>
                </c:pt>
                <c:pt idx="16">
                  <c:v>6.6867068751069727</c:v>
                </c:pt>
                <c:pt idx="17">
                  <c:v>6.7034334944445373</c:v>
                </c:pt>
                <c:pt idx="18">
                  <c:v>6.7394472992870167</c:v>
                </c:pt>
                <c:pt idx="19">
                  <c:v>6.7717570460263001</c:v>
                </c:pt>
                <c:pt idx="20">
                  <c:v>6.7918853468912159</c:v>
                </c:pt>
                <c:pt idx="21">
                  <c:v>6.8563914949462754</c:v>
                </c:pt>
                <c:pt idx="22">
                  <c:v>6.9274428100169523</c:v>
                </c:pt>
                <c:pt idx="23">
                  <c:v>6.9962162997020085</c:v>
                </c:pt>
                <c:pt idx="24">
                  <c:v>7.075340563799335</c:v>
                </c:pt>
                <c:pt idx="25">
                  <c:v>7.1674465789171382</c:v>
                </c:pt>
                <c:pt idx="26">
                  <c:v>7.2429781521017915</c:v>
                </c:pt>
                <c:pt idx="27">
                  <c:v>7.3240543460166885</c:v>
                </c:pt>
                <c:pt idx="28">
                  <c:v>7.4198883045693389</c:v>
                </c:pt>
                <c:pt idx="29">
                  <c:v>7.5055726090636536</c:v>
                </c:pt>
                <c:pt idx="30">
                  <c:v>7.5568670181962307</c:v>
                </c:pt>
                <c:pt idx="31">
                  <c:v>7.604424471943676</c:v>
                </c:pt>
                <c:pt idx="32">
                  <c:v>7.6808060991707281</c:v>
                </c:pt>
                <c:pt idx="33">
                  <c:v>7.7004986026348359</c:v>
                </c:pt>
                <c:pt idx="34">
                  <c:v>7.7298522098767517</c:v>
                </c:pt>
                <c:pt idx="35">
                  <c:v>7.796069382931984</c:v>
                </c:pt>
                <c:pt idx="36">
                  <c:v>7.8620951802624539</c:v>
                </c:pt>
                <c:pt idx="37">
                  <c:v>7.922330030221544</c:v>
                </c:pt>
                <c:pt idx="38">
                  <c:v>7.9687028887477007</c:v>
                </c:pt>
                <c:pt idx="39">
                  <c:v>8.0583489345090609</c:v>
                </c:pt>
                <c:pt idx="40">
                  <c:v>8.1377742563602453</c:v>
                </c:pt>
                <c:pt idx="41">
                  <c:v>8.1912964489105971</c:v>
                </c:pt>
                <c:pt idx="42">
                  <c:v>8.2661683180271837</c:v>
                </c:pt>
                <c:pt idx="43">
                  <c:v>8.3179114197089472</c:v>
                </c:pt>
                <c:pt idx="44">
                  <c:v>8.3682628711165137</c:v>
                </c:pt>
                <c:pt idx="45">
                  <c:v>8.4017687161355887</c:v>
                </c:pt>
                <c:pt idx="46">
                  <c:v>8.4275431870242006</c:v>
                </c:pt>
                <c:pt idx="47">
                  <c:v>8.4621172778576277</c:v>
                </c:pt>
                <c:pt idx="48">
                  <c:v>8.4816613405796275</c:v>
                </c:pt>
                <c:pt idx="49">
                  <c:v>8.5231840114227655</c:v>
                </c:pt>
                <c:pt idx="50">
                  <c:v>8.5451591026852469</c:v>
                </c:pt>
                <c:pt idx="51">
                  <c:v>8.5514158872917214</c:v>
                </c:pt>
                <c:pt idx="52">
                  <c:v>8.5759694220863434</c:v>
                </c:pt>
                <c:pt idx="53">
                  <c:v>8.6045016962981578</c:v>
                </c:pt>
                <c:pt idx="54">
                  <c:v>8.6315158598602224</c:v>
                </c:pt>
                <c:pt idx="55">
                  <c:v>8.649486421408767</c:v>
                </c:pt>
                <c:pt idx="56">
                  <c:v>8.6712968064578959</c:v>
                </c:pt>
                <c:pt idx="57">
                  <c:v>8.6849240475760681</c:v>
                </c:pt>
                <c:pt idx="58">
                  <c:v>8.6994771017333505</c:v>
                </c:pt>
                <c:pt idx="59">
                  <c:v>8.7084650201516016</c:v>
                </c:pt>
                <c:pt idx="60">
                  <c:v>8.711427680491056</c:v>
                </c:pt>
                <c:pt idx="61">
                  <c:v>8.7217640211292942</c:v>
                </c:pt>
                <c:pt idx="62">
                  <c:v>8.7238345716583439</c:v>
                </c:pt>
                <c:pt idx="63">
                  <c:v>8.7243846669652143</c:v>
                </c:pt>
                <c:pt idx="64">
                  <c:v>8.7166276490737786</c:v>
                </c:pt>
                <c:pt idx="65">
                  <c:v>8.709050284044956</c:v>
                </c:pt>
                <c:pt idx="66">
                  <c:v>8.7018498090345844</c:v>
                </c:pt>
                <c:pt idx="67">
                  <c:v>8.6666498638975717</c:v>
                </c:pt>
                <c:pt idx="68">
                  <c:v>8.6285833858908347</c:v>
                </c:pt>
                <c:pt idx="69">
                  <c:v>8.5883798301122862</c:v>
                </c:pt>
                <c:pt idx="70">
                  <c:v>8.5627190709866241</c:v>
                </c:pt>
                <c:pt idx="71">
                  <c:v>8.5345762888700829</c:v>
                </c:pt>
                <c:pt idx="72">
                  <c:v>8.4719870485818927</c:v>
                </c:pt>
                <c:pt idx="73">
                  <c:v>8.4340946550782281</c:v>
                </c:pt>
                <c:pt idx="74">
                  <c:v>8.3910685271630499</c:v>
                </c:pt>
                <c:pt idx="75">
                  <c:v>8.3527297856826372</c:v>
                </c:pt>
                <c:pt idx="76">
                  <c:v>8.3318863902259483</c:v>
                </c:pt>
                <c:pt idx="77">
                  <c:v>8.3247830684357265</c:v>
                </c:pt>
                <c:pt idx="78">
                  <c:v>8.3231465568781609</c:v>
                </c:pt>
                <c:pt idx="79">
                  <c:v>8.3133134200981456</c:v>
                </c:pt>
                <c:pt idx="80">
                  <c:v>8.3048824841682816</c:v>
                </c:pt>
                <c:pt idx="81">
                  <c:v>8.2981150223789495</c:v>
                </c:pt>
                <c:pt idx="82">
                  <c:v>8.2762461695547955</c:v>
                </c:pt>
                <c:pt idx="83">
                  <c:v>8.2612496981363073</c:v>
                </c:pt>
                <c:pt idx="84">
                  <c:v>8.2322660937313206</c:v>
                </c:pt>
                <c:pt idx="85">
                  <c:v>8.1959499855808886</c:v>
                </c:pt>
                <c:pt idx="86">
                  <c:v>8.1588282237284844</c:v>
                </c:pt>
                <c:pt idx="87">
                  <c:v>8.120404638033186</c:v>
                </c:pt>
                <c:pt idx="88">
                  <c:v>8.0688256564216712</c:v>
                </c:pt>
                <c:pt idx="89">
                  <c:v>8.0248681471078598</c:v>
                </c:pt>
                <c:pt idx="90">
                  <c:v>7.9839497898090883</c:v>
                </c:pt>
                <c:pt idx="91">
                  <c:v>7.9227274352487775</c:v>
                </c:pt>
                <c:pt idx="92">
                  <c:v>7.8512192948932933</c:v>
                </c:pt>
                <c:pt idx="93">
                  <c:v>7.7841001941306036</c:v>
                </c:pt>
                <c:pt idx="94">
                  <c:v>7.7072269393717061</c:v>
                </c:pt>
                <c:pt idx="95">
                  <c:v>7.6339060049189191</c:v>
                </c:pt>
                <c:pt idx="96">
                  <c:v>7.5561028341191614</c:v>
                </c:pt>
                <c:pt idx="97">
                  <c:v>7.4816717446197911</c:v>
                </c:pt>
                <c:pt idx="98">
                  <c:v>7.4105601300768784</c:v>
                </c:pt>
                <c:pt idx="99">
                  <c:v>7.3378314932347362</c:v>
                </c:pt>
                <c:pt idx="100">
                  <c:v>7.2774550897150689</c:v>
                </c:pt>
                <c:pt idx="101">
                  <c:v>7.2287720946644587</c:v>
                </c:pt>
                <c:pt idx="102">
                  <c:v>7.1890211879010693</c:v>
                </c:pt>
                <c:pt idx="103">
                  <c:v>7.171992411791325</c:v>
                </c:pt>
                <c:pt idx="104">
                  <c:v>7.176651297017469</c:v>
                </c:pt>
                <c:pt idx="105">
                  <c:v>7.193113419277549</c:v>
                </c:pt>
                <c:pt idx="106">
                  <c:v>7.2177539230558247</c:v>
                </c:pt>
                <c:pt idx="107">
                  <c:v>7.2565368144763296</c:v>
                </c:pt>
                <c:pt idx="108">
                  <c:v>7.2879724020379033</c:v>
                </c:pt>
                <c:pt idx="109">
                  <c:v>7.3007592604749689</c:v>
                </c:pt>
                <c:pt idx="110">
                  <c:v>7.3258042762656626</c:v>
                </c:pt>
                <c:pt idx="111">
                  <c:v>7.3217886098326712</c:v>
                </c:pt>
                <c:pt idx="112">
                  <c:v>7.3045472103104965</c:v>
                </c:pt>
                <c:pt idx="113">
                  <c:v>7.2712205785466937</c:v>
                </c:pt>
                <c:pt idx="114">
                  <c:v>7.2163028525240538</c:v>
                </c:pt>
                <c:pt idx="115">
                  <c:v>7.1438115303727656</c:v>
                </c:pt>
                <c:pt idx="116">
                  <c:v>7.0472028371671058</c:v>
                </c:pt>
                <c:pt idx="117">
                  <c:v>6.9426025955589115</c:v>
                </c:pt>
                <c:pt idx="118">
                  <c:v>6.8477080046047432</c:v>
                </c:pt>
                <c:pt idx="119">
                  <c:v>6.7531171823162985</c:v>
                </c:pt>
                <c:pt idx="120">
                  <c:v>6.6800060138282902</c:v>
                </c:pt>
                <c:pt idx="121">
                  <c:v>6.6184274307940845</c:v>
                </c:pt>
                <c:pt idx="122">
                  <c:v>6.5581640063584814</c:v>
                </c:pt>
                <c:pt idx="123">
                  <c:v>6.509503358013867</c:v>
                </c:pt>
                <c:pt idx="124">
                  <c:v>6.4707075714449847</c:v>
                </c:pt>
                <c:pt idx="125">
                  <c:v>6.449826040052332</c:v>
                </c:pt>
                <c:pt idx="126">
                  <c:v>6.4356415233742155</c:v>
                </c:pt>
                <c:pt idx="127">
                  <c:v>6.4278562240778223</c:v>
                </c:pt>
                <c:pt idx="128">
                  <c:v>6.4337723130027644</c:v>
                </c:pt>
                <c:pt idx="129">
                  <c:v>6.4492118719769671</c:v>
                </c:pt>
                <c:pt idx="130">
                  <c:v>6.4603804991946401</c:v>
                </c:pt>
                <c:pt idx="131">
                  <c:v>6.4697336580370779</c:v>
                </c:pt>
                <c:pt idx="132">
                  <c:v>6.4909354433703701</c:v>
                </c:pt>
                <c:pt idx="133">
                  <c:v>6.5084985988249011</c:v>
                </c:pt>
                <c:pt idx="134">
                  <c:v>6.5050588546294765</c:v>
                </c:pt>
                <c:pt idx="135">
                  <c:v>6.490714504052594</c:v>
                </c:pt>
                <c:pt idx="136">
                  <c:v>6.4722846261110352</c:v>
                </c:pt>
                <c:pt idx="137">
                  <c:v>6.4551765008780428</c:v>
                </c:pt>
                <c:pt idx="138">
                  <c:v>6.4381159631386327</c:v>
                </c:pt>
                <c:pt idx="139">
                  <c:v>6.4518143107425967</c:v>
                </c:pt>
                <c:pt idx="140">
                  <c:v>6.4640379222868027</c:v>
                </c:pt>
                <c:pt idx="141">
                  <c:v>6.4750127559393889</c:v>
                </c:pt>
                <c:pt idx="142">
                  <c:v>6.4917553110427022</c:v>
                </c:pt>
                <c:pt idx="143">
                  <c:v>6.5159810819381185</c:v>
                </c:pt>
                <c:pt idx="144">
                  <c:v>6.5484320891664352</c:v>
                </c:pt>
                <c:pt idx="145">
                  <c:v>6.578671908153721</c:v>
                </c:pt>
                <c:pt idx="146">
                  <c:v>6.6054904464534836</c:v>
                </c:pt>
                <c:pt idx="147">
                  <c:v>6.625539984338257</c:v>
                </c:pt>
                <c:pt idx="148">
                  <c:v>6.6521437011889342</c:v>
                </c:pt>
                <c:pt idx="149">
                  <c:v>6.6864456750844639</c:v>
                </c:pt>
                <c:pt idx="150">
                  <c:v>6.7168336051083557</c:v>
                </c:pt>
                <c:pt idx="151">
                  <c:v>6.7387934566500292</c:v>
                </c:pt>
                <c:pt idx="152">
                  <c:v>6.7593338893877633</c:v>
                </c:pt>
                <c:pt idx="153">
                  <c:v>6.7798291158382877</c:v>
                </c:pt>
                <c:pt idx="154">
                  <c:v>6.7922786489166942</c:v>
                </c:pt>
                <c:pt idx="155">
                  <c:v>6.8190450204798392</c:v>
                </c:pt>
                <c:pt idx="156">
                  <c:v>6.8329778619609556</c:v>
                </c:pt>
                <c:pt idx="157">
                  <c:v>6.8517304849513634</c:v>
                </c:pt>
                <c:pt idx="158">
                  <c:v>6.848833985515232</c:v>
                </c:pt>
                <c:pt idx="159">
                  <c:v>6.8531777455529355</c:v>
                </c:pt>
                <c:pt idx="160">
                  <c:v>6.865032050305147</c:v>
                </c:pt>
                <c:pt idx="161">
                  <c:v>6.8646281244358418</c:v>
                </c:pt>
                <c:pt idx="162">
                  <c:v>6.8754280310046276</c:v>
                </c:pt>
                <c:pt idx="163">
                  <c:v>6.8865939839443708</c:v>
                </c:pt>
                <c:pt idx="164">
                  <c:v>6.8811870335766265</c:v>
                </c:pt>
                <c:pt idx="165">
                  <c:v>6.8770167718988908</c:v>
                </c:pt>
                <c:pt idx="166">
                  <c:v>6.8781324220371101</c:v>
                </c:pt>
                <c:pt idx="167">
                  <c:v>6.8765685922249311</c:v>
                </c:pt>
                <c:pt idx="168">
                  <c:v>6.8695779564472215</c:v>
                </c:pt>
                <c:pt idx="169">
                  <c:v>6.8626369230300339</c:v>
                </c:pt>
                <c:pt idx="170">
                  <c:v>6.8664904476257727</c:v>
                </c:pt>
                <c:pt idx="171">
                  <c:v>6.867092270061919</c:v>
                </c:pt>
                <c:pt idx="172">
                  <c:v>6.8556806498920313</c:v>
                </c:pt>
                <c:pt idx="173">
                  <c:v>6.8541938246306726</c:v>
                </c:pt>
                <c:pt idx="174">
                  <c:v>6.8547856093660986</c:v>
                </c:pt>
                <c:pt idx="175">
                  <c:v>6.8650596722991128</c:v>
                </c:pt>
                <c:pt idx="176">
                  <c:v>6.8726709603603133</c:v>
                </c:pt>
                <c:pt idx="177">
                  <c:v>6.8902688081600543</c:v>
                </c:pt>
                <c:pt idx="178">
                  <c:v>6.9193496390530775</c:v>
                </c:pt>
                <c:pt idx="179">
                  <c:v>6.9496095700757525</c:v>
                </c:pt>
                <c:pt idx="180">
                  <c:v>6.9827985314770551</c:v>
                </c:pt>
                <c:pt idx="181">
                  <c:v>7.0133239120597768</c:v>
                </c:pt>
                <c:pt idx="182">
                  <c:v>7.0422406228825594</c:v>
                </c:pt>
                <c:pt idx="183">
                  <c:v>7.0731889057177115</c:v>
                </c:pt>
                <c:pt idx="184">
                  <c:v>7.1072205211046713</c:v>
                </c:pt>
                <c:pt idx="185">
                  <c:v>7.1392886303476759</c:v>
                </c:pt>
                <c:pt idx="186">
                  <c:v>7.1607901912467762</c:v>
                </c:pt>
                <c:pt idx="187">
                  <c:v>7.1860925238618858</c:v>
                </c:pt>
                <c:pt idx="188">
                  <c:v>7.2140671561743126</c:v>
                </c:pt>
                <c:pt idx="189">
                  <c:v>7.2285399819936842</c:v>
                </c:pt>
                <c:pt idx="190">
                  <c:v>7.2461868460108274</c:v>
                </c:pt>
                <c:pt idx="191">
                  <c:v>7.2604242621044435</c:v>
                </c:pt>
                <c:pt idx="192">
                  <c:v>7.278630160110855</c:v>
                </c:pt>
                <c:pt idx="193">
                  <c:v>7.3209447102929079</c:v>
                </c:pt>
                <c:pt idx="194">
                  <c:v>7.3569346298037352</c:v>
                </c:pt>
                <c:pt idx="195">
                  <c:v>7.3868071202320191</c:v>
                </c:pt>
                <c:pt idx="196">
                  <c:v>7.4205474224942991</c:v>
                </c:pt>
                <c:pt idx="197">
                  <c:v>7.4584632617222812</c:v>
                </c:pt>
                <c:pt idx="198">
                  <c:v>7.509539479082898</c:v>
                </c:pt>
                <c:pt idx="199">
                  <c:v>7.5536548074285461</c:v>
                </c:pt>
                <c:pt idx="200">
                  <c:v>7.5772016414351597</c:v>
                </c:pt>
                <c:pt idx="201">
                  <c:v>7.5887202327222631</c:v>
                </c:pt>
                <c:pt idx="202">
                  <c:v>7.6180029166481074</c:v>
                </c:pt>
                <c:pt idx="203">
                  <c:v>7.7225315755292296</c:v>
                </c:pt>
                <c:pt idx="204">
                  <c:v>7.7783476391327895</c:v>
                </c:pt>
                <c:pt idx="205">
                  <c:v>7.8162772527238111</c:v>
                </c:pt>
                <c:pt idx="206">
                  <c:v>7.8292075696865604</c:v>
                </c:pt>
                <c:pt idx="207">
                  <c:v>7.8096201323745618</c:v>
                </c:pt>
                <c:pt idx="208">
                  <c:v>7.7788452746314976</c:v>
                </c:pt>
                <c:pt idx="209">
                  <c:v>7.7208355704462024</c:v>
                </c:pt>
                <c:pt idx="210">
                  <c:v>7.6414461498603874</c:v>
                </c:pt>
                <c:pt idx="211">
                  <c:v>7.5832459491649846</c:v>
                </c:pt>
                <c:pt idx="212">
                  <c:v>7.5125374545446011</c:v>
                </c:pt>
                <c:pt idx="213">
                  <c:v>7.439881206376306</c:v>
                </c:pt>
                <c:pt idx="214">
                  <c:v>7.4442487052098745</c:v>
                </c:pt>
                <c:pt idx="215">
                  <c:v>7.4742945474623523</c:v>
                </c:pt>
                <c:pt idx="216">
                  <c:v>7.4804987257248872</c:v>
                </c:pt>
                <c:pt idx="217">
                  <c:v>7.5022521083567604</c:v>
                </c:pt>
                <c:pt idx="218">
                  <c:v>7.5238857712588292</c:v>
                </c:pt>
                <c:pt idx="219">
                  <c:v>7.5077493980310317</c:v>
                </c:pt>
                <c:pt idx="220">
                  <c:v>7.5369992579428313</c:v>
                </c:pt>
                <c:pt idx="221">
                  <c:v>7.5451127973797121</c:v>
                </c:pt>
                <c:pt idx="222">
                  <c:v>7.5392226452872926</c:v>
                </c:pt>
                <c:pt idx="223">
                  <c:v>7.5277636940614334</c:v>
                </c:pt>
                <c:pt idx="224">
                  <c:v>7.5017204765577965</c:v>
                </c:pt>
                <c:pt idx="225">
                  <c:v>7.4379409261530061</c:v>
                </c:pt>
                <c:pt idx="226">
                  <c:v>7.4053057967208851</c:v>
                </c:pt>
                <c:pt idx="227">
                  <c:v>7.4022666447058372</c:v>
                </c:pt>
                <c:pt idx="228">
                  <c:v>7.3923394319569917</c:v>
                </c:pt>
                <c:pt idx="229">
                  <c:v>7.3552573813001647</c:v>
                </c:pt>
                <c:pt idx="230">
                  <c:v>7.3416635503391436</c:v>
                </c:pt>
                <c:pt idx="231">
                  <c:v>7.3358878426885701</c:v>
                </c:pt>
                <c:pt idx="232">
                  <c:v>7.3635505735996496</c:v>
                </c:pt>
                <c:pt idx="233">
                  <c:v>7.3907741367870461</c:v>
                </c:pt>
                <c:pt idx="234">
                  <c:v>7.3759375359012687</c:v>
                </c:pt>
                <c:pt idx="235">
                  <c:v>7.3696275588077444</c:v>
                </c:pt>
                <c:pt idx="236">
                  <c:v>7.3619926052185498</c:v>
                </c:pt>
                <c:pt idx="237">
                  <c:v>7.3413080545441343</c:v>
                </c:pt>
                <c:pt idx="238">
                  <c:v>7.3164687749843553</c:v>
                </c:pt>
                <c:pt idx="239">
                  <c:v>7.2945219651268314</c:v>
                </c:pt>
                <c:pt idx="240">
                  <c:v>7.2570527669471545</c:v>
                </c:pt>
                <c:pt idx="241">
                  <c:v>7.2042028805416907</c:v>
                </c:pt>
                <c:pt idx="242">
                  <c:v>7.1713523435173778</c:v>
                </c:pt>
                <c:pt idx="243">
                  <c:v>7.1704988458842251</c:v>
                </c:pt>
                <c:pt idx="244">
                  <c:v>7.1600779541026514</c:v>
                </c:pt>
                <c:pt idx="245">
                  <c:v>7.1536857704382291</c:v>
                </c:pt>
                <c:pt idx="246">
                  <c:v>7.1475216697107067</c:v>
                </c:pt>
                <c:pt idx="247">
                  <c:v>7.1380334781497607</c:v>
                </c:pt>
                <c:pt idx="248">
                  <c:v>7.1325600005392502</c:v>
                </c:pt>
                <c:pt idx="249">
                  <c:v>7.1173220381602595</c:v>
                </c:pt>
                <c:pt idx="250">
                  <c:v>7.0915863992525541</c:v>
                </c:pt>
                <c:pt idx="251">
                  <c:v>7.1057327433607629</c:v>
                </c:pt>
                <c:pt idx="252">
                  <c:v>7.1169864712309261</c:v>
                </c:pt>
                <c:pt idx="253">
                  <c:v>7.1172237859217793</c:v>
                </c:pt>
                <c:pt idx="254">
                  <c:v>7.1085504065488632</c:v>
                </c:pt>
                <c:pt idx="255">
                  <c:v>7.0986791704668297</c:v>
                </c:pt>
                <c:pt idx="256">
                  <c:v>7.0802246012468437</c:v>
                </c:pt>
                <c:pt idx="257">
                  <c:v>7.053560731459708</c:v>
                </c:pt>
                <c:pt idx="258">
                  <c:v>7.0268193442465421</c:v>
                </c:pt>
                <c:pt idx="259">
                  <c:v>7</c:v>
                </c:pt>
                <c:pt idx="260">
                  <c:v>6.9879598878825497</c:v>
                </c:pt>
                <c:pt idx="261">
                  <c:v>6.9456573536342034</c:v>
                </c:pt>
                <c:pt idx="262">
                  <c:v>6.964476723671039</c:v>
                </c:pt>
                <c:pt idx="263">
                  <c:v>6.9773977356119472</c:v>
                </c:pt>
                <c:pt idx="264">
                  <c:v>6.9480403184398263</c:v>
                </c:pt>
                <c:pt idx="265">
                  <c:v>6.9170518848017828</c:v>
                </c:pt>
                <c:pt idx="266">
                  <c:v>6.9178103539835476</c:v>
                </c:pt>
                <c:pt idx="267">
                  <c:v>6.9091682599990207</c:v>
                </c:pt>
                <c:pt idx="268">
                  <c:v>6.8713968317792729</c:v>
                </c:pt>
                <c:pt idx="269">
                  <c:v>6.8373489509210694</c:v>
                </c:pt>
                <c:pt idx="270">
                  <c:v>6.8286387178002332</c:v>
                </c:pt>
                <c:pt idx="271">
                  <c:v>6.8172195510378293</c:v>
                </c:pt>
                <c:pt idx="272">
                  <c:v>6.8007507613999021</c:v>
                </c:pt>
                <c:pt idx="273">
                  <c:v>6.7859628103920837</c:v>
                </c:pt>
                <c:pt idx="274">
                  <c:v>6.7835742772269372</c:v>
                </c:pt>
                <c:pt idx="275">
                  <c:v>6.7655579232480783</c:v>
                </c:pt>
                <c:pt idx="276">
                  <c:v>6.7547639513782585</c:v>
                </c:pt>
                <c:pt idx="277">
                  <c:v>6.7449432701392924</c:v>
                </c:pt>
                <c:pt idx="278">
                  <c:v>6.7537348306163665</c:v>
                </c:pt>
                <c:pt idx="279">
                  <c:v>6.7535323914404364</c:v>
                </c:pt>
                <c:pt idx="280">
                  <c:v>6.7627174737466511</c:v>
                </c:pt>
                <c:pt idx="281">
                  <c:v>6.7555679199187857</c:v>
                </c:pt>
                <c:pt idx="282">
                  <c:v>6.7501732785563071</c:v>
                </c:pt>
                <c:pt idx="283">
                  <c:v>6.7723817280436656</c:v>
                </c:pt>
                <c:pt idx="284">
                  <c:v>6.788666908353008</c:v>
                </c:pt>
                <c:pt idx="285">
                  <c:v>6.7621103027546399</c:v>
                </c:pt>
                <c:pt idx="286">
                  <c:v>6.7039641004930646</c:v>
                </c:pt>
                <c:pt idx="287">
                  <c:v>6.763704392204767</c:v>
                </c:pt>
                <c:pt idx="288">
                  <c:v>6.8178838709828682</c:v>
                </c:pt>
                <c:pt idx="289">
                  <c:v>6.8351506211944661</c:v>
                </c:pt>
                <c:pt idx="290">
                  <c:v>6.8198174105604261</c:v>
                </c:pt>
                <c:pt idx="291">
                  <c:v>6.8385063637557222</c:v>
                </c:pt>
                <c:pt idx="292">
                  <c:v>6.8305105658156657</c:v>
                </c:pt>
                <c:pt idx="293">
                  <c:v>6.8443965158481408</c:v>
                </c:pt>
                <c:pt idx="294">
                  <c:v>6.8842696334495468</c:v>
                </c:pt>
                <c:pt idx="295">
                  <c:v>6.893968030582605</c:v>
                </c:pt>
                <c:pt idx="296">
                  <c:v>6.9285165509229394</c:v>
                </c:pt>
                <c:pt idx="297">
                  <c:v>6.9786505432374328</c:v>
                </c:pt>
                <c:pt idx="298">
                  <c:v>6.9984232017715575</c:v>
                </c:pt>
                <c:pt idx="299">
                  <c:v>7.0277884586077519</c:v>
                </c:pt>
                <c:pt idx="300">
                  <c:v>7.0570844772893038</c:v>
                </c:pt>
                <c:pt idx="301">
                  <c:v>7.0540484025255736</c:v>
                </c:pt>
                <c:pt idx="302">
                  <c:v>7.0265631264404504</c:v>
                </c:pt>
                <c:pt idx="303">
                  <c:v>7.0787557998860535</c:v>
                </c:pt>
                <c:pt idx="304">
                  <c:v>7.1416526920380683</c:v>
                </c:pt>
                <c:pt idx="305">
                  <c:v>7.2217976510901138</c:v>
                </c:pt>
                <c:pt idx="306">
                  <c:v>7.2799859091196879</c:v>
                </c:pt>
                <c:pt idx="307">
                  <c:v>7.3045236180503981</c:v>
                </c:pt>
                <c:pt idx="308">
                  <c:v>7.3715096643275677</c:v>
                </c:pt>
                <c:pt idx="309">
                  <c:v>7.3964047740183858</c:v>
                </c:pt>
                <c:pt idx="310">
                  <c:v>7.4453480166089552</c:v>
                </c:pt>
                <c:pt idx="311">
                  <c:v>7.4454495659024147</c:v>
                </c:pt>
                <c:pt idx="312">
                  <c:v>7.523071032338688</c:v>
                </c:pt>
                <c:pt idx="313">
                  <c:v>7.6975085401050842</c:v>
                </c:pt>
                <c:pt idx="314">
                  <c:v>7.7355956796563863</c:v>
                </c:pt>
                <c:pt idx="315">
                  <c:v>7.8097360421741744</c:v>
                </c:pt>
                <c:pt idx="316">
                  <c:v>7.8420104005233124</c:v>
                </c:pt>
                <c:pt idx="317">
                  <c:v>7.895674732777362</c:v>
                </c:pt>
                <c:pt idx="318">
                  <c:v>8.0385644065769952</c:v>
                </c:pt>
                <c:pt idx="319">
                  <c:v>8.071279398007583</c:v>
                </c:pt>
                <c:pt idx="320">
                  <c:v>8.0704952850648475</c:v>
                </c:pt>
                <c:pt idx="321">
                  <c:v>8.2177084969649528</c:v>
                </c:pt>
                <c:pt idx="322">
                  <c:v>8.329427373352063</c:v>
                </c:pt>
                <c:pt idx="323">
                  <c:v>8.4267416363239924</c:v>
                </c:pt>
                <c:pt idx="324">
                  <c:v>8.49562854470045</c:v>
                </c:pt>
                <c:pt idx="325">
                  <c:v>8.5645824199269995</c:v>
                </c:pt>
                <c:pt idx="326">
                  <c:v>8.629191216293842</c:v>
                </c:pt>
                <c:pt idx="327">
                  <c:v>8.6530003493412959</c:v>
                </c:pt>
                <c:pt idx="328">
                  <c:v>8.6908355938919222</c:v>
                </c:pt>
                <c:pt idx="329">
                  <c:v>8.6957805902226664</c:v>
                </c:pt>
                <c:pt idx="330">
                  <c:v>8.7094333285660426</c:v>
                </c:pt>
                <c:pt idx="331">
                  <c:v>8.7493312107137662</c:v>
                </c:pt>
                <c:pt idx="332">
                  <c:v>8.7494988476426556</c:v>
                </c:pt>
                <c:pt idx="333">
                  <c:v>8.7226751805906968</c:v>
                </c:pt>
                <c:pt idx="334">
                  <c:v>8.705652998590919</c:v>
                </c:pt>
                <c:pt idx="335">
                  <c:v>8.6638988012201192</c:v>
                </c:pt>
                <c:pt idx="336">
                  <c:v>8.5973422513053475</c:v>
                </c:pt>
                <c:pt idx="337">
                  <c:v>8.5478937533556731</c:v>
                </c:pt>
                <c:pt idx="338">
                  <c:v>8.5209613567571836</c:v>
                </c:pt>
                <c:pt idx="339">
                  <c:v>8.4480454471920261</c:v>
                </c:pt>
                <c:pt idx="340">
                  <c:v>8.3378024791508967</c:v>
                </c:pt>
                <c:pt idx="341">
                  <c:v>8.2359609933484546</c:v>
                </c:pt>
                <c:pt idx="342">
                  <c:v>8.1701365361755869</c:v>
                </c:pt>
                <c:pt idx="343">
                  <c:v>8.0769482810767244</c:v>
                </c:pt>
                <c:pt idx="344">
                  <c:v>7.9763548404870193</c:v>
                </c:pt>
                <c:pt idx="345">
                  <c:v>7.9042089764300183</c:v>
                </c:pt>
                <c:pt idx="346">
                  <c:v>7.802073832930458</c:v>
                </c:pt>
                <c:pt idx="347">
                  <c:v>7.7172000178187554</c:v>
                </c:pt>
                <c:pt idx="348">
                  <c:v>7.6262587423244614</c:v>
                </c:pt>
                <c:pt idx="349">
                  <c:v>7.5428763683510907</c:v>
                </c:pt>
                <c:pt idx="350">
                  <c:v>7.430794083237017</c:v>
                </c:pt>
                <c:pt idx="351">
                  <c:v>7.3159667434123365</c:v>
                </c:pt>
                <c:pt idx="352">
                  <c:v>7.2558999699894748</c:v>
                </c:pt>
                <c:pt idx="353">
                  <c:v>7.1952439029393913</c:v>
                </c:pt>
                <c:pt idx="354">
                  <c:v>7.1368635365061674</c:v>
                </c:pt>
                <c:pt idx="355">
                  <c:v>7.0803680597725354</c:v>
                </c:pt>
                <c:pt idx="356">
                  <c:v>7.0186284339193978</c:v>
                </c:pt>
                <c:pt idx="357">
                  <c:v>7.0002818615670641</c:v>
                </c:pt>
                <c:pt idx="358">
                  <c:v>6.9808186865939694</c:v>
                </c:pt>
                <c:pt idx="359">
                  <c:v>6.9709713358435916</c:v>
                </c:pt>
                <c:pt idx="360">
                  <c:v>6.992814544906766</c:v>
                </c:pt>
                <c:pt idx="361">
                  <c:v>6.9903662984124892</c:v>
                </c:pt>
                <c:pt idx="362">
                  <c:v>6.9710607959354496</c:v>
                </c:pt>
                <c:pt idx="363">
                  <c:v>6.9407174860556573</c:v>
                </c:pt>
                <c:pt idx="364">
                  <c:v>6.9223629275034764</c:v>
                </c:pt>
                <c:pt idx="365">
                  <c:v>6.9119514872795254</c:v>
                </c:pt>
                <c:pt idx="366">
                  <c:v>6.8828025172501937</c:v>
                </c:pt>
                <c:pt idx="367">
                  <c:v>6.8478927129516505</c:v>
                </c:pt>
                <c:pt idx="368">
                  <c:v>6.8289635143499581</c:v>
                </c:pt>
                <c:pt idx="369">
                  <c:v>6.8102191706309467</c:v>
                </c:pt>
                <c:pt idx="370">
                  <c:v>6.7923878913384454</c:v>
                </c:pt>
                <c:pt idx="371">
                  <c:v>6.7723010600984299</c:v>
                </c:pt>
                <c:pt idx="372">
                  <c:v>6.7393945464072962</c:v>
                </c:pt>
                <c:pt idx="373">
                  <c:v>6.7117713801560086</c:v>
                </c:pt>
                <c:pt idx="374">
                  <c:v>6.669097963856073</c:v>
                </c:pt>
                <c:pt idx="375">
                  <c:v>6.6351819651971677</c:v>
                </c:pt>
                <c:pt idx="376">
                  <c:v>6.6145840904348496</c:v>
                </c:pt>
                <c:pt idx="377">
                  <c:v>6.5869221288366013</c:v>
                </c:pt>
                <c:pt idx="378">
                  <c:v>6.5620278983604416</c:v>
                </c:pt>
                <c:pt idx="379">
                  <c:v>6.5408088950733507</c:v>
                </c:pt>
                <c:pt idx="380">
                  <c:v>6.5123090785361439</c:v>
                </c:pt>
                <c:pt idx="381">
                  <c:v>6.4647798695597132</c:v>
                </c:pt>
                <c:pt idx="382">
                  <c:v>6.4302137282921912</c:v>
                </c:pt>
                <c:pt idx="383">
                  <c:v>6.3886983842379097</c:v>
                </c:pt>
                <c:pt idx="384">
                  <c:v>6.3653209089555638</c:v>
                </c:pt>
                <c:pt idx="385">
                  <c:v>6.3432327287071795</c:v>
                </c:pt>
                <c:pt idx="386">
                  <c:v>6.3255420871266566</c:v>
                </c:pt>
                <c:pt idx="387">
                  <c:v>6.3159649849830144</c:v>
                </c:pt>
                <c:pt idx="388">
                  <c:v>6.3069989736634184</c:v>
                </c:pt>
                <c:pt idx="389">
                  <c:v>6.291167028512346</c:v>
                </c:pt>
                <c:pt idx="390">
                  <c:v>6.2695805684474477</c:v>
                </c:pt>
                <c:pt idx="391">
                  <c:v>6.266503188911579</c:v>
                </c:pt>
                <c:pt idx="392">
                  <c:v>6.2677678659350038</c:v>
                </c:pt>
                <c:pt idx="393">
                  <c:v>6.2634888563937672</c:v>
                </c:pt>
                <c:pt idx="394">
                  <c:v>6.2626516242318599</c:v>
                </c:pt>
                <c:pt idx="395">
                  <c:v>6.2641044348759838</c:v>
                </c:pt>
                <c:pt idx="396">
                  <c:v>6.2613256769366759</c:v>
                </c:pt>
                <c:pt idx="397">
                  <c:v>6.2533560722667563</c:v>
                </c:pt>
                <c:pt idx="398">
                  <c:v>6.2479290648145325</c:v>
                </c:pt>
                <c:pt idx="399">
                  <c:v>6.2334278476883691</c:v>
                </c:pt>
                <c:pt idx="400">
                  <c:v>6.229980373730708</c:v>
                </c:pt>
                <c:pt idx="401">
                  <c:v>6.2217859282279493</c:v>
                </c:pt>
                <c:pt idx="402">
                  <c:v>6.2151336985102592</c:v>
                </c:pt>
                <c:pt idx="403">
                  <c:v>6.2064941139509102</c:v>
                </c:pt>
                <c:pt idx="404">
                  <c:v>6.1936138023220648</c:v>
                </c:pt>
                <c:pt idx="405">
                  <c:v>6.1907364074878615</c:v>
                </c:pt>
                <c:pt idx="406">
                  <c:v>6.1897813788782168</c:v>
                </c:pt>
                <c:pt idx="407">
                  <c:v>6.183525345267598</c:v>
                </c:pt>
                <c:pt idx="408">
                  <c:v>6.1734997886954099</c:v>
                </c:pt>
                <c:pt idx="409">
                  <c:v>6.1641701854791249</c:v>
                </c:pt>
                <c:pt idx="410">
                  <c:v>6.1513170379199424</c:v>
                </c:pt>
                <c:pt idx="411">
                  <c:v>6.1553685140334391</c:v>
                </c:pt>
                <c:pt idx="412">
                  <c:v>6.1556022385977585</c:v>
                </c:pt>
                <c:pt idx="413">
                  <c:v>6.1494163956243248</c:v>
                </c:pt>
                <c:pt idx="414">
                  <c:v>6.1453115163785972</c:v>
                </c:pt>
                <c:pt idx="415">
                  <c:v>6.1397129155315033</c:v>
                </c:pt>
                <c:pt idx="416">
                  <c:v>6.1321887796236725</c:v>
                </c:pt>
                <c:pt idx="417">
                  <c:v>6.1217254107837435</c:v>
                </c:pt>
                <c:pt idx="418">
                  <c:v>6.1189966581783377</c:v>
                </c:pt>
                <c:pt idx="419">
                  <c:v>6.1205577953956123</c:v>
                </c:pt>
                <c:pt idx="420">
                  <c:v>6.13377221775451</c:v>
                </c:pt>
                <c:pt idx="421">
                  <c:v>6.1374758362503732</c:v>
                </c:pt>
                <c:pt idx="422">
                  <c:v>6.1319720440509995</c:v>
                </c:pt>
                <c:pt idx="423">
                  <c:v>6.127904412368089</c:v>
                </c:pt>
                <c:pt idx="424">
                  <c:v>6.1316522388761765</c:v>
                </c:pt>
                <c:pt idx="425">
                  <c:v>6.1139066463792773</c:v>
                </c:pt>
                <c:pt idx="426">
                  <c:v>6.0965514343507996</c:v>
                </c:pt>
                <c:pt idx="427">
                  <c:v>6.1015849840832841</c:v>
                </c:pt>
                <c:pt idx="428">
                  <c:v>6.0970504985733278</c:v>
                </c:pt>
                <c:pt idx="429">
                  <c:v>6.0933203845772859</c:v>
                </c:pt>
                <c:pt idx="430">
                  <c:v>6.0981118022552447</c:v>
                </c:pt>
                <c:pt idx="431">
                  <c:v>6.0891741272915265</c:v>
                </c:pt>
                <c:pt idx="432">
                  <c:v>6.0869399970429079</c:v>
                </c:pt>
                <c:pt idx="433">
                  <c:v>6.1780312610634516</c:v>
                </c:pt>
                <c:pt idx="434">
                  <c:v>6.3585728997906301</c:v>
                </c:pt>
                <c:pt idx="435">
                  <c:v>6.8874194932441135</c:v>
                </c:pt>
                <c:pt idx="436">
                  <c:v>7.0077081482098</c:v>
                </c:pt>
                <c:pt idx="437">
                  <c:v>7.0136023300360861</c:v>
                </c:pt>
                <c:pt idx="438">
                  <c:v>7.0243965217095683</c:v>
                </c:pt>
                <c:pt idx="439">
                  <c:v>7.0186080654463989</c:v>
                </c:pt>
                <c:pt idx="440">
                  <c:v>7.0524761469062245</c:v>
                </c:pt>
                <c:pt idx="441">
                  <c:v>7.0910228226541996</c:v>
                </c:pt>
                <c:pt idx="442">
                  <c:v>7.1184130702879358</c:v>
                </c:pt>
                <c:pt idx="443">
                  <c:v>7.1023517233779705</c:v>
                </c:pt>
                <c:pt idx="444">
                  <c:v>7.0830008680779457</c:v>
                </c:pt>
                <c:pt idx="445">
                  <c:v>7.0846530589636574</c:v>
                </c:pt>
                <c:pt idx="446">
                  <c:v>7.105251519869082</c:v>
                </c:pt>
                <c:pt idx="447">
                  <c:v>7.1040438452629129</c:v>
                </c:pt>
                <c:pt idx="448">
                  <c:v>7.0935558400954744</c:v>
                </c:pt>
                <c:pt idx="449">
                  <c:v>7.1329014288996708</c:v>
                </c:pt>
                <c:pt idx="450">
                  <c:v>7.1417793722172904</c:v>
                </c:pt>
                <c:pt idx="451">
                  <c:v>7.1579260762173664</c:v>
                </c:pt>
                <c:pt idx="452">
                  <c:v>7.1563880367019426</c:v>
                </c:pt>
                <c:pt idx="453">
                  <c:v>7.1451729210090162</c:v>
                </c:pt>
                <c:pt idx="454">
                  <c:v>7.1450556923874098</c:v>
                </c:pt>
                <c:pt idx="455">
                  <c:v>7.1399916357378546</c:v>
                </c:pt>
                <c:pt idx="456">
                  <c:v>7.1470219094432377</c:v>
                </c:pt>
                <c:pt idx="457">
                  <c:v>7.1475294361068844</c:v>
                </c:pt>
                <c:pt idx="458">
                  <c:v>7.1432775540013633</c:v>
                </c:pt>
                <c:pt idx="459">
                  <c:v>7.1339479141511353</c:v>
                </c:pt>
                <c:pt idx="460">
                  <c:v>7.1313712290483195</c:v>
                </c:pt>
                <c:pt idx="461">
                  <c:v>7.1308598191865729</c:v>
                </c:pt>
                <c:pt idx="462">
                  <c:v>7.1371308910313118</c:v>
                </c:pt>
                <c:pt idx="463">
                  <c:v>7.1589694109496254</c:v>
                </c:pt>
                <c:pt idx="464">
                  <c:v>7.153628987824634</c:v>
                </c:pt>
                <c:pt idx="465">
                  <c:v>7.1505841209142886</c:v>
                </c:pt>
                <c:pt idx="466">
                  <c:v>7.1580952517719094</c:v>
                </c:pt>
                <c:pt idx="467">
                  <c:v>7.1746528420907012</c:v>
                </c:pt>
                <c:pt idx="468">
                  <c:v>7.1846860002063266</c:v>
                </c:pt>
                <c:pt idx="469">
                  <c:v>7.1991800004454714</c:v>
                </c:pt>
                <c:pt idx="470">
                  <c:v>7.2124897718027645</c:v>
                </c:pt>
                <c:pt idx="471">
                  <c:v>7.2338114600355912</c:v>
                </c:pt>
                <c:pt idx="472">
                  <c:v>7.2517785047254861</c:v>
                </c:pt>
                <c:pt idx="473">
                  <c:v>7.25709833957381</c:v>
                </c:pt>
                <c:pt idx="474">
                  <c:v>7.2690238607136406</c:v>
                </c:pt>
                <c:pt idx="475">
                  <c:v>7.2907429539737008</c:v>
                </c:pt>
                <c:pt idx="476">
                  <c:v>7.3146262341243178</c:v>
                </c:pt>
                <c:pt idx="477">
                  <c:v>7.3282517168131642</c:v>
                </c:pt>
                <c:pt idx="478">
                  <c:v>7.3501305340701606</c:v>
                </c:pt>
                <c:pt idx="479">
                  <c:v>7.3716202988392068</c:v>
                </c:pt>
                <c:pt idx="480">
                  <c:v>7.3859119331703118</c:v>
                </c:pt>
                <c:pt idx="481">
                  <c:v>7.4047504261260411</c:v>
                </c:pt>
                <c:pt idx="482">
                  <c:v>7.4166079546653521</c:v>
                </c:pt>
                <c:pt idx="483">
                  <c:v>7.4230502535655081</c:v>
                </c:pt>
                <c:pt idx="484">
                  <c:v>7.4323003244888248</c:v>
                </c:pt>
                <c:pt idx="485">
                  <c:v>7.4449085558137229</c:v>
                </c:pt>
                <c:pt idx="486">
                  <c:v>7.453631097939823</c:v>
                </c:pt>
                <c:pt idx="487">
                  <c:v>7.4442585231069343</c:v>
                </c:pt>
                <c:pt idx="488">
                  <c:v>7.4560704790195977</c:v>
                </c:pt>
                <c:pt idx="489">
                  <c:v>7.4675900960571377</c:v>
                </c:pt>
                <c:pt idx="490">
                  <c:v>7.4729036298670435</c:v>
                </c:pt>
                <c:pt idx="491">
                  <c:v>7.4771835003059666</c:v>
                </c:pt>
                <c:pt idx="492">
                  <c:v>7.4942324983529431</c:v>
                </c:pt>
                <c:pt idx="493">
                  <c:v>7.4961346792742161</c:v>
                </c:pt>
                <c:pt idx="494">
                  <c:v>7.4928872999200564</c:v>
                </c:pt>
                <c:pt idx="495">
                  <c:v>7.4904984736833464</c:v>
                </c:pt>
                <c:pt idx="496">
                  <c:v>7.4965285674427999</c:v>
                </c:pt>
                <c:pt idx="497">
                  <c:v>7.4988076383825257</c:v>
                </c:pt>
                <c:pt idx="498">
                  <c:v>7.4874730960313451</c:v>
                </c:pt>
                <c:pt idx="499">
                  <c:v>7.4872254505682072</c:v>
                </c:pt>
                <c:pt idx="500">
                  <c:v>7.4965779499996534</c:v>
                </c:pt>
                <c:pt idx="501">
                  <c:v>7.4954132836440328</c:v>
                </c:pt>
                <c:pt idx="502">
                  <c:v>7.4961950520143397</c:v>
                </c:pt>
                <c:pt idx="503">
                  <c:v>7.5016220045156459</c:v>
                </c:pt>
                <c:pt idx="504">
                  <c:v>7.5111633885636504</c:v>
                </c:pt>
                <c:pt idx="505">
                  <c:v>7.5302282792948496</c:v>
                </c:pt>
                <c:pt idx="506">
                  <c:v>7.540998658904571</c:v>
                </c:pt>
                <c:pt idx="507">
                  <c:v>7.5515587596742915</c:v>
                </c:pt>
                <c:pt idx="508">
                  <c:v>7.5658499543980726</c:v>
                </c:pt>
                <c:pt idx="509">
                  <c:v>7.5779711008002026</c:v>
                </c:pt>
                <c:pt idx="510">
                  <c:v>7.6017361265787766</c:v>
                </c:pt>
                <c:pt idx="511">
                  <c:v>7.6124711910662413</c:v>
                </c:pt>
                <c:pt idx="512">
                  <c:v>7.6205926434350815</c:v>
                </c:pt>
                <c:pt idx="513">
                  <c:v>7.64164983459042</c:v>
                </c:pt>
                <c:pt idx="514">
                  <c:v>7.6644452331325592</c:v>
                </c:pt>
                <c:pt idx="515">
                  <c:v>7.6883334954995934</c:v>
                </c:pt>
                <c:pt idx="516">
                  <c:v>7.7140711859081881</c:v>
                </c:pt>
                <c:pt idx="517">
                  <c:v>7.7288096078233721</c:v>
                </c:pt>
                <c:pt idx="518">
                  <c:v>7.7487312932427113</c:v>
                </c:pt>
                <c:pt idx="519">
                  <c:v>7.7670177859264697</c:v>
                </c:pt>
                <c:pt idx="520">
                  <c:v>7.7929818741105343</c:v>
                </c:pt>
                <c:pt idx="521">
                  <c:v>7.8106132053353132</c:v>
                </c:pt>
                <c:pt idx="522">
                  <c:v>7.8084822820661319</c:v>
                </c:pt>
                <c:pt idx="523">
                  <c:v>7.8184316217173091</c:v>
                </c:pt>
                <c:pt idx="524">
                  <c:v>7.8304304107456488</c:v>
                </c:pt>
                <c:pt idx="525">
                  <c:v>7.8392571398092041</c:v>
                </c:pt>
                <c:pt idx="526">
                  <c:v>7.850185045379205</c:v>
                </c:pt>
                <c:pt idx="527">
                  <c:v>7.8517623564828662</c:v>
                </c:pt>
                <c:pt idx="528">
                  <c:v>7.8506583559389256</c:v>
                </c:pt>
                <c:pt idx="529">
                  <c:v>7.8431377002557952</c:v>
                </c:pt>
                <c:pt idx="530">
                  <c:v>7.8268772112248746</c:v>
                </c:pt>
                <c:pt idx="531">
                  <c:v>7.8243285144554617</c:v>
                </c:pt>
                <c:pt idx="532">
                  <c:v>7.812687126187237</c:v>
                </c:pt>
                <c:pt idx="533">
                  <c:v>7.8166906301507399</c:v>
                </c:pt>
                <c:pt idx="534">
                  <c:v>7.8181045538630407</c:v>
                </c:pt>
                <c:pt idx="535">
                  <c:v>7.8037213346713097</c:v>
                </c:pt>
                <c:pt idx="536">
                  <c:v>7.7968808980650248</c:v>
                </c:pt>
                <c:pt idx="537">
                  <c:v>7.7933400075495305</c:v>
                </c:pt>
                <c:pt idx="538">
                  <c:v>7.7886104188109773</c:v>
                </c:pt>
                <c:pt idx="539">
                  <c:v>7.7835890773404142</c:v>
                </c:pt>
                <c:pt idx="540">
                  <c:v>7.7876319994279273</c:v>
                </c:pt>
                <c:pt idx="541">
                  <c:v>7.8084893157834303</c:v>
                </c:pt>
                <c:pt idx="542">
                  <c:v>7.8208183964531379</c:v>
                </c:pt>
                <c:pt idx="543">
                  <c:v>7.8319239033848618</c:v>
                </c:pt>
                <c:pt idx="544">
                  <c:v>7.8505509452143798</c:v>
                </c:pt>
                <c:pt idx="545">
                  <c:v>7.8692726491558407</c:v>
                </c:pt>
                <c:pt idx="546">
                  <c:v>7.8644930917173363</c:v>
                </c:pt>
                <c:pt idx="547">
                  <c:v>7.8779541612643866</c:v>
                </c:pt>
                <c:pt idx="548">
                  <c:v>7.8880929716752268</c:v>
                </c:pt>
                <c:pt idx="549">
                  <c:v>7.8863428948904772</c:v>
                </c:pt>
                <c:pt idx="550">
                  <c:v>7.8718187082812667</c:v>
                </c:pt>
                <c:pt idx="551">
                  <c:v>7.8641600158962071</c:v>
                </c:pt>
                <c:pt idx="552">
                  <c:v>7.8487544165883207</c:v>
                </c:pt>
                <c:pt idx="553">
                  <c:v>7.8441007333822625</c:v>
                </c:pt>
                <c:pt idx="554">
                  <c:v>7.8386969335337167</c:v>
                </c:pt>
                <c:pt idx="555">
                  <c:v>7.82977407700045</c:v>
                </c:pt>
                <c:pt idx="556">
                  <c:v>7.8161894777933831</c:v>
                </c:pt>
                <c:pt idx="557">
                  <c:v>7.79100950255207</c:v>
                </c:pt>
                <c:pt idx="558">
                  <c:v>7.7525548512720528</c:v>
                </c:pt>
                <c:pt idx="559">
                  <c:v>7.7469747688837778</c:v>
                </c:pt>
                <c:pt idx="560">
                  <c:v>7.7245297373844481</c:v>
                </c:pt>
                <c:pt idx="561">
                  <c:v>7.6943712091194509</c:v>
                </c:pt>
                <c:pt idx="562">
                  <c:v>7.6679300004454749</c:v>
                </c:pt>
                <c:pt idx="563">
                  <c:v>7.6205857562535666</c:v>
                </c:pt>
                <c:pt idx="564">
                  <c:v>7.6030739982228166</c:v>
                </c:pt>
                <c:pt idx="565">
                  <c:v>7.6064176515824702</c:v>
                </c:pt>
                <c:pt idx="566">
                  <c:v>7.5826936558214575</c:v>
                </c:pt>
                <c:pt idx="567">
                  <c:v>7.5824354597823795</c:v>
                </c:pt>
                <c:pt idx="568">
                  <c:v>7.5976999451370046</c:v>
                </c:pt>
                <c:pt idx="569">
                  <c:v>7.5607846521944033</c:v>
                </c:pt>
                <c:pt idx="570">
                  <c:v>7.502998415069035</c:v>
                </c:pt>
                <c:pt idx="571">
                  <c:v>7.4949171135031012</c:v>
                </c:pt>
                <c:pt idx="572">
                  <c:v>7.4873769685616338</c:v>
                </c:pt>
                <c:pt idx="573">
                  <c:v>7.5196393109770563</c:v>
                </c:pt>
                <c:pt idx="574">
                  <c:v>7.5017219419155641</c:v>
                </c:pt>
                <c:pt idx="575">
                  <c:v>7.4671544451921044</c:v>
                </c:pt>
                <c:pt idx="576">
                  <c:v>7.4516346945139365</c:v>
                </c:pt>
                <c:pt idx="577">
                  <c:v>7.460643567548308</c:v>
                </c:pt>
                <c:pt idx="578">
                  <c:v>7.4470218947896587</c:v>
                </c:pt>
                <c:pt idx="579">
                  <c:v>7.4503791759765781</c:v>
                </c:pt>
                <c:pt idx="580">
                  <c:v>7.4188096547148223</c:v>
                </c:pt>
                <c:pt idx="581">
                  <c:v>7.3465771880136117</c:v>
                </c:pt>
                <c:pt idx="582">
                  <c:v>7.3372600037044293</c:v>
                </c:pt>
                <c:pt idx="583">
                  <c:v>7.3736142111568892</c:v>
                </c:pt>
                <c:pt idx="584">
                  <c:v>7.0402827583660228</c:v>
                </c:pt>
                <c:pt idx="585">
                  <c:v>6.2702548528253281</c:v>
                </c:pt>
                <c:pt idx="586">
                  <c:v>6.3519727452246926</c:v>
                </c:pt>
                <c:pt idx="587">
                  <c:v>6.243677201025986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6A0-42C5-857B-5B109011262B}"/>
            </c:ext>
          </c:extLst>
        </c:ser>
        <c:ser>
          <c:idx val="3"/>
          <c:order val="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Shifted!$E$2:$E$589</c:f>
              <c:numCache>
                <c:formatCode>General</c:formatCode>
                <c:ptCount val="588"/>
                <c:pt idx="0">
                  <c:v>8.3889176139101025</c:v>
                </c:pt>
                <c:pt idx="1">
                  <c:v>8.1731138907155039</c:v>
                </c:pt>
                <c:pt idx="2">
                  <c:v>8.2638561315184713</c:v>
                </c:pt>
                <c:pt idx="3">
                  <c:v>8.3772398506482837</c:v>
                </c:pt>
                <c:pt idx="4">
                  <c:v>8.4802508706500443</c:v>
                </c:pt>
                <c:pt idx="5">
                  <c:v>8.4822615821489773</c:v>
                </c:pt>
                <c:pt idx="6">
                  <c:v>8.4632756126849085</c:v>
                </c:pt>
                <c:pt idx="7">
                  <c:v>8.509607537437569</c:v>
                </c:pt>
                <c:pt idx="8">
                  <c:v>8.5681597369889673</c:v>
                </c:pt>
                <c:pt idx="9">
                  <c:v>8.5687017986821559</c:v>
                </c:pt>
                <c:pt idx="10">
                  <c:v>8.5877312680347977</c:v>
                </c:pt>
                <c:pt idx="11">
                  <c:v>8.5988191062306871</c:v>
                </c:pt>
                <c:pt idx="12">
                  <c:v>8.5818786211857869</c:v>
                </c:pt>
                <c:pt idx="13">
                  <c:v>8.587245121917098</c:v>
                </c:pt>
                <c:pt idx="14">
                  <c:v>8.5894847588896077</c:v>
                </c:pt>
                <c:pt idx="15">
                  <c:v>8.581273221495584</c:v>
                </c:pt>
                <c:pt idx="16">
                  <c:v>8.6015238366343922</c:v>
                </c:pt>
                <c:pt idx="17">
                  <c:v>8.6379276653083483</c:v>
                </c:pt>
                <c:pt idx="18">
                  <c:v>8.6730442211680092</c:v>
                </c:pt>
                <c:pt idx="19">
                  <c:v>8.6888378746107371</c:v>
                </c:pt>
                <c:pt idx="20">
                  <c:v>8.7241070174632025</c:v>
                </c:pt>
                <c:pt idx="21">
                  <c:v>8.7755156536170897</c:v>
                </c:pt>
                <c:pt idx="22">
                  <c:v>8.8246681885179896</c:v>
                </c:pt>
                <c:pt idx="23">
                  <c:v>8.8848445938365455</c:v>
                </c:pt>
                <c:pt idx="24">
                  <c:v>8.9357014066883291</c:v>
                </c:pt>
                <c:pt idx="25">
                  <c:v>8.9670735983026848</c:v>
                </c:pt>
                <c:pt idx="26">
                  <c:v>9.0013847989346978</c:v>
                </c:pt>
                <c:pt idx="27">
                  <c:v>9.0304913975933907</c:v>
                </c:pt>
                <c:pt idx="28">
                  <c:v>9.062204210879182</c:v>
                </c:pt>
                <c:pt idx="29">
                  <c:v>9.0823576597725708</c:v>
                </c:pt>
                <c:pt idx="30">
                  <c:v>9.1168480781461323</c:v>
                </c:pt>
                <c:pt idx="31">
                  <c:v>9.1634239981372865</c:v>
                </c:pt>
                <c:pt idx="32">
                  <c:v>9.197227865011973</c:v>
                </c:pt>
                <c:pt idx="33">
                  <c:v>9.2315127947702234</c:v>
                </c:pt>
                <c:pt idx="34">
                  <c:v>9.2797985707744974</c:v>
                </c:pt>
                <c:pt idx="35">
                  <c:v>9.3130123326457621</c:v>
                </c:pt>
                <c:pt idx="36">
                  <c:v>9.3562182933270801</c:v>
                </c:pt>
                <c:pt idx="37">
                  <c:v>9.3931475844606336</c:v>
                </c:pt>
                <c:pt idx="38">
                  <c:v>9.4424442492922385</c:v>
                </c:pt>
                <c:pt idx="39">
                  <c:v>9.5065208897081224</c:v>
                </c:pt>
                <c:pt idx="40">
                  <c:v>9.5812813186827022</c:v>
                </c:pt>
                <c:pt idx="41">
                  <c:v>9.6393334719451786</c:v>
                </c:pt>
                <c:pt idx="42">
                  <c:v>9.7088447644172877</c:v>
                </c:pt>
                <c:pt idx="43">
                  <c:v>9.7558079098901818</c:v>
                </c:pt>
                <c:pt idx="44">
                  <c:v>9.8199802770515543</c:v>
                </c:pt>
                <c:pt idx="45">
                  <c:v>9.8801679284633295</c:v>
                </c:pt>
                <c:pt idx="46">
                  <c:v>9.8913001212508753</c:v>
                </c:pt>
                <c:pt idx="47">
                  <c:v>9.9473806994188276</c:v>
                </c:pt>
                <c:pt idx="48">
                  <c:v>9.9923278252367957</c:v>
                </c:pt>
                <c:pt idx="49">
                  <c:v>10.016433691100051</c:v>
                </c:pt>
                <c:pt idx="50">
                  <c:v>10.038937573476344</c:v>
                </c:pt>
                <c:pt idx="51">
                  <c:v>10.062052343636349</c:v>
                </c:pt>
                <c:pt idx="52">
                  <c:v>10.090020027942494</c:v>
                </c:pt>
                <c:pt idx="53">
                  <c:v>10.120723301932133</c:v>
                </c:pt>
                <c:pt idx="54">
                  <c:v>10.171025187560083</c:v>
                </c:pt>
                <c:pt idx="55">
                  <c:v>10.223867430693257</c:v>
                </c:pt>
                <c:pt idx="56">
                  <c:v>10.24562565210471</c:v>
                </c:pt>
                <c:pt idx="57">
                  <c:v>10.295047463461669</c:v>
                </c:pt>
                <c:pt idx="58">
                  <c:v>10.358778803831328</c:v>
                </c:pt>
                <c:pt idx="59">
                  <c:v>10.365698120130041</c:v>
                </c:pt>
                <c:pt idx="60">
                  <c:v>10.456954318639237</c:v>
                </c:pt>
                <c:pt idx="61">
                  <c:v>10.499575572441881</c:v>
                </c:pt>
                <c:pt idx="62">
                  <c:v>10.476369394036212</c:v>
                </c:pt>
                <c:pt idx="63">
                  <c:v>10.464158116112049</c:v>
                </c:pt>
                <c:pt idx="64">
                  <c:v>10.410471246393708</c:v>
                </c:pt>
                <c:pt idx="65">
                  <c:v>10.362597437276259</c:v>
                </c:pt>
                <c:pt idx="66">
                  <c:v>10.299618775433604</c:v>
                </c:pt>
                <c:pt idx="67">
                  <c:v>10.222003098343668</c:v>
                </c:pt>
                <c:pt idx="68">
                  <c:v>10.223729598574749</c:v>
                </c:pt>
                <c:pt idx="69">
                  <c:v>10.199885361824148</c:v>
                </c:pt>
                <c:pt idx="70">
                  <c:v>10.16808986726101</c:v>
                </c:pt>
                <c:pt idx="71">
                  <c:v>10.161598442317116</c:v>
                </c:pt>
                <c:pt idx="72">
                  <c:v>10.115832600912764</c:v>
                </c:pt>
                <c:pt idx="73">
                  <c:v>10.069467207786678</c:v>
                </c:pt>
                <c:pt idx="74">
                  <c:v>10.041387242485836</c:v>
                </c:pt>
                <c:pt idx="75">
                  <c:v>10.002729651746282</c:v>
                </c:pt>
                <c:pt idx="76">
                  <c:v>9.9434206351055643</c:v>
                </c:pt>
                <c:pt idx="77">
                  <c:v>9.9064594950360174</c:v>
                </c:pt>
                <c:pt idx="78">
                  <c:v>9.8791654966981017</c:v>
                </c:pt>
                <c:pt idx="79">
                  <c:v>9.8275401708200576</c:v>
                </c:pt>
                <c:pt idx="80">
                  <c:v>9.7774713042436172</c:v>
                </c:pt>
                <c:pt idx="81">
                  <c:v>9.7433475984777633</c:v>
                </c:pt>
                <c:pt idx="82">
                  <c:v>9.6501838826210165</c:v>
                </c:pt>
                <c:pt idx="83">
                  <c:v>9.6139898160777921</c:v>
                </c:pt>
                <c:pt idx="84">
                  <c:v>9.5194242072246524</c:v>
                </c:pt>
                <c:pt idx="85">
                  <c:v>9.4348417103382456</c:v>
                </c:pt>
                <c:pt idx="86">
                  <c:v>9.3766876224868234</c:v>
                </c:pt>
                <c:pt idx="87">
                  <c:v>9.2746626149541918</c:v>
                </c:pt>
                <c:pt idx="88">
                  <c:v>9.2284993815998249</c:v>
                </c:pt>
                <c:pt idx="89">
                  <c:v>9.1655675035049562</c:v>
                </c:pt>
                <c:pt idx="90">
                  <c:v>9.0806756041018915</c:v>
                </c:pt>
                <c:pt idx="91">
                  <c:v>9.0380416647060962</c:v>
                </c:pt>
                <c:pt idx="92">
                  <c:v>8.9645165066107673</c:v>
                </c:pt>
                <c:pt idx="93">
                  <c:v>8.9090248638525456</c:v>
                </c:pt>
                <c:pt idx="94">
                  <c:v>8.8942994093281929</c:v>
                </c:pt>
                <c:pt idx="95">
                  <c:v>8.8693707792849832</c:v>
                </c:pt>
                <c:pt idx="96">
                  <c:v>8.852371094805374</c:v>
                </c:pt>
                <c:pt idx="97">
                  <c:v>8.8283208296269962</c:v>
                </c:pt>
                <c:pt idx="98">
                  <c:v>8.8195062317301591</c:v>
                </c:pt>
                <c:pt idx="99">
                  <c:v>8.7962782808880018</c:v>
                </c:pt>
                <c:pt idx="100">
                  <c:v>8.7526141543689135</c:v>
                </c:pt>
                <c:pt idx="101">
                  <c:v>8.7143455435016435</c:v>
                </c:pt>
                <c:pt idx="102">
                  <c:v>8.6969474324314469</c:v>
                </c:pt>
                <c:pt idx="103">
                  <c:v>8.6571546160579267</c:v>
                </c:pt>
                <c:pt idx="104">
                  <c:v>8.6253672186819017</c:v>
                </c:pt>
                <c:pt idx="105">
                  <c:v>8.5993651715330603</c:v>
                </c:pt>
                <c:pt idx="106">
                  <c:v>8.5929638053036754</c:v>
                </c:pt>
                <c:pt idx="107">
                  <c:v>8.5651025990081298</c:v>
                </c:pt>
                <c:pt idx="108">
                  <c:v>8.5523168256579343</c:v>
                </c:pt>
                <c:pt idx="109">
                  <c:v>8.5440641725470972</c:v>
                </c:pt>
                <c:pt idx="110">
                  <c:v>8.5031846236935742</c:v>
                </c:pt>
                <c:pt idx="111">
                  <c:v>8.4926735751267373</c:v>
                </c:pt>
                <c:pt idx="112">
                  <c:v>8.4874231340774529</c:v>
                </c:pt>
                <c:pt idx="113">
                  <c:v>8.4643629299617587</c:v>
                </c:pt>
                <c:pt idx="114">
                  <c:v>8.4643627050398962</c:v>
                </c:pt>
                <c:pt idx="115">
                  <c:v>8.4597263456647802</c:v>
                </c:pt>
                <c:pt idx="116">
                  <c:v>8.4508572716923869</c:v>
                </c:pt>
                <c:pt idx="117">
                  <c:v>8.4672075167807446</c:v>
                </c:pt>
                <c:pt idx="118">
                  <c:v>8.4758362392488475</c:v>
                </c:pt>
                <c:pt idx="119">
                  <c:v>8.4952106937570964</c:v>
                </c:pt>
                <c:pt idx="120">
                  <c:v>8.4932181559448061</c:v>
                </c:pt>
                <c:pt idx="121">
                  <c:v>8.4996205568147669</c:v>
                </c:pt>
                <c:pt idx="122">
                  <c:v>8.509882391955859</c:v>
                </c:pt>
                <c:pt idx="123">
                  <c:v>8.5097841460854902</c:v>
                </c:pt>
                <c:pt idx="124">
                  <c:v>8.5255169806560893</c:v>
                </c:pt>
                <c:pt idx="125">
                  <c:v>8.5282202715598618</c:v>
                </c:pt>
                <c:pt idx="126">
                  <c:v>8.5231567855642627</c:v>
                </c:pt>
                <c:pt idx="127">
                  <c:v>8.5172304093281017</c:v>
                </c:pt>
                <c:pt idx="128">
                  <c:v>8.5079926884199697</c:v>
                </c:pt>
                <c:pt idx="129">
                  <c:v>8.4997612679331329</c:v>
                </c:pt>
                <c:pt idx="130">
                  <c:v>8.4935404239921102</c:v>
                </c:pt>
                <c:pt idx="131">
                  <c:v>8.4749034432928347</c:v>
                </c:pt>
                <c:pt idx="132">
                  <c:v>8.4880021279407742</c:v>
                </c:pt>
                <c:pt idx="133">
                  <c:v>8.4731673613903258</c:v>
                </c:pt>
                <c:pt idx="134">
                  <c:v>8.4716710461952633</c:v>
                </c:pt>
                <c:pt idx="135">
                  <c:v>8.4670979348484128</c:v>
                </c:pt>
                <c:pt idx="136">
                  <c:v>8.4650753024906678</c:v>
                </c:pt>
                <c:pt idx="137">
                  <c:v>8.4666583025722684</c:v>
                </c:pt>
                <c:pt idx="138">
                  <c:v>8.4682411227163801</c:v>
                </c:pt>
                <c:pt idx="139">
                  <c:v>8.5575559756296258</c:v>
                </c:pt>
                <c:pt idx="140">
                  <c:v>8.6372554188400485</c:v>
                </c:pt>
                <c:pt idx="141">
                  <c:v>8.7088128255125454</c:v>
                </c:pt>
                <c:pt idx="142">
                  <c:v>8.7492675869329748</c:v>
                </c:pt>
                <c:pt idx="143">
                  <c:v>8.7960280778060511</c:v>
                </c:pt>
                <c:pt idx="144">
                  <c:v>8.8239786680505041</c:v>
                </c:pt>
                <c:pt idx="145">
                  <c:v>8.8370199976230257</c:v>
                </c:pt>
                <c:pt idx="146">
                  <c:v>8.8581944118432698</c:v>
                </c:pt>
                <c:pt idx="147">
                  <c:v>8.8683491841769069</c:v>
                </c:pt>
                <c:pt idx="148">
                  <c:v>8.885634789330533</c:v>
                </c:pt>
                <c:pt idx="149">
                  <c:v>8.9046766743700889</c:v>
                </c:pt>
                <c:pt idx="150">
                  <c:v>8.9050892710381326</c:v>
                </c:pt>
                <c:pt idx="151">
                  <c:v>8.888801509243704</c:v>
                </c:pt>
                <c:pt idx="152">
                  <c:v>8.885559845365318</c:v>
                </c:pt>
                <c:pt idx="153">
                  <c:v>8.9016524649501996</c:v>
                </c:pt>
                <c:pt idx="154">
                  <c:v>8.9087441613657834</c:v>
                </c:pt>
                <c:pt idx="155">
                  <c:v>8.9351848061501915</c:v>
                </c:pt>
                <c:pt idx="156">
                  <c:v>8.9526416218269933</c:v>
                </c:pt>
                <c:pt idx="157">
                  <c:v>8.9718759500137253</c:v>
                </c:pt>
                <c:pt idx="158">
                  <c:v>8.9765576536367018</c:v>
                </c:pt>
                <c:pt idx="159">
                  <c:v>8.9784680499841159</c:v>
                </c:pt>
                <c:pt idx="160">
                  <c:v>8.9818812842606608</c:v>
                </c:pt>
                <c:pt idx="161">
                  <c:v>8.9897070356728772</c:v>
                </c:pt>
                <c:pt idx="162">
                  <c:v>8.9980289647179461</c:v>
                </c:pt>
                <c:pt idx="163">
                  <c:v>9.0167384152419281</c:v>
                </c:pt>
                <c:pt idx="164">
                  <c:v>9.012115371241185</c:v>
                </c:pt>
                <c:pt idx="165">
                  <c:v>9.0008069296806976</c:v>
                </c:pt>
                <c:pt idx="166">
                  <c:v>8.9783876179254083</c:v>
                </c:pt>
                <c:pt idx="167">
                  <c:v>8.9554124792588308</c:v>
                </c:pt>
                <c:pt idx="168">
                  <c:v>8.9613773171338007</c:v>
                </c:pt>
                <c:pt idx="169">
                  <c:v>8.9828171391540295</c:v>
                </c:pt>
                <c:pt idx="170">
                  <c:v>8.9863610980181594</c:v>
                </c:pt>
                <c:pt idx="171">
                  <c:v>9.0050165672946854</c:v>
                </c:pt>
                <c:pt idx="172">
                  <c:v>9.0357528598140284</c:v>
                </c:pt>
                <c:pt idx="173">
                  <c:v>9.0242734776366031</c:v>
                </c:pt>
                <c:pt idx="174">
                  <c:v>9.0054359116186617</c:v>
                </c:pt>
                <c:pt idx="175">
                  <c:v>8.992169390275512</c:v>
                </c:pt>
                <c:pt idx="176">
                  <c:v>8.9972832137843639</c:v>
                </c:pt>
                <c:pt idx="177">
                  <c:v>8.9990180811088027</c:v>
                </c:pt>
                <c:pt idx="178">
                  <c:v>9.0182867773564137</c:v>
                </c:pt>
                <c:pt idx="179">
                  <c:v>9.0144310767882345</c:v>
                </c:pt>
                <c:pt idx="180">
                  <c:v>8.9870747301095069</c:v>
                </c:pt>
                <c:pt idx="181">
                  <c:v>8.967983272291038</c:v>
                </c:pt>
                <c:pt idx="182">
                  <c:v>8.971580582621403</c:v>
                </c:pt>
                <c:pt idx="183">
                  <c:v>8.979274259914849</c:v>
                </c:pt>
                <c:pt idx="184">
                  <c:v>8.9804184824233904</c:v>
                </c:pt>
                <c:pt idx="185">
                  <c:v>9.0104598563505007</c:v>
                </c:pt>
                <c:pt idx="186">
                  <c:v>9.0210086917905592</c:v>
                </c:pt>
                <c:pt idx="187">
                  <c:v>9.0248499073906707</c:v>
                </c:pt>
                <c:pt idx="188">
                  <c:v>9.0308707957942485</c:v>
                </c:pt>
                <c:pt idx="189">
                  <c:v>9.0184932556279271</c:v>
                </c:pt>
                <c:pt idx="190">
                  <c:v>9.0078885495967533</c:v>
                </c:pt>
                <c:pt idx="191">
                  <c:v>9.0080567011825767</c:v>
                </c:pt>
                <c:pt idx="192">
                  <c:v>8.991319545503087</c:v>
                </c:pt>
                <c:pt idx="193">
                  <c:v>8.9886587198473116</c:v>
                </c:pt>
                <c:pt idx="194">
                  <c:v>8.9906857156892261</c:v>
                </c:pt>
                <c:pt idx="195">
                  <c:v>8.9803245550528192</c:v>
                </c:pt>
                <c:pt idx="196">
                  <c:v>9.0003826370757043</c:v>
                </c:pt>
                <c:pt idx="197">
                  <c:v>9.0254875158918537</c:v>
                </c:pt>
                <c:pt idx="198">
                  <c:v>9.0460966564825025</c:v>
                </c:pt>
                <c:pt idx="199">
                  <c:v>9.0870968534240877</c:v>
                </c:pt>
                <c:pt idx="200">
                  <c:v>9.1218596071910572</c:v>
                </c:pt>
                <c:pt idx="201">
                  <c:v>9.0972369608521682</c:v>
                </c:pt>
                <c:pt idx="202">
                  <c:v>9.1087424339658636</c:v>
                </c:pt>
                <c:pt idx="203">
                  <c:v>9.2468474276721011</c:v>
                </c:pt>
                <c:pt idx="204">
                  <c:v>9.3314477383701657</c:v>
                </c:pt>
                <c:pt idx="205">
                  <c:v>9.361791857126752</c:v>
                </c:pt>
                <c:pt idx="206">
                  <c:v>9.3740322849245388</c:v>
                </c:pt>
                <c:pt idx="207">
                  <c:v>9.3584927032198273</c:v>
                </c:pt>
                <c:pt idx="208">
                  <c:v>9.3041529303135384</c:v>
                </c:pt>
                <c:pt idx="209">
                  <c:v>9.2104524609196012</c:v>
                </c:pt>
                <c:pt idx="210">
                  <c:v>9.1142670547678435</c:v>
                </c:pt>
                <c:pt idx="211">
                  <c:v>9.0489411083483695</c:v>
                </c:pt>
                <c:pt idx="212">
                  <c:v>8.9494632959456215</c:v>
                </c:pt>
                <c:pt idx="213">
                  <c:v>8.8608348145937565</c:v>
                </c:pt>
                <c:pt idx="214">
                  <c:v>8.8797583907326434</c:v>
                </c:pt>
                <c:pt idx="215">
                  <c:v>8.8741807783394115</c:v>
                </c:pt>
                <c:pt idx="216">
                  <c:v>8.8696066773363604</c:v>
                </c:pt>
                <c:pt idx="217">
                  <c:v>8.9045437005638597</c:v>
                </c:pt>
                <c:pt idx="218">
                  <c:v>8.9026320446540073</c:v>
                </c:pt>
                <c:pt idx="219">
                  <c:v>8.8688145924987118</c:v>
                </c:pt>
                <c:pt idx="220">
                  <c:v>8.9283994533139133</c:v>
                </c:pt>
                <c:pt idx="221">
                  <c:v>8.9466771438270047</c:v>
                </c:pt>
                <c:pt idx="222">
                  <c:v>8.9563867508066366</c:v>
                </c:pt>
                <c:pt idx="223">
                  <c:v>8.9708375307501935</c:v>
                </c:pt>
                <c:pt idx="224">
                  <c:v>8.9568384838790855</c:v>
                </c:pt>
                <c:pt idx="225">
                  <c:v>8.8899108238788926</c:v>
                </c:pt>
                <c:pt idx="226">
                  <c:v>8.8746462766299619</c:v>
                </c:pt>
                <c:pt idx="227">
                  <c:v>8.888134480962659</c:v>
                </c:pt>
                <c:pt idx="228">
                  <c:v>8.8746320615681302</c:v>
                </c:pt>
                <c:pt idx="229">
                  <c:v>8.8339489144865944</c:v>
                </c:pt>
                <c:pt idx="230">
                  <c:v>8.8223901798754127</c:v>
                </c:pt>
                <c:pt idx="231">
                  <c:v>8.8066775882726098</c:v>
                </c:pt>
                <c:pt idx="232">
                  <c:v>8.8194376755458919</c:v>
                </c:pt>
                <c:pt idx="233">
                  <c:v>8.8451931183626105</c:v>
                </c:pt>
                <c:pt idx="234">
                  <c:v>8.8304779202752748</c:v>
                </c:pt>
                <c:pt idx="235">
                  <c:v>8.8277956820580101</c:v>
                </c:pt>
                <c:pt idx="236">
                  <c:v>8.8059034072153679</c:v>
                </c:pt>
                <c:pt idx="237">
                  <c:v>8.7834867945224495</c:v>
                </c:pt>
                <c:pt idx="238">
                  <c:v>8.7617677994841365</c:v>
                </c:pt>
                <c:pt idx="239">
                  <c:v>8.7390814604914393</c:v>
                </c:pt>
                <c:pt idx="240">
                  <c:v>8.6750458458236182</c:v>
                </c:pt>
                <c:pt idx="241">
                  <c:v>8.6144003884490559</c:v>
                </c:pt>
                <c:pt idx="242">
                  <c:v>8.605970811799688</c:v>
                </c:pt>
                <c:pt idx="243">
                  <c:v>8.6149473534388878</c:v>
                </c:pt>
                <c:pt idx="244">
                  <c:v>8.6222946060767942</c:v>
                </c:pt>
                <c:pt idx="245">
                  <c:v>8.62969669466524</c:v>
                </c:pt>
                <c:pt idx="246">
                  <c:v>8.6253407678706484</c:v>
                </c:pt>
                <c:pt idx="247">
                  <c:v>8.6265840909526439</c:v>
                </c:pt>
                <c:pt idx="248">
                  <c:v>8.6428118885780254</c:v>
                </c:pt>
                <c:pt idx="249">
                  <c:v>8.6492383560874782</c:v>
                </c:pt>
                <c:pt idx="250">
                  <c:v>8.6110746937621343</c:v>
                </c:pt>
                <c:pt idx="251">
                  <c:v>8.6367128173343861</c:v>
                </c:pt>
                <c:pt idx="252">
                  <c:v>8.6714391787436949</c:v>
                </c:pt>
                <c:pt idx="253">
                  <c:v>8.6849338608260869</c:v>
                </c:pt>
                <c:pt idx="254">
                  <c:v>8.7164306591533158</c:v>
                </c:pt>
                <c:pt idx="255">
                  <c:v>8.7200274746555788</c:v>
                </c:pt>
                <c:pt idx="256">
                  <c:v>8.697304203492747</c:v>
                </c:pt>
                <c:pt idx="257">
                  <c:v>8.7979095941860752</c:v>
                </c:pt>
                <c:pt idx="258">
                  <c:v>8.8988077431780965</c:v>
                </c:pt>
                <c:pt idx="259">
                  <c:v>9</c:v>
                </c:pt>
                <c:pt idx="260">
                  <c:v>8.9966133964721973</c:v>
                </c:pt>
                <c:pt idx="261">
                  <c:v>8.9713025791970118</c:v>
                </c:pt>
                <c:pt idx="262">
                  <c:v>8.989576850897766</c:v>
                </c:pt>
                <c:pt idx="263">
                  <c:v>8.996289598956217</c:v>
                </c:pt>
                <c:pt idx="264">
                  <c:v>8.978179700153964</c:v>
                </c:pt>
                <c:pt idx="265">
                  <c:v>8.9643025609333566</c:v>
                </c:pt>
                <c:pt idx="266">
                  <c:v>8.9650368858362288</c:v>
                </c:pt>
                <c:pt idx="267">
                  <c:v>8.9650566789602948</c:v>
                </c:pt>
                <c:pt idx="268">
                  <c:v>8.9239113624318058</c:v>
                </c:pt>
                <c:pt idx="269">
                  <c:v>8.8849091014272545</c:v>
                </c:pt>
                <c:pt idx="270">
                  <c:v>8.8821402233078253</c:v>
                </c:pt>
                <c:pt idx="271">
                  <c:v>8.8868521564293772</c:v>
                </c:pt>
                <c:pt idx="272">
                  <c:v>8.8941765120214882</c:v>
                </c:pt>
                <c:pt idx="273">
                  <c:v>8.9025804025939426</c:v>
                </c:pt>
                <c:pt idx="274">
                  <c:v>8.9093972444912346</c:v>
                </c:pt>
                <c:pt idx="275">
                  <c:v>8.9221939490440416</c:v>
                </c:pt>
                <c:pt idx="276">
                  <c:v>8.9405926475201767</c:v>
                </c:pt>
                <c:pt idx="277">
                  <c:v>8.9291153346239049</c:v>
                </c:pt>
                <c:pt idx="278">
                  <c:v>9.0076982656994797</c:v>
                </c:pt>
                <c:pt idx="279">
                  <c:v>9.0948444219962408</c:v>
                </c:pt>
                <c:pt idx="280">
                  <c:v>9.1308222036746649</c:v>
                </c:pt>
                <c:pt idx="281">
                  <c:v>9.1959016357307632</c:v>
                </c:pt>
                <c:pt idx="282">
                  <c:v>9.2902559080001179</c:v>
                </c:pt>
                <c:pt idx="283">
                  <c:v>9.3869384814409322</c:v>
                </c:pt>
                <c:pt idx="284">
                  <c:v>9.483677105410349</c:v>
                </c:pt>
                <c:pt idx="285">
                  <c:v>9.4926871154229708</c:v>
                </c:pt>
                <c:pt idx="286">
                  <c:v>9.5209288445286973</c:v>
                </c:pt>
                <c:pt idx="287">
                  <c:v>9.7013573854578645</c:v>
                </c:pt>
                <c:pt idx="288">
                  <c:v>9.8274219518881321</c:v>
                </c:pt>
                <c:pt idx="289">
                  <c:v>9.9408406913522303</c:v>
                </c:pt>
                <c:pt idx="290">
                  <c:v>9.9963103817364907</c:v>
                </c:pt>
                <c:pt idx="291">
                  <c:v>10.063059093901375</c:v>
                </c:pt>
                <c:pt idx="292">
                  <c:v>10.070928300217794</c:v>
                </c:pt>
                <c:pt idx="293">
                  <c:v>10.02842346597216</c:v>
                </c:pt>
                <c:pt idx="294">
                  <c:v>10.156717277984804</c:v>
                </c:pt>
                <c:pt idx="295">
                  <c:v>10.220093241808719</c:v>
                </c:pt>
                <c:pt idx="296">
                  <c:v>10.285085764056422</c:v>
                </c:pt>
                <c:pt idx="297">
                  <c:v>10.390364851154359</c:v>
                </c:pt>
                <c:pt idx="298">
                  <c:v>10.421653281866414</c:v>
                </c:pt>
                <c:pt idx="299">
                  <c:v>10.448217093863761</c:v>
                </c:pt>
                <c:pt idx="300">
                  <c:v>10.537129426608487</c:v>
                </c:pt>
                <c:pt idx="301">
                  <c:v>10.525018193929602</c:v>
                </c:pt>
                <c:pt idx="302">
                  <c:v>10.443911729504295</c:v>
                </c:pt>
                <c:pt idx="303">
                  <c:v>10.525421253910604</c:v>
                </c:pt>
                <c:pt idx="304">
                  <c:v>10.674666087747784</c:v>
                </c:pt>
                <c:pt idx="305">
                  <c:v>10.781620572829203</c:v>
                </c:pt>
                <c:pt idx="306">
                  <c:v>10.848797716161371</c:v>
                </c:pt>
                <c:pt idx="307">
                  <c:v>10.856754012223696</c:v>
                </c:pt>
                <c:pt idx="308">
                  <c:v>10.916557856966058</c:v>
                </c:pt>
                <c:pt idx="309">
                  <c:v>10.880312508237765</c:v>
                </c:pt>
                <c:pt idx="310">
                  <c:v>10.859102196487964</c:v>
                </c:pt>
                <c:pt idx="311">
                  <c:v>10.830755743762168</c:v>
                </c:pt>
                <c:pt idx="312">
                  <c:v>10.892208355739294</c:v>
                </c:pt>
                <c:pt idx="313">
                  <c:v>11.083546686716506</c:v>
                </c:pt>
                <c:pt idx="314">
                  <c:v>11.122982866981845</c:v>
                </c:pt>
                <c:pt idx="315">
                  <c:v>11.168661078827826</c:v>
                </c:pt>
                <c:pt idx="316">
                  <c:v>11.209072880172149</c:v>
                </c:pt>
                <c:pt idx="317">
                  <c:v>11.245871896561855</c:v>
                </c:pt>
                <c:pt idx="318">
                  <c:v>11.402815895785954</c:v>
                </c:pt>
                <c:pt idx="319">
                  <c:v>11.478454419719139</c:v>
                </c:pt>
                <c:pt idx="320">
                  <c:v>11.47020320610822</c:v>
                </c:pt>
                <c:pt idx="321">
                  <c:v>11.70320462374575</c:v>
                </c:pt>
                <c:pt idx="322">
                  <c:v>11.868385441581447</c:v>
                </c:pt>
                <c:pt idx="323">
                  <c:v>11.977127785578574</c:v>
                </c:pt>
                <c:pt idx="324">
                  <c:v>12.138461899720653</c:v>
                </c:pt>
                <c:pt idx="325">
                  <c:v>12.209092043515005</c:v>
                </c:pt>
                <c:pt idx="326">
                  <c:v>12.281040409372178</c:v>
                </c:pt>
                <c:pt idx="327">
                  <c:v>12.333405458277852</c:v>
                </c:pt>
                <c:pt idx="328">
                  <c:v>12.308215289090722</c:v>
                </c:pt>
                <c:pt idx="329">
                  <c:v>12.286359361621361</c:v>
                </c:pt>
                <c:pt idx="330">
                  <c:v>12.24180755847226</c:v>
                </c:pt>
                <c:pt idx="331">
                  <c:v>12.231665921575502</c:v>
                </c:pt>
                <c:pt idx="332">
                  <c:v>12.179423590039058</c:v>
                </c:pt>
                <c:pt idx="333">
                  <c:v>11.992886711085431</c:v>
                </c:pt>
                <c:pt idx="334">
                  <c:v>11.903541988548598</c:v>
                </c:pt>
                <c:pt idx="335">
                  <c:v>11.77529262109635</c:v>
                </c:pt>
                <c:pt idx="336">
                  <c:v>11.584828426452935</c:v>
                </c:pt>
                <c:pt idx="337">
                  <c:v>11.4210226909274</c:v>
                </c:pt>
                <c:pt idx="338">
                  <c:v>11.302127913784037</c:v>
                </c:pt>
                <c:pt idx="339">
                  <c:v>11.195779818049004</c:v>
                </c:pt>
                <c:pt idx="340">
                  <c:v>11.022590342340969</c:v>
                </c:pt>
                <c:pt idx="341">
                  <c:v>10.868220168995485</c:v>
                </c:pt>
                <c:pt idx="342">
                  <c:v>10.855585678091295</c:v>
                </c:pt>
                <c:pt idx="343">
                  <c:v>10.762774639717911</c:v>
                </c:pt>
                <c:pt idx="344">
                  <c:v>10.700448971031957</c:v>
                </c:pt>
                <c:pt idx="345">
                  <c:v>10.698769434486145</c:v>
                </c:pt>
                <c:pt idx="346">
                  <c:v>10.736550189829554</c:v>
                </c:pt>
                <c:pt idx="347">
                  <c:v>10.822545016086861</c:v>
                </c:pt>
                <c:pt idx="348">
                  <c:v>10.722565088114045</c:v>
                </c:pt>
                <c:pt idx="349">
                  <c:v>10.634575114950822</c:v>
                </c:pt>
                <c:pt idx="350">
                  <c:v>10.507651167061081</c:v>
                </c:pt>
                <c:pt idx="351">
                  <c:v>10.524283329214256</c:v>
                </c:pt>
                <c:pt idx="352">
                  <c:v>10.557570865457045</c:v>
                </c:pt>
                <c:pt idx="353">
                  <c:v>10.524563671826044</c:v>
                </c:pt>
                <c:pt idx="354">
                  <c:v>10.445293469501621</c:v>
                </c:pt>
                <c:pt idx="355">
                  <c:v>10.316055345533508</c:v>
                </c:pt>
                <c:pt idx="356">
                  <c:v>10.222763514182805</c:v>
                </c:pt>
                <c:pt idx="357">
                  <c:v>10.282188410568047</c:v>
                </c:pt>
                <c:pt idx="358">
                  <c:v>10.242947282543511</c:v>
                </c:pt>
                <c:pt idx="359">
                  <c:v>10.217145325885246</c:v>
                </c:pt>
                <c:pt idx="360">
                  <c:v>10.313739190142726</c:v>
                </c:pt>
                <c:pt idx="361">
                  <c:v>10.366316205413401</c:v>
                </c:pt>
                <c:pt idx="362">
                  <c:v>10.33755481683218</c:v>
                </c:pt>
                <c:pt idx="363">
                  <c:v>10.209575355617201</c:v>
                </c:pt>
                <c:pt idx="364">
                  <c:v>10.1222891179833</c:v>
                </c:pt>
                <c:pt idx="365">
                  <c:v>10.079950186104856</c:v>
                </c:pt>
                <c:pt idx="366">
                  <c:v>9.977985367663134</c:v>
                </c:pt>
                <c:pt idx="367">
                  <c:v>9.820117749295072</c:v>
                </c:pt>
                <c:pt idx="368">
                  <c:v>9.7764559169789997</c:v>
                </c:pt>
                <c:pt idx="369">
                  <c:v>9.7482321816224236</c:v>
                </c:pt>
                <c:pt idx="370">
                  <c:v>9.6689824921720451</c:v>
                </c:pt>
                <c:pt idx="371">
                  <c:v>9.6008228901361932</c:v>
                </c:pt>
                <c:pt idx="372">
                  <c:v>9.509117657616919</c:v>
                </c:pt>
                <c:pt idx="373">
                  <c:v>9.4451904552877366</c:v>
                </c:pt>
                <c:pt idx="374">
                  <c:v>9.3599197874650315</c:v>
                </c:pt>
                <c:pt idx="375">
                  <c:v>9.2695871181310316</c:v>
                </c:pt>
                <c:pt idx="376">
                  <c:v>9.2336013292342365</c:v>
                </c:pt>
                <c:pt idx="377">
                  <c:v>9.1772079297372873</c:v>
                </c:pt>
                <c:pt idx="378">
                  <c:v>9.0989569833335597</c:v>
                </c:pt>
                <c:pt idx="379">
                  <c:v>9.0310576608791866</c:v>
                </c:pt>
                <c:pt idx="380">
                  <c:v>8.9334700018560547</c:v>
                </c:pt>
                <c:pt idx="381">
                  <c:v>8.8049700714468813</c:v>
                </c:pt>
                <c:pt idx="382">
                  <c:v>8.6950985297217596</c:v>
                </c:pt>
                <c:pt idx="383">
                  <c:v>8.6026671594554767</c:v>
                </c:pt>
                <c:pt idx="384">
                  <c:v>8.5584750063675372</c:v>
                </c:pt>
                <c:pt idx="385">
                  <c:v>8.5057723047590503</c:v>
                </c:pt>
                <c:pt idx="386">
                  <c:v>8.470922686168052</c:v>
                </c:pt>
                <c:pt idx="387">
                  <c:v>8.4542117113935795</c:v>
                </c:pt>
                <c:pt idx="388">
                  <c:v>8.4338638850249819</c:v>
                </c:pt>
                <c:pt idx="389">
                  <c:v>8.4148816492638634</c:v>
                </c:pt>
                <c:pt idx="390">
                  <c:v>8.4205645250896293</c:v>
                </c:pt>
                <c:pt idx="391">
                  <c:v>8.4695398665457606</c:v>
                </c:pt>
                <c:pt idx="392">
                  <c:v>8.6178820439567492</c:v>
                </c:pt>
                <c:pt idx="393">
                  <c:v>8.7419366636224236</c:v>
                </c:pt>
                <c:pt idx="394">
                  <c:v>8.8783709827043182</c:v>
                </c:pt>
                <c:pt idx="395">
                  <c:v>8.9394467156054649</c:v>
                </c:pt>
                <c:pt idx="396">
                  <c:v>8.9343290234405455</c:v>
                </c:pt>
                <c:pt idx="397">
                  <c:v>8.8990103527935425</c:v>
                </c:pt>
                <c:pt idx="398">
                  <c:v>8.8375929185960089</c:v>
                </c:pt>
                <c:pt idx="399">
                  <c:v>8.7683023194572431</c:v>
                </c:pt>
                <c:pt idx="400">
                  <c:v>8.7169039847247465</c:v>
                </c:pt>
                <c:pt idx="401">
                  <c:v>8.6933138646965435</c:v>
                </c:pt>
                <c:pt idx="402">
                  <c:v>8.665354637452495</c:v>
                </c:pt>
                <c:pt idx="403">
                  <c:v>8.6308349342521904</c:v>
                </c:pt>
                <c:pt idx="404">
                  <c:v>8.6028999086007492</c:v>
                </c:pt>
                <c:pt idx="405">
                  <c:v>8.5549524600648983</c:v>
                </c:pt>
                <c:pt idx="406">
                  <c:v>8.5027740063379387</c:v>
                </c:pt>
                <c:pt idx="407">
                  <c:v>8.4545417617373886</c:v>
                </c:pt>
                <c:pt idx="408">
                  <c:v>8.3993614108394876</c:v>
                </c:pt>
                <c:pt idx="409">
                  <c:v>8.3490561738757574</c:v>
                </c:pt>
                <c:pt idx="410">
                  <c:v>8.2895503056193309</c:v>
                </c:pt>
                <c:pt idx="411">
                  <c:v>8.2496520008914107</c:v>
                </c:pt>
                <c:pt idx="412">
                  <c:v>8.2318068126313584</c:v>
                </c:pt>
                <c:pt idx="413">
                  <c:v>8.2129920087060952</c:v>
                </c:pt>
                <c:pt idx="414">
                  <c:v>8.1970284717791895</c:v>
                </c:pt>
                <c:pt idx="415">
                  <c:v>8.1799616481230579</c:v>
                </c:pt>
                <c:pt idx="416">
                  <c:v>8.1679257417765641</c:v>
                </c:pt>
                <c:pt idx="417">
                  <c:v>8.1521139034010979</c:v>
                </c:pt>
                <c:pt idx="418">
                  <c:v>8.1340796570679306</c:v>
                </c:pt>
                <c:pt idx="419">
                  <c:v>8.1342320303849647</c:v>
                </c:pt>
                <c:pt idx="420">
                  <c:v>8.1366006937849864</c:v>
                </c:pt>
                <c:pt idx="421">
                  <c:v>8.1512073333344723</c:v>
                </c:pt>
                <c:pt idx="422">
                  <c:v>8.1421347725513638</c:v>
                </c:pt>
                <c:pt idx="423">
                  <c:v>8.1271466542737709</c:v>
                </c:pt>
                <c:pt idx="424">
                  <c:v>8.1290540928986683</c:v>
                </c:pt>
                <c:pt idx="425">
                  <c:v>8.1307407932058489</c:v>
                </c:pt>
                <c:pt idx="426">
                  <c:v>8.119613717390715</c:v>
                </c:pt>
                <c:pt idx="427">
                  <c:v>8.1048444143489</c:v>
                </c:pt>
                <c:pt idx="428">
                  <c:v>8.0779143114723375</c:v>
                </c:pt>
                <c:pt idx="429">
                  <c:v>8.0871840612539607</c:v>
                </c:pt>
                <c:pt idx="430">
                  <c:v>8.0984426207679707</c:v>
                </c:pt>
                <c:pt idx="431">
                  <c:v>8.0970561686575699</c:v>
                </c:pt>
                <c:pt idx="432">
                  <c:v>8.0789475968943147</c:v>
                </c:pt>
                <c:pt idx="433">
                  <c:v>8.1329119414706526</c:v>
                </c:pt>
                <c:pt idx="434">
                  <c:v>8.2398685520636974</c:v>
                </c:pt>
                <c:pt idx="435">
                  <c:v>8.5531682448834108</c:v>
                </c:pt>
                <c:pt idx="436">
                  <c:v>8.5318177618277176</c:v>
                </c:pt>
                <c:pt idx="437">
                  <c:v>8.676025785402409</c:v>
                </c:pt>
                <c:pt idx="438">
                  <c:v>8.8206851821745644</c:v>
                </c:pt>
                <c:pt idx="439">
                  <c:v>8.8185106375896076</c:v>
                </c:pt>
                <c:pt idx="440">
                  <c:v>8.7930912280382909</c:v>
                </c:pt>
                <c:pt idx="441">
                  <c:v>8.7654153123746337</c:v>
                </c:pt>
                <c:pt idx="442">
                  <c:v>8.8239811871753862</c:v>
                </c:pt>
                <c:pt idx="443">
                  <c:v>8.8277797575900117</c:v>
                </c:pt>
                <c:pt idx="444">
                  <c:v>8.8299925388919132</c:v>
                </c:pt>
                <c:pt idx="445">
                  <c:v>8.8778370181982478</c:v>
                </c:pt>
                <c:pt idx="446">
                  <c:v>8.8980052219659402</c:v>
                </c:pt>
                <c:pt idx="447">
                  <c:v>8.8983987452598843</c:v>
                </c:pt>
                <c:pt idx="448">
                  <c:v>8.9247881978279562</c:v>
                </c:pt>
                <c:pt idx="449">
                  <c:v>8.9591716433628115</c:v>
                </c:pt>
                <c:pt idx="450">
                  <c:v>8.9763586427710873</c:v>
                </c:pt>
                <c:pt idx="451">
                  <c:v>8.9643632898367436</c:v>
                </c:pt>
                <c:pt idx="452">
                  <c:v>8.9629304475918108</c:v>
                </c:pt>
                <c:pt idx="453">
                  <c:v>8.9727316427546242</c:v>
                </c:pt>
                <c:pt idx="454">
                  <c:v>8.9812102973548011</c:v>
                </c:pt>
                <c:pt idx="455">
                  <c:v>9.0002954573610676</c:v>
                </c:pt>
                <c:pt idx="456">
                  <c:v>9.0163773706652037</c:v>
                </c:pt>
                <c:pt idx="457">
                  <c:v>9.0092520259387072</c:v>
                </c:pt>
                <c:pt idx="458">
                  <c:v>8.9725400093261598</c:v>
                </c:pt>
                <c:pt idx="459">
                  <c:v>8.9886409960043974</c:v>
                </c:pt>
                <c:pt idx="460">
                  <c:v>8.9921369115582923</c:v>
                </c:pt>
                <c:pt idx="461">
                  <c:v>9.0208018536440626</c:v>
                </c:pt>
                <c:pt idx="462">
                  <c:v>9.0280718681137362</c:v>
                </c:pt>
                <c:pt idx="463">
                  <c:v>9.0314784447030938</c:v>
                </c:pt>
                <c:pt idx="464">
                  <c:v>9.0398368110901952</c:v>
                </c:pt>
                <c:pt idx="465">
                  <c:v>9.0314141170498772</c:v>
                </c:pt>
                <c:pt idx="466">
                  <c:v>9.055351381483586</c:v>
                </c:pt>
                <c:pt idx="467">
                  <c:v>9.0688428246911297</c:v>
                </c:pt>
                <c:pt idx="468">
                  <c:v>9.0867937487196304</c:v>
                </c:pt>
                <c:pt idx="469">
                  <c:v>9.1065335213200278</c:v>
                </c:pt>
                <c:pt idx="470">
                  <c:v>9.1294918358311499</c:v>
                </c:pt>
                <c:pt idx="471">
                  <c:v>9.1554862356366016</c:v>
                </c:pt>
                <c:pt idx="472">
                  <c:v>9.1864810083625041</c:v>
                </c:pt>
                <c:pt idx="473">
                  <c:v>9.2046357116001474</c:v>
                </c:pt>
                <c:pt idx="474">
                  <c:v>9.2349908065437134</c:v>
                </c:pt>
                <c:pt idx="475">
                  <c:v>9.2457346042558264</c:v>
                </c:pt>
                <c:pt idx="476">
                  <c:v>9.2701291798242202</c:v>
                </c:pt>
                <c:pt idx="477">
                  <c:v>9.2963583080873544</c:v>
                </c:pt>
                <c:pt idx="478">
                  <c:v>9.3315091870235172</c:v>
                </c:pt>
                <c:pt idx="479">
                  <c:v>9.3568275616733487</c:v>
                </c:pt>
                <c:pt idx="480">
                  <c:v>9.3488402263937527</c:v>
                </c:pt>
                <c:pt idx="481">
                  <c:v>9.3662794981651309</c:v>
                </c:pt>
                <c:pt idx="482">
                  <c:v>9.3797713012476578</c:v>
                </c:pt>
                <c:pt idx="483">
                  <c:v>9.3942733633762945</c:v>
                </c:pt>
                <c:pt idx="484">
                  <c:v>9.4280548280332876</c:v>
                </c:pt>
                <c:pt idx="485">
                  <c:v>9.4620407916493878</c:v>
                </c:pt>
                <c:pt idx="486">
                  <c:v>9.476441728907794</c:v>
                </c:pt>
                <c:pt idx="487">
                  <c:v>9.4739989874917345</c:v>
                </c:pt>
                <c:pt idx="488">
                  <c:v>9.4917858085279754</c:v>
                </c:pt>
                <c:pt idx="489">
                  <c:v>9.5132352572039984</c:v>
                </c:pt>
                <c:pt idx="490">
                  <c:v>9.5114101512275635</c:v>
                </c:pt>
                <c:pt idx="491">
                  <c:v>9.5250179240233734</c:v>
                </c:pt>
                <c:pt idx="492">
                  <c:v>9.5326003099783154</c:v>
                </c:pt>
                <c:pt idx="493">
                  <c:v>9.5323199673665364</c:v>
                </c:pt>
                <c:pt idx="494">
                  <c:v>9.53872304300209</c:v>
                </c:pt>
                <c:pt idx="495">
                  <c:v>9.5567229100282844</c:v>
                </c:pt>
                <c:pt idx="496">
                  <c:v>9.5632648974072882</c:v>
                </c:pt>
                <c:pt idx="497">
                  <c:v>9.569450248678109</c:v>
                </c:pt>
                <c:pt idx="498">
                  <c:v>9.5747909733637631</c:v>
                </c:pt>
                <c:pt idx="499">
                  <c:v>9.579154997345471</c:v>
                </c:pt>
                <c:pt idx="500">
                  <c:v>9.5790806831614752</c:v>
                </c:pt>
                <c:pt idx="501">
                  <c:v>9.5740661851479398</c:v>
                </c:pt>
                <c:pt idx="502">
                  <c:v>9.5850990524401709</c:v>
                </c:pt>
                <c:pt idx="503">
                  <c:v>9.5955739335712167</c:v>
                </c:pt>
                <c:pt idx="504">
                  <c:v>9.6123255742187705</c:v>
                </c:pt>
                <c:pt idx="505">
                  <c:v>9.6288368183776623</c:v>
                </c:pt>
                <c:pt idx="506">
                  <c:v>9.6387150267868424</c:v>
                </c:pt>
                <c:pt idx="507">
                  <c:v>9.6596315006130027</c:v>
                </c:pt>
                <c:pt idx="508">
                  <c:v>9.6869571679494246</c:v>
                </c:pt>
                <c:pt idx="509">
                  <c:v>9.7089694610989081</c:v>
                </c:pt>
                <c:pt idx="510">
                  <c:v>9.7502221103410882</c:v>
                </c:pt>
                <c:pt idx="511">
                  <c:v>9.787913256813713</c:v>
                </c:pt>
                <c:pt idx="512">
                  <c:v>9.8266449817997721</c:v>
                </c:pt>
                <c:pt idx="513">
                  <c:v>9.8808970351789469</c:v>
                </c:pt>
                <c:pt idx="514">
                  <c:v>9.9354015408587255</c:v>
                </c:pt>
                <c:pt idx="515">
                  <c:v>9.9979253207228282</c:v>
                </c:pt>
                <c:pt idx="516">
                  <c:v>10.040577343836517</c:v>
                </c:pt>
                <c:pt idx="517">
                  <c:v>10.073657412151594</c:v>
                </c:pt>
                <c:pt idx="518">
                  <c:v>10.10918427047627</c:v>
                </c:pt>
                <c:pt idx="519">
                  <c:v>10.160131232011318</c:v>
                </c:pt>
                <c:pt idx="520">
                  <c:v>10.219523199835614</c:v>
                </c:pt>
                <c:pt idx="521">
                  <c:v>10.26731873614424</c:v>
                </c:pt>
                <c:pt idx="522">
                  <c:v>10.307622035181197</c:v>
                </c:pt>
                <c:pt idx="523">
                  <c:v>10.353345411337546</c:v>
                </c:pt>
                <c:pt idx="524">
                  <c:v>10.374136468732122</c:v>
                </c:pt>
                <c:pt idx="525">
                  <c:v>10.405293725012873</c:v>
                </c:pt>
                <c:pt idx="526">
                  <c:v>10.432232166867543</c:v>
                </c:pt>
                <c:pt idx="527">
                  <c:v>10.426600663195616</c:v>
                </c:pt>
                <c:pt idx="528">
                  <c:v>10.402041894666217</c:v>
                </c:pt>
                <c:pt idx="529">
                  <c:v>10.38153423882077</c:v>
                </c:pt>
                <c:pt idx="530">
                  <c:v>10.375154015246643</c:v>
                </c:pt>
                <c:pt idx="531">
                  <c:v>10.363151824687627</c:v>
                </c:pt>
                <c:pt idx="532">
                  <c:v>10.322625223223712</c:v>
                </c:pt>
                <c:pt idx="533">
                  <c:v>10.329255559911044</c:v>
                </c:pt>
                <c:pt idx="534">
                  <c:v>10.331434063120806</c:v>
                </c:pt>
                <c:pt idx="535">
                  <c:v>10.287958466108453</c:v>
                </c:pt>
                <c:pt idx="536">
                  <c:v>10.294514128736825</c:v>
                </c:pt>
                <c:pt idx="537">
                  <c:v>10.324163148963684</c:v>
                </c:pt>
                <c:pt idx="538">
                  <c:v>10.327174222946685</c:v>
                </c:pt>
                <c:pt idx="539">
                  <c:v>10.356837818110371</c:v>
                </c:pt>
                <c:pt idx="540">
                  <c:v>10.400476798365021</c:v>
                </c:pt>
                <c:pt idx="541">
                  <c:v>10.449186777005531</c:v>
                </c:pt>
                <c:pt idx="542">
                  <c:v>10.460775831084042</c:v>
                </c:pt>
                <c:pt idx="543">
                  <c:v>10.498248893316953</c:v>
                </c:pt>
                <c:pt idx="544">
                  <c:v>10.551532523116784</c:v>
                </c:pt>
                <c:pt idx="545">
                  <c:v>10.555962584157893</c:v>
                </c:pt>
                <c:pt idx="546">
                  <c:v>10.594245904915081</c:v>
                </c:pt>
                <c:pt idx="547">
                  <c:v>10.641877698106454</c:v>
                </c:pt>
                <c:pt idx="548">
                  <c:v>10.639298833978071</c:v>
                </c:pt>
                <c:pt idx="549">
                  <c:v>10.639718808083266</c:v>
                </c:pt>
                <c:pt idx="550">
                  <c:v>10.630967548183428</c:v>
                </c:pt>
                <c:pt idx="551">
                  <c:v>10.662506991696148</c:v>
                </c:pt>
                <c:pt idx="552">
                  <c:v>10.665386171497875</c:v>
                </c:pt>
                <c:pt idx="553">
                  <c:v>10.680929891764903</c:v>
                </c:pt>
                <c:pt idx="554">
                  <c:v>10.695683866381655</c:v>
                </c:pt>
                <c:pt idx="555">
                  <c:v>10.674861319926077</c:v>
                </c:pt>
                <c:pt idx="556">
                  <c:v>10.693736043036006</c:v>
                </c:pt>
                <c:pt idx="557">
                  <c:v>10.676452687101035</c:v>
                </c:pt>
                <c:pt idx="558">
                  <c:v>10.655079172046426</c:v>
                </c:pt>
                <c:pt idx="559">
                  <c:v>10.626003072792543</c:v>
                </c:pt>
                <c:pt idx="560">
                  <c:v>10.569443321084686</c:v>
                </c:pt>
                <c:pt idx="561">
                  <c:v>10.544077532905838</c:v>
                </c:pt>
                <c:pt idx="562">
                  <c:v>10.499117451588496</c:v>
                </c:pt>
                <c:pt idx="563">
                  <c:v>10.426210378776517</c:v>
                </c:pt>
                <c:pt idx="564">
                  <c:v>10.396703689105433</c:v>
                </c:pt>
                <c:pt idx="565">
                  <c:v>10.395219204800444</c:v>
                </c:pt>
                <c:pt idx="566">
                  <c:v>10.362727712020121</c:v>
                </c:pt>
                <c:pt idx="567">
                  <c:v>10.374705970892762</c:v>
                </c:pt>
                <c:pt idx="568">
                  <c:v>10.394864727942164</c:v>
                </c:pt>
                <c:pt idx="569">
                  <c:v>10.317642394208669</c:v>
                </c:pt>
                <c:pt idx="570">
                  <c:v>10.24551553035991</c:v>
                </c:pt>
                <c:pt idx="571">
                  <c:v>10.19387706904498</c:v>
                </c:pt>
                <c:pt idx="572">
                  <c:v>10.201824908045197</c:v>
                </c:pt>
                <c:pt idx="573">
                  <c:v>10.166379921279146</c:v>
                </c:pt>
                <c:pt idx="574">
                  <c:v>10.096554098071877</c:v>
                </c:pt>
                <c:pt idx="575">
                  <c:v>10.053301623548993</c:v>
                </c:pt>
                <c:pt idx="576">
                  <c:v>9.9762520298073625</c:v>
                </c:pt>
                <c:pt idx="577">
                  <c:v>10.013464902427547</c:v>
                </c:pt>
                <c:pt idx="578">
                  <c:v>9.9971211800732505</c:v>
                </c:pt>
                <c:pt idx="579">
                  <c:v>9.960469172614129</c:v>
                </c:pt>
                <c:pt idx="580">
                  <c:v>9.9161554267663021</c:v>
                </c:pt>
                <c:pt idx="581">
                  <c:v>9.8442049016592126</c:v>
                </c:pt>
                <c:pt idx="582">
                  <c:v>9.8562180684052159</c:v>
                </c:pt>
                <c:pt idx="583">
                  <c:v>9.3041333171269613</c:v>
                </c:pt>
                <c:pt idx="584">
                  <c:v>8.5791764998757074</c:v>
                </c:pt>
                <c:pt idx="585">
                  <c:v>8.6417322186445649</c:v>
                </c:pt>
                <c:pt idx="586">
                  <c:v>8.7580462423158814</c:v>
                </c:pt>
                <c:pt idx="587">
                  <c:v>8.7026698045366011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6A0-42C5-857B-5B109011262B}"/>
            </c:ext>
          </c:extLst>
        </c:ser>
        <c:ser>
          <c:idx val="4"/>
          <c:order val="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Shifted!$F$2:$F$589</c:f>
              <c:numCache>
                <c:formatCode>General</c:formatCode>
                <c:ptCount val="588"/>
                <c:pt idx="0">
                  <c:v>8.6456486786150126</c:v>
                </c:pt>
                <c:pt idx="1">
                  <c:v>9.6710621224394888</c:v>
                </c:pt>
                <c:pt idx="2">
                  <c:v>9.793212181563657</c:v>
                </c:pt>
                <c:pt idx="3">
                  <c:v>9.8938704164591105</c:v>
                </c:pt>
                <c:pt idx="4">
                  <c:v>9.9532206041582576</c:v>
                </c:pt>
                <c:pt idx="5">
                  <c:v>9.9288490613388429</c:v>
                </c:pt>
                <c:pt idx="6">
                  <c:v>10.044805385309038</c:v>
                </c:pt>
                <c:pt idx="7">
                  <c:v>10.164827807358241</c:v>
                </c:pt>
                <c:pt idx="8">
                  <c:v>10.238777798047721</c:v>
                </c:pt>
                <c:pt idx="9">
                  <c:v>10.468039440688205</c:v>
                </c:pt>
                <c:pt idx="10">
                  <c:v>10.540850026891809</c:v>
                </c:pt>
                <c:pt idx="11">
                  <c:v>10.536287304703562</c:v>
                </c:pt>
                <c:pt idx="12">
                  <c:v>10.482532801861726</c:v>
                </c:pt>
                <c:pt idx="13">
                  <c:v>10.491886188575378</c:v>
                </c:pt>
                <c:pt idx="14">
                  <c:v>10.542345381556474</c:v>
                </c:pt>
                <c:pt idx="15">
                  <c:v>10.52504236995755</c:v>
                </c:pt>
                <c:pt idx="16">
                  <c:v>10.455018937693241</c:v>
                </c:pt>
                <c:pt idx="17">
                  <c:v>10.543907753064202</c:v>
                </c:pt>
                <c:pt idx="18">
                  <c:v>10.655976597983068</c:v>
                </c:pt>
                <c:pt idx="19">
                  <c:v>10.609915798866291</c:v>
                </c:pt>
                <c:pt idx="20">
                  <c:v>10.56446505151979</c:v>
                </c:pt>
                <c:pt idx="21">
                  <c:v>10.598277411921059</c:v>
                </c:pt>
                <c:pt idx="22">
                  <c:v>10.680008232957732</c:v>
                </c:pt>
                <c:pt idx="23">
                  <c:v>10.735082797466406</c:v>
                </c:pt>
                <c:pt idx="24">
                  <c:v>10.784124428253698</c:v>
                </c:pt>
                <c:pt idx="25">
                  <c:v>10.841770681407221</c:v>
                </c:pt>
                <c:pt idx="26">
                  <c:v>10.829976284166543</c:v>
                </c:pt>
                <c:pt idx="27">
                  <c:v>10.813850273596968</c:v>
                </c:pt>
                <c:pt idx="28">
                  <c:v>10.833209256075232</c:v>
                </c:pt>
                <c:pt idx="29">
                  <c:v>10.859255082740754</c:v>
                </c:pt>
                <c:pt idx="30">
                  <c:v>10.867515074063535</c:v>
                </c:pt>
                <c:pt idx="31">
                  <c:v>10.879473185228315</c:v>
                </c:pt>
                <c:pt idx="32">
                  <c:v>10.895927001738283</c:v>
                </c:pt>
                <c:pt idx="33">
                  <c:v>10.947136944050861</c:v>
                </c:pt>
                <c:pt idx="34">
                  <c:v>10.972012575346687</c:v>
                </c:pt>
                <c:pt idx="35">
                  <c:v>11.024252629867583</c:v>
                </c:pt>
                <c:pt idx="36">
                  <c:v>11.067218271683828</c:v>
                </c:pt>
                <c:pt idx="37">
                  <c:v>11.055480399227557</c:v>
                </c:pt>
                <c:pt idx="38">
                  <c:v>11.095746179141978</c:v>
                </c:pt>
                <c:pt idx="39">
                  <c:v>11.142061528834732</c:v>
                </c:pt>
                <c:pt idx="40">
                  <c:v>11.195024590171682</c:v>
                </c:pt>
                <c:pt idx="41">
                  <c:v>11.235616663657686</c:v>
                </c:pt>
                <c:pt idx="42">
                  <c:v>11.235587266988867</c:v>
                </c:pt>
                <c:pt idx="43">
                  <c:v>11.25745129936112</c:v>
                </c:pt>
                <c:pt idx="44">
                  <c:v>11.273719094506985</c:v>
                </c:pt>
                <c:pt idx="45">
                  <c:v>11.289812211054855</c:v>
                </c:pt>
                <c:pt idx="46">
                  <c:v>11.335022302713856</c:v>
                </c:pt>
                <c:pt idx="47">
                  <c:v>11.349306531637339</c:v>
                </c:pt>
                <c:pt idx="48">
                  <c:v>11.338225783430678</c:v>
                </c:pt>
                <c:pt idx="49">
                  <c:v>11.325214874525383</c:v>
                </c:pt>
                <c:pt idx="50">
                  <c:v>11.336010068595378</c:v>
                </c:pt>
                <c:pt idx="51">
                  <c:v>11.322564637225259</c:v>
                </c:pt>
                <c:pt idx="52">
                  <c:v>11.285445907766302</c:v>
                </c:pt>
                <c:pt idx="53">
                  <c:v>11.269934675119547</c:v>
                </c:pt>
                <c:pt idx="54">
                  <c:v>11.282227019792181</c:v>
                </c:pt>
                <c:pt idx="55">
                  <c:v>11.315142781794481</c:v>
                </c:pt>
                <c:pt idx="56">
                  <c:v>11.32241708674286</c:v>
                </c:pt>
                <c:pt idx="57">
                  <c:v>11.313304402978234</c:v>
                </c:pt>
                <c:pt idx="58">
                  <c:v>11.359717773074733</c:v>
                </c:pt>
                <c:pt idx="59">
                  <c:v>11.375152253004181</c:v>
                </c:pt>
                <c:pt idx="60">
                  <c:v>11.35765149918285</c:v>
                </c:pt>
                <c:pt idx="61">
                  <c:v>11.353570750030954</c:v>
                </c:pt>
                <c:pt idx="62">
                  <c:v>11.327419246594573</c:v>
                </c:pt>
                <c:pt idx="63">
                  <c:v>11.328386122881856</c:v>
                </c:pt>
                <c:pt idx="64">
                  <c:v>11.303818353162695</c:v>
                </c:pt>
                <c:pt idx="65">
                  <c:v>11.295853368281653</c:v>
                </c:pt>
                <c:pt idx="66">
                  <c:v>11.308778828348979</c:v>
                </c:pt>
                <c:pt idx="67">
                  <c:v>11.312923853175459</c:v>
                </c:pt>
                <c:pt idx="68">
                  <c:v>11.330207582072006</c:v>
                </c:pt>
                <c:pt idx="69">
                  <c:v>11.342783590420281</c:v>
                </c:pt>
                <c:pt idx="70">
                  <c:v>11.335103781583699</c:v>
                </c:pt>
                <c:pt idx="71">
                  <c:v>11.336678062995837</c:v>
                </c:pt>
                <c:pt idx="72">
                  <c:v>11.277092055054009</c:v>
                </c:pt>
                <c:pt idx="73">
                  <c:v>11.18559950772395</c:v>
                </c:pt>
                <c:pt idx="74">
                  <c:v>11.103018971721543</c:v>
                </c:pt>
                <c:pt idx="75">
                  <c:v>11.248139833620526</c:v>
                </c:pt>
                <c:pt idx="76">
                  <c:v>11.511800824808144</c:v>
                </c:pt>
                <c:pt idx="77">
                  <c:v>11.712099234079725</c:v>
                </c:pt>
                <c:pt idx="78">
                  <c:v>11.62996494140044</c:v>
                </c:pt>
                <c:pt idx="79">
                  <c:v>11.201822687989806</c:v>
                </c:pt>
                <c:pt idx="80">
                  <c:v>10.862181705441598</c:v>
                </c:pt>
                <c:pt idx="81">
                  <c:v>10.827866057056001</c:v>
                </c:pt>
                <c:pt idx="82">
                  <c:v>11.058779442748804</c:v>
                </c:pt>
                <c:pt idx="83">
                  <c:v>11.318298622893671</c:v>
                </c:pt>
                <c:pt idx="84">
                  <c:v>11.400745597825217</c:v>
                </c:pt>
                <c:pt idx="85">
                  <c:v>11.43663297550057</c:v>
                </c:pt>
                <c:pt idx="86">
                  <c:v>11.487215568324572</c:v>
                </c:pt>
                <c:pt idx="87">
                  <c:v>11.436648760850069</c:v>
                </c:pt>
                <c:pt idx="88">
                  <c:v>11.318557332483884</c:v>
                </c:pt>
                <c:pt idx="89">
                  <c:v>11.116036308194298</c:v>
                </c:pt>
                <c:pt idx="90">
                  <c:v>10.929621539156646</c:v>
                </c:pt>
                <c:pt idx="91">
                  <c:v>10.840557761618541</c:v>
                </c:pt>
                <c:pt idx="92">
                  <c:v>10.75920441838549</c:v>
                </c:pt>
                <c:pt idx="93">
                  <c:v>10.825078666809082</c:v>
                </c:pt>
                <c:pt idx="94">
                  <c:v>10.977724036172084</c:v>
                </c:pt>
                <c:pt idx="95">
                  <c:v>11.037604199848198</c:v>
                </c:pt>
                <c:pt idx="96">
                  <c:v>11.029753493335654</c:v>
                </c:pt>
                <c:pt idx="97">
                  <c:v>11.009096709369032</c:v>
                </c:pt>
                <c:pt idx="98">
                  <c:v>10.92225611398724</c:v>
                </c:pt>
                <c:pt idx="99">
                  <c:v>10.788950160830971</c:v>
                </c:pt>
                <c:pt idx="100">
                  <c:v>10.703656671484193</c:v>
                </c:pt>
                <c:pt idx="101">
                  <c:v>10.654241580122937</c:v>
                </c:pt>
                <c:pt idx="102">
                  <c:v>10.61283140963171</c:v>
                </c:pt>
                <c:pt idx="103">
                  <c:v>10.541471799520391</c:v>
                </c:pt>
                <c:pt idx="104">
                  <c:v>10.45968913259032</c:v>
                </c:pt>
                <c:pt idx="105">
                  <c:v>10.424113113844509</c:v>
                </c:pt>
                <c:pt idx="106">
                  <c:v>10.331883263086953</c:v>
                </c:pt>
                <c:pt idx="107">
                  <c:v>10.235682309916507</c:v>
                </c:pt>
                <c:pt idx="108">
                  <c:v>10.228407177891437</c:v>
                </c:pt>
                <c:pt idx="109">
                  <c:v>10.215329488450701</c:v>
                </c:pt>
                <c:pt idx="110">
                  <c:v>10.199396801150913</c:v>
                </c:pt>
                <c:pt idx="111">
                  <c:v>10.195269972011726</c:v>
                </c:pt>
                <c:pt idx="112">
                  <c:v>10.191794253093031</c:v>
                </c:pt>
                <c:pt idx="113">
                  <c:v>10.235299089837543</c:v>
                </c:pt>
                <c:pt idx="114">
                  <c:v>10.271939319982268</c:v>
                </c:pt>
                <c:pt idx="115">
                  <c:v>10.284901502254847</c:v>
                </c:pt>
                <c:pt idx="116">
                  <c:v>10.240630898829142</c:v>
                </c:pt>
                <c:pt idx="117">
                  <c:v>10.270454457376248</c:v>
                </c:pt>
                <c:pt idx="118">
                  <c:v>10.27176341258461</c:v>
                </c:pt>
                <c:pt idx="119">
                  <c:v>10.298736604902155</c:v>
                </c:pt>
                <c:pt idx="120">
                  <c:v>10.306800366371345</c:v>
                </c:pt>
                <c:pt idx="121">
                  <c:v>10.304212916007762</c:v>
                </c:pt>
                <c:pt idx="122">
                  <c:v>10.347905912700401</c:v>
                </c:pt>
                <c:pt idx="123">
                  <c:v>10.328090525671042</c:v>
                </c:pt>
                <c:pt idx="124">
                  <c:v>10.298826992569543</c:v>
                </c:pt>
                <c:pt idx="125">
                  <c:v>10.326242954488096</c:v>
                </c:pt>
                <c:pt idx="126">
                  <c:v>10.341944958282252</c:v>
                </c:pt>
                <c:pt idx="127">
                  <c:v>10.357464863418919</c:v>
                </c:pt>
                <c:pt idx="128">
                  <c:v>10.373868960804128</c:v>
                </c:pt>
                <c:pt idx="129">
                  <c:v>10.398044648908305</c:v>
                </c:pt>
                <c:pt idx="130">
                  <c:v>10.377747548780984</c:v>
                </c:pt>
                <c:pt idx="131">
                  <c:v>10.400501775615512</c:v>
                </c:pt>
                <c:pt idx="132">
                  <c:v>10.43702945243742</c:v>
                </c:pt>
                <c:pt idx="133">
                  <c:v>10.483345983668308</c:v>
                </c:pt>
                <c:pt idx="134">
                  <c:v>10.48523441243999</c:v>
                </c:pt>
                <c:pt idx="135">
                  <c:v>10.481885886101615</c:v>
                </c:pt>
                <c:pt idx="136">
                  <c:v>10.507111158162585</c:v>
                </c:pt>
                <c:pt idx="137">
                  <c:v>10.486046932585214</c:v>
                </c:pt>
                <c:pt idx="138">
                  <c:v>10.441063932555913</c:v>
                </c:pt>
                <c:pt idx="139">
                  <c:v>10.568175553881447</c:v>
                </c:pt>
                <c:pt idx="140">
                  <c:v>10.681602600518175</c:v>
                </c:pt>
                <c:pt idx="141">
                  <c:v>10.783442113611036</c:v>
                </c:pt>
                <c:pt idx="142">
                  <c:v>10.817987925625484</c:v>
                </c:pt>
                <c:pt idx="143">
                  <c:v>10.866006108079544</c:v>
                </c:pt>
                <c:pt idx="144">
                  <c:v>10.866348376046727</c:v>
                </c:pt>
                <c:pt idx="145">
                  <c:v>10.894188344740693</c:v>
                </c:pt>
                <c:pt idx="146">
                  <c:v>10.923974164959738</c:v>
                </c:pt>
                <c:pt idx="147">
                  <c:v>10.970961479021085</c:v>
                </c:pt>
                <c:pt idx="148">
                  <c:v>10.971961721945322</c:v>
                </c:pt>
                <c:pt idx="149">
                  <c:v>10.93971849144992</c:v>
                </c:pt>
                <c:pt idx="150">
                  <c:v>10.964458198598599</c:v>
                </c:pt>
                <c:pt idx="151">
                  <c:v>10.988198986145761</c:v>
                </c:pt>
                <c:pt idx="152">
                  <c:v>11.016165143112628</c:v>
                </c:pt>
                <c:pt idx="153">
                  <c:v>11.039010041183698</c:v>
                </c:pt>
                <c:pt idx="154">
                  <c:v>11.044398138652083</c:v>
                </c:pt>
                <c:pt idx="155">
                  <c:v>11.083023943634014</c:v>
                </c:pt>
                <c:pt idx="156">
                  <c:v>11.12600121178551</c:v>
                </c:pt>
                <c:pt idx="157">
                  <c:v>11.104597979286218</c:v>
                </c:pt>
                <c:pt idx="158">
                  <c:v>11.105269565562606</c:v>
                </c:pt>
                <c:pt idx="159">
                  <c:v>11.102515636475692</c:v>
                </c:pt>
                <c:pt idx="160">
                  <c:v>11.082915147602472</c:v>
                </c:pt>
                <c:pt idx="161">
                  <c:v>11.159437512228923</c:v>
                </c:pt>
                <c:pt idx="162">
                  <c:v>11.147345839993269</c:v>
                </c:pt>
                <c:pt idx="163">
                  <c:v>11.223311369327083</c:v>
                </c:pt>
                <c:pt idx="164">
                  <c:v>11.253179897215636</c:v>
                </c:pt>
                <c:pt idx="165">
                  <c:v>11.284716095290577</c:v>
                </c:pt>
                <c:pt idx="166">
                  <c:v>11.261218893645497</c:v>
                </c:pt>
                <c:pt idx="167">
                  <c:v>11.319294423234522</c:v>
                </c:pt>
                <c:pt idx="168">
                  <c:v>11.331607373932242</c:v>
                </c:pt>
                <c:pt idx="169">
                  <c:v>11.251336886769895</c:v>
                </c:pt>
                <c:pt idx="170">
                  <c:v>11.212228068998046</c:v>
                </c:pt>
                <c:pt idx="171">
                  <c:v>11.266389777143004</c:v>
                </c:pt>
                <c:pt idx="172">
                  <c:v>11.195635492649417</c:v>
                </c:pt>
                <c:pt idx="173">
                  <c:v>11.096078805757969</c:v>
                </c:pt>
                <c:pt idx="174">
                  <c:v>11.033548404781731</c:v>
                </c:pt>
                <c:pt idx="175">
                  <c:v>10.909697308834218</c:v>
                </c:pt>
                <c:pt idx="176">
                  <c:v>10.70714939273666</c:v>
                </c:pt>
                <c:pt idx="177">
                  <c:v>10.914124484967525</c:v>
                </c:pt>
                <c:pt idx="178">
                  <c:v>11.234440229766633</c:v>
                </c:pt>
                <c:pt idx="179">
                  <c:v>11.202614980202149</c:v>
                </c:pt>
                <c:pt idx="180">
                  <c:v>10.98130655432287</c:v>
                </c:pt>
                <c:pt idx="181">
                  <c:v>10.870507390284731</c:v>
                </c:pt>
                <c:pt idx="182">
                  <c:v>10.968966002894296</c:v>
                </c:pt>
                <c:pt idx="183">
                  <c:v>11.176314319391498</c:v>
                </c:pt>
                <c:pt idx="184">
                  <c:v>11.317477312104721</c:v>
                </c:pt>
                <c:pt idx="185">
                  <c:v>11.475058675183829</c:v>
                </c:pt>
                <c:pt idx="186">
                  <c:v>11.602339634554987</c:v>
                </c:pt>
                <c:pt idx="187">
                  <c:v>11.610266526646519</c:v>
                </c:pt>
                <c:pt idx="188">
                  <c:v>11.56734521614114</c:v>
                </c:pt>
                <c:pt idx="189">
                  <c:v>11.539590223669897</c:v>
                </c:pt>
                <c:pt idx="190">
                  <c:v>11.496660500612981</c:v>
                </c:pt>
                <c:pt idx="191">
                  <c:v>11.450673618521988</c:v>
                </c:pt>
                <c:pt idx="192">
                  <c:v>11.410713715200156</c:v>
                </c:pt>
                <c:pt idx="193">
                  <c:v>11.392107703345079</c:v>
                </c:pt>
                <c:pt idx="194">
                  <c:v>11.35837649098298</c:v>
                </c:pt>
                <c:pt idx="195">
                  <c:v>11.3625647128437</c:v>
                </c:pt>
                <c:pt idx="196">
                  <c:v>11.407861576663397</c:v>
                </c:pt>
                <c:pt idx="197">
                  <c:v>11.424429387972699</c:v>
                </c:pt>
                <c:pt idx="198">
                  <c:v>11.415004305524967</c:v>
                </c:pt>
                <c:pt idx="199">
                  <c:v>11.417785457250538</c:v>
                </c:pt>
                <c:pt idx="200">
                  <c:v>11.379988619424674</c:v>
                </c:pt>
                <c:pt idx="201">
                  <c:v>11.281202578966919</c:v>
                </c:pt>
                <c:pt idx="202">
                  <c:v>11.320574359866271</c:v>
                </c:pt>
                <c:pt idx="203">
                  <c:v>11.413032649206999</c:v>
                </c:pt>
                <c:pt idx="204">
                  <c:v>11.389709748067711</c:v>
                </c:pt>
                <c:pt idx="205">
                  <c:v>11.313243057518223</c:v>
                </c:pt>
                <c:pt idx="206">
                  <c:v>11.345947182409644</c:v>
                </c:pt>
                <c:pt idx="207">
                  <c:v>11.32366110461528</c:v>
                </c:pt>
                <c:pt idx="208">
                  <c:v>11.304906408001189</c:v>
                </c:pt>
                <c:pt idx="209">
                  <c:v>11.238496308402247</c:v>
                </c:pt>
                <c:pt idx="210">
                  <c:v>11.149614298690949</c:v>
                </c:pt>
                <c:pt idx="211">
                  <c:v>11.060092840540559</c:v>
                </c:pt>
                <c:pt idx="212">
                  <c:v>10.951987299882887</c:v>
                </c:pt>
                <c:pt idx="213">
                  <c:v>10.815759639224421</c:v>
                </c:pt>
                <c:pt idx="214">
                  <c:v>10.793559766452443</c:v>
                </c:pt>
                <c:pt idx="215">
                  <c:v>10.804824172946937</c:v>
                </c:pt>
                <c:pt idx="216">
                  <c:v>10.810334583243142</c:v>
                </c:pt>
                <c:pt idx="217">
                  <c:v>10.787706095697029</c:v>
                </c:pt>
                <c:pt idx="218">
                  <c:v>10.725076870871115</c:v>
                </c:pt>
                <c:pt idx="219">
                  <c:v>10.736071886670643</c:v>
                </c:pt>
                <c:pt idx="220">
                  <c:v>10.772896980272096</c:v>
                </c:pt>
                <c:pt idx="221">
                  <c:v>10.809519416452497</c:v>
                </c:pt>
                <c:pt idx="222">
                  <c:v>10.78371873531939</c:v>
                </c:pt>
                <c:pt idx="223">
                  <c:v>10.80236591196312</c:v>
                </c:pt>
                <c:pt idx="224">
                  <c:v>10.817201871934504</c:v>
                </c:pt>
                <c:pt idx="225">
                  <c:v>10.812764392788644</c:v>
                </c:pt>
                <c:pt idx="226">
                  <c:v>10.798342160210904</c:v>
                </c:pt>
                <c:pt idx="227">
                  <c:v>10.792012046017604</c:v>
                </c:pt>
                <c:pt idx="228">
                  <c:v>10.794121895035932</c:v>
                </c:pt>
                <c:pt idx="229">
                  <c:v>10.869761981505626</c:v>
                </c:pt>
                <c:pt idx="230">
                  <c:v>10.913608294586764</c:v>
                </c:pt>
                <c:pt idx="231">
                  <c:v>10.912243948870593</c:v>
                </c:pt>
                <c:pt idx="232">
                  <c:v>10.914399547045544</c:v>
                </c:pt>
                <c:pt idx="233">
                  <c:v>10.892586935212957</c:v>
                </c:pt>
                <c:pt idx="234">
                  <c:v>10.943664545254325</c:v>
                </c:pt>
                <c:pt idx="235">
                  <c:v>10.983795251729061</c:v>
                </c:pt>
                <c:pt idx="236">
                  <c:v>10.974555434461029</c:v>
                </c:pt>
                <c:pt idx="237">
                  <c:v>11.002337176955656</c:v>
                </c:pt>
                <c:pt idx="238">
                  <c:v>11.013643646207784</c:v>
                </c:pt>
                <c:pt idx="239">
                  <c:v>11.032412521279502</c:v>
                </c:pt>
                <c:pt idx="240">
                  <c:v>11.017110751713465</c:v>
                </c:pt>
                <c:pt idx="241">
                  <c:v>10.952106493450023</c:v>
                </c:pt>
                <c:pt idx="242">
                  <c:v>10.966796037215614</c:v>
                </c:pt>
                <c:pt idx="243">
                  <c:v>10.993658732086702</c:v>
                </c:pt>
                <c:pt idx="244">
                  <c:v>11.00809873499801</c:v>
                </c:pt>
                <c:pt idx="245">
                  <c:v>11.027542504652901</c:v>
                </c:pt>
                <c:pt idx="246">
                  <c:v>11.011916048407146</c:v>
                </c:pt>
                <c:pt idx="247">
                  <c:v>11.017283067235189</c:v>
                </c:pt>
                <c:pt idx="248">
                  <c:v>11.027731267185475</c:v>
                </c:pt>
                <c:pt idx="249">
                  <c:v>11.023670273351213</c:v>
                </c:pt>
                <c:pt idx="250">
                  <c:v>10.928734818416496</c:v>
                </c:pt>
                <c:pt idx="251">
                  <c:v>10.95544448046823</c:v>
                </c:pt>
                <c:pt idx="252">
                  <c:v>11.01808018012313</c:v>
                </c:pt>
                <c:pt idx="253">
                  <c:v>11.054658237731147</c:v>
                </c:pt>
                <c:pt idx="254">
                  <c:v>11.088023362317251</c:v>
                </c:pt>
                <c:pt idx="255">
                  <c:v>11.057747440079478</c:v>
                </c:pt>
                <c:pt idx="256">
                  <c:v>11.05087551975863</c:v>
                </c:pt>
                <c:pt idx="257">
                  <c:v>11.033966291189603</c:v>
                </c:pt>
                <c:pt idx="258">
                  <c:v>11.017007910634126</c:v>
                </c:pt>
                <c:pt idx="259">
                  <c:v>11</c:v>
                </c:pt>
                <c:pt idx="260">
                  <c:v>10.952744334997252</c:v>
                </c:pt>
                <c:pt idx="261">
                  <c:v>10.839739002951957</c:v>
                </c:pt>
                <c:pt idx="262">
                  <c:v>10.873559350551025</c:v>
                </c:pt>
                <c:pt idx="263">
                  <c:v>10.938420311869358</c:v>
                </c:pt>
                <c:pt idx="264">
                  <c:v>10.935626872147175</c:v>
                </c:pt>
                <c:pt idx="265">
                  <c:v>10.908850287775431</c:v>
                </c:pt>
                <c:pt idx="266">
                  <c:v>10.999562925412809</c:v>
                </c:pt>
                <c:pt idx="267">
                  <c:v>10.994305742369862</c:v>
                </c:pt>
                <c:pt idx="268">
                  <c:v>10.853903187600842</c:v>
                </c:pt>
                <c:pt idx="269">
                  <c:v>10.804917939813389</c:v>
                </c:pt>
                <c:pt idx="270">
                  <c:v>10.815209420545338</c:v>
                </c:pt>
                <c:pt idx="271">
                  <c:v>10.880230314865733</c:v>
                </c:pt>
                <c:pt idx="272">
                  <c:v>10.904985334748662</c:v>
                </c:pt>
                <c:pt idx="273">
                  <c:v>10.872086681418567</c:v>
                </c:pt>
                <c:pt idx="274">
                  <c:v>10.90851255691469</c:v>
                </c:pt>
                <c:pt idx="275">
                  <c:v>10.86779193207952</c:v>
                </c:pt>
                <c:pt idx="276">
                  <c:v>10.908133046865478</c:v>
                </c:pt>
                <c:pt idx="277">
                  <c:v>10.949981048128306</c:v>
                </c:pt>
                <c:pt idx="278">
                  <c:v>10.981216190286245</c:v>
                </c:pt>
                <c:pt idx="279">
                  <c:v>11.012741329164239</c:v>
                </c:pt>
                <c:pt idx="280">
                  <c:v>11.002266001098358</c:v>
                </c:pt>
                <c:pt idx="281">
                  <c:v>10.889342431492057</c:v>
                </c:pt>
                <c:pt idx="282">
                  <c:v>11.030374793348985</c:v>
                </c:pt>
                <c:pt idx="283">
                  <c:v>11.130439163546619</c:v>
                </c:pt>
                <c:pt idx="284">
                  <c:v>11.102214391512588</c:v>
                </c:pt>
                <c:pt idx="285">
                  <c:v>10.827074615551126</c:v>
                </c:pt>
                <c:pt idx="286">
                  <c:v>10.655442968099416</c:v>
                </c:pt>
                <c:pt idx="287">
                  <c:v>11.045341384176655</c:v>
                </c:pt>
                <c:pt idx="288">
                  <c:v>11.137523666208859</c:v>
                </c:pt>
                <c:pt idx="289">
                  <c:v>11.296634412250944</c:v>
                </c:pt>
                <c:pt idx="290">
                  <c:v>11.221063422131438</c:v>
                </c:pt>
                <c:pt idx="291">
                  <c:v>11.156300386693804</c:v>
                </c:pt>
                <c:pt idx="292">
                  <c:v>11.115085973440916</c:v>
                </c:pt>
                <c:pt idx="293">
                  <c:v>10.796029748294572</c:v>
                </c:pt>
                <c:pt idx="294">
                  <c:v>11.169331996147246</c:v>
                </c:pt>
                <c:pt idx="295">
                  <c:v>11.295247002910369</c:v>
                </c:pt>
                <c:pt idx="296">
                  <c:v>11.342714115977895</c:v>
                </c:pt>
                <c:pt idx="297">
                  <c:v>11.542742000277899</c:v>
                </c:pt>
                <c:pt idx="298">
                  <c:v>11.619062274621601</c:v>
                </c:pt>
                <c:pt idx="299">
                  <c:v>11.512829330124593</c:v>
                </c:pt>
                <c:pt idx="300">
                  <c:v>11.645883757442508</c:v>
                </c:pt>
                <c:pt idx="301">
                  <c:v>11.608562086993345</c:v>
                </c:pt>
                <c:pt idx="302">
                  <c:v>11.373269920969275</c:v>
                </c:pt>
                <c:pt idx="303">
                  <c:v>11.372742954960714</c:v>
                </c:pt>
                <c:pt idx="304">
                  <c:v>11.561546699585895</c:v>
                </c:pt>
                <c:pt idx="305">
                  <c:v>11.758430463645022</c:v>
                </c:pt>
                <c:pt idx="306">
                  <c:v>11.760312417587715</c:v>
                </c:pt>
                <c:pt idx="307">
                  <c:v>11.654121063233092</c:v>
                </c:pt>
                <c:pt idx="308">
                  <c:v>11.563449354076733</c:v>
                </c:pt>
                <c:pt idx="309">
                  <c:v>11.467664042391702</c:v>
                </c:pt>
                <c:pt idx="310">
                  <c:v>11.392371044564786</c:v>
                </c:pt>
                <c:pt idx="311">
                  <c:v>11.10962433703895</c:v>
                </c:pt>
                <c:pt idx="312">
                  <c:v>10.932857724849068</c:v>
                </c:pt>
                <c:pt idx="313">
                  <c:v>11.241598271362447</c:v>
                </c:pt>
                <c:pt idx="314">
                  <c:v>11.309541156754191</c:v>
                </c:pt>
                <c:pt idx="315">
                  <c:v>11.3466099780423</c:v>
                </c:pt>
                <c:pt idx="316">
                  <c:v>11.319752387415964</c:v>
                </c:pt>
                <c:pt idx="317">
                  <c:v>11.312863831038156</c:v>
                </c:pt>
                <c:pt idx="318">
                  <c:v>11.357015548096635</c:v>
                </c:pt>
                <c:pt idx="319">
                  <c:v>11.335697386343124</c:v>
                </c:pt>
                <c:pt idx="320">
                  <c:v>11.287130781147948</c:v>
                </c:pt>
                <c:pt idx="321">
                  <c:v>11.377773282681581</c:v>
                </c:pt>
                <c:pt idx="322">
                  <c:v>11.424108198645868</c:v>
                </c:pt>
                <c:pt idx="323">
                  <c:v>11.448489852477874</c:v>
                </c:pt>
                <c:pt idx="324">
                  <c:v>11.498279396905129</c:v>
                </c:pt>
                <c:pt idx="325">
                  <c:v>11.536638363314472</c:v>
                </c:pt>
                <c:pt idx="326">
                  <c:v>11.533842749562128</c:v>
                </c:pt>
                <c:pt idx="327">
                  <c:v>11.555967476508663</c:v>
                </c:pt>
                <c:pt idx="328">
                  <c:v>11.593153317333732</c:v>
                </c:pt>
                <c:pt idx="329">
                  <c:v>11.611860752422395</c:v>
                </c:pt>
                <c:pt idx="330">
                  <c:v>11.649073154224761</c:v>
                </c:pt>
                <c:pt idx="331">
                  <c:v>11.668511441542698</c:v>
                </c:pt>
                <c:pt idx="332">
                  <c:v>11.627457433907118</c:v>
                </c:pt>
                <c:pt idx="333">
                  <c:v>11.676129054211806</c:v>
                </c:pt>
                <c:pt idx="334">
                  <c:v>11.666753879934934</c:v>
                </c:pt>
                <c:pt idx="335">
                  <c:v>11.611297395039241</c:v>
                </c:pt>
                <c:pt idx="336">
                  <c:v>11.571371141923525</c:v>
                </c:pt>
                <c:pt idx="337">
                  <c:v>11.562395043967399</c:v>
                </c:pt>
                <c:pt idx="338">
                  <c:v>11.542025610075406</c:v>
                </c:pt>
                <c:pt idx="339">
                  <c:v>11.510909850530698</c:v>
                </c:pt>
                <c:pt idx="340">
                  <c:v>11.443428615719377</c:v>
                </c:pt>
                <c:pt idx="341">
                  <c:v>11.405237333202264</c:v>
                </c:pt>
                <c:pt idx="342">
                  <c:v>11.36146626046961</c:v>
                </c:pt>
                <c:pt idx="343">
                  <c:v>11.410822983846954</c:v>
                </c:pt>
                <c:pt idx="344">
                  <c:v>11.39854425049365</c:v>
                </c:pt>
                <c:pt idx="345">
                  <c:v>11.383625488329713</c:v>
                </c:pt>
                <c:pt idx="346">
                  <c:v>11.408100814505129</c:v>
                </c:pt>
                <c:pt idx="347">
                  <c:v>11.443832796284871</c:v>
                </c:pt>
                <c:pt idx="348">
                  <c:v>11.480190237092172</c:v>
                </c:pt>
                <c:pt idx="349">
                  <c:v>11.45170184026928</c:v>
                </c:pt>
                <c:pt idx="350">
                  <c:v>11.37218829369824</c:v>
                </c:pt>
                <c:pt idx="351">
                  <c:v>11.533518251928511</c:v>
                </c:pt>
                <c:pt idx="352">
                  <c:v>11.716413644213347</c:v>
                </c:pt>
                <c:pt idx="353">
                  <c:v>11.82879191033922</c:v>
                </c:pt>
                <c:pt idx="354">
                  <c:v>11.894206020551207</c:v>
                </c:pt>
                <c:pt idx="355">
                  <c:v>11.821194903695192</c:v>
                </c:pt>
                <c:pt idx="356">
                  <c:v>11.807590200984368</c:v>
                </c:pt>
                <c:pt idx="357">
                  <c:v>12.090901494693009</c:v>
                </c:pt>
                <c:pt idx="358">
                  <c:v>12.026868366254138</c:v>
                </c:pt>
                <c:pt idx="359">
                  <c:v>11.902787012154725</c:v>
                </c:pt>
                <c:pt idx="360">
                  <c:v>12.245689229003833</c:v>
                </c:pt>
                <c:pt idx="361">
                  <c:v>12.397827482198952</c:v>
                </c:pt>
                <c:pt idx="362">
                  <c:v>12.344927089644717</c:v>
                </c:pt>
                <c:pt idx="363">
                  <c:v>12.118545139010328</c:v>
                </c:pt>
                <c:pt idx="364">
                  <c:v>12.102512895307214</c:v>
                </c:pt>
                <c:pt idx="365">
                  <c:v>12.2866882242238</c:v>
                </c:pt>
                <c:pt idx="366">
                  <c:v>12.04135345666071</c:v>
                </c:pt>
                <c:pt idx="367">
                  <c:v>11.70870377704659</c:v>
                </c:pt>
                <c:pt idx="368">
                  <c:v>11.747580351682464</c:v>
                </c:pt>
                <c:pt idx="369">
                  <c:v>11.744698343861629</c:v>
                </c:pt>
                <c:pt idx="370">
                  <c:v>11.774978614159743</c:v>
                </c:pt>
                <c:pt idx="371">
                  <c:v>11.885173208764561</c:v>
                </c:pt>
                <c:pt idx="372">
                  <c:v>11.754769207792863</c:v>
                </c:pt>
                <c:pt idx="373">
                  <c:v>11.620974664986676</c:v>
                </c:pt>
                <c:pt idx="374">
                  <c:v>11.424755208929026</c:v>
                </c:pt>
                <c:pt idx="375">
                  <c:v>11.497808294019624</c:v>
                </c:pt>
                <c:pt idx="376">
                  <c:v>11.522665209751381</c:v>
                </c:pt>
                <c:pt idx="377">
                  <c:v>11.527169044078935</c:v>
                </c:pt>
                <c:pt idx="378">
                  <c:v>11.523236223501645</c:v>
                </c:pt>
                <c:pt idx="379">
                  <c:v>11.471273405088938</c:v>
                </c:pt>
                <c:pt idx="380">
                  <c:v>11.307060682853423</c:v>
                </c:pt>
                <c:pt idx="381">
                  <c:v>11.164496764003353</c:v>
                </c:pt>
                <c:pt idx="382">
                  <c:v>11.022940366352444</c:v>
                </c:pt>
                <c:pt idx="383">
                  <c:v>11.09393861484031</c:v>
                </c:pt>
                <c:pt idx="384">
                  <c:v>11.017491963177601</c:v>
                </c:pt>
                <c:pt idx="385">
                  <c:v>10.896431093168536</c:v>
                </c:pt>
                <c:pt idx="386">
                  <c:v>10.903722506789121</c:v>
                </c:pt>
                <c:pt idx="387">
                  <c:v>10.848137848636457</c:v>
                </c:pt>
                <c:pt idx="388">
                  <c:v>10.753991046776623</c:v>
                </c:pt>
                <c:pt idx="389">
                  <c:v>10.614421712700969</c:v>
                </c:pt>
                <c:pt idx="390">
                  <c:v>10.501312641607347</c:v>
                </c:pt>
                <c:pt idx="391">
                  <c:v>10.386464275485542</c:v>
                </c:pt>
                <c:pt idx="392">
                  <c:v>10.434919792465189</c:v>
                </c:pt>
                <c:pt idx="393">
                  <c:v>10.438943213386732</c:v>
                </c:pt>
                <c:pt idx="394">
                  <c:v>10.407598046397585</c:v>
                </c:pt>
                <c:pt idx="395">
                  <c:v>10.35279145473811</c:v>
                </c:pt>
                <c:pt idx="396">
                  <c:v>10.309481985324352</c:v>
                </c:pt>
                <c:pt idx="397">
                  <c:v>10.27054191482906</c:v>
                </c:pt>
                <c:pt idx="398">
                  <c:v>10.19389982494331</c:v>
                </c:pt>
                <c:pt idx="399">
                  <c:v>10.039947393786811</c:v>
                </c:pt>
                <c:pt idx="400">
                  <c:v>10.130707053688148</c:v>
                </c:pt>
                <c:pt idx="401">
                  <c:v>10.148197232743163</c:v>
                </c:pt>
                <c:pt idx="402">
                  <c:v>10.142564757742146</c:v>
                </c:pt>
                <c:pt idx="403">
                  <c:v>10.103104727759435</c:v>
                </c:pt>
                <c:pt idx="404">
                  <c:v>10.072990812123148</c:v>
                </c:pt>
                <c:pt idx="405">
                  <c:v>10.059335090595619</c:v>
                </c:pt>
                <c:pt idx="406">
                  <c:v>10.047210013323024</c:v>
                </c:pt>
                <c:pt idx="407">
                  <c:v>10.022369213771441</c:v>
                </c:pt>
                <c:pt idx="408">
                  <c:v>10.021097645383541</c:v>
                </c:pt>
                <c:pt idx="409">
                  <c:v>10.027487223437369</c:v>
                </c:pt>
                <c:pt idx="410">
                  <c:v>10.013655926819782</c:v>
                </c:pt>
                <c:pt idx="411">
                  <c:v>9.9895797951189245</c:v>
                </c:pt>
                <c:pt idx="412">
                  <c:v>10.020932423521399</c:v>
                </c:pt>
                <c:pt idx="413">
                  <c:v>10.009166584795921</c:v>
                </c:pt>
                <c:pt idx="414">
                  <c:v>10.016981831133624</c:v>
                </c:pt>
                <c:pt idx="415">
                  <c:v>10.020523883080186</c:v>
                </c:pt>
                <c:pt idx="416">
                  <c:v>9.9983107756041676</c:v>
                </c:pt>
                <c:pt idx="417">
                  <c:v>10.003773174098226</c:v>
                </c:pt>
                <c:pt idx="418">
                  <c:v>9.9805174286327336</c:v>
                </c:pt>
                <c:pt idx="419">
                  <c:v>9.9460308234942723</c:v>
                </c:pt>
                <c:pt idx="420">
                  <c:v>9.9453604069406385</c:v>
                </c:pt>
                <c:pt idx="421">
                  <c:v>9.9734035588401273</c:v>
                </c:pt>
                <c:pt idx="422">
                  <c:v>10.000017583945633</c:v>
                </c:pt>
                <c:pt idx="423">
                  <c:v>9.9749679773626738</c:v>
                </c:pt>
                <c:pt idx="424">
                  <c:v>9.95512547994079</c:v>
                </c:pt>
                <c:pt idx="425">
                  <c:v>9.9697885602059841</c:v>
                </c:pt>
                <c:pt idx="426">
                  <c:v>10.032370163137333</c:v>
                </c:pt>
                <c:pt idx="427">
                  <c:v>10.027599590667927</c:v>
                </c:pt>
                <c:pt idx="428">
                  <c:v>9.9983918368741271</c:v>
                </c:pt>
                <c:pt idx="429">
                  <c:v>9.9115676128108987</c:v>
                </c:pt>
                <c:pt idx="430">
                  <c:v>9.883149990122341</c:v>
                </c:pt>
                <c:pt idx="431">
                  <c:v>9.8470643267170352</c:v>
                </c:pt>
                <c:pt idx="432">
                  <c:v>9.8192766174548147</c:v>
                </c:pt>
                <c:pt idx="433">
                  <c:v>9.7559112116626316</c:v>
                </c:pt>
                <c:pt idx="434">
                  <c:v>9.6303218131789698</c:v>
                </c:pt>
                <c:pt idx="435">
                  <c:v>9.2624425890619815</c:v>
                </c:pt>
                <c:pt idx="436">
                  <c:v>9.4596818543154022</c:v>
                </c:pt>
                <c:pt idx="437">
                  <c:v>9.5426258787099112</c:v>
                </c:pt>
                <c:pt idx="438">
                  <c:v>9.4248172160503909</c:v>
                </c:pt>
                <c:pt idx="439">
                  <c:v>9.6298236294393931</c:v>
                </c:pt>
                <c:pt idx="440">
                  <c:v>9.6822650180586294</c:v>
                </c:pt>
                <c:pt idx="441">
                  <c:v>9.5766526646520642</c:v>
                </c:pt>
                <c:pt idx="442">
                  <c:v>9.6197455344947684</c:v>
                </c:pt>
                <c:pt idx="443">
                  <c:v>9.7483462955943754</c:v>
                </c:pt>
                <c:pt idx="444">
                  <c:v>9.8505662757823433</c:v>
                </c:pt>
                <c:pt idx="445">
                  <c:v>9.8627842544447102</c:v>
                </c:pt>
                <c:pt idx="446">
                  <c:v>9.8476023991840762</c:v>
                </c:pt>
                <c:pt idx="447">
                  <c:v>9.7749175995304096</c:v>
                </c:pt>
                <c:pt idx="448">
                  <c:v>9.8046207357107136</c:v>
                </c:pt>
                <c:pt idx="449">
                  <c:v>9.8554118109387741</c:v>
                </c:pt>
                <c:pt idx="450">
                  <c:v>9.8663833732063075</c:v>
                </c:pt>
                <c:pt idx="451">
                  <c:v>9.9498762988648721</c:v>
                </c:pt>
                <c:pt idx="452">
                  <c:v>9.9603326425667547</c:v>
                </c:pt>
                <c:pt idx="453">
                  <c:v>10.027233089353585</c:v>
                </c:pt>
                <c:pt idx="454">
                  <c:v>10.026428807483011</c:v>
                </c:pt>
                <c:pt idx="455">
                  <c:v>9.9725749579608731</c:v>
                </c:pt>
                <c:pt idx="456">
                  <c:v>9.9428789464555276</c:v>
                </c:pt>
                <c:pt idx="457">
                  <c:v>10.007221654870584</c:v>
                </c:pt>
                <c:pt idx="458">
                  <c:v>10.006567132220262</c:v>
                </c:pt>
                <c:pt idx="459">
                  <c:v>10.044431189227586</c:v>
                </c:pt>
                <c:pt idx="460">
                  <c:v>10.013602348496091</c:v>
                </c:pt>
                <c:pt idx="461">
                  <c:v>10.050593764267074</c:v>
                </c:pt>
                <c:pt idx="462">
                  <c:v>10.001934470358989</c:v>
                </c:pt>
                <c:pt idx="463">
                  <c:v>9.9440290084153879</c:v>
                </c:pt>
                <c:pt idx="464">
                  <c:v>10.022943733736128</c:v>
                </c:pt>
                <c:pt idx="465">
                  <c:v>10.0608358212588</c:v>
                </c:pt>
                <c:pt idx="466">
                  <c:v>10.090177749415611</c:v>
                </c:pt>
                <c:pt idx="467">
                  <c:v>10.049373524849637</c:v>
                </c:pt>
                <c:pt idx="468">
                  <c:v>10.082546413181051</c:v>
                </c:pt>
                <c:pt idx="469">
                  <c:v>10.08540538100824</c:v>
                </c:pt>
                <c:pt idx="470">
                  <c:v>10.127763204161283</c:v>
                </c:pt>
                <c:pt idx="471">
                  <c:v>10.135182318423583</c:v>
                </c:pt>
                <c:pt idx="472">
                  <c:v>10.12252978185025</c:v>
                </c:pt>
                <c:pt idx="473">
                  <c:v>10.119270686133374</c:v>
                </c:pt>
                <c:pt idx="474">
                  <c:v>10.081510186512885</c:v>
                </c:pt>
                <c:pt idx="475">
                  <c:v>10.100412108686385</c:v>
                </c:pt>
                <c:pt idx="476">
                  <c:v>10.079738605955141</c:v>
                </c:pt>
                <c:pt idx="477">
                  <c:v>10.079207398224668</c:v>
                </c:pt>
                <c:pt idx="478">
                  <c:v>10.105535872443033</c:v>
                </c:pt>
                <c:pt idx="479">
                  <c:v>10.135669372073922</c:v>
                </c:pt>
                <c:pt idx="480">
                  <c:v>10.135529076235677</c:v>
                </c:pt>
                <c:pt idx="481">
                  <c:v>10.147559922888094</c:v>
                </c:pt>
                <c:pt idx="482">
                  <c:v>10.141305557104683</c:v>
                </c:pt>
                <c:pt idx="483">
                  <c:v>10.174796267379245</c:v>
                </c:pt>
                <c:pt idx="484">
                  <c:v>10.162797546748738</c:v>
                </c:pt>
                <c:pt idx="485">
                  <c:v>10.185125202870099</c:v>
                </c:pt>
                <c:pt idx="486">
                  <c:v>10.169138802846657</c:v>
                </c:pt>
                <c:pt idx="487">
                  <c:v>10.184806955573221</c:v>
                </c:pt>
                <c:pt idx="488">
                  <c:v>10.181229541667179</c:v>
                </c:pt>
                <c:pt idx="489">
                  <c:v>10.175110993692478</c:v>
                </c:pt>
                <c:pt idx="490">
                  <c:v>10.17090465885213</c:v>
                </c:pt>
                <c:pt idx="491">
                  <c:v>10.156953789098278</c:v>
                </c:pt>
                <c:pt idx="492">
                  <c:v>10.125483390882117</c:v>
                </c:pt>
                <c:pt idx="493">
                  <c:v>10.166093163809393</c:v>
                </c:pt>
                <c:pt idx="494">
                  <c:v>10.185830203044965</c:v>
                </c:pt>
                <c:pt idx="495">
                  <c:v>10.211547668447166</c:v>
                </c:pt>
                <c:pt idx="496">
                  <c:v>10.230446630867636</c:v>
                </c:pt>
                <c:pt idx="497">
                  <c:v>10.204439086037716</c:v>
                </c:pt>
                <c:pt idx="498">
                  <c:v>10.166648628517795</c:v>
                </c:pt>
                <c:pt idx="499">
                  <c:v>10.168328740300755</c:v>
                </c:pt>
                <c:pt idx="500">
                  <c:v>10.204282981219215</c:v>
                </c:pt>
                <c:pt idx="501">
                  <c:v>10.203777282897095</c:v>
                </c:pt>
                <c:pt idx="502">
                  <c:v>10.203557351388497</c:v>
                </c:pt>
                <c:pt idx="503">
                  <c:v>10.18086090176881</c:v>
                </c:pt>
                <c:pt idx="504">
                  <c:v>10.165035580839422</c:v>
                </c:pt>
                <c:pt idx="505">
                  <c:v>10.154485390517259</c:v>
                </c:pt>
                <c:pt idx="506">
                  <c:v>10.165442018142755</c:v>
                </c:pt>
                <c:pt idx="507">
                  <c:v>10.167241784292727</c:v>
                </c:pt>
                <c:pt idx="508">
                  <c:v>10.186132901299976</c:v>
                </c:pt>
                <c:pt idx="509">
                  <c:v>10.196216478581549</c:v>
                </c:pt>
                <c:pt idx="510">
                  <c:v>10.201549965357302</c:v>
                </c:pt>
                <c:pt idx="511">
                  <c:v>10.220054601240331</c:v>
                </c:pt>
                <c:pt idx="512">
                  <c:v>10.229052179559769</c:v>
                </c:pt>
                <c:pt idx="513">
                  <c:v>10.258356688403818</c:v>
                </c:pt>
                <c:pt idx="514">
                  <c:v>10.236745623346438</c:v>
                </c:pt>
                <c:pt idx="515">
                  <c:v>10.200047450571534</c:v>
                </c:pt>
                <c:pt idx="516">
                  <c:v>10.231659078041067</c:v>
                </c:pt>
                <c:pt idx="517">
                  <c:v>10.226143941592317</c:v>
                </c:pt>
                <c:pt idx="518">
                  <c:v>10.19997206843847</c:v>
                </c:pt>
                <c:pt idx="519">
                  <c:v>10.207074341434275</c:v>
                </c:pt>
                <c:pt idx="520">
                  <c:v>10.234783797425759</c:v>
                </c:pt>
                <c:pt idx="521">
                  <c:v>10.248597277925182</c:v>
                </c:pt>
                <c:pt idx="522">
                  <c:v>10.265260722931199</c:v>
                </c:pt>
                <c:pt idx="523">
                  <c:v>10.289226971585427</c:v>
                </c:pt>
                <c:pt idx="524">
                  <c:v>10.295742256435366</c:v>
                </c:pt>
                <c:pt idx="525">
                  <c:v>10.238165666770328</c:v>
                </c:pt>
                <c:pt idx="526">
                  <c:v>10.231298874324988</c:v>
                </c:pt>
                <c:pt idx="527">
                  <c:v>10.251182058012578</c:v>
                </c:pt>
                <c:pt idx="528">
                  <c:v>10.22004798462677</c:v>
                </c:pt>
                <c:pt idx="529">
                  <c:v>10.205443866068398</c:v>
                </c:pt>
                <c:pt idx="530">
                  <c:v>10.194817797367156</c:v>
                </c:pt>
                <c:pt idx="531">
                  <c:v>10.186902815180025</c:v>
                </c:pt>
                <c:pt idx="532">
                  <c:v>10.208991552474945</c:v>
                </c:pt>
                <c:pt idx="533">
                  <c:v>10.261778162906698</c:v>
                </c:pt>
                <c:pt idx="534">
                  <c:v>10.240055915110739</c:v>
                </c:pt>
                <c:pt idx="535">
                  <c:v>10.204055251558922</c:v>
                </c:pt>
                <c:pt idx="536">
                  <c:v>10.188882116049731</c:v>
                </c:pt>
                <c:pt idx="537">
                  <c:v>10.171001060548631</c:v>
                </c:pt>
                <c:pt idx="538">
                  <c:v>10.171154388752512</c:v>
                </c:pt>
                <c:pt idx="539">
                  <c:v>10.172350176238229</c:v>
                </c:pt>
                <c:pt idx="540">
                  <c:v>10.193698809860267</c:v>
                </c:pt>
                <c:pt idx="541">
                  <c:v>10.229232505910055</c:v>
                </c:pt>
                <c:pt idx="542">
                  <c:v>10.207421335553995</c:v>
                </c:pt>
                <c:pt idx="543">
                  <c:v>10.215225394940937</c:v>
                </c:pt>
                <c:pt idx="544">
                  <c:v>10.160437365245576</c:v>
                </c:pt>
                <c:pt idx="545">
                  <c:v>10.181328211916899</c:v>
                </c:pt>
                <c:pt idx="546">
                  <c:v>10.191759846702515</c:v>
                </c:pt>
                <c:pt idx="547">
                  <c:v>10.152032281039716</c:v>
                </c:pt>
                <c:pt idx="548">
                  <c:v>10.176960478967203</c:v>
                </c:pt>
                <c:pt idx="549">
                  <c:v>10.198362057313107</c:v>
                </c:pt>
                <c:pt idx="550">
                  <c:v>10.219885783071488</c:v>
                </c:pt>
                <c:pt idx="551">
                  <c:v>10.189825952343368</c:v>
                </c:pt>
                <c:pt idx="552">
                  <c:v>10.14489380571543</c:v>
                </c:pt>
                <c:pt idx="553">
                  <c:v>10.14884732684086</c:v>
                </c:pt>
                <c:pt idx="554">
                  <c:v>10.135998418629359</c:v>
                </c:pt>
                <c:pt idx="555">
                  <c:v>10.076390126878291</c:v>
                </c:pt>
                <c:pt idx="556">
                  <c:v>10.113037375359543</c:v>
                </c:pt>
                <c:pt idx="557">
                  <c:v>10.163529497808483</c:v>
                </c:pt>
                <c:pt idx="558">
                  <c:v>10.113559036261877</c:v>
                </c:pt>
                <c:pt idx="559">
                  <c:v>10.18931706386828</c:v>
                </c:pt>
                <c:pt idx="560">
                  <c:v>10.082207559859086</c:v>
                </c:pt>
                <c:pt idx="561">
                  <c:v>9.9639873379284136</c:v>
                </c:pt>
                <c:pt idx="562">
                  <c:v>9.9632957275344705</c:v>
                </c:pt>
                <c:pt idx="563">
                  <c:v>10.029338915234563</c:v>
                </c:pt>
                <c:pt idx="564">
                  <c:v>10.012987452419459</c:v>
                </c:pt>
                <c:pt idx="565">
                  <c:v>9.9930870899058366</c:v>
                </c:pt>
                <c:pt idx="566">
                  <c:v>9.8483904024129849</c:v>
                </c:pt>
                <c:pt idx="567">
                  <c:v>9.977174166046753</c:v>
                </c:pt>
                <c:pt idx="568">
                  <c:v>9.9833110958010032</c:v>
                </c:pt>
                <c:pt idx="569">
                  <c:v>9.9065019984536029</c:v>
                </c:pt>
                <c:pt idx="570">
                  <c:v>9.8949722952937922</c:v>
                </c:pt>
                <c:pt idx="571">
                  <c:v>9.8448061946626613</c:v>
                </c:pt>
                <c:pt idx="572">
                  <c:v>9.7572988100493134</c:v>
                </c:pt>
                <c:pt idx="573">
                  <c:v>9.5416507789171998</c:v>
                </c:pt>
                <c:pt idx="574">
                  <c:v>9.5496999365750312</c:v>
                </c:pt>
                <c:pt idx="575">
                  <c:v>9.7611288840703132</c:v>
                </c:pt>
                <c:pt idx="576">
                  <c:v>9.7406732215251672</c:v>
                </c:pt>
                <c:pt idx="577">
                  <c:v>9.6233682722037006</c:v>
                </c:pt>
                <c:pt idx="578">
                  <c:v>9.5682246586063702</c:v>
                </c:pt>
                <c:pt idx="579">
                  <c:v>9.8305385190884564</c:v>
                </c:pt>
                <c:pt idx="580">
                  <c:v>9.3768453026297252</c:v>
                </c:pt>
                <c:pt idx="581">
                  <c:v>9.137192173869483</c:v>
                </c:pt>
                <c:pt idx="582">
                  <c:v>10.477484845591871</c:v>
                </c:pt>
                <c:pt idx="583">
                  <c:v>10.68256493969902</c:v>
                </c:pt>
                <c:pt idx="584">
                  <c:v>11.768714193486794</c:v>
                </c:pt>
                <c:pt idx="585">
                  <c:v>11.631635163709202</c:v>
                </c:pt>
                <c:pt idx="586">
                  <c:v>11.147545945291949</c:v>
                </c:pt>
                <c:pt idx="587">
                  <c:v>9.5665101522482772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6A0-42C5-857B-5B109011262B}"/>
            </c:ext>
          </c:extLst>
        </c:ser>
        <c:ser>
          <c:idx val="5"/>
          <c:order val="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Shifted!$G$2:$G$589</c:f>
              <c:numCache>
                <c:formatCode>General</c:formatCode>
                <c:ptCount val="588"/>
                <c:pt idx="0">
                  <c:v>11.902001939982759</c:v>
                </c:pt>
                <c:pt idx="1">
                  <c:v>12.227327120758574</c:v>
                </c:pt>
                <c:pt idx="2">
                  <c:v>12.07759297637365</c:v>
                </c:pt>
                <c:pt idx="3">
                  <c:v>12.107553798305583</c:v>
                </c:pt>
                <c:pt idx="4">
                  <c:v>12.143152021099645</c:v>
                </c:pt>
                <c:pt idx="5">
                  <c:v>12.125995977388692</c:v>
                </c:pt>
                <c:pt idx="6">
                  <c:v>12.071240936351447</c:v>
                </c:pt>
                <c:pt idx="7">
                  <c:v>12.075622361100669</c:v>
                </c:pt>
                <c:pt idx="8">
                  <c:v>12.08380668726528</c:v>
                </c:pt>
                <c:pt idx="9">
                  <c:v>12.024309713402042</c:v>
                </c:pt>
                <c:pt idx="10">
                  <c:v>12.054211108351678</c:v>
                </c:pt>
                <c:pt idx="11">
                  <c:v>12.062497624163599</c:v>
                </c:pt>
                <c:pt idx="12">
                  <c:v>12.061265282125458</c:v>
                </c:pt>
                <c:pt idx="13">
                  <c:v>12.049992660243042</c:v>
                </c:pt>
                <c:pt idx="14">
                  <c:v>12.033813797565202</c:v>
                </c:pt>
                <c:pt idx="15">
                  <c:v>12.041569421499803</c:v>
                </c:pt>
                <c:pt idx="16">
                  <c:v>12.085647563705496</c:v>
                </c:pt>
                <c:pt idx="17">
                  <c:v>12.094310752364382</c:v>
                </c:pt>
                <c:pt idx="18">
                  <c:v>12.08178901417838</c:v>
                </c:pt>
                <c:pt idx="19">
                  <c:v>12.093603374563449</c:v>
                </c:pt>
                <c:pt idx="20">
                  <c:v>12.075948204433676</c:v>
                </c:pt>
                <c:pt idx="21">
                  <c:v>12.058272493118775</c:v>
                </c:pt>
                <c:pt idx="22">
                  <c:v>12.06531597323858</c:v>
                </c:pt>
                <c:pt idx="23">
                  <c:v>12.071424946553719</c:v>
                </c:pt>
                <c:pt idx="24">
                  <c:v>12.088883500685274</c:v>
                </c:pt>
                <c:pt idx="25">
                  <c:v>12.114580661911655</c:v>
                </c:pt>
                <c:pt idx="26">
                  <c:v>12.142785300951642</c:v>
                </c:pt>
                <c:pt idx="27">
                  <c:v>12.158166303270459</c:v>
                </c:pt>
                <c:pt idx="28">
                  <c:v>12.150703002820103</c:v>
                </c:pt>
                <c:pt idx="29">
                  <c:v>12.152607859530686</c:v>
                </c:pt>
                <c:pt idx="30">
                  <c:v>12.162364085904738</c:v>
                </c:pt>
                <c:pt idx="31">
                  <c:v>12.156772523866017</c:v>
                </c:pt>
                <c:pt idx="32">
                  <c:v>12.156996473933718</c:v>
                </c:pt>
                <c:pt idx="33">
                  <c:v>12.177247701853929</c:v>
                </c:pt>
                <c:pt idx="34">
                  <c:v>12.166805398940506</c:v>
                </c:pt>
                <c:pt idx="35">
                  <c:v>12.124895750019714</c:v>
                </c:pt>
                <c:pt idx="36">
                  <c:v>12.133636399549866</c:v>
                </c:pt>
                <c:pt idx="37">
                  <c:v>12.137220241200648</c:v>
                </c:pt>
                <c:pt idx="38">
                  <c:v>12.123612683635423</c:v>
                </c:pt>
                <c:pt idx="39">
                  <c:v>12.101096925099792</c:v>
                </c:pt>
                <c:pt idx="40">
                  <c:v>12.11032966436631</c:v>
                </c:pt>
                <c:pt idx="41">
                  <c:v>12.110225376143184</c:v>
                </c:pt>
                <c:pt idx="42">
                  <c:v>12.111112065057494</c:v>
                </c:pt>
                <c:pt idx="43">
                  <c:v>12.122699253415639</c:v>
                </c:pt>
                <c:pt idx="44">
                  <c:v>12.13954898154347</c:v>
                </c:pt>
                <c:pt idx="45">
                  <c:v>12.163707748068106</c:v>
                </c:pt>
                <c:pt idx="46">
                  <c:v>12.185817444134669</c:v>
                </c:pt>
                <c:pt idx="47">
                  <c:v>12.201521177775435</c:v>
                </c:pt>
                <c:pt idx="48">
                  <c:v>12.22765994819013</c:v>
                </c:pt>
                <c:pt idx="49">
                  <c:v>12.242406387074288</c:v>
                </c:pt>
                <c:pt idx="50">
                  <c:v>12.255597183736116</c:v>
                </c:pt>
                <c:pt idx="51">
                  <c:v>12.261887958729551</c:v>
                </c:pt>
                <c:pt idx="52">
                  <c:v>12.262626982480114</c:v>
                </c:pt>
                <c:pt idx="53">
                  <c:v>12.275199698371077</c:v>
                </c:pt>
                <c:pt idx="54">
                  <c:v>12.298034593401749</c:v>
                </c:pt>
                <c:pt idx="55">
                  <c:v>12.330051995729345</c:v>
                </c:pt>
                <c:pt idx="56">
                  <c:v>12.341690056624641</c:v>
                </c:pt>
                <c:pt idx="57">
                  <c:v>12.369978667379309</c:v>
                </c:pt>
                <c:pt idx="58">
                  <c:v>12.38917324564607</c:v>
                </c:pt>
                <c:pt idx="59">
                  <c:v>12.435025492294335</c:v>
                </c:pt>
                <c:pt idx="60">
                  <c:v>12.474814757422228</c:v>
                </c:pt>
                <c:pt idx="61">
                  <c:v>12.506176945181872</c:v>
                </c:pt>
                <c:pt idx="62">
                  <c:v>12.527169166358876</c:v>
                </c:pt>
                <c:pt idx="63">
                  <c:v>12.523183727090531</c:v>
                </c:pt>
                <c:pt idx="64">
                  <c:v>12.518622771331607</c:v>
                </c:pt>
                <c:pt idx="65">
                  <c:v>12.535902568870956</c:v>
                </c:pt>
                <c:pt idx="66">
                  <c:v>12.560599756331925</c:v>
                </c:pt>
                <c:pt idx="67">
                  <c:v>12.580112935693975</c:v>
                </c:pt>
                <c:pt idx="68">
                  <c:v>12.604709582730084</c:v>
                </c:pt>
                <c:pt idx="69">
                  <c:v>12.65205211458809</c:v>
                </c:pt>
                <c:pt idx="70">
                  <c:v>12.701478154581075</c:v>
                </c:pt>
                <c:pt idx="71">
                  <c:v>12.742876640149335</c:v>
                </c:pt>
                <c:pt idx="72">
                  <c:v>12.774577506494973</c:v>
                </c:pt>
                <c:pt idx="73">
                  <c:v>12.805825883564474</c:v>
                </c:pt>
                <c:pt idx="74">
                  <c:v>12.857577776565904</c:v>
                </c:pt>
                <c:pt idx="75">
                  <c:v>12.896362670001849</c:v>
                </c:pt>
                <c:pt idx="76">
                  <c:v>12.945084582835252</c:v>
                </c:pt>
                <c:pt idx="77">
                  <c:v>12.989303554297146</c:v>
                </c:pt>
                <c:pt idx="78">
                  <c:v>13.028450913365207</c:v>
                </c:pt>
                <c:pt idx="79">
                  <c:v>13.052831411872857</c:v>
                </c:pt>
                <c:pt idx="80">
                  <c:v>13.071148125760507</c:v>
                </c:pt>
                <c:pt idx="81">
                  <c:v>13.098863935266193</c:v>
                </c:pt>
                <c:pt idx="82">
                  <c:v>13.0934770489041</c:v>
                </c:pt>
                <c:pt idx="83">
                  <c:v>13.057255496509461</c:v>
                </c:pt>
                <c:pt idx="84">
                  <c:v>13.038163676752246</c:v>
                </c:pt>
                <c:pt idx="85">
                  <c:v>13.036166788648577</c:v>
                </c:pt>
                <c:pt idx="86">
                  <c:v>12.997586417917901</c:v>
                </c:pt>
                <c:pt idx="87">
                  <c:v>12.954736157679204</c:v>
                </c:pt>
                <c:pt idx="88">
                  <c:v>12.931162353626489</c:v>
                </c:pt>
                <c:pt idx="89">
                  <c:v>12.890236473067903</c:v>
                </c:pt>
                <c:pt idx="90">
                  <c:v>12.83879044629623</c:v>
                </c:pt>
                <c:pt idx="91">
                  <c:v>12.815589586413633</c:v>
                </c:pt>
                <c:pt idx="92">
                  <c:v>12.807000397649045</c:v>
                </c:pt>
                <c:pt idx="93">
                  <c:v>12.797974322686807</c:v>
                </c:pt>
                <c:pt idx="94">
                  <c:v>12.781069687402265</c:v>
                </c:pt>
                <c:pt idx="95">
                  <c:v>12.786242719806266</c:v>
                </c:pt>
                <c:pt idx="96">
                  <c:v>12.796859926345821</c:v>
                </c:pt>
                <c:pt idx="97">
                  <c:v>12.774687416415494</c:v>
                </c:pt>
                <c:pt idx="98">
                  <c:v>12.758264640907768</c:v>
                </c:pt>
                <c:pt idx="99">
                  <c:v>12.742738201070601</c:v>
                </c:pt>
                <c:pt idx="100">
                  <c:v>12.71899169235502</c:v>
                </c:pt>
                <c:pt idx="101">
                  <c:v>12.683000208882389</c:v>
                </c:pt>
                <c:pt idx="102">
                  <c:v>12.654696683420346</c:v>
                </c:pt>
                <c:pt idx="103">
                  <c:v>12.625602104824695</c:v>
                </c:pt>
                <c:pt idx="104">
                  <c:v>12.589091092378407</c:v>
                </c:pt>
                <c:pt idx="105">
                  <c:v>12.561224453114011</c:v>
                </c:pt>
                <c:pt idx="106">
                  <c:v>12.543942208032938</c:v>
                </c:pt>
                <c:pt idx="107">
                  <c:v>12.508862778037871</c:v>
                </c:pt>
                <c:pt idx="108">
                  <c:v>12.462037557068834</c:v>
                </c:pt>
                <c:pt idx="109">
                  <c:v>12.443260590608645</c:v>
                </c:pt>
                <c:pt idx="110">
                  <c:v>12.417386632735582</c:v>
                </c:pt>
                <c:pt idx="111">
                  <c:v>12.394956404310335</c:v>
                </c:pt>
                <c:pt idx="112">
                  <c:v>12.379631504236963</c:v>
                </c:pt>
                <c:pt idx="113">
                  <c:v>12.375823358772216</c:v>
                </c:pt>
                <c:pt idx="114">
                  <c:v>12.382031892539457</c:v>
                </c:pt>
                <c:pt idx="115">
                  <c:v>12.395376501901472</c:v>
                </c:pt>
                <c:pt idx="116">
                  <c:v>12.398430192629947</c:v>
                </c:pt>
                <c:pt idx="117">
                  <c:v>12.425413039875119</c:v>
                </c:pt>
                <c:pt idx="118">
                  <c:v>12.431024258733306</c:v>
                </c:pt>
                <c:pt idx="119">
                  <c:v>12.439547861028275</c:v>
                </c:pt>
                <c:pt idx="120">
                  <c:v>12.444198572731342</c:v>
                </c:pt>
                <c:pt idx="121">
                  <c:v>12.437972638472157</c:v>
                </c:pt>
                <c:pt idx="122">
                  <c:v>12.447814853870668</c:v>
                </c:pt>
                <c:pt idx="123">
                  <c:v>12.458737888397144</c:v>
                </c:pt>
                <c:pt idx="124">
                  <c:v>12.469597133867454</c:v>
                </c:pt>
                <c:pt idx="125">
                  <c:v>12.459949383307443</c:v>
                </c:pt>
                <c:pt idx="126">
                  <c:v>12.481373595598646</c:v>
                </c:pt>
                <c:pt idx="127">
                  <c:v>12.521048514636643</c:v>
                </c:pt>
                <c:pt idx="128">
                  <c:v>12.52285437975736</c:v>
                </c:pt>
                <c:pt idx="129">
                  <c:v>12.518976441110654</c:v>
                </c:pt>
                <c:pt idx="130">
                  <c:v>12.540331242648293</c:v>
                </c:pt>
                <c:pt idx="131">
                  <c:v>12.555996351021234</c:v>
                </c:pt>
                <c:pt idx="132">
                  <c:v>12.556099989116086</c:v>
                </c:pt>
                <c:pt idx="133">
                  <c:v>12.55000786655207</c:v>
                </c:pt>
                <c:pt idx="134">
                  <c:v>12.567584657982433</c:v>
                </c:pt>
                <c:pt idx="135">
                  <c:v>12.58948801480885</c:v>
                </c:pt>
                <c:pt idx="136">
                  <c:v>12.581501533193673</c:v>
                </c:pt>
                <c:pt idx="137">
                  <c:v>12.579876747917659</c:v>
                </c:pt>
                <c:pt idx="138">
                  <c:v>12.619771027882624</c:v>
                </c:pt>
                <c:pt idx="139">
                  <c:v>12.763366694601787</c:v>
                </c:pt>
                <c:pt idx="140">
                  <c:v>12.891503152395499</c:v>
                </c:pt>
                <c:pt idx="141">
                  <c:v>13.006549315709401</c:v>
                </c:pt>
                <c:pt idx="142">
                  <c:v>13.037078268483548</c:v>
                </c:pt>
                <c:pt idx="143">
                  <c:v>13.059006406669917</c:v>
                </c:pt>
                <c:pt idx="144">
                  <c:v>13.111626182669372</c:v>
                </c:pt>
                <c:pt idx="145">
                  <c:v>13.15537583800578</c:v>
                </c:pt>
                <c:pt idx="146">
                  <c:v>13.171757999618031</c:v>
                </c:pt>
                <c:pt idx="147">
                  <c:v>13.200452060956332</c:v>
                </c:pt>
                <c:pt idx="148">
                  <c:v>13.237898225555195</c:v>
                </c:pt>
                <c:pt idx="149">
                  <c:v>13.271772814894026</c:v>
                </c:pt>
                <c:pt idx="150">
                  <c:v>13.279805723316271</c:v>
                </c:pt>
                <c:pt idx="151">
                  <c:v>13.294441487423116</c:v>
                </c:pt>
                <c:pt idx="152">
                  <c:v>13.324965392142458</c:v>
                </c:pt>
                <c:pt idx="153">
                  <c:v>13.339562378010124</c:v>
                </c:pt>
                <c:pt idx="154">
                  <c:v>13.339828242229837</c:v>
                </c:pt>
                <c:pt idx="155">
                  <c:v>13.367256924497084</c:v>
                </c:pt>
                <c:pt idx="156">
                  <c:v>13.359387465970565</c:v>
                </c:pt>
                <c:pt idx="157">
                  <c:v>13.356204590930496</c:v>
                </c:pt>
                <c:pt idx="158">
                  <c:v>13.34157165679377</c:v>
                </c:pt>
                <c:pt idx="159">
                  <c:v>13.336381032683633</c:v>
                </c:pt>
                <c:pt idx="160">
                  <c:v>13.309145859183898</c:v>
                </c:pt>
                <c:pt idx="161">
                  <c:v>13.308734825145706</c:v>
                </c:pt>
                <c:pt idx="162">
                  <c:v>13.297956616252153</c:v>
                </c:pt>
                <c:pt idx="163">
                  <c:v>13.303062035316039</c:v>
                </c:pt>
                <c:pt idx="164">
                  <c:v>13.258387744607893</c:v>
                </c:pt>
                <c:pt idx="165">
                  <c:v>13.223106048235081</c:v>
                </c:pt>
                <c:pt idx="166">
                  <c:v>13.216010854235657</c:v>
                </c:pt>
                <c:pt idx="167">
                  <c:v>13.173931646125547</c:v>
                </c:pt>
                <c:pt idx="168">
                  <c:v>13.15869883480952</c:v>
                </c:pt>
                <c:pt idx="169">
                  <c:v>13.157685017136235</c:v>
                </c:pt>
                <c:pt idx="170">
                  <c:v>13.162759535985863</c:v>
                </c:pt>
                <c:pt idx="171">
                  <c:v>13.137981770862215</c:v>
                </c:pt>
                <c:pt idx="172">
                  <c:v>13.118942037852303</c:v>
                </c:pt>
                <c:pt idx="173">
                  <c:v>13.111724925680779</c:v>
                </c:pt>
                <c:pt idx="174">
                  <c:v>13.064880889234741</c:v>
                </c:pt>
                <c:pt idx="175">
                  <c:v>13.028907532868001</c:v>
                </c:pt>
                <c:pt idx="176">
                  <c:v>13.035036483286387</c:v>
                </c:pt>
                <c:pt idx="177">
                  <c:v>13.025815752271454</c:v>
                </c:pt>
                <c:pt idx="178">
                  <c:v>13.014587578129166</c:v>
                </c:pt>
                <c:pt idx="179">
                  <c:v>12.993311939269146</c:v>
                </c:pt>
                <c:pt idx="180">
                  <c:v>12.978286404142832</c:v>
                </c:pt>
                <c:pt idx="181">
                  <c:v>12.963589451492899</c:v>
                </c:pt>
                <c:pt idx="182">
                  <c:v>12.910892960357549</c:v>
                </c:pt>
                <c:pt idx="183">
                  <c:v>12.911607566055135</c:v>
                </c:pt>
                <c:pt idx="184">
                  <c:v>12.914647412875736</c:v>
                </c:pt>
                <c:pt idx="185">
                  <c:v>12.887150046468875</c:v>
                </c:pt>
                <c:pt idx="186">
                  <c:v>12.892469013548137</c:v>
                </c:pt>
                <c:pt idx="187">
                  <c:v>12.890406424246327</c:v>
                </c:pt>
                <c:pt idx="188">
                  <c:v>12.879348736682219</c:v>
                </c:pt>
                <c:pt idx="189">
                  <c:v>12.904103632587885</c:v>
                </c:pt>
                <c:pt idx="190">
                  <c:v>12.886610592975877</c:v>
                </c:pt>
                <c:pt idx="191">
                  <c:v>12.874508646438295</c:v>
                </c:pt>
                <c:pt idx="192">
                  <c:v>12.875278780738736</c:v>
                </c:pt>
                <c:pt idx="193">
                  <c:v>12.865364171645185</c:v>
                </c:pt>
                <c:pt idx="194">
                  <c:v>12.853816210879582</c:v>
                </c:pt>
                <c:pt idx="195">
                  <c:v>12.861056268754767</c:v>
                </c:pt>
                <c:pt idx="196">
                  <c:v>12.889526685968082</c:v>
                </c:pt>
                <c:pt idx="197">
                  <c:v>12.894175638500533</c:v>
                </c:pt>
                <c:pt idx="198">
                  <c:v>12.910002590569942</c:v>
                </c:pt>
                <c:pt idx="199">
                  <c:v>12.930401397607513</c:v>
                </c:pt>
                <c:pt idx="200">
                  <c:v>12.9408621909338</c:v>
                </c:pt>
                <c:pt idx="201">
                  <c:v>12.936192663753735</c:v>
                </c:pt>
                <c:pt idx="202">
                  <c:v>12.970456335740923</c:v>
                </c:pt>
                <c:pt idx="203">
                  <c:v>12.974291633621666</c:v>
                </c:pt>
                <c:pt idx="204">
                  <c:v>13.001741272964923</c:v>
                </c:pt>
                <c:pt idx="205">
                  <c:v>13.027533314675926</c:v>
                </c:pt>
                <c:pt idx="206">
                  <c:v>13.035639037464446</c:v>
                </c:pt>
                <c:pt idx="207">
                  <c:v>13.023650595674292</c:v>
                </c:pt>
                <c:pt idx="208">
                  <c:v>12.998245342041278</c:v>
                </c:pt>
                <c:pt idx="209">
                  <c:v>12.990586142645943</c:v>
                </c:pt>
                <c:pt idx="210">
                  <c:v>12.944368753366804</c:v>
                </c:pt>
                <c:pt idx="211">
                  <c:v>12.904529581333456</c:v>
                </c:pt>
                <c:pt idx="212">
                  <c:v>12.887826485812708</c:v>
                </c:pt>
                <c:pt idx="213">
                  <c:v>12.855650490429998</c:v>
                </c:pt>
                <c:pt idx="214">
                  <c:v>12.836686095813763</c:v>
                </c:pt>
                <c:pt idx="215">
                  <c:v>12.854964949290377</c:v>
                </c:pt>
                <c:pt idx="216">
                  <c:v>12.870344001224382</c:v>
                </c:pt>
                <c:pt idx="217">
                  <c:v>12.886269772790877</c:v>
                </c:pt>
                <c:pt idx="218">
                  <c:v>12.906674622197075</c:v>
                </c:pt>
                <c:pt idx="219">
                  <c:v>12.911326404699647</c:v>
                </c:pt>
                <c:pt idx="220">
                  <c:v>12.923231936013915</c:v>
                </c:pt>
                <c:pt idx="221">
                  <c:v>12.929300845174401</c:v>
                </c:pt>
                <c:pt idx="222">
                  <c:v>12.901044205433497</c:v>
                </c:pt>
                <c:pt idx="223">
                  <c:v>12.89108967081558</c:v>
                </c:pt>
                <c:pt idx="224">
                  <c:v>12.880633466630027</c:v>
                </c:pt>
                <c:pt idx="225">
                  <c:v>12.863952704927506</c:v>
                </c:pt>
                <c:pt idx="226">
                  <c:v>12.850883673466422</c:v>
                </c:pt>
                <c:pt idx="227">
                  <c:v>12.82269281140934</c:v>
                </c:pt>
                <c:pt idx="228">
                  <c:v>12.815263680936013</c:v>
                </c:pt>
                <c:pt idx="229">
                  <c:v>12.80872713833498</c:v>
                </c:pt>
                <c:pt idx="230">
                  <c:v>12.806058629485245</c:v>
                </c:pt>
                <c:pt idx="231">
                  <c:v>12.812996645414611</c:v>
                </c:pt>
                <c:pt idx="232">
                  <c:v>12.807544134340059</c:v>
                </c:pt>
                <c:pt idx="233">
                  <c:v>12.777299019920159</c:v>
                </c:pt>
                <c:pt idx="234">
                  <c:v>12.768356467319238</c:v>
                </c:pt>
                <c:pt idx="235">
                  <c:v>12.78034490910939</c:v>
                </c:pt>
                <c:pt idx="236">
                  <c:v>12.791087705133634</c:v>
                </c:pt>
                <c:pt idx="237">
                  <c:v>12.772609453492233</c:v>
                </c:pt>
                <c:pt idx="238">
                  <c:v>12.757543686898838</c:v>
                </c:pt>
                <c:pt idx="239">
                  <c:v>12.752669178099428</c:v>
                </c:pt>
                <c:pt idx="240">
                  <c:v>12.719101831732576</c:v>
                </c:pt>
                <c:pt idx="241">
                  <c:v>12.687413585523954</c:v>
                </c:pt>
                <c:pt idx="242">
                  <c:v>12.68816781080319</c:v>
                </c:pt>
                <c:pt idx="243">
                  <c:v>12.693318891817354</c:v>
                </c:pt>
                <c:pt idx="244">
                  <c:v>12.678696665675666</c:v>
                </c:pt>
                <c:pt idx="245">
                  <c:v>12.675381240954135</c:v>
                </c:pt>
                <c:pt idx="246">
                  <c:v>12.683431894053873</c:v>
                </c:pt>
                <c:pt idx="247">
                  <c:v>12.703901679801424</c:v>
                </c:pt>
                <c:pt idx="248">
                  <c:v>12.713047531336755</c:v>
                </c:pt>
                <c:pt idx="249">
                  <c:v>12.726133772075583</c:v>
                </c:pt>
                <c:pt idx="250">
                  <c:v>12.700480551871708</c:v>
                </c:pt>
                <c:pt idx="251">
                  <c:v>12.697147382472679</c:v>
                </c:pt>
                <c:pt idx="252">
                  <c:v>12.719252661491288</c:v>
                </c:pt>
                <c:pt idx="253">
                  <c:v>12.742570697433898</c:v>
                </c:pt>
                <c:pt idx="254">
                  <c:v>12.737695117834985</c:v>
                </c:pt>
                <c:pt idx="255">
                  <c:v>12.723312903753557</c:v>
                </c:pt>
                <c:pt idx="256">
                  <c:v>12.734971156868076</c:v>
                </c:pt>
                <c:pt idx="257">
                  <c:v>12.823057418640461</c:v>
                </c:pt>
                <c:pt idx="258">
                  <c:v>12.911399983922712</c:v>
                </c:pt>
                <c:pt idx="259">
                  <c:v>13</c:v>
                </c:pt>
                <c:pt idx="260">
                  <c:v>12.974371408184719</c:v>
                </c:pt>
                <c:pt idx="261">
                  <c:v>12.949237602225978</c:v>
                </c:pt>
                <c:pt idx="262">
                  <c:v>12.915908814691493</c:v>
                </c:pt>
                <c:pt idx="263">
                  <c:v>12.914958633103018</c:v>
                </c:pt>
                <c:pt idx="264">
                  <c:v>12.917732539218221</c:v>
                </c:pt>
                <c:pt idx="265">
                  <c:v>12.928760091424863</c:v>
                </c:pt>
                <c:pt idx="266">
                  <c:v>12.915505582192543</c:v>
                </c:pt>
                <c:pt idx="267">
                  <c:v>12.874752865210894</c:v>
                </c:pt>
                <c:pt idx="268">
                  <c:v>12.81778464891123</c:v>
                </c:pt>
                <c:pt idx="269">
                  <c:v>12.837582966884073</c:v>
                </c:pt>
                <c:pt idx="270">
                  <c:v>12.846666100162738</c:v>
                </c:pt>
                <c:pt idx="271">
                  <c:v>12.869051469737331</c:v>
                </c:pt>
                <c:pt idx="272">
                  <c:v>12.858287946094118</c:v>
                </c:pt>
                <c:pt idx="273">
                  <c:v>12.825719655664534</c:v>
                </c:pt>
                <c:pt idx="274">
                  <c:v>12.848097835585316</c:v>
                </c:pt>
                <c:pt idx="275">
                  <c:v>12.869020569523073</c:v>
                </c:pt>
                <c:pt idx="276">
                  <c:v>12.860111288192455</c:v>
                </c:pt>
                <c:pt idx="277">
                  <c:v>12.81967285086524</c:v>
                </c:pt>
                <c:pt idx="278">
                  <c:v>12.884604526590744</c:v>
                </c:pt>
                <c:pt idx="279">
                  <c:v>12.922687205009076</c:v>
                </c:pt>
                <c:pt idx="280">
                  <c:v>12.970180987297029</c:v>
                </c:pt>
                <c:pt idx="281">
                  <c:v>12.99609081695348</c:v>
                </c:pt>
                <c:pt idx="282">
                  <c:v>13.051931481375394</c:v>
                </c:pt>
                <c:pt idx="283">
                  <c:v>13.093235583615941</c:v>
                </c:pt>
                <c:pt idx="284">
                  <c:v>13.143139965044515</c:v>
                </c:pt>
                <c:pt idx="285">
                  <c:v>13.00701281892329</c:v>
                </c:pt>
                <c:pt idx="286">
                  <c:v>12.898890904116559</c:v>
                </c:pt>
                <c:pt idx="287">
                  <c:v>13.156894537645218</c:v>
                </c:pt>
                <c:pt idx="288">
                  <c:v>13.276392167468758</c:v>
                </c:pt>
                <c:pt idx="289">
                  <c:v>13.335632237887593</c:v>
                </c:pt>
                <c:pt idx="290">
                  <c:v>13.324668321765767</c:v>
                </c:pt>
                <c:pt idx="291">
                  <c:v>13.366564423160691</c:v>
                </c:pt>
                <c:pt idx="292">
                  <c:v>13.34448147796031</c:v>
                </c:pt>
                <c:pt idx="293">
                  <c:v>13.24586007878178</c:v>
                </c:pt>
                <c:pt idx="294">
                  <c:v>13.320569301264316</c:v>
                </c:pt>
                <c:pt idx="295">
                  <c:v>13.340241111924323</c:v>
                </c:pt>
                <c:pt idx="296">
                  <c:v>13.333613474879773</c:v>
                </c:pt>
                <c:pt idx="297">
                  <c:v>13.32090033128242</c:v>
                </c:pt>
                <c:pt idx="298">
                  <c:v>13.333180565937424</c:v>
                </c:pt>
                <c:pt idx="299">
                  <c:v>13.323355215631102</c:v>
                </c:pt>
                <c:pt idx="300">
                  <c:v>13.364401102219821</c:v>
                </c:pt>
                <c:pt idx="301">
                  <c:v>13.35249304687815</c:v>
                </c:pt>
                <c:pt idx="302">
                  <c:v>13.261595553979269</c:v>
                </c:pt>
                <c:pt idx="303">
                  <c:v>13.232759382249649</c:v>
                </c:pt>
                <c:pt idx="304">
                  <c:v>13.31990494665774</c:v>
                </c:pt>
                <c:pt idx="305">
                  <c:v>13.38775478048878</c:v>
                </c:pt>
                <c:pt idx="306">
                  <c:v>13.416329524168059</c:v>
                </c:pt>
                <c:pt idx="307">
                  <c:v>13.421264074225373</c:v>
                </c:pt>
                <c:pt idx="308">
                  <c:v>13.372441888666987</c:v>
                </c:pt>
                <c:pt idx="309">
                  <c:v>13.392601830929477</c:v>
                </c:pt>
                <c:pt idx="310">
                  <c:v>13.379313209084387</c:v>
                </c:pt>
                <c:pt idx="311">
                  <c:v>13.282212268715913</c:v>
                </c:pt>
                <c:pt idx="312">
                  <c:v>13.186627427473791</c:v>
                </c:pt>
                <c:pt idx="313">
                  <c:v>13.301460119258</c:v>
                </c:pt>
                <c:pt idx="314">
                  <c:v>13.267381925042045</c:v>
                </c:pt>
                <c:pt idx="315">
                  <c:v>13.19577695032171</c:v>
                </c:pt>
                <c:pt idx="316">
                  <c:v>13.252505078075432</c:v>
                </c:pt>
                <c:pt idx="317">
                  <c:v>13.245507403316555</c:v>
                </c:pt>
                <c:pt idx="318">
                  <c:v>13.159703474201343</c:v>
                </c:pt>
                <c:pt idx="319">
                  <c:v>13.206849170164803</c:v>
                </c:pt>
                <c:pt idx="320">
                  <c:v>13.290745240506542</c:v>
                </c:pt>
                <c:pt idx="321">
                  <c:v>13.257690807102124</c:v>
                </c:pt>
                <c:pt idx="322">
                  <c:v>13.232862026030677</c:v>
                </c:pt>
                <c:pt idx="323">
                  <c:v>13.279096471616203</c:v>
                </c:pt>
                <c:pt idx="324">
                  <c:v>13.343036357543932</c:v>
                </c:pt>
                <c:pt idx="325">
                  <c:v>13.347486600282707</c:v>
                </c:pt>
                <c:pt idx="326">
                  <c:v>13.458975644129881</c:v>
                </c:pt>
                <c:pt idx="327">
                  <c:v>13.491389662945204</c:v>
                </c:pt>
                <c:pt idx="328">
                  <c:v>13.490879197524496</c:v>
                </c:pt>
                <c:pt idx="329">
                  <c:v>13.553182901810057</c:v>
                </c:pt>
                <c:pt idx="330">
                  <c:v>13.563945966539197</c:v>
                </c:pt>
                <c:pt idx="331">
                  <c:v>13.56052904532182</c:v>
                </c:pt>
                <c:pt idx="332">
                  <c:v>13.565672248311062</c:v>
                </c:pt>
                <c:pt idx="333">
                  <c:v>13.579777278292301</c:v>
                </c:pt>
                <c:pt idx="334">
                  <c:v>13.568488756949394</c:v>
                </c:pt>
                <c:pt idx="335">
                  <c:v>13.515657345076537</c:v>
                </c:pt>
                <c:pt idx="336">
                  <c:v>13.453709452169031</c:v>
                </c:pt>
                <c:pt idx="337">
                  <c:v>13.444623412434566</c:v>
                </c:pt>
                <c:pt idx="338">
                  <c:v>13.34486711875312</c:v>
                </c:pt>
                <c:pt idx="339">
                  <c:v>13.284581259647233</c:v>
                </c:pt>
                <c:pt idx="340">
                  <c:v>13.271725699715848</c:v>
                </c:pt>
                <c:pt idx="341">
                  <c:v>13.200177553854905</c:v>
                </c:pt>
                <c:pt idx="342">
                  <c:v>13.142916091462492</c:v>
                </c:pt>
                <c:pt idx="343">
                  <c:v>13.1617575735928</c:v>
                </c:pt>
                <c:pt idx="344">
                  <c:v>13.196990625073855</c:v>
                </c:pt>
                <c:pt idx="345">
                  <c:v>13.162727412000741</c:v>
                </c:pt>
                <c:pt idx="346">
                  <c:v>13.177935365471138</c:v>
                </c:pt>
                <c:pt idx="347">
                  <c:v>13.157994172250184</c:v>
                </c:pt>
                <c:pt idx="348">
                  <c:v>13.135339037686252</c:v>
                </c:pt>
                <c:pt idx="349">
                  <c:v>13.091925995822503</c:v>
                </c:pt>
                <c:pt idx="350">
                  <c:v>13.145016464689661</c:v>
                </c:pt>
                <c:pt idx="351">
                  <c:v>13.2599206705836</c:v>
                </c:pt>
                <c:pt idx="352">
                  <c:v>13.314759296126773</c:v>
                </c:pt>
                <c:pt idx="353">
                  <c:v>13.402448597225881</c:v>
                </c:pt>
                <c:pt idx="354">
                  <c:v>13.552880783378562</c:v>
                </c:pt>
                <c:pt idx="355">
                  <c:v>13.662025694140043</c:v>
                </c:pt>
                <c:pt idx="356">
                  <c:v>13.819318186772369</c:v>
                </c:pt>
                <c:pt idx="357">
                  <c:v>13.973478743826744</c:v>
                </c:pt>
                <c:pt idx="358">
                  <c:v>13.958824240728578</c:v>
                </c:pt>
                <c:pt idx="359">
                  <c:v>13.966164418357389</c:v>
                </c:pt>
                <c:pt idx="360">
                  <c:v>14.094692482826863</c:v>
                </c:pt>
                <c:pt idx="361">
                  <c:v>14.111580826661807</c:v>
                </c:pt>
                <c:pt idx="362">
                  <c:v>14.021137735181036</c:v>
                </c:pt>
                <c:pt idx="363">
                  <c:v>13.885165778502216</c:v>
                </c:pt>
                <c:pt idx="364">
                  <c:v>13.770955527172571</c:v>
                </c:pt>
                <c:pt idx="365">
                  <c:v>13.693464979463979</c:v>
                </c:pt>
                <c:pt idx="366">
                  <c:v>13.589633528812881</c:v>
                </c:pt>
                <c:pt idx="367">
                  <c:v>13.52027998653546</c:v>
                </c:pt>
                <c:pt idx="368">
                  <c:v>13.506322573914421</c:v>
                </c:pt>
                <c:pt idx="369">
                  <c:v>13.479348675493675</c:v>
                </c:pt>
                <c:pt idx="370">
                  <c:v>13.392487255382546</c:v>
                </c:pt>
                <c:pt idx="371">
                  <c:v>13.425195744061481</c:v>
                </c:pt>
                <c:pt idx="372">
                  <c:v>13.354938752945369</c:v>
                </c:pt>
                <c:pt idx="373">
                  <c:v>13.249713656739768</c:v>
                </c:pt>
                <c:pt idx="374">
                  <c:v>13.20298167181326</c:v>
                </c:pt>
                <c:pt idx="375">
                  <c:v>13.153283572260573</c:v>
                </c:pt>
                <c:pt idx="376">
                  <c:v>13.151155893646052</c:v>
                </c:pt>
                <c:pt idx="377">
                  <c:v>13.088049013246783</c:v>
                </c:pt>
                <c:pt idx="378">
                  <c:v>13.043940334133808</c:v>
                </c:pt>
                <c:pt idx="379">
                  <c:v>13.047308533973753</c:v>
                </c:pt>
                <c:pt idx="380">
                  <c:v>13.039774082720637</c:v>
                </c:pt>
                <c:pt idx="381">
                  <c:v>13.023851982466727</c:v>
                </c:pt>
                <c:pt idx="382">
                  <c:v>12.969767123288719</c:v>
                </c:pt>
                <c:pt idx="383">
                  <c:v>12.88324300502136</c:v>
                </c:pt>
                <c:pt idx="384">
                  <c:v>12.886019741106686</c:v>
                </c:pt>
                <c:pt idx="385">
                  <c:v>12.856517149657158</c:v>
                </c:pt>
                <c:pt idx="386">
                  <c:v>12.780048680075167</c:v>
                </c:pt>
                <c:pt idx="387">
                  <c:v>12.739096564928731</c:v>
                </c:pt>
                <c:pt idx="388">
                  <c:v>12.697281920781792</c:v>
                </c:pt>
                <c:pt idx="389">
                  <c:v>12.682322392796333</c:v>
                </c:pt>
                <c:pt idx="390">
                  <c:v>12.658512630424335</c:v>
                </c:pt>
                <c:pt idx="391">
                  <c:v>12.632695463167826</c:v>
                </c:pt>
                <c:pt idx="392">
                  <c:v>12.679991032819011</c:v>
                </c:pt>
                <c:pt idx="393">
                  <c:v>12.689119522105241</c:v>
                </c:pt>
                <c:pt idx="394">
                  <c:v>12.696139607168023</c:v>
                </c:pt>
                <c:pt idx="395">
                  <c:v>12.692994516053311</c:v>
                </c:pt>
                <c:pt idx="396">
                  <c:v>12.659873769565325</c:v>
                </c:pt>
                <c:pt idx="397">
                  <c:v>12.637335925789925</c:v>
                </c:pt>
                <c:pt idx="398">
                  <c:v>12.586518687784158</c:v>
                </c:pt>
                <c:pt idx="399">
                  <c:v>12.546768851023719</c:v>
                </c:pt>
                <c:pt idx="400">
                  <c:v>12.500765851102422</c:v>
                </c:pt>
                <c:pt idx="401">
                  <c:v>12.456013315544805</c:v>
                </c:pt>
                <c:pt idx="402">
                  <c:v>12.401758008031456</c:v>
                </c:pt>
                <c:pt idx="403">
                  <c:v>12.376217030561305</c:v>
                </c:pt>
                <c:pt idx="404">
                  <c:v>12.335362511141096</c:v>
                </c:pt>
                <c:pt idx="405">
                  <c:v>12.309541882907615</c:v>
                </c:pt>
                <c:pt idx="406">
                  <c:v>12.274172342732633</c:v>
                </c:pt>
                <c:pt idx="407">
                  <c:v>12.223965154501453</c:v>
                </c:pt>
                <c:pt idx="408">
                  <c:v>12.17190292085805</c:v>
                </c:pt>
                <c:pt idx="409">
                  <c:v>12.160388221802044</c:v>
                </c:pt>
                <c:pt idx="410">
                  <c:v>12.129762361672782</c:v>
                </c:pt>
                <c:pt idx="411">
                  <c:v>12.09858640698045</c:v>
                </c:pt>
                <c:pt idx="412">
                  <c:v>12.086360410232468</c:v>
                </c:pt>
                <c:pt idx="413">
                  <c:v>12.081071530707126</c:v>
                </c:pt>
                <c:pt idx="414">
                  <c:v>12.065416002165463</c:v>
                </c:pt>
                <c:pt idx="415">
                  <c:v>12.066301730228433</c:v>
                </c:pt>
                <c:pt idx="416">
                  <c:v>12.059248641595222</c:v>
                </c:pt>
                <c:pt idx="417">
                  <c:v>12.056950041390225</c:v>
                </c:pt>
                <c:pt idx="418">
                  <c:v>12.033244404709285</c:v>
                </c:pt>
                <c:pt idx="419">
                  <c:v>12.012359129632747</c:v>
                </c:pt>
                <c:pt idx="420">
                  <c:v>12.032965757820488</c:v>
                </c:pt>
                <c:pt idx="421">
                  <c:v>12.001914638511854</c:v>
                </c:pt>
                <c:pt idx="422">
                  <c:v>12.010716158691492</c:v>
                </c:pt>
                <c:pt idx="423">
                  <c:v>12.019857387623608</c:v>
                </c:pt>
                <c:pt idx="424">
                  <c:v>12.00860656176949</c:v>
                </c:pt>
                <c:pt idx="425">
                  <c:v>12.012916289560401</c:v>
                </c:pt>
                <c:pt idx="426">
                  <c:v>11.985713452771584</c:v>
                </c:pt>
                <c:pt idx="427">
                  <c:v>11.979350664121325</c:v>
                </c:pt>
                <c:pt idx="428">
                  <c:v>11.934973099604317</c:v>
                </c:pt>
                <c:pt idx="429">
                  <c:v>11.950478553683347</c:v>
                </c:pt>
                <c:pt idx="430">
                  <c:v>11.9367098264517</c:v>
                </c:pt>
                <c:pt idx="431">
                  <c:v>11.922220063945087</c:v>
                </c:pt>
                <c:pt idx="432">
                  <c:v>11.925272526122345</c:v>
                </c:pt>
                <c:pt idx="433">
                  <c:v>11.939584765368325</c:v>
                </c:pt>
                <c:pt idx="434">
                  <c:v>11.967951434538623</c:v>
                </c:pt>
                <c:pt idx="435">
                  <c:v>12.051043721661578</c:v>
                </c:pt>
                <c:pt idx="436">
                  <c:v>12.151230820929205</c:v>
                </c:pt>
                <c:pt idx="437">
                  <c:v>12.072265132175284</c:v>
                </c:pt>
                <c:pt idx="438">
                  <c:v>12.143541600904918</c:v>
                </c:pt>
                <c:pt idx="439">
                  <c:v>12.101079849671986</c:v>
                </c:pt>
                <c:pt idx="440">
                  <c:v>12.120267993581015</c:v>
                </c:pt>
                <c:pt idx="441">
                  <c:v>12.168157742228424</c:v>
                </c:pt>
                <c:pt idx="442">
                  <c:v>12.180657605510273</c:v>
                </c:pt>
                <c:pt idx="443">
                  <c:v>12.190097085566746</c:v>
                </c:pt>
                <c:pt idx="444">
                  <c:v>12.188129414992401</c:v>
                </c:pt>
                <c:pt idx="445">
                  <c:v>12.1892792242027</c:v>
                </c:pt>
                <c:pt idx="446">
                  <c:v>12.259124378180992</c:v>
                </c:pt>
                <c:pt idx="447">
                  <c:v>12.338438076773723</c:v>
                </c:pt>
                <c:pt idx="448">
                  <c:v>12.312202532853849</c:v>
                </c:pt>
                <c:pt idx="449">
                  <c:v>12.30626617337483</c:v>
                </c:pt>
                <c:pt idx="450">
                  <c:v>12.302355231157696</c:v>
                </c:pt>
                <c:pt idx="451">
                  <c:v>12.332126708011256</c:v>
                </c:pt>
                <c:pt idx="452">
                  <c:v>12.331651923159734</c:v>
                </c:pt>
                <c:pt idx="453">
                  <c:v>12.34140575935632</c:v>
                </c:pt>
                <c:pt idx="454">
                  <c:v>12.390358391240003</c:v>
                </c:pt>
                <c:pt idx="455">
                  <c:v>12.366638423054987</c:v>
                </c:pt>
                <c:pt idx="456">
                  <c:v>12.38766349483106</c:v>
                </c:pt>
                <c:pt idx="457">
                  <c:v>12.4041509772231</c:v>
                </c:pt>
                <c:pt idx="458">
                  <c:v>12.453664975746772</c:v>
                </c:pt>
                <c:pt idx="459">
                  <c:v>12.457655921983994</c:v>
                </c:pt>
                <c:pt idx="460">
                  <c:v>12.431490706645832</c:v>
                </c:pt>
                <c:pt idx="461">
                  <c:v>12.446400212997318</c:v>
                </c:pt>
                <c:pt idx="462">
                  <c:v>12.434564513107849</c:v>
                </c:pt>
                <c:pt idx="463">
                  <c:v>12.444291961745227</c:v>
                </c:pt>
                <c:pt idx="464">
                  <c:v>12.454663993441201</c:v>
                </c:pt>
                <c:pt idx="465">
                  <c:v>12.468906812372905</c:v>
                </c:pt>
                <c:pt idx="466">
                  <c:v>12.479054090901547</c:v>
                </c:pt>
                <c:pt idx="467">
                  <c:v>12.500377303853815</c:v>
                </c:pt>
                <c:pt idx="468">
                  <c:v>12.513849911999401</c:v>
                </c:pt>
                <c:pt idx="469">
                  <c:v>12.527464439322113</c:v>
                </c:pt>
                <c:pt idx="470">
                  <c:v>12.504125561032016</c:v>
                </c:pt>
                <c:pt idx="471">
                  <c:v>12.517455026229614</c:v>
                </c:pt>
                <c:pt idx="472">
                  <c:v>12.550194606337007</c:v>
                </c:pt>
                <c:pt idx="473">
                  <c:v>12.557393859102516</c:v>
                </c:pt>
                <c:pt idx="474">
                  <c:v>12.573472334326857</c:v>
                </c:pt>
                <c:pt idx="475">
                  <c:v>12.564652694211862</c:v>
                </c:pt>
                <c:pt idx="476">
                  <c:v>12.559166491195771</c:v>
                </c:pt>
                <c:pt idx="477">
                  <c:v>12.568418734310397</c:v>
                </c:pt>
                <c:pt idx="478">
                  <c:v>12.591547429954989</c:v>
                </c:pt>
                <c:pt idx="479">
                  <c:v>12.58191585611606</c:v>
                </c:pt>
                <c:pt idx="480">
                  <c:v>12.583716405482097</c:v>
                </c:pt>
                <c:pt idx="481">
                  <c:v>12.598079804086524</c:v>
                </c:pt>
                <c:pt idx="482">
                  <c:v>12.612280173466459</c:v>
                </c:pt>
                <c:pt idx="483">
                  <c:v>12.595523805670387</c:v>
                </c:pt>
                <c:pt idx="484">
                  <c:v>12.581787054232858</c:v>
                </c:pt>
                <c:pt idx="485">
                  <c:v>12.601500358373649</c:v>
                </c:pt>
                <c:pt idx="486">
                  <c:v>12.626715506851856</c:v>
                </c:pt>
                <c:pt idx="487">
                  <c:v>12.623789776664113</c:v>
                </c:pt>
                <c:pt idx="488">
                  <c:v>12.637779657455827</c:v>
                </c:pt>
                <c:pt idx="489">
                  <c:v>12.641817565899869</c:v>
                </c:pt>
                <c:pt idx="490">
                  <c:v>12.642668545562865</c:v>
                </c:pt>
                <c:pt idx="491">
                  <c:v>12.636851427257186</c:v>
                </c:pt>
                <c:pt idx="492">
                  <c:v>12.649244248831472</c:v>
                </c:pt>
                <c:pt idx="493">
                  <c:v>12.655900415034239</c:v>
                </c:pt>
                <c:pt idx="494">
                  <c:v>12.640271101959005</c:v>
                </c:pt>
                <c:pt idx="495">
                  <c:v>12.673256698252446</c:v>
                </c:pt>
                <c:pt idx="496">
                  <c:v>12.6981737437973</c:v>
                </c:pt>
                <c:pt idx="497">
                  <c:v>12.682809377113633</c:v>
                </c:pt>
                <c:pt idx="498">
                  <c:v>12.664364243771178</c:v>
                </c:pt>
                <c:pt idx="499">
                  <c:v>12.673118182688032</c:v>
                </c:pt>
                <c:pt idx="500">
                  <c:v>12.672358909353992</c:v>
                </c:pt>
                <c:pt idx="501">
                  <c:v>12.680265539920436</c:v>
                </c:pt>
                <c:pt idx="502">
                  <c:v>12.681380395175498</c:v>
                </c:pt>
                <c:pt idx="503">
                  <c:v>12.698516705581307</c:v>
                </c:pt>
                <c:pt idx="504">
                  <c:v>12.700402383507914</c:v>
                </c:pt>
                <c:pt idx="505">
                  <c:v>12.721184919196324</c:v>
                </c:pt>
                <c:pt idx="506">
                  <c:v>12.748383379570202</c:v>
                </c:pt>
                <c:pt idx="507">
                  <c:v>12.745796404454129</c:v>
                </c:pt>
                <c:pt idx="508">
                  <c:v>12.762676105407362</c:v>
                </c:pt>
                <c:pt idx="509">
                  <c:v>12.788173141855006</c:v>
                </c:pt>
                <c:pt idx="510">
                  <c:v>12.802200232929486</c:v>
                </c:pt>
                <c:pt idx="511">
                  <c:v>12.821646410836859</c:v>
                </c:pt>
                <c:pt idx="512">
                  <c:v>12.857994241087297</c:v>
                </c:pt>
                <c:pt idx="513">
                  <c:v>12.890875510914775</c:v>
                </c:pt>
                <c:pt idx="514">
                  <c:v>12.917403650799127</c:v>
                </c:pt>
                <c:pt idx="515">
                  <c:v>12.923380777144979</c:v>
                </c:pt>
                <c:pt idx="516">
                  <c:v>12.988276122173021</c:v>
                </c:pt>
                <c:pt idx="517">
                  <c:v>13.016616437246601</c:v>
                </c:pt>
                <c:pt idx="518">
                  <c:v>13.013440139974913</c:v>
                </c:pt>
                <c:pt idx="519">
                  <c:v>13.051594179531621</c:v>
                </c:pt>
                <c:pt idx="520">
                  <c:v>13.063517837951782</c:v>
                </c:pt>
                <c:pt idx="521">
                  <c:v>13.106140094381798</c:v>
                </c:pt>
                <c:pt idx="522">
                  <c:v>13.150406410478904</c:v>
                </c:pt>
                <c:pt idx="523">
                  <c:v>13.17601328036139</c:v>
                </c:pt>
                <c:pt idx="524">
                  <c:v>13.20854845249203</c:v>
                </c:pt>
                <c:pt idx="525">
                  <c:v>13.210291867055957</c:v>
                </c:pt>
                <c:pt idx="526">
                  <c:v>13.191700875523917</c:v>
                </c:pt>
                <c:pt idx="527">
                  <c:v>13.200992432277477</c:v>
                </c:pt>
                <c:pt idx="528">
                  <c:v>13.186219223405718</c:v>
                </c:pt>
                <c:pt idx="529">
                  <c:v>13.139383982812751</c:v>
                </c:pt>
                <c:pt idx="530">
                  <c:v>13.103359916440924</c:v>
                </c:pt>
                <c:pt idx="531">
                  <c:v>13.094555649947381</c:v>
                </c:pt>
                <c:pt idx="532">
                  <c:v>13.069775284310655</c:v>
                </c:pt>
                <c:pt idx="533">
                  <c:v>13.044463113748812</c:v>
                </c:pt>
                <c:pt idx="534">
                  <c:v>13.041565530290891</c:v>
                </c:pt>
                <c:pt idx="535">
                  <c:v>13.046263663114848</c:v>
                </c:pt>
                <c:pt idx="536">
                  <c:v>13.028930784514374</c:v>
                </c:pt>
                <c:pt idx="537">
                  <c:v>13.056557794146901</c:v>
                </c:pt>
                <c:pt idx="538">
                  <c:v>13.085724613466237</c:v>
                </c:pt>
                <c:pt idx="539">
                  <c:v>13.082611034451215</c:v>
                </c:pt>
                <c:pt idx="540">
                  <c:v>13.109276619100477</c:v>
                </c:pt>
                <c:pt idx="541">
                  <c:v>13.126264011889544</c:v>
                </c:pt>
                <c:pt idx="542">
                  <c:v>13.119928167709844</c:v>
                </c:pt>
                <c:pt idx="543">
                  <c:v>13.151503521056471</c:v>
                </c:pt>
                <c:pt idx="544">
                  <c:v>13.228489951655698</c:v>
                </c:pt>
                <c:pt idx="545">
                  <c:v>13.229071778214783</c:v>
                </c:pt>
                <c:pt idx="546">
                  <c:v>13.210029138749077</c:v>
                </c:pt>
                <c:pt idx="547">
                  <c:v>13.205368024993685</c:v>
                </c:pt>
                <c:pt idx="548">
                  <c:v>13.205762461639566</c:v>
                </c:pt>
                <c:pt idx="549">
                  <c:v>13.155617532750975</c:v>
                </c:pt>
                <c:pt idx="550">
                  <c:v>13.15499616309592</c:v>
                </c:pt>
                <c:pt idx="551">
                  <c:v>13.185338184870934</c:v>
                </c:pt>
                <c:pt idx="552">
                  <c:v>13.180236207662595</c:v>
                </c:pt>
                <c:pt idx="553">
                  <c:v>13.15760761362923</c:v>
                </c:pt>
                <c:pt idx="554">
                  <c:v>13.160823530482563</c:v>
                </c:pt>
                <c:pt idx="555">
                  <c:v>13.184021483909365</c:v>
                </c:pt>
                <c:pt idx="556">
                  <c:v>13.174176553269255</c:v>
                </c:pt>
                <c:pt idx="557">
                  <c:v>13.136200266430215</c:v>
                </c:pt>
                <c:pt idx="558">
                  <c:v>13.124006613563679</c:v>
                </c:pt>
                <c:pt idx="559">
                  <c:v>13.082116172108991</c:v>
                </c:pt>
                <c:pt idx="560">
                  <c:v>13.049965875914378</c:v>
                </c:pt>
                <c:pt idx="561">
                  <c:v>13.046422447384163</c:v>
                </c:pt>
                <c:pt idx="562">
                  <c:v>12.993595012766608</c:v>
                </c:pt>
                <c:pt idx="563">
                  <c:v>12.992705866749862</c:v>
                </c:pt>
                <c:pt idx="564">
                  <c:v>13.047616388831164</c:v>
                </c:pt>
                <c:pt idx="565">
                  <c:v>13.01492205000282</c:v>
                </c:pt>
                <c:pt idx="566">
                  <c:v>12.977089556240035</c:v>
                </c:pt>
                <c:pt idx="567">
                  <c:v>12.929031998013206</c:v>
                </c:pt>
                <c:pt idx="568">
                  <c:v>12.853307887057882</c:v>
                </c:pt>
                <c:pt idx="569">
                  <c:v>12.784029836145496</c:v>
                </c:pt>
                <c:pt idx="570">
                  <c:v>12.75329284232485</c:v>
                </c:pt>
                <c:pt idx="571">
                  <c:v>12.672303610208177</c:v>
                </c:pt>
                <c:pt idx="572">
                  <c:v>12.647646310028735</c:v>
                </c:pt>
                <c:pt idx="573">
                  <c:v>12.562472316964607</c:v>
                </c:pt>
                <c:pt idx="574">
                  <c:v>12.571269929204091</c:v>
                </c:pt>
                <c:pt idx="575">
                  <c:v>12.708213406975785</c:v>
                </c:pt>
                <c:pt idx="576">
                  <c:v>12.681268267170291</c:v>
                </c:pt>
                <c:pt idx="577">
                  <c:v>12.518772071376739</c:v>
                </c:pt>
                <c:pt idx="578">
                  <c:v>12.337084968629018</c:v>
                </c:pt>
                <c:pt idx="579">
                  <c:v>12.258036120820755</c:v>
                </c:pt>
                <c:pt idx="580">
                  <c:v>12.243637175497078</c:v>
                </c:pt>
                <c:pt idx="581">
                  <c:v>12.199398623701397</c:v>
                </c:pt>
                <c:pt idx="582">
                  <c:v>11.967728392738358</c:v>
                </c:pt>
                <c:pt idx="583">
                  <c:v>12.127720480868522</c:v>
                </c:pt>
                <c:pt idx="584">
                  <c:v>12.821291593772626</c:v>
                </c:pt>
                <c:pt idx="585">
                  <c:v>11.817660244954565</c:v>
                </c:pt>
                <c:pt idx="586">
                  <c:v>11.249866475126131</c:v>
                </c:pt>
                <c:pt idx="587">
                  <c:v>11.660309623206308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6A0-42C5-857B-5B109011262B}"/>
            </c:ext>
          </c:extLst>
        </c:ser>
        <c:ser>
          <c:idx val="6"/>
          <c:order val="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Shifted!$H$2:$H$589</c:f>
              <c:numCache>
                <c:formatCode>General</c:formatCode>
                <c:ptCount val="588"/>
                <c:pt idx="0">
                  <c:v>14.073319319688238</c:v>
                </c:pt>
                <c:pt idx="1">
                  <c:v>14.05609970840816</c:v>
                </c:pt>
                <c:pt idx="2">
                  <c:v>14.126360075548856</c:v>
                </c:pt>
                <c:pt idx="3">
                  <c:v>14.166530521500635</c:v>
                </c:pt>
                <c:pt idx="4">
                  <c:v>14.176207202484253</c:v>
                </c:pt>
                <c:pt idx="5">
                  <c:v>14.173699315175043</c:v>
                </c:pt>
                <c:pt idx="6">
                  <c:v>14.169033555910655</c:v>
                </c:pt>
                <c:pt idx="7">
                  <c:v>14.198316168673834</c:v>
                </c:pt>
                <c:pt idx="8">
                  <c:v>14.208818331179634</c:v>
                </c:pt>
                <c:pt idx="9">
                  <c:v>14.213327247438276</c:v>
                </c:pt>
                <c:pt idx="10">
                  <c:v>14.204433551408243</c:v>
                </c:pt>
                <c:pt idx="11">
                  <c:v>14.180673571623265</c:v>
                </c:pt>
                <c:pt idx="12">
                  <c:v>14.158841675646777</c:v>
                </c:pt>
                <c:pt idx="13">
                  <c:v>14.147457414461586</c:v>
                </c:pt>
                <c:pt idx="14">
                  <c:v>14.14099199628861</c:v>
                </c:pt>
                <c:pt idx="15">
                  <c:v>14.122652275214383</c:v>
                </c:pt>
                <c:pt idx="16">
                  <c:v>14.119291912131251</c:v>
                </c:pt>
                <c:pt idx="17">
                  <c:v>14.113759126820545</c:v>
                </c:pt>
                <c:pt idx="18">
                  <c:v>14.106954047830175</c:v>
                </c:pt>
                <c:pt idx="19">
                  <c:v>14.109203990067194</c:v>
                </c:pt>
                <c:pt idx="20">
                  <c:v>14.111621728033823</c:v>
                </c:pt>
                <c:pt idx="21">
                  <c:v>14.113978181297844</c:v>
                </c:pt>
                <c:pt idx="22">
                  <c:v>14.116373937990193</c:v>
                </c:pt>
                <c:pt idx="23">
                  <c:v>14.114116168768197</c:v>
                </c:pt>
                <c:pt idx="24">
                  <c:v>14.114647940362183</c:v>
                </c:pt>
                <c:pt idx="25">
                  <c:v>14.117349463404153</c:v>
                </c:pt>
                <c:pt idx="26">
                  <c:v>14.116924261813372</c:v>
                </c:pt>
                <c:pt idx="27">
                  <c:v>14.11566731037229</c:v>
                </c:pt>
                <c:pt idx="28">
                  <c:v>14.120802697160487</c:v>
                </c:pt>
                <c:pt idx="29">
                  <c:v>14.125760540294836</c:v>
                </c:pt>
                <c:pt idx="30">
                  <c:v>14.127078725887493</c:v>
                </c:pt>
                <c:pt idx="31">
                  <c:v>14.130580328557452</c:v>
                </c:pt>
                <c:pt idx="32">
                  <c:v>14.134456404856349</c:v>
                </c:pt>
                <c:pt idx="33">
                  <c:v>14.137213222303494</c:v>
                </c:pt>
                <c:pt idx="34">
                  <c:v>14.14164256281067</c:v>
                </c:pt>
                <c:pt idx="35">
                  <c:v>14.147034100109378</c:v>
                </c:pt>
                <c:pt idx="36">
                  <c:v>14.153761027202387</c:v>
                </c:pt>
                <c:pt idx="37">
                  <c:v>14.161668893832854</c:v>
                </c:pt>
                <c:pt idx="38">
                  <c:v>14.16745124116941</c:v>
                </c:pt>
                <c:pt idx="39">
                  <c:v>14.179255648842057</c:v>
                </c:pt>
                <c:pt idx="40">
                  <c:v>14.192897670824074</c:v>
                </c:pt>
                <c:pt idx="41">
                  <c:v>14.201129721230599</c:v>
                </c:pt>
                <c:pt idx="42">
                  <c:v>14.214059361202096</c:v>
                </c:pt>
                <c:pt idx="43">
                  <c:v>14.230585353330154</c:v>
                </c:pt>
                <c:pt idx="44">
                  <c:v>14.245647134780917</c:v>
                </c:pt>
                <c:pt idx="45">
                  <c:v>14.260360821816908</c:v>
                </c:pt>
                <c:pt idx="46">
                  <c:v>14.274916081914782</c:v>
                </c:pt>
                <c:pt idx="47">
                  <c:v>14.291138767843504</c:v>
                </c:pt>
                <c:pt idx="48">
                  <c:v>14.305200413952301</c:v>
                </c:pt>
                <c:pt idx="49">
                  <c:v>14.320911371771709</c:v>
                </c:pt>
                <c:pt idx="50">
                  <c:v>14.336383998319818</c:v>
                </c:pt>
                <c:pt idx="51">
                  <c:v>14.352128859032176</c:v>
                </c:pt>
                <c:pt idx="52">
                  <c:v>14.364568558389678</c:v>
                </c:pt>
                <c:pt idx="53">
                  <c:v>14.377339063708591</c:v>
                </c:pt>
                <c:pt idx="54">
                  <c:v>14.3929177463244</c:v>
                </c:pt>
                <c:pt idx="55">
                  <c:v>14.411146988115519</c:v>
                </c:pt>
                <c:pt idx="56">
                  <c:v>14.423338414498522</c:v>
                </c:pt>
                <c:pt idx="57">
                  <c:v>14.438046338716726</c:v>
                </c:pt>
                <c:pt idx="58">
                  <c:v>14.459123625719611</c:v>
                </c:pt>
                <c:pt idx="59">
                  <c:v>14.487692441043341</c:v>
                </c:pt>
                <c:pt idx="60">
                  <c:v>14.523453488870549</c:v>
                </c:pt>
                <c:pt idx="61">
                  <c:v>14.559954199415872</c:v>
                </c:pt>
                <c:pt idx="62">
                  <c:v>14.599666417101833</c:v>
                </c:pt>
                <c:pt idx="63">
                  <c:v>14.644548590057541</c:v>
                </c:pt>
                <c:pt idx="64">
                  <c:v>14.692891756353186</c:v>
                </c:pt>
                <c:pt idx="65">
                  <c:v>14.748164525684372</c:v>
                </c:pt>
                <c:pt idx="66">
                  <c:v>14.814052405379925</c:v>
                </c:pt>
                <c:pt idx="67">
                  <c:v>14.880317058776425</c:v>
                </c:pt>
                <c:pt idx="68">
                  <c:v>14.952474412415008</c:v>
                </c:pt>
                <c:pt idx="69">
                  <c:v>15.024143914882305</c:v>
                </c:pt>
                <c:pt idx="70">
                  <c:v>15.090897093463875</c:v>
                </c:pt>
                <c:pt idx="71">
                  <c:v>15.148730441131235</c:v>
                </c:pt>
                <c:pt idx="72">
                  <c:v>15.207301833883644</c:v>
                </c:pt>
                <c:pt idx="73">
                  <c:v>15.261950331655216</c:v>
                </c:pt>
                <c:pt idx="74">
                  <c:v>15.313799919819321</c:v>
                </c:pt>
                <c:pt idx="75">
                  <c:v>15.372158189415668</c:v>
                </c:pt>
                <c:pt idx="76">
                  <c:v>15.426256422340268</c:v>
                </c:pt>
                <c:pt idx="77">
                  <c:v>15.476886449977528</c:v>
                </c:pt>
                <c:pt idx="78">
                  <c:v>15.530534037291293</c:v>
                </c:pt>
                <c:pt idx="79">
                  <c:v>15.57490409457977</c:v>
                </c:pt>
                <c:pt idx="80">
                  <c:v>15.613568625251848</c:v>
                </c:pt>
                <c:pt idx="81">
                  <c:v>15.653021752042193</c:v>
                </c:pt>
                <c:pt idx="82">
                  <c:v>15.689688236275796</c:v>
                </c:pt>
                <c:pt idx="83">
                  <c:v>15.713449917945562</c:v>
                </c:pt>
                <c:pt idx="84">
                  <c:v>15.720990918877591</c:v>
                </c:pt>
                <c:pt idx="85">
                  <c:v>15.733002653187832</c:v>
                </c:pt>
                <c:pt idx="86">
                  <c:v>15.742776796563501</c:v>
                </c:pt>
                <c:pt idx="87">
                  <c:v>15.745467459558498</c:v>
                </c:pt>
                <c:pt idx="88">
                  <c:v>15.742754149700618</c:v>
                </c:pt>
                <c:pt idx="89">
                  <c:v>15.729616407975685</c:v>
                </c:pt>
                <c:pt idx="90">
                  <c:v>15.722720033819311</c:v>
                </c:pt>
                <c:pt idx="91">
                  <c:v>15.703454967656773</c:v>
                </c:pt>
                <c:pt idx="92">
                  <c:v>15.677742285710128</c:v>
                </c:pt>
                <c:pt idx="93">
                  <c:v>15.667092328833524</c:v>
                </c:pt>
                <c:pt idx="94">
                  <c:v>15.638928258782467</c:v>
                </c:pt>
                <c:pt idx="95">
                  <c:v>15.61804353751547</c:v>
                </c:pt>
                <c:pt idx="96">
                  <c:v>15.609412386701655</c:v>
                </c:pt>
                <c:pt idx="97">
                  <c:v>15.582470842838049</c:v>
                </c:pt>
                <c:pt idx="98">
                  <c:v>15.564517677089704</c:v>
                </c:pt>
                <c:pt idx="99">
                  <c:v>15.546368642937964</c:v>
                </c:pt>
                <c:pt idx="100">
                  <c:v>15.529982424416772</c:v>
                </c:pt>
                <c:pt idx="101">
                  <c:v>15.51230385188089</c:v>
                </c:pt>
                <c:pt idx="102">
                  <c:v>15.502060055705888</c:v>
                </c:pt>
                <c:pt idx="103">
                  <c:v>15.492509415298441</c:v>
                </c:pt>
                <c:pt idx="104">
                  <c:v>15.457174782286813</c:v>
                </c:pt>
                <c:pt idx="105">
                  <c:v>15.425880053047582</c:v>
                </c:pt>
                <c:pt idx="106">
                  <c:v>15.394613227978692</c:v>
                </c:pt>
                <c:pt idx="107">
                  <c:v>15.357171897507845</c:v>
                </c:pt>
                <c:pt idx="108">
                  <c:v>15.315668420809985</c:v>
                </c:pt>
                <c:pt idx="109">
                  <c:v>15.267502857144398</c:v>
                </c:pt>
                <c:pt idx="110">
                  <c:v>15.225447363163743</c:v>
                </c:pt>
                <c:pt idx="111">
                  <c:v>15.182483837823657</c:v>
                </c:pt>
                <c:pt idx="112">
                  <c:v>15.14487440831701</c:v>
                </c:pt>
                <c:pt idx="113">
                  <c:v>15.122445454087126</c:v>
                </c:pt>
                <c:pt idx="114">
                  <c:v>15.090006721265373</c:v>
                </c:pt>
                <c:pt idx="115">
                  <c:v>15.065925557065645</c:v>
                </c:pt>
                <c:pt idx="116">
                  <c:v>15.048766514348539</c:v>
                </c:pt>
                <c:pt idx="117">
                  <c:v>15.027627420282368</c:v>
                </c:pt>
                <c:pt idx="118">
                  <c:v>15.018300485047272</c:v>
                </c:pt>
                <c:pt idx="119">
                  <c:v>15.004858089095453</c:v>
                </c:pt>
                <c:pt idx="120">
                  <c:v>14.999116704946156</c:v>
                </c:pt>
                <c:pt idx="121">
                  <c:v>15.000229232085321</c:v>
                </c:pt>
                <c:pt idx="122">
                  <c:v>15.002511577534632</c:v>
                </c:pt>
                <c:pt idx="123">
                  <c:v>15.000317932298282</c:v>
                </c:pt>
                <c:pt idx="124">
                  <c:v>14.999945944095138</c:v>
                </c:pt>
                <c:pt idx="125">
                  <c:v>14.999078555766417</c:v>
                </c:pt>
                <c:pt idx="126">
                  <c:v>14.997119669528349</c:v>
                </c:pt>
                <c:pt idx="127">
                  <c:v>14.995055569739803</c:v>
                </c:pt>
                <c:pt idx="128">
                  <c:v>14.999881373575368</c:v>
                </c:pt>
                <c:pt idx="129">
                  <c:v>14.999878610118884</c:v>
                </c:pt>
                <c:pt idx="130">
                  <c:v>15.009301255310216</c:v>
                </c:pt>
                <c:pt idx="131">
                  <c:v>15.011746914297529</c:v>
                </c:pt>
                <c:pt idx="132">
                  <c:v>15.014273791944888</c:v>
                </c:pt>
                <c:pt idx="133">
                  <c:v>15.016207470067723</c:v>
                </c:pt>
                <c:pt idx="134">
                  <c:v>15.022589841318283</c:v>
                </c:pt>
                <c:pt idx="135">
                  <c:v>15.026624083374966</c:v>
                </c:pt>
                <c:pt idx="136">
                  <c:v>15.04796645999607</c:v>
                </c:pt>
                <c:pt idx="137">
                  <c:v>15.064858525856382</c:v>
                </c:pt>
                <c:pt idx="138">
                  <c:v>15.0800268014838</c:v>
                </c:pt>
                <c:pt idx="139">
                  <c:v>15.085025692057124</c:v>
                </c:pt>
                <c:pt idx="140">
                  <c:v>15.089486315228696</c:v>
                </c:pt>
                <c:pt idx="141">
                  <c:v>15.093491372488858</c:v>
                </c:pt>
                <c:pt idx="142">
                  <c:v>15.108846889143333</c:v>
                </c:pt>
                <c:pt idx="143">
                  <c:v>15.132893139429457</c:v>
                </c:pt>
                <c:pt idx="144">
                  <c:v>15.153146579393566</c:v>
                </c:pt>
                <c:pt idx="145">
                  <c:v>15.180408144998159</c:v>
                </c:pt>
                <c:pt idx="146">
                  <c:v>15.208127770365122</c:v>
                </c:pt>
                <c:pt idx="147">
                  <c:v>15.231508095040258</c:v>
                </c:pt>
                <c:pt idx="148">
                  <c:v>15.25693391672371</c:v>
                </c:pt>
                <c:pt idx="149">
                  <c:v>15.288548532901171</c:v>
                </c:pt>
                <c:pt idx="150">
                  <c:v>15.304464155003759</c:v>
                </c:pt>
                <c:pt idx="151">
                  <c:v>15.321687363832366</c:v>
                </c:pt>
                <c:pt idx="152">
                  <c:v>15.338339008978672</c:v>
                </c:pt>
                <c:pt idx="153">
                  <c:v>15.365083201608572</c:v>
                </c:pt>
                <c:pt idx="154">
                  <c:v>15.389356324931796</c:v>
                </c:pt>
                <c:pt idx="155">
                  <c:v>15.411022632573792</c:v>
                </c:pt>
                <c:pt idx="156">
                  <c:v>15.430900916470012</c:v>
                </c:pt>
                <c:pt idx="157">
                  <c:v>15.447907227665405</c:v>
                </c:pt>
                <c:pt idx="158">
                  <c:v>15.442445963641539</c:v>
                </c:pt>
                <c:pt idx="159">
                  <c:v>15.438007448121832</c:v>
                </c:pt>
                <c:pt idx="160">
                  <c:v>15.424060889865341</c:v>
                </c:pt>
                <c:pt idx="161">
                  <c:v>15.414700590948321</c:v>
                </c:pt>
                <c:pt idx="162">
                  <c:v>15.402287548835668</c:v>
                </c:pt>
                <c:pt idx="163">
                  <c:v>15.384130696124123</c:v>
                </c:pt>
                <c:pt idx="164">
                  <c:v>15.363851508833758</c:v>
                </c:pt>
                <c:pt idx="165">
                  <c:v>15.345913710599515</c:v>
                </c:pt>
                <c:pt idx="166">
                  <c:v>15.326108489796647</c:v>
                </c:pt>
                <c:pt idx="167">
                  <c:v>15.302013575715877</c:v>
                </c:pt>
                <c:pt idx="168">
                  <c:v>15.276492987695475</c:v>
                </c:pt>
                <c:pt idx="169">
                  <c:v>15.255685508407241</c:v>
                </c:pt>
                <c:pt idx="170">
                  <c:v>15.239361029547958</c:v>
                </c:pt>
                <c:pt idx="171">
                  <c:v>15.226593590991724</c:v>
                </c:pt>
                <c:pt idx="172">
                  <c:v>15.212681677043333</c:v>
                </c:pt>
                <c:pt idx="173">
                  <c:v>15.20096812642773</c:v>
                </c:pt>
                <c:pt idx="174">
                  <c:v>15.19220446450549</c:v>
                </c:pt>
                <c:pt idx="175">
                  <c:v>15.18783051950555</c:v>
                </c:pt>
                <c:pt idx="176">
                  <c:v>15.185805782121541</c:v>
                </c:pt>
                <c:pt idx="177">
                  <c:v>15.177663695703806</c:v>
                </c:pt>
                <c:pt idx="178">
                  <c:v>15.174469948826175</c:v>
                </c:pt>
                <c:pt idx="179">
                  <c:v>15.172276303589825</c:v>
                </c:pt>
                <c:pt idx="180">
                  <c:v>15.169884228697725</c:v>
                </c:pt>
                <c:pt idx="181">
                  <c:v>15.172644989125461</c:v>
                </c:pt>
                <c:pt idx="182">
                  <c:v>15.182834864198359</c:v>
                </c:pt>
                <c:pt idx="183">
                  <c:v>15.196088266687301</c:v>
                </c:pt>
                <c:pt idx="184">
                  <c:v>15.201987235257501</c:v>
                </c:pt>
                <c:pt idx="185">
                  <c:v>15.211544885408223</c:v>
                </c:pt>
                <c:pt idx="186">
                  <c:v>15.217801485688124</c:v>
                </c:pt>
                <c:pt idx="187">
                  <c:v>15.212606052697632</c:v>
                </c:pt>
                <c:pt idx="188">
                  <c:v>15.205472695297518</c:v>
                </c:pt>
                <c:pt idx="189">
                  <c:v>15.189259024303052</c:v>
                </c:pt>
                <c:pt idx="190">
                  <c:v>15.162213143106875</c:v>
                </c:pt>
                <c:pt idx="191">
                  <c:v>15.138386756114587</c:v>
                </c:pt>
                <c:pt idx="192">
                  <c:v>15.112571152264296</c:v>
                </c:pt>
                <c:pt idx="193">
                  <c:v>15.090468151096637</c:v>
                </c:pt>
                <c:pt idx="194">
                  <c:v>15.077891391037717</c:v>
                </c:pt>
                <c:pt idx="195">
                  <c:v>15.072455806938732</c:v>
                </c:pt>
                <c:pt idx="196">
                  <c:v>15.073399830633814</c:v>
                </c:pt>
                <c:pt idx="197">
                  <c:v>15.080306921609232</c:v>
                </c:pt>
                <c:pt idx="198">
                  <c:v>15.090823491159504</c:v>
                </c:pt>
                <c:pt idx="199">
                  <c:v>15.102479750604116</c:v>
                </c:pt>
                <c:pt idx="200">
                  <c:v>15.118070228461013</c:v>
                </c:pt>
                <c:pt idx="201">
                  <c:v>15.137658686433426</c:v>
                </c:pt>
                <c:pt idx="202">
                  <c:v>15.164909872225859</c:v>
                </c:pt>
                <c:pt idx="203">
                  <c:v>15.188190712467609</c:v>
                </c:pt>
                <c:pt idx="204">
                  <c:v>15.220950747656522</c:v>
                </c:pt>
                <c:pt idx="205">
                  <c:v>15.259605707332971</c:v>
                </c:pt>
                <c:pt idx="206">
                  <c:v>15.291568653830032</c:v>
                </c:pt>
                <c:pt idx="207">
                  <c:v>15.303832199687099</c:v>
                </c:pt>
                <c:pt idx="208">
                  <c:v>15.287871014253232</c:v>
                </c:pt>
                <c:pt idx="209">
                  <c:v>15.259555021496995</c:v>
                </c:pt>
                <c:pt idx="210">
                  <c:v>15.215751944597143</c:v>
                </c:pt>
                <c:pt idx="211">
                  <c:v>15.169496805579108</c:v>
                </c:pt>
                <c:pt idx="212">
                  <c:v>15.13258066664276</c:v>
                </c:pt>
                <c:pt idx="213">
                  <c:v>15.110479013502651</c:v>
                </c:pt>
                <c:pt idx="214">
                  <c:v>15.093520085475728</c:v>
                </c:pt>
                <c:pt idx="215">
                  <c:v>15.082112267509055</c:v>
                </c:pt>
                <c:pt idx="216">
                  <c:v>15.079490353919239</c:v>
                </c:pt>
                <c:pt idx="217">
                  <c:v>15.067531125282173</c:v>
                </c:pt>
                <c:pt idx="218">
                  <c:v>15.066802785995501</c:v>
                </c:pt>
                <c:pt idx="219">
                  <c:v>15.075784221768863</c:v>
                </c:pt>
                <c:pt idx="220">
                  <c:v>15.083569957103069</c:v>
                </c:pt>
                <c:pt idx="221">
                  <c:v>15.09311567720995</c:v>
                </c:pt>
                <c:pt idx="222">
                  <c:v>15.103355159696779</c:v>
                </c:pt>
                <c:pt idx="223">
                  <c:v>15.113328878551613</c:v>
                </c:pt>
                <c:pt idx="224">
                  <c:v>15.124746739323557</c:v>
                </c:pt>
                <c:pt idx="225">
                  <c:v>15.137186607184505</c:v>
                </c:pt>
                <c:pt idx="226">
                  <c:v>15.147363136784623</c:v>
                </c:pt>
                <c:pt idx="227">
                  <c:v>15.151653908484569</c:v>
                </c:pt>
                <c:pt idx="228">
                  <c:v>15.152430372354869</c:v>
                </c:pt>
                <c:pt idx="229">
                  <c:v>15.160888571233686</c:v>
                </c:pt>
                <c:pt idx="230">
                  <c:v>15.166267605576845</c:v>
                </c:pt>
                <c:pt idx="231">
                  <c:v>15.167535964701088</c:v>
                </c:pt>
                <c:pt idx="232">
                  <c:v>15.153036580345272</c:v>
                </c:pt>
                <c:pt idx="233">
                  <c:v>15.135073573995792</c:v>
                </c:pt>
                <c:pt idx="234">
                  <c:v>15.126463924221436</c:v>
                </c:pt>
                <c:pt idx="235">
                  <c:v>15.098274780857903</c:v>
                </c:pt>
                <c:pt idx="236">
                  <c:v>15.060784651789657</c:v>
                </c:pt>
                <c:pt idx="237">
                  <c:v>15.031406885131608</c:v>
                </c:pt>
                <c:pt idx="238">
                  <c:v>15.003798943847373</c:v>
                </c:pt>
                <c:pt idx="239">
                  <c:v>14.97151044869636</c:v>
                </c:pt>
                <c:pt idx="240">
                  <c:v>14.945940388064781</c:v>
                </c:pt>
                <c:pt idx="241">
                  <c:v>14.921777600796739</c:v>
                </c:pt>
                <c:pt idx="242">
                  <c:v>14.892461910807485</c:v>
                </c:pt>
                <c:pt idx="243">
                  <c:v>14.877999866814879</c:v>
                </c:pt>
                <c:pt idx="244">
                  <c:v>14.870091595776142</c:v>
                </c:pt>
                <c:pt idx="245">
                  <c:v>14.861825019013931</c:v>
                </c:pt>
                <c:pt idx="246">
                  <c:v>14.859986174629423</c:v>
                </c:pt>
                <c:pt idx="247">
                  <c:v>14.870106828487485</c:v>
                </c:pt>
                <c:pt idx="248">
                  <c:v>14.884069226067721</c:v>
                </c:pt>
                <c:pt idx="249">
                  <c:v>14.900987106655673</c:v>
                </c:pt>
                <c:pt idx="250">
                  <c:v>14.917471596385456</c:v>
                </c:pt>
                <c:pt idx="251">
                  <c:v>14.950668729508296</c:v>
                </c:pt>
                <c:pt idx="252">
                  <c:v>14.968699474242294</c:v>
                </c:pt>
                <c:pt idx="253">
                  <c:v>14.97648642280129</c:v>
                </c:pt>
                <c:pt idx="254">
                  <c:v>14.986607683271762</c:v>
                </c:pt>
                <c:pt idx="255">
                  <c:v>14.998111345997424</c:v>
                </c:pt>
                <c:pt idx="256">
                  <c:v>15.004523643459653</c:v>
                </c:pt>
                <c:pt idx="257">
                  <c:v>15.003020188330229</c:v>
                </c:pt>
                <c:pt idx="258">
                  <c:v>15.001512284709889</c:v>
                </c:pt>
                <c:pt idx="259">
                  <c:v>15</c:v>
                </c:pt>
                <c:pt idx="260">
                  <c:v>15.013234462701829</c:v>
                </c:pt>
                <c:pt idx="261">
                  <c:v>15.021688954504876</c:v>
                </c:pt>
                <c:pt idx="262">
                  <c:v>14.961860121651396</c:v>
                </c:pt>
                <c:pt idx="263">
                  <c:v>14.941328516201809</c:v>
                </c:pt>
                <c:pt idx="264">
                  <c:v>14.936213964864473</c:v>
                </c:pt>
                <c:pt idx="265">
                  <c:v>14.931185754691874</c:v>
                </c:pt>
                <c:pt idx="266">
                  <c:v>14.912097212737352</c:v>
                </c:pt>
                <c:pt idx="267">
                  <c:v>14.897805626828765</c:v>
                </c:pt>
                <c:pt idx="268">
                  <c:v>14.884127258653868</c:v>
                </c:pt>
                <c:pt idx="269">
                  <c:v>14.852106009965155</c:v>
                </c:pt>
                <c:pt idx="270">
                  <c:v>14.830189778014912</c:v>
                </c:pt>
                <c:pt idx="271">
                  <c:v>14.802880020425315</c:v>
                </c:pt>
                <c:pt idx="272">
                  <c:v>14.781611448312717</c:v>
                </c:pt>
                <c:pt idx="273">
                  <c:v>14.769649928028809</c:v>
                </c:pt>
                <c:pt idx="274">
                  <c:v>14.767507575240829</c:v>
                </c:pt>
                <c:pt idx="275">
                  <c:v>14.769658555405144</c:v>
                </c:pt>
                <c:pt idx="276">
                  <c:v>14.784279127437939</c:v>
                </c:pt>
                <c:pt idx="277">
                  <c:v>14.799737498594684</c:v>
                </c:pt>
                <c:pt idx="278">
                  <c:v>14.841477554128026</c:v>
                </c:pt>
                <c:pt idx="279">
                  <c:v>14.877678025236696</c:v>
                </c:pt>
                <c:pt idx="280">
                  <c:v>14.916161583209831</c:v>
                </c:pt>
                <c:pt idx="281">
                  <c:v>14.968837579665056</c:v>
                </c:pt>
                <c:pt idx="282">
                  <c:v>15.022919366653516</c:v>
                </c:pt>
                <c:pt idx="283">
                  <c:v>15.073517985248804</c:v>
                </c:pt>
                <c:pt idx="284">
                  <c:v>15.104971916541993</c:v>
                </c:pt>
                <c:pt idx="285">
                  <c:v>15.119147774285189</c:v>
                </c:pt>
                <c:pt idx="286">
                  <c:v>15.223514291653311</c:v>
                </c:pt>
                <c:pt idx="287">
                  <c:v>15.31487470218701</c:v>
                </c:pt>
                <c:pt idx="288">
                  <c:v>15.375239106387143</c:v>
                </c:pt>
                <c:pt idx="289">
                  <c:v>15.450749543760075</c:v>
                </c:pt>
                <c:pt idx="290">
                  <c:v>15.49767006917808</c:v>
                </c:pt>
                <c:pt idx="291">
                  <c:v>15.571881007990296</c:v>
                </c:pt>
                <c:pt idx="292">
                  <c:v>15.595012621581972</c:v>
                </c:pt>
                <c:pt idx="293">
                  <c:v>15.62093465220754</c:v>
                </c:pt>
                <c:pt idx="294">
                  <c:v>15.677410131721164</c:v>
                </c:pt>
                <c:pt idx="295">
                  <c:v>15.698564728104191</c:v>
                </c:pt>
                <c:pt idx="296">
                  <c:v>15.738005992252075</c:v>
                </c:pt>
                <c:pt idx="297">
                  <c:v>15.77214789048516</c:v>
                </c:pt>
                <c:pt idx="298">
                  <c:v>15.80346364895421</c:v>
                </c:pt>
                <c:pt idx="299">
                  <c:v>15.855251497456408</c:v>
                </c:pt>
                <c:pt idx="300">
                  <c:v>15.891946290268615</c:v>
                </c:pt>
                <c:pt idx="301">
                  <c:v>15.885104376425369</c:v>
                </c:pt>
                <c:pt idx="302">
                  <c:v>15.873814645672308</c:v>
                </c:pt>
                <c:pt idx="303">
                  <c:v>15.931375152563016</c:v>
                </c:pt>
                <c:pt idx="304">
                  <c:v>15.974145505554816</c:v>
                </c:pt>
                <c:pt idx="305">
                  <c:v>15.954515528333788</c:v>
                </c:pt>
                <c:pt idx="306">
                  <c:v>15.932688940215785</c:v>
                </c:pt>
                <c:pt idx="307">
                  <c:v>15.942400669915774</c:v>
                </c:pt>
                <c:pt idx="308">
                  <c:v>15.929041582066702</c:v>
                </c:pt>
                <c:pt idx="309">
                  <c:v>15.929080674865727</c:v>
                </c:pt>
                <c:pt idx="310">
                  <c:v>15.910093706787292</c:v>
                </c:pt>
                <c:pt idx="311">
                  <c:v>15.873325446473466</c:v>
                </c:pt>
                <c:pt idx="312">
                  <c:v>15.860077570897486</c:v>
                </c:pt>
                <c:pt idx="313">
                  <c:v>15.820533587050095</c:v>
                </c:pt>
                <c:pt idx="314">
                  <c:v>15.807361875030834</c:v>
                </c:pt>
                <c:pt idx="315">
                  <c:v>15.80461338165383</c:v>
                </c:pt>
                <c:pt idx="316">
                  <c:v>15.80987203713654</c:v>
                </c:pt>
                <c:pt idx="317">
                  <c:v>15.837407656742577</c:v>
                </c:pt>
                <c:pt idx="318">
                  <c:v>15.83232357082793</c:v>
                </c:pt>
                <c:pt idx="319">
                  <c:v>15.84267884888153</c:v>
                </c:pt>
                <c:pt idx="320">
                  <c:v>15.883500088835014</c:v>
                </c:pt>
                <c:pt idx="321">
                  <c:v>15.925730961200262</c:v>
                </c:pt>
                <c:pt idx="322">
                  <c:v>15.942829881888517</c:v>
                </c:pt>
                <c:pt idx="323">
                  <c:v>15.980645829216234</c:v>
                </c:pt>
                <c:pt idx="324">
                  <c:v>16.029338202049377</c:v>
                </c:pt>
                <c:pt idx="325">
                  <c:v>16.081312887170366</c:v>
                </c:pt>
                <c:pt idx="326">
                  <c:v>16.137713685957564</c:v>
                </c:pt>
                <c:pt idx="327">
                  <c:v>16.202829213266856</c:v>
                </c:pt>
                <c:pt idx="328">
                  <c:v>16.256884039704261</c:v>
                </c:pt>
                <c:pt idx="329">
                  <c:v>16.307372389645749</c:v>
                </c:pt>
                <c:pt idx="330">
                  <c:v>16.346597295371442</c:v>
                </c:pt>
                <c:pt idx="331">
                  <c:v>16.364561110537455</c:v>
                </c:pt>
                <c:pt idx="332">
                  <c:v>16.377890676583114</c:v>
                </c:pt>
                <c:pt idx="333">
                  <c:v>16.38934971959679</c:v>
                </c:pt>
                <c:pt idx="334">
                  <c:v>16.380941262934662</c:v>
                </c:pt>
                <c:pt idx="335">
                  <c:v>16.363617760856137</c:v>
                </c:pt>
                <c:pt idx="336">
                  <c:v>16.348661125554475</c:v>
                </c:pt>
                <c:pt idx="337">
                  <c:v>16.312506217777084</c:v>
                </c:pt>
                <c:pt idx="338">
                  <c:v>16.261882660672079</c:v>
                </c:pt>
                <c:pt idx="339">
                  <c:v>16.233283177721525</c:v>
                </c:pt>
                <c:pt idx="340">
                  <c:v>16.242257805955749</c:v>
                </c:pt>
                <c:pt idx="341">
                  <c:v>16.219521703648002</c:v>
                </c:pt>
                <c:pt idx="342">
                  <c:v>16.190516464404116</c:v>
                </c:pt>
                <c:pt idx="343">
                  <c:v>16.220838187355881</c:v>
                </c:pt>
                <c:pt idx="344">
                  <c:v>16.305329858298037</c:v>
                </c:pt>
                <c:pt idx="345">
                  <c:v>16.371331713723162</c:v>
                </c:pt>
                <c:pt idx="346">
                  <c:v>16.478421179346171</c:v>
                </c:pt>
                <c:pt idx="347">
                  <c:v>16.55665018388444</c:v>
                </c:pt>
                <c:pt idx="348">
                  <c:v>16.630185356484539</c:v>
                </c:pt>
                <c:pt idx="349">
                  <c:v>16.712106338883885</c:v>
                </c:pt>
                <c:pt idx="350">
                  <c:v>16.848132294345589</c:v>
                </c:pt>
                <c:pt idx="351">
                  <c:v>16.875420416092965</c:v>
                </c:pt>
                <c:pt idx="352">
                  <c:v>16.814403836162889</c:v>
                </c:pt>
                <c:pt idx="353">
                  <c:v>16.791285702846736</c:v>
                </c:pt>
                <c:pt idx="354">
                  <c:v>16.793876342197333</c:v>
                </c:pt>
                <c:pt idx="355">
                  <c:v>16.852450835413116</c:v>
                </c:pt>
                <c:pt idx="356">
                  <c:v>16.91264026563692</c:v>
                </c:pt>
                <c:pt idx="357">
                  <c:v>16.858846417333691</c:v>
                </c:pt>
                <c:pt idx="358">
                  <c:v>16.860072852801054</c:v>
                </c:pt>
                <c:pt idx="359">
                  <c:v>16.936951403337126</c:v>
                </c:pt>
                <c:pt idx="360">
                  <c:v>16.842598910847659</c:v>
                </c:pt>
                <c:pt idx="361">
                  <c:v>16.766153077155973</c:v>
                </c:pt>
                <c:pt idx="362">
                  <c:v>16.733110225786525</c:v>
                </c:pt>
                <c:pt idx="363">
                  <c:v>16.756603110762303</c:v>
                </c:pt>
                <c:pt idx="364">
                  <c:v>16.696466792824072</c:v>
                </c:pt>
                <c:pt idx="365">
                  <c:v>16.606238995040069</c:v>
                </c:pt>
                <c:pt idx="366">
                  <c:v>16.59010040918028</c:v>
                </c:pt>
                <c:pt idx="367">
                  <c:v>16.574316084961325</c:v>
                </c:pt>
                <c:pt idx="368">
                  <c:v>16.462519037519112</c:v>
                </c:pt>
                <c:pt idx="369">
                  <c:v>16.380550334944406</c:v>
                </c:pt>
                <c:pt idx="370">
                  <c:v>16.286962174077267</c:v>
                </c:pt>
                <c:pt idx="371">
                  <c:v>16.170612163576134</c:v>
                </c:pt>
                <c:pt idx="372">
                  <c:v>16.113295514869687</c:v>
                </c:pt>
                <c:pt idx="373">
                  <c:v>16.051534958533324</c:v>
                </c:pt>
                <c:pt idx="374">
                  <c:v>16.012228227535189</c:v>
                </c:pt>
                <c:pt idx="375">
                  <c:v>15.836783519985723</c:v>
                </c:pt>
                <c:pt idx="376">
                  <c:v>15.748934990832067</c:v>
                </c:pt>
                <c:pt idx="377">
                  <c:v>15.647016154492587</c:v>
                </c:pt>
                <c:pt idx="378">
                  <c:v>15.525751100731897</c:v>
                </c:pt>
                <c:pt idx="379">
                  <c:v>15.448928223733754</c:v>
                </c:pt>
                <c:pt idx="380">
                  <c:v>15.36336473608451</c:v>
                </c:pt>
                <c:pt idx="381">
                  <c:v>15.203764205177343</c:v>
                </c:pt>
                <c:pt idx="382">
                  <c:v>15.10044692505479</c:v>
                </c:pt>
                <c:pt idx="383">
                  <c:v>14.907339214687674</c:v>
                </c:pt>
                <c:pt idx="384">
                  <c:v>14.82707387972844</c:v>
                </c:pt>
                <c:pt idx="385">
                  <c:v>14.76025458039542</c:v>
                </c:pt>
                <c:pt idx="386">
                  <c:v>14.687036396474314</c:v>
                </c:pt>
                <c:pt idx="387">
                  <c:v>14.650485573004723</c:v>
                </c:pt>
                <c:pt idx="388">
                  <c:v>14.632037007130796</c:v>
                </c:pt>
                <c:pt idx="389">
                  <c:v>14.626149766400305</c:v>
                </c:pt>
                <c:pt idx="390">
                  <c:v>14.621245507361174</c:v>
                </c:pt>
                <c:pt idx="391">
                  <c:v>14.632993567482124</c:v>
                </c:pt>
                <c:pt idx="392">
                  <c:v>14.655918056640344</c:v>
                </c:pt>
                <c:pt idx="393">
                  <c:v>14.665837719590318</c:v>
                </c:pt>
                <c:pt idx="394">
                  <c:v>14.672311621911703</c:v>
                </c:pt>
                <c:pt idx="395">
                  <c:v>14.662475873676877</c:v>
                </c:pt>
                <c:pt idx="396">
                  <c:v>14.635401481697965</c:v>
                </c:pt>
                <c:pt idx="397">
                  <c:v>14.605069041927162</c:v>
                </c:pt>
                <c:pt idx="398">
                  <c:v>14.572439091397076</c:v>
                </c:pt>
                <c:pt idx="399">
                  <c:v>14.531984245332387</c:v>
                </c:pt>
                <c:pt idx="400">
                  <c:v>14.4826550305827</c:v>
                </c:pt>
                <c:pt idx="401">
                  <c:v>14.459586942789441</c:v>
                </c:pt>
                <c:pt idx="402">
                  <c:v>14.439960200834538</c:v>
                </c:pt>
                <c:pt idx="403">
                  <c:v>14.413999785124409</c:v>
                </c:pt>
                <c:pt idx="404">
                  <c:v>14.38942163686672</c:v>
                </c:pt>
                <c:pt idx="405">
                  <c:v>14.37205681774371</c:v>
                </c:pt>
                <c:pt idx="406">
                  <c:v>14.350691895361788</c:v>
                </c:pt>
                <c:pt idx="407">
                  <c:v>14.328190518351644</c:v>
                </c:pt>
                <c:pt idx="408">
                  <c:v>14.298630228762972</c:v>
                </c:pt>
                <c:pt idx="409">
                  <c:v>14.27794194881108</c:v>
                </c:pt>
                <c:pt idx="410">
                  <c:v>14.261685696996297</c:v>
                </c:pt>
                <c:pt idx="411">
                  <c:v>14.237898251149934</c:v>
                </c:pt>
                <c:pt idx="412">
                  <c:v>14.223142286599824</c:v>
                </c:pt>
                <c:pt idx="413">
                  <c:v>14.20621186935564</c:v>
                </c:pt>
                <c:pt idx="414">
                  <c:v>14.195580380456512</c:v>
                </c:pt>
                <c:pt idx="415">
                  <c:v>14.185362837118101</c:v>
                </c:pt>
                <c:pt idx="416">
                  <c:v>14.171753336300792</c:v>
                </c:pt>
                <c:pt idx="417">
                  <c:v>14.163806292619576</c:v>
                </c:pt>
                <c:pt idx="418">
                  <c:v>14.153915949268871</c:v>
                </c:pt>
                <c:pt idx="419">
                  <c:v>14.144863185987631</c:v>
                </c:pt>
                <c:pt idx="420">
                  <c:v>14.128922170416025</c:v>
                </c:pt>
                <c:pt idx="421">
                  <c:v>14.121235414004873</c:v>
                </c:pt>
                <c:pt idx="422">
                  <c:v>14.117364308557574</c:v>
                </c:pt>
                <c:pt idx="423">
                  <c:v>14.1185996662823</c:v>
                </c:pt>
                <c:pt idx="424">
                  <c:v>14.120639316221112</c:v>
                </c:pt>
                <c:pt idx="425">
                  <c:v>14.111897989430386</c:v>
                </c:pt>
                <c:pt idx="426">
                  <c:v>14.106929884436294</c:v>
                </c:pt>
                <c:pt idx="427">
                  <c:v>14.095162311616519</c:v>
                </c:pt>
                <c:pt idx="428">
                  <c:v>14.068753512454292</c:v>
                </c:pt>
                <c:pt idx="429">
                  <c:v>14.064626888384398</c:v>
                </c:pt>
                <c:pt idx="430">
                  <c:v>14.068638580467674</c:v>
                </c:pt>
                <c:pt idx="431">
                  <c:v>14.057854385322353</c:v>
                </c:pt>
                <c:pt idx="432">
                  <c:v>14.051962565510768</c:v>
                </c:pt>
                <c:pt idx="433">
                  <c:v>14.06829607615466</c:v>
                </c:pt>
                <c:pt idx="434">
                  <c:v>14.100668886216498</c:v>
                </c:pt>
                <c:pt idx="435">
                  <c:v>14.195496027632409</c:v>
                </c:pt>
                <c:pt idx="436">
                  <c:v>14.227729809715127</c:v>
                </c:pt>
                <c:pt idx="437">
                  <c:v>14.264898232007944</c:v>
                </c:pt>
                <c:pt idx="438">
                  <c:v>14.257131756617399</c:v>
                </c:pt>
                <c:pt idx="439">
                  <c:v>14.268064158966958</c:v>
                </c:pt>
                <c:pt idx="440">
                  <c:v>14.280211926107601</c:v>
                </c:pt>
                <c:pt idx="441">
                  <c:v>14.293282940468677</c:v>
                </c:pt>
                <c:pt idx="442">
                  <c:v>14.299134930278667</c:v>
                </c:pt>
                <c:pt idx="443">
                  <c:v>14.309414246979676</c:v>
                </c:pt>
                <c:pt idx="444">
                  <c:v>14.315508207735359</c:v>
                </c:pt>
                <c:pt idx="445">
                  <c:v>14.328518628257946</c:v>
                </c:pt>
                <c:pt idx="446">
                  <c:v>14.329971566054832</c:v>
                </c:pt>
                <c:pt idx="447">
                  <c:v>14.319838476642593</c:v>
                </c:pt>
                <c:pt idx="448">
                  <c:v>14.329394980969894</c:v>
                </c:pt>
                <c:pt idx="449">
                  <c:v>14.327980091250682</c:v>
                </c:pt>
                <c:pt idx="450">
                  <c:v>14.338108024457533</c:v>
                </c:pt>
                <c:pt idx="451">
                  <c:v>14.355851470819383</c:v>
                </c:pt>
                <c:pt idx="452">
                  <c:v>14.347404123562361</c:v>
                </c:pt>
                <c:pt idx="453">
                  <c:v>14.34376185421729</c:v>
                </c:pt>
                <c:pt idx="454">
                  <c:v>14.35437935733056</c:v>
                </c:pt>
                <c:pt idx="455">
                  <c:v>14.368720685455834</c:v>
                </c:pt>
                <c:pt idx="456">
                  <c:v>14.368920395737753</c:v>
                </c:pt>
                <c:pt idx="457">
                  <c:v>14.37103770891394</c:v>
                </c:pt>
                <c:pt idx="458">
                  <c:v>14.372387219296852</c:v>
                </c:pt>
                <c:pt idx="459">
                  <c:v>14.375419809480571</c:v>
                </c:pt>
                <c:pt idx="460">
                  <c:v>14.384510334383627</c:v>
                </c:pt>
                <c:pt idx="461">
                  <c:v>14.389197864292989</c:v>
                </c:pt>
                <c:pt idx="462">
                  <c:v>14.393431176318499</c:v>
                </c:pt>
                <c:pt idx="463">
                  <c:v>14.393019488703933</c:v>
                </c:pt>
                <c:pt idx="464">
                  <c:v>14.401472025867031</c:v>
                </c:pt>
                <c:pt idx="465">
                  <c:v>14.406322094198547</c:v>
                </c:pt>
                <c:pt idx="466">
                  <c:v>14.407460671970167</c:v>
                </c:pt>
                <c:pt idx="467">
                  <c:v>14.415896695795745</c:v>
                </c:pt>
                <c:pt idx="468">
                  <c:v>14.427734130143433</c:v>
                </c:pt>
                <c:pt idx="469">
                  <c:v>14.428270948415568</c:v>
                </c:pt>
                <c:pt idx="470">
                  <c:v>14.42929400022593</c:v>
                </c:pt>
                <c:pt idx="471">
                  <c:v>14.437273346017374</c:v>
                </c:pt>
                <c:pt idx="472">
                  <c:v>14.44705503834734</c:v>
                </c:pt>
                <c:pt idx="473">
                  <c:v>14.454651476912467</c:v>
                </c:pt>
                <c:pt idx="474">
                  <c:v>14.462716152847991</c:v>
                </c:pt>
                <c:pt idx="475">
                  <c:v>14.472500507532374</c:v>
                </c:pt>
                <c:pt idx="476">
                  <c:v>14.478470820460794</c:v>
                </c:pt>
                <c:pt idx="477">
                  <c:v>14.483168629080243</c:v>
                </c:pt>
                <c:pt idx="478">
                  <c:v>14.490747206280298</c:v>
                </c:pt>
                <c:pt idx="479">
                  <c:v>14.502443872850806</c:v>
                </c:pt>
                <c:pt idx="480">
                  <c:v>14.508870156098894</c:v>
                </c:pt>
                <c:pt idx="481">
                  <c:v>14.515885122979206</c:v>
                </c:pt>
                <c:pt idx="482">
                  <c:v>14.520004695179965</c:v>
                </c:pt>
                <c:pt idx="483">
                  <c:v>14.523820320868301</c:v>
                </c:pt>
                <c:pt idx="484">
                  <c:v>14.533539397318449</c:v>
                </c:pt>
                <c:pt idx="485">
                  <c:v>14.539889651812571</c:v>
                </c:pt>
                <c:pt idx="486">
                  <c:v>14.546448412468392</c:v>
                </c:pt>
                <c:pt idx="487">
                  <c:v>14.549616513121835</c:v>
                </c:pt>
                <c:pt idx="488">
                  <c:v>14.557479254529978</c:v>
                </c:pt>
                <c:pt idx="489">
                  <c:v>14.560827114657561</c:v>
                </c:pt>
                <c:pt idx="490">
                  <c:v>14.566339401524296</c:v>
                </c:pt>
                <c:pt idx="491">
                  <c:v>14.571966472937133</c:v>
                </c:pt>
                <c:pt idx="492">
                  <c:v>14.583582358956551</c:v>
                </c:pt>
                <c:pt idx="493">
                  <c:v>14.587725723843615</c:v>
                </c:pt>
                <c:pt idx="494">
                  <c:v>14.590179403594867</c:v>
                </c:pt>
                <c:pt idx="495">
                  <c:v>14.598605789023443</c:v>
                </c:pt>
                <c:pt idx="496">
                  <c:v>14.606289883080178</c:v>
                </c:pt>
                <c:pt idx="497">
                  <c:v>14.611720749082735</c:v>
                </c:pt>
                <c:pt idx="498">
                  <c:v>14.618319006945846</c:v>
                </c:pt>
                <c:pt idx="499">
                  <c:v>14.625846864609235</c:v>
                </c:pt>
                <c:pt idx="500">
                  <c:v>14.632238672052665</c:v>
                </c:pt>
                <c:pt idx="501">
                  <c:v>14.641785403180211</c:v>
                </c:pt>
                <c:pt idx="502">
                  <c:v>14.648271302946815</c:v>
                </c:pt>
                <c:pt idx="503">
                  <c:v>14.657161207649356</c:v>
                </c:pt>
                <c:pt idx="504">
                  <c:v>14.670740293595008</c:v>
                </c:pt>
                <c:pt idx="505">
                  <c:v>14.686047213856213</c:v>
                </c:pt>
                <c:pt idx="506">
                  <c:v>14.700543295544525</c:v>
                </c:pt>
                <c:pt idx="507">
                  <c:v>14.713131176830748</c:v>
                </c:pt>
                <c:pt idx="508">
                  <c:v>14.731071805922857</c:v>
                </c:pt>
                <c:pt idx="509">
                  <c:v>14.75602871622214</c:v>
                </c:pt>
                <c:pt idx="510">
                  <c:v>14.783981617757082</c:v>
                </c:pt>
                <c:pt idx="511">
                  <c:v>14.812087250813734</c:v>
                </c:pt>
                <c:pt idx="512">
                  <c:v>14.845250346240876</c:v>
                </c:pt>
                <c:pt idx="513">
                  <c:v>14.885330979856965</c:v>
                </c:pt>
                <c:pt idx="514">
                  <c:v>14.927947320700879</c:v>
                </c:pt>
                <c:pt idx="515">
                  <c:v>14.975485579744861</c:v>
                </c:pt>
                <c:pt idx="516">
                  <c:v>15.02121593163667</c:v>
                </c:pt>
                <c:pt idx="517">
                  <c:v>15.069708324582388</c:v>
                </c:pt>
                <c:pt idx="518">
                  <c:v>15.116329992291977</c:v>
                </c:pt>
                <c:pt idx="519">
                  <c:v>15.162311144709946</c:v>
                </c:pt>
                <c:pt idx="520">
                  <c:v>15.205762116813057</c:v>
                </c:pt>
                <c:pt idx="521">
                  <c:v>15.247459305070231</c:v>
                </c:pt>
                <c:pt idx="522">
                  <c:v>15.286184766587683</c:v>
                </c:pt>
                <c:pt idx="523">
                  <c:v>15.321407378509694</c:v>
                </c:pt>
                <c:pt idx="524">
                  <c:v>15.348624998416065</c:v>
                </c:pt>
                <c:pt idx="525">
                  <c:v>15.36807595757811</c:v>
                </c:pt>
                <c:pt idx="526">
                  <c:v>15.373470629040879</c:v>
                </c:pt>
                <c:pt idx="527">
                  <c:v>15.370817036803578</c:v>
                </c:pt>
                <c:pt idx="528">
                  <c:v>15.364584027005842</c:v>
                </c:pt>
                <c:pt idx="529">
                  <c:v>15.345068901732294</c:v>
                </c:pt>
                <c:pt idx="530">
                  <c:v>15.323518928868088</c:v>
                </c:pt>
                <c:pt idx="531">
                  <c:v>15.30468213105901</c:v>
                </c:pt>
                <c:pt idx="532">
                  <c:v>15.285361391358553</c:v>
                </c:pt>
                <c:pt idx="533">
                  <c:v>15.277552672154574</c:v>
                </c:pt>
                <c:pt idx="534">
                  <c:v>15.272238747542211</c:v>
                </c:pt>
                <c:pt idx="535">
                  <c:v>15.260384732455627</c:v>
                </c:pt>
                <c:pt idx="536">
                  <c:v>15.250554376331007</c:v>
                </c:pt>
                <c:pt idx="537">
                  <c:v>15.251674048016204</c:v>
                </c:pt>
                <c:pt idx="538">
                  <c:v>15.264939852358628</c:v>
                </c:pt>
                <c:pt idx="539">
                  <c:v>15.277579902311142</c:v>
                </c:pt>
                <c:pt idx="540">
                  <c:v>15.289704466527532</c:v>
                </c:pt>
                <c:pt idx="541">
                  <c:v>15.314355576776506</c:v>
                </c:pt>
                <c:pt idx="542">
                  <c:v>15.33112948802183</c:v>
                </c:pt>
                <c:pt idx="543">
                  <c:v>15.348385858328234</c:v>
                </c:pt>
                <c:pt idx="544">
                  <c:v>15.368243382600149</c:v>
                </c:pt>
                <c:pt idx="545">
                  <c:v>15.391930383543492</c:v>
                </c:pt>
                <c:pt idx="546">
                  <c:v>15.405893926947149</c:v>
                </c:pt>
                <c:pt idx="547">
                  <c:v>15.421816828398516</c:v>
                </c:pt>
                <c:pt idx="548">
                  <c:v>15.434737807292986</c:v>
                </c:pt>
                <c:pt idx="549">
                  <c:v>15.446802384283293</c:v>
                </c:pt>
                <c:pt idx="550">
                  <c:v>15.442269506834901</c:v>
                </c:pt>
                <c:pt idx="551">
                  <c:v>15.446700743005829</c:v>
                </c:pt>
                <c:pt idx="552">
                  <c:v>15.444004822703368</c:v>
                </c:pt>
                <c:pt idx="553">
                  <c:v>15.455673484001473</c:v>
                </c:pt>
                <c:pt idx="554">
                  <c:v>15.463539089968167</c:v>
                </c:pt>
                <c:pt idx="555">
                  <c:v>15.465941949080687</c:v>
                </c:pt>
                <c:pt idx="556">
                  <c:v>15.454667585841722</c:v>
                </c:pt>
                <c:pt idx="557">
                  <c:v>15.441385739971414</c:v>
                </c:pt>
                <c:pt idx="558">
                  <c:v>15.43082920140421</c:v>
                </c:pt>
                <c:pt idx="559">
                  <c:v>15.428154849542601</c:v>
                </c:pt>
                <c:pt idx="560">
                  <c:v>15.393093866124145</c:v>
                </c:pt>
                <c:pt idx="561">
                  <c:v>15.367142718103441</c:v>
                </c:pt>
                <c:pt idx="562">
                  <c:v>15.361033322432288</c:v>
                </c:pt>
                <c:pt idx="563">
                  <c:v>15.343909463234301</c:v>
                </c:pt>
                <c:pt idx="564">
                  <c:v>15.350101088586168</c:v>
                </c:pt>
                <c:pt idx="565">
                  <c:v>15.352009221586883</c:v>
                </c:pt>
                <c:pt idx="566">
                  <c:v>15.341212734115315</c:v>
                </c:pt>
                <c:pt idx="567">
                  <c:v>15.32808645062458</c:v>
                </c:pt>
                <c:pt idx="568">
                  <c:v>15.319016112434126</c:v>
                </c:pt>
                <c:pt idx="569">
                  <c:v>15.308671214192678</c:v>
                </c:pt>
                <c:pt idx="570">
                  <c:v>15.295334503600984</c:v>
                </c:pt>
                <c:pt idx="571">
                  <c:v>15.252774308104637</c:v>
                </c:pt>
                <c:pt idx="572">
                  <c:v>15.207429761698384</c:v>
                </c:pt>
                <c:pt idx="573">
                  <c:v>15.169771129186064</c:v>
                </c:pt>
                <c:pt idx="574">
                  <c:v>15.142080756016984</c:v>
                </c:pt>
                <c:pt idx="575">
                  <c:v>15.115144806467725</c:v>
                </c:pt>
                <c:pt idx="576">
                  <c:v>15.035338811897047</c:v>
                </c:pt>
                <c:pt idx="577">
                  <c:v>14.972687344151165</c:v>
                </c:pt>
                <c:pt idx="578">
                  <c:v>14.985151880916325</c:v>
                </c:pt>
                <c:pt idx="579">
                  <c:v>14.972902152341673</c:v>
                </c:pt>
                <c:pt idx="580">
                  <c:v>14.851193799720312</c:v>
                </c:pt>
                <c:pt idx="581">
                  <c:v>14.592848767754534</c:v>
                </c:pt>
                <c:pt idx="582">
                  <c:v>14.640490622715935</c:v>
                </c:pt>
                <c:pt idx="583">
                  <c:v>14.696228865961038</c:v>
                </c:pt>
                <c:pt idx="584">
                  <c:v>14.543891911915566</c:v>
                </c:pt>
                <c:pt idx="585">
                  <c:v>14.279752282412851</c:v>
                </c:pt>
                <c:pt idx="586">
                  <c:v>14.138708176434159</c:v>
                </c:pt>
                <c:pt idx="587">
                  <c:v>14.327668629484652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96A0-42C5-857B-5B109011262B}"/>
            </c:ext>
          </c:extLst>
        </c:ser>
        <c:ser>
          <c:idx val="7"/>
          <c:order val="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Shifted!$I$2:$I$589</c:f>
              <c:numCache>
                <c:formatCode>General</c:formatCode>
                <c:ptCount val="588"/>
                <c:pt idx="0">
                  <c:v>16.126216541629585</c:v>
                </c:pt>
                <c:pt idx="1">
                  <c:v>16.183235078856615</c:v>
                </c:pt>
                <c:pt idx="2">
                  <c:v>16.205792018258098</c:v>
                </c:pt>
                <c:pt idx="3">
                  <c:v>16.291380583017833</c:v>
                </c:pt>
                <c:pt idx="4">
                  <c:v>16.338920607373772</c:v>
                </c:pt>
                <c:pt idx="5">
                  <c:v>16.357208319934831</c:v>
                </c:pt>
                <c:pt idx="6">
                  <c:v>16.364868060485136</c:v>
                </c:pt>
                <c:pt idx="7">
                  <c:v>16.390314163092352</c:v>
                </c:pt>
                <c:pt idx="8">
                  <c:v>16.440517996679837</c:v>
                </c:pt>
                <c:pt idx="9">
                  <c:v>16.472035645016632</c:v>
                </c:pt>
                <c:pt idx="10">
                  <c:v>16.48336796967407</c:v>
                </c:pt>
                <c:pt idx="11">
                  <c:v>16.471763805711401</c:v>
                </c:pt>
                <c:pt idx="12">
                  <c:v>16.447486963051237</c:v>
                </c:pt>
                <c:pt idx="13">
                  <c:v>16.428797889339211</c:v>
                </c:pt>
                <c:pt idx="14">
                  <c:v>16.421131696992092</c:v>
                </c:pt>
                <c:pt idx="15">
                  <c:v>16.411972359098698</c:v>
                </c:pt>
                <c:pt idx="16">
                  <c:v>16.409632894380792</c:v>
                </c:pt>
                <c:pt idx="17">
                  <c:v>16.415378097969267</c:v>
                </c:pt>
                <c:pt idx="18">
                  <c:v>16.426137508468322</c:v>
                </c:pt>
                <c:pt idx="19">
                  <c:v>16.434161357116835</c:v>
                </c:pt>
                <c:pt idx="20">
                  <c:v>16.439568259794367</c:v>
                </c:pt>
                <c:pt idx="21">
                  <c:v>16.453615144218986</c:v>
                </c:pt>
                <c:pt idx="22">
                  <c:v>16.465509018154222</c:v>
                </c:pt>
                <c:pt idx="23">
                  <c:v>16.470238698125662</c:v>
                </c:pt>
                <c:pt idx="24">
                  <c:v>16.473129966938725</c:v>
                </c:pt>
                <c:pt idx="25">
                  <c:v>16.469840036471279</c:v>
                </c:pt>
                <c:pt idx="26">
                  <c:v>16.466300564540319</c:v>
                </c:pt>
                <c:pt idx="27">
                  <c:v>16.467307692723001</c:v>
                </c:pt>
                <c:pt idx="28">
                  <c:v>16.468089250971765</c:v>
                </c:pt>
                <c:pt idx="29">
                  <c:v>16.464246787545083</c:v>
                </c:pt>
                <c:pt idx="30">
                  <c:v>16.463429433971719</c:v>
                </c:pt>
                <c:pt idx="31">
                  <c:v>16.470147023221934</c:v>
                </c:pt>
                <c:pt idx="32">
                  <c:v>16.479648279351682</c:v>
                </c:pt>
                <c:pt idx="33">
                  <c:v>16.488752439535055</c:v>
                </c:pt>
                <c:pt idx="34">
                  <c:v>16.491510029277659</c:v>
                </c:pt>
                <c:pt idx="35">
                  <c:v>16.501194905164525</c:v>
                </c:pt>
                <c:pt idx="36">
                  <c:v>16.514271806479353</c:v>
                </c:pt>
                <c:pt idx="37">
                  <c:v>16.52606909242709</c:v>
                </c:pt>
                <c:pt idx="38">
                  <c:v>16.539143834144657</c:v>
                </c:pt>
                <c:pt idx="39">
                  <c:v>16.554102608512743</c:v>
                </c:pt>
                <c:pt idx="40">
                  <c:v>16.572108466636273</c:v>
                </c:pt>
                <c:pt idx="41">
                  <c:v>16.591063845685547</c:v>
                </c:pt>
                <c:pt idx="42">
                  <c:v>16.603143283015438</c:v>
                </c:pt>
                <c:pt idx="43">
                  <c:v>16.617357428247921</c:v>
                </c:pt>
                <c:pt idx="44">
                  <c:v>16.629188349922998</c:v>
                </c:pt>
                <c:pt idx="45">
                  <c:v>16.641000537091838</c:v>
                </c:pt>
                <c:pt idx="46">
                  <c:v>16.653490351891257</c:v>
                </c:pt>
                <c:pt idx="47">
                  <c:v>16.662512609348507</c:v>
                </c:pt>
                <c:pt idx="48">
                  <c:v>16.671509005628558</c:v>
                </c:pt>
                <c:pt idx="49">
                  <c:v>16.679880360471337</c:v>
                </c:pt>
                <c:pt idx="50">
                  <c:v>16.689999207427807</c:v>
                </c:pt>
                <c:pt idx="51">
                  <c:v>16.695994141444551</c:v>
                </c:pt>
                <c:pt idx="52">
                  <c:v>16.702408469249388</c:v>
                </c:pt>
                <c:pt idx="53">
                  <c:v>16.710347148780919</c:v>
                </c:pt>
                <c:pt idx="54">
                  <c:v>16.724438520909114</c:v>
                </c:pt>
                <c:pt idx="55">
                  <c:v>16.733680571377604</c:v>
                </c:pt>
                <c:pt idx="56">
                  <c:v>16.735630147804997</c:v>
                </c:pt>
                <c:pt idx="57">
                  <c:v>16.738880719612361</c:v>
                </c:pt>
                <c:pt idx="58">
                  <c:v>16.74769938103783</c:v>
                </c:pt>
                <c:pt idx="59">
                  <c:v>16.755242908260524</c:v>
                </c:pt>
                <c:pt idx="60">
                  <c:v>16.763471297764621</c:v>
                </c:pt>
                <c:pt idx="61">
                  <c:v>16.770026593280672</c:v>
                </c:pt>
                <c:pt idx="62">
                  <c:v>16.777118494726157</c:v>
                </c:pt>
                <c:pt idx="63">
                  <c:v>16.780255255757865</c:v>
                </c:pt>
                <c:pt idx="64">
                  <c:v>16.786485801835788</c:v>
                </c:pt>
                <c:pt idx="65">
                  <c:v>16.791236267930866</c:v>
                </c:pt>
                <c:pt idx="66">
                  <c:v>16.798019562927749</c:v>
                </c:pt>
                <c:pt idx="67">
                  <c:v>16.806749896825242</c:v>
                </c:pt>
                <c:pt idx="68">
                  <c:v>16.81634957660016</c:v>
                </c:pt>
                <c:pt idx="69">
                  <c:v>16.835187905477884</c:v>
                </c:pt>
                <c:pt idx="70">
                  <c:v>16.85159976486305</c:v>
                </c:pt>
                <c:pt idx="71">
                  <c:v>16.86473940247831</c:v>
                </c:pt>
                <c:pt idx="72">
                  <c:v>16.879567197272515</c:v>
                </c:pt>
                <c:pt idx="73">
                  <c:v>16.892883327973934</c:v>
                </c:pt>
                <c:pt idx="74">
                  <c:v>16.902050440417469</c:v>
                </c:pt>
                <c:pt idx="75">
                  <c:v>16.910210424678322</c:v>
                </c:pt>
                <c:pt idx="76">
                  <c:v>16.917627777431044</c:v>
                </c:pt>
                <c:pt idx="77">
                  <c:v>16.925893527967755</c:v>
                </c:pt>
                <c:pt idx="78">
                  <c:v>16.937240483896637</c:v>
                </c:pt>
                <c:pt idx="79">
                  <c:v>16.947885894655279</c:v>
                </c:pt>
                <c:pt idx="80">
                  <c:v>16.956492213680054</c:v>
                </c:pt>
                <c:pt idx="81">
                  <c:v>16.965991526172267</c:v>
                </c:pt>
                <c:pt idx="82">
                  <c:v>16.974469241180152</c:v>
                </c:pt>
                <c:pt idx="83">
                  <c:v>16.981688558864036</c:v>
                </c:pt>
                <c:pt idx="84">
                  <c:v>16.97967052320347</c:v>
                </c:pt>
                <c:pt idx="85">
                  <c:v>16.972554650228389</c:v>
                </c:pt>
                <c:pt idx="86">
                  <c:v>16.967465235343191</c:v>
                </c:pt>
                <c:pt idx="87">
                  <c:v>16.957907289785343</c:v>
                </c:pt>
                <c:pt idx="88">
                  <c:v>16.943788814711521</c:v>
                </c:pt>
                <c:pt idx="89">
                  <c:v>16.927098259299818</c:v>
                </c:pt>
                <c:pt idx="90">
                  <c:v>16.909359111438025</c:v>
                </c:pt>
                <c:pt idx="91">
                  <c:v>16.893130979789841</c:v>
                </c:pt>
                <c:pt idx="92">
                  <c:v>16.87397465021543</c:v>
                </c:pt>
                <c:pt idx="93">
                  <c:v>16.852684800516922</c:v>
                </c:pt>
                <c:pt idx="94">
                  <c:v>16.833515621338808</c:v>
                </c:pt>
                <c:pt idx="95">
                  <c:v>16.812822630333315</c:v>
                </c:pt>
                <c:pt idx="96">
                  <c:v>16.793123108057824</c:v>
                </c:pt>
                <c:pt idx="97">
                  <c:v>16.774767071238418</c:v>
                </c:pt>
                <c:pt idx="98">
                  <c:v>16.755172667359609</c:v>
                </c:pt>
                <c:pt idx="99">
                  <c:v>16.731050991762647</c:v>
                </c:pt>
                <c:pt idx="100">
                  <c:v>16.703661899499686</c:v>
                </c:pt>
                <c:pt idx="101">
                  <c:v>16.680894723304842</c:v>
                </c:pt>
                <c:pt idx="102">
                  <c:v>16.657630461810438</c:v>
                </c:pt>
                <c:pt idx="103">
                  <c:v>16.634058079776818</c:v>
                </c:pt>
                <c:pt idx="104">
                  <c:v>16.614301922063159</c:v>
                </c:pt>
                <c:pt idx="105">
                  <c:v>16.594971960868961</c:v>
                </c:pt>
                <c:pt idx="106">
                  <c:v>16.571692636183663</c:v>
                </c:pt>
                <c:pt idx="107">
                  <c:v>16.549886642739768</c:v>
                </c:pt>
                <c:pt idx="108">
                  <c:v>16.531330519234128</c:v>
                </c:pt>
                <c:pt idx="109">
                  <c:v>16.511186335882595</c:v>
                </c:pt>
                <c:pt idx="110">
                  <c:v>16.491529735602668</c:v>
                </c:pt>
                <c:pt idx="111">
                  <c:v>16.475671327005568</c:v>
                </c:pt>
                <c:pt idx="112">
                  <c:v>16.456986167563585</c:v>
                </c:pt>
                <c:pt idx="113">
                  <c:v>16.444881759890361</c:v>
                </c:pt>
                <c:pt idx="114">
                  <c:v>16.434749577420806</c:v>
                </c:pt>
                <c:pt idx="115">
                  <c:v>16.424466952007055</c:v>
                </c:pt>
                <c:pt idx="116">
                  <c:v>16.415089089865809</c:v>
                </c:pt>
                <c:pt idx="117">
                  <c:v>16.408469195396687</c:v>
                </c:pt>
                <c:pt idx="118">
                  <c:v>16.404726343393673</c:v>
                </c:pt>
                <c:pt idx="119">
                  <c:v>16.398953685925019</c:v>
                </c:pt>
                <c:pt idx="120">
                  <c:v>16.390170819824153</c:v>
                </c:pt>
                <c:pt idx="121">
                  <c:v>16.386736304320081</c:v>
                </c:pt>
                <c:pt idx="122">
                  <c:v>16.38470185572033</c:v>
                </c:pt>
                <c:pt idx="123">
                  <c:v>16.378052482748597</c:v>
                </c:pt>
                <c:pt idx="124">
                  <c:v>16.37303900470209</c:v>
                </c:pt>
                <c:pt idx="125">
                  <c:v>16.374837571291007</c:v>
                </c:pt>
                <c:pt idx="126">
                  <c:v>16.380270065196083</c:v>
                </c:pt>
                <c:pt idx="127">
                  <c:v>16.384343578534725</c:v>
                </c:pt>
                <c:pt idx="128">
                  <c:v>16.384788428575533</c:v>
                </c:pt>
                <c:pt idx="129">
                  <c:v>16.385201640516463</c:v>
                </c:pt>
                <c:pt idx="130">
                  <c:v>16.387080625108386</c:v>
                </c:pt>
                <c:pt idx="131">
                  <c:v>16.387759386527524</c:v>
                </c:pt>
                <c:pt idx="132">
                  <c:v>16.390812328190542</c:v>
                </c:pt>
                <c:pt idx="133">
                  <c:v>16.396870268457377</c:v>
                </c:pt>
                <c:pt idx="134">
                  <c:v>16.408141476512327</c:v>
                </c:pt>
                <c:pt idx="135">
                  <c:v>16.41685339984317</c:v>
                </c:pt>
                <c:pt idx="136">
                  <c:v>16.42829734868404</c:v>
                </c:pt>
                <c:pt idx="137">
                  <c:v>16.443296075601452</c:v>
                </c:pt>
                <c:pt idx="138">
                  <c:v>16.458961065268859</c:v>
                </c:pt>
                <c:pt idx="139">
                  <c:v>16.513689147138329</c:v>
                </c:pt>
                <c:pt idx="140">
                  <c:v>16.562525307780405</c:v>
                </c:pt>
                <c:pt idx="141">
                  <c:v>16.606372420819987</c:v>
                </c:pt>
                <c:pt idx="142">
                  <c:v>16.63316487034966</c:v>
                </c:pt>
                <c:pt idx="143">
                  <c:v>16.66650662251298</c:v>
                </c:pt>
                <c:pt idx="144">
                  <c:v>16.69501983914024</c:v>
                </c:pt>
                <c:pt idx="145">
                  <c:v>16.716245980719549</c:v>
                </c:pt>
                <c:pt idx="146">
                  <c:v>16.741656072042439</c:v>
                </c:pt>
                <c:pt idx="147">
                  <c:v>16.767025670916684</c:v>
                </c:pt>
                <c:pt idx="148">
                  <c:v>16.789132766208695</c:v>
                </c:pt>
                <c:pt idx="149">
                  <c:v>16.808875642399201</c:v>
                </c:pt>
                <c:pt idx="150">
                  <c:v>16.827319412857335</c:v>
                </c:pt>
                <c:pt idx="151">
                  <c:v>16.84304295460548</c:v>
                </c:pt>
                <c:pt idx="152">
                  <c:v>16.856233990635555</c:v>
                </c:pt>
                <c:pt idx="153">
                  <c:v>16.87399802785578</c:v>
                </c:pt>
                <c:pt idx="154">
                  <c:v>16.896567924840831</c:v>
                </c:pt>
                <c:pt idx="155">
                  <c:v>16.914766419040046</c:v>
                </c:pt>
                <c:pt idx="156">
                  <c:v>16.926869341990152</c:v>
                </c:pt>
                <c:pt idx="157">
                  <c:v>16.935732221169538</c:v>
                </c:pt>
                <c:pt idx="158">
                  <c:v>16.933017823372154</c:v>
                </c:pt>
                <c:pt idx="159">
                  <c:v>16.930680707216272</c:v>
                </c:pt>
                <c:pt idx="160">
                  <c:v>16.931085307763126</c:v>
                </c:pt>
                <c:pt idx="161">
                  <c:v>16.929762878380338</c:v>
                </c:pt>
                <c:pt idx="162">
                  <c:v>16.925605329713271</c:v>
                </c:pt>
                <c:pt idx="163">
                  <c:v>16.91776178044109</c:v>
                </c:pt>
                <c:pt idx="164">
                  <c:v>16.906874170849626</c:v>
                </c:pt>
                <c:pt idx="165">
                  <c:v>16.895724818070128</c:v>
                </c:pt>
                <c:pt idx="166">
                  <c:v>16.882470883769827</c:v>
                </c:pt>
                <c:pt idx="167">
                  <c:v>16.870143686644166</c:v>
                </c:pt>
                <c:pt idx="168">
                  <c:v>16.859291224498126</c:v>
                </c:pt>
                <c:pt idx="169">
                  <c:v>16.855381705576491</c:v>
                </c:pt>
                <c:pt idx="170">
                  <c:v>16.851319611108362</c:v>
                </c:pt>
                <c:pt idx="171">
                  <c:v>16.847246718653931</c:v>
                </c:pt>
                <c:pt idx="172">
                  <c:v>16.843295681474952</c:v>
                </c:pt>
                <c:pt idx="173">
                  <c:v>16.835900896513611</c:v>
                </c:pt>
                <c:pt idx="174">
                  <c:v>16.8264961203915</c:v>
                </c:pt>
                <c:pt idx="175">
                  <c:v>16.819922900218184</c:v>
                </c:pt>
                <c:pt idx="176">
                  <c:v>16.820121799125925</c:v>
                </c:pt>
                <c:pt idx="177">
                  <c:v>16.820510472642976</c:v>
                </c:pt>
                <c:pt idx="178">
                  <c:v>16.820353739871759</c:v>
                </c:pt>
                <c:pt idx="179">
                  <c:v>16.819323557988319</c:v>
                </c:pt>
                <c:pt idx="180">
                  <c:v>16.819054094240073</c:v>
                </c:pt>
                <c:pt idx="181">
                  <c:v>16.817451457112664</c:v>
                </c:pt>
                <c:pt idx="182">
                  <c:v>16.820935049464495</c:v>
                </c:pt>
                <c:pt idx="183">
                  <c:v>16.829121056872346</c:v>
                </c:pt>
                <c:pt idx="184">
                  <c:v>16.836718520036634</c:v>
                </c:pt>
                <c:pt idx="185">
                  <c:v>16.840942530309409</c:v>
                </c:pt>
                <c:pt idx="186">
                  <c:v>16.847022066548853</c:v>
                </c:pt>
                <c:pt idx="187">
                  <c:v>16.852668873487122</c:v>
                </c:pt>
                <c:pt idx="188">
                  <c:v>16.856453783646796</c:v>
                </c:pt>
                <c:pt idx="189">
                  <c:v>16.855898659170848</c:v>
                </c:pt>
                <c:pt idx="190">
                  <c:v>16.849736032426787</c:v>
                </c:pt>
                <c:pt idx="191">
                  <c:v>16.835484472171753</c:v>
                </c:pt>
                <c:pt idx="192">
                  <c:v>16.823403739083506</c:v>
                </c:pt>
                <c:pt idx="193">
                  <c:v>16.821670014402354</c:v>
                </c:pt>
                <c:pt idx="194">
                  <c:v>16.822205864472746</c:v>
                </c:pt>
                <c:pt idx="195">
                  <c:v>16.825758509946997</c:v>
                </c:pt>
                <c:pt idx="196">
                  <c:v>16.834677376685377</c:v>
                </c:pt>
                <c:pt idx="197">
                  <c:v>16.848112069276425</c:v>
                </c:pt>
                <c:pt idx="198">
                  <c:v>16.867001580609234</c:v>
                </c:pt>
                <c:pt idx="199">
                  <c:v>16.888509171701589</c:v>
                </c:pt>
                <c:pt idx="200">
                  <c:v>16.911115403910557</c:v>
                </c:pt>
                <c:pt idx="201">
                  <c:v>16.933108958376572</c:v>
                </c:pt>
                <c:pt idx="202">
                  <c:v>16.967800512817966</c:v>
                </c:pt>
                <c:pt idx="203">
                  <c:v>17.019583983822024</c:v>
                </c:pt>
                <c:pt idx="204">
                  <c:v>17.067370040295927</c:v>
                </c:pt>
                <c:pt idx="205">
                  <c:v>17.105026289857257</c:v>
                </c:pt>
                <c:pt idx="206">
                  <c:v>17.127273165081991</c:v>
                </c:pt>
                <c:pt idx="207">
                  <c:v>17.131075891919068</c:v>
                </c:pt>
                <c:pt idx="208">
                  <c:v>17.111256188056004</c:v>
                </c:pt>
                <c:pt idx="209">
                  <c:v>17.072616241942274</c:v>
                </c:pt>
                <c:pt idx="210">
                  <c:v>17.019597481304906</c:v>
                </c:pt>
                <c:pt idx="211">
                  <c:v>16.964095291797225</c:v>
                </c:pt>
                <c:pt idx="212">
                  <c:v>16.918912413861765</c:v>
                </c:pt>
                <c:pt idx="213">
                  <c:v>16.881681928900441</c:v>
                </c:pt>
                <c:pt idx="214">
                  <c:v>16.876635328030947</c:v>
                </c:pt>
                <c:pt idx="215">
                  <c:v>16.893006964917127</c:v>
                </c:pt>
                <c:pt idx="216">
                  <c:v>16.904991271987669</c:v>
                </c:pt>
                <c:pt idx="217">
                  <c:v>16.918504465939158</c:v>
                </c:pt>
                <c:pt idx="218">
                  <c:v>16.929752620293346</c:v>
                </c:pt>
                <c:pt idx="219">
                  <c:v>16.9386772639544</c:v>
                </c:pt>
                <c:pt idx="220">
                  <c:v>16.969431656629219</c:v>
                </c:pt>
                <c:pt idx="221">
                  <c:v>16.9956245479693</c:v>
                </c:pt>
                <c:pt idx="222">
                  <c:v>17.019079393921988</c:v>
                </c:pt>
                <c:pt idx="223">
                  <c:v>17.035109652471128</c:v>
                </c:pt>
                <c:pt idx="224">
                  <c:v>17.042838635108616</c:v>
                </c:pt>
                <c:pt idx="225">
                  <c:v>17.034582818719304</c:v>
                </c:pt>
                <c:pt idx="226">
                  <c:v>17.03457709578656</c:v>
                </c:pt>
                <c:pt idx="227">
                  <c:v>17.043456603864858</c:v>
                </c:pt>
                <c:pt idx="228">
                  <c:v>17.045703880774681</c:v>
                </c:pt>
                <c:pt idx="229">
                  <c:v>17.038611439429886</c:v>
                </c:pt>
                <c:pt idx="230">
                  <c:v>17.039236534857089</c:v>
                </c:pt>
                <c:pt idx="231">
                  <c:v>17.040886143224924</c:v>
                </c:pt>
                <c:pt idx="232">
                  <c:v>17.042872756745339</c:v>
                </c:pt>
                <c:pt idx="233">
                  <c:v>17.040953738619191</c:v>
                </c:pt>
                <c:pt idx="234">
                  <c:v>17.026550304686779</c:v>
                </c:pt>
                <c:pt idx="235">
                  <c:v>17.009833294208629</c:v>
                </c:pt>
                <c:pt idx="236">
                  <c:v>16.983738664543928</c:v>
                </c:pt>
                <c:pt idx="237">
                  <c:v>16.955387039781726</c:v>
                </c:pt>
                <c:pt idx="238">
                  <c:v>16.92736011046772</c:v>
                </c:pt>
                <c:pt idx="239">
                  <c:v>16.894405034193984</c:v>
                </c:pt>
                <c:pt idx="240">
                  <c:v>16.859146369511844</c:v>
                </c:pt>
                <c:pt idx="241">
                  <c:v>16.82592992797959</c:v>
                </c:pt>
                <c:pt idx="242">
                  <c:v>16.801088242655805</c:v>
                </c:pt>
                <c:pt idx="243">
                  <c:v>16.792282646793765</c:v>
                </c:pt>
                <c:pt idx="244">
                  <c:v>16.780043507246422</c:v>
                </c:pt>
                <c:pt idx="245">
                  <c:v>16.781495620444733</c:v>
                </c:pt>
                <c:pt idx="246">
                  <c:v>16.782504854234745</c:v>
                </c:pt>
                <c:pt idx="247">
                  <c:v>16.78925715901093</c:v>
                </c:pt>
                <c:pt idx="248">
                  <c:v>16.800470921778739</c:v>
                </c:pt>
                <c:pt idx="249">
                  <c:v>16.815511976802469</c:v>
                </c:pt>
                <c:pt idx="250">
                  <c:v>16.814803790870648</c:v>
                </c:pt>
                <c:pt idx="251">
                  <c:v>16.843844759078568</c:v>
                </c:pt>
                <c:pt idx="252">
                  <c:v>16.869311971749013</c:v>
                </c:pt>
                <c:pt idx="253">
                  <c:v>16.88131809075189</c:v>
                </c:pt>
                <c:pt idx="254">
                  <c:v>16.900171212870855</c:v>
                </c:pt>
                <c:pt idx="255">
                  <c:v>16.901332158368451</c:v>
                </c:pt>
                <c:pt idx="256">
                  <c:v>16.899475984522599</c:v>
                </c:pt>
                <c:pt idx="257">
                  <c:v>16.932886627838549</c:v>
                </c:pt>
                <c:pt idx="258">
                  <c:v>16.966394507021175</c:v>
                </c:pt>
                <c:pt idx="259">
                  <c:v>17</c:v>
                </c:pt>
                <c:pt idx="260">
                  <c:v>16.991626269600236</c:v>
                </c:pt>
                <c:pt idx="261">
                  <c:v>16.962244085025073</c:v>
                </c:pt>
                <c:pt idx="262">
                  <c:v>16.941813215137135</c:v>
                </c:pt>
                <c:pt idx="263">
                  <c:v>16.933510319527532</c:v>
                </c:pt>
                <c:pt idx="264">
                  <c:v>16.922645169747586</c:v>
                </c:pt>
                <c:pt idx="265">
                  <c:v>16.906132349190464</c:v>
                </c:pt>
                <c:pt idx="266">
                  <c:v>16.894928142640534</c:v>
                </c:pt>
                <c:pt idx="267">
                  <c:v>16.883000471008163</c:v>
                </c:pt>
                <c:pt idx="268">
                  <c:v>16.862466966260396</c:v>
                </c:pt>
                <c:pt idx="269">
                  <c:v>16.833814833539321</c:v>
                </c:pt>
                <c:pt idx="270">
                  <c:v>16.809853885968515</c:v>
                </c:pt>
                <c:pt idx="271">
                  <c:v>16.78409361594975</c:v>
                </c:pt>
                <c:pt idx="272">
                  <c:v>16.768694067780689</c:v>
                </c:pt>
                <c:pt idx="273">
                  <c:v>16.765502129038961</c:v>
                </c:pt>
                <c:pt idx="274">
                  <c:v>16.773812745208772</c:v>
                </c:pt>
                <c:pt idx="275">
                  <c:v>16.773900748797157</c:v>
                </c:pt>
                <c:pt idx="276">
                  <c:v>16.773451876506453</c:v>
                </c:pt>
                <c:pt idx="277">
                  <c:v>16.768469145725952</c:v>
                </c:pt>
                <c:pt idx="278">
                  <c:v>16.827820007502442</c:v>
                </c:pt>
                <c:pt idx="279">
                  <c:v>16.87277925914152</c:v>
                </c:pt>
                <c:pt idx="280">
                  <c:v>16.901092982971793</c:v>
                </c:pt>
                <c:pt idx="281">
                  <c:v>16.9539323350667</c:v>
                </c:pt>
                <c:pt idx="282">
                  <c:v>17.010506116735304</c:v>
                </c:pt>
                <c:pt idx="283">
                  <c:v>17.047577871297939</c:v>
                </c:pt>
                <c:pt idx="284">
                  <c:v>17.079944943227428</c:v>
                </c:pt>
                <c:pt idx="285">
                  <c:v>17.079619167980603</c:v>
                </c:pt>
                <c:pt idx="286">
                  <c:v>17.118260625812415</c:v>
                </c:pt>
                <c:pt idx="287">
                  <c:v>17.228432264123928</c:v>
                </c:pt>
                <c:pt idx="288">
                  <c:v>17.317977696975252</c:v>
                </c:pt>
                <c:pt idx="289">
                  <c:v>17.408138183126507</c:v>
                </c:pt>
                <c:pt idx="290">
                  <c:v>17.44125474328543</c:v>
                </c:pt>
                <c:pt idx="291">
                  <c:v>17.503540335769863</c:v>
                </c:pt>
                <c:pt idx="292">
                  <c:v>17.518331093471044</c:v>
                </c:pt>
                <c:pt idx="293">
                  <c:v>17.533876198495498</c:v>
                </c:pt>
                <c:pt idx="294">
                  <c:v>17.606141289923126</c:v>
                </c:pt>
                <c:pt idx="295">
                  <c:v>17.624903115067877</c:v>
                </c:pt>
                <c:pt idx="296">
                  <c:v>17.675916041769202</c:v>
                </c:pt>
                <c:pt idx="297">
                  <c:v>17.740872732125929</c:v>
                </c:pt>
                <c:pt idx="298">
                  <c:v>17.762280063915441</c:v>
                </c:pt>
                <c:pt idx="299">
                  <c:v>17.783997513871633</c:v>
                </c:pt>
                <c:pt idx="300">
                  <c:v>17.838945010822819</c:v>
                </c:pt>
                <c:pt idx="301">
                  <c:v>17.828943268027835</c:v>
                </c:pt>
                <c:pt idx="302">
                  <c:v>17.792242964194095</c:v>
                </c:pt>
                <c:pt idx="303">
                  <c:v>17.827900614470213</c:v>
                </c:pt>
                <c:pt idx="304">
                  <c:v>17.885764647522411</c:v>
                </c:pt>
                <c:pt idx="305">
                  <c:v>17.947564330623109</c:v>
                </c:pt>
                <c:pt idx="306">
                  <c:v>17.961665420938978</c:v>
                </c:pt>
                <c:pt idx="307">
                  <c:v>17.949639487631227</c:v>
                </c:pt>
                <c:pt idx="308">
                  <c:v>17.955076489695589</c:v>
                </c:pt>
                <c:pt idx="309">
                  <c:v>17.932336362456436</c:v>
                </c:pt>
                <c:pt idx="310">
                  <c:v>17.905035165801998</c:v>
                </c:pt>
                <c:pt idx="311">
                  <c:v>17.873486905174033</c:v>
                </c:pt>
                <c:pt idx="312">
                  <c:v>17.872124415262043</c:v>
                </c:pt>
                <c:pt idx="313">
                  <c:v>17.893918206981411</c:v>
                </c:pt>
                <c:pt idx="314">
                  <c:v>17.874643801426757</c:v>
                </c:pt>
                <c:pt idx="315">
                  <c:v>17.880144727570041</c:v>
                </c:pt>
                <c:pt idx="316">
                  <c:v>17.881203578107126</c:v>
                </c:pt>
                <c:pt idx="317">
                  <c:v>17.875648230112859</c:v>
                </c:pt>
                <c:pt idx="318">
                  <c:v>17.899489320035684</c:v>
                </c:pt>
                <c:pt idx="319">
                  <c:v>17.900136983254267</c:v>
                </c:pt>
                <c:pt idx="320">
                  <c:v>17.895091084253874</c:v>
                </c:pt>
                <c:pt idx="321">
                  <c:v>17.94950472876215</c:v>
                </c:pt>
                <c:pt idx="322">
                  <c:v>17.996514625980424</c:v>
                </c:pt>
                <c:pt idx="323">
                  <c:v>18.030435204199645</c:v>
                </c:pt>
                <c:pt idx="324">
                  <c:v>18.06585000776375</c:v>
                </c:pt>
                <c:pt idx="325">
                  <c:v>18.102309192563304</c:v>
                </c:pt>
                <c:pt idx="326">
                  <c:v>18.132997717521654</c:v>
                </c:pt>
                <c:pt idx="327">
                  <c:v>18.157807602775776</c:v>
                </c:pt>
                <c:pt idx="328">
                  <c:v>18.175361025273119</c:v>
                </c:pt>
                <c:pt idx="329">
                  <c:v>18.179778049551093</c:v>
                </c:pt>
                <c:pt idx="330">
                  <c:v>18.182599563372623</c:v>
                </c:pt>
                <c:pt idx="331">
                  <c:v>18.185365143625095</c:v>
                </c:pt>
                <c:pt idx="332">
                  <c:v>18.168143867186501</c:v>
                </c:pt>
                <c:pt idx="333">
                  <c:v>18.135754443425359</c:v>
                </c:pt>
                <c:pt idx="334">
                  <c:v>18.101027687548608</c:v>
                </c:pt>
                <c:pt idx="335">
                  <c:v>18.056190777094358</c:v>
                </c:pt>
                <c:pt idx="336">
                  <c:v>18.006249226594232</c:v>
                </c:pt>
                <c:pt idx="337">
                  <c:v>17.963744681181893</c:v>
                </c:pt>
                <c:pt idx="338">
                  <c:v>17.931223306028105</c:v>
                </c:pt>
                <c:pt idx="339">
                  <c:v>17.894958269022332</c:v>
                </c:pt>
                <c:pt idx="340">
                  <c:v>17.861758348409118</c:v>
                </c:pt>
                <c:pt idx="341">
                  <c:v>17.84342509534082</c:v>
                </c:pt>
                <c:pt idx="342">
                  <c:v>17.848653480309764</c:v>
                </c:pt>
                <c:pt idx="343">
                  <c:v>17.84797407101145</c:v>
                </c:pt>
                <c:pt idx="344">
                  <c:v>17.889647819357464</c:v>
                </c:pt>
                <c:pt idx="345">
                  <c:v>17.953252277889195</c:v>
                </c:pt>
                <c:pt idx="346">
                  <c:v>18.006606855900653</c:v>
                </c:pt>
                <c:pt idx="347">
                  <c:v>18.086307440698</c:v>
                </c:pt>
                <c:pt idx="348">
                  <c:v>18.135812968511132</c:v>
                </c:pt>
                <c:pt idx="349">
                  <c:v>18.143070727026259</c:v>
                </c:pt>
                <c:pt idx="350">
                  <c:v>18.1487433411518</c:v>
                </c:pt>
                <c:pt idx="351">
                  <c:v>18.198183865087373</c:v>
                </c:pt>
                <c:pt idx="352">
                  <c:v>18.226091260692979</c:v>
                </c:pt>
                <c:pt idx="353">
                  <c:v>18.230563354701115</c:v>
                </c:pt>
                <c:pt idx="354">
                  <c:v>18.210855302016434</c:v>
                </c:pt>
                <c:pt idx="355">
                  <c:v>18.17136620225968</c:v>
                </c:pt>
                <c:pt idx="356">
                  <c:v>18.164164377313604</c:v>
                </c:pt>
                <c:pt idx="357">
                  <c:v>18.199202115195945</c:v>
                </c:pt>
                <c:pt idx="358">
                  <c:v>18.180290737940862</c:v>
                </c:pt>
                <c:pt idx="359">
                  <c:v>18.179278102785172</c:v>
                </c:pt>
                <c:pt idx="360">
                  <c:v>18.233754375614001</c:v>
                </c:pt>
                <c:pt idx="361">
                  <c:v>18.238635713303093</c:v>
                </c:pt>
                <c:pt idx="362">
                  <c:v>18.211339483722359</c:v>
                </c:pt>
                <c:pt idx="363">
                  <c:v>18.1504444559143</c:v>
                </c:pt>
                <c:pt idx="364">
                  <c:v>18.10316568883702</c:v>
                </c:pt>
                <c:pt idx="365">
                  <c:v>18.06563491187655</c:v>
                </c:pt>
                <c:pt idx="366">
                  <c:v>18.003604799748103</c:v>
                </c:pt>
                <c:pt idx="367">
                  <c:v>17.911817596959974</c:v>
                </c:pt>
                <c:pt idx="368">
                  <c:v>17.837180835820291</c:v>
                </c:pt>
                <c:pt idx="369">
                  <c:v>17.777299846906153</c:v>
                </c:pt>
                <c:pt idx="370">
                  <c:v>17.701134522825111</c:v>
                </c:pt>
                <c:pt idx="371">
                  <c:v>17.638160450733864</c:v>
                </c:pt>
                <c:pt idx="372">
                  <c:v>17.559957330677321</c:v>
                </c:pt>
                <c:pt idx="373">
                  <c:v>17.487728304523941</c:v>
                </c:pt>
                <c:pt idx="374">
                  <c:v>17.425960799422437</c:v>
                </c:pt>
                <c:pt idx="375">
                  <c:v>17.308339522379157</c:v>
                </c:pt>
                <c:pt idx="376">
                  <c:v>17.236283695926112</c:v>
                </c:pt>
                <c:pt idx="377">
                  <c:v>17.164099589395772</c:v>
                </c:pt>
                <c:pt idx="378">
                  <c:v>17.084851440224615</c:v>
                </c:pt>
                <c:pt idx="379">
                  <c:v>17.015012332380159</c:v>
                </c:pt>
                <c:pt idx="380">
                  <c:v>16.926327607017221</c:v>
                </c:pt>
                <c:pt idx="381">
                  <c:v>16.793427989201149</c:v>
                </c:pt>
                <c:pt idx="382">
                  <c:v>16.700407872336704</c:v>
                </c:pt>
                <c:pt idx="383">
                  <c:v>16.574425174598041</c:v>
                </c:pt>
                <c:pt idx="384">
                  <c:v>16.518191907427568</c:v>
                </c:pt>
                <c:pt idx="385">
                  <c:v>16.46288553940153</c:v>
                </c:pt>
                <c:pt idx="386">
                  <c:v>16.411677331117875</c:v>
                </c:pt>
                <c:pt idx="387">
                  <c:v>16.380279027524715</c:v>
                </c:pt>
                <c:pt idx="388">
                  <c:v>16.354731720790852</c:v>
                </c:pt>
                <c:pt idx="389">
                  <c:v>16.337088378062553</c:v>
                </c:pt>
                <c:pt idx="390">
                  <c:v>16.326968343327589</c:v>
                </c:pt>
                <c:pt idx="391">
                  <c:v>16.320694308359823</c:v>
                </c:pt>
                <c:pt idx="392">
                  <c:v>16.349623058495066</c:v>
                </c:pt>
                <c:pt idx="393">
                  <c:v>16.383402992942653</c:v>
                </c:pt>
                <c:pt idx="394">
                  <c:v>16.413322755266016</c:v>
                </c:pt>
                <c:pt idx="395">
                  <c:v>16.426746811840552</c:v>
                </c:pt>
                <c:pt idx="396">
                  <c:v>16.420563884882235</c:v>
                </c:pt>
                <c:pt idx="397">
                  <c:v>16.404564670543721</c:v>
                </c:pt>
                <c:pt idx="398">
                  <c:v>16.389376492956583</c:v>
                </c:pt>
                <c:pt idx="399">
                  <c:v>16.366124244221943</c:v>
                </c:pt>
                <c:pt idx="400">
                  <c:v>16.362201443777153</c:v>
                </c:pt>
                <c:pt idx="401">
                  <c:v>16.354921927319619</c:v>
                </c:pt>
                <c:pt idx="402">
                  <c:v>16.343101722645947</c:v>
                </c:pt>
                <c:pt idx="403">
                  <c:v>16.324660273754869</c:v>
                </c:pt>
                <c:pt idx="404">
                  <c:v>16.298023045278331</c:v>
                </c:pt>
                <c:pt idx="405">
                  <c:v>16.272639759956444</c:v>
                </c:pt>
                <c:pt idx="406">
                  <c:v>16.252251704084209</c:v>
                </c:pt>
                <c:pt idx="407">
                  <c:v>16.229817672761843</c:v>
                </c:pt>
                <c:pt idx="408">
                  <c:v>16.198024945723922</c:v>
                </c:pt>
                <c:pt idx="409">
                  <c:v>16.175712796671974</c:v>
                </c:pt>
                <c:pt idx="410">
                  <c:v>16.15765637697757</c:v>
                </c:pt>
                <c:pt idx="411">
                  <c:v>16.138677566298018</c:v>
                </c:pt>
                <c:pt idx="412">
                  <c:v>16.12694703890061</c:v>
                </c:pt>
                <c:pt idx="413">
                  <c:v>16.117044934524252</c:v>
                </c:pt>
                <c:pt idx="414">
                  <c:v>16.10831052438693</c:v>
                </c:pt>
                <c:pt idx="415">
                  <c:v>16.10162234615191</c:v>
                </c:pt>
                <c:pt idx="416">
                  <c:v>16.095541176717035</c:v>
                </c:pt>
                <c:pt idx="417">
                  <c:v>16.085421155479558</c:v>
                </c:pt>
                <c:pt idx="418">
                  <c:v>16.071718099185119</c:v>
                </c:pt>
                <c:pt idx="419">
                  <c:v>16.069593939565397</c:v>
                </c:pt>
                <c:pt idx="420">
                  <c:v>16.077045987597867</c:v>
                </c:pt>
                <c:pt idx="421">
                  <c:v>16.072184315741325</c:v>
                </c:pt>
                <c:pt idx="422">
                  <c:v>16.069421536216556</c:v>
                </c:pt>
                <c:pt idx="423">
                  <c:v>16.06795195727539</c:v>
                </c:pt>
                <c:pt idx="424">
                  <c:v>16.06260047526257</c:v>
                </c:pt>
                <c:pt idx="425">
                  <c:v>16.059834328115819</c:v>
                </c:pt>
                <c:pt idx="426">
                  <c:v>16.063449318463498</c:v>
                </c:pt>
                <c:pt idx="427">
                  <c:v>16.061407115559835</c:v>
                </c:pt>
                <c:pt idx="428">
                  <c:v>16.046174180319461</c:v>
                </c:pt>
                <c:pt idx="429">
                  <c:v>16.041554278750663</c:v>
                </c:pt>
                <c:pt idx="430">
                  <c:v>16.038582959741003</c:v>
                </c:pt>
                <c:pt idx="431">
                  <c:v>16.036078893219361</c:v>
                </c:pt>
                <c:pt idx="432">
                  <c:v>16.047382356884029</c:v>
                </c:pt>
                <c:pt idx="433">
                  <c:v>16.063197637648951</c:v>
                </c:pt>
                <c:pt idx="434">
                  <c:v>16.094543321305096</c:v>
                </c:pt>
                <c:pt idx="435">
                  <c:v>16.186361784263575</c:v>
                </c:pt>
                <c:pt idx="436">
                  <c:v>16.236537394614352</c:v>
                </c:pt>
                <c:pt idx="437">
                  <c:v>16.174342505214888</c:v>
                </c:pt>
                <c:pt idx="438">
                  <c:v>16.175201323055667</c:v>
                </c:pt>
                <c:pt idx="439">
                  <c:v>16.216121614912279</c:v>
                </c:pt>
                <c:pt idx="440">
                  <c:v>16.247164934705658</c:v>
                </c:pt>
                <c:pt idx="441">
                  <c:v>16.253276648944293</c:v>
                </c:pt>
                <c:pt idx="442">
                  <c:v>16.257084153890311</c:v>
                </c:pt>
                <c:pt idx="443">
                  <c:v>16.254509724990406</c:v>
                </c:pt>
                <c:pt idx="444">
                  <c:v>16.243144007560318</c:v>
                </c:pt>
                <c:pt idx="445">
                  <c:v>16.243792021713453</c:v>
                </c:pt>
                <c:pt idx="446">
                  <c:v>16.238939325683031</c:v>
                </c:pt>
                <c:pt idx="447">
                  <c:v>16.248812923375546</c:v>
                </c:pt>
                <c:pt idx="448">
                  <c:v>16.262860158734718</c:v>
                </c:pt>
                <c:pt idx="449">
                  <c:v>16.290172315345256</c:v>
                </c:pt>
                <c:pt idx="450">
                  <c:v>16.286984722793015</c:v>
                </c:pt>
                <c:pt idx="451">
                  <c:v>16.280090316517054</c:v>
                </c:pt>
                <c:pt idx="452">
                  <c:v>16.273617463626444</c:v>
                </c:pt>
                <c:pt idx="453">
                  <c:v>16.274027355186586</c:v>
                </c:pt>
                <c:pt idx="454">
                  <c:v>16.286733399661763</c:v>
                </c:pt>
                <c:pt idx="455">
                  <c:v>16.30447438318123</c:v>
                </c:pt>
                <c:pt idx="456">
                  <c:v>16.308019470065066</c:v>
                </c:pt>
                <c:pt idx="457">
                  <c:v>16.305348264212903</c:v>
                </c:pt>
                <c:pt idx="458">
                  <c:v>16.309955333049849</c:v>
                </c:pt>
                <c:pt idx="459">
                  <c:v>16.31005370270509</c:v>
                </c:pt>
                <c:pt idx="460">
                  <c:v>16.321810631179012</c:v>
                </c:pt>
                <c:pt idx="461">
                  <c:v>16.31445566379217</c:v>
                </c:pt>
                <c:pt idx="462">
                  <c:v>16.319542325190859</c:v>
                </c:pt>
                <c:pt idx="463">
                  <c:v>16.322535742954368</c:v>
                </c:pt>
                <c:pt idx="464">
                  <c:v>16.322183782590752</c:v>
                </c:pt>
                <c:pt idx="465">
                  <c:v>16.32964146582232</c:v>
                </c:pt>
                <c:pt idx="466">
                  <c:v>16.336772240018504</c:v>
                </c:pt>
                <c:pt idx="467">
                  <c:v>16.345032888506687</c:v>
                </c:pt>
                <c:pt idx="468">
                  <c:v>16.347874081658262</c:v>
                </c:pt>
                <c:pt idx="469">
                  <c:v>16.351618877298812</c:v>
                </c:pt>
                <c:pt idx="470">
                  <c:v>16.350489515911157</c:v>
                </c:pt>
                <c:pt idx="471">
                  <c:v>16.356339028047337</c:v>
                </c:pt>
                <c:pt idx="472">
                  <c:v>16.370831923296286</c:v>
                </c:pt>
                <c:pt idx="473">
                  <c:v>16.373989200501978</c:v>
                </c:pt>
                <c:pt idx="474">
                  <c:v>16.377788930897854</c:v>
                </c:pt>
                <c:pt idx="475">
                  <c:v>16.385540373346856</c:v>
                </c:pt>
                <c:pt idx="476">
                  <c:v>16.392905301876063</c:v>
                </c:pt>
                <c:pt idx="477">
                  <c:v>16.398343869648436</c:v>
                </c:pt>
                <c:pt idx="478">
                  <c:v>16.403039185028462</c:v>
                </c:pt>
                <c:pt idx="479">
                  <c:v>16.410535093131553</c:v>
                </c:pt>
                <c:pt idx="480">
                  <c:v>16.414598672322796</c:v>
                </c:pt>
                <c:pt idx="481">
                  <c:v>16.417525142571211</c:v>
                </c:pt>
                <c:pt idx="482">
                  <c:v>16.42651230657297</c:v>
                </c:pt>
                <c:pt idx="483">
                  <c:v>16.432650070953567</c:v>
                </c:pt>
                <c:pt idx="484">
                  <c:v>16.435907283522511</c:v>
                </c:pt>
                <c:pt idx="485">
                  <c:v>16.441941171274852</c:v>
                </c:pt>
                <c:pt idx="486">
                  <c:v>16.446263146278376</c:v>
                </c:pt>
                <c:pt idx="487">
                  <c:v>16.446637944383028</c:v>
                </c:pt>
                <c:pt idx="488">
                  <c:v>16.449520493822149</c:v>
                </c:pt>
                <c:pt idx="489">
                  <c:v>16.456745318479047</c:v>
                </c:pt>
                <c:pt idx="490">
                  <c:v>16.455810536804613</c:v>
                </c:pt>
                <c:pt idx="491">
                  <c:v>16.459087617668356</c:v>
                </c:pt>
                <c:pt idx="492">
                  <c:v>16.468524679769519</c:v>
                </c:pt>
                <c:pt idx="493">
                  <c:v>16.47237594355504</c:v>
                </c:pt>
                <c:pt idx="494">
                  <c:v>16.47235796490784</c:v>
                </c:pt>
                <c:pt idx="495">
                  <c:v>16.475171974128887</c:v>
                </c:pt>
                <c:pt idx="496">
                  <c:v>16.482264145524031</c:v>
                </c:pt>
                <c:pt idx="497">
                  <c:v>16.483628849023205</c:v>
                </c:pt>
                <c:pt idx="498">
                  <c:v>16.485217718718072</c:v>
                </c:pt>
                <c:pt idx="499">
                  <c:v>16.488112820816273</c:v>
                </c:pt>
                <c:pt idx="500">
                  <c:v>16.491636041777841</c:v>
                </c:pt>
                <c:pt idx="501">
                  <c:v>16.490215188749879</c:v>
                </c:pt>
                <c:pt idx="502">
                  <c:v>16.492340340434591</c:v>
                </c:pt>
                <c:pt idx="503">
                  <c:v>16.495317021319327</c:v>
                </c:pt>
                <c:pt idx="504">
                  <c:v>16.502836954941948</c:v>
                </c:pt>
                <c:pt idx="505">
                  <c:v>16.502535313194514</c:v>
                </c:pt>
                <c:pt idx="506">
                  <c:v>16.507527168273445</c:v>
                </c:pt>
                <c:pt idx="507">
                  <c:v>16.513467788419074</c:v>
                </c:pt>
                <c:pt idx="508">
                  <c:v>16.520276998583089</c:v>
                </c:pt>
                <c:pt idx="509">
                  <c:v>16.530643011446081</c:v>
                </c:pt>
                <c:pt idx="510">
                  <c:v>16.543485758427884</c:v>
                </c:pt>
                <c:pt idx="511">
                  <c:v>16.55423515379464</c:v>
                </c:pt>
                <c:pt idx="512">
                  <c:v>16.570724812671134</c:v>
                </c:pt>
                <c:pt idx="513">
                  <c:v>16.589962289112627</c:v>
                </c:pt>
                <c:pt idx="514">
                  <c:v>16.606358329447858</c:v>
                </c:pt>
                <c:pt idx="515">
                  <c:v>16.626215448333472</c:v>
                </c:pt>
                <c:pt idx="516">
                  <c:v>16.643951680738962</c:v>
                </c:pt>
                <c:pt idx="517">
                  <c:v>16.666298005417566</c:v>
                </c:pt>
                <c:pt idx="518">
                  <c:v>16.679769465151985</c:v>
                </c:pt>
                <c:pt idx="519">
                  <c:v>16.692103303039222</c:v>
                </c:pt>
                <c:pt idx="520">
                  <c:v>16.717709917712867</c:v>
                </c:pt>
                <c:pt idx="521">
                  <c:v>16.738132365171484</c:v>
                </c:pt>
                <c:pt idx="522">
                  <c:v>16.760403157935883</c:v>
                </c:pt>
                <c:pt idx="523">
                  <c:v>16.780716167803298</c:v>
                </c:pt>
                <c:pt idx="524">
                  <c:v>16.801305714099989</c:v>
                </c:pt>
                <c:pt idx="525">
                  <c:v>16.815287810606776</c:v>
                </c:pt>
                <c:pt idx="526">
                  <c:v>16.820361082502448</c:v>
                </c:pt>
                <c:pt idx="527">
                  <c:v>16.820836949758913</c:v>
                </c:pt>
                <c:pt idx="528">
                  <c:v>16.818379921965114</c:v>
                </c:pt>
                <c:pt idx="529">
                  <c:v>16.813707255361361</c:v>
                </c:pt>
                <c:pt idx="530">
                  <c:v>16.7969129852912</c:v>
                </c:pt>
                <c:pt idx="531">
                  <c:v>16.784432402770072</c:v>
                </c:pt>
                <c:pt idx="532">
                  <c:v>16.778055813927374</c:v>
                </c:pt>
                <c:pt idx="533">
                  <c:v>16.779171731822075</c:v>
                </c:pt>
                <c:pt idx="534">
                  <c:v>16.770465153494456</c:v>
                </c:pt>
                <c:pt idx="535">
                  <c:v>16.764740547064861</c:v>
                </c:pt>
                <c:pt idx="536">
                  <c:v>16.762387125949655</c:v>
                </c:pt>
                <c:pt idx="537">
                  <c:v>16.764150113173695</c:v>
                </c:pt>
                <c:pt idx="538">
                  <c:v>16.778515376224519</c:v>
                </c:pt>
                <c:pt idx="539">
                  <c:v>16.791080129048893</c:v>
                </c:pt>
                <c:pt idx="540">
                  <c:v>16.796928588381409</c:v>
                </c:pt>
                <c:pt idx="541">
                  <c:v>16.804930868052278</c:v>
                </c:pt>
                <c:pt idx="542">
                  <c:v>16.817869285192742</c:v>
                </c:pt>
                <c:pt idx="543">
                  <c:v>16.836859055828395</c:v>
                </c:pt>
                <c:pt idx="544">
                  <c:v>16.85826968100373</c:v>
                </c:pt>
                <c:pt idx="545">
                  <c:v>16.871608055556937</c:v>
                </c:pt>
                <c:pt idx="546">
                  <c:v>16.878730731263389</c:v>
                </c:pt>
                <c:pt idx="547">
                  <c:v>16.898609284151817</c:v>
                </c:pt>
                <c:pt idx="548">
                  <c:v>16.909751186320765</c:v>
                </c:pt>
                <c:pt idx="549">
                  <c:v>16.913217231944849</c:v>
                </c:pt>
                <c:pt idx="550">
                  <c:v>16.913719986187214</c:v>
                </c:pt>
                <c:pt idx="551">
                  <c:v>16.923172651378589</c:v>
                </c:pt>
                <c:pt idx="552">
                  <c:v>16.933950769388918</c:v>
                </c:pt>
                <c:pt idx="553">
                  <c:v>16.941219649829943</c:v>
                </c:pt>
                <c:pt idx="554">
                  <c:v>16.945837840592784</c:v>
                </c:pt>
                <c:pt idx="555">
                  <c:v>16.946720252033639</c:v>
                </c:pt>
                <c:pt idx="556">
                  <c:v>16.93901988405986</c:v>
                </c:pt>
                <c:pt idx="557">
                  <c:v>16.938326869298798</c:v>
                </c:pt>
                <c:pt idx="558">
                  <c:v>16.937990404045529</c:v>
                </c:pt>
                <c:pt idx="559">
                  <c:v>16.934626291412169</c:v>
                </c:pt>
                <c:pt idx="560">
                  <c:v>16.916424989736516</c:v>
                </c:pt>
                <c:pt idx="561">
                  <c:v>16.904064642792896</c:v>
                </c:pt>
                <c:pt idx="562">
                  <c:v>16.884745371605142</c:v>
                </c:pt>
                <c:pt idx="563">
                  <c:v>16.870861914703251</c:v>
                </c:pt>
                <c:pt idx="564">
                  <c:v>16.868545098761622</c:v>
                </c:pt>
                <c:pt idx="565">
                  <c:v>16.875803721115656</c:v>
                </c:pt>
                <c:pt idx="566">
                  <c:v>16.866709495079682</c:v>
                </c:pt>
                <c:pt idx="567">
                  <c:v>16.864795875946687</c:v>
                </c:pt>
                <c:pt idx="568">
                  <c:v>16.882294228713874</c:v>
                </c:pt>
                <c:pt idx="569">
                  <c:v>16.85300317914313</c:v>
                </c:pt>
                <c:pt idx="570">
                  <c:v>16.818790839333953</c:v>
                </c:pt>
                <c:pt idx="571">
                  <c:v>16.816365395650095</c:v>
                </c:pt>
                <c:pt idx="572">
                  <c:v>16.813892818756017</c:v>
                </c:pt>
                <c:pt idx="573">
                  <c:v>16.792625374879091</c:v>
                </c:pt>
                <c:pt idx="574">
                  <c:v>16.732803504939973</c:v>
                </c:pt>
                <c:pt idx="575">
                  <c:v>16.741352432667536</c:v>
                </c:pt>
                <c:pt idx="576">
                  <c:v>16.737820843266579</c:v>
                </c:pt>
                <c:pt idx="577">
                  <c:v>16.755614844898805</c:v>
                </c:pt>
                <c:pt idx="578">
                  <c:v>16.748512091477085</c:v>
                </c:pt>
                <c:pt idx="579">
                  <c:v>16.71033381326783</c:v>
                </c:pt>
                <c:pt idx="580">
                  <c:v>16.649369084458176</c:v>
                </c:pt>
                <c:pt idx="581">
                  <c:v>16.59929309902855</c:v>
                </c:pt>
                <c:pt idx="582">
                  <c:v>16.382950989235919</c:v>
                </c:pt>
                <c:pt idx="583">
                  <c:v>16.108557292117709</c:v>
                </c:pt>
                <c:pt idx="584">
                  <c:v>16.189662890646847</c:v>
                </c:pt>
                <c:pt idx="585">
                  <c:v>16.3597987028595</c:v>
                </c:pt>
                <c:pt idx="586">
                  <c:v>16.263177268597534</c:v>
                </c:pt>
                <c:pt idx="587">
                  <c:v>16.087238065147705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96A0-42C5-857B-5B109011262B}"/>
            </c:ext>
          </c:extLst>
        </c:ser>
        <c:ser>
          <c:idx val="8"/>
          <c:order val="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Shifted!$J$2:$J$589</c:f>
              <c:numCache>
                <c:formatCode>General</c:formatCode>
                <c:ptCount val="588"/>
                <c:pt idx="0">
                  <c:v>18.14917392809328</c:v>
                </c:pt>
                <c:pt idx="1">
                  <c:v>18.188814660591511</c:v>
                </c:pt>
                <c:pt idx="2">
                  <c:v>18.184707086751295</c:v>
                </c:pt>
                <c:pt idx="3">
                  <c:v>18.161226285095967</c:v>
                </c:pt>
                <c:pt idx="4">
                  <c:v>18.143902719851194</c:v>
                </c:pt>
                <c:pt idx="5">
                  <c:v>18.208454921306977</c:v>
                </c:pt>
                <c:pt idx="6">
                  <c:v>18.234939588667135</c:v>
                </c:pt>
                <c:pt idx="7">
                  <c:v>18.281387137307895</c:v>
                </c:pt>
                <c:pt idx="8">
                  <c:v>18.335086985428983</c:v>
                </c:pt>
                <c:pt idx="9">
                  <c:v>18.377284204164614</c:v>
                </c:pt>
                <c:pt idx="10">
                  <c:v>18.381096688813461</c:v>
                </c:pt>
                <c:pt idx="11">
                  <c:v>18.404986936630962</c:v>
                </c:pt>
                <c:pt idx="12">
                  <c:v>18.39698998312209</c:v>
                </c:pt>
                <c:pt idx="13">
                  <c:v>18.371698356242007</c:v>
                </c:pt>
                <c:pt idx="14">
                  <c:v>18.411993660542318</c:v>
                </c:pt>
                <c:pt idx="15">
                  <c:v>18.464142624599926</c:v>
                </c:pt>
                <c:pt idx="16">
                  <c:v>18.492336379653061</c:v>
                </c:pt>
                <c:pt idx="17">
                  <c:v>18.519458960727277</c:v>
                </c:pt>
                <c:pt idx="18">
                  <c:v>18.533721026496451</c:v>
                </c:pt>
                <c:pt idx="19">
                  <c:v>18.566012435525163</c:v>
                </c:pt>
                <c:pt idx="20">
                  <c:v>18.590848348537506</c:v>
                </c:pt>
                <c:pt idx="21">
                  <c:v>18.647380221598208</c:v>
                </c:pt>
                <c:pt idx="22">
                  <c:v>18.724221078516823</c:v>
                </c:pt>
                <c:pt idx="23">
                  <c:v>18.801387684078836</c:v>
                </c:pt>
                <c:pt idx="24">
                  <c:v>18.835742467801794</c:v>
                </c:pt>
                <c:pt idx="25">
                  <c:v>18.881215127283649</c:v>
                </c:pt>
                <c:pt idx="26">
                  <c:v>18.937278859864321</c:v>
                </c:pt>
                <c:pt idx="27">
                  <c:v>18.986894037677146</c:v>
                </c:pt>
                <c:pt idx="28">
                  <c:v>19.032315105292831</c:v>
                </c:pt>
                <c:pt idx="29">
                  <c:v>19.091611042579061</c:v>
                </c:pt>
                <c:pt idx="30">
                  <c:v>19.170721513105448</c:v>
                </c:pt>
                <c:pt idx="31">
                  <c:v>19.232846175851478</c:v>
                </c:pt>
                <c:pt idx="32">
                  <c:v>19.296752643397536</c:v>
                </c:pt>
                <c:pt idx="33">
                  <c:v>19.36827790978554</c:v>
                </c:pt>
                <c:pt idx="34">
                  <c:v>19.419984529296212</c:v>
                </c:pt>
                <c:pt idx="35">
                  <c:v>19.458859086158931</c:v>
                </c:pt>
                <c:pt idx="36">
                  <c:v>19.536807025680922</c:v>
                </c:pt>
                <c:pt idx="37">
                  <c:v>19.610922769375961</c:v>
                </c:pt>
                <c:pt idx="38">
                  <c:v>19.701591960444638</c:v>
                </c:pt>
                <c:pt idx="39">
                  <c:v>19.794353621620456</c:v>
                </c:pt>
                <c:pt idx="40">
                  <c:v>19.903858300282828</c:v>
                </c:pt>
                <c:pt idx="41">
                  <c:v>19.980332700690216</c:v>
                </c:pt>
                <c:pt idx="42">
                  <c:v>20.040009235115441</c:v>
                </c:pt>
                <c:pt idx="43">
                  <c:v>20.153405414540643</c:v>
                </c:pt>
                <c:pt idx="44">
                  <c:v>20.233945116881284</c:v>
                </c:pt>
                <c:pt idx="45">
                  <c:v>20.31003026437147</c:v>
                </c:pt>
                <c:pt idx="46">
                  <c:v>20.439953152528705</c:v>
                </c:pt>
                <c:pt idx="47">
                  <c:v>20.588921323775295</c:v>
                </c:pt>
                <c:pt idx="48">
                  <c:v>20.698105995746161</c:v>
                </c:pt>
                <c:pt idx="49">
                  <c:v>20.807597990693932</c:v>
                </c:pt>
                <c:pt idx="50">
                  <c:v>20.889917869519891</c:v>
                </c:pt>
                <c:pt idx="51">
                  <c:v>20.884684637433455</c:v>
                </c:pt>
                <c:pt idx="52">
                  <c:v>20.815920392893492</c:v>
                </c:pt>
                <c:pt idx="53">
                  <c:v>20.772369487576228</c:v>
                </c:pt>
                <c:pt idx="54">
                  <c:v>20.753464068150635</c:v>
                </c:pt>
                <c:pt idx="55">
                  <c:v>20.736014019275483</c:v>
                </c:pt>
                <c:pt idx="56">
                  <c:v>20.788389361928591</c:v>
                </c:pt>
                <c:pt idx="57">
                  <c:v>20.872447423860429</c:v>
                </c:pt>
                <c:pt idx="58">
                  <c:v>20.964740816005069</c:v>
                </c:pt>
                <c:pt idx="59">
                  <c:v>21.069895323360164</c:v>
                </c:pt>
                <c:pt idx="60">
                  <c:v>21.157617950404269</c:v>
                </c:pt>
                <c:pt idx="61">
                  <c:v>21.22286914880106</c:v>
                </c:pt>
                <c:pt idx="62">
                  <c:v>21.223402550420762</c:v>
                </c:pt>
                <c:pt idx="63">
                  <c:v>21.136455343983201</c:v>
                </c:pt>
                <c:pt idx="64">
                  <c:v>20.995644858047815</c:v>
                </c:pt>
                <c:pt idx="65">
                  <c:v>20.832822299615739</c:v>
                </c:pt>
                <c:pt idx="66">
                  <c:v>20.69021861067732</c:v>
                </c:pt>
                <c:pt idx="67">
                  <c:v>20.566739392343802</c:v>
                </c:pt>
                <c:pt idx="68">
                  <c:v>20.446322434080251</c:v>
                </c:pt>
                <c:pt idx="69">
                  <c:v>20.351967424107247</c:v>
                </c:pt>
                <c:pt idx="70">
                  <c:v>20.255843550151148</c:v>
                </c:pt>
                <c:pt idx="71">
                  <c:v>20.159778809729374</c:v>
                </c:pt>
                <c:pt idx="72">
                  <c:v>20.06313884570999</c:v>
                </c:pt>
                <c:pt idx="73">
                  <c:v>19.989450234674429</c:v>
                </c:pt>
                <c:pt idx="74">
                  <c:v>19.926020349134667</c:v>
                </c:pt>
                <c:pt idx="75">
                  <c:v>19.88774518348793</c:v>
                </c:pt>
                <c:pt idx="76">
                  <c:v>19.852526107455404</c:v>
                </c:pt>
                <c:pt idx="77">
                  <c:v>19.82123315529855</c:v>
                </c:pt>
                <c:pt idx="78">
                  <c:v>19.806707731049713</c:v>
                </c:pt>
                <c:pt idx="79">
                  <c:v>19.799538861273234</c:v>
                </c:pt>
                <c:pt idx="80">
                  <c:v>19.790104234423843</c:v>
                </c:pt>
                <c:pt idx="81">
                  <c:v>19.779978345128331</c:v>
                </c:pt>
                <c:pt idx="82">
                  <c:v>19.778158574885254</c:v>
                </c:pt>
                <c:pt idx="83">
                  <c:v>19.7755604702093</c:v>
                </c:pt>
                <c:pt idx="84">
                  <c:v>19.764517925431072</c:v>
                </c:pt>
                <c:pt idx="85">
                  <c:v>19.752014182449752</c:v>
                </c:pt>
                <c:pt idx="86">
                  <c:v>19.755158543861572</c:v>
                </c:pt>
                <c:pt idx="87">
                  <c:v>19.753839437542393</c:v>
                </c:pt>
                <c:pt idx="88">
                  <c:v>19.744099201731569</c:v>
                </c:pt>
                <c:pt idx="89">
                  <c:v>19.700922637396769</c:v>
                </c:pt>
                <c:pt idx="90">
                  <c:v>19.645542282790959</c:v>
                </c:pt>
                <c:pt idx="91">
                  <c:v>19.595470062748394</c:v>
                </c:pt>
                <c:pt idx="92">
                  <c:v>19.550051908959041</c:v>
                </c:pt>
                <c:pt idx="93">
                  <c:v>19.510267552675554</c:v>
                </c:pt>
                <c:pt idx="94">
                  <c:v>19.451958802609351</c:v>
                </c:pt>
                <c:pt idx="95">
                  <c:v>19.390405506926079</c:v>
                </c:pt>
                <c:pt idx="96">
                  <c:v>19.3350591755277</c:v>
                </c:pt>
                <c:pt idx="97">
                  <c:v>19.292297574342424</c:v>
                </c:pt>
                <c:pt idx="98">
                  <c:v>19.24136371871429</c:v>
                </c:pt>
                <c:pt idx="99">
                  <c:v>19.187896119691757</c:v>
                </c:pt>
                <c:pt idx="100">
                  <c:v>19.134305882861096</c:v>
                </c:pt>
                <c:pt idx="101">
                  <c:v>19.07951969172403</c:v>
                </c:pt>
                <c:pt idx="102">
                  <c:v>19.042307301380315</c:v>
                </c:pt>
                <c:pt idx="103">
                  <c:v>19.03948920281654</c:v>
                </c:pt>
                <c:pt idx="104">
                  <c:v>19.051006444184029</c:v>
                </c:pt>
                <c:pt idx="105">
                  <c:v>19.072838373652978</c:v>
                </c:pt>
                <c:pt idx="106">
                  <c:v>19.116474894043847</c:v>
                </c:pt>
                <c:pt idx="107">
                  <c:v>19.163136908872481</c:v>
                </c:pt>
                <c:pt idx="108">
                  <c:v>19.231816909551231</c:v>
                </c:pt>
                <c:pt idx="109">
                  <c:v>19.303632530162819</c:v>
                </c:pt>
                <c:pt idx="110">
                  <c:v>19.388232563791799</c:v>
                </c:pt>
                <c:pt idx="111">
                  <c:v>19.475321690711734</c:v>
                </c:pt>
                <c:pt idx="112">
                  <c:v>19.561386007771691</c:v>
                </c:pt>
                <c:pt idx="113">
                  <c:v>19.613462426123792</c:v>
                </c:pt>
                <c:pt idx="114">
                  <c:v>19.602720005457428</c:v>
                </c:pt>
                <c:pt idx="115">
                  <c:v>19.516084235633937</c:v>
                </c:pt>
                <c:pt idx="116">
                  <c:v>19.366663907101731</c:v>
                </c:pt>
                <c:pt idx="117">
                  <c:v>19.199875545335452</c:v>
                </c:pt>
                <c:pt idx="118">
                  <c:v>19.056811814640195</c:v>
                </c:pt>
                <c:pt idx="119">
                  <c:v>18.937436463588398</c:v>
                </c:pt>
                <c:pt idx="120">
                  <c:v>18.852510595615239</c:v>
                </c:pt>
                <c:pt idx="121">
                  <c:v>18.787023548687383</c:v>
                </c:pt>
                <c:pt idx="122">
                  <c:v>18.722831097657231</c:v>
                </c:pt>
                <c:pt idx="123">
                  <c:v>18.674554480239372</c:v>
                </c:pt>
                <c:pt idx="124">
                  <c:v>18.653018946898602</c:v>
                </c:pt>
                <c:pt idx="125">
                  <c:v>18.618660178089637</c:v>
                </c:pt>
                <c:pt idx="126">
                  <c:v>18.591050559514645</c:v>
                </c:pt>
                <c:pt idx="127">
                  <c:v>18.567387804402724</c:v>
                </c:pt>
                <c:pt idx="128">
                  <c:v>18.551594565748179</c:v>
                </c:pt>
                <c:pt idx="129">
                  <c:v>18.533907125728007</c:v>
                </c:pt>
                <c:pt idx="130">
                  <c:v>18.525274486725209</c:v>
                </c:pt>
                <c:pt idx="131">
                  <c:v>18.535096052570911</c:v>
                </c:pt>
                <c:pt idx="132">
                  <c:v>18.556248503450227</c:v>
                </c:pt>
                <c:pt idx="133">
                  <c:v>18.55920578007159</c:v>
                </c:pt>
                <c:pt idx="134">
                  <c:v>18.551890747624416</c:v>
                </c:pt>
                <c:pt idx="135">
                  <c:v>18.544921260699528</c:v>
                </c:pt>
                <c:pt idx="136">
                  <c:v>18.541117474679279</c:v>
                </c:pt>
                <c:pt idx="137">
                  <c:v>18.529065503330074</c:v>
                </c:pt>
                <c:pt idx="138">
                  <c:v>18.51660371087781</c:v>
                </c:pt>
                <c:pt idx="139">
                  <c:v>18.544701395362868</c:v>
                </c:pt>
                <c:pt idx="140">
                  <c:v>18.569774228165972</c:v>
                </c:pt>
                <c:pt idx="141">
                  <c:v>18.592285593374164</c:v>
                </c:pt>
                <c:pt idx="142">
                  <c:v>18.598991121913979</c:v>
                </c:pt>
                <c:pt idx="143">
                  <c:v>18.625755216648987</c:v>
                </c:pt>
                <c:pt idx="144">
                  <c:v>18.625987165794832</c:v>
                </c:pt>
                <c:pt idx="145">
                  <c:v>18.64251430303074</c:v>
                </c:pt>
                <c:pt idx="146">
                  <c:v>18.67022706248769</c:v>
                </c:pt>
                <c:pt idx="147">
                  <c:v>18.694734398731079</c:v>
                </c:pt>
                <c:pt idx="148">
                  <c:v>18.715179561119477</c:v>
                </c:pt>
                <c:pt idx="149">
                  <c:v>18.736323998976392</c:v>
                </c:pt>
                <c:pt idx="150">
                  <c:v>18.743222054305839</c:v>
                </c:pt>
                <c:pt idx="151">
                  <c:v>18.742717105343221</c:v>
                </c:pt>
                <c:pt idx="152">
                  <c:v>18.743150408458462</c:v>
                </c:pt>
                <c:pt idx="153">
                  <c:v>18.751901571632221</c:v>
                </c:pt>
                <c:pt idx="154">
                  <c:v>18.765816634965951</c:v>
                </c:pt>
                <c:pt idx="155">
                  <c:v>18.788442839211807</c:v>
                </c:pt>
                <c:pt idx="156">
                  <c:v>18.811908225440344</c:v>
                </c:pt>
                <c:pt idx="157">
                  <c:v>18.832683807164347</c:v>
                </c:pt>
                <c:pt idx="158">
                  <c:v>18.83477747708233</c:v>
                </c:pt>
                <c:pt idx="159">
                  <c:v>18.83991069636507</c:v>
                </c:pt>
                <c:pt idx="160">
                  <c:v>18.860074803063906</c:v>
                </c:pt>
                <c:pt idx="161">
                  <c:v>18.875956699169542</c:v>
                </c:pt>
                <c:pt idx="162">
                  <c:v>18.89525094300847</c:v>
                </c:pt>
                <c:pt idx="163">
                  <c:v>18.916434888922371</c:v>
                </c:pt>
                <c:pt idx="164">
                  <c:v>18.92623203004738</c:v>
                </c:pt>
                <c:pt idx="165">
                  <c:v>18.91002592791228</c:v>
                </c:pt>
                <c:pt idx="166">
                  <c:v>18.90955191692921</c:v>
                </c:pt>
                <c:pt idx="167">
                  <c:v>18.909151180108235</c:v>
                </c:pt>
                <c:pt idx="168">
                  <c:v>18.915558427102837</c:v>
                </c:pt>
                <c:pt idx="169">
                  <c:v>18.931736762187036</c:v>
                </c:pt>
                <c:pt idx="170">
                  <c:v>18.952763361479182</c:v>
                </c:pt>
                <c:pt idx="171">
                  <c:v>18.980225146218377</c:v>
                </c:pt>
                <c:pt idx="172">
                  <c:v>19.003059860448289</c:v>
                </c:pt>
                <c:pt idx="173">
                  <c:v>19.009955173352957</c:v>
                </c:pt>
                <c:pt idx="174">
                  <c:v>18.997952351397856</c:v>
                </c:pt>
                <c:pt idx="175">
                  <c:v>18.9746234865029</c:v>
                </c:pt>
                <c:pt idx="176">
                  <c:v>18.964950354398411</c:v>
                </c:pt>
                <c:pt idx="177">
                  <c:v>18.958665402408844</c:v>
                </c:pt>
                <c:pt idx="178">
                  <c:v>18.959564574933587</c:v>
                </c:pt>
                <c:pt idx="179">
                  <c:v>18.946509090366838</c:v>
                </c:pt>
                <c:pt idx="180">
                  <c:v>18.924929806780749</c:v>
                </c:pt>
                <c:pt idx="181">
                  <c:v>18.916861678778758</c:v>
                </c:pt>
                <c:pt idx="182">
                  <c:v>18.919480351640562</c:v>
                </c:pt>
                <c:pt idx="183">
                  <c:v>18.933138055548845</c:v>
                </c:pt>
                <c:pt idx="184">
                  <c:v>18.941862051577125</c:v>
                </c:pt>
                <c:pt idx="185">
                  <c:v>18.956707482517469</c:v>
                </c:pt>
                <c:pt idx="186">
                  <c:v>18.971737941429691</c:v>
                </c:pt>
                <c:pt idx="187">
                  <c:v>18.999464113057833</c:v>
                </c:pt>
                <c:pt idx="188">
                  <c:v>19.020437920672965</c:v>
                </c:pt>
                <c:pt idx="189">
                  <c:v>19.041826948539942</c:v>
                </c:pt>
                <c:pt idx="190">
                  <c:v>19.056789103934985</c:v>
                </c:pt>
                <c:pt idx="191">
                  <c:v>19.053995772895004</c:v>
                </c:pt>
                <c:pt idx="192">
                  <c:v>19.049097716537148</c:v>
                </c:pt>
                <c:pt idx="193">
                  <c:v>19.046624220787134</c:v>
                </c:pt>
                <c:pt idx="194">
                  <c:v>19.045680483859716</c:v>
                </c:pt>
                <c:pt idx="195">
                  <c:v>19.043074751814842</c:v>
                </c:pt>
                <c:pt idx="196">
                  <c:v>19.057914355102529</c:v>
                </c:pt>
                <c:pt idx="197">
                  <c:v>19.078730473292811</c:v>
                </c:pt>
                <c:pt idx="198">
                  <c:v>19.108949509045974</c:v>
                </c:pt>
                <c:pt idx="199">
                  <c:v>19.143067587230107</c:v>
                </c:pt>
                <c:pt idx="200">
                  <c:v>19.166094356895393</c:v>
                </c:pt>
                <c:pt idx="201">
                  <c:v>19.175931434581258</c:v>
                </c:pt>
                <c:pt idx="202">
                  <c:v>19.203829607663572</c:v>
                </c:pt>
                <c:pt idx="203">
                  <c:v>19.250253974244863</c:v>
                </c:pt>
                <c:pt idx="204">
                  <c:v>19.279406892364797</c:v>
                </c:pt>
                <c:pt idx="205">
                  <c:v>19.29554194855794</c:v>
                </c:pt>
                <c:pt idx="206">
                  <c:v>19.30249296696595</c:v>
                </c:pt>
                <c:pt idx="207">
                  <c:v>19.302798318825051</c:v>
                </c:pt>
                <c:pt idx="208">
                  <c:v>19.293729891384551</c:v>
                </c:pt>
                <c:pt idx="209">
                  <c:v>19.273858452830211</c:v>
                </c:pt>
                <c:pt idx="210">
                  <c:v>19.234455036488818</c:v>
                </c:pt>
                <c:pt idx="211">
                  <c:v>19.184984093079269</c:v>
                </c:pt>
                <c:pt idx="212">
                  <c:v>19.132705678001965</c:v>
                </c:pt>
                <c:pt idx="213">
                  <c:v>19.086988171407722</c:v>
                </c:pt>
                <c:pt idx="214">
                  <c:v>19.078177703298092</c:v>
                </c:pt>
                <c:pt idx="215">
                  <c:v>19.091820323870081</c:v>
                </c:pt>
                <c:pt idx="216">
                  <c:v>19.094481761418301</c:v>
                </c:pt>
                <c:pt idx="217">
                  <c:v>19.124469405080649</c:v>
                </c:pt>
                <c:pt idx="218">
                  <c:v>19.139213709107235</c:v>
                </c:pt>
                <c:pt idx="219">
                  <c:v>19.134830971505693</c:v>
                </c:pt>
                <c:pt idx="220">
                  <c:v>19.158629133841128</c:v>
                </c:pt>
                <c:pt idx="221">
                  <c:v>19.168137806159589</c:v>
                </c:pt>
                <c:pt idx="222">
                  <c:v>19.16214723633</c:v>
                </c:pt>
                <c:pt idx="223">
                  <c:v>19.128738760557695</c:v>
                </c:pt>
                <c:pt idx="224">
                  <c:v>19.076086261600242</c:v>
                </c:pt>
                <c:pt idx="225">
                  <c:v>19.026449401491501</c:v>
                </c:pt>
                <c:pt idx="226">
                  <c:v>18.994068735106275</c:v>
                </c:pt>
                <c:pt idx="227">
                  <c:v>18.974548069821449</c:v>
                </c:pt>
                <c:pt idx="228">
                  <c:v>18.948385251719458</c:v>
                </c:pt>
                <c:pt idx="229">
                  <c:v>18.921163000644643</c:v>
                </c:pt>
                <c:pt idx="230">
                  <c:v>18.923522428663961</c:v>
                </c:pt>
                <c:pt idx="231">
                  <c:v>18.925484033688633</c:v>
                </c:pt>
                <c:pt idx="232">
                  <c:v>18.943331991259207</c:v>
                </c:pt>
                <c:pt idx="233">
                  <c:v>18.949894442356204</c:v>
                </c:pt>
                <c:pt idx="234">
                  <c:v>18.943765722878318</c:v>
                </c:pt>
                <c:pt idx="235">
                  <c:v>18.939699049732674</c:v>
                </c:pt>
                <c:pt idx="236">
                  <c:v>18.933854085518746</c:v>
                </c:pt>
                <c:pt idx="237">
                  <c:v>18.918196725441973</c:v>
                </c:pt>
                <c:pt idx="238">
                  <c:v>18.901467162976992</c:v>
                </c:pt>
                <c:pt idx="239">
                  <c:v>18.890712829902988</c:v>
                </c:pt>
                <c:pt idx="240">
                  <c:v>18.884788335370441</c:v>
                </c:pt>
                <c:pt idx="241">
                  <c:v>18.882472271942955</c:v>
                </c:pt>
                <c:pt idx="242">
                  <c:v>18.917354201129093</c:v>
                </c:pt>
                <c:pt idx="243">
                  <c:v>18.947751665894504</c:v>
                </c:pt>
                <c:pt idx="244">
                  <c:v>18.967781822282991</c:v>
                </c:pt>
                <c:pt idx="245">
                  <c:v>18.99491794407956</c:v>
                </c:pt>
                <c:pt idx="246">
                  <c:v>18.989799036826138</c:v>
                </c:pt>
                <c:pt idx="247">
                  <c:v>18.980180581815702</c:v>
                </c:pt>
                <c:pt idx="248">
                  <c:v>18.960936130126687</c:v>
                </c:pt>
                <c:pt idx="249">
                  <c:v>18.938349519638589</c:v>
                </c:pt>
                <c:pt idx="250">
                  <c:v>18.894128262864157</c:v>
                </c:pt>
                <c:pt idx="251">
                  <c:v>18.87346186392671</c:v>
                </c:pt>
                <c:pt idx="252">
                  <c:v>18.8701000796503</c:v>
                </c:pt>
                <c:pt idx="253">
                  <c:v>18.863389109111314</c:v>
                </c:pt>
                <c:pt idx="254">
                  <c:v>18.852383929870715</c:v>
                </c:pt>
                <c:pt idx="255">
                  <c:v>18.834913655612809</c:v>
                </c:pt>
                <c:pt idx="256">
                  <c:v>18.819066725423117</c:v>
                </c:pt>
                <c:pt idx="257">
                  <c:v>18.879202530298226</c:v>
                </c:pt>
                <c:pt idx="258">
                  <c:v>18.939513421855377</c:v>
                </c:pt>
                <c:pt idx="259">
                  <c:v>19</c:v>
                </c:pt>
                <c:pt idx="260">
                  <c:v>18.96468708161953</c:v>
                </c:pt>
                <c:pt idx="261">
                  <c:v>18.884133152950344</c:v>
                </c:pt>
                <c:pt idx="262">
                  <c:v>18.898724995299315</c:v>
                </c:pt>
                <c:pt idx="263">
                  <c:v>18.903232084724472</c:v>
                </c:pt>
                <c:pt idx="264">
                  <c:v>18.892023623247056</c:v>
                </c:pt>
                <c:pt idx="265">
                  <c:v>18.870539553221295</c:v>
                </c:pt>
                <c:pt idx="266">
                  <c:v>18.863282154544894</c:v>
                </c:pt>
                <c:pt idx="267">
                  <c:v>18.867244615548898</c:v>
                </c:pt>
                <c:pt idx="268">
                  <c:v>18.818742519393655</c:v>
                </c:pt>
                <c:pt idx="269">
                  <c:v>18.771182017646474</c:v>
                </c:pt>
                <c:pt idx="270">
                  <c:v>18.761651920134419</c:v>
                </c:pt>
                <c:pt idx="271">
                  <c:v>18.762902123031004</c:v>
                </c:pt>
                <c:pt idx="272">
                  <c:v>18.754842993610321</c:v>
                </c:pt>
                <c:pt idx="273">
                  <c:v>18.746420835709387</c:v>
                </c:pt>
                <c:pt idx="274">
                  <c:v>18.751096841360841</c:v>
                </c:pt>
                <c:pt idx="275">
                  <c:v>18.732899824536236</c:v>
                </c:pt>
                <c:pt idx="276">
                  <c:v>18.703518685254135</c:v>
                </c:pt>
                <c:pt idx="277">
                  <c:v>18.669555596920464</c:v>
                </c:pt>
                <c:pt idx="278">
                  <c:v>18.664666753395849</c:v>
                </c:pt>
                <c:pt idx="279">
                  <c:v>18.699135819101436</c:v>
                </c:pt>
                <c:pt idx="280">
                  <c:v>18.718579053736615</c:v>
                </c:pt>
                <c:pt idx="281">
                  <c:v>18.710977266498386</c:v>
                </c:pt>
                <c:pt idx="282">
                  <c:v>18.698351314212807</c:v>
                </c:pt>
                <c:pt idx="283">
                  <c:v>18.705189893204839</c:v>
                </c:pt>
                <c:pt idx="284">
                  <c:v>18.709828361917115</c:v>
                </c:pt>
                <c:pt idx="285">
                  <c:v>18.632580897674476</c:v>
                </c:pt>
                <c:pt idx="286">
                  <c:v>18.440734743590998</c:v>
                </c:pt>
                <c:pt idx="287">
                  <c:v>18.616042833589834</c:v>
                </c:pt>
                <c:pt idx="288">
                  <c:v>18.716930813593446</c:v>
                </c:pt>
                <c:pt idx="289">
                  <c:v>18.795356920586062</c:v>
                </c:pt>
                <c:pt idx="290">
                  <c:v>18.799965908231954</c:v>
                </c:pt>
                <c:pt idx="291">
                  <c:v>18.780776476440085</c:v>
                </c:pt>
                <c:pt idx="292">
                  <c:v>18.720692777635801</c:v>
                </c:pt>
                <c:pt idx="293">
                  <c:v>18.71456174423701</c:v>
                </c:pt>
                <c:pt idx="294">
                  <c:v>18.826073535035249</c:v>
                </c:pt>
                <c:pt idx="295">
                  <c:v>18.845607826743201</c:v>
                </c:pt>
                <c:pt idx="296">
                  <c:v>18.872972683906578</c:v>
                </c:pt>
                <c:pt idx="297">
                  <c:v>18.911196257687145</c:v>
                </c:pt>
                <c:pt idx="298">
                  <c:v>18.930189434705696</c:v>
                </c:pt>
                <c:pt idx="299">
                  <c:v>18.939646429457209</c:v>
                </c:pt>
                <c:pt idx="300">
                  <c:v>19.008007451853732</c:v>
                </c:pt>
                <c:pt idx="301">
                  <c:v>19.004174484719812</c:v>
                </c:pt>
                <c:pt idx="302">
                  <c:v>18.971797074964009</c:v>
                </c:pt>
                <c:pt idx="303">
                  <c:v>19.07315220988874</c:v>
                </c:pt>
                <c:pt idx="304">
                  <c:v>19.157525307867175</c:v>
                </c:pt>
                <c:pt idx="305">
                  <c:v>19.212181833732615</c:v>
                </c:pt>
                <c:pt idx="306">
                  <c:v>19.25425431499114</c:v>
                </c:pt>
                <c:pt idx="307">
                  <c:v>19.295486500156919</c:v>
                </c:pt>
                <c:pt idx="308">
                  <c:v>19.360723215122828</c:v>
                </c:pt>
                <c:pt idx="309">
                  <c:v>19.375761901309389</c:v>
                </c:pt>
                <c:pt idx="310">
                  <c:v>19.411712262049658</c:v>
                </c:pt>
                <c:pt idx="311">
                  <c:v>19.384326493897333</c:v>
                </c:pt>
                <c:pt idx="312">
                  <c:v>19.437223154360979</c:v>
                </c:pt>
                <c:pt idx="313">
                  <c:v>19.605195386624473</c:v>
                </c:pt>
                <c:pt idx="314">
                  <c:v>19.647677603285288</c:v>
                </c:pt>
                <c:pt idx="315">
                  <c:v>19.709790096521356</c:v>
                </c:pt>
                <c:pt idx="316">
                  <c:v>19.734118832350948</c:v>
                </c:pt>
                <c:pt idx="317">
                  <c:v>19.802411894033384</c:v>
                </c:pt>
                <c:pt idx="318">
                  <c:v>19.908638518075929</c:v>
                </c:pt>
                <c:pt idx="319">
                  <c:v>19.944257645323237</c:v>
                </c:pt>
                <c:pt idx="320">
                  <c:v>19.964885307510659</c:v>
                </c:pt>
                <c:pt idx="321">
                  <c:v>20.110984902437384</c:v>
                </c:pt>
                <c:pt idx="322">
                  <c:v>20.218712832645409</c:v>
                </c:pt>
                <c:pt idx="323">
                  <c:v>20.280109553013897</c:v>
                </c:pt>
                <c:pt idx="324">
                  <c:v>20.349141183969913</c:v>
                </c:pt>
                <c:pt idx="325">
                  <c:v>20.430031402477756</c:v>
                </c:pt>
                <c:pt idx="326">
                  <c:v>20.477900598414227</c:v>
                </c:pt>
                <c:pt idx="327">
                  <c:v>20.523432734233506</c:v>
                </c:pt>
                <c:pt idx="328">
                  <c:v>20.550316552950303</c:v>
                </c:pt>
                <c:pt idx="329">
                  <c:v>20.55841887556128</c:v>
                </c:pt>
                <c:pt idx="330">
                  <c:v>20.565987625150996</c:v>
                </c:pt>
                <c:pt idx="331">
                  <c:v>20.582624545078865</c:v>
                </c:pt>
                <c:pt idx="332">
                  <c:v>20.577299098959205</c:v>
                </c:pt>
                <c:pt idx="333">
                  <c:v>20.542125101533998</c:v>
                </c:pt>
                <c:pt idx="334">
                  <c:v>20.497310623999336</c:v>
                </c:pt>
                <c:pt idx="335">
                  <c:v>20.430422712213542</c:v>
                </c:pt>
                <c:pt idx="336">
                  <c:v>20.372959314585771</c:v>
                </c:pt>
                <c:pt idx="337">
                  <c:v>20.30582424176669</c:v>
                </c:pt>
                <c:pt idx="338">
                  <c:v>20.236463691238622</c:v>
                </c:pt>
                <c:pt idx="339">
                  <c:v>20.156937143452648</c:v>
                </c:pt>
                <c:pt idx="340">
                  <c:v>20.066722680692799</c:v>
                </c:pt>
                <c:pt idx="341">
                  <c:v>19.970287370122623</c:v>
                </c:pt>
                <c:pt idx="342">
                  <c:v>19.898903424311555</c:v>
                </c:pt>
                <c:pt idx="343">
                  <c:v>19.830154263107893</c:v>
                </c:pt>
                <c:pt idx="344">
                  <c:v>19.752287225116909</c:v>
                </c:pt>
                <c:pt idx="345">
                  <c:v>19.665121995909331</c:v>
                </c:pt>
                <c:pt idx="346">
                  <c:v>19.601560131177035</c:v>
                </c:pt>
                <c:pt idx="347">
                  <c:v>19.539940760196721</c:v>
                </c:pt>
                <c:pt idx="348">
                  <c:v>19.462669513989194</c:v>
                </c:pt>
                <c:pt idx="349">
                  <c:v>19.384002373568649</c:v>
                </c:pt>
                <c:pt idx="350">
                  <c:v>19.300425521484929</c:v>
                </c:pt>
                <c:pt idx="351">
                  <c:v>19.23792557504791</c:v>
                </c:pt>
                <c:pt idx="352">
                  <c:v>19.199511317044358</c:v>
                </c:pt>
                <c:pt idx="353">
                  <c:v>19.170211593497918</c:v>
                </c:pt>
                <c:pt idx="354">
                  <c:v>19.120885570097833</c:v>
                </c:pt>
                <c:pt idx="355">
                  <c:v>19.084907528007442</c:v>
                </c:pt>
                <c:pt idx="356">
                  <c:v>19.045250780177</c:v>
                </c:pt>
                <c:pt idx="357">
                  <c:v>19.022475970788378</c:v>
                </c:pt>
                <c:pt idx="358">
                  <c:v>19.005606373258068</c:v>
                </c:pt>
                <c:pt idx="359">
                  <c:v>19.01577168490979</c:v>
                </c:pt>
                <c:pt idx="360">
                  <c:v>19.013635593108493</c:v>
                </c:pt>
                <c:pt idx="361">
                  <c:v>19.006312976142791</c:v>
                </c:pt>
                <c:pt idx="362">
                  <c:v>18.982961571944173</c:v>
                </c:pt>
                <c:pt idx="363">
                  <c:v>18.960265864370296</c:v>
                </c:pt>
                <c:pt idx="364">
                  <c:v>18.93407690753212</c:v>
                </c:pt>
                <c:pt idx="365">
                  <c:v>18.919116551853339</c:v>
                </c:pt>
                <c:pt idx="366">
                  <c:v>18.905548405254283</c:v>
                </c:pt>
                <c:pt idx="367">
                  <c:v>18.865985585472554</c:v>
                </c:pt>
                <c:pt idx="368">
                  <c:v>18.843800226010082</c:v>
                </c:pt>
                <c:pt idx="369">
                  <c:v>18.821458034130504</c:v>
                </c:pt>
                <c:pt idx="370">
                  <c:v>18.795278761479832</c:v>
                </c:pt>
                <c:pt idx="371">
                  <c:v>18.776552542373462</c:v>
                </c:pt>
                <c:pt idx="372">
                  <c:v>18.748207696855108</c:v>
                </c:pt>
                <c:pt idx="373">
                  <c:v>18.725392522401755</c:v>
                </c:pt>
                <c:pt idx="374">
                  <c:v>18.695407192660312</c:v>
                </c:pt>
                <c:pt idx="375">
                  <c:v>18.669950077584911</c:v>
                </c:pt>
                <c:pt idx="376">
                  <c:v>18.646792742789867</c:v>
                </c:pt>
                <c:pt idx="377">
                  <c:v>18.620393990456019</c:v>
                </c:pt>
                <c:pt idx="378">
                  <c:v>18.59805488380432</c:v>
                </c:pt>
                <c:pt idx="379">
                  <c:v>18.571159409782197</c:v>
                </c:pt>
                <c:pt idx="380">
                  <c:v>18.52447824083049</c:v>
                </c:pt>
                <c:pt idx="381">
                  <c:v>18.478954203734393</c:v>
                </c:pt>
                <c:pt idx="382">
                  <c:v>18.433646432542435</c:v>
                </c:pt>
                <c:pt idx="383">
                  <c:v>18.416864206951601</c:v>
                </c:pt>
                <c:pt idx="384">
                  <c:v>18.403221029324577</c:v>
                </c:pt>
                <c:pt idx="385">
                  <c:v>18.388000957449051</c:v>
                </c:pt>
                <c:pt idx="386">
                  <c:v>18.366887157618979</c:v>
                </c:pt>
                <c:pt idx="387">
                  <c:v>18.358590894155601</c:v>
                </c:pt>
                <c:pt idx="388">
                  <c:v>18.351475994441792</c:v>
                </c:pt>
                <c:pt idx="389">
                  <c:v>18.333490144325246</c:v>
                </c:pt>
                <c:pt idx="390">
                  <c:v>18.323346279292309</c:v>
                </c:pt>
                <c:pt idx="391">
                  <c:v>18.351759492603424</c:v>
                </c:pt>
                <c:pt idx="392">
                  <c:v>18.487016161280632</c:v>
                </c:pt>
                <c:pt idx="393">
                  <c:v>18.589317218502526</c:v>
                </c:pt>
                <c:pt idx="394">
                  <c:v>18.669611430974967</c:v>
                </c:pt>
                <c:pt idx="395">
                  <c:v>18.698295180205591</c:v>
                </c:pt>
                <c:pt idx="396">
                  <c:v>18.691784535226702</c:v>
                </c:pt>
                <c:pt idx="397">
                  <c:v>18.668149375764131</c:v>
                </c:pt>
                <c:pt idx="398">
                  <c:v>18.635327821745133</c:v>
                </c:pt>
                <c:pt idx="399">
                  <c:v>18.589178811751907</c:v>
                </c:pt>
                <c:pt idx="400">
                  <c:v>18.531000755366627</c:v>
                </c:pt>
                <c:pt idx="401">
                  <c:v>18.50081561426973</c:v>
                </c:pt>
                <c:pt idx="402">
                  <c:v>18.468839369838779</c:v>
                </c:pt>
                <c:pt idx="403">
                  <c:v>18.456440910258777</c:v>
                </c:pt>
                <c:pt idx="404">
                  <c:v>18.416609675651706</c:v>
                </c:pt>
                <c:pt idx="405">
                  <c:v>18.390954591787501</c:v>
                </c:pt>
                <c:pt idx="406">
                  <c:v>18.353524521476871</c:v>
                </c:pt>
                <c:pt idx="407">
                  <c:v>18.296488577886493</c:v>
                </c:pt>
                <c:pt idx="408">
                  <c:v>18.254113122965357</c:v>
                </c:pt>
                <c:pt idx="409">
                  <c:v>18.22891735240141</c:v>
                </c:pt>
                <c:pt idx="410">
                  <c:v>18.21380001432917</c:v>
                </c:pt>
                <c:pt idx="411">
                  <c:v>18.184120122147601</c:v>
                </c:pt>
                <c:pt idx="412">
                  <c:v>18.158506742422723</c:v>
                </c:pt>
                <c:pt idx="413">
                  <c:v>18.124465827073319</c:v>
                </c:pt>
                <c:pt idx="414">
                  <c:v>18.119695164916571</c:v>
                </c:pt>
                <c:pt idx="415">
                  <c:v>18.119458545078523</c:v>
                </c:pt>
                <c:pt idx="416">
                  <c:v>18.110359426048202</c:v>
                </c:pt>
                <c:pt idx="417">
                  <c:v>18.101331149420499</c:v>
                </c:pt>
                <c:pt idx="418">
                  <c:v>18.091247906972839</c:v>
                </c:pt>
                <c:pt idx="419">
                  <c:v>18.079542520267804</c:v>
                </c:pt>
                <c:pt idx="420">
                  <c:v>18.069588889528788</c:v>
                </c:pt>
                <c:pt idx="421">
                  <c:v>18.07630876759201</c:v>
                </c:pt>
                <c:pt idx="422">
                  <c:v>18.074179880012061</c:v>
                </c:pt>
                <c:pt idx="423">
                  <c:v>18.074455472277258</c:v>
                </c:pt>
                <c:pt idx="424">
                  <c:v>18.085155358578039</c:v>
                </c:pt>
                <c:pt idx="425">
                  <c:v>18.093246845397346</c:v>
                </c:pt>
                <c:pt idx="426">
                  <c:v>18.088234614182827</c:v>
                </c:pt>
                <c:pt idx="427">
                  <c:v>18.063031634041238</c:v>
                </c:pt>
                <c:pt idx="428">
                  <c:v>18.054177742420496</c:v>
                </c:pt>
                <c:pt idx="429">
                  <c:v>18.077227313848063</c:v>
                </c:pt>
                <c:pt idx="430">
                  <c:v>18.071015839559923</c:v>
                </c:pt>
                <c:pt idx="431">
                  <c:v>18.051180823834688</c:v>
                </c:pt>
                <c:pt idx="432">
                  <c:v>18.018950025339578</c:v>
                </c:pt>
                <c:pt idx="433">
                  <c:v>18.030477557495363</c:v>
                </c:pt>
                <c:pt idx="434">
                  <c:v>18.053324960796182</c:v>
                </c:pt>
                <c:pt idx="435">
                  <c:v>18.120250109568438</c:v>
                </c:pt>
                <c:pt idx="436">
                  <c:v>18.274242820803281</c:v>
                </c:pt>
                <c:pt idx="437">
                  <c:v>18.312726089355397</c:v>
                </c:pt>
                <c:pt idx="438">
                  <c:v>18.277676315202648</c:v>
                </c:pt>
                <c:pt idx="439">
                  <c:v>18.226065123504245</c:v>
                </c:pt>
                <c:pt idx="440">
                  <c:v>18.317288969984673</c:v>
                </c:pt>
                <c:pt idx="441">
                  <c:v>18.418928181551262</c:v>
                </c:pt>
                <c:pt idx="442">
                  <c:v>18.390769906618722</c:v>
                </c:pt>
                <c:pt idx="443">
                  <c:v>18.3111351401799</c:v>
                </c:pt>
                <c:pt idx="444">
                  <c:v>18.344038024233779</c:v>
                </c:pt>
                <c:pt idx="445">
                  <c:v>18.391722599277063</c:v>
                </c:pt>
                <c:pt idx="446">
                  <c:v>18.444658125041887</c:v>
                </c:pt>
                <c:pt idx="447">
                  <c:v>18.471133279616087</c:v>
                </c:pt>
                <c:pt idx="448">
                  <c:v>18.452114092412515</c:v>
                </c:pt>
                <c:pt idx="449">
                  <c:v>18.461300101315455</c:v>
                </c:pt>
                <c:pt idx="450">
                  <c:v>18.469627474159932</c:v>
                </c:pt>
                <c:pt idx="451">
                  <c:v>18.496136480540009</c:v>
                </c:pt>
                <c:pt idx="452">
                  <c:v>18.47095009421086</c:v>
                </c:pt>
                <c:pt idx="453">
                  <c:v>18.446999898701684</c:v>
                </c:pt>
                <c:pt idx="454">
                  <c:v>18.457809637326321</c:v>
                </c:pt>
                <c:pt idx="455">
                  <c:v>18.467122397674562</c:v>
                </c:pt>
                <c:pt idx="456">
                  <c:v>18.486958056155604</c:v>
                </c:pt>
                <c:pt idx="457">
                  <c:v>18.513876669386811</c:v>
                </c:pt>
                <c:pt idx="458">
                  <c:v>18.508905296016472</c:v>
                </c:pt>
                <c:pt idx="459">
                  <c:v>18.50078557614831</c:v>
                </c:pt>
                <c:pt idx="460">
                  <c:v>18.495338949133675</c:v>
                </c:pt>
                <c:pt idx="461">
                  <c:v>18.496945967204372</c:v>
                </c:pt>
                <c:pt idx="462">
                  <c:v>18.492019458189421</c:v>
                </c:pt>
                <c:pt idx="463">
                  <c:v>18.479720754310794</c:v>
                </c:pt>
                <c:pt idx="464">
                  <c:v>18.468987889280768</c:v>
                </c:pt>
                <c:pt idx="465">
                  <c:v>18.480061886243192</c:v>
                </c:pt>
                <c:pt idx="466">
                  <c:v>18.497221795146697</c:v>
                </c:pt>
                <c:pt idx="467">
                  <c:v>18.511449409204573</c:v>
                </c:pt>
                <c:pt idx="468">
                  <c:v>18.500662938340181</c:v>
                </c:pt>
                <c:pt idx="469">
                  <c:v>18.498185628905706</c:v>
                </c:pt>
                <c:pt idx="470">
                  <c:v>18.518844271923072</c:v>
                </c:pt>
                <c:pt idx="471">
                  <c:v>18.532414603891876</c:v>
                </c:pt>
                <c:pt idx="472">
                  <c:v>18.526288412586837</c:v>
                </c:pt>
                <c:pt idx="473">
                  <c:v>18.53679442766709</c:v>
                </c:pt>
                <c:pt idx="474">
                  <c:v>18.551785207120773</c:v>
                </c:pt>
                <c:pt idx="475">
                  <c:v>18.555890359914113</c:v>
                </c:pt>
                <c:pt idx="476">
                  <c:v>18.571528865820525</c:v>
                </c:pt>
                <c:pt idx="477">
                  <c:v>18.577283715670198</c:v>
                </c:pt>
                <c:pt idx="478">
                  <c:v>18.585504476751353</c:v>
                </c:pt>
                <c:pt idx="479">
                  <c:v>18.603589739766171</c:v>
                </c:pt>
                <c:pt idx="480">
                  <c:v>18.602693009713498</c:v>
                </c:pt>
                <c:pt idx="481">
                  <c:v>18.620866330273987</c:v>
                </c:pt>
                <c:pt idx="482">
                  <c:v>18.634368787229487</c:v>
                </c:pt>
                <c:pt idx="483">
                  <c:v>18.627321655403012</c:v>
                </c:pt>
                <c:pt idx="484">
                  <c:v>18.642160658785283</c:v>
                </c:pt>
                <c:pt idx="485">
                  <c:v>18.637046593625612</c:v>
                </c:pt>
                <c:pt idx="486">
                  <c:v>18.642724955534153</c:v>
                </c:pt>
                <c:pt idx="487">
                  <c:v>18.653918462226443</c:v>
                </c:pt>
                <c:pt idx="488">
                  <c:v>18.657075593053644</c:v>
                </c:pt>
                <c:pt idx="489">
                  <c:v>18.659915588165273</c:v>
                </c:pt>
                <c:pt idx="490">
                  <c:v>18.677855502666752</c:v>
                </c:pt>
                <c:pt idx="491">
                  <c:v>18.67926819423155</c:v>
                </c:pt>
                <c:pt idx="492">
                  <c:v>18.677819336939965</c:v>
                </c:pt>
                <c:pt idx="493">
                  <c:v>18.679985466862682</c:v>
                </c:pt>
                <c:pt idx="494">
                  <c:v>18.679063240829631</c:v>
                </c:pt>
                <c:pt idx="495">
                  <c:v>18.683484200976544</c:v>
                </c:pt>
                <c:pt idx="496">
                  <c:v>18.681688898304547</c:v>
                </c:pt>
                <c:pt idx="497">
                  <c:v>18.677586745038312</c:v>
                </c:pt>
                <c:pt idx="498">
                  <c:v>18.687766154467418</c:v>
                </c:pt>
                <c:pt idx="499">
                  <c:v>18.704939604093276</c:v>
                </c:pt>
                <c:pt idx="500">
                  <c:v>18.70692949037349</c:v>
                </c:pt>
                <c:pt idx="501">
                  <c:v>18.701689059422002</c:v>
                </c:pt>
                <c:pt idx="502">
                  <c:v>18.709353279674364</c:v>
                </c:pt>
                <c:pt idx="503">
                  <c:v>18.720978246915244</c:v>
                </c:pt>
                <c:pt idx="504">
                  <c:v>18.709475360427462</c:v>
                </c:pt>
                <c:pt idx="505">
                  <c:v>18.709987422554352</c:v>
                </c:pt>
                <c:pt idx="506">
                  <c:v>18.723037722224252</c:v>
                </c:pt>
                <c:pt idx="507">
                  <c:v>18.722851065937661</c:v>
                </c:pt>
                <c:pt idx="508">
                  <c:v>18.721490566144457</c:v>
                </c:pt>
                <c:pt idx="509">
                  <c:v>18.737913062734854</c:v>
                </c:pt>
                <c:pt idx="510">
                  <c:v>18.757028963262307</c:v>
                </c:pt>
                <c:pt idx="511">
                  <c:v>18.76536550608964</c:v>
                </c:pt>
                <c:pt idx="512">
                  <c:v>18.76521604393913</c:v>
                </c:pt>
                <c:pt idx="513">
                  <c:v>18.786930306244862</c:v>
                </c:pt>
                <c:pt idx="514">
                  <c:v>18.804091629211143</c:v>
                </c:pt>
                <c:pt idx="515">
                  <c:v>18.802404523766796</c:v>
                </c:pt>
                <c:pt idx="516">
                  <c:v>18.808020067007721</c:v>
                </c:pt>
                <c:pt idx="517">
                  <c:v>18.8348772327837</c:v>
                </c:pt>
                <c:pt idx="518">
                  <c:v>18.856193929197104</c:v>
                </c:pt>
                <c:pt idx="519">
                  <c:v>18.847289018834118</c:v>
                </c:pt>
                <c:pt idx="520">
                  <c:v>18.858572725591436</c:v>
                </c:pt>
                <c:pt idx="521">
                  <c:v>18.865995355360834</c:v>
                </c:pt>
                <c:pt idx="522">
                  <c:v>18.86111306794546</c:v>
                </c:pt>
                <c:pt idx="523">
                  <c:v>18.859915913828214</c:v>
                </c:pt>
                <c:pt idx="524">
                  <c:v>18.878859470098401</c:v>
                </c:pt>
                <c:pt idx="525">
                  <c:v>18.891546012831462</c:v>
                </c:pt>
                <c:pt idx="526">
                  <c:v>18.887316765316829</c:v>
                </c:pt>
                <c:pt idx="527">
                  <c:v>18.882563200464567</c:v>
                </c:pt>
                <c:pt idx="528">
                  <c:v>18.879809977386994</c:v>
                </c:pt>
                <c:pt idx="529">
                  <c:v>18.873411643272927</c:v>
                </c:pt>
                <c:pt idx="530">
                  <c:v>18.872566976440687</c:v>
                </c:pt>
                <c:pt idx="531">
                  <c:v>18.878960854114485</c:v>
                </c:pt>
                <c:pt idx="532">
                  <c:v>18.885880077535205</c:v>
                </c:pt>
                <c:pt idx="533">
                  <c:v>18.881034641452814</c:v>
                </c:pt>
                <c:pt idx="534">
                  <c:v>18.875999292454409</c:v>
                </c:pt>
                <c:pt idx="535">
                  <c:v>18.870907980850333</c:v>
                </c:pt>
                <c:pt idx="536">
                  <c:v>18.87775701533684</c:v>
                </c:pt>
                <c:pt idx="537">
                  <c:v>18.879738074437295</c:v>
                </c:pt>
                <c:pt idx="538">
                  <c:v>18.882516407841759</c:v>
                </c:pt>
                <c:pt idx="539">
                  <c:v>18.885472056148405</c:v>
                </c:pt>
                <c:pt idx="540">
                  <c:v>18.89787561492448</c:v>
                </c:pt>
                <c:pt idx="541">
                  <c:v>18.912775465856555</c:v>
                </c:pt>
                <c:pt idx="542">
                  <c:v>18.919019110072878</c:v>
                </c:pt>
                <c:pt idx="543">
                  <c:v>18.913003087113296</c:v>
                </c:pt>
                <c:pt idx="544">
                  <c:v>18.918435916303252</c:v>
                </c:pt>
                <c:pt idx="545">
                  <c:v>18.90802301511436</c:v>
                </c:pt>
                <c:pt idx="546">
                  <c:v>18.905008147572619</c:v>
                </c:pt>
                <c:pt idx="547">
                  <c:v>18.91309684376046</c:v>
                </c:pt>
                <c:pt idx="548">
                  <c:v>18.888376369691201</c:v>
                </c:pt>
                <c:pt idx="549">
                  <c:v>18.86942801417765</c:v>
                </c:pt>
                <c:pt idx="550">
                  <c:v>18.871665489995035</c:v>
                </c:pt>
                <c:pt idx="551">
                  <c:v>18.840704028433461</c:v>
                </c:pt>
                <c:pt idx="552">
                  <c:v>18.817989809492321</c:v>
                </c:pt>
                <c:pt idx="553">
                  <c:v>18.834581565112106</c:v>
                </c:pt>
                <c:pt idx="554">
                  <c:v>18.834585850150827</c:v>
                </c:pt>
                <c:pt idx="555">
                  <c:v>18.824776625216629</c:v>
                </c:pt>
                <c:pt idx="556">
                  <c:v>18.809014195990471</c:v>
                </c:pt>
                <c:pt idx="557">
                  <c:v>18.777097770700038</c:v>
                </c:pt>
                <c:pt idx="558">
                  <c:v>18.727837993998545</c:v>
                </c:pt>
                <c:pt idx="559">
                  <c:v>18.744670225991229</c:v>
                </c:pt>
                <c:pt idx="560">
                  <c:v>18.777120224302923</c:v>
                </c:pt>
                <c:pt idx="561">
                  <c:v>18.808605231895154</c:v>
                </c:pt>
                <c:pt idx="562">
                  <c:v>18.779595176966101</c:v>
                </c:pt>
                <c:pt idx="563">
                  <c:v>18.753544198374666</c:v>
                </c:pt>
                <c:pt idx="564">
                  <c:v>18.756240259035735</c:v>
                </c:pt>
                <c:pt idx="565">
                  <c:v>18.731496217253522</c:v>
                </c:pt>
                <c:pt idx="566">
                  <c:v>18.684562873773217</c:v>
                </c:pt>
                <c:pt idx="567">
                  <c:v>18.647221503764065</c:v>
                </c:pt>
                <c:pt idx="568">
                  <c:v>18.583869048873954</c:v>
                </c:pt>
                <c:pt idx="569">
                  <c:v>18.608625945772321</c:v>
                </c:pt>
                <c:pt idx="570">
                  <c:v>18.62332187171177</c:v>
                </c:pt>
                <c:pt idx="571">
                  <c:v>18.589947461997276</c:v>
                </c:pt>
                <c:pt idx="572">
                  <c:v>18.547262091650808</c:v>
                </c:pt>
                <c:pt idx="573">
                  <c:v>18.518281603488912</c:v>
                </c:pt>
                <c:pt idx="574">
                  <c:v>18.610877947870964</c:v>
                </c:pt>
                <c:pt idx="575">
                  <c:v>18.661188801719774</c:v>
                </c:pt>
                <c:pt idx="576">
                  <c:v>18.558469653270095</c:v>
                </c:pt>
                <c:pt idx="577">
                  <c:v>18.405404513654105</c:v>
                </c:pt>
                <c:pt idx="578">
                  <c:v>18.461494085018252</c:v>
                </c:pt>
                <c:pt idx="579">
                  <c:v>18.445243547031644</c:v>
                </c:pt>
                <c:pt idx="580">
                  <c:v>18.550701949332677</c:v>
                </c:pt>
                <c:pt idx="581">
                  <c:v>18.228337265284861</c:v>
                </c:pt>
                <c:pt idx="582">
                  <c:v>18.162293698953405</c:v>
                </c:pt>
                <c:pt idx="583">
                  <c:v>18.058399067969798</c:v>
                </c:pt>
                <c:pt idx="584">
                  <c:v>17.499463256050088</c:v>
                </c:pt>
                <c:pt idx="585">
                  <c:v>16.845693441816803</c:v>
                </c:pt>
                <c:pt idx="586">
                  <c:v>17.063360725014839</c:v>
                </c:pt>
                <c:pt idx="587">
                  <c:v>17.396126419269098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96A0-42C5-857B-5B109011262B}"/>
            </c:ext>
          </c:extLst>
        </c:ser>
        <c:ser>
          <c:idx val="9"/>
          <c:order val="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Shifted!$K$2:$K$589</c:f>
              <c:numCache>
                <c:formatCode>General</c:formatCode>
                <c:ptCount val="588"/>
                <c:pt idx="0">
                  <c:v>20.133399922267625</c:v>
                </c:pt>
                <c:pt idx="1">
                  <c:v>20.060521720814446</c:v>
                </c:pt>
                <c:pt idx="2">
                  <c:v>20.128503604717825</c:v>
                </c:pt>
                <c:pt idx="3">
                  <c:v>20.217175375568296</c:v>
                </c:pt>
                <c:pt idx="4">
                  <c:v>20.211855519511069</c:v>
                </c:pt>
                <c:pt idx="5">
                  <c:v>20.239095970791109</c:v>
                </c:pt>
                <c:pt idx="6">
                  <c:v>20.277709812669073</c:v>
                </c:pt>
                <c:pt idx="7">
                  <c:v>20.323709068696452</c:v>
                </c:pt>
                <c:pt idx="8">
                  <c:v>20.350241972762738</c:v>
                </c:pt>
                <c:pt idx="9">
                  <c:v>20.406494025767575</c:v>
                </c:pt>
                <c:pt idx="10">
                  <c:v>20.432612625772457</c:v>
                </c:pt>
                <c:pt idx="11">
                  <c:v>20.427242440237645</c:v>
                </c:pt>
                <c:pt idx="12">
                  <c:v>20.422835990835331</c:v>
                </c:pt>
                <c:pt idx="13">
                  <c:v>20.40904664557409</c:v>
                </c:pt>
                <c:pt idx="14">
                  <c:v>20.41626917015099</c:v>
                </c:pt>
                <c:pt idx="15">
                  <c:v>20.41181264746001</c:v>
                </c:pt>
                <c:pt idx="16">
                  <c:v>20.399500673823436</c:v>
                </c:pt>
                <c:pt idx="17">
                  <c:v>20.410466630880954</c:v>
                </c:pt>
                <c:pt idx="18">
                  <c:v>20.43718992989367</c:v>
                </c:pt>
                <c:pt idx="19">
                  <c:v>20.465006363732741</c:v>
                </c:pt>
                <c:pt idx="20">
                  <c:v>20.493004179326281</c:v>
                </c:pt>
                <c:pt idx="21">
                  <c:v>20.531603651334894</c:v>
                </c:pt>
                <c:pt idx="22">
                  <c:v>20.571019108339591</c:v>
                </c:pt>
                <c:pt idx="23">
                  <c:v>20.604529597086565</c:v>
                </c:pt>
                <c:pt idx="24">
                  <c:v>20.604524240409173</c:v>
                </c:pt>
                <c:pt idx="25">
                  <c:v>20.602943228721927</c:v>
                </c:pt>
                <c:pt idx="26">
                  <c:v>20.598717928175059</c:v>
                </c:pt>
                <c:pt idx="27">
                  <c:v>20.597693917776958</c:v>
                </c:pt>
                <c:pt idx="28">
                  <c:v>20.592657103895132</c:v>
                </c:pt>
                <c:pt idx="29">
                  <c:v>20.606512173258981</c:v>
                </c:pt>
                <c:pt idx="30">
                  <c:v>20.612104870514667</c:v>
                </c:pt>
                <c:pt idx="31">
                  <c:v>20.613375008593973</c:v>
                </c:pt>
                <c:pt idx="32">
                  <c:v>20.63856830080417</c:v>
                </c:pt>
                <c:pt idx="33">
                  <c:v>20.645075685659364</c:v>
                </c:pt>
                <c:pt idx="34">
                  <c:v>20.650190567291698</c:v>
                </c:pt>
                <c:pt idx="35">
                  <c:v>20.672494793775371</c:v>
                </c:pt>
                <c:pt idx="36">
                  <c:v>20.701746537676634</c:v>
                </c:pt>
                <c:pt idx="37">
                  <c:v>20.723363991538871</c:v>
                </c:pt>
                <c:pt idx="38">
                  <c:v>20.756198747077818</c:v>
                </c:pt>
                <c:pt idx="39">
                  <c:v>20.790252449492119</c:v>
                </c:pt>
                <c:pt idx="40">
                  <c:v>20.821774772490265</c:v>
                </c:pt>
                <c:pt idx="41">
                  <c:v>20.869015450148151</c:v>
                </c:pt>
                <c:pt idx="42">
                  <c:v>20.90695386158681</c:v>
                </c:pt>
                <c:pt idx="43">
                  <c:v>20.925734186203321</c:v>
                </c:pt>
                <c:pt idx="44">
                  <c:v>20.961983148172404</c:v>
                </c:pt>
                <c:pt idx="45">
                  <c:v>20.987073359277662</c:v>
                </c:pt>
                <c:pt idx="46">
                  <c:v>21.01489463741629</c:v>
                </c:pt>
                <c:pt idx="47">
                  <c:v>21.050798722520941</c:v>
                </c:pt>
                <c:pt idx="48">
                  <c:v>21.081599244885489</c:v>
                </c:pt>
                <c:pt idx="49">
                  <c:v>21.116580677244254</c:v>
                </c:pt>
                <c:pt idx="50">
                  <c:v>21.146269153382264</c:v>
                </c:pt>
                <c:pt idx="51">
                  <c:v>21.174453753987464</c:v>
                </c:pt>
                <c:pt idx="52">
                  <c:v>21.187346857251345</c:v>
                </c:pt>
                <c:pt idx="53">
                  <c:v>21.222033812092974</c:v>
                </c:pt>
                <c:pt idx="54">
                  <c:v>21.259955361642799</c:v>
                </c:pt>
                <c:pt idx="55">
                  <c:v>21.279234555953799</c:v>
                </c:pt>
                <c:pt idx="56">
                  <c:v>21.280647228231533</c:v>
                </c:pt>
                <c:pt idx="57">
                  <c:v>21.311202088712911</c:v>
                </c:pt>
                <c:pt idx="58">
                  <c:v>21.333996381308232</c:v>
                </c:pt>
                <c:pt idx="59">
                  <c:v>21.37395113927678</c:v>
                </c:pt>
                <c:pt idx="60">
                  <c:v>21.428605365285339</c:v>
                </c:pt>
                <c:pt idx="61">
                  <c:v>21.48532820036321</c:v>
                </c:pt>
                <c:pt idx="62">
                  <c:v>21.512966606193661</c:v>
                </c:pt>
                <c:pt idx="63">
                  <c:v>21.493188821666983</c:v>
                </c:pt>
                <c:pt idx="64">
                  <c:v>21.478660301505478</c:v>
                </c:pt>
                <c:pt idx="65">
                  <c:v>21.453016070218492</c:v>
                </c:pt>
                <c:pt idx="66">
                  <c:v>21.421662831906719</c:v>
                </c:pt>
                <c:pt idx="67">
                  <c:v>21.401906567249217</c:v>
                </c:pt>
                <c:pt idx="68">
                  <c:v>21.394677009121999</c:v>
                </c:pt>
                <c:pt idx="69">
                  <c:v>21.392059131010914</c:v>
                </c:pt>
                <c:pt idx="70">
                  <c:v>21.388184157165472</c:v>
                </c:pt>
                <c:pt idx="71">
                  <c:v>21.388507421001119</c:v>
                </c:pt>
                <c:pt idx="72">
                  <c:v>21.399587358837575</c:v>
                </c:pt>
                <c:pt idx="73">
                  <c:v>21.399168792724158</c:v>
                </c:pt>
                <c:pt idx="74">
                  <c:v>21.40051336532931</c:v>
                </c:pt>
                <c:pt idx="75">
                  <c:v>21.406205044667235</c:v>
                </c:pt>
                <c:pt idx="76">
                  <c:v>21.403421435615623</c:v>
                </c:pt>
                <c:pt idx="77">
                  <c:v>21.406773225109195</c:v>
                </c:pt>
                <c:pt idx="78">
                  <c:v>21.416254730411936</c:v>
                </c:pt>
                <c:pt idx="79">
                  <c:v>21.434112495442164</c:v>
                </c:pt>
                <c:pt idx="80">
                  <c:v>21.448387248834713</c:v>
                </c:pt>
                <c:pt idx="81">
                  <c:v>21.470339937542072</c:v>
                </c:pt>
                <c:pt idx="82">
                  <c:v>21.487390195100438</c:v>
                </c:pt>
                <c:pt idx="83">
                  <c:v>21.50157122992853</c:v>
                </c:pt>
                <c:pt idx="84">
                  <c:v>21.505961655878473</c:v>
                </c:pt>
                <c:pt idx="85">
                  <c:v>21.493496993646328</c:v>
                </c:pt>
                <c:pt idx="86">
                  <c:v>21.485224420561217</c:v>
                </c:pt>
                <c:pt idx="87">
                  <c:v>21.476333267686861</c:v>
                </c:pt>
                <c:pt idx="88">
                  <c:v>21.453577729487979</c:v>
                </c:pt>
                <c:pt idx="89">
                  <c:v>21.435438249806737</c:v>
                </c:pt>
                <c:pt idx="90">
                  <c:v>21.421611128324933</c:v>
                </c:pt>
                <c:pt idx="91">
                  <c:v>21.400901188772476</c:v>
                </c:pt>
                <c:pt idx="92">
                  <c:v>21.381177902615789</c:v>
                </c:pt>
                <c:pt idx="93">
                  <c:v>21.365711078894446</c:v>
                </c:pt>
                <c:pt idx="94">
                  <c:v>21.354049825111471</c:v>
                </c:pt>
                <c:pt idx="95">
                  <c:v>21.338437206605462</c:v>
                </c:pt>
                <c:pt idx="96">
                  <c:v>21.32354881088283</c:v>
                </c:pt>
                <c:pt idx="97">
                  <c:v>21.306019712945439</c:v>
                </c:pt>
                <c:pt idx="98">
                  <c:v>21.286396759685292</c:v>
                </c:pt>
                <c:pt idx="99">
                  <c:v>21.251636860871528</c:v>
                </c:pt>
                <c:pt idx="100">
                  <c:v>21.188997366005275</c:v>
                </c:pt>
                <c:pt idx="101">
                  <c:v>21.127121407276473</c:v>
                </c:pt>
                <c:pt idx="102">
                  <c:v>21.068438121432802</c:v>
                </c:pt>
                <c:pt idx="103">
                  <c:v>21.019754121986544</c:v>
                </c:pt>
                <c:pt idx="104">
                  <c:v>20.973486123783406</c:v>
                </c:pt>
                <c:pt idx="105">
                  <c:v>20.930009280560032</c:v>
                </c:pt>
                <c:pt idx="106">
                  <c:v>20.900112592700797</c:v>
                </c:pt>
                <c:pt idx="107">
                  <c:v>20.883104909082743</c:v>
                </c:pt>
                <c:pt idx="108">
                  <c:v>20.852637245993346</c:v>
                </c:pt>
                <c:pt idx="109">
                  <c:v>20.823351219356777</c:v>
                </c:pt>
                <c:pt idx="110">
                  <c:v>20.80276695211391</c:v>
                </c:pt>
                <c:pt idx="111">
                  <c:v>20.783546914153234</c:v>
                </c:pt>
                <c:pt idx="112">
                  <c:v>20.772970783470431</c:v>
                </c:pt>
                <c:pt idx="113">
                  <c:v>20.761474841409743</c:v>
                </c:pt>
                <c:pt idx="114">
                  <c:v>20.747217602023277</c:v>
                </c:pt>
                <c:pt idx="115">
                  <c:v>20.730321942832418</c:v>
                </c:pt>
                <c:pt idx="116">
                  <c:v>20.702865943512112</c:v>
                </c:pt>
                <c:pt idx="117">
                  <c:v>20.66752784959866</c:v>
                </c:pt>
                <c:pt idx="118">
                  <c:v>20.636640688799773</c:v>
                </c:pt>
                <c:pt idx="119">
                  <c:v>20.612582034020772</c:v>
                </c:pt>
                <c:pt idx="120">
                  <c:v>20.588464269471242</c:v>
                </c:pt>
                <c:pt idx="121">
                  <c:v>20.560590915112407</c:v>
                </c:pt>
                <c:pt idx="122">
                  <c:v>20.546552367902937</c:v>
                </c:pt>
                <c:pt idx="123">
                  <c:v>20.538714757022046</c:v>
                </c:pt>
                <c:pt idx="124">
                  <c:v>20.533427250638283</c:v>
                </c:pt>
                <c:pt idx="125">
                  <c:v>20.520537966918276</c:v>
                </c:pt>
                <c:pt idx="126">
                  <c:v>20.500503574254633</c:v>
                </c:pt>
                <c:pt idx="127">
                  <c:v>20.492076402802017</c:v>
                </c:pt>
                <c:pt idx="128">
                  <c:v>20.490077710017619</c:v>
                </c:pt>
                <c:pt idx="129">
                  <c:v>20.486953090225263</c:v>
                </c:pt>
                <c:pt idx="130">
                  <c:v>20.486112976891015</c:v>
                </c:pt>
                <c:pt idx="131">
                  <c:v>20.469396696523077</c:v>
                </c:pt>
                <c:pt idx="132">
                  <c:v>20.470016580546822</c:v>
                </c:pt>
                <c:pt idx="133">
                  <c:v>20.466586397244114</c:v>
                </c:pt>
                <c:pt idx="134">
                  <c:v>20.474631800628007</c:v>
                </c:pt>
                <c:pt idx="135">
                  <c:v>20.46015102476499</c:v>
                </c:pt>
                <c:pt idx="136">
                  <c:v>20.456717068498207</c:v>
                </c:pt>
                <c:pt idx="137">
                  <c:v>20.475905618511781</c:v>
                </c:pt>
                <c:pt idx="138">
                  <c:v>20.462729449782593</c:v>
                </c:pt>
                <c:pt idx="139">
                  <c:v>20.461608320494388</c:v>
                </c:pt>
                <c:pt idx="140">
                  <c:v>20.46060792605661</c:v>
                </c:pt>
                <c:pt idx="141">
                  <c:v>20.459709681127709</c:v>
                </c:pt>
                <c:pt idx="142">
                  <c:v>20.479363609957122</c:v>
                </c:pt>
                <c:pt idx="143">
                  <c:v>20.513030513683933</c:v>
                </c:pt>
                <c:pt idx="144">
                  <c:v>20.539928673278638</c:v>
                </c:pt>
                <c:pt idx="145">
                  <c:v>20.552656371660625</c:v>
                </c:pt>
                <c:pt idx="146">
                  <c:v>20.576145029385334</c:v>
                </c:pt>
                <c:pt idx="147">
                  <c:v>20.61111728552283</c:v>
                </c:pt>
                <c:pt idx="148">
                  <c:v>20.634279884623687</c:v>
                </c:pt>
                <c:pt idx="149">
                  <c:v>20.6486703422479</c:v>
                </c:pt>
                <c:pt idx="150">
                  <c:v>20.657180472330385</c:v>
                </c:pt>
                <c:pt idx="151">
                  <c:v>20.651716987449351</c:v>
                </c:pt>
                <c:pt idx="152">
                  <c:v>20.673668325342412</c:v>
                </c:pt>
                <c:pt idx="153">
                  <c:v>20.702635839283282</c:v>
                </c:pt>
                <c:pt idx="154">
                  <c:v>20.718351212835607</c:v>
                </c:pt>
                <c:pt idx="155">
                  <c:v>20.745013818364477</c:v>
                </c:pt>
                <c:pt idx="156">
                  <c:v>20.771158782538087</c:v>
                </c:pt>
                <c:pt idx="157">
                  <c:v>20.780659991097668</c:v>
                </c:pt>
                <c:pt idx="158">
                  <c:v>20.790318220174534</c:v>
                </c:pt>
                <c:pt idx="159">
                  <c:v>20.811742693911256</c:v>
                </c:pt>
                <c:pt idx="160">
                  <c:v>20.825840723529673</c:v>
                </c:pt>
                <c:pt idx="161">
                  <c:v>20.842476048199288</c:v>
                </c:pt>
                <c:pt idx="162">
                  <c:v>20.851227461663424</c:v>
                </c:pt>
                <c:pt idx="163">
                  <c:v>20.855397751462466</c:v>
                </c:pt>
                <c:pt idx="164">
                  <c:v>20.842067450163803</c:v>
                </c:pt>
                <c:pt idx="165">
                  <c:v>20.82657919973289</c:v>
                </c:pt>
                <c:pt idx="166">
                  <c:v>20.824205958749296</c:v>
                </c:pt>
                <c:pt idx="167">
                  <c:v>20.827311154763631</c:v>
                </c:pt>
                <c:pt idx="168">
                  <c:v>20.827132940435796</c:v>
                </c:pt>
                <c:pt idx="169">
                  <c:v>20.857242963794636</c:v>
                </c:pt>
                <c:pt idx="170">
                  <c:v>20.885374649743166</c:v>
                </c:pt>
                <c:pt idx="171">
                  <c:v>20.892473411782415</c:v>
                </c:pt>
                <c:pt idx="172">
                  <c:v>20.905854857705222</c:v>
                </c:pt>
                <c:pt idx="173">
                  <c:v>20.911385743561787</c:v>
                </c:pt>
                <c:pt idx="174">
                  <c:v>20.894617200654427</c:v>
                </c:pt>
                <c:pt idx="175">
                  <c:v>20.880396200355012</c:v>
                </c:pt>
                <c:pt idx="176">
                  <c:v>20.883130434815012</c:v>
                </c:pt>
                <c:pt idx="177">
                  <c:v>20.891792974014244</c:v>
                </c:pt>
                <c:pt idx="178">
                  <c:v>20.895934943292815</c:v>
                </c:pt>
                <c:pt idx="179">
                  <c:v>20.887890424925189</c:v>
                </c:pt>
                <c:pt idx="180">
                  <c:v>20.87099257648357</c:v>
                </c:pt>
                <c:pt idx="181">
                  <c:v>20.862192906343108</c:v>
                </c:pt>
                <c:pt idx="182">
                  <c:v>20.849603782876258</c:v>
                </c:pt>
                <c:pt idx="183">
                  <c:v>20.837573710209902</c:v>
                </c:pt>
                <c:pt idx="184">
                  <c:v>20.844587790166557</c:v>
                </c:pt>
                <c:pt idx="185">
                  <c:v>20.854176894815165</c:v>
                </c:pt>
                <c:pt idx="186">
                  <c:v>20.861637022969244</c:v>
                </c:pt>
                <c:pt idx="187">
                  <c:v>20.878639489649313</c:v>
                </c:pt>
                <c:pt idx="188">
                  <c:v>20.882389536462018</c:v>
                </c:pt>
                <c:pt idx="189">
                  <c:v>20.872210452023456</c:v>
                </c:pt>
                <c:pt idx="190">
                  <c:v>20.860546403452272</c:v>
                </c:pt>
                <c:pt idx="191">
                  <c:v>20.861216500504085</c:v>
                </c:pt>
                <c:pt idx="192">
                  <c:v>20.854187980808376</c:v>
                </c:pt>
                <c:pt idx="193">
                  <c:v>20.853696098084395</c:v>
                </c:pt>
                <c:pt idx="194">
                  <c:v>20.860692198236933</c:v>
                </c:pt>
                <c:pt idx="195">
                  <c:v>20.869618565442668</c:v>
                </c:pt>
                <c:pt idx="196">
                  <c:v>20.873845216803833</c:v>
                </c:pt>
                <c:pt idx="197">
                  <c:v>20.891962617658255</c:v>
                </c:pt>
                <c:pt idx="198">
                  <c:v>20.924834357561103</c:v>
                </c:pt>
                <c:pt idx="199">
                  <c:v>20.954023684525797</c:v>
                </c:pt>
                <c:pt idx="200">
                  <c:v>20.99324276107933</c:v>
                </c:pt>
                <c:pt idx="201">
                  <c:v>21.027151740044452</c:v>
                </c:pt>
                <c:pt idx="202">
                  <c:v>21.06886395399555</c:v>
                </c:pt>
                <c:pt idx="203">
                  <c:v>21.133801230563876</c:v>
                </c:pt>
                <c:pt idx="204">
                  <c:v>21.188945662423496</c:v>
                </c:pt>
                <c:pt idx="205">
                  <c:v>21.252291586588221</c:v>
                </c:pt>
                <c:pt idx="206">
                  <c:v>21.288816673631899</c:v>
                </c:pt>
                <c:pt idx="207">
                  <c:v>21.293157818149837</c:v>
                </c:pt>
                <c:pt idx="208">
                  <c:v>21.26978127801193</c:v>
                </c:pt>
                <c:pt idx="209">
                  <c:v>21.234418357063259</c:v>
                </c:pt>
                <c:pt idx="210">
                  <c:v>21.173420893426712</c:v>
                </c:pt>
                <c:pt idx="211">
                  <c:v>21.108549294381188</c:v>
                </c:pt>
                <c:pt idx="212">
                  <c:v>21.050779811120758</c:v>
                </c:pt>
                <c:pt idx="213">
                  <c:v>21.007387836299195</c:v>
                </c:pt>
                <c:pt idx="214">
                  <c:v>20.987550150145339</c:v>
                </c:pt>
                <c:pt idx="215">
                  <c:v>20.998610990262399</c:v>
                </c:pt>
                <c:pt idx="216">
                  <c:v>21.01349733647368</c:v>
                </c:pt>
                <c:pt idx="217">
                  <c:v>21.032253998550065</c:v>
                </c:pt>
                <c:pt idx="218">
                  <c:v>21.04913079292054</c:v>
                </c:pt>
                <c:pt idx="219">
                  <c:v>21.061655356779866</c:v>
                </c:pt>
                <c:pt idx="220">
                  <c:v>21.108418777772041</c:v>
                </c:pt>
                <c:pt idx="221">
                  <c:v>21.157153642363625</c:v>
                </c:pt>
                <c:pt idx="222">
                  <c:v>21.188082445506755</c:v>
                </c:pt>
                <c:pt idx="223">
                  <c:v>21.197175382089469</c:v>
                </c:pt>
                <c:pt idx="224">
                  <c:v>21.175238437355659</c:v>
                </c:pt>
                <c:pt idx="225">
                  <c:v>21.139934859076529</c:v>
                </c:pt>
                <c:pt idx="226">
                  <c:v>21.130354138792537</c:v>
                </c:pt>
                <c:pt idx="227">
                  <c:v>21.12753587436719</c:v>
                </c:pt>
                <c:pt idx="228">
                  <c:v>21.126775412496762</c:v>
                </c:pt>
                <c:pt idx="229">
                  <c:v>21.115550331992893</c:v>
                </c:pt>
                <c:pt idx="230">
                  <c:v>21.1229807422324</c:v>
                </c:pt>
                <c:pt idx="231">
                  <c:v>21.1114299757431</c:v>
                </c:pt>
                <c:pt idx="232">
                  <c:v>21.125775530436826</c:v>
                </c:pt>
                <c:pt idx="233">
                  <c:v>21.134917934770762</c:v>
                </c:pt>
                <c:pt idx="234">
                  <c:v>21.118677793153253</c:v>
                </c:pt>
                <c:pt idx="235">
                  <c:v>21.109020216193635</c:v>
                </c:pt>
                <c:pt idx="236">
                  <c:v>21.0834108265996</c:v>
                </c:pt>
                <c:pt idx="237">
                  <c:v>21.046554091355663</c:v>
                </c:pt>
                <c:pt idx="238">
                  <c:v>21.013633908457269</c:v>
                </c:pt>
                <c:pt idx="239">
                  <c:v>20.983013929410731</c:v>
                </c:pt>
                <c:pt idx="240">
                  <c:v>20.940126413860064</c:v>
                </c:pt>
                <c:pt idx="241">
                  <c:v>20.891579731674248</c:v>
                </c:pt>
                <c:pt idx="242">
                  <c:v>20.87493220309614</c:v>
                </c:pt>
                <c:pt idx="243">
                  <c:v>20.870150786276398</c:v>
                </c:pt>
                <c:pt idx="244">
                  <c:v>20.852840054457381</c:v>
                </c:pt>
                <c:pt idx="245">
                  <c:v>20.839251514728627</c:v>
                </c:pt>
                <c:pt idx="246">
                  <c:v>20.827898339765383</c:v>
                </c:pt>
                <c:pt idx="247">
                  <c:v>20.829367000966808</c:v>
                </c:pt>
                <c:pt idx="248">
                  <c:v>20.837316776014308</c:v>
                </c:pt>
                <c:pt idx="249">
                  <c:v>20.830375267391361</c:v>
                </c:pt>
                <c:pt idx="250">
                  <c:v>20.819399668314535</c:v>
                </c:pt>
                <c:pt idx="251">
                  <c:v>20.852916724813788</c:v>
                </c:pt>
                <c:pt idx="252">
                  <c:v>20.872781613572833</c:v>
                </c:pt>
                <c:pt idx="253">
                  <c:v>20.88746394024519</c:v>
                </c:pt>
                <c:pt idx="254">
                  <c:v>20.899871122999933</c:v>
                </c:pt>
                <c:pt idx="255">
                  <c:v>20.9049003443738</c:v>
                </c:pt>
                <c:pt idx="256">
                  <c:v>20.901333356188488</c:v>
                </c:pt>
                <c:pt idx="257">
                  <c:v>20.9341266557024</c:v>
                </c:pt>
                <c:pt idx="258">
                  <c:v>20.967015350653693</c:v>
                </c:pt>
                <c:pt idx="259">
                  <c:v>21</c:v>
                </c:pt>
                <c:pt idx="260">
                  <c:v>20.974668691832306</c:v>
                </c:pt>
                <c:pt idx="261">
                  <c:v>20.933142331296803</c:v>
                </c:pt>
                <c:pt idx="262">
                  <c:v>20.939477743517813</c:v>
                </c:pt>
                <c:pt idx="263">
                  <c:v>20.945029031328271</c:v>
                </c:pt>
                <c:pt idx="264">
                  <c:v>20.92197100388606</c:v>
                </c:pt>
                <c:pt idx="265">
                  <c:v>20.884479106442861</c:v>
                </c:pt>
                <c:pt idx="266">
                  <c:v>20.869695049479862</c:v>
                </c:pt>
                <c:pt idx="267">
                  <c:v>20.862180702434614</c:v>
                </c:pt>
                <c:pt idx="268">
                  <c:v>20.850405328133288</c:v>
                </c:pt>
                <c:pt idx="269">
                  <c:v>20.819215771250683</c:v>
                </c:pt>
                <c:pt idx="270">
                  <c:v>20.794972567290579</c:v>
                </c:pt>
                <c:pt idx="271">
                  <c:v>20.771763155487296</c:v>
                </c:pt>
                <c:pt idx="272">
                  <c:v>20.753259328583805</c:v>
                </c:pt>
                <c:pt idx="273">
                  <c:v>20.748059299070842</c:v>
                </c:pt>
                <c:pt idx="274">
                  <c:v>20.752148213953333</c:v>
                </c:pt>
                <c:pt idx="275">
                  <c:v>20.760384594531196</c:v>
                </c:pt>
                <c:pt idx="276">
                  <c:v>20.743972061061278</c:v>
                </c:pt>
                <c:pt idx="277">
                  <c:v>20.739951245851369</c:v>
                </c:pt>
                <c:pt idx="278">
                  <c:v>20.827586441401767</c:v>
                </c:pt>
                <c:pt idx="279">
                  <c:v>20.848822360094299</c:v>
                </c:pt>
                <c:pt idx="280">
                  <c:v>20.840969471037887</c:v>
                </c:pt>
                <c:pt idx="281">
                  <c:v>20.870329466402268</c:v>
                </c:pt>
                <c:pt idx="282">
                  <c:v>20.959370393839691</c:v>
                </c:pt>
                <c:pt idx="283">
                  <c:v>21.020345964968634</c:v>
                </c:pt>
                <c:pt idx="284">
                  <c:v>21.067183820486655</c:v>
                </c:pt>
                <c:pt idx="285">
                  <c:v>21.039677049180632</c:v>
                </c:pt>
                <c:pt idx="286">
                  <c:v>21.058684124280131</c:v>
                </c:pt>
                <c:pt idx="287">
                  <c:v>21.232912432019106</c:v>
                </c:pt>
                <c:pt idx="288">
                  <c:v>21.316027104228642</c:v>
                </c:pt>
                <c:pt idx="289">
                  <c:v>21.427622904071875</c:v>
                </c:pt>
                <c:pt idx="290">
                  <c:v>21.472722587645954</c:v>
                </c:pt>
                <c:pt idx="291">
                  <c:v>21.527978624714535</c:v>
                </c:pt>
                <c:pt idx="292">
                  <c:v>21.494812034656118</c:v>
                </c:pt>
                <c:pt idx="293">
                  <c:v>21.481956195234961</c:v>
                </c:pt>
                <c:pt idx="294">
                  <c:v>21.616568659654977</c:v>
                </c:pt>
                <c:pt idx="295">
                  <c:v>21.697212273293765</c:v>
                </c:pt>
                <c:pt idx="296">
                  <c:v>21.763208774591572</c:v>
                </c:pt>
                <c:pt idx="297">
                  <c:v>21.835389396908926</c:v>
                </c:pt>
                <c:pt idx="298">
                  <c:v>21.846566686534501</c:v>
                </c:pt>
                <c:pt idx="299">
                  <c:v>21.863003394922391</c:v>
                </c:pt>
                <c:pt idx="300">
                  <c:v>21.956182565254107</c:v>
                </c:pt>
                <c:pt idx="301">
                  <c:v>21.943305671761813</c:v>
                </c:pt>
                <c:pt idx="302">
                  <c:v>21.889366445735554</c:v>
                </c:pt>
                <c:pt idx="303">
                  <c:v>21.902018824575428</c:v>
                </c:pt>
                <c:pt idx="304">
                  <c:v>21.987038703903934</c:v>
                </c:pt>
                <c:pt idx="305">
                  <c:v>22.111279709297303</c:v>
                </c:pt>
                <c:pt idx="306">
                  <c:v>22.134895669624726</c:v>
                </c:pt>
                <c:pt idx="307">
                  <c:v>22.130535800025818</c:v>
                </c:pt>
                <c:pt idx="308">
                  <c:v>22.152367008605903</c:v>
                </c:pt>
                <c:pt idx="309">
                  <c:v>22.137106347094438</c:v>
                </c:pt>
                <c:pt idx="310">
                  <c:v>22.111762462379811</c:v>
                </c:pt>
                <c:pt idx="311">
                  <c:v>22.065449468086598</c:v>
                </c:pt>
                <c:pt idx="312">
                  <c:v>22.092478796407683</c:v>
                </c:pt>
                <c:pt idx="313">
                  <c:v>22.157275401969734</c:v>
                </c:pt>
                <c:pt idx="314">
                  <c:v>22.161399018805763</c:v>
                </c:pt>
                <c:pt idx="315">
                  <c:v>22.197386574918109</c:v>
                </c:pt>
                <c:pt idx="316">
                  <c:v>22.205581266571926</c:v>
                </c:pt>
                <c:pt idx="317">
                  <c:v>22.218937559400892</c:v>
                </c:pt>
                <c:pt idx="318">
                  <c:v>22.295888512544781</c:v>
                </c:pt>
                <c:pt idx="319">
                  <c:v>22.319862764720003</c:v>
                </c:pt>
                <c:pt idx="320">
                  <c:v>22.329549127998121</c:v>
                </c:pt>
                <c:pt idx="321">
                  <c:v>22.457006748295605</c:v>
                </c:pt>
                <c:pt idx="322">
                  <c:v>22.528459607764514</c:v>
                </c:pt>
                <c:pt idx="323">
                  <c:v>22.588126286417712</c:v>
                </c:pt>
                <c:pt idx="324">
                  <c:v>22.663575506699761</c:v>
                </c:pt>
                <c:pt idx="325">
                  <c:v>22.738876975845386</c:v>
                </c:pt>
                <c:pt idx="326">
                  <c:v>22.815954812373761</c:v>
                </c:pt>
                <c:pt idx="327">
                  <c:v>22.855582859601206</c:v>
                </c:pt>
                <c:pt idx="328">
                  <c:v>22.898166488514448</c:v>
                </c:pt>
                <c:pt idx="329">
                  <c:v>22.932138257054547</c:v>
                </c:pt>
                <c:pt idx="330">
                  <c:v>22.926164304107981</c:v>
                </c:pt>
                <c:pt idx="331">
                  <c:v>22.930849114415452</c:v>
                </c:pt>
                <c:pt idx="332">
                  <c:v>22.92286570874991</c:v>
                </c:pt>
                <c:pt idx="333">
                  <c:v>22.905650745006689</c:v>
                </c:pt>
                <c:pt idx="334">
                  <c:v>22.869876151755509</c:v>
                </c:pt>
                <c:pt idx="335">
                  <c:v>22.786992049572842</c:v>
                </c:pt>
                <c:pt idx="336">
                  <c:v>22.712436975197008</c:v>
                </c:pt>
                <c:pt idx="337">
                  <c:v>22.649103907058013</c:v>
                </c:pt>
                <c:pt idx="338">
                  <c:v>22.576455623514455</c:v>
                </c:pt>
                <c:pt idx="339">
                  <c:v>22.498089575943059</c:v>
                </c:pt>
                <c:pt idx="340">
                  <c:v>22.448655362183125</c:v>
                </c:pt>
                <c:pt idx="341">
                  <c:v>22.401191287788105</c:v>
                </c:pt>
                <c:pt idx="342">
                  <c:v>22.347533031135988</c:v>
                </c:pt>
                <c:pt idx="343">
                  <c:v>22.334578442531608</c:v>
                </c:pt>
                <c:pt idx="344">
                  <c:v>22.364620179898651</c:v>
                </c:pt>
                <c:pt idx="345">
                  <c:v>22.40113036140524</c:v>
                </c:pt>
                <c:pt idx="346">
                  <c:v>22.465027790442317</c:v>
                </c:pt>
                <c:pt idx="347">
                  <c:v>22.55041956292121</c:v>
                </c:pt>
                <c:pt idx="348">
                  <c:v>22.587084203055898</c:v>
                </c:pt>
                <c:pt idx="349">
                  <c:v>22.577986049535188</c:v>
                </c:pt>
                <c:pt idx="350">
                  <c:v>22.596561702495535</c:v>
                </c:pt>
                <c:pt idx="351">
                  <c:v>22.679416738880892</c:v>
                </c:pt>
                <c:pt idx="352">
                  <c:v>22.695396778876173</c:v>
                </c:pt>
                <c:pt idx="353">
                  <c:v>22.721436565853683</c:v>
                </c:pt>
                <c:pt idx="354">
                  <c:v>22.711183792166132</c:v>
                </c:pt>
                <c:pt idx="355">
                  <c:v>22.675742151349702</c:v>
                </c:pt>
                <c:pt idx="356">
                  <c:v>22.715669799872664</c:v>
                </c:pt>
                <c:pt idx="357">
                  <c:v>22.775250585368394</c:v>
                </c:pt>
                <c:pt idx="358">
                  <c:v>22.747250906582718</c:v>
                </c:pt>
                <c:pt idx="359">
                  <c:v>22.799819009515872</c:v>
                </c:pt>
                <c:pt idx="360">
                  <c:v>22.885012910989897</c:v>
                </c:pt>
                <c:pt idx="361">
                  <c:v>22.869820442310637</c:v>
                </c:pt>
                <c:pt idx="362">
                  <c:v>22.820802465673939</c:v>
                </c:pt>
                <c:pt idx="363">
                  <c:v>22.758175174716179</c:v>
                </c:pt>
                <c:pt idx="364">
                  <c:v>22.698064311057696</c:v>
                </c:pt>
                <c:pt idx="365">
                  <c:v>22.636921238955683</c:v>
                </c:pt>
                <c:pt idx="366">
                  <c:v>22.552463857333141</c:v>
                </c:pt>
                <c:pt idx="367">
                  <c:v>22.452372616814223</c:v>
                </c:pt>
                <c:pt idx="368">
                  <c:v>22.365547117986448</c:v>
                </c:pt>
                <c:pt idx="369">
                  <c:v>22.295733122320613</c:v>
                </c:pt>
                <c:pt idx="370">
                  <c:v>22.212710584962217</c:v>
                </c:pt>
                <c:pt idx="371">
                  <c:v>22.111893631106216</c:v>
                </c:pt>
                <c:pt idx="372">
                  <c:v>22.024101694517348</c:v>
                </c:pt>
                <c:pt idx="373">
                  <c:v>21.926169148407539</c:v>
                </c:pt>
                <c:pt idx="374">
                  <c:v>21.839023366851539</c:v>
                </c:pt>
                <c:pt idx="375">
                  <c:v>21.723313172973352</c:v>
                </c:pt>
                <c:pt idx="376">
                  <c:v>21.634263209054069</c:v>
                </c:pt>
                <c:pt idx="377">
                  <c:v>21.541807888867297</c:v>
                </c:pt>
                <c:pt idx="378">
                  <c:v>21.42707475294538</c:v>
                </c:pt>
                <c:pt idx="379">
                  <c:v>21.332809993715451</c:v>
                </c:pt>
                <c:pt idx="380">
                  <c:v>21.221938602974809</c:v>
                </c:pt>
                <c:pt idx="381">
                  <c:v>21.055631097645616</c:v>
                </c:pt>
                <c:pt idx="382">
                  <c:v>20.923383769323397</c:v>
                </c:pt>
                <c:pt idx="383">
                  <c:v>20.756511064659659</c:v>
                </c:pt>
                <c:pt idx="384">
                  <c:v>20.688975147439049</c:v>
                </c:pt>
                <c:pt idx="385">
                  <c:v>20.630211930652735</c:v>
                </c:pt>
                <c:pt idx="386">
                  <c:v>20.570230791746727</c:v>
                </c:pt>
                <c:pt idx="387">
                  <c:v>20.53722154826422</c:v>
                </c:pt>
                <c:pt idx="388">
                  <c:v>20.518045807696584</c:v>
                </c:pt>
                <c:pt idx="389">
                  <c:v>20.502130606787645</c:v>
                </c:pt>
                <c:pt idx="390">
                  <c:v>20.506382970200292</c:v>
                </c:pt>
                <c:pt idx="391">
                  <c:v>20.588139887720317</c:v>
                </c:pt>
                <c:pt idx="392">
                  <c:v>20.867922967439039</c:v>
                </c:pt>
                <c:pt idx="393">
                  <c:v>21.086806121629554</c:v>
                </c:pt>
                <c:pt idx="394">
                  <c:v>21.304707653043067</c:v>
                </c:pt>
                <c:pt idx="395">
                  <c:v>21.403211453861864</c:v>
                </c:pt>
                <c:pt idx="396">
                  <c:v>21.375143768563213</c:v>
                </c:pt>
                <c:pt idx="397">
                  <c:v>21.288964238449093</c:v>
                </c:pt>
                <c:pt idx="398">
                  <c:v>21.178524363007213</c:v>
                </c:pt>
                <c:pt idx="399">
                  <c:v>21.065240417928901</c:v>
                </c:pt>
                <c:pt idx="400">
                  <c:v>20.920766077531525</c:v>
                </c:pt>
                <c:pt idx="401">
                  <c:v>20.866856569419834</c:v>
                </c:pt>
                <c:pt idx="402">
                  <c:v>20.812465053502493</c:v>
                </c:pt>
                <c:pt idx="403">
                  <c:v>20.74408841741019</c:v>
                </c:pt>
                <c:pt idx="404">
                  <c:v>20.682385223172222</c:v>
                </c:pt>
                <c:pt idx="405">
                  <c:v>20.626523648659351</c:v>
                </c:pt>
                <c:pt idx="406">
                  <c:v>20.55674826765053</c:v>
                </c:pt>
                <c:pt idx="407">
                  <c:v>20.485576889933601</c:v>
                </c:pt>
                <c:pt idx="408">
                  <c:v>20.393241140102173</c:v>
                </c:pt>
                <c:pt idx="409">
                  <c:v>20.322794450966651</c:v>
                </c:pt>
                <c:pt idx="410">
                  <c:v>20.272736137710766</c:v>
                </c:pt>
                <c:pt idx="411">
                  <c:v>20.220751539974881</c:v>
                </c:pt>
                <c:pt idx="412">
                  <c:v>20.178316023191524</c:v>
                </c:pt>
                <c:pt idx="413">
                  <c:v>20.145267291680678</c:v>
                </c:pt>
                <c:pt idx="414">
                  <c:v>20.132985164053135</c:v>
                </c:pt>
                <c:pt idx="415">
                  <c:v>20.127571659301157</c:v>
                </c:pt>
                <c:pt idx="416">
                  <c:v>20.121198796918204</c:v>
                </c:pt>
                <c:pt idx="417">
                  <c:v>20.100357362580731</c:v>
                </c:pt>
                <c:pt idx="418">
                  <c:v>20.048154104691463</c:v>
                </c:pt>
                <c:pt idx="419">
                  <c:v>20.067368323087951</c:v>
                </c:pt>
                <c:pt idx="420">
                  <c:v>20.08983587000732</c:v>
                </c:pt>
                <c:pt idx="421">
                  <c:v>20.082924137523701</c:v>
                </c:pt>
                <c:pt idx="422">
                  <c:v>20.069884697984939</c:v>
                </c:pt>
                <c:pt idx="423">
                  <c:v>20.059381295842677</c:v>
                </c:pt>
                <c:pt idx="424">
                  <c:v>20.058363410688724</c:v>
                </c:pt>
                <c:pt idx="425">
                  <c:v>20.064995885605963</c:v>
                </c:pt>
                <c:pt idx="426">
                  <c:v>20.070514975127317</c:v>
                </c:pt>
                <c:pt idx="427">
                  <c:v>20.052984904836531</c:v>
                </c:pt>
                <c:pt idx="428">
                  <c:v>20.022273472168475</c:v>
                </c:pt>
                <c:pt idx="429">
                  <c:v>20.044960305157336</c:v>
                </c:pt>
                <c:pt idx="430">
                  <c:v>20.049691963102088</c:v>
                </c:pt>
                <c:pt idx="431">
                  <c:v>20.03814240768768</c:v>
                </c:pt>
                <c:pt idx="432">
                  <c:v>20.057183544268419</c:v>
                </c:pt>
                <c:pt idx="433">
                  <c:v>20.044002994126473</c:v>
                </c:pt>
                <c:pt idx="434">
                  <c:v>20.017879328567972</c:v>
                </c:pt>
                <c:pt idx="435">
                  <c:v>19.941357285165097</c:v>
                </c:pt>
                <c:pt idx="436">
                  <c:v>19.950944433461963</c:v>
                </c:pt>
                <c:pt idx="437">
                  <c:v>20.108725168073903</c:v>
                </c:pt>
                <c:pt idx="438">
                  <c:v>20.187851491196511</c:v>
                </c:pt>
                <c:pt idx="439">
                  <c:v>20.275632772655346</c:v>
                </c:pt>
                <c:pt idx="440">
                  <c:v>20.257063105199741</c:v>
                </c:pt>
                <c:pt idx="441">
                  <c:v>20.224243674416119</c:v>
                </c:pt>
                <c:pt idx="442">
                  <c:v>20.283015811234787</c:v>
                </c:pt>
                <c:pt idx="443">
                  <c:v>20.289552122147896</c:v>
                </c:pt>
                <c:pt idx="444">
                  <c:v>20.268629219734258</c:v>
                </c:pt>
                <c:pt idx="445">
                  <c:v>20.324798803197165</c:v>
                </c:pt>
                <c:pt idx="446">
                  <c:v>20.330631013801966</c:v>
                </c:pt>
                <c:pt idx="447">
                  <c:v>20.366996588308879</c:v>
                </c:pt>
                <c:pt idx="448">
                  <c:v>20.412604876756362</c:v>
                </c:pt>
                <c:pt idx="449">
                  <c:v>20.417943714083478</c:v>
                </c:pt>
                <c:pt idx="450">
                  <c:v>20.363858437083636</c:v>
                </c:pt>
                <c:pt idx="451">
                  <c:v>20.350008840846687</c:v>
                </c:pt>
                <c:pt idx="452">
                  <c:v>20.38443683527127</c:v>
                </c:pt>
                <c:pt idx="453">
                  <c:v>20.403460003692846</c:v>
                </c:pt>
                <c:pt idx="454">
                  <c:v>20.386983027064915</c:v>
                </c:pt>
                <c:pt idx="455">
                  <c:v>20.382965495731145</c:v>
                </c:pt>
                <c:pt idx="456">
                  <c:v>20.410867077450845</c:v>
                </c:pt>
                <c:pt idx="457">
                  <c:v>20.414340347071704</c:v>
                </c:pt>
                <c:pt idx="458">
                  <c:v>20.41822468345763</c:v>
                </c:pt>
                <c:pt idx="459">
                  <c:v>20.404309991945418</c:v>
                </c:pt>
                <c:pt idx="460">
                  <c:v>20.41296521811552</c:v>
                </c:pt>
                <c:pt idx="461">
                  <c:v>20.426184053944628</c:v>
                </c:pt>
                <c:pt idx="462">
                  <c:v>20.431795895499516</c:v>
                </c:pt>
                <c:pt idx="463">
                  <c:v>20.450109071267658</c:v>
                </c:pt>
                <c:pt idx="464">
                  <c:v>20.444469188671121</c:v>
                </c:pt>
                <c:pt idx="465">
                  <c:v>20.437009386575664</c:v>
                </c:pt>
                <c:pt idx="466">
                  <c:v>20.436585230885839</c:v>
                </c:pt>
                <c:pt idx="467">
                  <c:v>20.448108981089156</c:v>
                </c:pt>
                <c:pt idx="468">
                  <c:v>20.455048207301736</c:v>
                </c:pt>
                <c:pt idx="469">
                  <c:v>20.453771827528776</c:v>
                </c:pt>
                <c:pt idx="470">
                  <c:v>20.470347250571209</c:v>
                </c:pt>
                <c:pt idx="471">
                  <c:v>20.483238024844923</c:v>
                </c:pt>
                <c:pt idx="472">
                  <c:v>20.494483553882489</c:v>
                </c:pt>
                <c:pt idx="473">
                  <c:v>20.509240128761483</c:v>
                </c:pt>
                <c:pt idx="474">
                  <c:v>20.516336328911542</c:v>
                </c:pt>
                <c:pt idx="475">
                  <c:v>20.543900859173789</c:v>
                </c:pt>
                <c:pt idx="476">
                  <c:v>20.550470754125154</c:v>
                </c:pt>
                <c:pt idx="477">
                  <c:v>20.562781982484875</c:v>
                </c:pt>
                <c:pt idx="478">
                  <c:v>20.568675631850375</c:v>
                </c:pt>
                <c:pt idx="479">
                  <c:v>20.575293457419445</c:v>
                </c:pt>
                <c:pt idx="480">
                  <c:v>20.571808356528521</c:v>
                </c:pt>
                <c:pt idx="481">
                  <c:v>20.579669769688955</c:v>
                </c:pt>
                <c:pt idx="482">
                  <c:v>20.590954844979617</c:v>
                </c:pt>
                <c:pt idx="483">
                  <c:v>20.599206037934962</c:v>
                </c:pt>
                <c:pt idx="484">
                  <c:v>20.608546080374754</c:v>
                </c:pt>
                <c:pt idx="485">
                  <c:v>20.610140460465576</c:v>
                </c:pt>
                <c:pt idx="486">
                  <c:v>20.613244026186791</c:v>
                </c:pt>
                <c:pt idx="487">
                  <c:v>20.615732691923231</c:v>
                </c:pt>
                <c:pt idx="488">
                  <c:v>20.621979509358162</c:v>
                </c:pt>
                <c:pt idx="489">
                  <c:v>20.620555564768004</c:v>
                </c:pt>
                <c:pt idx="490">
                  <c:v>20.628068887057577</c:v>
                </c:pt>
                <c:pt idx="491">
                  <c:v>20.639971843440435</c:v>
                </c:pt>
                <c:pt idx="492">
                  <c:v>20.637694510272055</c:v>
                </c:pt>
                <c:pt idx="493">
                  <c:v>20.638886906659476</c:v>
                </c:pt>
                <c:pt idx="494">
                  <c:v>20.645719604861664</c:v>
                </c:pt>
                <c:pt idx="495">
                  <c:v>20.650388950674408</c:v>
                </c:pt>
                <c:pt idx="496">
                  <c:v>20.655077999743998</c:v>
                </c:pt>
                <c:pt idx="497">
                  <c:v>20.656144164864184</c:v>
                </c:pt>
                <c:pt idx="498">
                  <c:v>20.664768322305409</c:v>
                </c:pt>
                <c:pt idx="499">
                  <c:v>20.661479182647419</c:v>
                </c:pt>
                <c:pt idx="500">
                  <c:v>20.66714342648114</c:v>
                </c:pt>
                <c:pt idx="501">
                  <c:v>20.667787578582455</c:v>
                </c:pt>
                <c:pt idx="502">
                  <c:v>20.657656424761598</c:v>
                </c:pt>
                <c:pt idx="503">
                  <c:v>20.661153682981212</c:v>
                </c:pt>
                <c:pt idx="504">
                  <c:v>20.663813762394184</c:v>
                </c:pt>
                <c:pt idx="505">
                  <c:v>20.6856701240681</c:v>
                </c:pt>
                <c:pt idx="506">
                  <c:v>20.693217775672785</c:v>
                </c:pt>
                <c:pt idx="507">
                  <c:v>20.69035088193268</c:v>
                </c:pt>
                <c:pt idx="508">
                  <c:v>20.703074015493932</c:v>
                </c:pt>
                <c:pt idx="509">
                  <c:v>20.719503177953669</c:v>
                </c:pt>
                <c:pt idx="510">
                  <c:v>20.738372982372525</c:v>
                </c:pt>
                <c:pt idx="511">
                  <c:v>20.753874042249372</c:v>
                </c:pt>
                <c:pt idx="512">
                  <c:v>20.78089861943052</c:v>
                </c:pt>
                <c:pt idx="513">
                  <c:v>20.808890892027456</c:v>
                </c:pt>
                <c:pt idx="514">
                  <c:v>20.829738707798001</c:v>
                </c:pt>
                <c:pt idx="515">
                  <c:v>20.873878661102676</c:v>
                </c:pt>
                <c:pt idx="516">
                  <c:v>20.903074695559063</c:v>
                </c:pt>
                <c:pt idx="517">
                  <c:v>20.905640776928763</c:v>
                </c:pt>
                <c:pt idx="518">
                  <c:v>20.93785024518677</c:v>
                </c:pt>
                <c:pt idx="519">
                  <c:v>20.972137917953589</c:v>
                </c:pt>
                <c:pt idx="520">
                  <c:v>21.002427366715153</c:v>
                </c:pt>
                <c:pt idx="521">
                  <c:v>21.010356739808756</c:v>
                </c:pt>
                <c:pt idx="522">
                  <c:v>21.030433100875271</c:v>
                </c:pt>
                <c:pt idx="523">
                  <c:v>21.055100553684806</c:v>
                </c:pt>
                <c:pt idx="524">
                  <c:v>21.06393730134878</c:v>
                </c:pt>
                <c:pt idx="525">
                  <c:v>21.093241959906713</c:v>
                </c:pt>
                <c:pt idx="526">
                  <c:v>21.103501906883992</c:v>
                </c:pt>
                <c:pt idx="527">
                  <c:v>21.096051839967448</c:v>
                </c:pt>
                <c:pt idx="528">
                  <c:v>21.088408653185972</c:v>
                </c:pt>
                <c:pt idx="529">
                  <c:v>21.084586687156811</c:v>
                </c:pt>
                <c:pt idx="530">
                  <c:v>21.072781129142875</c:v>
                </c:pt>
                <c:pt idx="531">
                  <c:v>21.049272581842111</c:v>
                </c:pt>
                <c:pt idx="532">
                  <c:v>21.045249111583409</c:v>
                </c:pt>
                <c:pt idx="533">
                  <c:v>21.040880950779496</c:v>
                </c:pt>
                <c:pt idx="534">
                  <c:v>21.022745104322922</c:v>
                </c:pt>
                <c:pt idx="535">
                  <c:v>21.019302018414674</c:v>
                </c:pt>
                <c:pt idx="536">
                  <c:v>21.017736378062551</c:v>
                </c:pt>
                <c:pt idx="537">
                  <c:v>21.031836177713501</c:v>
                </c:pt>
                <c:pt idx="538">
                  <c:v>21.054510108096817</c:v>
                </c:pt>
                <c:pt idx="539">
                  <c:v>21.053388559590381</c:v>
                </c:pt>
                <c:pt idx="540">
                  <c:v>21.07707392382488</c:v>
                </c:pt>
                <c:pt idx="541">
                  <c:v>21.097097556553937</c:v>
                </c:pt>
                <c:pt idx="542">
                  <c:v>21.109762046142698</c:v>
                </c:pt>
                <c:pt idx="543">
                  <c:v>21.128517776623013</c:v>
                </c:pt>
                <c:pt idx="544">
                  <c:v>21.155489998105132</c:v>
                </c:pt>
                <c:pt idx="545">
                  <c:v>21.184793072949745</c:v>
                </c:pt>
                <c:pt idx="546">
                  <c:v>21.201020544860729</c:v>
                </c:pt>
                <c:pt idx="547">
                  <c:v>21.251537459571058</c:v>
                </c:pt>
                <c:pt idx="548">
                  <c:v>21.26694587221893</c:v>
                </c:pt>
                <c:pt idx="549">
                  <c:v>21.251035329290328</c:v>
                </c:pt>
                <c:pt idx="550">
                  <c:v>21.286383810499945</c:v>
                </c:pt>
                <c:pt idx="551">
                  <c:v>21.318168098312452</c:v>
                </c:pt>
                <c:pt idx="552">
                  <c:v>21.315110506857199</c:v>
                </c:pt>
                <c:pt idx="553">
                  <c:v>21.330563449797125</c:v>
                </c:pt>
                <c:pt idx="554">
                  <c:v>21.351115856454459</c:v>
                </c:pt>
                <c:pt idx="555">
                  <c:v>21.344138295063676</c:v>
                </c:pt>
                <c:pt idx="556">
                  <c:v>21.336395893300949</c:v>
                </c:pt>
                <c:pt idx="557">
                  <c:v>21.340664559644786</c:v>
                </c:pt>
                <c:pt idx="558">
                  <c:v>21.316640001281876</c:v>
                </c:pt>
                <c:pt idx="559">
                  <c:v>21.26915692232706</c:v>
                </c:pt>
                <c:pt idx="560">
                  <c:v>21.257266589070923</c:v>
                </c:pt>
                <c:pt idx="561">
                  <c:v>21.208000528401289</c:v>
                </c:pt>
                <c:pt idx="562">
                  <c:v>21.171357035497351</c:v>
                </c:pt>
                <c:pt idx="563">
                  <c:v>21.175951760465036</c:v>
                </c:pt>
                <c:pt idx="564">
                  <c:v>21.175120124655006</c:v>
                </c:pt>
                <c:pt idx="565">
                  <c:v>21.120804254338395</c:v>
                </c:pt>
                <c:pt idx="566">
                  <c:v>21.086845807622058</c:v>
                </c:pt>
                <c:pt idx="567">
                  <c:v>21.080237624072293</c:v>
                </c:pt>
                <c:pt idx="568">
                  <c:v>21.11961069345589</c:v>
                </c:pt>
                <c:pt idx="569">
                  <c:v>21.140574586096523</c:v>
                </c:pt>
                <c:pt idx="570">
                  <c:v>21.13465708787168</c:v>
                </c:pt>
                <c:pt idx="571">
                  <c:v>21.115163905943824</c:v>
                </c:pt>
                <c:pt idx="572">
                  <c:v>21.06797083284502</c:v>
                </c:pt>
                <c:pt idx="573">
                  <c:v>20.995465735617135</c:v>
                </c:pt>
                <c:pt idx="574">
                  <c:v>20.988641794417987</c:v>
                </c:pt>
                <c:pt idx="575">
                  <c:v>20.979793308643554</c:v>
                </c:pt>
                <c:pt idx="576">
                  <c:v>20.89854471651811</c:v>
                </c:pt>
                <c:pt idx="577">
                  <c:v>20.803955389218043</c:v>
                </c:pt>
                <c:pt idx="578">
                  <c:v>20.802747574915696</c:v>
                </c:pt>
                <c:pt idx="579">
                  <c:v>20.732763004009776</c:v>
                </c:pt>
                <c:pt idx="580">
                  <c:v>20.626884083178116</c:v>
                </c:pt>
                <c:pt idx="581">
                  <c:v>20.55897720440317</c:v>
                </c:pt>
                <c:pt idx="582">
                  <c:v>20.213818415716545</c:v>
                </c:pt>
                <c:pt idx="583">
                  <c:v>19.907969965063284</c:v>
                </c:pt>
                <c:pt idx="584">
                  <c:v>19.771703766237952</c:v>
                </c:pt>
                <c:pt idx="585">
                  <c:v>19.754677939786475</c:v>
                </c:pt>
                <c:pt idx="586">
                  <c:v>19.73066355911061</c:v>
                </c:pt>
                <c:pt idx="587">
                  <c:v>20.089247846569108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96A0-42C5-857B-5B109011262B}"/>
            </c:ext>
          </c:extLst>
        </c:ser>
        <c:ser>
          <c:idx val="10"/>
          <c:order val="1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Shifted!$L$2:$L$589</c:f>
              <c:numCache>
                <c:formatCode>General</c:formatCode>
                <c:ptCount val="588"/>
                <c:pt idx="0">
                  <c:v>21.739522979550149</c:v>
                </c:pt>
                <c:pt idx="1">
                  <c:v>21.981958113312128</c:v>
                </c:pt>
                <c:pt idx="2">
                  <c:v>22.011088267902224</c:v>
                </c:pt>
                <c:pt idx="3">
                  <c:v>22.045285144357724</c:v>
                </c:pt>
                <c:pt idx="4">
                  <c:v>22.0581064127161</c:v>
                </c:pt>
                <c:pt idx="5">
                  <c:v>22.160296697250892</c:v>
                </c:pt>
                <c:pt idx="6">
                  <c:v>22.135127323214263</c:v>
                </c:pt>
                <c:pt idx="7">
                  <c:v>22.090774363121437</c:v>
                </c:pt>
                <c:pt idx="8">
                  <c:v>22.10732077429072</c:v>
                </c:pt>
                <c:pt idx="9">
                  <c:v>22.11396230249046</c:v>
                </c:pt>
                <c:pt idx="10">
                  <c:v>22.124865803278379</c:v>
                </c:pt>
                <c:pt idx="11">
                  <c:v>22.164017044870839</c:v>
                </c:pt>
                <c:pt idx="12">
                  <c:v>22.159168840886881</c:v>
                </c:pt>
                <c:pt idx="13">
                  <c:v>22.156690267584352</c:v>
                </c:pt>
                <c:pt idx="14">
                  <c:v>22.158030467699763</c:v>
                </c:pt>
                <c:pt idx="15">
                  <c:v>22.178306456588235</c:v>
                </c:pt>
                <c:pt idx="16">
                  <c:v>22.19111073161335</c:v>
                </c:pt>
                <c:pt idx="17">
                  <c:v>22.187387827701979</c:v>
                </c:pt>
                <c:pt idx="18">
                  <c:v>22.167177667606765</c:v>
                </c:pt>
                <c:pt idx="19">
                  <c:v>22.174669625925695</c:v>
                </c:pt>
                <c:pt idx="20">
                  <c:v>22.195931331081187</c:v>
                </c:pt>
                <c:pt idx="21">
                  <c:v>22.216703291974941</c:v>
                </c:pt>
                <c:pt idx="22">
                  <c:v>22.2192081659134</c:v>
                </c:pt>
                <c:pt idx="23">
                  <c:v>22.206411731325741</c:v>
                </c:pt>
                <c:pt idx="24">
                  <c:v>22.216162181696252</c:v>
                </c:pt>
                <c:pt idx="25">
                  <c:v>22.221702402934525</c:v>
                </c:pt>
                <c:pt idx="26">
                  <c:v>22.223739098103326</c:v>
                </c:pt>
                <c:pt idx="27">
                  <c:v>22.233716457939465</c:v>
                </c:pt>
                <c:pt idx="28">
                  <c:v>22.230838245358822</c:v>
                </c:pt>
                <c:pt idx="29">
                  <c:v>22.244210034236463</c:v>
                </c:pt>
                <c:pt idx="30">
                  <c:v>22.244854168206444</c:v>
                </c:pt>
                <c:pt idx="31">
                  <c:v>22.245532563344042</c:v>
                </c:pt>
                <c:pt idx="32">
                  <c:v>22.255485338176083</c:v>
                </c:pt>
                <c:pt idx="33">
                  <c:v>22.276610084442712</c:v>
                </c:pt>
                <c:pt idx="34">
                  <c:v>22.284600004899843</c:v>
                </c:pt>
                <c:pt idx="35">
                  <c:v>22.2973288779061</c:v>
                </c:pt>
                <c:pt idx="36">
                  <c:v>22.288319649110743</c:v>
                </c:pt>
                <c:pt idx="37">
                  <c:v>22.27971256441597</c:v>
                </c:pt>
                <c:pt idx="38">
                  <c:v>22.313124528587263</c:v>
                </c:pt>
                <c:pt idx="39">
                  <c:v>22.334779748215247</c:v>
                </c:pt>
                <c:pt idx="40">
                  <c:v>22.338962630176137</c:v>
                </c:pt>
                <c:pt idx="41">
                  <c:v>22.351274656117042</c:v>
                </c:pt>
                <c:pt idx="42">
                  <c:v>22.368985638171463</c:v>
                </c:pt>
                <c:pt idx="43">
                  <c:v>22.383002796274003</c:v>
                </c:pt>
                <c:pt idx="44">
                  <c:v>22.40639550487991</c:v>
                </c:pt>
                <c:pt idx="45">
                  <c:v>22.40893457136071</c:v>
                </c:pt>
                <c:pt idx="46">
                  <c:v>22.424797371871637</c:v>
                </c:pt>
                <c:pt idx="47">
                  <c:v>22.439058252631728</c:v>
                </c:pt>
                <c:pt idx="48">
                  <c:v>22.44828591567148</c:v>
                </c:pt>
                <c:pt idx="49">
                  <c:v>22.459913953515024</c:v>
                </c:pt>
                <c:pt idx="50">
                  <c:v>22.460315239799691</c:v>
                </c:pt>
                <c:pt idx="51">
                  <c:v>22.468678807712738</c:v>
                </c:pt>
                <c:pt idx="52">
                  <c:v>22.488992849315164</c:v>
                </c:pt>
                <c:pt idx="53">
                  <c:v>22.504219116105109</c:v>
                </c:pt>
                <c:pt idx="54">
                  <c:v>22.522408690814391</c:v>
                </c:pt>
                <c:pt idx="55">
                  <c:v>22.541157149748102</c:v>
                </c:pt>
                <c:pt idx="56">
                  <c:v>22.550278889678765</c:v>
                </c:pt>
                <c:pt idx="57">
                  <c:v>22.550487785010194</c:v>
                </c:pt>
                <c:pt idx="58">
                  <c:v>22.55094843215613</c:v>
                </c:pt>
                <c:pt idx="59">
                  <c:v>22.580677277918149</c:v>
                </c:pt>
                <c:pt idx="60">
                  <c:v>22.588819941076967</c:v>
                </c:pt>
                <c:pt idx="61">
                  <c:v>22.6100868445969</c:v>
                </c:pt>
                <c:pt idx="62">
                  <c:v>22.621358271208589</c:v>
                </c:pt>
                <c:pt idx="63">
                  <c:v>22.656473960723424</c:v>
                </c:pt>
                <c:pt idx="64">
                  <c:v>22.681814940833689</c:v>
                </c:pt>
                <c:pt idx="65">
                  <c:v>22.696211562384043</c:v>
                </c:pt>
                <c:pt idx="66">
                  <c:v>22.722696319921692</c:v>
                </c:pt>
                <c:pt idx="67">
                  <c:v>22.758361560623804</c:v>
                </c:pt>
                <c:pt idx="68">
                  <c:v>22.774320916894037</c:v>
                </c:pt>
                <c:pt idx="69">
                  <c:v>22.793441290495515</c:v>
                </c:pt>
                <c:pt idx="70">
                  <c:v>22.81533645839102</c:v>
                </c:pt>
                <c:pt idx="71">
                  <c:v>22.817806899598686</c:v>
                </c:pt>
                <c:pt idx="72">
                  <c:v>22.835624696890747</c:v>
                </c:pt>
                <c:pt idx="73">
                  <c:v>22.864545033997302</c:v>
                </c:pt>
                <c:pt idx="74">
                  <c:v>22.892528361624446</c:v>
                </c:pt>
                <c:pt idx="75">
                  <c:v>22.89838326405269</c:v>
                </c:pt>
                <c:pt idx="76">
                  <c:v>22.954547079716694</c:v>
                </c:pt>
                <c:pt idx="77">
                  <c:v>22.943114589588955</c:v>
                </c:pt>
                <c:pt idx="78">
                  <c:v>22.959923389490079</c:v>
                </c:pt>
                <c:pt idx="79">
                  <c:v>22.977970738320785</c:v>
                </c:pt>
                <c:pt idx="80">
                  <c:v>22.970189455850306</c:v>
                </c:pt>
                <c:pt idx="81">
                  <c:v>22.99373437531203</c:v>
                </c:pt>
                <c:pt idx="82">
                  <c:v>23.000982713911323</c:v>
                </c:pt>
                <c:pt idx="83">
                  <c:v>22.996941028449911</c:v>
                </c:pt>
                <c:pt idx="84">
                  <c:v>23.013921528784426</c:v>
                </c:pt>
                <c:pt idx="85">
                  <c:v>23.025112183449629</c:v>
                </c:pt>
                <c:pt idx="86">
                  <c:v>23.002890908256177</c:v>
                </c:pt>
                <c:pt idx="87">
                  <c:v>23.015220262078543</c:v>
                </c:pt>
                <c:pt idx="88">
                  <c:v>23.011953699077218</c:v>
                </c:pt>
                <c:pt idx="89">
                  <c:v>23.001646594803653</c:v>
                </c:pt>
                <c:pt idx="90">
                  <c:v>22.988912626370865</c:v>
                </c:pt>
                <c:pt idx="91">
                  <c:v>23.013960096187926</c:v>
                </c:pt>
                <c:pt idx="92">
                  <c:v>22.981499998867683</c:v>
                </c:pt>
                <c:pt idx="93">
                  <c:v>22.975543050658285</c:v>
                </c:pt>
                <c:pt idx="94">
                  <c:v>22.980044250948623</c:v>
                </c:pt>
                <c:pt idx="95">
                  <c:v>22.970888816008848</c:v>
                </c:pt>
                <c:pt idx="96">
                  <c:v>22.962856090537596</c:v>
                </c:pt>
                <c:pt idx="97">
                  <c:v>22.944286572003591</c:v>
                </c:pt>
                <c:pt idx="98">
                  <c:v>22.922777627145305</c:v>
                </c:pt>
                <c:pt idx="99">
                  <c:v>22.912506551140137</c:v>
                </c:pt>
                <c:pt idx="100">
                  <c:v>22.902304855286111</c:v>
                </c:pt>
                <c:pt idx="101">
                  <c:v>22.891332566240028</c:v>
                </c:pt>
                <c:pt idx="102">
                  <c:v>22.879886351057664</c:v>
                </c:pt>
                <c:pt idx="103">
                  <c:v>22.868786350378272</c:v>
                </c:pt>
                <c:pt idx="104">
                  <c:v>22.851109234896143</c:v>
                </c:pt>
                <c:pt idx="105">
                  <c:v>22.820601801097744</c:v>
                </c:pt>
                <c:pt idx="106">
                  <c:v>22.808678914768166</c:v>
                </c:pt>
                <c:pt idx="107">
                  <c:v>22.784735145218971</c:v>
                </c:pt>
                <c:pt idx="108">
                  <c:v>22.756209197557133</c:v>
                </c:pt>
                <c:pt idx="109">
                  <c:v>22.728389335330604</c:v>
                </c:pt>
                <c:pt idx="110">
                  <c:v>22.711552536318038</c:v>
                </c:pt>
                <c:pt idx="111">
                  <c:v>22.691715097237552</c:v>
                </c:pt>
                <c:pt idx="112">
                  <c:v>22.659097985292366</c:v>
                </c:pt>
                <c:pt idx="113">
                  <c:v>22.648602298768225</c:v>
                </c:pt>
                <c:pt idx="114">
                  <c:v>22.634703622199751</c:v>
                </c:pt>
                <c:pt idx="115">
                  <c:v>22.617353094392485</c:v>
                </c:pt>
                <c:pt idx="116">
                  <c:v>22.589527261767191</c:v>
                </c:pt>
                <c:pt idx="117">
                  <c:v>22.584554743100949</c:v>
                </c:pt>
                <c:pt idx="118">
                  <c:v>22.556724792959265</c:v>
                </c:pt>
                <c:pt idx="119">
                  <c:v>22.532210164075479</c:v>
                </c:pt>
                <c:pt idx="120">
                  <c:v>22.510313932488238</c:v>
                </c:pt>
                <c:pt idx="121">
                  <c:v>22.508480505378472</c:v>
                </c:pt>
                <c:pt idx="122">
                  <c:v>22.503354883727855</c:v>
                </c:pt>
                <c:pt idx="123">
                  <c:v>22.496693497089705</c:v>
                </c:pt>
                <c:pt idx="124">
                  <c:v>22.494689090111912</c:v>
                </c:pt>
                <c:pt idx="125">
                  <c:v>22.491956671924051</c:v>
                </c:pt>
                <c:pt idx="126">
                  <c:v>22.484325850364925</c:v>
                </c:pt>
                <c:pt idx="127">
                  <c:v>22.478937771357199</c:v>
                </c:pt>
                <c:pt idx="128">
                  <c:v>22.479370076265326</c:v>
                </c:pt>
                <c:pt idx="129">
                  <c:v>22.48951117600317</c:v>
                </c:pt>
                <c:pt idx="130">
                  <c:v>22.487345087881867</c:v>
                </c:pt>
                <c:pt idx="131">
                  <c:v>22.488067814945911</c:v>
                </c:pt>
                <c:pt idx="132">
                  <c:v>22.492684031194027</c:v>
                </c:pt>
                <c:pt idx="133">
                  <c:v>22.496219056263868</c:v>
                </c:pt>
                <c:pt idx="134">
                  <c:v>22.49653195319674</c:v>
                </c:pt>
                <c:pt idx="135">
                  <c:v>22.489038416496527</c:v>
                </c:pt>
                <c:pt idx="136">
                  <c:v>22.493467457312164</c:v>
                </c:pt>
                <c:pt idx="137">
                  <c:v>22.499991010089218</c:v>
                </c:pt>
                <c:pt idx="138">
                  <c:v>22.525442373951329</c:v>
                </c:pt>
                <c:pt idx="139">
                  <c:v>22.556921404366804</c:v>
                </c:pt>
                <c:pt idx="140">
                  <c:v>22.585011444293674</c:v>
                </c:pt>
                <c:pt idx="141">
                  <c:v>22.610231849799042</c:v>
                </c:pt>
                <c:pt idx="142">
                  <c:v>22.618336631807086</c:v>
                </c:pt>
                <c:pt idx="143">
                  <c:v>22.654797102174317</c:v>
                </c:pt>
                <c:pt idx="144">
                  <c:v>22.691894689577349</c:v>
                </c:pt>
                <c:pt idx="145">
                  <c:v>22.71132964143089</c:v>
                </c:pt>
                <c:pt idx="146">
                  <c:v>22.738244061803645</c:v>
                </c:pt>
                <c:pt idx="147">
                  <c:v>22.777356693101808</c:v>
                </c:pt>
                <c:pt idx="148">
                  <c:v>22.808961925394581</c:v>
                </c:pt>
                <c:pt idx="149">
                  <c:v>22.82461795795755</c:v>
                </c:pt>
                <c:pt idx="150">
                  <c:v>22.821513076099734</c:v>
                </c:pt>
                <c:pt idx="151">
                  <c:v>22.859235908366319</c:v>
                </c:pt>
                <c:pt idx="152">
                  <c:v>22.867269663216668</c:v>
                </c:pt>
                <c:pt idx="153">
                  <c:v>22.882861256648159</c:v>
                </c:pt>
                <c:pt idx="154">
                  <c:v>22.915285531575826</c:v>
                </c:pt>
                <c:pt idx="155">
                  <c:v>22.934597369689353</c:v>
                </c:pt>
                <c:pt idx="156">
                  <c:v>22.933367398918918</c:v>
                </c:pt>
                <c:pt idx="157">
                  <c:v>22.943737638443768</c:v>
                </c:pt>
                <c:pt idx="158">
                  <c:v>22.944386284525461</c:v>
                </c:pt>
                <c:pt idx="159">
                  <c:v>22.926926299407537</c:v>
                </c:pt>
                <c:pt idx="160">
                  <c:v>22.938703151155877</c:v>
                </c:pt>
                <c:pt idx="161">
                  <c:v>22.961396705479061</c:v>
                </c:pt>
                <c:pt idx="162">
                  <c:v>22.957208985436409</c:v>
                </c:pt>
                <c:pt idx="163">
                  <c:v>22.942742915109644</c:v>
                </c:pt>
                <c:pt idx="164">
                  <c:v>22.949952480429616</c:v>
                </c:pt>
                <c:pt idx="165">
                  <c:v>22.945218503212793</c:v>
                </c:pt>
                <c:pt idx="166">
                  <c:v>22.922832801864903</c:v>
                </c:pt>
                <c:pt idx="167">
                  <c:v>22.929931262867665</c:v>
                </c:pt>
                <c:pt idx="168">
                  <c:v>22.926969258828521</c:v>
                </c:pt>
                <c:pt idx="169">
                  <c:v>22.914649787045484</c:v>
                </c:pt>
                <c:pt idx="170">
                  <c:v>22.900538440755561</c:v>
                </c:pt>
                <c:pt idx="171">
                  <c:v>22.906584670445309</c:v>
                </c:pt>
                <c:pt idx="172">
                  <c:v>22.89751886011225</c:v>
                </c:pt>
                <c:pt idx="173">
                  <c:v>22.892125943022769</c:v>
                </c:pt>
                <c:pt idx="174">
                  <c:v>22.908980241479984</c:v>
                </c:pt>
                <c:pt idx="175">
                  <c:v>22.913245713957096</c:v>
                </c:pt>
                <c:pt idx="176">
                  <c:v>22.905930877468133</c:v>
                </c:pt>
                <c:pt idx="177">
                  <c:v>22.917101973930492</c:v>
                </c:pt>
                <c:pt idx="178">
                  <c:v>22.920428584045816</c:v>
                </c:pt>
                <c:pt idx="179">
                  <c:v>22.928272795891761</c:v>
                </c:pt>
                <c:pt idx="180">
                  <c:v>22.946324536739944</c:v>
                </c:pt>
                <c:pt idx="181">
                  <c:v>22.966844660037601</c:v>
                </c:pt>
                <c:pt idx="182">
                  <c:v>22.977115804668042</c:v>
                </c:pt>
                <c:pt idx="183">
                  <c:v>22.988964644327904</c:v>
                </c:pt>
                <c:pt idx="184">
                  <c:v>23.015965738420633</c:v>
                </c:pt>
                <c:pt idx="185">
                  <c:v>23.020898728929552</c:v>
                </c:pt>
                <c:pt idx="186">
                  <c:v>23.028505154204076</c:v>
                </c:pt>
                <c:pt idx="187">
                  <c:v>23.032158077493168</c:v>
                </c:pt>
                <c:pt idx="188">
                  <c:v>23.037230445931829</c:v>
                </c:pt>
                <c:pt idx="189">
                  <c:v>23.045991216925792</c:v>
                </c:pt>
                <c:pt idx="190">
                  <c:v>23.015758490095759</c:v>
                </c:pt>
                <c:pt idx="191">
                  <c:v>23.013621499090267</c:v>
                </c:pt>
                <c:pt idx="192">
                  <c:v>23.024834594219787</c:v>
                </c:pt>
                <c:pt idx="193">
                  <c:v>23.025253414261744</c:v>
                </c:pt>
                <c:pt idx="194">
                  <c:v>23.031880556888602</c:v>
                </c:pt>
                <c:pt idx="195">
                  <c:v>23.042541287194641</c:v>
                </c:pt>
                <c:pt idx="196">
                  <c:v>23.065078444520342</c:v>
                </c:pt>
                <c:pt idx="197">
                  <c:v>23.07908074525125</c:v>
                </c:pt>
                <c:pt idx="198">
                  <c:v>23.100397539344755</c:v>
                </c:pt>
                <c:pt idx="199">
                  <c:v>23.136705249853982</c:v>
                </c:pt>
                <c:pt idx="200">
                  <c:v>23.148222492194048</c:v>
                </c:pt>
                <c:pt idx="201">
                  <c:v>23.163196458167302</c:v>
                </c:pt>
                <c:pt idx="202">
                  <c:v>23.224930655877127</c:v>
                </c:pt>
                <c:pt idx="203">
                  <c:v>23.280251821812282</c:v>
                </c:pt>
                <c:pt idx="204">
                  <c:v>23.307936766751823</c:v>
                </c:pt>
                <c:pt idx="205">
                  <c:v>23.358379224769109</c:v>
                </c:pt>
                <c:pt idx="206">
                  <c:v>23.396364274204355</c:v>
                </c:pt>
                <c:pt idx="207">
                  <c:v>23.382403285887879</c:v>
                </c:pt>
                <c:pt idx="208">
                  <c:v>23.356743198257522</c:v>
                </c:pt>
                <c:pt idx="209">
                  <c:v>23.332422538708254</c:v>
                </c:pt>
                <c:pt idx="210">
                  <c:v>23.278746183319651</c:v>
                </c:pt>
                <c:pt idx="211">
                  <c:v>23.233044908172864</c:v>
                </c:pt>
                <c:pt idx="212">
                  <c:v>23.199152807278065</c:v>
                </c:pt>
                <c:pt idx="213">
                  <c:v>23.162983170818393</c:v>
                </c:pt>
                <c:pt idx="214">
                  <c:v>23.177454319415371</c:v>
                </c:pt>
                <c:pt idx="215">
                  <c:v>23.205881103557527</c:v>
                </c:pt>
                <c:pt idx="216">
                  <c:v>23.225562694642718</c:v>
                </c:pt>
                <c:pt idx="217">
                  <c:v>23.234140442033226</c:v>
                </c:pt>
                <c:pt idx="218">
                  <c:v>23.253849483227675</c:v>
                </c:pt>
                <c:pt idx="219">
                  <c:v>23.262368212883281</c:v>
                </c:pt>
                <c:pt idx="220">
                  <c:v>23.28343617173639</c:v>
                </c:pt>
                <c:pt idx="221">
                  <c:v>23.301586458476802</c:v>
                </c:pt>
                <c:pt idx="222">
                  <c:v>23.32939341915198</c:v>
                </c:pt>
                <c:pt idx="223">
                  <c:v>23.369302172243806</c:v>
                </c:pt>
                <c:pt idx="224">
                  <c:v>23.389882617156552</c:v>
                </c:pt>
                <c:pt idx="225">
                  <c:v>23.368743425269923</c:v>
                </c:pt>
                <c:pt idx="226">
                  <c:v>23.388485818347117</c:v>
                </c:pt>
                <c:pt idx="227">
                  <c:v>23.414613244087537</c:v>
                </c:pt>
                <c:pt idx="228">
                  <c:v>23.415838754215219</c:v>
                </c:pt>
                <c:pt idx="229">
                  <c:v>23.387060196922967</c:v>
                </c:pt>
                <c:pt idx="230">
                  <c:v>23.396571797030322</c:v>
                </c:pt>
                <c:pt idx="231">
                  <c:v>23.40295943745393</c:v>
                </c:pt>
                <c:pt idx="232">
                  <c:v>23.394847655668023</c:v>
                </c:pt>
                <c:pt idx="233">
                  <c:v>23.403589554711875</c:v>
                </c:pt>
                <c:pt idx="234">
                  <c:v>23.393214511417906</c:v>
                </c:pt>
                <c:pt idx="235">
                  <c:v>23.360636859004778</c:v>
                </c:pt>
                <c:pt idx="236">
                  <c:v>23.338070261436897</c:v>
                </c:pt>
                <c:pt idx="237">
                  <c:v>23.309750532720837</c:v>
                </c:pt>
                <c:pt idx="238">
                  <c:v>23.266977772479905</c:v>
                </c:pt>
                <c:pt idx="239">
                  <c:v>23.214327776676342</c:v>
                </c:pt>
                <c:pt idx="240">
                  <c:v>23.166409218954492</c:v>
                </c:pt>
                <c:pt idx="241">
                  <c:v>23.099833851351207</c:v>
                </c:pt>
                <c:pt idx="242">
                  <c:v>23.093302646856195</c:v>
                </c:pt>
                <c:pt idx="243">
                  <c:v>23.105027961024412</c:v>
                </c:pt>
                <c:pt idx="244">
                  <c:v>23.121329894658146</c:v>
                </c:pt>
                <c:pt idx="245">
                  <c:v>23.135990860760622</c:v>
                </c:pt>
                <c:pt idx="246">
                  <c:v>23.139840395457256</c:v>
                </c:pt>
                <c:pt idx="247">
                  <c:v>23.129319454832597</c:v>
                </c:pt>
                <c:pt idx="248">
                  <c:v>23.147312177945881</c:v>
                </c:pt>
                <c:pt idx="249">
                  <c:v>23.175936191123032</c:v>
                </c:pt>
                <c:pt idx="250">
                  <c:v>23.157971878872825</c:v>
                </c:pt>
                <c:pt idx="251">
                  <c:v>23.2226144156582</c:v>
                </c:pt>
                <c:pt idx="252">
                  <c:v>23.260413765104335</c:v>
                </c:pt>
                <c:pt idx="253">
                  <c:v>23.264715197224572</c:v>
                </c:pt>
                <c:pt idx="254">
                  <c:v>23.278916922999215</c:v>
                </c:pt>
                <c:pt idx="255">
                  <c:v>23.261946990956766</c:v>
                </c:pt>
                <c:pt idx="256">
                  <c:v>23.246121453969149</c:v>
                </c:pt>
                <c:pt idx="257">
                  <c:v>23.164319304886373</c:v>
                </c:pt>
                <c:pt idx="258">
                  <c:v>23.082279231981627</c:v>
                </c:pt>
                <c:pt idx="259">
                  <c:v>23</c:v>
                </c:pt>
                <c:pt idx="260">
                  <c:v>22.964791940867524</c:v>
                </c:pt>
                <c:pt idx="261">
                  <c:v>22.938788177869295</c:v>
                </c:pt>
                <c:pt idx="262">
                  <c:v>22.929508050808231</c:v>
                </c:pt>
                <c:pt idx="263">
                  <c:v>22.958284274841201</c:v>
                </c:pt>
                <c:pt idx="264">
                  <c:v>22.956117294591348</c:v>
                </c:pt>
                <c:pt idx="265">
                  <c:v>22.932749291083773</c:v>
                </c:pt>
                <c:pt idx="266">
                  <c:v>22.944907562100209</c:v>
                </c:pt>
                <c:pt idx="267">
                  <c:v>22.949526454733977</c:v>
                </c:pt>
                <c:pt idx="268">
                  <c:v>22.907439398222234</c:v>
                </c:pt>
                <c:pt idx="269">
                  <c:v>22.821731029967214</c:v>
                </c:pt>
                <c:pt idx="270">
                  <c:v>22.838980953124064</c:v>
                </c:pt>
                <c:pt idx="271">
                  <c:v>22.85771208417631</c:v>
                </c:pt>
                <c:pt idx="272">
                  <c:v>22.849506697517842</c:v>
                </c:pt>
                <c:pt idx="273">
                  <c:v>22.840312008921835</c:v>
                </c:pt>
                <c:pt idx="274">
                  <c:v>22.838919808005702</c:v>
                </c:pt>
                <c:pt idx="275">
                  <c:v>22.854770187342194</c:v>
                </c:pt>
                <c:pt idx="276">
                  <c:v>22.840920440593468</c:v>
                </c:pt>
                <c:pt idx="277">
                  <c:v>22.860501083901877</c:v>
                </c:pt>
                <c:pt idx="278">
                  <c:v>22.942136885322572</c:v>
                </c:pt>
                <c:pt idx="279">
                  <c:v>22.987201661061011</c:v>
                </c:pt>
                <c:pt idx="280">
                  <c:v>22.98725614952788</c:v>
                </c:pt>
                <c:pt idx="281">
                  <c:v>23.046364195285292</c:v>
                </c:pt>
                <c:pt idx="282">
                  <c:v>23.128812657190476</c:v>
                </c:pt>
                <c:pt idx="283">
                  <c:v>23.174587292754246</c:v>
                </c:pt>
                <c:pt idx="284">
                  <c:v>23.184357061139149</c:v>
                </c:pt>
                <c:pt idx="285">
                  <c:v>23.093223110164633</c:v>
                </c:pt>
                <c:pt idx="286">
                  <c:v>23.114840757455568</c:v>
                </c:pt>
                <c:pt idx="287">
                  <c:v>23.311557847914177</c:v>
                </c:pt>
                <c:pt idx="288">
                  <c:v>23.390335681209802</c:v>
                </c:pt>
                <c:pt idx="289">
                  <c:v>23.440371054106841</c:v>
                </c:pt>
                <c:pt idx="290">
                  <c:v>23.424087923797948</c:v>
                </c:pt>
                <c:pt idx="291">
                  <c:v>23.469604459709451</c:v>
                </c:pt>
                <c:pt idx="292">
                  <c:v>23.465511922920641</c:v>
                </c:pt>
                <c:pt idx="293">
                  <c:v>23.425089029282471</c:v>
                </c:pt>
                <c:pt idx="294">
                  <c:v>23.568390265889306</c:v>
                </c:pt>
                <c:pt idx="295">
                  <c:v>23.635746657726163</c:v>
                </c:pt>
                <c:pt idx="296">
                  <c:v>23.698711306583338</c:v>
                </c:pt>
                <c:pt idx="297">
                  <c:v>23.772556629746955</c:v>
                </c:pt>
                <c:pt idx="298">
                  <c:v>23.789173141632748</c:v>
                </c:pt>
                <c:pt idx="299">
                  <c:v>23.794524128680347</c:v>
                </c:pt>
                <c:pt idx="300">
                  <c:v>23.884889751096818</c:v>
                </c:pt>
                <c:pt idx="301">
                  <c:v>23.86477184052502</c:v>
                </c:pt>
                <c:pt idx="302">
                  <c:v>23.776601677846752</c:v>
                </c:pt>
                <c:pt idx="303">
                  <c:v>23.721463878641419</c:v>
                </c:pt>
                <c:pt idx="304">
                  <c:v>23.842543840054802</c:v>
                </c:pt>
                <c:pt idx="305">
                  <c:v>23.94813439106839</c:v>
                </c:pt>
                <c:pt idx="306">
                  <c:v>23.983716046187826</c:v>
                </c:pt>
                <c:pt idx="307">
                  <c:v>23.958128015094264</c:v>
                </c:pt>
                <c:pt idx="308">
                  <c:v>23.974440379769515</c:v>
                </c:pt>
                <c:pt idx="309">
                  <c:v>23.927601709345751</c:v>
                </c:pt>
                <c:pt idx="310">
                  <c:v>23.884551977502436</c:v>
                </c:pt>
                <c:pt idx="311">
                  <c:v>23.77320253081772</c:v>
                </c:pt>
                <c:pt idx="312">
                  <c:v>23.700356391630983</c:v>
                </c:pt>
                <c:pt idx="313">
                  <c:v>23.867707492459282</c:v>
                </c:pt>
                <c:pt idx="314">
                  <c:v>23.887997103464471</c:v>
                </c:pt>
                <c:pt idx="315">
                  <c:v>23.940992147141369</c:v>
                </c:pt>
                <c:pt idx="316">
                  <c:v>23.953615079882219</c:v>
                </c:pt>
                <c:pt idx="317">
                  <c:v>23.972912369437843</c:v>
                </c:pt>
                <c:pt idx="318">
                  <c:v>24.036697776561738</c:v>
                </c:pt>
                <c:pt idx="319">
                  <c:v>24.037385539049115</c:v>
                </c:pt>
                <c:pt idx="320">
                  <c:v>24.017912019792075</c:v>
                </c:pt>
                <c:pt idx="321">
                  <c:v>24.131985889820339</c:v>
                </c:pt>
                <c:pt idx="322">
                  <c:v>24.227202221043239</c:v>
                </c:pt>
                <c:pt idx="323">
                  <c:v>24.287404428155547</c:v>
                </c:pt>
                <c:pt idx="324">
                  <c:v>24.3404287061988</c:v>
                </c:pt>
                <c:pt idx="325">
                  <c:v>24.403710541068413</c:v>
                </c:pt>
                <c:pt idx="326">
                  <c:v>24.424402158923641</c:v>
                </c:pt>
                <c:pt idx="327">
                  <c:v>24.471240554846311</c:v>
                </c:pt>
                <c:pt idx="328">
                  <c:v>24.506017647263484</c:v>
                </c:pt>
                <c:pt idx="329">
                  <c:v>24.502868021727583</c:v>
                </c:pt>
                <c:pt idx="330">
                  <c:v>24.519308990164692</c:v>
                </c:pt>
                <c:pt idx="331">
                  <c:v>24.535966265462729</c:v>
                </c:pt>
                <c:pt idx="332">
                  <c:v>24.521669699560611</c:v>
                </c:pt>
                <c:pt idx="333">
                  <c:v>24.494273941522067</c:v>
                </c:pt>
                <c:pt idx="334">
                  <c:v>24.483986464076622</c:v>
                </c:pt>
                <c:pt idx="335">
                  <c:v>24.458399668237981</c:v>
                </c:pt>
                <c:pt idx="336">
                  <c:v>24.387931669266532</c:v>
                </c:pt>
                <c:pt idx="337">
                  <c:v>24.334987271041211</c:v>
                </c:pt>
                <c:pt idx="338">
                  <c:v>24.313500423520871</c:v>
                </c:pt>
                <c:pt idx="339">
                  <c:v>24.255769275243686</c:v>
                </c:pt>
                <c:pt idx="340">
                  <c:v>24.192800783371215</c:v>
                </c:pt>
                <c:pt idx="341">
                  <c:v>24.156597108776065</c:v>
                </c:pt>
                <c:pt idx="342">
                  <c:v>24.151707558065041</c:v>
                </c:pt>
                <c:pt idx="343">
                  <c:v>24.09835978048422</c:v>
                </c:pt>
                <c:pt idx="344">
                  <c:v>24.103236017892254</c:v>
                </c:pt>
                <c:pt idx="345">
                  <c:v>24.173885599336419</c:v>
                </c:pt>
                <c:pt idx="346">
                  <c:v>24.203625322204232</c:v>
                </c:pt>
                <c:pt idx="347">
                  <c:v>24.315741450440438</c:v>
                </c:pt>
                <c:pt idx="348">
                  <c:v>24.394034377556075</c:v>
                </c:pt>
                <c:pt idx="349">
                  <c:v>24.388942107788203</c:v>
                </c:pt>
                <c:pt idx="350">
                  <c:v>24.365240310952089</c:v>
                </c:pt>
                <c:pt idx="351">
                  <c:v>24.518112988904456</c:v>
                </c:pt>
                <c:pt idx="352">
                  <c:v>24.674919816515231</c:v>
                </c:pt>
                <c:pt idx="353">
                  <c:v>24.773924949068036</c:v>
                </c:pt>
                <c:pt idx="354">
                  <c:v>24.837090944476593</c:v>
                </c:pt>
                <c:pt idx="355">
                  <c:v>24.806398702817635</c:v>
                </c:pt>
                <c:pt idx="356">
                  <c:v>24.903786749434222</c:v>
                </c:pt>
                <c:pt idx="357">
                  <c:v>25.12784442321178</c:v>
                </c:pt>
                <c:pt idx="358">
                  <c:v>25.112855840055353</c:v>
                </c:pt>
                <c:pt idx="359">
                  <c:v>25.092268807116369</c:v>
                </c:pt>
                <c:pt idx="360">
                  <c:v>25.272192195233952</c:v>
                </c:pt>
                <c:pt idx="361">
                  <c:v>25.327858546293005</c:v>
                </c:pt>
                <c:pt idx="362">
                  <c:v>25.286398450276632</c:v>
                </c:pt>
                <c:pt idx="363">
                  <c:v>25.153879204833455</c:v>
                </c:pt>
                <c:pt idx="364">
                  <c:v>25.040474293967744</c:v>
                </c:pt>
                <c:pt idx="365">
                  <c:v>24.981434049980187</c:v>
                </c:pt>
                <c:pt idx="366">
                  <c:v>24.857856403125712</c:v>
                </c:pt>
                <c:pt idx="367">
                  <c:v>24.652941886540322</c:v>
                </c:pt>
                <c:pt idx="368">
                  <c:v>24.55962029910874</c:v>
                </c:pt>
                <c:pt idx="369">
                  <c:v>24.494559971660507</c:v>
                </c:pt>
                <c:pt idx="370">
                  <c:v>24.394639926966235</c:v>
                </c:pt>
                <c:pt idx="371">
                  <c:v>24.32394766060218</c:v>
                </c:pt>
                <c:pt idx="372">
                  <c:v>24.218873171642581</c:v>
                </c:pt>
                <c:pt idx="373">
                  <c:v>24.107714777718279</c:v>
                </c:pt>
                <c:pt idx="374">
                  <c:v>23.978864102126483</c:v>
                </c:pt>
                <c:pt idx="375">
                  <c:v>23.829324828191481</c:v>
                </c:pt>
                <c:pt idx="376">
                  <c:v>23.747861001705267</c:v>
                </c:pt>
                <c:pt idx="377">
                  <c:v>23.659292675192258</c:v>
                </c:pt>
                <c:pt idx="378">
                  <c:v>23.564412882308822</c:v>
                </c:pt>
                <c:pt idx="379">
                  <c:v>23.464034420789996</c:v>
                </c:pt>
                <c:pt idx="380">
                  <c:v>23.323186537697818</c:v>
                </c:pt>
                <c:pt idx="381">
                  <c:v>23.143591864638569</c:v>
                </c:pt>
                <c:pt idx="382">
                  <c:v>23.0236645333128</c:v>
                </c:pt>
                <c:pt idx="383">
                  <c:v>22.834677599496182</c:v>
                </c:pt>
                <c:pt idx="384">
                  <c:v>22.742744713091803</c:v>
                </c:pt>
                <c:pt idx="385">
                  <c:v>22.666429772223797</c:v>
                </c:pt>
                <c:pt idx="386">
                  <c:v>22.609036740667356</c:v>
                </c:pt>
                <c:pt idx="387">
                  <c:v>22.55572869711968</c:v>
                </c:pt>
                <c:pt idx="388">
                  <c:v>22.512387513741352</c:v>
                </c:pt>
                <c:pt idx="389">
                  <c:v>22.46959196990974</c:v>
                </c:pt>
                <c:pt idx="390">
                  <c:v>22.418657228495601</c:v>
                </c:pt>
                <c:pt idx="391">
                  <c:v>22.382078756971211</c:v>
                </c:pt>
                <c:pt idx="392">
                  <c:v>22.38533663887549</c:v>
                </c:pt>
                <c:pt idx="393">
                  <c:v>22.376303391234533</c:v>
                </c:pt>
                <c:pt idx="394">
                  <c:v>22.377465320046657</c:v>
                </c:pt>
                <c:pt idx="395">
                  <c:v>22.373820460227158</c:v>
                </c:pt>
                <c:pt idx="396">
                  <c:v>22.368882803199668</c:v>
                </c:pt>
                <c:pt idx="397">
                  <c:v>22.352807847656834</c:v>
                </c:pt>
                <c:pt idx="398">
                  <c:v>22.327927480379863</c:v>
                </c:pt>
                <c:pt idx="399">
                  <c:v>22.288020031168227</c:v>
                </c:pt>
                <c:pt idx="400">
                  <c:v>22.302606401598805</c:v>
                </c:pt>
                <c:pt idx="401">
                  <c:v>22.29277339502471</c:v>
                </c:pt>
                <c:pt idx="402">
                  <c:v>22.281984215363675</c:v>
                </c:pt>
                <c:pt idx="403">
                  <c:v>22.260702797598473</c:v>
                </c:pt>
                <c:pt idx="404">
                  <c:v>22.244466932946452</c:v>
                </c:pt>
                <c:pt idx="405">
                  <c:v>22.217884058424538</c:v>
                </c:pt>
                <c:pt idx="406">
                  <c:v>22.187790743836885</c:v>
                </c:pt>
                <c:pt idx="407">
                  <c:v>22.176933007527985</c:v>
                </c:pt>
                <c:pt idx="408">
                  <c:v>22.166705474258627</c:v>
                </c:pt>
                <c:pt idx="409">
                  <c:v>22.163579661692502</c:v>
                </c:pt>
                <c:pt idx="410">
                  <c:v>22.149635435098986</c:v>
                </c:pt>
                <c:pt idx="411">
                  <c:v>22.131969728568517</c:v>
                </c:pt>
                <c:pt idx="412">
                  <c:v>22.139011282063528</c:v>
                </c:pt>
                <c:pt idx="413">
                  <c:v>22.130128581115518</c:v>
                </c:pt>
                <c:pt idx="414">
                  <c:v>22.105328685549459</c:v>
                </c:pt>
                <c:pt idx="415">
                  <c:v>22.092286297982877</c:v>
                </c:pt>
                <c:pt idx="416">
                  <c:v>22.076782124571203</c:v>
                </c:pt>
                <c:pt idx="417">
                  <c:v>22.088109077607019</c:v>
                </c:pt>
                <c:pt idx="418">
                  <c:v>22.104715115560499</c:v>
                </c:pt>
                <c:pt idx="419">
                  <c:v>22.091735125523517</c:v>
                </c:pt>
                <c:pt idx="420">
                  <c:v>22.093601089590912</c:v>
                </c:pt>
                <c:pt idx="421">
                  <c:v>22.103431625655173</c:v>
                </c:pt>
                <c:pt idx="422">
                  <c:v>22.077138890209927</c:v>
                </c:pt>
                <c:pt idx="423">
                  <c:v>22.051679196955288</c:v>
                </c:pt>
                <c:pt idx="424">
                  <c:v>22.047440145208334</c:v>
                </c:pt>
                <c:pt idx="425">
                  <c:v>22.055557262609224</c:v>
                </c:pt>
                <c:pt idx="426">
                  <c:v>22.052433937709253</c:v>
                </c:pt>
                <c:pt idx="427">
                  <c:v>22.039565026255001</c:v>
                </c:pt>
                <c:pt idx="428">
                  <c:v>22.050225404856516</c:v>
                </c:pt>
                <c:pt idx="429">
                  <c:v>22.073228613568411</c:v>
                </c:pt>
                <c:pt idx="430">
                  <c:v>22.041324904228283</c:v>
                </c:pt>
                <c:pt idx="431">
                  <c:v>22.002418456222927</c:v>
                </c:pt>
                <c:pt idx="432">
                  <c:v>22.012476636525761</c:v>
                </c:pt>
                <c:pt idx="433">
                  <c:v>22.019465786046574</c:v>
                </c:pt>
                <c:pt idx="434">
                  <c:v>22.033318185591011</c:v>
                </c:pt>
                <c:pt idx="435">
                  <c:v>22.073894930657936</c:v>
                </c:pt>
                <c:pt idx="436">
                  <c:v>22.070621063354096</c:v>
                </c:pt>
                <c:pt idx="437">
                  <c:v>22.129721521729746</c:v>
                </c:pt>
                <c:pt idx="438">
                  <c:v>22.247124772618736</c:v>
                </c:pt>
                <c:pt idx="439">
                  <c:v>22.277461878489209</c:v>
                </c:pt>
                <c:pt idx="440">
                  <c:v>22.279094044829186</c:v>
                </c:pt>
                <c:pt idx="441">
                  <c:v>22.183492365541301</c:v>
                </c:pt>
                <c:pt idx="442">
                  <c:v>22.269979390457973</c:v>
                </c:pt>
                <c:pt idx="443">
                  <c:v>22.384126432183717</c:v>
                </c:pt>
                <c:pt idx="444">
                  <c:v>22.401983620382559</c:v>
                </c:pt>
                <c:pt idx="445">
                  <c:v>22.388261173515502</c:v>
                </c:pt>
                <c:pt idx="446">
                  <c:v>22.380665796909955</c:v>
                </c:pt>
                <c:pt idx="447">
                  <c:v>22.380540075409566</c:v>
                </c:pt>
                <c:pt idx="448">
                  <c:v>22.400133963395689</c:v>
                </c:pt>
                <c:pt idx="449">
                  <c:v>22.383849632144518</c:v>
                </c:pt>
                <c:pt idx="450">
                  <c:v>22.385497427890449</c:v>
                </c:pt>
                <c:pt idx="451">
                  <c:v>22.351964374424707</c:v>
                </c:pt>
                <c:pt idx="452">
                  <c:v>22.339732159676462</c:v>
                </c:pt>
                <c:pt idx="453">
                  <c:v>22.380839418850993</c:v>
                </c:pt>
                <c:pt idx="454">
                  <c:v>22.418807963908044</c:v>
                </c:pt>
                <c:pt idx="455">
                  <c:v>22.424827498366547</c:v>
                </c:pt>
                <c:pt idx="456">
                  <c:v>22.447641215542994</c:v>
                </c:pt>
                <c:pt idx="457">
                  <c:v>22.433931979041017</c:v>
                </c:pt>
                <c:pt idx="458">
                  <c:v>22.424411045896512</c:v>
                </c:pt>
                <c:pt idx="459">
                  <c:v>22.433566343585742</c:v>
                </c:pt>
                <c:pt idx="460">
                  <c:v>22.433494938989043</c:v>
                </c:pt>
                <c:pt idx="461">
                  <c:v>22.44319525859753</c:v>
                </c:pt>
                <c:pt idx="462">
                  <c:v>22.453020304639939</c:v>
                </c:pt>
                <c:pt idx="463">
                  <c:v>22.497791535772535</c:v>
                </c:pt>
                <c:pt idx="464">
                  <c:v>22.481773882332774</c:v>
                </c:pt>
                <c:pt idx="465">
                  <c:v>22.483143231032951</c:v>
                </c:pt>
                <c:pt idx="466">
                  <c:v>22.505568803664534</c:v>
                </c:pt>
                <c:pt idx="467">
                  <c:v>22.501652771078238</c:v>
                </c:pt>
                <c:pt idx="468">
                  <c:v>22.499129008033343</c:v>
                </c:pt>
                <c:pt idx="469">
                  <c:v>22.500980517902583</c:v>
                </c:pt>
                <c:pt idx="470">
                  <c:v>22.498841708327355</c:v>
                </c:pt>
                <c:pt idx="471">
                  <c:v>22.548370558083366</c:v>
                </c:pt>
                <c:pt idx="472">
                  <c:v>22.56197452341635</c:v>
                </c:pt>
                <c:pt idx="473">
                  <c:v>22.55781041046766</c:v>
                </c:pt>
                <c:pt idx="474">
                  <c:v>22.56581204869018</c:v>
                </c:pt>
                <c:pt idx="475">
                  <c:v>22.567797309216765</c:v>
                </c:pt>
                <c:pt idx="476">
                  <c:v>22.583345291287177</c:v>
                </c:pt>
                <c:pt idx="477">
                  <c:v>22.601800205615042</c:v>
                </c:pt>
                <c:pt idx="478">
                  <c:v>22.5963423003919</c:v>
                </c:pt>
                <c:pt idx="479">
                  <c:v>22.593473558098943</c:v>
                </c:pt>
                <c:pt idx="480">
                  <c:v>22.61480936139311</c:v>
                </c:pt>
                <c:pt idx="481">
                  <c:v>22.625199433621894</c:v>
                </c:pt>
                <c:pt idx="482">
                  <c:v>22.635727236773867</c:v>
                </c:pt>
                <c:pt idx="483">
                  <c:v>22.645013608734786</c:v>
                </c:pt>
                <c:pt idx="484">
                  <c:v>22.638904312419026</c:v>
                </c:pt>
                <c:pt idx="485">
                  <c:v>22.626815833305368</c:v>
                </c:pt>
                <c:pt idx="486">
                  <c:v>22.635468244993046</c:v>
                </c:pt>
                <c:pt idx="487">
                  <c:v>22.637183465069839</c:v>
                </c:pt>
                <c:pt idx="488">
                  <c:v>22.650201679383958</c:v>
                </c:pt>
                <c:pt idx="489">
                  <c:v>22.660795156922322</c:v>
                </c:pt>
                <c:pt idx="490">
                  <c:v>22.677814910913071</c:v>
                </c:pt>
                <c:pt idx="491">
                  <c:v>22.678763037686736</c:v>
                </c:pt>
                <c:pt idx="492">
                  <c:v>22.678834270720252</c:v>
                </c:pt>
                <c:pt idx="493">
                  <c:v>22.676884283584059</c:v>
                </c:pt>
                <c:pt idx="494">
                  <c:v>22.679635402158855</c:v>
                </c:pt>
                <c:pt idx="495">
                  <c:v>22.682531731811608</c:v>
                </c:pt>
                <c:pt idx="496">
                  <c:v>22.69336141754011</c:v>
                </c:pt>
                <c:pt idx="497">
                  <c:v>22.694508557605872</c:v>
                </c:pt>
                <c:pt idx="498">
                  <c:v>22.701888244977951</c:v>
                </c:pt>
                <c:pt idx="499">
                  <c:v>22.709214404636981</c:v>
                </c:pt>
                <c:pt idx="500">
                  <c:v>22.704477545158689</c:v>
                </c:pt>
                <c:pt idx="501">
                  <c:v>22.712653422949703</c:v>
                </c:pt>
                <c:pt idx="502">
                  <c:v>22.732301868027971</c:v>
                </c:pt>
                <c:pt idx="503">
                  <c:v>22.733108626738971</c:v>
                </c:pt>
                <c:pt idx="504">
                  <c:v>22.74445794303567</c:v>
                </c:pt>
                <c:pt idx="505">
                  <c:v>22.754476409410419</c:v>
                </c:pt>
                <c:pt idx="506">
                  <c:v>22.784011903465377</c:v>
                </c:pt>
                <c:pt idx="507">
                  <c:v>22.791978062421688</c:v>
                </c:pt>
                <c:pt idx="508">
                  <c:v>22.800131842874752</c:v>
                </c:pt>
                <c:pt idx="509">
                  <c:v>22.824317516511755</c:v>
                </c:pt>
                <c:pt idx="510">
                  <c:v>22.86234374111088</c:v>
                </c:pt>
                <c:pt idx="511">
                  <c:v>22.874727857901213</c:v>
                </c:pt>
                <c:pt idx="512">
                  <c:v>22.900075837789345</c:v>
                </c:pt>
                <c:pt idx="513">
                  <c:v>22.933017272775373</c:v>
                </c:pt>
                <c:pt idx="514">
                  <c:v>22.980880587152345</c:v>
                </c:pt>
                <c:pt idx="515">
                  <c:v>23.013400594336041</c:v>
                </c:pt>
                <c:pt idx="516">
                  <c:v>23.04339855410667</c:v>
                </c:pt>
                <c:pt idx="517">
                  <c:v>23.082256860142586</c:v>
                </c:pt>
                <c:pt idx="518">
                  <c:v>23.11265202299413</c:v>
                </c:pt>
                <c:pt idx="519">
                  <c:v>23.141500166313349</c:v>
                </c:pt>
                <c:pt idx="520">
                  <c:v>23.157937428985708</c:v>
                </c:pt>
                <c:pt idx="521">
                  <c:v>23.154969523173072</c:v>
                </c:pt>
                <c:pt idx="522">
                  <c:v>23.176586621461826</c:v>
                </c:pt>
                <c:pt idx="523">
                  <c:v>23.206001335036063</c:v>
                </c:pt>
                <c:pt idx="524">
                  <c:v>23.226702560429526</c:v>
                </c:pt>
                <c:pt idx="525">
                  <c:v>23.256434734517295</c:v>
                </c:pt>
                <c:pt idx="526">
                  <c:v>23.239766341925009</c:v>
                </c:pt>
                <c:pt idx="527">
                  <c:v>23.242307947540919</c:v>
                </c:pt>
                <c:pt idx="528">
                  <c:v>23.234562075711381</c:v>
                </c:pt>
                <c:pt idx="529">
                  <c:v>23.202125105108184</c:v>
                </c:pt>
                <c:pt idx="530">
                  <c:v>23.188715314985544</c:v>
                </c:pt>
                <c:pt idx="531">
                  <c:v>23.165779650698731</c:v>
                </c:pt>
                <c:pt idx="532">
                  <c:v>23.151084303334411</c:v>
                </c:pt>
                <c:pt idx="533">
                  <c:v>23.14373165431995</c:v>
                </c:pt>
                <c:pt idx="534">
                  <c:v>23.133404168340263</c:v>
                </c:pt>
                <c:pt idx="535">
                  <c:v>23.139677135932459</c:v>
                </c:pt>
                <c:pt idx="536">
                  <c:v>23.131196973680353</c:v>
                </c:pt>
                <c:pt idx="537">
                  <c:v>23.141886389350564</c:v>
                </c:pt>
                <c:pt idx="538">
                  <c:v>23.159474635103983</c:v>
                </c:pt>
                <c:pt idx="539">
                  <c:v>23.166778285673423</c:v>
                </c:pt>
                <c:pt idx="540">
                  <c:v>23.174967614017973</c:v>
                </c:pt>
                <c:pt idx="541">
                  <c:v>23.211730172837555</c:v>
                </c:pt>
                <c:pt idx="542">
                  <c:v>23.227217524479148</c:v>
                </c:pt>
                <c:pt idx="543">
                  <c:v>23.219963558607457</c:v>
                </c:pt>
                <c:pt idx="544">
                  <c:v>23.285638494001912</c:v>
                </c:pt>
                <c:pt idx="545">
                  <c:v>23.31562705211012</c:v>
                </c:pt>
                <c:pt idx="546">
                  <c:v>23.340209585701679</c:v>
                </c:pt>
                <c:pt idx="547">
                  <c:v>23.382959974103567</c:v>
                </c:pt>
                <c:pt idx="548">
                  <c:v>23.395946346290948</c:v>
                </c:pt>
                <c:pt idx="549">
                  <c:v>23.40994645101312</c:v>
                </c:pt>
                <c:pt idx="550">
                  <c:v>23.423472629598997</c:v>
                </c:pt>
                <c:pt idx="551">
                  <c:v>23.394674033726986</c:v>
                </c:pt>
                <c:pt idx="552">
                  <c:v>23.392793838493578</c:v>
                </c:pt>
                <c:pt idx="553">
                  <c:v>23.445212292625577</c:v>
                </c:pt>
                <c:pt idx="554">
                  <c:v>23.441071443644478</c:v>
                </c:pt>
                <c:pt idx="555">
                  <c:v>23.449141089512676</c:v>
                </c:pt>
                <c:pt idx="556">
                  <c:v>23.415375121869904</c:v>
                </c:pt>
                <c:pt idx="557">
                  <c:v>23.402073485177731</c:v>
                </c:pt>
                <c:pt idx="558">
                  <c:v>23.437206880013029</c:v>
                </c:pt>
                <c:pt idx="559">
                  <c:v>23.433200399316739</c:v>
                </c:pt>
                <c:pt idx="560">
                  <c:v>23.368492531271336</c:v>
                </c:pt>
                <c:pt idx="561">
                  <c:v>23.346391075804782</c:v>
                </c:pt>
                <c:pt idx="562">
                  <c:v>23.307893121078106</c:v>
                </c:pt>
                <c:pt idx="563">
                  <c:v>23.282789584412892</c:v>
                </c:pt>
                <c:pt idx="564">
                  <c:v>23.261622942417013</c:v>
                </c:pt>
                <c:pt idx="565">
                  <c:v>23.254538892721609</c:v>
                </c:pt>
                <c:pt idx="566">
                  <c:v>23.200888752187343</c:v>
                </c:pt>
                <c:pt idx="567">
                  <c:v>23.261542239095803</c:v>
                </c:pt>
                <c:pt idx="568">
                  <c:v>23.288846039268339</c:v>
                </c:pt>
                <c:pt idx="569">
                  <c:v>23.192162087954127</c:v>
                </c:pt>
                <c:pt idx="570">
                  <c:v>23.128973171704345</c:v>
                </c:pt>
                <c:pt idx="571">
                  <c:v>23.086912124171118</c:v>
                </c:pt>
                <c:pt idx="572">
                  <c:v>23.010742737507435</c:v>
                </c:pt>
                <c:pt idx="573">
                  <c:v>23.036407148530003</c:v>
                </c:pt>
                <c:pt idx="574">
                  <c:v>23.022953644108373</c:v>
                </c:pt>
                <c:pt idx="575">
                  <c:v>22.822426752986278</c:v>
                </c:pt>
                <c:pt idx="576">
                  <c:v>22.819148455063242</c:v>
                </c:pt>
                <c:pt idx="577">
                  <c:v>22.749716423215077</c:v>
                </c:pt>
                <c:pt idx="578">
                  <c:v>22.649027432335309</c:v>
                </c:pt>
                <c:pt idx="579">
                  <c:v>22.590359480454527</c:v>
                </c:pt>
                <c:pt idx="580">
                  <c:v>22.547914783331827</c:v>
                </c:pt>
                <c:pt idx="581">
                  <c:v>22.358988617194569</c:v>
                </c:pt>
                <c:pt idx="582">
                  <c:v>21.86566233064741</c:v>
                </c:pt>
                <c:pt idx="583">
                  <c:v>21.836580200881272</c:v>
                </c:pt>
                <c:pt idx="584">
                  <c:v>21.304437769950379</c:v>
                </c:pt>
                <c:pt idx="585">
                  <c:v>21.15573860660912</c:v>
                </c:pt>
                <c:pt idx="586">
                  <c:v>22.082166883831345</c:v>
                </c:pt>
                <c:pt idx="587">
                  <c:v>22.487220841824854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96A0-42C5-857B-5B109011262B}"/>
            </c:ext>
          </c:extLst>
        </c:ser>
        <c:ser>
          <c:idx val="11"/>
          <c:order val="11"/>
          <c:spPr>
            <a:ln w="9525" cap="rnd">
              <a:solidFill>
                <a:srgbClr val="E40D0D">
                  <a:alpha val="30196"/>
                </a:srgbClr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Shifted!$M$2:$M$589</c:f>
              <c:numCache>
                <c:formatCode>General</c:formatCode>
                <c:ptCount val="588"/>
                <c:pt idx="0">
                  <c:v>22.927296125169494</c:v>
                </c:pt>
                <c:pt idx="1">
                  <c:v>23.512558292323671</c:v>
                </c:pt>
                <c:pt idx="2">
                  <c:v>22.694739868595029</c:v>
                </c:pt>
                <c:pt idx="3">
                  <c:v>20.161903663456279</c:v>
                </c:pt>
                <c:pt idx="4">
                  <c:v>20.839299477546113</c:v>
                </c:pt>
                <c:pt idx="5">
                  <c:v>25.199498068847319</c:v>
                </c:pt>
                <c:pt idx="6">
                  <c:v>24.783824584513834</c:v>
                </c:pt>
                <c:pt idx="7">
                  <c:v>22.645019205773597</c:v>
                </c:pt>
                <c:pt idx="8">
                  <c:v>23.070314315051359</c:v>
                </c:pt>
                <c:pt idx="9">
                  <c:v>24.277131579790961</c:v>
                </c:pt>
                <c:pt idx="10">
                  <c:v>24.485761487524591</c:v>
                </c:pt>
                <c:pt idx="11">
                  <c:v>24.774759155335929</c:v>
                </c:pt>
                <c:pt idx="12">
                  <c:v>25.747857522671673</c:v>
                </c:pt>
                <c:pt idx="13">
                  <c:v>27.033550534995562</c:v>
                </c:pt>
                <c:pt idx="14">
                  <c:v>24.536511393420763</c:v>
                </c:pt>
                <c:pt idx="15">
                  <c:v>23.732890007082158</c:v>
                </c:pt>
                <c:pt idx="16">
                  <c:v>23.296089081212845</c:v>
                </c:pt>
                <c:pt idx="17">
                  <c:v>22.818962210744328</c:v>
                </c:pt>
                <c:pt idx="18">
                  <c:v>23.185368977891962</c:v>
                </c:pt>
                <c:pt idx="19">
                  <c:v>23.678088233204324</c:v>
                </c:pt>
                <c:pt idx="20">
                  <c:v>22.834943899576754</c:v>
                </c:pt>
                <c:pt idx="21">
                  <c:v>23.399332234601591</c:v>
                </c:pt>
                <c:pt idx="22">
                  <c:v>24.198700673152203</c:v>
                </c:pt>
                <c:pt idx="23">
                  <c:v>23.851282422858819</c:v>
                </c:pt>
                <c:pt idx="24">
                  <c:v>23.921368980205312</c:v>
                </c:pt>
                <c:pt idx="25">
                  <c:v>25.248124714755512</c:v>
                </c:pt>
                <c:pt idx="26">
                  <c:v>25.6292126045924</c:v>
                </c:pt>
                <c:pt idx="27">
                  <c:v>24.556992352390832</c:v>
                </c:pt>
                <c:pt idx="28">
                  <c:v>23.829305303886795</c:v>
                </c:pt>
                <c:pt idx="29">
                  <c:v>24.756142294904052</c:v>
                </c:pt>
                <c:pt idx="30">
                  <c:v>24.397906350909626</c:v>
                </c:pt>
                <c:pt idx="31">
                  <c:v>24.600533723210152</c:v>
                </c:pt>
                <c:pt idx="32">
                  <c:v>24.834167671046721</c:v>
                </c:pt>
                <c:pt idx="33">
                  <c:v>24.403789666127217</c:v>
                </c:pt>
                <c:pt idx="34">
                  <c:v>25.190356761744308</c:v>
                </c:pt>
                <c:pt idx="35">
                  <c:v>25.562358864911186</c:v>
                </c:pt>
                <c:pt idx="36">
                  <c:v>26.023995931145414</c:v>
                </c:pt>
                <c:pt idx="37">
                  <c:v>26.288432483022476</c:v>
                </c:pt>
                <c:pt idx="38">
                  <c:v>26.773485952834729</c:v>
                </c:pt>
                <c:pt idx="39">
                  <c:v>27.459048822619817</c:v>
                </c:pt>
                <c:pt idx="40">
                  <c:v>27.92778457278845</c:v>
                </c:pt>
                <c:pt idx="41">
                  <c:v>28.611764581466815</c:v>
                </c:pt>
                <c:pt idx="42">
                  <c:v>28.073640980424756</c:v>
                </c:pt>
                <c:pt idx="43">
                  <c:v>28.669336626664411</c:v>
                </c:pt>
                <c:pt idx="44">
                  <c:v>29.945769888294873</c:v>
                </c:pt>
                <c:pt idx="45">
                  <c:v>29.757625946284652</c:v>
                </c:pt>
                <c:pt idx="46">
                  <c:v>29.747946355364476</c:v>
                </c:pt>
                <c:pt idx="47">
                  <c:v>29.886945196375436</c:v>
                </c:pt>
                <c:pt idx="48">
                  <c:v>29.937595165492198</c:v>
                </c:pt>
                <c:pt idx="49">
                  <c:v>29.761253810007105</c:v>
                </c:pt>
                <c:pt idx="50">
                  <c:v>30.462180241137137</c:v>
                </c:pt>
                <c:pt idx="51">
                  <c:v>31.5438774346784</c:v>
                </c:pt>
                <c:pt idx="52">
                  <c:v>31.843486313056587</c:v>
                </c:pt>
                <c:pt idx="53">
                  <c:v>31.542661801578575</c:v>
                </c:pt>
                <c:pt idx="54">
                  <c:v>32.395236214656549</c:v>
                </c:pt>
                <c:pt idx="55">
                  <c:v>32.4037192080539</c:v>
                </c:pt>
                <c:pt idx="56">
                  <c:v>31.945741202737814</c:v>
                </c:pt>
                <c:pt idx="57">
                  <c:v>32.990574943826886</c:v>
                </c:pt>
                <c:pt idx="58">
                  <c:v>33.899616809868625</c:v>
                </c:pt>
                <c:pt idx="59">
                  <c:v>32.952921514927901</c:v>
                </c:pt>
                <c:pt idx="60">
                  <c:v>34.080909530445851</c:v>
                </c:pt>
                <c:pt idx="61">
                  <c:v>34.876050963791755</c:v>
                </c:pt>
                <c:pt idx="62">
                  <c:v>34.492773850404816</c:v>
                </c:pt>
                <c:pt idx="63">
                  <c:v>35.295261958952565</c:v>
                </c:pt>
                <c:pt idx="64">
                  <c:v>35.39008662839943</c:v>
                </c:pt>
                <c:pt idx="65">
                  <c:v>36.873428680864265</c:v>
                </c:pt>
                <c:pt idx="66">
                  <c:v>37.097785164345453</c:v>
                </c:pt>
                <c:pt idx="67">
                  <c:v>38.685179910988865</c:v>
                </c:pt>
                <c:pt idx="68">
                  <c:v>39.186444818472978</c:v>
                </c:pt>
                <c:pt idx="69">
                  <c:v>37.294654274594166</c:v>
                </c:pt>
                <c:pt idx="70">
                  <c:v>37.953521069508618</c:v>
                </c:pt>
                <c:pt idx="71">
                  <c:v>40.707577779004225</c:v>
                </c:pt>
                <c:pt idx="72">
                  <c:v>37.97470237908361</c:v>
                </c:pt>
                <c:pt idx="73">
                  <c:v>38.498209300796155</c:v>
                </c:pt>
                <c:pt idx="74">
                  <c:v>39.263267119709006</c:v>
                </c:pt>
                <c:pt idx="75">
                  <c:v>36.972170449051248</c:v>
                </c:pt>
                <c:pt idx="76">
                  <c:v>36.010268900659071</c:v>
                </c:pt>
                <c:pt idx="77">
                  <c:v>36.099154470072342</c:v>
                </c:pt>
                <c:pt idx="78">
                  <c:v>36.273821752310788</c:v>
                </c:pt>
                <c:pt idx="79">
                  <c:v>32.623263391908495</c:v>
                </c:pt>
                <c:pt idx="80">
                  <c:v>31.475826304325338</c:v>
                </c:pt>
                <c:pt idx="81">
                  <c:v>31.339949826713472</c:v>
                </c:pt>
                <c:pt idx="82">
                  <c:v>31.144554387386552</c:v>
                </c:pt>
                <c:pt idx="83">
                  <c:v>28.975371598588602</c:v>
                </c:pt>
                <c:pt idx="84">
                  <c:v>28.949758172161602</c:v>
                </c:pt>
                <c:pt idx="85">
                  <c:v>29.410338235104589</c:v>
                </c:pt>
                <c:pt idx="86">
                  <c:v>29.255334175172912</c:v>
                </c:pt>
                <c:pt idx="87">
                  <c:v>28.695382583702845</c:v>
                </c:pt>
                <c:pt idx="88">
                  <c:v>29.379384800554412</c:v>
                </c:pt>
                <c:pt idx="89">
                  <c:v>30.54854571165794</c:v>
                </c:pt>
                <c:pt idx="90">
                  <c:v>30.79299953435541</c:v>
                </c:pt>
                <c:pt idx="91">
                  <c:v>31.119872646702003</c:v>
                </c:pt>
                <c:pt idx="92">
                  <c:v>31.277426416423744</c:v>
                </c:pt>
                <c:pt idx="93">
                  <c:v>33.456876783965711</c:v>
                </c:pt>
                <c:pt idx="94">
                  <c:v>31.079454300239298</c:v>
                </c:pt>
                <c:pt idx="95">
                  <c:v>29.62412574320544</c:v>
                </c:pt>
                <c:pt idx="96">
                  <c:v>28.037725869844913</c:v>
                </c:pt>
                <c:pt idx="97">
                  <c:v>33.372074345825546</c:v>
                </c:pt>
                <c:pt idx="98">
                  <c:v>39.266579310112355</c:v>
                </c:pt>
                <c:pt idx="99">
                  <c:v>40.928553332498325</c:v>
                </c:pt>
                <c:pt idx="100">
                  <c:v>39.703545210982611</c:v>
                </c:pt>
                <c:pt idx="101">
                  <c:v>33.387145235173655</c:v>
                </c:pt>
                <c:pt idx="102">
                  <c:v>30.482202495577376</c:v>
                </c:pt>
                <c:pt idx="103">
                  <c:v>44.112838406127324</c:v>
                </c:pt>
                <c:pt idx="104">
                  <c:v>52.079851337431123</c:v>
                </c:pt>
                <c:pt idx="105">
                  <c:v>50.562373207689653</c:v>
                </c:pt>
                <c:pt idx="106">
                  <c:v>42.523435406107282</c:v>
                </c:pt>
                <c:pt idx="107">
                  <c:v>30.655154989584972</c:v>
                </c:pt>
                <c:pt idx="108">
                  <c:v>27.515016327303531</c:v>
                </c:pt>
                <c:pt idx="109">
                  <c:v>28.540559890518988</c:v>
                </c:pt>
                <c:pt idx="110">
                  <c:v>31.931408470765692</c:v>
                </c:pt>
                <c:pt idx="111">
                  <c:v>40.728072750274052</c:v>
                </c:pt>
                <c:pt idx="112">
                  <c:v>43.778260643977504</c:v>
                </c:pt>
                <c:pt idx="113">
                  <c:v>37.52312667284221</c:v>
                </c:pt>
                <c:pt idx="114">
                  <c:v>31.151879383181214</c:v>
                </c:pt>
                <c:pt idx="115">
                  <c:v>27.395255580712327</c:v>
                </c:pt>
                <c:pt idx="116">
                  <c:v>27.802624331895856</c:v>
                </c:pt>
                <c:pt idx="117">
                  <c:v>26.772337473020539</c:v>
                </c:pt>
                <c:pt idx="118">
                  <c:v>27.240050325306782</c:v>
                </c:pt>
                <c:pt idx="119">
                  <c:v>26.674254018539205</c:v>
                </c:pt>
                <c:pt idx="120">
                  <c:v>26.30436129525204</c:v>
                </c:pt>
                <c:pt idx="121">
                  <c:v>28.117220554589647</c:v>
                </c:pt>
                <c:pt idx="122">
                  <c:v>30.270241345339407</c:v>
                </c:pt>
                <c:pt idx="123">
                  <c:v>33.261331703852704</c:v>
                </c:pt>
                <c:pt idx="124">
                  <c:v>39.976207643775624</c:v>
                </c:pt>
                <c:pt idx="125">
                  <c:v>44.030152089633724</c:v>
                </c:pt>
                <c:pt idx="126">
                  <c:v>41.947038133614626</c:v>
                </c:pt>
                <c:pt idx="127">
                  <c:v>39.267500420534247</c:v>
                </c:pt>
                <c:pt idx="128">
                  <c:v>38.06403211196092</c:v>
                </c:pt>
                <c:pt idx="129">
                  <c:v>35.426343057450758</c:v>
                </c:pt>
                <c:pt idx="130">
                  <c:v>29.747566172589902</c:v>
                </c:pt>
                <c:pt idx="131">
                  <c:v>25.587111195860555</c:v>
                </c:pt>
                <c:pt idx="132">
                  <c:v>25.842172726049952</c:v>
                </c:pt>
                <c:pt idx="133">
                  <c:v>26.352626000813633</c:v>
                </c:pt>
                <c:pt idx="134">
                  <c:v>25.498840581338591</c:v>
                </c:pt>
                <c:pt idx="135">
                  <c:v>25.756587581995916</c:v>
                </c:pt>
                <c:pt idx="136">
                  <c:v>25.265809823349183</c:v>
                </c:pt>
                <c:pt idx="137">
                  <c:v>26.164244642856559</c:v>
                </c:pt>
                <c:pt idx="138">
                  <c:v>27.235730571235866</c:v>
                </c:pt>
                <c:pt idx="139">
                  <c:v>27.339902237770882</c:v>
                </c:pt>
                <c:pt idx="140">
                  <c:v>27.432859569987638</c:v>
                </c:pt>
                <c:pt idx="141">
                  <c:v>27.51632026433014</c:v>
                </c:pt>
                <c:pt idx="142">
                  <c:v>27.465197049617753</c:v>
                </c:pt>
                <c:pt idx="143">
                  <c:v>28.249236247043463</c:v>
                </c:pt>
                <c:pt idx="144">
                  <c:v>27.7771391312308</c:v>
                </c:pt>
                <c:pt idx="145">
                  <c:v>27.104325867928136</c:v>
                </c:pt>
                <c:pt idx="146">
                  <c:v>27.915749857976753</c:v>
                </c:pt>
                <c:pt idx="147">
                  <c:v>28.644929315548733</c:v>
                </c:pt>
                <c:pt idx="148">
                  <c:v>29.06591537826765</c:v>
                </c:pt>
                <c:pt idx="149">
                  <c:v>29.370215997617919</c:v>
                </c:pt>
                <c:pt idx="150">
                  <c:v>28.668934764482657</c:v>
                </c:pt>
                <c:pt idx="151">
                  <c:v>29.123173336444243</c:v>
                </c:pt>
                <c:pt idx="152">
                  <c:v>29.76268623717867</c:v>
                </c:pt>
                <c:pt idx="153">
                  <c:v>29.131983107247294</c:v>
                </c:pt>
                <c:pt idx="154">
                  <c:v>28.294536161482505</c:v>
                </c:pt>
                <c:pt idx="155">
                  <c:v>28.560339970118108</c:v>
                </c:pt>
                <c:pt idx="156">
                  <c:v>29.085754150895948</c:v>
                </c:pt>
                <c:pt idx="157">
                  <c:v>28.725744329066963</c:v>
                </c:pt>
                <c:pt idx="158">
                  <c:v>28.976999140424727</c:v>
                </c:pt>
                <c:pt idx="159">
                  <c:v>29.512214528309308</c:v>
                </c:pt>
                <c:pt idx="160">
                  <c:v>28.891708651240133</c:v>
                </c:pt>
                <c:pt idx="161">
                  <c:v>28.76682627689561</c:v>
                </c:pt>
                <c:pt idx="162">
                  <c:v>28.202569472420389</c:v>
                </c:pt>
                <c:pt idx="163">
                  <c:v>27.886120189179266</c:v>
                </c:pt>
                <c:pt idx="164">
                  <c:v>28.251486146495285</c:v>
                </c:pt>
                <c:pt idx="165">
                  <c:v>28.058905857504829</c:v>
                </c:pt>
                <c:pt idx="166">
                  <c:v>28.049257728163372</c:v>
                </c:pt>
                <c:pt idx="167">
                  <c:v>28.050060923760867</c:v>
                </c:pt>
                <c:pt idx="168">
                  <c:v>27.450290077738519</c:v>
                </c:pt>
                <c:pt idx="169">
                  <c:v>27.724754016391085</c:v>
                </c:pt>
                <c:pt idx="170">
                  <c:v>28.043009564386029</c:v>
                </c:pt>
                <c:pt idx="171">
                  <c:v>28.15648460481183</c:v>
                </c:pt>
                <c:pt idx="172">
                  <c:v>27.53269799891801</c:v>
                </c:pt>
                <c:pt idx="173">
                  <c:v>27.384625004089674</c:v>
                </c:pt>
                <c:pt idx="174">
                  <c:v>27.246978746579963</c:v>
                </c:pt>
                <c:pt idx="175">
                  <c:v>26.875515323804752</c:v>
                </c:pt>
                <c:pt idx="176">
                  <c:v>27.127449863892316</c:v>
                </c:pt>
                <c:pt idx="177">
                  <c:v>26.658487273097407</c:v>
                </c:pt>
                <c:pt idx="178">
                  <c:v>26.692037741997215</c:v>
                </c:pt>
                <c:pt idx="179">
                  <c:v>26.527133860094459</c:v>
                </c:pt>
                <c:pt idx="180">
                  <c:v>26.268206124895194</c:v>
                </c:pt>
                <c:pt idx="181">
                  <c:v>27.250156366029039</c:v>
                </c:pt>
                <c:pt idx="182">
                  <c:v>27.329024727412843</c:v>
                </c:pt>
                <c:pt idx="183">
                  <c:v>26.844477286690008</c:v>
                </c:pt>
                <c:pt idx="184">
                  <c:v>26.964139154033848</c:v>
                </c:pt>
                <c:pt idx="185">
                  <c:v>27.214721639386205</c:v>
                </c:pt>
                <c:pt idx="186">
                  <c:v>26.636574151338781</c:v>
                </c:pt>
                <c:pt idx="187">
                  <c:v>26.249122694538805</c:v>
                </c:pt>
                <c:pt idx="188">
                  <c:v>26.197949511436708</c:v>
                </c:pt>
                <c:pt idx="189">
                  <c:v>25.701200398028629</c:v>
                </c:pt>
                <c:pt idx="190">
                  <c:v>25.714784529495727</c:v>
                </c:pt>
                <c:pt idx="191">
                  <c:v>25.944605148925302</c:v>
                </c:pt>
                <c:pt idx="192">
                  <c:v>25.74482359539088</c:v>
                </c:pt>
                <c:pt idx="193">
                  <c:v>25.629489677991401</c:v>
                </c:pt>
                <c:pt idx="194">
                  <c:v>26.204622803101074</c:v>
                </c:pt>
                <c:pt idx="195">
                  <c:v>25.789345034044281</c:v>
                </c:pt>
                <c:pt idx="196">
                  <c:v>25.395599278630947</c:v>
                </c:pt>
                <c:pt idx="197">
                  <c:v>25.439201589735067</c:v>
                </c:pt>
                <c:pt idx="198">
                  <c:v>25.841226234858699</c:v>
                </c:pt>
                <c:pt idx="199">
                  <c:v>25.458333534374585</c:v>
                </c:pt>
                <c:pt idx="200">
                  <c:v>25.083391293801245</c:v>
                </c:pt>
                <c:pt idx="201">
                  <c:v>25.358906749797502</c:v>
                </c:pt>
                <c:pt idx="202">
                  <c:v>25.333868753001163</c:v>
                </c:pt>
                <c:pt idx="203">
                  <c:v>25.696976218417383</c:v>
                </c:pt>
                <c:pt idx="204">
                  <c:v>25.980976716779359</c:v>
                </c:pt>
                <c:pt idx="205">
                  <c:v>25.926961680656383</c:v>
                </c:pt>
                <c:pt idx="206">
                  <c:v>25.440553512278775</c:v>
                </c:pt>
                <c:pt idx="207">
                  <c:v>25.300193891893123</c:v>
                </c:pt>
                <c:pt idx="208">
                  <c:v>25.515969031495619</c:v>
                </c:pt>
                <c:pt idx="209">
                  <c:v>25.489047702296794</c:v>
                </c:pt>
                <c:pt idx="210">
                  <c:v>25.428505974890886</c:v>
                </c:pt>
                <c:pt idx="211">
                  <c:v>25.535529012235315</c:v>
                </c:pt>
                <c:pt idx="212">
                  <c:v>25.335458355874739</c:v>
                </c:pt>
                <c:pt idx="213">
                  <c:v>25.702661378565743</c:v>
                </c:pt>
                <c:pt idx="214">
                  <c:v>26.339182388918644</c:v>
                </c:pt>
                <c:pt idx="215">
                  <c:v>26.555469902802887</c:v>
                </c:pt>
                <c:pt idx="216">
                  <c:v>26.858551980840161</c:v>
                </c:pt>
                <c:pt idx="217">
                  <c:v>26.329785423440804</c:v>
                </c:pt>
                <c:pt idx="218">
                  <c:v>25.579460348000755</c:v>
                </c:pt>
                <c:pt idx="219">
                  <c:v>25.418691548633422</c:v>
                </c:pt>
                <c:pt idx="220">
                  <c:v>25.221721708456258</c:v>
                </c:pt>
                <c:pt idx="221">
                  <c:v>25.383767742165752</c:v>
                </c:pt>
                <c:pt idx="222">
                  <c:v>25.899858984709738</c:v>
                </c:pt>
                <c:pt idx="223">
                  <c:v>25.881186008983082</c:v>
                </c:pt>
                <c:pt idx="224">
                  <c:v>25.930316172342042</c:v>
                </c:pt>
                <c:pt idx="225">
                  <c:v>26.056396466124447</c:v>
                </c:pt>
                <c:pt idx="226">
                  <c:v>26.551019279139886</c:v>
                </c:pt>
                <c:pt idx="227">
                  <c:v>26.270663829396284</c:v>
                </c:pt>
                <c:pt idx="228">
                  <c:v>26.416155124089812</c:v>
                </c:pt>
                <c:pt idx="229">
                  <c:v>25.982066635755888</c:v>
                </c:pt>
                <c:pt idx="230">
                  <c:v>25.442015814730961</c:v>
                </c:pt>
                <c:pt idx="231">
                  <c:v>25.05613446255725</c:v>
                </c:pt>
                <c:pt idx="232">
                  <c:v>25.899531017580475</c:v>
                </c:pt>
                <c:pt idx="233">
                  <c:v>26.33149703907549</c:v>
                </c:pt>
                <c:pt idx="234">
                  <c:v>25.691244659050014</c:v>
                </c:pt>
                <c:pt idx="235">
                  <c:v>25.464887457107988</c:v>
                </c:pt>
                <c:pt idx="236">
                  <c:v>25.638173205905129</c:v>
                </c:pt>
                <c:pt idx="237">
                  <c:v>25.755640429847123</c:v>
                </c:pt>
                <c:pt idx="238">
                  <c:v>25.83196674854829</c:v>
                </c:pt>
                <c:pt idx="239">
                  <c:v>25.554820776406988</c:v>
                </c:pt>
                <c:pt idx="240">
                  <c:v>25.455144149881377</c:v>
                </c:pt>
                <c:pt idx="241">
                  <c:v>25.10026309414712</c:v>
                </c:pt>
                <c:pt idx="242">
                  <c:v>25.515853760501376</c:v>
                </c:pt>
                <c:pt idx="243">
                  <c:v>25.320575707232827</c:v>
                </c:pt>
                <c:pt idx="244">
                  <c:v>25.823663403409164</c:v>
                </c:pt>
                <c:pt idx="245">
                  <c:v>25.963166555019928</c:v>
                </c:pt>
                <c:pt idx="246">
                  <c:v>25.243897626931112</c:v>
                </c:pt>
                <c:pt idx="247">
                  <c:v>25.685226111920599</c:v>
                </c:pt>
                <c:pt idx="248">
                  <c:v>25.569534880877278</c:v>
                </c:pt>
                <c:pt idx="249">
                  <c:v>25.481940425914427</c:v>
                </c:pt>
                <c:pt idx="250">
                  <c:v>25.314414657658698</c:v>
                </c:pt>
                <c:pt idx="251">
                  <c:v>25.605858198831232</c:v>
                </c:pt>
                <c:pt idx="252">
                  <c:v>25.533715741331626</c:v>
                </c:pt>
                <c:pt idx="253">
                  <c:v>26.280575019836988</c:v>
                </c:pt>
                <c:pt idx="254">
                  <c:v>26.562637855087047</c:v>
                </c:pt>
                <c:pt idx="255">
                  <c:v>25.678536428509346</c:v>
                </c:pt>
                <c:pt idx="256">
                  <c:v>25.345554878808478</c:v>
                </c:pt>
                <c:pt idx="257">
                  <c:v>25.230704914516711</c:v>
                </c:pt>
                <c:pt idx="258">
                  <c:v>25.115520241328817</c:v>
                </c:pt>
                <c:pt idx="259">
                  <c:v>25</c:v>
                </c:pt>
                <c:pt idx="260">
                  <c:v>24.650808797212608</c:v>
                </c:pt>
                <c:pt idx="261">
                  <c:v>24.72377480780181</c:v>
                </c:pt>
                <c:pt idx="262">
                  <c:v>26.303550168164129</c:v>
                </c:pt>
                <c:pt idx="263">
                  <c:v>26.666994854115103</c:v>
                </c:pt>
                <c:pt idx="264">
                  <c:v>25.865643328145918</c:v>
                </c:pt>
                <c:pt idx="265">
                  <c:v>25.853363530279946</c:v>
                </c:pt>
                <c:pt idx="266">
                  <c:v>25.728275730333291</c:v>
                </c:pt>
                <c:pt idx="267">
                  <c:v>25.743593289033758</c:v>
                </c:pt>
                <c:pt idx="268">
                  <c:v>25.444484226744127</c:v>
                </c:pt>
                <c:pt idx="269">
                  <c:v>25.017191968176217</c:v>
                </c:pt>
                <c:pt idx="270">
                  <c:v>25.447819682852746</c:v>
                </c:pt>
                <c:pt idx="271">
                  <c:v>26.050626967794514</c:v>
                </c:pt>
                <c:pt idx="272">
                  <c:v>26.311715108795259</c:v>
                </c:pt>
                <c:pt idx="273">
                  <c:v>26.493181529012901</c:v>
                </c:pt>
                <c:pt idx="274">
                  <c:v>25.259660538819194</c:v>
                </c:pt>
                <c:pt idx="275">
                  <c:v>25.156315730161442</c:v>
                </c:pt>
                <c:pt idx="276">
                  <c:v>24.507599392315644</c:v>
                </c:pt>
                <c:pt idx="277">
                  <c:v>22.381816000658315</c:v>
                </c:pt>
                <c:pt idx="278">
                  <c:v>23.453547970480315</c:v>
                </c:pt>
                <c:pt idx="279">
                  <c:v>24.482107515979475</c:v>
                </c:pt>
                <c:pt idx="280">
                  <c:v>25.202788183268982</c:v>
                </c:pt>
                <c:pt idx="281">
                  <c:v>24.795270320065381</c:v>
                </c:pt>
                <c:pt idx="282">
                  <c:v>24.882065148601431</c:v>
                </c:pt>
                <c:pt idx="283">
                  <c:v>25.33719865706648</c:v>
                </c:pt>
                <c:pt idx="284">
                  <c:v>26.210731504838378</c:v>
                </c:pt>
                <c:pt idx="285">
                  <c:v>22.117308065367371</c:v>
                </c:pt>
                <c:pt idx="286">
                  <c:v>18.020202431464494</c:v>
                </c:pt>
                <c:pt idx="287">
                  <c:v>24.347187443921882</c:v>
                </c:pt>
                <c:pt idx="288">
                  <c:v>26.59127635196386</c:v>
                </c:pt>
                <c:pt idx="289">
                  <c:v>28.430414225392475</c:v>
                </c:pt>
                <c:pt idx="290">
                  <c:v>26.069763935711308</c:v>
                </c:pt>
                <c:pt idx="291">
                  <c:v>25.056805598839095</c:v>
                </c:pt>
                <c:pt idx="292">
                  <c:v>25.907515120229824</c:v>
                </c:pt>
                <c:pt idx="293">
                  <c:v>24.194178880886529</c:v>
                </c:pt>
                <c:pt idx="294">
                  <c:v>23.052211415199313</c:v>
                </c:pt>
                <c:pt idx="295">
                  <c:v>25.054660064582162</c:v>
                </c:pt>
                <c:pt idx="296">
                  <c:v>25.371801238171752</c:v>
                </c:pt>
                <c:pt idx="297">
                  <c:v>26.828655020815212</c:v>
                </c:pt>
                <c:pt idx="298">
                  <c:v>25.392204732918628</c:v>
                </c:pt>
                <c:pt idx="299">
                  <c:v>25.034650302239356</c:v>
                </c:pt>
                <c:pt idx="300">
                  <c:v>27.078129212571547</c:v>
                </c:pt>
                <c:pt idx="301">
                  <c:v>27.422893387879963</c:v>
                </c:pt>
                <c:pt idx="302">
                  <c:v>26.112672505785863</c:v>
                </c:pt>
                <c:pt idx="303">
                  <c:v>22.319953547904383</c:v>
                </c:pt>
                <c:pt idx="304">
                  <c:v>22.917652490339279</c:v>
                </c:pt>
                <c:pt idx="305">
                  <c:v>25.826277887037723</c:v>
                </c:pt>
                <c:pt idx="306">
                  <c:v>26.577136883975193</c:v>
                </c:pt>
                <c:pt idx="307">
                  <c:v>26.562504606047828</c:v>
                </c:pt>
                <c:pt idx="308">
                  <c:v>26.992452724186052</c:v>
                </c:pt>
                <c:pt idx="309">
                  <c:v>26.624889744021058</c:v>
                </c:pt>
                <c:pt idx="310">
                  <c:v>26.702010004914211</c:v>
                </c:pt>
                <c:pt idx="311">
                  <c:v>25.973877504078931</c:v>
                </c:pt>
                <c:pt idx="312">
                  <c:v>26.816771268704681</c:v>
                </c:pt>
                <c:pt idx="313">
                  <c:v>27.500892457912702</c:v>
                </c:pt>
                <c:pt idx="314">
                  <c:v>27.882700923655108</c:v>
                </c:pt>
                <c:pt idx="315">
                  <c:v>27.893164938978742</c:v>
                </c:pt>
                <c:pt idx="316">
                  <c:v>27.759042642666859</c:v>
                </c:pt>
                <c:pt idx="317">
                  <c:v>26.872236974427221</c:v>
                </c:pt>
                <c:pt idx="318">
                  <c:v>28.159994024943884</c:v>
                </c:pt>
                <c:pt idx="319">
                  <c:v>28.540628101336683</c:v>
                </c:pt>
                <c:pt idx="320">
                  <c:v>27.085108659766487</c:v>
                </c:pt>
                <c:pt idx="321">
                  <c:v>26.723827948787697</c:v>
                </c:pt>
                <c:pt idx="322">
                  <c:v>28.200474765797956</c:v>
                </c:pt>
                <c:pt idx="323">
                  <c:v>29.076594336981934</c:v>
                </c:pt>
                <c:pt idx="324">
                  <c:v>28.789857738804777</c:v>
                </c:pt>
                <c:pt idx="325">
                  <c:v>29.158997763650184</c:v>
                </c:pt>
                <c:pt idx="326">
                  <c:v>29.905820028533547</c:v>
                </c:pt>
                <c:pt idx="327">
                  <c:v>29.262147854217883</c:v>
                </c:pt>
                <c:pt idx="328">
                  <c:v>28.948163942585268</c:v>
                </c:pt>
                <c:pt idx="329">
                  <c:v>29.246924680253525</c:v>
                </c:pt>
                <c:pt idx="330">
                  <c:v>29.408135395829287</c:v>
                </c:pt>
                <c:pt idx="331">
                  <c:v>29.469678473901922</c:v>
                </c:pt>
                <c:pt idx="332">
                  <c:v>29.051312446854887</c:v>
                </c:pt>
                <c:pt idx="333">
                  <c:v>28.699243633243928</c:v>
                </c:pt>
                <c:pt idx="334">
                  <c:v>29.158408189528245</c:v>
                </c:pt>
                <c:pt idx="335">
                  <c:v>29.248160406462457</c:v>
                </c:pt>
                <c:pt idx="336">
                  <c:v>28.896041888844799</c:v>
                </c:pt>
                <c:pt idx="337">
                  <c:v>28.481026123355171</c:v>
                </c:pt>
                <c:pt idx="338">
                  <c:v>28.319815407779409</c:v>
                </c:pt>
                <c:pt idx="339">
                  <c:v>27.969561847944735</c:v>
                </c:pt>
                <c:pt idx="340">
                  <c:v>26.753322517864852</c:v>
                </c:pt>
                <c:pt idx="341">
                  <c:v>26.362954123267919</c:v>
                </c:pt>
                <c:pt idx="342">
                  <c:v>27.531407545425132</c:v>
                </c:pt>
                <c:pt idx="343">
                  <c:v>27.409632464647867</c:v>
                </c:pt>
                <c:pt idx="344">
                  <c:v>26.90352564663954</c:v>
                </c:pt>
                <c:pt idx="345">
                  <c:v>27.352691501705433</c:v>
                </c:pt>
                <c:pt idx="346">
                  <c:v>27.250927042515769</c:v>
                </c:pt>
                <c:pt idx="347">
                  <c:v>28.08736351639984</c:v>
                </c:pt>
                <c:pt idx="348">
                  <c:v>28.160586771661976</c:v>
                </c:pt>
                <c:pt idx="349">
                  <c:v>27.526160600123006</c:v>
                </c:pt>
                <c:pt idx="350">
                  <c:v>26.619129631288146</c:v>
                </c:pt>
                <c:pt idx="351">
                  <c:v>27.449625683223545</c:v>
                </c:pt>
                <c:pt idx="352">
                  <c:v>28.078961159821855</c:v>
                </c:pt>
                <c:pt idx="353">
                  <c:v>28.367102424954055</c:v>
                </c:pt>
                <c:pt idx="354">
                  <c:v>28.945286926623467</c:v>
                </c:pt>
                <c:pt idx="355">
                  <c:v>28.478393926064633</c:v>
                </c:pt>
                <c:pt idx="356">
                  <c:v>27.950073118427401</c:v>
                </c:pt>
                <c:pt idx="357">
                  <c:v>28.624672288991782</c:v>
                </c:pt>
                <c:pt idx="358">
                  <c:v>27.863428988209513</c:v>
                </c:pt>
                <c:pt idx="359">
                  <c:v>27.072906061740699</c:v>
                </c:pt>
                <c:pt idx="360">
                  <c:v>29.226546037510008</c:v>
                </c:pt>
                <c:pt idx="361">
                  <c:v>29.513988538335379</c:v>
                </c:pt>
                <c:pt idx="362">
                  <c:v>29.670294420229528</c:v>
                </c:pt>
                <c:pt idx="363">
                  <c:v>29.594522248326381</c:v>
                </c:pt>
                <c:pt idx="364">
                  <c:v>29.601811816797106</c:v>
                </c:pt>
                <c:pt idx="365">
                  <c:v>29.80687204159538</c:v>
                </c:pt>
                <c:pt idx="366">
                  <c:v>29.380154155126071</c:v>
                </c:pt>
                <c:pt idx="367">
                  <c:v>29.02611198669625</c:v>
                </c:pt>
                <c:pt idx="368">
                  <c:v>28.696103291799865</c:v>
                </c:pt>
                <c:pt idx="369">
                  <c:v>27.906792297068687</c:v>
                </c:pt>
                <c:pt idx="370">
                  <c:v>28.100243992474333</c:v>
                </c:pt>
                <c:pt idx="371">
                  <c:v>28.37812481720394</c:v>
                </c:pt>
                <c:pt idx="372">
                  <c:v>28.334593096364639</c:v>
                </c:pt>
                <c:pt idx="373">
                  <c:v>28.009444025654403</c:v>
                </c:pt>
                <c:pt idx="374">
                  <c:v>27.295862901544098</c:v>
                </c:pt>
                <c:pt idx="375">
                  <c:v>26.812538761028492</c:v>
                </c:pt>
                <c:pt idx="376">
                  <c:v>26.521334354292414</c:v>
                </c:pt>
                <c:pt idx="377">
                  <c:v>26.929391030079188</c:v>
                </c:pt>
                <c:pt idx="378">
                  <c:v>26.520038877522261</c:v>
                </c:pt>
                <c:pt idx="379">
                  <c:v>26.191761626986626</c:v>
                </c:pt>
                <c:pt idx="380">
                  <c:v>25.783892002182487</c:v>
                </c:pt>
                <c:pt idx="381">
                  <c:v>24.800680654070359</c:v>
                </c:pt>
                <c:pt idx="382">
                  <c:v>24.450939699852572</c:v>
                </c:pt>
                <c:pt idx="383">
                  <c:v>24.978618155908649</c:v>
                </c:pt>
                <c:pt idx="384">
                  <c:v>25.008215503882628</c:v>
                </c:pt>
                <c:pt idx="385">
                  <c:v>24.615455500538186</c:v>
                </c:pt>
                <c:pt idx="386">
                  <c:v>24.305640975137091</c:v>
                </c:pt>
                <c:pt idx="387">
                  <c:v>24.122050890094989</c:v>
                </c:pt>
                <c:pt idx="388">
                  <c:v>24.077564490452964</c:v>
                </c:pt>
                <c:pt idx="389">
                  <c:v>23.961133375282106</c:v>
                </c:pt>
                <c:pt idx="390">
                  <c:v>23.959563113678417</c:v>
                </c:pt>
                <c:pt idx="391">
                  <c:v>23.170044479137371</c:v>
                </c:pt>
                <c:pt idx="392">
                  <c:v>24.147508289233695</c:v>
                </c:pt>
                <c:pt idx="393">
                  <c:v>24.107658424085557</c:v>
                </c:pt>
                <c:pt idx="394">
                  <c:v>24.217562881021365</c:v>
                </c:pt>
                <c:pt idx="395">
                  <c:v>24.140242036040032</c:v>
                </c:pt>
                <c:pt idx="396">
                  <c:v>24.350834012742602</c:v>
                </c:pt>
                <c:pt idx="397">
                  <c:v>24.101708459562452</c:v>
                </c:pt>
                <c:pt idx="398">
                  <c:v>23.767293540825531</c:v>
                </c:pt>
                <c:pt idx="399">
                  <c:v>23.24018225243092</c:v>
                </c:pt>
                <c:pt idx="400">
                  <c:v>23.195089283796328</c:v>
                </c:pt>
                <c:pt idx="401">
                  <c:v>23.731401679427002</c:v>
                </c:pt>
                <c:pt idx="402">
                  <c:v>23.62610854971706</c:v>
                </c:pt>
                <c:pt idx="403">
                  <c:v>23.901473356966971</c:v>
                </c:pt>
                <c:pt idx="404">
                  <c:v>24.468636243011613</c:v>
                </c:pt>
                <c:pt idx="405">
                  <c:v>24.29506106090955</c:v>
                </c:pt>
                <c:pt idx="406">
                  <c:v>23.534294112223318</c:v>
                </c:pt>
                <c:pt idx="407">
                  <c:v>23.598266605814509</c:v>
                </c:pt>
                <c:pt idx="408">
                  <c:v>23.462553252522461</c:v>
                </c:pt>
                <c:pt idx="409">
                  <c:v>24.122190624780025</c:v>
                </c:pt>
                <c:pt idx="410">
                  <c:v>24.16294619177749</c:v>
                </c:pt>
                <c:pt idx="411">
                  <c:v>24.684504280195764</c:v>
                </c:pt>
                <c:pt idx="412">
                  <c:v>24.482443414599164</c:v>
                </c:pt>
                <c:pt idx="413">
                  <c:v>23.835742831998143</c:v>
                </c:pt>
                <c:pt idx="414">
                  <c:v>24.20037079717758</c:v>
                </c:pt>
                <c:pt idx="415">
                  <c:v>24.311810815446446</c:v>
                </c:pt>
                <c:pt idx="416">
                  <c:v>24.010535025916145</c:v>
                </c:pt>
                <c:pt idx="417">
                  <c:v>24.036621302396995</c:v>
                </c:pt>
                <c:pt idx="418">
                  <c:v>24.791307020393514</c:v>
                </c:pt>
                <c:pt idx="419">
                  <c:v>23.106646027166015</c:v>
                </c:pt>
                <c:pt idx="420">
                  <c:v>23.455222803828136</c:v>
                </c:pt>
                <c:pt idx="421">
                  <c:v>23.481040796612461</c:v>
                </c:pt>
                <c:pt idx="422">
                  <c:v>23.380999718101609</c:v>
                </c:pt>
                <c:pt idx="423">
                  <c:v>23.218566164988879</c:v>
                </c:pt>
                <c:pt idx="424">
                  <c:v>23.872128329532277</c:v>
                </c:pt>
                <c:pt idx="425">
                  <c:v>24.290437497707305</c:v>
                </c:pt>
                <c:pt idx="426">
                  <c:v>23.542488795943573</c:v>
                </c:pt>
                <c:pt idx="427">
                  <c:v>22.58392782608092</c:v>
                </c:pt>
                <c:pt idx="428">
                  <c:v>23.781413147040247</c:v>
                </c:pt>
                <c:pt idx="429">
                  <c:v>25.57332600111107</c:v>
                </c:pt>
                <c:pt idx="430">
                  <c:v>25.718536521043401</c:v>
                </c:pt>
                <c:pt idx="431">
                  <c:v>25.119650432778471</c:v>
                </c:pt>
                <c:pt idx="432">
                  <c:v>25.17918182049517</c:v>
                </c:pt>
                <c:pt idx="433">
                  <c:v>24.076334993768825</c:v>
                </c:pt>
                <c:pt idx="434">
                  <c:v>21.890506964344322</c:v>
                </c:pt>
                <c:pt idx="435">
                  <c:v>15.487732000226048</c:v>
                </c:pt>
                <c:pt idx="436">
                  <c:v>17.310966970960504</c:v>
                </c:pt>
                <c:pt idx="437">
                  <c:v>25.005762558275798</c:v>
                </c:pt>
                <c:pt idx="438">
                  <c:v>26.241179835639684</c:v>
                </c:pt>
                <c:pt idx="439">
                  <c:v>22.647068306326055</c:v>
                </c:pt>
                <c:pt idx="440">
                  <c:v>21.210851204248112</c:v>
                </c:pt>
                <c:pt idx="441">
                  <c:v>26.513700030370998</c:v>
                </c:pt>
                <c:pt idx="442">
                  <c:v>23.543479604337598</c:v>
                </c:pt>
                <c:pt idx="443">
                  <c:v>24.149716465741083</c:v>
                </c:pt>
                <c:pt idx="444">
                  <c:v>22.862565843763516</c:v>
                </c:pt>
                <c:pt idx="445">
                  <c:v>21.252088080523137</c:v>
                </c:pt>
                <c:pt idx="446">
                  <c:v>23.531104232011959</c:v>
                </c:pt>
                <c:pt idx="447">
                  <c:v>23.685762710296032</c:v>
                </c:pt>
                <c:pt idx="448">
                  <c:v>23.185332096461465</c:v>
                </c:pt>
                <c:pt idx="449">
                  <c:v>23.163353341619537</c:v>
                </c:pt>
                <c:pt idx="450">
                  <c:v>22.703729419847829</c:v>
                </c:pt>
                <c:pt idx="451">
                  <c:v>24.094075160125225</c:v>
                </c:pt>
                <c:pt idx="452">
                  <c:v>23.479015424435534</c:v>
                </c:pt>
                <c:pt idx="453">
                  <c:v>23.282115116991136</c:v>
                </c:pt>
                <c:pt idx="454">
                  <c:v>23.708044679407504</c:v>
                </c:pt>
                <c:pt idx="455">
                  <c:v>23.761075880238462</c:v>
                </c:pt>
                <c:pt idx="456">
                  <c:v>22.931108329948678</c:v>
                </c:pt>
                <c:pt idx="457">
                  <c:v>24.835337896363843</c:v>
                </c:pt>
                <c:pt idx="458">
                  <c:v>25.665825818521551</c:v>
                </c:pt>
                <c:pt idx="459">
                  <c:v>25.49965937553393</c:v>
                </c:pt>
                <c:pt idx="460">
                  <c:v>25.272421910345738</c:v>
                </c:pt>
                <c:pt idx="461">
                  <c:v>24.403280233106504</c:v>
                </c:pt>
                <c:pt idx="462">
                  <c:v>24.393241477861395</c:v>
                </c:pt>
                <c:pt idx="463">
                  <c:v>24.888403400890905</c:v>
                </c:pt>
                <c:pt idx="464">
                  <c:v>24.988511368304376</c:v>
                </c:pt>
                <c:pt idx="465">
                  <c:v>24.16388974170771</c:v>
                </c:pt>
                <c:pt idx="466">
                  <c:v>24.187842247943017</c:v>
                </c:pt>
                <c:pt idx="467">
                  <c:v>23.801782123279818</c:v>
                </c:pt>
                <c:pt idx="468">
                  <c:v>23.564267181508523</c:v>
                </c:pt>
                <c:pt idx="469">
                  <c:v>23.802352909683787</c:v>
                </c:pt>
                <c:pt idx="470">
                  <c:v>24.348839375091089</c:v>
                </c:pt>
                <c:pt idx="471">
                  <c:v>24.774798812788074</c:v>
                </c:pt>
                <c:pt idx="472">
                  <c:v>25.130803694620436</c:v>
                </c:pt>
                <c:pt idx="473">
                  <c:v>25.692001455428496</c:v>
                </c:pt>
                <c:pt idx="474">
                  <c:v>24.425933131587062</c:v>
                </c:pt>
                <c:pt idx="475">
                  <c:v>23.855276721439115</c:v>
                </c:pt>
                <c:pt idx="476">
                  <c:v>23.730272218665903</c:v>
                </c:pt>
                <c:pt idx="477">
                  <c:v>24.173589607500283</c:v>
                </c:pt>
                <c:pt idx="478">
                  <c:v>24.696874827531392</c:v>
                </c:pt>
                <c:pt idx="479">
                  <c:v>24.706040920541998</c:v>
                </c:pt>
                <c:pt idx="480">
                  <c:v>24.378736434259675</c:v>
                </c:pt>
                <c:pt idx="481">
                  <c:v>24.831557020971854</c:v>
                </c:pt>
                <c:pt idx="482">
                  <c:v>24.704475839192998</c:v>
                </c:pt>
                <c:pt idx="483">
                  <c:v>24.500846323076704</c:v>
                </c:pt>
                <c:pt idx="484">
                  <c:v>24.149876714895637</c:v>
                </c:pt>
                <c:pt idx="485">
                  <c:v>24.42441375545166</c:v>
                </c:pt>
                <c:pt idx="486">
                  <c:v>24.717976029053052</c:v>
                </c:pt>
                <c:pt idx="487">
                  <c:v>25.083061145512115</c:v>
                </c:pt>
                <c:pt idx="488">
                  <c:v>25.050221470346305</c:v>
                </c:pt>
                <c:pt idx="489">
                  <c:v>24.483151828886026</c:v>
                </c:pt>
                <c:pt idx="490">
                  <c:v>24.622153908588913</c:v>
                </c:pt>
                <c:pt idx="491">
                  <c:v>24.443839859242484</c:v>
                </c:pt>
                <c:pt idx="492">
                  <c:v>24.777506028758925</c:v>
                </c:pt>
                <c:pt idx="493">
                  <c:v>24.834523266200978</c:v>
                </c:pt>
                <c:pt idx="494">
                  <c:v>24.883975778550145</c:v>
                </c:pt>
                <c:pt idx="495">
                  <c:v>25.319194173791516</c:v>
                </c:pt>
                <c:pt idx="496">
                  <c:v>25.083950728259538</c:v>
                </c:pt>
                <c:pt idx="497">
                  <c:v>25.202164768121225</c:v>
                </c:pt>
                <c:pt idx="498">
                  <c:v>24.918148803352906</c:v>
                </c:pt>
                <c:pt idx="499">
                  <c:v>24.815159920328181</c:v>
                </c:pt>
                <c:pt idx="500">
                  <c:v>25.030942066080552</c:v>
                </c:pt>
                <c:pt idx="501">
                  <c:v>25.583513075227213</c:v>
                </c:pt>
                <c:pt idx="502">
                  <c:v>25.411351086432425</c:v>
                </c:pt>
                <c:pt idx="503">
                  <c:v>24.986766704792903</c:v>
                </c:pt>
                <c:pt idx="504">
                  <c:v>25.173119121402365</c:v>
                </c:pt>
                <c:pt idx="505">
                  <c:v>24.902074910944233</c:v>
                </c:pt>
                <c:pt idx="506">
                  <c:v>24.889305938406029</c:v>
                </c:pt>
                <c:pt idx="507">
                  <c:v>24.356750441932732</c:v>
                </c:pt>
                <c:pt idx="508">
                  <c:v>24.656635732752395</c:v>
                </c:pt>
                <c:pt idx="509">
                  <c:v>25.3309720405048</c:v>
                </c:pt>
                <c:pt idx="510">
                  <c:v>25.226036042675386</c:v>
                </c:pt>
                <c:pt idx="511">
                  <c:v>25.445506860243505</c:v>
                </c:pt>
                <c:pt idx="512">
                  <c:v>25.12419451583704</c:v>
                </c:pt>
                <c:pt idx="513">
                  <c:v>25.111167042806585</c:v>
                </c:pt>
                <c:pt idx="514">
                  <c:v>25.14741435064392</c:v>
                </c:pt>
                <c:pt idx="515">
                  <c:v>25.147812908038002</c:v>
                </c:pt>
                <c:pt idx="516">
                  <c:v>25.614209793870479</c:v>
                </c:pt>
                <c:pt idx="517">
                  <c:v>25.147590826305979</c:v>
                </c:pt>
                <c:pt idx="518">
                  <c:v>24.689781761736047</c:v>
                </c:pt>
                <c:pt idx="519">
                  <c:v>25.3895246823025</c:v>
                </c:pt>
                <c:pt idx="520">
                  <c:v>25.639761222480619</c:v>
                </c:pt>
                <c:pt idx="521">
                  <c:v>26.127261160515847</c:v>
                </c:pt>
                <c:pt idx="522">
                  <c:v>25.940342105010956</c:v>
                </c:pt>
                <c:pt idx="523">
                  <c:v>25.620923007370006</c:v>
                </c:pt>
                <c:pt idx="524">
                  <c:v>25.28635383766817</c:v>
                </c:pt>
                <c:pt idx="525">
                  <c:v>24.829674547814164</c:v>
                </c:pt>
                <c:pt idx="526">
                  <c:v>25.017297258711668</c:v>
                </c:pt>
                <c:pt idx="527">
                  <c:v>25.39788592732177</c:v>
                </c:pt>
                <c:pt idx="528">
                  <c:v>24.928376592453251</c:v>
                </c:pt>
                <c:pt idx="529">
                  <c:v>24.960240496008975</c:v>
                </c:pt>
                <c:pt idx="530">
                  <c:v>25.280102897869174</c:v>
                </c:pt>
                <c:pt idx="531">
                  <c:v>25.181216247790335</c:v>
                </c:pt>
                <c:pt idx="532">
                  <c:v>25.447398652902447</c:v>
                </c:pt>
                <c:pt idx="533">
                  <c:v>26.568516940176398</c:v>
                </c:pt>
                <c:pt idx="534">
                  <c:v>25.783204870728273</c:v>
                </c:pt>
                <c:pt idx="535">
                  <c:v>25.283230152354019</c:v>
                </c:pt>
                <c:pt idx="536">
                  <c:v>24.454052016697108</c:v>
                </c:pt>
                <c:pt idx="537">
                  <c:v>24.444256493825169</c:v>
                </c:pt>
                <c:pt idx="538">
                  <c:v>24.971482127873472</c:v>
                </c:pt>
                <c:pt idx="539">
                  <c:v>25.333706157447356</c:v>
                </c:pt>
                <c:pt idx="540">
                  <c:v>25.440792911098239</c:v>
                </c:pt>
                <c:pt idx="541">
                  <c:v>25.29243993465774</c:v>
                </c:pt>
                <c:pt idx="542">
                  <c:v>25.348242596532021</c:v>
                </c:pt>
                <c:pt idx="543">
                  <c:v>25.917591285671463</c:v>
                </c:pt>
                <c:pt idx="544">
                  <c:v>26.331463462432662</c:v>
                </c:pt>
                <c:pt idx="545">
                  <c:v>25.688026060233721</c:v>
                </c:pt>
                <c:pt idx="546">
                  <c:v>26.254863771694684</c:v>
                </c:pt>
                <c:pt idx="547">
                  <c:v>25.808333815281532</c:v>
                </c:pt>
                <c:pt idx="548">
                  <c:v>24.798376291717574</c:v>
                </c:pt>
                <c:pt idx="549">
                  <c:v>25.713652705811437</c:v>
                </c:pt>
                <c:pt idx="550">
                  <c:v>25.687002104819275</c:v>
                </c:pt>
                <c:pt idx="551">
                  <c:v>25.425279444584163</c:v>
                </c:pt>
                <c:pt idx="552">
                  <c:v>26.22836334025466</c:v>
                </c:pt>
                <c:pt idx="553">
                  <c:v>26.636849109673676</c:v>
                </c:pt>
                <c:pt idx="554">
                  <c:v>27.223612047008622</c:v>
                </c:pt>
                <c:pt idx="555">
                  <c:v>25.531015068840382</c:v>
                </c:pt>
                <c:pt idx="556">
                  <c:v>25.383380553241285</c:v>
                </c:pt>
                <c:pt idx="557">
                  <c:v>23.623861922005027</c:v>
                </c:pt>
                <c:pt idx="558">
                  <c:v>23.535399464558299</c:v>
                </c:pt>
                <c:pt idx="559">
                  <c:v>24.506809845491262</c:v>
                </c:pt>
                <c:pt idx="560">
                  <c:v>24.113790581553403</c:v>
                </c:pt>
                <c:pt idx="561">
                  <c:v>24.609622946859343</c:v>
                </c:pt>
                <c:pt idx="562">
                  <c:v>24.377809176932715</c:v>
                </c:pt>
                <c:pt idx="563">
                  <c:v>23.314248889508718</c:v>
                </c:pt>
                <c:pt idx="564">
                  <c:v>23.110267016930095</c:v>
                </c:pt>
                <c:pt idx="565">
                  <c:v>24.672504001271683</c:v>
                </c:pt>
                <c:pt idx="566">
                  <c:v>27.080949121802256</c:v>
                </c:pt>
                <c:pt idx="567">
                  <c:v>27.263225347192737</c:v>
                </c:pt>
                <c:pt idx="568">
                  <c:v>24.052763360182531</c:v>
                </c:pt>
                <c:pt idx="569">
                  <c:v>22.584633067771613</c:v>
                </c:pt>
                <c:pt idx="570">
                  <c:v>21.270921668930999</c:v>
                </c:pt>
                <c:pt idx="571">
                  <c:v>22.725964956692408</c:v>
                </c:pt>
                <c:pt idx="572">
                  <c:v>26.377161008925246</c:v>
                </c:pt>
                <c:pt idx="573">
                  <c:v>26.76130476983311</c:v>
                </c:pt>
                <c:pt idx="574">
                  <c:v>21.582881199822996</c:v>
                </c:pt>
                <c:pt idx="575">
                  <c:v>18.435907179089408</c:v>
                </c:pt>
                <c:pt idx="576">
                  <c:v>17.323072540420036</c:v>
                </c:pt>
                <c:pt idx="577">
                  <c:v>18.576467994948967</c:v>
                </c:pt>
                <c:pt idx="578">
                  <c:v>25.053901153139567</c:v>
                </c:pt>
                <c:pt idx="579">
                  <c:v>35.165851761104832</c:v>
                </c:pt>
                <c:pt idx="580">
                  <c:v>18.336656209216855</c:v>
                </c:pt>
                <c:pt idx="581">
                  <c:v>11.953596286476168</c:v>
                </c:pt>
                <c:pt idx="582">
                  <c:v>20.836746595159866</c:v>
                </c:pt>
                <c:pt idx="583">
                  <c:v>27.961316270494237</c:v>
                </c:pt>
                <c:pt idx="584">
                  <c:v>15.114964640424226</c:v>
                </c:pt>
                <c:pt idx="585">
                  <c:v>-22.231426746241553</c:v>
                </c:pt>
                <c:pt idx="586">
                  <c:v>10.155298979184129</c:v>
                </c:pt>
                <c:pt idx="587">
                  <c:v>6.9356394582395424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96A0-42C5-857B-5B109011262B}"/>
            </c:ext>
          </c:extLst>
        </c:ser>
        <c:ser>
          <c:idx val="12"/>
          <c:order val="1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Shifted!$N$2:$N$589</c:f>
              <c:numCache>
                <c:formatCode>General</c:formatCode>
                <c:ptCount val="588"/>
                <c:pt idx="0">
                  <c:v>26.426144143451843</c:v>
                </c:pt>
                <c:pt idx="1">
                  <c:v>26.428631833460674</c:v>
                </c:pt>
                <c:pt idx="2">
                  <c:v>26.265716518331516</c:v>
                </c:pt>
                <c:pt idx="3">
                  <c:v>26.126631048551666</c:v>
                </c:pt>
                <c:pt idx="4">
                  <c:v>26.232572979348777</c:v>
                </c:pt>
                <c:pt idx="5">
                  <c:v>26.32305311496458</c:v>
                </c:pt>
                <c:pt idx="6">
                  <c:v>26.292497091635898</c:v>
                </c:pt>
                <c:pt idx="7">
                  <c:v>26.354715929856582</c:v>
                </c:pt>
                <c:pt idx="8">
                  <c:v>26.214707222229165</c:v>
                </c:pt>
                <c:pt idx="9">
                  <c:v>26.292760443821511</c:v>
                </c:pt>
                <c:pt idx="10">
                  <c:v>26.206552335662721</c:v>
                </c:pt>
                <c:pt idx="11">
                  <c:v>26.192578905462355</c:v>
                </c:pt>
                <c:pt idx="12">
                  <c:v>26.187162284143128</c:v>
                </c:pt>
                <c:pt idx="13">
                  <c:v>26.235413666994884</c:v>
                </c:pt>
                <c:pt idx="14">
                  <c:v>26.098740179215529</c:v>
                </c:pt>
                <c:pt idx="15">
                  <c:v>26.097435149639193</c:v>
                </c:pt>
                <c:pt idx="16">
                  <c:v>26.167875735088106</c:v>
                </c:pt>
                <c:pt idx="17">
                  <c:v>26.177862999045498</c:v>
                </c:pt>
                <c:pt idx="18">
                  <c:v>26.233327876320622</c:v>
                </c:pt>
                <c:pt idx="19">
                  <c:v>26.205765036720397</c:v>
                </c:pt>
                <c:pt idx="20">
                  <c:v>26.206376629658255</c:v>
                </c:pt>
                <c:pt idx="21">
                  <c:v>26.080456517107137</c:v>
                </c:pt>
                <c:pt idx="22">
                  <c:v>26.047142864906856</c:v>
                </c:pt>
                <c:pt idx="23">
                  <c:v>26.088513812845115</c:v>
                </c:pt>
                <c:pt idx="24">
                  <c:v>26.111858760408158</c:v>
                </c:pt>
                <c:pt idx="25">
                  <c:v>26.076556761863809</c:v>
                </c:pt>
                <c:pt idx="26">
                  <c:v>26.097259420654606</c:v>
                </c:pt>
                <c:pt idx="27">
                  <c:v>26.129641616741587</c:v>
                </c:pt>
                <c:pt idx="28">
                  <c:v>26.18020195022175</c:v>
                </c:pt>
                <c:pt idx="29">
                  <c:v>26.250711211761999</c:v>
                </c:pt>
                <c:pt idx="30">
                  <c:v>26.272714057068647</c:v>
                </c:pt>
                <c:pt idx="31">
                  <c:v>26.306213259382691</c:v>
                </c:pt>
                <c:pt idx="32">
                  <c:v>26.281799937273462</c:v>
                </c:pt>
                <c:pt idx="33">
                  <c:v>26.27356774558028</c:v>
                </c:pt>
                <c:pt idx="34">
                  <c:v>26.316624655941631</c:v>
                </c:pt>
                <c:pt idx="35">
                  <c:v>26.332152208738918</c:v>
                </c:pt>
                <c:pt idx="36">
                  <c:v>26.393407352609181</c:v>
                </c:pt>
                <c:pt idx="37">
                  <c:v>26.434900396802345</c:v>
                </c:pt>
                <c:pt idx="38">
                  <c:v>26.520630495466115</c:v>
                </c:pt>
                <c:pt idx="39">
                  <c:v>26.526194901942905</c:v>
                </c:pt>
                <c:pt idx="40">
                  <c:v>26.505154257278814</c:v>
                </c:pt>
                <c:pt idx="41">
                  <c:v>26.530022884523603</c:v>
                </c:pt>
                <c:pt idx="42">
                  <c:v>26.575391847829685</c:v>
                </c:pt>
                <c:pt idx="43">
                  <c:v>26.568888611493296</c:v>
                </c:pt>
                <c:pt idx="44">
                  <c:v>26.628704441450697</c:v>
                </c:pt>
                <c:pt idx="45">
                  <c:v>26.706096662845226</c:v>
                </c:pt>
                <c:pt idx="46">
                  <c:v>26.722725813698503</c:v>
                </c:pt>
                <c:pt idx="47">
                  <c:v>26.774058807783973</c:v>
                </c:pt>
                <c:pt idx="48">
                  <c:v>26.82513451643575</c:v>
                </c:pt>
                <c:pt idx="49">
                  <c:v>26.898569790811038</c:v>
                </c:pt>
                <c:pt idx="50">
                  <c:v>27.015367726056368</c:v>
                </c:pt>
                <c:pt idx="51">
                  <c:v>27.027535056634047</c:v>
                </c:pt>
                <c:pt idx="52">
                  <c:v>27.043721426517664</c:v>
                </c:pt>
                <c:pt idx="53">
                  <c:v>27.087877636922912</c:v>
                </c:pt>
                <c:pt idx="54">
                  <c:v>27.152494243939316</c:v>
                </c:pt>
                <c:pt idx="55">
                  <c:v>27.226278724231932</c:v>
                </c:pt>
                <c:pt idx="56">
                  <c:v>27.245598847243599</c:v>
                </c:pt>
                <c:pt idx="57">
                  <c:v>27.327768222132836</c:v>
                </c:pt>
                <c:pt idx="58">
                  <c:v>27.40083507920972</c:v>
                </c:pt>
                <c:pt idx="59">
                  <c:v>27.422077535295628</c:v>
                </c:pt>
                <c:pt idx="60">
                  <c:v>27.459930390456154</c:v>
                </c:pt>
                <c:pt idx="61">
                  <c:v>27.537514955462687</c:v>
                </c:pt>
                <c:pt idx="62">
                  <c:v>27.578826410740433</c:v>
                </c:pt>
                <c:pt idx="63">
                  <c:v>27.478476083393204</c:v>
                </c:pt>
                <c:pt idx="64">
                  <c:v>27.412610736606634</c:v>
                </c:pt>
                <c:pt idx="65">
                  <c:v>27.447779605565525</c:v>
                </c:pt>
                <c:pt idx="66">
                  <c:v>27.361173504692726</c:v>
                </c:pt>
                <c:pt idx="67">
                  <c:v>27.265205578323236</c:v>
                </c:pt>
                <c:pt idx="68">
                  <c:v>27.247183004858549</c:v>
                </c:pt>
                <c:pt idx="69">
                  <c:v>27.193436178872847</c:v>
                </c:pt>
                <c:pt idx="70">
                  <c:v>27.21675456716115</c:v>
                </c:pt>
                <c:pt idx="71">
                  <c:v>27.394610591739951</c:v>
                </c:pt>
                <c:pt idx="72">
                  <c:v>27.471357669220094</c:v>
                </c:pt>
                <c:pt idx="73">
                  <c:v>27.540757358602395</c:v>
                </c:pt>
                <c:pt idx="74">
                  <c:v>27.715730205291528</c:v>
                </c:pt>
                <c:pt idx="75">
                  <c:v>27.701730715634056</c:v>
                </c:pt>
                <c:pt idx="76">
                  <c:v>27.727355572697711</c:v>
                </c:pt>
                <c:pt idx="77">
                  <c:v>28.0104844503633</c:v>
                </c:pt>
                <c:pt idx="78">
                  <c:v>28.439750719002014</c:v>
                </c:pt>
                <c:pt idx="79">
                  <c:v>28.870585518773467</c:v>
                </c:pt>
                <c:pt idx="80">
                  <c:v>29.087822668473702</c:v>
                </c:pt>
                <c:pt idx="81">
                  <c:v>28.819172186185305</c:v>
                </c:pt>
                <c:pt idx="82">
                  <c:v>28.229570488671346</c:v>
                </c:pt>
                <c:pt idx="83">
                  <c:v>27.745800888466619</c:v>
                </c:pt>
                <c:pt idx="84">
                  <c:v>27.347676636239761</c:v>
                </c:pt>
                <c:pt idx="85">
                  <c:v>27.388745697202161</c:v>
                </c:pt>
                <c:pt idx="86">
                  <c:v>27.563651441938244</c:v>
                </c:pt>
                <c:pt idx="87">
                  <c:v>27.70328858399068</c:v>
                </c:pt>
                <c:pt idx="88">
                  <c:v>27.756094511905907</c:v>
                </c:pt>
                <c:pt idx="89">
                  <c:v>27.733447326989104</c:v>
                </c:pt>
                <c:pt idx="90">
                  <c:v>27.665705423529147</c:v>
                </c:pt>
                <c:pt idx="91">
                  <c:v>27.643443569279739</c:v>
                </c:pt>
                <c:pt idx="92">
                  <c:v>27.68755841546735</c:v>
                </c:pt>
                <c:pt idx="93">
                  <c:v>27.681657304259005</c:v>
                </c:pt>
                <c:pt idx="94">
                  <c:v>27.66028137963086</c:v>
                </c:pt>
                <c:pt idx="95">
                  <c:v>27.712266825309158</c:v>
                </c:pt>
                <c:pt idx="96">
                  <c:v>27.777253688033646</c:v>
                </c:pt>
                <c:pt idx="97">
                  <c:v>27.800867508756347</c:v>
                </c:pt>
                <c:pt idx="98">
                  <c:v>27.740558111762063</c:v>
                </c:pt>
                <c:pt idx="99">
                  <c:v>27.682330346040182</c:v>
                </c:pt>
                <c:pt idx="100">
                  <c:v>27.642688534427162</c:v>
                </c:pt>
                <c:pt idx="101">
                  <c:v>27.641783669186264</c:v>
                </c:pt>
                <c:pt idx="102">
                  <c:v>27.641175155584612</c:v>
                </c:pt>
                <c:pt idx="103">
                  <c:v>27.638087546539335</c:v>
                </c:pt>
                <c:pt idx="104">
                  <c:v>27.663987613530995</c:v>
                </c:pt>
                <c:pt idx="105">
                  <c:v>27.553725868115428</c:v>
                </c:pt>
                <c:pt idx="106">
                  <c:v>27.469789965371714</c:v>
                </c:pt>
                <c:pt idx="107">
                  <c:v>27.457849678388612</c:v>
                </c:pt>
                <c:pt idx="108">
                  <c:v>27.397464630836307</c:v>
                </c:pt>
                <c:pt idx="109">
                  <c:v>27.29114342463366</c:v>
                </c:pt>
                <c:pt idx="110">
                  <c:v>27.20618959445418</c:v>
                </c:pt>
                <c:pt idx="111">
                  <c:v>27.208815946512573</c:v>
                </c:pt>
                <c:pt idx="112">
                  <c:v>27.172199881459342</c:v>
                </c:pt>
                <c:pt idx="113">
                  <c:v>27.099048549458001</c:v>
                </c:pt>
                <c:pt idx="114">
                  <c:v>27.121142373063325</c:v>
                </c:pt>
                <c:pt idx="115">
                  <c:v>27.119415738698745</c:v>
                </c:pt>
                <c:pt idx="116">
                  <c:v>27.044728415415875</c:v>
                </c:pt>
                <c:pt idx="117">
                  <c:v>26.923023856674639</c:v>
                </c:pt>
                <c:pt idx="118">
                  <c:v>26.890587140250801</c:v>
                </c:pt>
                <c:pt idx="119">
                  <c:v>26.918384721786111</c:v>
                </c:pt>
                <c:pt idx="120">
                  <c:v>26.854905630754683</c:v>
                </c:pt>
                <c:pt idx="121">
                  <c:v>26.81469547479136</c:v>
                </c:pt>
                <c:pt idx="122">
                  <c:v>26.823367528978849</c:v>
                </c:pt>
                <c:pt idx="123">
                  <c:v>26.846138530787112</c:v>
                </c:pt>
                <c:pt idx="124">
                  <c:v>26.839554450385368</c:v>
                </c:pt>
                <c:pt idx="125">
                  <c:v>26.829966960101363</c:v>
                </c:pt>
                <c:pt idx="126">
                  <c:v>26.779617515190779</c:v>
                </c:pt>
                <c:pt idx="127">
                  <c:v>26.658446325055831</c:v>
                </c:pt>
                <c:pt idx="128">
                  <c:v>26.744207446882829</c:v>
                </c:pt>
                <c:pt idx="129">
                  <c:v>26.83427793886332</c:v>
                </c:pt>
                <c:pt idx="130">
                  <c:v>26.769901979673072</c:v>
                </c:pt>
                <c:pt idx="131">
                  <c:v>26.704264090123253</c:v>
                </c:pt>
                <c:pt idx="132">
                  <c:v>26.626274155783893</c:v>
                </c:pt>
                <c:pt idx="133">
                  <c:v>26.597086230973378</c:v>
                </c:pt>
                <c:pt idx="134">
                  <c:v>26.612370906872783</c:v>
                </c:pt>
                <c:pt idx="135">
                  <c:v>26.687637559003758</c:v>
                </c:pt>
                <c:pt idx="136">
                  <c:v>26.73649614559028</c:v>
                </c:pt>
                <c:pt idx="137">
                  <c:v>26.719877473672135</c:v>
                </c:pt>
                <c:pt idx="138">
                  <c:v>26.656367267556995</c:v>
                </c:pt>
                <c:pt idx="139">
                  <c:v>26.651761086161848</c:v>
                </c:pt>
                <c:pt idx="140">
                  <c:v>26.647650769815666</c:v>
                </c:pt>
                <c:pt idx="141">
                  <c:v>26.643960438159208</c:v>
                </c:pt>
                <c:pt idx="142">
                  <c:v>26.774292837335306</c:v>
                </c:pt>
                <c:pt idx="143">
                  <c:v>26.754249575878887</c:v>
                </c:pt>
                <c:pt idx="144">
                  <c:v>26.706837266181864</c:v>
                </c:pt>
                <c:pt idx="145">
                  <c:v>26.711476171269187</c:v>
                </c:pt>
                <c:pt idx="146">
                  <c:v>26.728945797064576</c:v>
                </c:pt>
                <c:pt idx="147">
                  <c:v>26.746114429236304</c:v>
                </c:pt>
                <c:pt idx="148">
                  <c:v>26.82314085306621</c:v>
                </c:pt>
                <c:pt idx="149">
                  <c:v>26.759269123688938</c:v>
                </c:pt>
                <c:pt idx="150">
                  <c:v>26.700124956705451</c:v>
                </c:pt>
                <c:pt idx="151">
                  <c:v>26.826379119784157</c:v>
                </c:pt>
                <c:pt idx="152">
                  <c:v>26.834330517379957</c:v>
                </c:pt>
                <c:pt idx="153">
                  <c:v>26.782043020992433</c:v>
                </c:pt>
                <c:pt idx="154">
                  <c:v>26.801939393516001</c:v>
                </c:pt>
                <c:pt idx="155">
                  <c:v>26.797652773682209</c:v>
                </c:pt>
                <c:pt idx="156">
                  <c:v>26.796027619531557</c:v>
                </c:pt>
                <c:pt idx="157">
                  <c:v>26.842861014022652</c:v>
                </c:pt>
                <c:pt idx="158">
                  <c:v>26.831846550150711</c:v>
                </c:pt>
                <c:pt idx="159">
                  <c:v>26.85636983213849</c:v>
                </c:pt>
                <c:pt idx="160">
                  <c:v>26.834069279365469</c:v>
                </c:pt>
                <c:pt idx="161">
                  <c:v>26.801849127601074</c:v>
                </c:pt>
                <c:pt idx="162">
                  <c:v>26.799629707523728</c:v>
                </c:pt>
                <c:pt idx="163">
                  <c:v>26.792244356266146</c:v>
                </c:pt>
                <c:pt idx="164">
                  <c:v>26.726056368582018</c:v>
                </c:pt>
                <c:pt idx="165">
                  <c:v>26.723018902160572</c:v>
                </c:pt>
                <c:pt idx="166">
                  <c:v>26.68830030569076</c:v>
                </c:pt>
                <c:pt idx="167">
                  <c:v>26.609416306767333</c:v>
                </c:pt>
                <c:pt idx="168">
                  <c:v>26.620199268901242</c:v>
                </c:pt>
                <c:pt idx="169">
                  <c:v>26.631371284482132</c:v>
                </c:pt>
                <c:pt idx="170">
                  <c:v>26.61240726142406</c:v>
                </c:pt>
                <c:pt idx="171">
                  <c:v>26.63649346151216</c:v>
                </c:pt>
                <c:pt idx="172">
                  <c:v>26.582287033108287</c:v>
                </c:pt>
                <c:pt idx="173">
                  <c:v>26.566873990253487</c:v>
                </c:pt>
                <c:pt idx="174">
                  <c:v>26.606992685335594</c:v>
                </c:pt>
                <c:pt idx="175">
                  <c:v>26.577702407066553</c:v>
                </c:pt>
                <c:pt idx="176">
                  <c:v>26.583952540351252</c:v>
                </c:pt>
                <c:pt idx="177">
                  <c:v>26.563609066595287</c:v>
                </c:pt>
                <c:pt idx="178">
                  <c:v>26.556052145755</c:v>
                </c:pt>
                <c:pt idx="179">
                  <c:v>26.571692370085103</c:v>
                </c:pt>
                <c:pt idx="180">
                  <c:v>26.600387049580437</c:v>
                </c:pt>
                <c:pt idx="181">
                  <c:v>26.644405609061447</c:v>
                </c:pt>
                <c:pt idx="182">
                  <c:v>26.634936466400124</c:v>
                </c:pt>
                <c:pt idx="183">
                  <c:v>26.637223953595598</c:v>
                </c:pt>
                <c:pt idx="184">
                  <c:v>26.602482974488023</c:v>
                </c:pt>
                <c:pt idx="185">
                  <c:v>26.592786420550183</c:v>
                </c:pt>
                <c:pt idx="186">
                  <c:v>26.658647171312573</c:v>
                </c:pt>
                <c:pt idx="187">
                  <c:v>26.654059695735846</c:v>
                </c:pt>
                <c:pt idx="188">
                  <c:v>26.629627369066625</c:v>
                </c:pt>
                <c:pt idx="189">
                  <c:v>26.67615751788221</c:v>
                </c:pt>
                <c:pt idx="190">
                  <c:v>26.676341450769961</c:v>
                </c:pt>
                <c:pt idx="191">
                  <c:v>26.590543882471206</c:v>
                </c:pt>
                <c:pt idx="192">
                  <c:v>26.611396273984813</c:v>
                </c:pt>
                <c:pt idx="193">
                  <c:v>26.683302221313639</c:v>
                </c:pt>
                <c:pt idx="194">
                  <c:v>26.643255040367801</c:v>
                </c:pt>
                <c:pt idx="195">
                  <c:v>26.642015814367685</c:v>
                </c:pt>
                <c:pt idx="196">
                  <c:v>26.703151668430316</c:v>
                </c:pt>
                <c:pt idx="197">
                  <c:v>26.728840777912023</c:v>
                </c:pt>
                <c:pt idx="198">
                  <c:v>26.683942769203842</c:v>
                </c:pt>
                <c:pt idx="199">
                  <c:v>26.725656330637246</c:v>
                </c:pt>
                <c:pt idx="200">
                  <c:v>26.7674734864557</c:v>
                </c:pt>
                <c:pt idx="201">
                  <c:v>26.779062131628663</c:v>
                </c:pt>
                <c:pt idx="202">
                  <c:v>26.758273992533116</c:v>
                </c:pt>
                <c:pt idx="203">
                  <c:v>26.858405687010016</c:v>
                </c:pt>
                <c:pt idx="204">
                  <c:v>26.973913702108508</c:v>
                </c:pt>
                <c:pt idx="205">
                  <c:v>26.989008240487514</c:v>
                </c:pt>
                <c:pt idx="206">
                  <c:v>27.028629094230261</c:v>
                </c:pt>
                <c:pt idx="207">
                  <c:v>26.991885075863813</c:v>
                </c:pt>
                <c:pt idx="208">
                  <c:v>26.938263261735855</c:v>
                </c:pt>
                <c:pt idx="209">
                  <c:v>26.913112162844858</c:v>
                </c:pt>
                <c:pt idx="210">
                  <c:v>26.846128971056814</c:v>
                </c:pt>
                <c:pt idx="211">
                  <c:v>26.806303226556047</c:v>
                </c:pt>
                <c:pt idx="212">
                  <c:v>26.823279561076014</c:v>
                </c:pt>
                <c:pt idx="213">
                  <c:v>26.782060026281904</c:v>
                </c:pt>
                <c:pt idx="214">
                  <c:v>26.792710485038654</c:v>
                </c:pt>
                <c:pt idx="215">
                  <c:v>26.827773001997983</c:v>
                </c:pt>
                <c:pt idx="216">
                  <c:v>26.864547537964999</c:v>
                </c:pt>
                <c:pt idx="217">
                  <c:v>26.930049615000247</c:v>
                </c:pt>
                <c:pt idx="218">
                  <c:v>26.945535826560018</c:v>
                </c:pt>
                <c:pt idx="219">
                  <c:v>26.921745978111158</c:v>
                </c:pt>
                <c:pt idx="220">
                  <c:v>27.006777573019793</c:v>
                </c:pt>
                <c:pt idx="221">
                  <c:v>27.097369070301522</c:v>
                </c:pt>
                <c:pt idx="222">
                  <c:v>27.127785006813145</c:v>
                </c:pt>
                <c:pt idx="223">
                  <c:v>27.152042270921285</c:v>
                </c:pt>
                <c:pt idx="224">
                  <c:v>27.21174940490679</c:v>
                </c:pt>
                <c:pt idx="225">
                  <c:v>27.19889211917895</c:v>
                </c:pt>
                <c:pt idx="226">
                  <c:v>27.158029235861342</c:v>
                </c:pt>
                <c:pt idx="227">
                  <c:v>27.201696337373178</c:v>
                </c:pt>
                <c:pt idx="228">
                  <c:v>27.25764171748644</c:v>
                </c:pt>
                <c:pt idx="229">
                  <c:v>27.197372122061577</c:v>
                </c:pt>
                <c:pt idx="230">
                  <c:v>27.147157616420969</c:v>
                </c:pt>
                <c:pt idx="231">
                  <c:v>27.150967904308569</c:v>
                </c:pt>
                <c:pt idx="232">
                  <c:v>27.133834569602559</c:v>
                </c:pt>
                <c:pt idx="233">
                  <c:v>27.115444773805748</c:v>
                </c:pt>
                <c:pt idx="234">
                  <c:v>27.057572464594067</c:v>
                </c:pt>
                <c:pt idx="235">
                  <c:v>27.044955367089965</c:v>
                </c:pt>
                <c:pt idx="236">
                  <c:v>27.026300104936425</c:v>
                </c:pt>
                <c:pt idx="237">
                  <c:v>26.987223052774858</c:v>
                </c:pt>
                <c:pt idx="238">
                  <c:v>26.950540069609545</c:v>
                </c:pt>
                <c:pt idx="239">
                  <c:v>26.967137140214035</c:v>
                </c:pt>
                <c:pt idx="240">
                  <c:v>26.905904861564075</c:v>
                </c:pt>
                <c:pt idx="241">
                  <c:v>26.811996597471378</c:v>
                </c:pt>
                <c:pt idx="242">
                  <c:v>26.809677811351225</c:v>
                </c:pt>
                <c:pt idx="243">
                  <c:v>26.902368864399637</c:v>
                </c:pt>
                <c:pt idx="244">
                  <c:v>26.886944147643415</c:v>
                </c:pt>
                <c:pt idx="245">
                  <c:v>26.868029485885057</c:v>
                </c:pt>
                <c:pt idx="246">
                  <c:v>26.923839191364475</c:v>
                </c:pt>
                <c:pt idx="247">
                  <c:v>26.942682798588983</c:v>
                </c:pt>
                <c:pt idx="248">
                  <c:v>26.940517427756017</c:v>
                </c:pt>
                <c:pt idx="249">
                  <c:v>27.007659917742199</c:v>
                </c:pt>
                <c:pt idx="250">
                  <c:v>26.986558835360118</c:v>
                </c:pt>
                <c:pt idx="251">
                  <c:v>26.896736804446892</c:v>
                </c:pt>
                <c:pt idx="252">
                  <c:v>26.912720213902642</c:v>
                </c:pt>
                <c:pt idx="253">
                  <c:v>27.0359602124025</c:v>
                </c:pt>
                <c:pt idx="254">
                  <c:v>27.05004914069055</c:v>
                </c:pt>
                <c:pt idx="255">
                  <c:v>26.978856082672547</c:v>
                </c:pt>
                <c:pt idx="256">
                  <c:v>26.864154485976979</c:v>
                </c:pt>
                <c:pt idx="257">
                  <c:v>26.909304724492248</c:v>
                </c:pt>
                <c:pt idx="258">
                  <c:v>26.954586317378634</c:v>
                </c:pt>
                <c:pt idx="259">
                  <c:v>27</c:v>
                </c:pt>
                <c:pt idx="260">
                  <c:v>26.867401485140871</c:v>
                </c:pt>
                <c:pt idx="261">
                  <c:v>26.721539579857208</c:v>
                </c:pt>
                <c:pt idx="262">
                  <c:v>26.944983108691929</c:v>
                </c:pt>
                <c:pt idx="263">
                  <c:v>26.870372998615309</c:v>
                </c:pt>
                <c:pt idx="264">
                  <c:v>26.948222386535193</c:v>
                </c:pt>
                <c:pt idx="265">
                  <c:v>27.032319333966235</c:v>
                </c:pt>
                <c:pt idx="266">
                  <c:v>26.957264880271733</c:v>
                </c:pt>
                <c:pt idx="267">
                  <c:v>26.937018290705517</c:v>
                </c:pt>
                <c:pt idx="268">
                  <c:v>26.795229749733615</c:v>
                </c:pt>
                <c:pt idx="269">
                  <c:v>26.809054958154118</c:v>
                </c:pt>
                <c:pt idx="270">
                  <c:v>26.888967317488202</c:v>
                </c:pt>
                <c:pt idx="271">
                  <c:v>26.954334087571542</c:v>
                </c:pt>
                <c:pt idx="272">
                  <c:v>26.832450927330608</c:v>
                </c:pt>
                <c:pt idx="273">
                  <c:v>26.86310889047564</c:v>
                </c:pt>
                <c:pt idx="274">
                  <c:v>26.934842349016929</c:v>
                </c:pt>
                <c:pt idx="275">
                  <c:v>26.930547364419127</c:v>
                </c:pt>
                <c:pt idx="276">
                  <c:v>26.941473308865326</c:v>
                </c:pt>
                <c:pt idx="277">
                  <c:v>26.871744544151614</c:v>
                </c:pt>
                <c:pt idx="278">
                  <c:v>27.051035999002846</c:v>
                </c:pt>
                <c:pt idx="279">
                  <c:v>27.296260729878053</c:v>
                </c:pt>
                <c:pt idx="280">
                  <c:v>27.395449733835047</c:v>
                </c:pt>
                <c:pt idx="281">
                  <c:v>27.407016180211212</c:v>
                </c:pt>
                <c:pt idx="282">
                  <c:v>27.44916300884422</c:v>
                </c:pt>
                <c:pt idx="283">
                  <c:v>27.473373945028609</c:v>
                </c:pt>
                <c:pt idx="284">
                  <c:v>27.528479447682905</c:v>
                </c:pt>
                <c:pt idx="285">
                  <c:v>27.322705425735233</c:v>
                </c:pt>
                <c:pt idx="286">
                  <c:v>27.357086628069869</c:v>
                </c:pt>
                <c:pt idx="287">
                  <c:v>27.73001409692537</c:v>
                </c:pt>
                <c:pt idx="288">
                  <c:v>27.81581874310136</c:v>
                </c:pt>
                <c:pt idx="289">
                  <c:v>27.932267656270337</c:v>
                </c:pt>
                <c:pt idx="290">
                  <c:v>27.728228081928354</c:v>
                </c:pt>
                <c:pt idx="291">
                  <c:v>27.60274485594589</c:v>
                </c:pt>
                <c:pt idx="292">
                  <c:v>27.642267538612117</c:v>
                </c:pt>
                <c:pt idx="293">
                  <c:v>27.68128392325448</c:v>
                </c:pt>
                <c:pt idx="294">
                  <c:v>27.691411722141282</c:v>
                </c:pt>
                <c:pt idx="295">
                  <c:v>27.781638111262016</c:v>
                </c:pt>
                <c:pt idx="296">
                  <c:v>27.841330537970151</c:v>
                </c:pt>
                <c:pt idx="297">
                  <c:v>27.996744544151618</c:v>
                </c:pt>
                <c:pt idx="298">
                  <c:v>28.062930969187516</c:v>
                </c:pt>
                <c:pt idx="299">
                  <c:v>28.061445350331024</c:v>
                </c:pt>
                <c:pt idx="300">
                  <c:v>28.095764414418717</c:v>
                </c:pt>
                <c:pt idx="301">
                  <c:v>27.972351789250595</c:v>
                </c:pt>
                <c:pt idx="302">
                  <c:v>27.66192271178663</c:v>
                </c:pt>
                <c:pt idx="303">
                  <c:v>27.491021299079101</c:v>
                </c:pt>
                <c:pt idx="304">
                  <c:v>27.786762494383652</c:v>
                </c:pt>
                <c:pt idx="305">
                  <c:v>28.10258693655501</c:v>
                </c:pt>
                <c:pt idx="306">
                  <c:v>28.069500893834785</c:v>
                </c:pt>
                <c:pt idx="307">
                  <c:v>27.983979914271281</c:v>
                </c:pt>
                <c:pt idx="308">
                  <c:v>28.126597669926046</c:v>
                </c:pt>
                <c:pt idx="309">
                  <c:v>28.04063289826756</c:v>
                </c:pt>
                <c:pt idx="310">
                  <c:v>27.954186095592888</c:v>
                </c:pt>
                <c:pt idx="311">
                  <c:v>27.882909665696236</c:v>
                </c:pt>
                <c:pt idx="312">
                  <c:v>27.814591972326784</c:v>
                </c:pt>
                <c:pt idx="313">
                  <c:v>27.933207818976943</c:v>
                </c:pt>
                <c:pt idx="314">
                  <c:v>27.909994036199013</c:v>
                </c:pt>
                <c:pt idx="315">
                  <c:v>28.001532314462182</c:v>
                </c:pt>
                <c:pt idx="316">
                  <c:v>28.099862413420098</c:v>
                </c:pt>
                <c:pt idx="317">
                  <c:v>27.992469873980689</c:v>
                </c:pt>
                <c:pt idx="318">
                  <c:v>28.113473814795668</c:v>
                </c:pt>
                <c:pt idx="319">
                  <c:v>28.172367084819072</c:v>
                </c:pt>
                <c:pt idx="320">
                  <c:v>28.093056804652797</c:v>
                </c:pt>
                <c:pt idx="321">
                  <c:v>28.102453284171812</c:v>
                </c:pt>
                <c:pt idx="322">
                  <c:v>28.227663506317871</c:v>
                </c:pt>
                <c:pt idx="323">
                  <c:v>28.255771687167382</c:v>
                </c:pt>
                <c:pt idx="324">
                  <c:v>28.28772821098471</c:v>
                </c:pt>
                <c:pt idx="325">
                  <c:v>28.30300723377438</c:v>
                </c:pt>
                <c:pt idx="326">
                  <c:v>28.26389231037356</c:v>
                </c:pt>
                <c:pt idx="327">
                  <c:v>28.266213118744357</c:v>
                </c:pt>
                <c:pt idx="328">
                  <c:v>28.168560657591783</c:v>
                </c:pt>
                <c:pt idx="329">
                  <c:v>28.155237151170958</c:v>
                </c:pt>
                <c:pt idx="330">
                  <c:v>28.184657037321919</c:v>
                </c:pt>
                <c:pt idx="331">
                  <c:v>28.137447228450348</c:v>
                </c:pt>
                <c:pt idx="332">
                  <c:v>28.007752205907764</c:v>
                </c:pt>
                <c:pt idx="333">
                  <c:v>27.960640751953679</c:v>
                </c:pt>
                <c:pt idx="334">
                  <c:v>27.876513654603997</c:v>
                </c:pt>
                <c:pt idx="335">
                  <c:v>27.740380889069627</c:v>
                </c:pt>
                <c:pt idx="336">
                  <c:v>27.628675440538107</c:v>
                </c:pt>
                <c:pt idx="337">
                  <c:v>27.610610491730458</c:v>
                </c:pt>
                <c:pt idx="338">
                  <c:v>27.53723579295389</c:v>
                </c:pt>
                <c:pt idx="339">
                  <c:v>27.443286991927909</c:v>
                </c:pt>
                <c:pt idx="340">
                  <c:v>27.384694026124535</c:v>
                </c:pt>
                <c:pt idx="341">
                  <c:v>27.270861261840277</c:v>
                </c:pt>
                <c:pt idx="342">
                  <c:v>27.236259542265405</c:v>
                </c:pt>
                <c:pt idx="343">
                  <c:v>27.171804163777299</c:v>
                </c:pt>
                <c:pt idx="344">
                  <c:v>27.061634982288762</c:v>
                </c:pt>
                <c:pt idx="345">
                  <c:v>27.163366782584525</c:v>
                </c:pt>
                <c:pt idx="346">
                  <c:v>27.218749885099395</c:v>
                </c:pt>
                <c:pt idx="347">
                  <c:v>27.268390806922127</c:v>
                </c:pt>
                <c:pt idx="348">
                  <c:v>27.305948045807284</c:v>
                </c:pt>
                <c:pt idx="349">
                  <c:v>27.285034113529886</c:v>
                </c:pt>
                <c:pt idx="350">
                  <c:v>27.311880409980063</c:v>
                </c:pt>
                <c:pt idx="351">
                  <c:v>27.374756962241271</c:v>
                </c:pt>
                <c:pt idx="352">
                  <c:v>27.450200699183966</c:v>
                </c:pt>
                <c:pt idx="353">
                  <c:v>27.477172007491887</c:v>
                </c:pt>
                <c:pt idx="354">
                  <c:v>27.527800339149817</c:v>
                </c:pt>
                <c:pt idx="355">
                  <c:v>27.562703006388112</c:v>
                </c:pt>
                <c:pt idx="356">
                  <c:v>27.720126394341815</c:v>
                </c:pt>
                <c:pt idx="357">
                  <c:v>27.749218675889107</c:v>
                </c:pt>
                <c:pt idx="358">
                  <c:v>27.760090846852393</c:v>
                </c:pt>
                <c:pt idx="359">
                  <c:v>27.969235317173471</c:v>
                </c:pt>
                <c:pt idx="360">
                  <c:v>27.910082647545249</c:v>
                </c:pt>
                <c:pt idx="361">
                  <c:v>27.881810480552932</c:v>
                </c:pt>
                <c:pt idx="362">
                  <c:v>27.891424627777194</c:v>
                </c:pt>
                <c:pt idx="363">
                  <c:v>27.847834831392092</c:v>
                </c:pt>
                <c:pt idx="364">
                  <c:v>27.899272430987935</c:v>
                </c:pt>
                <c:pt idx="365">
                  <c:v>27.926414159872515</c:v>
                </c:pt>
                <c:pt idx="366">
                  <c:v>27.995161857264407</c:v>
                </c:pt>
                <c:pt idx="367">
                  <c:v>28.175678060639573</c:v>
                </c:pt>
                <c:pt idx="368">
                  <c:v>28.231794412852395</c:v>
                </c:pt>
                <c:pt idx="369">
                  <c:v>28.254172086911186</c:v>
                </c:pt>
                <c:pt idx="370">
                  <c:v>28.24223952124871</c:v>
                </c:pt>
                <c:pt idx="371">
                  <c:v>28.182853005910122</c:v>
                </c:pt>
                <c:pt idx="372">
                  <c:v>28.106766009422955</c:v>
                </c:pt>
                <c:pt idx="373">
                  <c:v>27.979148389810497</c:v>
                </c:pt>
                <c:pt idx="374">
                  <c:v>27.790458433189613</c:v>
                </c:pt>
                <c:pt idx="375">
                  <c:v>27.737699936243953</c:v>
                </c:pt>
                <c:pt idx="376">
                  <c:v>27.709321693013525</c:v>
                </c:pt>
                <c:pt idx="377">
                  <c:v>27.682989232066873</c:v>
                </c:pt>
                <c:pt idx="378">
                  <c:v>27.644906391856285</c:v>
                </c:pt>
                <c:pt idx="379">
                  <c:v>27.545968330819615</c:v>
                </c:pt>
                <c:pt idx="380">
                  <c:v>27.355191687299751</c:v>
                </c:pt>
                <c:pt idx="381">
                  <c:v>27.174376466591315</c:v>
                </c:pt>
                <c:pt idx="382">
                  <c:v>26.965859353571037</c:v>
                </c:pt>
                <c:pt idx="383">
                  <c:v>26.762370428886268</c:v>
                </c:pt>
                <c:pt idx="384">
                  <c:v>26.407655625055611</c:v>
                </c:pt>
                <c:pt idx="385">
                  <c:v>26.349249970217762</c:v>
                </c:pt>
                <c:pt idx="386">
                  <c:v>26.697038174944534</c:v>
                </c:pt>
                <c:pt idx="387">
                  <c:v>26.703932211217094</c:v>
                </c:pt>
                <c:pt idx="388">
                  <c:v>26.631450290137813</c:v>
                </c:pt>
                <c:pt idx="389">
                  <c:v>26.481809212050258</c:v>
                </c:pt>
                <c:pt idx="390">
                  <c:v>26.305317930891974</c:v>
                </c:pt>
                <c:pt idx="391">
                  <c:v>26.252165899375751</c:v>
                </c:pt>
                <c:pt idx="392">
                  <c:v>26.127665877866356</c:v>
                </c:pt>
                <c:pt idx="393">
                  <c:v>26.123769759227162</c:v>
                </c:pt>
                <c:pt idx="394">
                  <c:v>26.08411941049923</c:v>
                </c:pt>
                <c:pt idx="395">
                  <c:v>26.084998520769616</c:v>
                </c:pt>
                <c:pt idx="396">
                  <c:v>26.036873476877584</c:v>
                </c:pt>
                <c:pt idx="397">
                  <c:v>25.994217047187405</c:v>
                </c:pt>
                <c:pt idx="398">
                  <c:v>25.939677676687715</c:v>
                </c:pt>
                <c:pt idx="399">
                  <c:v>25.905069901850986</c:v>
                </c:pt>
                <c:pt idx="400">
                  <c:v>25.918136456049876</c:v>
                </c:pt>
                <c:pt idx="401">
                  <c:v>25.93839843655207</c:v>
                </c:pt>
                <c:pt idx="402">
                  <c:v>26.00332370968</c:v>
                </c:pt>
                <c:pt idx="403">
                  <c:v>26.058316118541757</c:v>
                </c:pt>
                <c:pt idx="404">
                  <c:v>26.026014536718925</c:v>
                </c:pt>
                <c:pt idx="405">
                  <c:v>26.006419509702116</c:v>
                </c:pt>
                <c:pt idx="406">
                  <c:v>26.043091101908747</c:v>
                </c:pt>
                <c:pt idx="407">
                  <c:v>26.0509766528406</c:v>
                </c:pt>
                <c:pt idx="408">
                  <c:v>25.992286650604175</c:v>
                </c:pt>
                <c:pt idx="409">
                  <c:v>25.973960098972622</c:v>
                </c:pt>
                <c:pt idx="410">
                  <c:v>25.991373277691643</c:v>
                </c:pt>
                <c:pt idx="411">
                  <c:v>26.036042033122996</c:v>
                </c:pt>
                <c:pt idx="412">
                  <c:v>26.026605611281326</c:v>
                </c:pt>
                <c:pt idx="413">
                  <c:v>25.977882064502808</c:v>
                </c:pt>
                <c:pt idx="414">
                  <c:v>26.042047853252257</c:v>
                </c:pt>
                <c:pt idx="415">
                  <c:v>26.054593247034095</c:v>
                </c:pt>
                <c:pt idx="416">
                  <c:v>26.01400259628257</c:v>
                </c:pt>
                <c:pt idx="417">
                  <c:v>26.045079109296029</c:v>
                </c:pt>
                <c:pt idx="418">
                  <c:v>26.073675543029449</c:v>
                </c:pt>
                <c:pt idx="419">
                  <c:v>26.070288589184194</c:v>
                </c:pt>
                <c:pt idx="420">
                  <c:v>25.913385764164396</c:v>
                </c:pt>
                <c:pt idx="421">
                  <c:v>25.940406755493719</c:v>
                </c:pt>
                <c:pt idx="422">
                  <c:v>26.037047873015162</c:v>
                </c:pt>
                <c:pt idx="423">
                  <c:v>26.079733292486935</c:v>
                </c:pt>
                <c:pt idx="424">
                  <c:v>26.103871490843616</c:v>
                </c:pt>
                <c:pt idx="425">
                  <c:v>26.094604194074289</c:v>
                </c:pt>
                <c:pt idx="426">
                  <c:v>26.038634337259747</c:v>
                </c:pt>
                <c:pt idx="427">
                  <c:v>25.910823819639877</c:v>
                </c:pt>
                <c:pt idx="428">
                  <c:v>25.913795200978623</c:v>
                </c:pt>
                <c:pt idx="429">
                  <c:v>25.932614885897266</c:v>
                </c:pt>
                <c:pt idx="430">
                  <c:v>26.045671870024805</c:v>
                </c:pt>
                <c:pt idx="431">
                  <c:v>26.267617663734281</c:v>
                </c:pt>
                <c:pt idx="432">
                  <c:v>26.136241358095731</c:v>
                </c:pt>
                <c:pt idx="433">
                  <c:v>26.178701152995394</c:v>
                </c:pt>
                <c:pt idx="434">
                  <c:v>26.262855906920585</c:v>
                </c:pt>
                <c:pt idx="435">
                  <c:v>26.509363847747323</c:v>
                </c:pt>
                <c:pt idx="436">
                  <c:v>26.387067734733662</c:v>
                </c:pt>
                <c:pt idx="437">
                  <c:v>25.751562073718755</c:v>
                </c:pt>
                <c:pt idx="438">
                  <c:v>25.702355614061922</c:v>
                </c:pt>
                <c:pt idx="439">
                  <c:v>25.962300505548871</c:v>
                </c:pt>
                <c:pt idx="440">
                  <c:v>25.949034291441983</c:v>
                </c:pt>
                <c:pt idx="441">
                  <c:v>26.13951970214454</c:v>
                </c:pt>
                <c:pt idx="442">
                  <c:v>26.103793530783435</c:v>
                </c:pt>
                <c:pt idx="443">
                  <c:v>26.092763308293581</c:v>
                </c:pt>
                <c:pt idx="444">
                  <c:v>25.800360980931281</c:v>
                </c:pt>
                <c:pt idx="445">
                  <c:v>26.098836121220323</c:v>
                </c:pt>
                <c:pt idx="446">
                  <c:v>26.097125067377714</c:v>
                </c:pt>
                <c:pt idx="447">
                  <c:v>26.063456403907061</c:v>
                </c:pt>
                <c:pt idx="448">
                  <c:v>26.074604732728325</c:v>
                </c:pt>
                <c:pt idx="449">
                  <c:v>26.190446763884221</c:v>
                </c:pt>
                <c:pt idx="450">
                  <c:v>26.177373487999965</c:v>
                </c:pt>
                <c:pt idx="451">
                  <c:v>26.08863864660692</c:v>
                </c:pt>
                <c:pt idx="452">
                  <c:v>26.202407664035782</c:v>
                </c:pt>
                <c:pt idx="453">
                  <c:v>26.104414809842257</c:v>
                </c:pt>
                <c:pt idx="454">
                  <c:v>26.082829794838997</c:v>
                </c:pt>
                <c:pt idx="455">
                  <c:v>25.945788366598745</c:v>
                </c:pt>
                <c:pt idx="456">
                  <c:v>25.98742962969925</c:v>
                </c:pt>
                <c:pt idx="457">
                  <c:v>26.045163322821612</c:v>
                </c:pt>
                <c:pt idx="458">
                  <c:v>25.996449095559317</c:v>
                </c:pt>
                <c:pt idx="459">
                  <c:v>26.042529154649596</c:v>
                </c:pt>
                <c:pt idx="460">
                  <c:v>25.977667547946645</c:v>
                </c:pt>
                <c:pt idx="461">
                  <c:v>25.974796388660213</c:v>
                </c:pt>
                <c:pt idx="462">
                  <c:v>26.026869357001509</c:v>
                </c:pt>
                <c:pt idx="463">
                  <c:v>25.907091164345736</c:v>
                </c:pt>
                <c:pt idx="464">
                  <c:v>25.895246405725249</c:v>
                </c:pt>
                <c:pt idx="465">
                  <c:v>25.924497422457719</c:v>
                </c:pt>
                <c:pt idx="466">
                  <c:v>25.969803115745904</c:v>
                </c:pt>
                <c:pt idx="467">
                  <c:v>26.054283400318855</c:v>
                </c:pt>
                <c:pt idx="468">
                  <c:v>26.129579731275982</c:v>
                </c:pt>
                <c:pt idx="469">
                  <c:v>26.112527447456412</c:v>
                </c:pt>
                <c:pt idx="470">
                  <c:v>26.063295341984645</c:v>
                </c:pt>
                <c:pt idx="471">
                  <c:v>26.038103987666844</c:v>
                </c:pt>
                <c:pt idx="472">
                  <c:v>26.020716851887972</c:v>
                </c:pt>
                <c:pt idx="473">
                  <c:v>26.075336454248234</c:v>
                </c:pt>
                <c:pt idx="474">
                  <c:v>26.095814769608662</c:v>
                </c:pt>
                <c:pt idx="475">
                  <c:v>26.02271164559221</c:v>
                </c:pt>
                <c:pt idx="476">
                  <c:v>26.020770411368524</c:v>
                </c:pt>
                <c:pt idx="477">
                  <c:v>26.109791250420077</c:v>
                </c:pt>
                <c:pt idx="478">
                  <c:v>26.104624285134399</c:v>
                </c:pt>
                <c:pt idx="479">
                  <c:v>26.114985768870724</c:v>
                </c:pt>
                <c:pt idx="480">
                  <c:v>26.043808549901058</c:v>
                </c:pt>
                <c:pt idx="481">
                  <c:v>26.055554132064731</c:v>
                </c:pt>
                <c:pt idx="482">
                  <c:v>26.049104766876784</c:v>
                </c:pt>
                <c:pt idx="483">
                  <c:v>26.01737264537638</c:v>
                </c:pt>
                <c:pt idx="484">
                  <c:v>26.039328727573242</c:v>
                </c:pt>
                <c:pt idx="485">
                  <c:v>26.015541042128262</c:v>
                </c:pt>
                <c:pt idx="486">
                  <c:v>26.012981259171365</c:v>
                </c:pt>
                <c:pt idx="487">
                  <c:v>26.05803794992319</c:v>
                </c:pt>
                <c:pt idx="488">
                  <c:v>26.043520729631709</c:v>
                </c:pt>
                <c:pt idx="489">
                  <c:v>26.012261870795097</c:v>
                </c:pt>
                <c:pt idx="490">
                  <c:v>25.994444774799639</c:v>
                </c:pt>
                <c:pt idx="491">
                  <c:v>26.007170562530611</c:v>
                </c:pt>
                <c:pt idx="492">
                  <c:v>26.009106423714776</c:v>
                </c:pt>
                <c:pt idx="493">
                  <c:v>25.986741591952931</c:v>
                </c:pt>
                <c:pt idx="494">
                  <c:v>25.998538851561161</c:v>
                </c:pt>
                <c:pt idx="495">
                  <c:v>25.99711097366956</c:v>
                </c:pt>
                <c:pt idx="496">
                  <c:v>25.983246209279685</c:v>
                </c:pt>
                <c:pt idx="497">
                  <c:v>25.954014333551676</c:v>
                </c:pt>
                <c:pt idx="498">
                  <c:v>26.003084044613079</c:v>
                </c:pt>
                <c:pt idx="499">
                  <c:v>26.040964079152545</c:v>
                </c:pt>
                <c:pt idx="500">
                  <c:v>26.002515937245267</c:v>
                </c:pt>
                <c:pt idx="501">
                  <c:v>26.018477984883308</c:v>
                </c:pt>
                <c:pt idx="502">
                  <c:v>26.017846417911606</c:v>
                </c:pt>
                <c:pt idx="503">
                  <c:v>26.032960585622643</c:v>
                </c:pt>
                <c:pt idx="504">
                  <c:v>26.047363764191605</c:v>
                </c:pt>
                <c:pt idx="505">
                  <c:v>26.056877689363549</c:v>
                </c:pt>
                <c:pt idx="506">
                  <c:v>26.02206353580597</c:v>
                </c:pt>
                <c:pt idx="507">
                  <c:v>26.01992354364403</c:v>
                </c:pt>
                <c:pt idx="508">
                  <c:v>26.080141764136084</c:v>
                </c:pt>
                <c:pt idx="509">
                  <c:v>26.047102684165445</c:v>
                </c:pt>
                <c:pt idx="510">
                  <c:v>26.022790408520368</c:v>
                </c:pt>
                <c:pt idx="511">
                  <c:v>26.055093397875606</c:v>
                </c:pt>
                <c:pt idx="512">
                  <c:v>26.056917048565637</c:v>
                </c:pt>
                <c:pt idx="513">
                  <c:v>26.074366078427659</c:v>
                </c:pt>
                <c:pt idx="514">
                  <c:v>26.096522873309308</c:v>
                </c:pt>
                <c:pt idx="515">
                  <c:v>26.124791191131365</c:v>
                </c:pt>
                <c:pt idx="516">
                  <c:v>26.171831533101301</c:v>
                </c:pt>
                <c:pt idx="517">
                  <c:v>26.121859260915191</c:v>
                </c:pt>
                <c:pt idx="518">
                  <c:v>26.126385931091992</c:v>
                </c:pt>
                <c:pt idx="519">
                  <c:v>26.083212339166728</c:v>
                </c:pt>
                <c:pt idx="520">
                  <c:v>26.083289713233828</c:v>
                </c:pt>
                <c:pt idx="521">
                  <c:v>26.130142388046366</c:v>
                </c:pt>
                <c:pt idx="522">
                  <c:v>26.186835437883445</c:v>
                </c:pt>
                <c:pt idx="523">
                  <c:v>26.13595218774428</c:v>
                </c:pt>
                <c:pt idx="524">
                  <c:v>26.160752989162209</c:v>
                </c:pt>
                <c:pt idx="525">
                  <c:v>26.194160167582073</c:v>
                </c:pt>
                <c:pt idx="526">
                  <c:v>26.191704845073541</c:v>
                </c:pt>
                <c:pt idx="527">
                  <c:v>26.219494119295138</c:v>
                </c:pt>
                <c:pt idx="528">
                  <c:v>26.242686944202795</c:v>
                </c:pt>
                <c:pt idx="529">
                  <c:v>26.289452846078781</c:v>
                </c:pt>
                <c:pt idx="530">
                  <c:v>26.265189262437392</c:v>
                </c:pt>
                <c:pt idx="531">
                  <c:v>26.303260819408607</c:v>
                </c:pt>
                <c:pt idx="532">
                  <c:v>26.239328790194069</c:v>
                </c:pt>
                <c:pt idx="533">
                  <c:v>26.254445826111446</c:v>
                </c:pt>
                <c:pt idx="534">
                  <c:v>26.263846028410047</c:v>
                </c:pt>
                <c:pt idx="535">
                  <c:v>26.262435876270619</c:v>
                </c:pt>
                <c:pt idx="536">
                  <c:v>26.244771310109563</c:v>
                </c:pt>
                <c:pt idx="537">
                  <c:v>26.281472010948097</c:v>
                </c:pt>
                <c:pt idx="538">
                  <c:v>26.31696664610099</c:v>
                </c:pt>
                <c:pt idx="539">
                  <c:v>26.352103250970128</c:v>
                </c:pt>
                <c:pt idx="540">
                  <c:v>26.336686853017675</c:v>
                </c:pt>
                <c:pt idx="541">
                  <c:v>26.356887160620381</c:v>
                </c:pt>
                <c:pt idx="542">
                  <c:v>26.333341177214603</c:v>
                </c:pt>
                <c:pt idx="543">
                  <c:v>26.316667881549058</c:v>
                </c:pt>
                <c:pt idx="544">
                  <c:v>26.31207401749872</c:v>
                </c:pt>
                <c:pt idx="545">
                  <c:v>26.198772438709259</c:v>
                </c:pt>
                <c:pt idx="546">
                  <c:v>26.254376403166184</c:v>
                </c:pt>
                <c:pt idx="547">
                  <c:v>26.287956449545582</c:v>
                </c:pt>
                <c:pt idx="548">
                  <c:v>26.340908737850871</c:v>
                </c:pt>
                <c:pt idx="549">
                  <c:v>26.51357238113027</c:v>
                </c:pt>
                <c:pt idx="550">
                  <c:v>26.51020050798936</c:v>
                </c:pt>
                <c:pt idx="551">
                  <c:v>26.548729760028706</c:v>
                </c:pt>
                <c:pt idx="552">
                  <c:v>26.396096394437414</c:v>
                </c:pt>
                <c:pt idx="553">
                  <c:v>26.361100933470894</c:v>
                </c:pt>
                <c:pt idx="554">
                  <c:v>26.398293248036026</c:v>
                </c:pt>
                <c:pt idx="555">
                  <c:v>26.480274461695263</c:v>
                </c:pt>
                <c:pt idx="556">
                  <c:v>26.539150680468957</c:v>
                </c:pt>
                <c:pt idx="557">
                  <c:v>26.430209970283947</c:v>
                </c:pt>
                <c:pt idx="558">
                  <c:v>26.41838803092352</c:v>
                </c:pt>
                <c:pt idx="559">
                  <c:v>26.509152798316901</c:v>
                </c:pt>
                <c:pt idx="560">
                  <c:v>26.473975380753028</c:v>
                </c:pt>
                <c:pt idx="561">
                  <c:v>26.466853979164199</c:v>
                </c:pt>
                <c:pt idx="562">
                  <c:v>26.382016014754342</c:v>
                </c:pt>
                <c:pt idx="563">
                  <c:v>26.420993746833339</c:v>
                </c:pt>
                <c:pt idx="564">
                  <c:v>26.339294292436563</c:v>
                </c:pt>
                <c:pt idx="565">
                  <c:v>26.161582123414647</c:v>
                </c:pt>
                <c:pt idx="566">
                  <c:v>25.911405877377341</c:v>
                </c:pt>
                <c:pt idx="567">
                  <c:v>26.045967785041743</c:v>
                </c:pt>
                <c:pt idx="568">
                  <c:v>26.16555099711664</c:v>
                </c:pt>
                <c:pt idx="569">
                  <c:v>26.298459215065254</c:v>
                </c:pt>
                <c:pt idx="570">
                  <c:v>26.466415104815088</c:v>
                </c:pt>
                <c:pt idx="571">
                  <c:v>26.38095720568348</c:v>
                </c:pt>
                <c:pt idx="572">
                  <c:v>26.279354737508189</c:v>
                </c:pt>
                <c:pt idx="573">
                  <c:v>26.081193277018556</c:v>
                </c:pt>
                <c:pt idx="574">
                  <c:v>26.465460832314239</c:v>
                </c:pt>
                <c:pt idx="575">
                  <c:v>26.850032558235302</c:v>
                </c:pt>
                <c:pt idx="576">
                  <c:v>26.725267415070988</c:v>
                </c:pt>
                <c:pt idx="577">
                  <c:v>26.612113897200544</c:v>
                </c:pt>
                <c:pt idx="578">
                  <c:v>27.091147708128197</c:v>
                </c:pt>
                <c:pt idx="579">
                  <c:v>27.064675619966895</c:v>
                </c:pt>
                <c:pt idx="580">
                  <c:v>26.626406567240569</c:v>
                </c:pt>
                <c:pt idx="581">
                  <c:v>25.959411691784553</c:v>
                </c:pt>
                <c:pt idx="582">
                  <c:v>26.433622656119589</c:v>
                </c:pt>
                <c:pt idx="583">
                  <c:v>28.041136806358846</c:v>
                </c:pt>
                <c:pt idx="584">
                  <c:v>27.232992596356567</c:v>
                </c:pt>
                <c:pt idx="585">
                  <c:v>28.283505935489465</c:v>
                </c:pt>
                <c:pt idx="586">
                  <c:v>29.593226489865589</c:v>
                </c:pt>
                <c:pt idx="587">
                  <c:v>27.421260086434668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96A0-42C5-857B-5B109011262B}"/>
            </c:ext>
          </c:extLst>
        </c:ser>
        <c:ser>
          <c:idx val="13"/>
          <c:order val="1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Shifted!$O$2:$O$589</c:f>
              <c:numCache>
                <c:formatCode>General</c:formatCode>
                <c:ptCount val="588"/>
                <c:pt idx="0">
                  <c:v>28.448162515714049</c:v>
                </c:pt>
                <c:pt idx="1">
                  <c:v>28.352857821240889</c:v>
                </c:pt>
                <c:pt idx="2">
                  <c:v>28.49697044245514</c:v>
                </c:pt>
                <c:pt idx="3">
                  <c:v>28.632851895472403</c:v>
                </c:pt>
                <c:pt idx="4">
                  <c:v>28.577207727107936</c:v>
                </c:pt>
                <c:pt idx="5">
                  <c:v>28.643989616116478</c:v>
                </c:pt>
                <c:pt idx="6">
                  <c:v>28.699206629730945</c:v>
                </c:pt>
                <c:pt idx="7">
                  <c:v>28.774029966496876</c:v>
                </c:pt>
                <c:pt idx="8">
                  <c:v>28.817582262917135</c:v>
                </c:pt>
                <c:pt idx="9">
                  <c:v>28.815734243744817</c:v>
                </c:pt>
                <c:pt idx="10">
                  <c:v>28.810371036511746</c:v>
                </c:pt>
                <c:pt idx="11">
                  <c:v>28.850876287307624</c:v>
                </c:pt>
                <c:pt idx="12">
                  <c:v>28.866256464704012</c:v>
                </c:pt>
                <c:pt idx="13">
                  <c:v>28.865205918773253</c:v>
                </c:pt>
                <c:pt idx="14">
                  <c:v>28.898922683855204</c:v>
                </c:pt>
                <c:pt idx="15">
                  <c:v>28.923015203867287</c:v>
                </c:pt>
                <c:pt idx="16">
                  <c:v>28.953246880563814</c:v>
                </c:pt>
                <c:pt idx="17">
                  <c:v>28.991846603310492</c:v>
                </c:pt>
                <c:pt idx="18">
                  <c:v>29.016565751479593</c:v>
                </c:pt>
                <c:pt idx="19">
                  <c:v>29.047079171226461</c:v>
                </c:pt>
                <c:pt idx="20">
                  <c:v>29.079507283448809</c:v>
                </c:pt>
                <c:pt idx="21">
                  <c:v>29.126676333314723</c:v>
                </c:pt>
                <c:pt idx="22">
                  <c:v>29.194959885036056</c:v>
                </c:pt>
                <c:pt idx="23">
                  <c:v>29.255495208602522</c:v>
                </c:pt>
                <c:pt idx="24">
                  <c:v>29.309469223334212</c:v>
                </c:pt>
                <c:pt idx="25">
                  <c:v>29.371202648502383</c:v>
                </c:pt>
                <c:pt idx="26">
                  <c:v>29.436116213669354</c:v>
                </c:pt>
                <c:pt idx="27">
                  <c:v>29.487123728835222</c:v>
                </c:pt>
                <c:pt idx="28">
                  <c:v>29.548729692808429</c:v>
                </c:pt>
                <c:pt idx="29">
                  <c:v>29.597676305064748</c:v>
                </c:pt>
                <c:pt idx="30">
                  <c:v>29.647303439030836</c:v>
                </c:pt>
                <c:pt idx="31">
                  <c:v>29.69993146018065</c:v>
                </c:pt>
                <c:pt idx="32">
                  <c:v>29.749530512326743</c:v>
                </c:pt>
                <c:pt idx="33">
                  <c:v>29.776868920790431</c:v>
                </c:pt>
                <c:pt idx="34">
                  <c:v>29.801223089376872</c:v>
                </c:pt>
                <c:pt idx="35">
                  <c:v>29.854825734650682</c:v>
                </c:pt>
                <c:pt idx="36">
                  <c:v>29.91057352829403</c:v>
                </c:pt>
                <c:pt idx="37">
                  <c:v>29.952205919445866</c:v>
                </c:pt>
                <c:pt idx="38">
                  <c:v>30.030076133681561</c:v>
                </c:pt>
                <c:pt idx="39">
                  <c:v>30.13247102527901</c:v>
                </c:pt>
                <c:pt idx="40">
                  <c:v>30.240230385269108</c:v>
                </c:pt>
                <c:pt idx="41">
                  <c:v>30.356523928064803</c:v>
                </c:pt>
                <c:pt idx="42">
                  <c:v>30.505047833260569</c:v>
                </c:pt>
                <c:pt idx="43">
                  <c:v>30.615999272226848</c:v>
                </c:pt>
                <c:pt idx="44">
                  <c:v>30.711385647802185</c:v>
                </c:pt>
                <c:pt idx="45">
                  <c:v>30.834410083357611</c:v>
                </c:pt>
                <c:pt idx="46">
                  <c:v>30.933804592235152</c:v>
                </c:pt>
                <c:pt idx="47">
                  <c:v>31.018354412074316</c:v>
                </c:pt>
                <c:pt idx="48">
                  <c:v>31.108507816162618</c:v>
                </c:pt>
                <c:pt idx="49">
                  <c:v>31.193334082181867</c:v>
                </c:pt>
                <c:pt idx="50">
                  <c:v>31.262411659975243</c:v>
                </c:pt>
                <c:pt idx="51">
                  <c:v>31.29288732901199</c:v>
                </c:pt>
                <c:pt idx="52">
                  <c:v>31.344923445931897</c:v>
                </c:pt>
                <c:pt idx="53">
                  <c:v>31.355090410008025</c:v>
                </c:pt>
                <c:pt idx="54">
                  <c:v>31.378608177560501</c:v>
                </c:pt>
                <c:pt idx="55">
                  <c:v>31.452417626100829</c:v>
                </c:pt>
                <c:pt idx="56">
                  <c:v>31.486600767995739</c:v>
                </c:pt>
                <c:pt idx="57">
                  <c:v>31.550853653697011</c:v>
                </c:pt>
                <c:pt idx="58">
                  <c:v>31.579985767393737</c:v>
                </c:pt>
                <c:pt idx="59">
                  <c:v>31.614574834519054</c:v>
                </c:pt>
                <c:pt idx="60">
                  <c:v>31.636118130631921</c:v>
                </c:pt>
                <c:pt idx="61">
                  <c:v>31.661516539351204</c:v>
                </c:pt>
                <c:pt idx="62">
                  <c:v>31.714962128218563</c:v>
                </c:pt>
                <c:pt idx="63">
                  <c:v>31.721634166864533</c:v>
                </c:pt>
                <c:pt idx="64">
                  <c:v>31.688106827951597</c:v>
                </c:pt>
                <c:pt idx="65">
                  <c:v>31.654910081003433</c:v>
                </c:pt>
                <c:pt idx="66">
                  <c:v>31.599565017652868</c:v>
                </c:pt>
                <c:pt idx="67">
                  <c:v>31.554320329152571</c:v>
                </c:pt>
                <c:pt idx="68">
                  <c:v>31.487958112013835</c:v>
                </c:pt>
                <c:pt idx="69">
                  <c:v>31.427503838969759</c:v>
                </c:pt>
                <c:pt idx="70">
                  <c:v>31.336916932294905</c:v>
                </c:pt>
                <c:pt idx="71">
                  <c:v>31.231332988504274</c:v>
                </c:pt>
                <c:pt idx="72">
                  <c:v>31.155712178496799</c:v>
                </c:pt>
                <c:pt idx="73">
                  <c:v>31.070828403600668</c:v>
                </c:pt>
                <c:pt idx="74">
                  <c:v>31.018689039749731</c:v>
                </c:pt>
                <c:pt idx="75">
                  <c:v>30.959962050867439</c:v>
                </c:pt>
                <c:pt idx="76">
                  <c:v>30.948358710106156</c:v>
                </c:pt>
                <c:pt idx="77">
                  <c:v>30.964284296982562</c:v>
                </c:pt>
                <c:pt idx="78">
                  <c:v>30.978600644233943</c:v>
                </c:pt>
                <c:pt idx="79">
                  <c:v>31.000253913462267</c:v>
                </c:pt>
                <c:pt idx="80">
                  <c:v>31.027899540399812</c:v>
                </c:pt>
                <c:pt idx="81">
                  <c:v>31.043334788431231</c:v>
                </c:pt>
                <c:pt idx="82">
                  <c:v>31.02799841531095</c:v>
                </c:pt>
                <c:pt idx="83">
                  <c:v>31.021064055472184</c:v>
                </c:pt>
                <c:pt idx="84">
                  <c:v>30.981453555360204</c:v>
                </c:pt>
                <c:pt idx="85">
                  <c:v>30.911383865363309</c:v>
                </c:pt>
                <c:pt idx="86">
                  <c:v>30.814941142523132</c:v>
                </c:pt>
                <c:pt idx="87">
                  <c:v>30.731701751565694</c:v>
                </c:pt>
                <c:pt idx="88">
                  <c:v>30.633561507929841</c:v>
                </c:pt>
                <c:pt idx="89">
                  <c:v>30.533889207635294</c:v>
                </c:pt>
                <c:pt idx="90">
                  <c:v>30.424259463909646</c:v>
                </c:pt>
                <c:pt idx="91">
                  <c:v>30.339458084772787</c:v>
                </c:pt>
                <c:pt idx="92">
                  <c:v>30.237061007165401</c:v>
                </c:pt>
                <c:pt idx="93">
                  <c:v>30.147298058083297</c:v>
                </c:pt>
                <c:pt idx="94">
                  <c:v>30.075187643730153</c:v>
                </c:pt>
                <c:pt idx="95">
                  <c:v>29.981147177659381</c:v>
                </c:pt>
                <c:pt idx="96">
                  <c:v>29.908632183312744</c:v>
                </c:pt>
                <c:pt idx="97">
                  <c:v>29.82822956063891</c:v>
                </c:pt>
                <c:pt idx="98">
                  <c:v>29.766609807987621</c:v>
                </c:pt>
                <c:pt idx="99">
                  <c:v>29.69191199863862</c:v>
                </c:pt>
                <c:pt idx="100">
                  <c:v>29.619704054611237</c:v>
                </c:pt>
                <c:pt idx="101">
                  <c:v>29.561549632178604</c:v>
                </c:pt>
                <c:pt idx="102">
                  <c:v>29.506074921623135</c:v>
                </c:pt>
                <c:pt idx="103">
                  <c:v>29.456213716438864</c:v>
                </c:pt>
                <c:pt idx="104">
                  <c:v>29.426977346883454</c:v>
                </c:pt>
                <c:pt idx="105">
                  <c:v>29.391829922373105</c:v>
                </c:pt>
                <c:pt idx="106">
                  <c:v>29.360538787551448</c:v>
                </c:pt>
                <c:pt idx="107">
                  <c:v>29.332172365874836</c:v>
                </c:pt>
                <c:pt idx="108">
                  <c:v>29.30940767874667</c:v>
                </c:pt>
                <c:pt idx="109">
                  <c:v>29.281175864835976</c:v>
                </c:pt>
                <c:pt idx="110">
                  <c:v>29.24552725550824</c:v>
                </c:pt>
                <c:pt idx="111">
                  <c:v>29.213666917329139</c:v>
                </c:pt>
                <c:pt idx="112">
                  <c:v>29.180091149888312</c:v>
                </c:pt>
                <c:pt idx="113">
                  <c:v>29.127057455740026</c:v>
                </c:pt>
                <c:pt idx="114">
                  <c:v>29.063149118836208</c:v>
                </c:pt>
                <c:pt idx="115">
                  <c:v>28.99534623706975</c:v>
                </c:pt>
                <c:pt idx="116">
                  <c:v>28.912515798125682</c:v>
                </c:pt>
                <c:pt idx="117">
                  <c:v>28.826223812441693</c:v>
                </c:pt>
                <c:pt idx="118">
                  <c:v>28.756091737084212</c:v>
                </c:pt>
                <c:pt idx="119">
                  <c:v>28.696299740974638</c:v>
                </c:pt>
                <c:pt idx="120">
                  <c:v>28.648211936354151</c:v>
                </c:pt>
                <c:pt idx="121">
                  <c:v>28.612769484579211</c:v>
                </c:pt>
                <c:pt idx="122">
                  <c:v>28.578430211128204</c:v>
                </c:pt>
                <c:pt idx="123">
                  <c:v>28.552648662128284</c:v>
                </c:pt>
                <c:pt idx="124">
                  <c:v>28.530827070134599</c:v>
                </c:pt>
                <c:pt idx="125">
                  <c:v>28.506809210769699</c:v>
                </c:pt>
                <c:pt idx="126">
                  <c:v>28.487074963998097</c:v>
                </c:pt>
                <c:pt idx="127">
                  <c:v>28.482401947364917</c:v>
                </c:pt>
                <c:pt idx="128">
                  <c:v>28.483866363831421</c:v>
                </c:pt>
                <c:pt idx="129">
                  <c:v>28.481357707232061</c:v>
                </c:pt>
                <c:pt idx="130">
                  <c:v>28.473435397016399</c:v>
                </c:pt>
                <c:pt idx="131">
                  <c:v>28.466812921941955</c:v>
                </c:pt>
                <c:pt idx="132">
                  <c:v>28.469848911400682</c:v>
                </c:pt>
                <c:pt idx="133">
                  <c:v>28.468701676568731</c:v>
                </c:pt>
                <c:pt idx="134">
                  <c:v>28.45750619481586</c:v>
                </c:pt>
                <c:pt idx="135">
                  <c:v>28.451919846414302</c:v>
                </c:pt>
                <c:pt idx="136">
                  <c:v>28.442858288710706</c:v>
                </c:pt>
                <c:pt idx="137">
                  <c:v>28.452687388135146</c:v>
                </c:pt>
                <c:pt idx="138">
                  <c:v>28.432119514880675</c:v>
                </c:pt>
                <c:pt idx="139">
                  <c:v>28.464277949146009</c:v>
                </c:pt>
                <c:pt idx="140">
                  <c:v>28.492974290168942</c:v>
                </c:pt>
                <c:pt idx="141">
                  <c:v>28.518739023707781</c:v>
                </c:pt>
                <c:pt idx="142">
                  <c:v>28.554146877671556</c:v>
                </c:pt>
                <c:pt idx="143">
                  <c:v>28.598324961475779</c:v>
                </c:pt>
                <c:pt idx="144">
                  <c:v>28.630658781000143</c:v>
                </c:pt>
                <c:pt idx="145">
                  <c:v>28.664247706539264</c:v>
                </c:pt>
                <c:pt idx="146">
                  <c:v>28.690897521871872</c:v>
                </c:pt>
                <c:pt idx="147">
                  <c:v>28.727855719308252</c:v>
                </c:pt>
                <c:pt idx="148">
                  <c:v>28.763381323538216</c:v>
                </c:pt>
                <c:pt idx="149">
                  <c:v>28.789311437136742</c:v>
                </c:pt>
                <c:pt idx="150">
                  <c:v>28.798773413007229</c:v>
                </c:pt>
                <c:pt idx="151">
                  <c:v>28.816720638691567</c:v>
                </c:pt>
                <c:pt idx="152">
                  <c:v>28.825328977680503</c:v>
                </c:pt>
                <c:pt idx="153">
                  <c:v>28.854576865826747</c:v>
                </c:pt>
                <c:pt idx="154">
                  <c:v>28.896408520192342</c:v>
                </c:pt>
                <c:pt idx="155">
                  <c:v>28.92297930285789</c:v>
                </c:pt>
                <c:pt idx="156">
                  <c:v>28.95619278118982</c:v>
                </c:pt>
                <c:pt idx="157">
                  <c:v>28.981543854386178</c:v>
                </c:pt>
                <c:pt idx="158">
                  <c:v>29.000371789844401</c:v>
                </c:pt>
                <c:pt idx="159">
                  <c:v>29.026623330981408</c:v>
                </c:pt>
                <c:pt idx="160">
                  <c:v>29.047866639268676</c:v>
                </c:pt>
                <c:pt idx="161">
                  <c:v>29.076828328267396</c:v>
                </c:pt>
                <c:pt idx="162">
                  <c:v>29.102545221819472</c:v>
                </c:pt>
                <c:pt idx="163">
                  <c:v>29.105600507019783</c:v>
                </c:pt>
                <c:pt idx="164">
                  <c:v>29.099331030511991</c:v>
                </c:pt>
                <c:pt idx="165">
                  <c:v>29.086712624442818</c:v>
                </c:pt>
                <c:pt idx="166">
                  <c:v>29.07063359648409</c:v>
                </c:pt>
                <c:pt idx="167">
                  <c:v>29.071786044108972</c:v>
                </c:pt>
                <c:pt idx="168">
                  <c:v>29.065131493542527</c:v>
                </c:pt>
                <c:pt idx="169">
                  <c:v>29.06316088965896</c:v>
                </c:pt>
                <c:pt idx="170">
                  <c:v>29.068949612134574</c:v>
                </c:pt>
                <c:pt idx="171">
                  <c:v>29.068104382983559</c:v>
                </c:pt>
                <c:pt idx="172">
                  <c:v>29.062774134054202</c:v>
                </c:pt>
                <c:pt idx="173">
                  <c:v>29.056851644585723</c:v>
                </c:pt>
                <c:pt idx="174">
                  <c:v>29.04051483560869</c:v>
                </c:pt>
                <c:pt idx="175">
                  <c:v>29.031782650748926</c:v>
                </c:pt>
                <c:pt idx="176">
                  <c:v>29.037130387757806</c:v>
                </c:pt>
                <c:pt idx="177">
                  <c:v>29.053516970499629</c:v>
                </c:pt>
                <c:pt idx="178">
                  <c:v>29.06678890946354</c:v>
                </c:pt>
                <c:pt idx="179">
                  <c:v>29.0658152101899</c:v>
                </c:pt>
                <c:pt idx="180">
                  <c:v>29.056862238326204</c:v>
                </c:pt>
                <c:pt idx="181">
                  <c:v>29.060112498797693</c:v>
                </c:pt>
                <c:pt idx="182">
                  <c:v>29.07648697440754</c:v>
                </c:pt>
                <c:pt idx="183">
                  <c:v>29.088052564458707</c:v>
                </c:pt>
                <c:pt idx="184">
                  <c:v>29.124433739348245</c:v>
                </c:pt>
                <c:pt idx="185">
                  <c:v>29.151315271734486</c:v>
                </c:pt>
                <c:pt idx="186">
                  <c:v>29.172494008651217</c:v>
                </c:pt>
                <c:pt idx="187">
                  <c:v>29.197965228316967</c:v>
                </c:pt>
                <c:pt idx="188">
                  <c:v>29.195850095545449</c:v>
                </c:pt>
                <c:pt idx="189">
                  <c:v>29.206588617143563</c:v>
                </c:pt>
                <c:pt idx="190">
                  <c:v>29.201640751799086</c:v>
                </c:pt>
                <c:pt idx="191">
                  <c:v>29.182127754456602</c:v>
                </c:pt>
                <c:pt idx="192">
                  <c:v>29.183195872544186</c:v>
                </c:pt>
                <c:pt idx="193">
                  <c:v>29.202597551534343</c:v>
                </c:pt>
                <c:pt idx="194">
                  <c:v>29.206512947568719</c:v>
                </c:pt>
                <c:pt idx="195">
                  <c:v>29.230244944095318</c:v>
                </c:pt>
                <c:pt idx="196">
                  <c:v>29.255221116586974</c:v>
                </c:pt>
                <c:pt idx="197">
                  <c:v>29.28892434522276</c:v>
                </c:pt>
                <c:pt idx="198">
                  <c:v>29.335779114121152</c:v>
                </c:pt>
                <c:pt idx="199">
                  <c:v>29.380153350278835</c:v>
                </c:pt>
                <c:pt idx="200">
                  <c:v>29.415383759089597</c:v>
                </c:pt>
                <c:pt idx="201">
                  <c:v>29.432493154425796</c:v>
                </c:pt>
                <c:pt idx="202">
                  <c:v>29.477016964109751</c:v>
                </c:pt>
                <c:pt idx="203">
                  <c:v>29.5904234603932</c:v>
                </c:pt>
                <c:pt idx="204">
                  <c:v>29.661786091192266</c:v>
                </c:pt>
                <c:pt idx="205">
                  <c:v>29.699433386223564</c:v>
                </c:pt>
                <c:pt idx="206">
                  <c:v>29.72402835221261</c:v>
                </c:pt>
                <c:pt idx="207">
                  <c:v>29.709206532201272</c:v>
                </c:pt>
                <c:pt idx="208">
                  <c:v>29.669706509668554</c:v>
                </c:pt>
                <c:pt idx="209">
                  <c:v>29.601223358424242</c:v>
                </c:pt>
                <c:pt idx="210">
                  <c:v>29.51744772241306</c:v>
                </c:pt>
                <c:pt idx="211">
                  <c:v>29.426652135866235</c:v>
                </c:pt>
                <c:pt idx="212">
                  <c:v>29.34918263406799</c:v>
                </c:pt>
                <c:pt idx="213">
                  <c:v>29.280911946174381</c:v>
                </c:pt>
                <c:pt idx="214">
                  <c:v>29.290411588677678</c:v>
                </c:pt>
                <c:pt idx="215">
                  <c:v>29.307221836961325</c:v>
                </c:pt>
                <c:pt idx="216">
                  <c:v>29.296811132776899</c:v>
                </c:pt>
                <c:pt idx="217">
                  <c:v>29.308215210324423</c:v>
                </c:pt>
                <c:pt idx="218">
                  <c:v>29.316986407053882</c:v>
                </c:pt>
                <c:pt idx="219">
                  <c:v>29.319820064477202</c:v>
                </c:pt>
                <c:pt idx="220">
                  <c:v>29.357911960299369</c:v>
                </c:pt>
                <c:pt idx="221">
                  <c:v>29.3702439149891</c:v>
                </c:pt>
                <c:pt idx="222">
                  <c:v>29.367964158853642</c:v>
                </c:pt>
                <c:pt idx="223">
                  <c:v>29.357221265235648</c:v>
                </c:pt>
                <c:pt idx="224">
                  <c:v>29.307760856566134</c:v>
                </c:pt>
                <c:pt idx="225">
                  <c:v>29.251238038321763</c:v>
                </c:pt>
                <c:pt idx="226">
                  <c:v>29.225780523256791</c:v>
                </c:pt>
                <c:pt idx="227">
                  <c:v>29.216635014363767</c:v>
                </c:pt>
                <c:pt idx="228">
                  <c:v>29.207512542652417</c:v>
                </c:pt>
                <c:pt idx="229">
                  <c:v>29.175341370675316</c:v>
                </c:pt>
                <c:pt idx="230">
                  <c:v>29.179746012549714</c:v>
                </c:pt>
                <c:pt idx="231">
                  <c:v>29.183402618638123</c:v>
                </c:pt>
                <c:pt idx="232">
                  <c:v>29.199819216977964</c:v>
                </c:pt>
                <c:pt idx="233">
                  <c:v>29.218195993615506</c:v>
                </c:pt>
                <c:pt idx="234">
                  <c:v>29.212267366503735</c:v>
                </c:pt>
                <c:pt idx="235">
                  <c:v>29.210811904270251</c:v>
                </c:pt>
                <c:pt idx="236">
                  <c:v>29.204422113138456</c:v>
                </c:pt>
                <c:pt idx="237">
                  <c:v>29.180658503545036</c:v>
                </c:pt>
                <c:pt idx="238">
                  <c:v>29.155247230998025</c:v>
                </c:pt>
                <c:pt idx="239">
                  <c:v>29.122539982121801</c:v>
                </c:pt>
                <c:pt idx="240">
                  <c:v>29.080805268889311</c:v>
                </c:pt>
                <c:pt idx="241">
                  <c:v>29.046108582813119</c:v>
                </c:pt>
                <c:pt idx="242">
                  <c:v>29.053574563453815</c:v>
                </c:pt>
                <c:pt idx="243">
                  <c:v>29.067034667427173</c:v>
                </c:pt>
                <c:pt idx="244">
                  <c:v>29.053104907625947</c:v>
                </c:pt>
                <c:pt idx="245">
                  <c:v>29.047524360558462</c:v>
                </c:pt>
                <c:pt idx="246">
                  <c:v>29.035265300892497</c:v>
                </c:pt>
                <c:pt idx="247">
                  <c:v>29.029846854869792</c:v>
                </c:pt>
                <c:pt idx="248">
                  <c:v>29.030576982189736</c:v>
                </c:pt>
                <c:pt idx="249">
                  <c:v>29.038047418927619</c:v>
                </c:pt>
                <c:pt idx="250">
                  <c:v>29.031965098501608</c:v>
                </c:pt>
                <c:pt idx="251">
                  <c:v>29.047569678226061</c:v>
                </c:pt>
                <c:pt idx="252">
                  <c:v>29.065168907943423</c:v>
                </c:pt>
                <c:pt idx="253">
                  <c:v>29.075887335065552</c:v>
                </c:pt>
                <c:pt idx="254">
                  <c:v>29.075098521786447</c:v>
                </c:pt>
                <c:pt idx="255">
                  <c:v>29.055460753722777</c:v>
                </c:pt>
                <c:pt idx="256">
                  <c:v>29.04388860564179</c:v>
                </c:pt>
                <c:pt idx="257">
                  <c:v>29.029301613544384</c:v>
                </c:pt>
                <c:pt idx="258">
                  <c:v>29.014672162407759</c:v>
                </c:pt>
                <c:pt idx="259">
                  <c:v>29</c:v>
                </c:pt>
                <c:pt idx="260">
                  <c:v>28.978690102486873</c:v>
                </c:pt>
                <c:pt idx="261">
                  <c:v>28.930980603701958</c:v>
                </c:pt>
                <c:pt idx="262">
                  <c:v>28.939796193248661</c:v>
                </c:pt>
                <c:pt idx="263">
                  <c:v>28.937653230889062</c:v>
                </c:pt>
                <c:pt idx="264">
                  <c:v>28.909300009349394</c:v>
                </c:pt>
                <c:pt idx="265">
                  <c:v>28.905686787150564</c:v>
                </c:pt>
                <c:pt idx="266">
                  <c:v>28.885296022739883</c:v>
                </c:pt>
                <c:pt idx="267">
                  <c:v>28.850391497564786</c:v>
                </c:pt>
                <c:pt idx="268">
                  <c:v>28.797623235469594</c:v>
                </c:pt>
                <c:pt idx="269">
                  <c:v>28.760116013229059</c:v>
                </c:pt>
                <c:pt idx="270">
                  <c:v>28.778635048667308</c:v>
                </c:pt>
                <c:pt idx="271">
                  <c:v>28.770548997899414</c:v>
                </c:pt>
                <c:pt idx="272">
                  <c:v>28.769601698899663</c:v>
                </c:pt>
                <c:pt idx="273">
                  <c:v>28.725136659252168</c:v>
                </c:pt>
                <c:pt idx="274">
                  <c:v>28.710590949111705</c:v>
                </c:pt>
                <c:pt idx="275">
                  <c:v>28.705310221715216</c:v>
                </c:pt>
                <c:pt idx="276">
                  <c:v>28.705873203352063</c:v>
                </c:pt>
                <c:pt idx="277">
                  <c:v>28.683537142326735</c:v>
                </c:pt>
                <c:pt idx="278">
                  <c:v>28.705679237008543</c:v>
                </c:pt>
                <c:pt idx="279">
                  <c:v>28.737417999404059</c:v>
                </c:pt>
                <c:pt idx="280">
                  <c:v>28.736208631443432</c:v>
                </c:pt>
                <c:pt idx="281">
                  <c:v>28.746692482883542</c:v>
                </c:pt>
                <c:pt idx="282">
                  <c:v>28.729459409831126</c:v>
                </c:pt>
                <c:pt idx="283">
                  <c:v>28.709545363741963</c:v>
                </c:pt>
                <c:pt idx="284">
                  <c:v>28.688619321166563</c:v>
                </c:pt>
                <c:pt idx="285">
                  <c:v>28.608620437713178</c:v>
                </c:pt>
                <c:pt idx="286">
                  <c:v>28.602051141534389</c:v>
                </c:pt>
                <c:pt idx="287">
                  <c:v>28.722653436037685</c:v>
                </c:pt>
                <c:pt idx="288">
                  <c:v>28.772496396446691</c:v>
                </c:pt>
                <c:pt idx="289">
                  <c:v>28.815638816003208</c:v>
                </c:pt>
                <c:pt idx="290">
                  <c:v>28.809999078512732</c:v>
                </c:pt>
                <c:pt idx="291">
                  <c:v>28.83949768518363</c:v>
                </c:pt>
                <c:pt idx="292">
                  <c:v>28.867446747116318</c:v>
                </c:pt>
                <c:pt idx="293">
                  <c:v>28.869748027041954</c:v>
                </c:pt>
                <c:pt idx="294">
                  <c:v>28.903767806732507</c:v>
                </c:pt>
                <c:pt idx="295">
                  <c:v>28.896668991684418</c:v>
                </c:pt>
                <c:pt idx="296">
                  <c:v>28.95474984647484</c:v>
                </c:pt>
                <c:pt idx="297">
                  <c:v>29.008005588786645</c:v>
                </c:pt>
                <c:pt idx="298">
                  <c:v>29.007482543869855</c:v>
                </c:pt>
                <c:pt idx="299">
                  <c:v>29.018459508706037</c:v>
                </c:pt>
                <c:pt idx="300">
                  <c:v>29.07700362944912</c:v>
                </c:pt>
                <c:pt idx="301">
                  <c:v>29.047740859619822</c:v>
                </c:pt>
                <c:pt idx="302">
                  <c:v>28.975963475473304</c:v>
                </c:pt>
                <c:pt idx="303">
                  <c:v>29.044622264208559</c:v>
                </c:pt>
                <c:pt idx="304">
                  <c:v>29.16619258276738</c:v>
                </c:pt>
                <c:pt idx="305">
                  <c:v>29.274428745156307</c:v>
                </c:pt>
                <c:pt idx="306">
                  <c:v>29.317043747776157</c:v>
                </c:pt>
                <c:pt idx="307">
                  <c:v>29.339686606888822</c:v>
                </c:pt>
                <c:pt idx="308">
                  <c:v>29.386014463314382</c:v>
                </c:pt>
                <c:pt idx="309">
                  <c:v>29.405774479780082</c:v>
                </c:pt>
                <c:pt idx="310">
                  <c:v>29.463441842382629</c:v>
                </c:pt>
                <c:pt idx="311">
                  <c:v>29.440633350978359</c:v>
                </c:pt>
                <c:pt idx="312">
                  <c:v>29.567982554968061</c:v>
                </c:pt>
                <c:pt idx="313">
                  <c:v>29.739038337233399</c:v>
                </c:pt>
                <c:pt idx="314">
                  <c:v>29.750438042761044</c:v>
                </c:pt>
                <c:pt idx="315">
                  <c:v>29.819269778513473</c:v>
                </c:pt>
                <c:pt idx="316">
                  <c:v>29.851558658718105</c:v>
                </c:pt>
                <c:pt idx="317">
                  <c:v>29.935522964202569</c:v>
                </c:pt>
                <c:pt idx="318">
                  <c:v>30.072354574847971</c:v>
                </c:pt>
                <c:pt idx="319">
                  <c:v>30.117782047410184</c:v>
                </c:pt>
                <c:pt idx="320">
                  <c:v>30.132674828667263</c:v>
                </c:pt>
                <c:pt idx="321">
                  <c:v>30.394012653298144</c:v>
                </c:pt>
                <c:pt idx="322">
                  <c:v>30.583459337188337</c:v>
                </c:pt>
                <c:pt idx="323">
                  <c:v>30.723494461323426</c:v>
                </c:pt>
                <c:pt idx="324">
                  <c:v>30.874013857285171</c:v>
                </c:pt>
                <c:pt idx="325">
                  <c:v>31.024699558156939</c:v>
                </c:pt>
                <c:pt idx="326">
                  <c:v>31.187435554745424</c:v>
                </c:pt>
                <c:pt idx="327">
                  <c:v>31.304125774267913</c:v>
                </c:pt>
                <c:pt idx="328">
                  <c:v>31.420360294795202</c:v>
                </c:pt>
                <c:pt idx="329">
                  <c:v>31.469978012103102</c:v>
                </c:pt>
                <c:pt idx="330">
                  <c:v>31.543048925592924</c:v>
                </c:pt>
                <c:pt idx="331">
                  <c:v>31.663233734236336</c:v>
                </c:pt>
                <c:pt idx="332">
                  <c:v>31.670595879404885</c:v>
                </c:pt>
                <c:pt idx="333">
                  <c:v>31.590384112214284</c:v>
                </c:pt>
                <c:pt idx="334">
                  <c:v>31.558377899910333</c:v>
                </c:pt>
                <c:pt idx="335">
                  <c:v>31.456338991623888</c:v>
                </c:pt>
                <c:pt idx="336">
                  <c:v>31.287959053679657</c:v>
                </c:pt>
                <c:pt idx="337">
                  <c:v>31.160794819761804</c:v>
                </c:pt>
                <c:pt idx="338">
                  <c:v>31.066428470055367</c:v>
                </c:pt>
                <c:pt idx="339">
                  <c:v>30.887543240958163</c:v>
                </c:pt>
                <c:pt idx="340">
                  <c:v>30.680927466844956</c:v>
                </c:pt>
                <c:pt idx="341">
                  <c:v>30.47634703614046</c:v>
                </c:pt>
                <c:pt idx="342">
                  <c:v>30.351473404330445</c:v>
                </c:pt>
                <c:pt idx="343">
                  <c:v>30.205170317079066</c:v>
                </c:pt>
                <c:pt idx="344">
                  <c:v>30.071270818381592</c:v>
                </c:pt>
                <c:pt idx="345">
                  <c:v>29.968190864899874</c:v>
                </c:pt>
                <c:pt idx="346">
                  <c:v>29.850419243075571</c:v>
                </c:pt>
                <c:pt idx="347">
                  <c:v>29.747887305470339</c:v>
                </c:pt>
                <c:pt idx="348">
                  <c:v>29.652061373742455</c:v>
                </c:pt>
                <c:pt idx="349">
                  <c:v>29.559309980917813</c:v>
                </c:pt>
                <c:pt idx="350">
                  <c:v>29.441773102930128</c:v>
                </c:pt>
                <c:pt idx="351">
                  <c:v>29.335736150618104</c:v>
                </c:pt>
                <c:pt idx="352">
                  <c:v>29.262144714530642</c:v>
                </c:pt>
                <c:pt idx="353">
                  <c:v>29.183583973385833</c:v>
                </c:pt>
                <c:pt idx="354">
                  <c:v>29.11016455946519</c:v>
                </c:pt>
                <c:pt idx="355">
                  <c:v>29.053452399129092</c:v>
                </c:pt>
                <c:pt idx="356">
                  <c:v>29.022861291952051</c:v>
                </c:pt>
                <c:pt idx="357">
                  <c:v>29.006004632995836</c:v>
                </c:pt>
                <c:pt idx="358">
                  <c:v>28.978571637563586</c:v>
                </c:pt>
                <c:pt idx="359">
                  <c:v>28.977118781726571</c:v>
                </c:pt>
                <c:pt idx="360">
                  <c:v>28.981597327552404</c:v>
                </c:pt>
                <c:pt idx="361">
                  <c:v>28.959811720645419</c:v>
                </c:pt>
                <c:pt idx="362">
                  <c:v>28.940889114141331</c:v>
                </c:pt>
                <c:pt idx="363">
                  <c:v>28.921297756750231</c:v>
                </c:pt>
                <c:pt idx="364">
                  <c:v>28.909185832368685</c:v>
                </c:pt>
                <c:pt idx="365">
                  <c:v>28.888011467471834</c:v>
                </c:pt>
                <c:pt idx="366">
                  <c:v>28.854701300238712</c:v>
                </c:pt>
                <c:pt idx="367">
                  <c:v>28.820231118423223</c:v>
                </c:pt>
                <c:pt idx="368">
                  <c:v>28.807243192596893</c:v>
                </c:pt>
                <c:pt idx="369">
                  <c:v>28.777869524801797</c:v>
                </c:pt>
                <c:pt idx="370">
                  <c:v>28.755423070274503</c:v>
                </c:pt>
                <c:pt idx="371">
                  <c:v>28.725968099725101</c:v>
                </c:pt>
                <c:pt idx="372">
                  <c:v>28.692151787113573</c:v>
                </c:pt>
                <c:pt idx="373">
                  <c:v>28.663627762528023</c:v>
                </c:pt>
                <c:pt idx="374">
                  <c:v>28.626906452899558</c:v>
                </c:pt>
                <c:pt idx="375">
                  <c:v>28.606610990114525</c:v>
                </c:pt>
                <c:pt idx="376">
                  <c:v>28.587499251711982</c:v>
                </c:pt>
                <c:pt idx="377">
                  <c:v>28.570206736004661</c:v>
                </c:pt>
                <c:pt idx="378">
                  <c:v>28.54211003432372</c:v>
                </c:pt>
                <c:pt idx="379">
                  <c:v>28.504356885964942</c:v>
                </c:pt>
                <c:pt idx="380">
                  <c:v>28.469736920429909</c:v>
                </c:pt>
                <c:pt idx="381">
                  <c:v>28.444315558606252</c:v>
                </c:pt>
                <c:pt idx="382">
                  <c:v>28.424818115565266</c:v>
                </c:pt>
                <c:pt idx="383">
                  <c:v>28.39398263770013</c:v>
                </c:pt>
                <c:pt idx="384">
                  <c:v>28.375184970071842</c:v>
                </c:pt>
                <c:pt idx="385">
                  <c:v>28.354308575145268</c:v>
                </c:pt>
                <c:pt idx="386">
                  <c:v>28.362124695724233</c:v>
                </c:pt>
                <c:pt idx="387">
                  <c:v>28.357758645333003</c:v>
                </c:pt>
                <c:pt idx="388">
                  <c:v>28.358793174537087</c:v>
                </c:pt>
                <c:pt idx="389">
                  <c:v>28.354661994098446</c:v>
                </c:pt>
                <c:pt idx="390">
                  <c:v>28.356184087596446</c:v>
                </c:pt>
                <c:pt idx="391">
                  <c:v>28.370728452500021</c:v>
                </c:pt>
                <c:pt idx="392">
                  <c:v>28.483959017021956</c:v>
                </c:pt>
                <c:pt idx="393">
                  <c:v>28.546725794311936</c:v>
                </c:pt>
                <c:pt idx="394">
                  <c:v>28.589441815814201</c:v>
                </c:pt>
                <c:pt idx="395">
                  <c:v>28.595921359469493</c:v>
                </c:pt>
                <c:pt idx="396">
                  <c:v>28.581131951259376</c:v>
                </c:pt>
                <c:pt idx="397">
                  <c:v>28.564626188937176</c:v>
                </c:pt>
                <c:pt idx="398">
                  <c:v>28.539730940851953</c:v>
                </c:pt>
                <c:pt idx="399">
                  <c:v>28.517340607926002</c:v>
                </c:pt>
                <c:pt idx="400">
                  <c:v>28.507897002946741</c:v>
                </c:pt>
                <c:pt idx="401">
                  <c:v>28.474913265851768</c:v>
                </c:pt>
                <c:pt idx="402">
                  <c:v>28.446519477012256</c:v>
                </c:pt>
                <c:pt idx="403">
                  <c:v>28.417061353563902</c:v>
                </c:pt>
                <c:pt idx="404">
                  <c:v>28.398575360506669</c:v>
                </c:pt>
                <c:pt idx="405">
                  <c:v>28.370642903841794</c:v>
                </c:pt>
                <c:pt idx="406">
                  <c:v>28.31902217084912</c:v>
                </c:pt>
                <c:pt idx="407">
                  <c:v>28.26942368622484</c:v>
                </c:pt>
                <c:pt idx="408">
                  <c:v>28.235917282560955</c:v>
                </c:pt>
                <c:pt idx="409">
                  <c:v>28.225446610238464</c:v>
                </c:pt>
                <c:pt idx="410">
                  <c:v>28.195443371580659</c:v>
                </c:pt>
                <c:pt idx="411">
                  <c:v>28.165496601343083</c:v>
                </c:pt>
                <c:pt idx="412">
                  <c:v>28.148880771318474</c:v>
                </c:pt>
                <c:pt idx="413">
                  <c:v>28.148082173542956</c:v>
                </c:pt>
                <c:pt idx="414">
                  <c:v>28.153995656230094</c:v>
                </c:pt>
                <c:pt idx="415">
                  <c:v>28.146835853606614</c:v>
                </c:pt>
                <c:pt idx="416">
                  <c:v>28.136695941403499</c:v>
                </c:pt>
                <c:pt idx="417">
                  <c:v>28.134409448573948</c:v>
                </c:pt>
                <c:pt idx="418">
                  <c:v>28.108410843500522</c:v>
                </c:pt>
                <c:pt idx="419">
                  <c:v>28.100313200574146</c:v>
                </c:pt>
                <c:pt idx="420">
                  <c:v>28.113321725340295</c:v>
                </c:pt>
                <c:pt idx="421">
                  <c:v>28.118688663503789</c:v>
                </c:pt>
                <c:pt idx="422">
                  <c:v>28.102621175155225</c:v>
                </c:pt>
                <c:pt idx="423">
                  <c:v>28.081959403315135</c:v>
                </c:pt>
                <c:pt idx="424">
                  <c:v>28.080008116192481</c:v>
                </c:pt>
                <c:pt idx="425">
                  <c:v>28.090437732515788</c:v>
                </c:pt>
                <c:pt idx="426">
                  <c:v>28.080117831821173</c:v>
                </c:pt>
                <c:pt idx="427">
                  <c:v>28.066321255726507</c:v>
                </c:pt>
                <c:pt idx="428">
                  <c:v>28.058910540149604</c:v>
                </c:pt>
                <c:pt idx="429">
                  <c:v>28.049785714273703</c:v>
                </c:pt>
                <c:pt idx="430">
                  <c:v>28.043198643627075</c:v>
                </c:pt>
                <c:pt idx="431">
                  <c:v>28.043282006275362</c:v>
                </c:pt>
                <c:pt idx="432">
                  <c:v>28.05119497602788</c:v>
                </c:pt>
                <c:pt idx="433">
                  <c:v>28.086173273783618</c:v>
                </c:pt>
                <c:pt idx="434">
                  <c:v>28.155499799223396</c:v>
                </c:pt>
                <c:pt idx="435">
                  <c:v>28.358572597726415</c:v>
                </c:pt>
                <c:pt idx="436">
                  <c:v>28.492102912975952</c:v>
                </c:pt>
                <c:pt idx="437">
                  <c:v>28.503685570720112</c:v>
                </c:pt>
                <c:pt idx="438">
                  <c:v>28.467136619567682</c:v>
                </c:pt>
                <c:pt idx="439">
                  <c:v>28.509316438054867</c:v>
                </c:pt>
                <c:pt idx="440">
                  <c:v>28.592298342264584</c:v>
                </c:pt>
                <c:pt idx="441">
                  <c:v>28.699967781576579</c:v>
                </c:pt>
                <c:pt idx="442">
                  <c:v>28.656461811751583</c:v>
                </c:pt>
                <c:pt idx="443">
                  <c:v>28.62456204131626</c:v>
                </c:pt>
                <c:pt idx="444">
                  <c:v>28.645860041890675</c:v>
                </c:pt>
                <c:pt idx="445">
                  <c:v>28.700697530548648</c:v>
                </c:pt>
                <c:pt idx="446">
                  <c:v>28.733848665558639</c:v>
                </c:pt>
                <c:pt idx="447">
                  <c:v>28.764401937948257</c:v>
                </c:pt>
                <c:pt idx="448">
                  <c:v>28.771348909382827</c:v>
                </c:pt>
                <c:pt idx="449">
                  <c:v>28.761051036942224</c:v>
                </c:pt>
                <c:pt idx="450">
                  <c:v>28.766921902945192</c:v>
                </c:pt>
                <c:pt idx="451">
                  <c:v>28.747594211983774</c:v>
                </c:pt>
                <c:pt idx="452">
                  <c:v>28.755646295520293</c:v>
                </c:pt>
                <c:pt idx="453">
                  <c:v>28.805784871735025</c:v>
                </c:pt>
                <c:pt idx="454">
                  <c:v>28.831605096295419</c:v>
                </c:pt>
                <c:pt idx="455">
                  <c:v>28.807745134110029</c:v>
                </c:pt>
                <c:pt idx="456">
                  <c:v>28.798119543803267</c:v>
                </c:pt>
                <c:pt idx="457">
                  <c:v>28.796647518340624</c:v>
                </c:pt>
                <c:pt idx="458">
                  <c:v>28.785341559008479</c:v>
                </c:pt>
                <c:pt idx="459">
                  <c:v>28.784436550893339</c:v>
                </c:pt>
                <c:pt idx="460">
                  <c:v>28.794455286680069</c:v>
                </c:pt>
                <c:pt idx="461">
                  <c:v>28.793728270220424</c:v>
                </c:pt>
                <c:pt idx="462">
                  <c:v>28.805820184203288</c:v>
                </c:pt>
                <c:pt idx="463">
                  <c:v>28.824458693492485</c:v>
                </c:pt>
                <c:pt idx="464">
                  <c:v>28.828168772747112</c:v>
                </c:pt>
                <c:pt idx="465">
                  <c:v>28.815395664436039</c:v>
                </c:pt>
                <c:pt idx="466">
                  <c:v>28.808427841829737</c:v>
                </c:pt>
                <c:pt idx="467">
                  <c:v>28.820628383691155</c:v>
                </c:pt>
                <c:pt idx="468">
                  <c:v>28.818630454683341</c:v>
                </c:pt>
                <c:pt idx="469">
                  <c:v>28.817436304714988</c:v>
                </c:pt>
                <c:pt idx="470">
                  <c:v>28.827815059523367</c:v>
                </c:pt>
                <c:pt idx="471">
                  <c:v>28.841083887626983</c:v>
                </c:pt>
                <c:pt idx="472">
                  <c:v>28.861603374392203</c:v>
                </c:pt>
                <c:pt idx="473">
                  <c:v>28.874057241174743</c:v>
                </c:pt>
                <c:pt idx="474">
                  <c:v>28.883300279742009</c:v>
                </c:pt>
                <c:pt idx="475">
                  <c:v>28.899636500177909</c:v>
                </c:pt>
                <c:pt idx="476">
                  <c:v>28.923283242316849</c:v>
                </c:pt>
                <c:pt idx="477">
                  <c:v>28.945504874129547</c:v>
                </c:pt>
                <c:pt idx="478">
                  <c:v>28.954637855504071</c:v>
                </c:pt>
                <c:pt idx="479">
                  <c:v>28.970401593567615</c:v>
                </c:pt>
                <c:pt idx="480">
                  <c:v>28.975328691817666</c:v>
                </c:pt>
                <c:pt idx="481">
                  <c:v>28.996465137849789</c:v>
                </c:pt>
                <c:pt idx="482">
                  <c:v>29.006890639639959</c:v>
                </c:pt>
                <c:pt idx="483">
                  <c:v>29.002589076541962</c:v>
                </c:pt>
                <c:pt idx="484">
                  <c:v>29.022236345341142</c:v>
                </c:pt>
                <c:pt idx="485">
                  <c:v>29.037973178666963</c:v>
                </c:pt>
                <c:pt idx="486">
                  <c:v>29.033274686610252</c:v>
                </c:pt>
                <c:pt idx="487">
                  <c:v>29.033831614681109</c:v>
                </c:pt>
                <c:pt idx="488">
                  <c:v>29.040731250592746</c:v>
                </c:pt>
                <c:pt idx="489">
                  <c:v>29.044323453465228</c:v>
                </c:pt>
                <c:pt idx="490">
                  <c:v>29.058131301173653</c:v>
                </c:pt>
                <c:pt idx="491">
                  <c:v>29.055789832296043</c:v>
                </c:pt>
                <c:pt idx="492">
                  <c:v>29.058134832420478</c:v>
                </c:pt>
                <c:pt idx="493">
                  <c:v>29.063646520174856</c:v>
                </c:pt>
                <c:pt idx="494">
                  <c:v>29.068651978473518</c:v>
                </c:pt>
                <c:pt idx="495">
                  <c:v>29.071891813359144</c:v>
                </c:pt>
                <c:pt idx="496">
                  <c:v>29.082309832269139</c:v>
                </c:pt>
                <c:pt idx="497">
                  <c:v>29.080019986857035</c:v>
                </c:pt>
                <c:pt idx="498">
                  <c:v>29.07720406974515</c:v>
                </c:pt>
                <c:pt idx="499">
                  <c:v>29.075906756923093</c:v>
                </c:pt>
                <c:pt idx="500">
                  <c:v>29.069635178482667</c:v>
                </c:pt>
                <c:pt idx="501">
                  <c:v>29.077793031269358</c:v>
                </c:pt>
                <c:pt idx="502">
                  <c:v>29.083418643772529</c:v>
                </c:pt>
                <c:pt idx="503">
                  <c:v>29.085949622896472</c:v>
                </c:pt>
                <c:pt idx="504">
                  <c:v>29.08768556702071</c:v>
                </c:pt>
                <c:pt idx="505">
                  <c:v>29.100728647559372</c:v>
                </c:pt>
                <c:pt idx="506">
                  <c:v>29.112906824857557</c:v>
                </c:pt>
                <c:pt idx="507">
                  <c:v>29.115380042872697</c:v>
                </c:pt>
                <c:pt idx="508">
                  <c:v>29.138786660227467</c:v>
                </c:pt>
                <c:pt idx="509">
                  <c:v>29.165275551597571</c:v>
                </c:pt>
                <c:pt idx="510">
                  <c:v>29.180462183036965</c:v>
                </c:pt>
                <c:pt idx="511">
                  <c:v>29.189472075236409</c:v>
                </c:pt>
                <c:pt idx="512">
                  <c:v>29.211627874518992</c:v>
                </c:pt>
                <c:pt idx="513">
                  <c:v>29.241186764617847</c:v>
                </c:pt>
                <c:pt idx="514">
                  <c:v>29.269796506016235</c:v>
                </c:pt>
                <c:pt idx="515">
                  <c:v>29.294444020321148</c:v>
                </c:pt>
                <c:pt idx="516">
                  <c:v>29.319938865709709</c:v>
                </c:pt>
                <c:pt idx="517">
                  <c:v>29.330457945540775</c:v>
                </c:pt>
                <c:pt idx="518">
                  <c:v>29.335675699035534</c:v>
                </c:pt>
                <c:pt idx="519">
                  <c:v>29.360225431434284</c:v>
                </c:pt>
                <c:pt idx="520">
                  <c:v>29.395760200090535</c:v>
                </c:pt>
                <c:pt idx="521">
                  <c:v>29.419435444435997</c:v>
                </c:pt>
                <c:pt idx="522">
                  <c:v>29.431465225290182</c:v>
                </c:pt>
                <c:pt idx="523">
                  <c:v>29.450139971898</c:v>
                </c:pt>
                <c:pt idx="524">
                  <c:v>29.473187747313393</c:v>
                </c:pt>
                <c:pt idx="525">
                  <c:v>29.479097541108757</c:v>
                </c:pt>
                <c:pt idx="526">
                  <c:v>29.476178881529695</c:v>
                </c:pt>
                <c:pt idx="527">
                  <c:v>29.480891246341798</c:v>
                </c:pt>
                <c:pt idx="528">
                  <c:v>29.482723458980701</c:v>
                </c:pt>
                <c:pt idx="529">
                  <c:v>29.471689826040691</c:v>
                </c:pt>
                <c:pt idx="530">
                  <c:v>29.472531608022187</c:v>
                </c:pt>
                <c:pt idx="531">
                  <c:v>29.463326824628865</c:v>
                </c:pt>
                <c:pt idx="532">
                  <c:v>29.456830339396539</c:v>
                </c:pt>
                <c:pt idx="533">
                  <c:v>29.459437072172634</c:v>
                </c:pt>
                <c:pt idx="534">
                  <c:v>29.459151713798164</c:v>
                </c:pt>
                <c:pt idx="535">
                  <c:v>29.452146560868268</c:v>
                </c:pt>
                <c:pt idx="536">
                  <c:v>29.457123601037715</c:v>
                </c:pt>
                <c:pt idx="537">
                  <c:v>29.488003850067969</c:v>
                </c:pt>
                <c:pt idx="538">
                  <c:v>29.50036943567985</c:v>
                </c:pt>
                <c:pt idx="539">
                  <c:v>29.512545679200016</c:v>
                </c:pt>
                <c:pt idx="540">
                  <c:v>29.531045208703414</c:v>
                </c:pt>
                <c:pt idx="541">
                  <c:v>29.551519041491815</c:v>
                </c:pt>
                <c:pt idx="542">
                  <c:v>29.568881005053381</c:v>
                </c:pt>
                <c:pt idx="543">
                  <c:v>29.593302267329509</c:v>
                </c:pt>
                <c:pt idx="544">
                  <c:v>29.625893993988136</c:v>
                </c:pt>
                <c:pt idx="545">
                  <c:v>29.641149316586031</c:v>
                </c:pt>
                <c:pt idx="546">
                  <c:v>29.640566492705116</c:v>
                </c:pt>
                <c:pt idx="547">
                  <c:v>29.658760317126141</c:v>
                </c:pt>
                <c:pt idx="548">
                  <c:v>29.674669424850695</c:v>
                </c:pt>
                <c:pt idx="549">
                  <c:v>29.67173495873822</c:v>
                </c:pt>
                <c:pt idx="550">
                  <c:v>29.651245319416411</c:v>
                </c:pt>
                <c:pt idx="551">
                  <c:v>29.668600052329715</c:v>
                </c:pt>
                <c:pt idx="552">
                  <c:v>29.67947057529728</c:v>
                </c:pt>
                <c:pt idx="553">
                  <c:v>29.674846827965055</c:v>
                </c:pt>
                <c:pt idx="554">
                  <c:v>29.662602649982141</c:v>
                </c:pt>
                <c:pt idx="555">
                  <c:v>29.625503538981938</c:v>
                </c:pt>
                <c:pt idx="556">
                  <c:v>29.57975405034011</c:v>
                </c:pt>
                <c:pt idx="557">
                  <c:v>29.537690847075488</c:v>
                </c:pt>
                <c:pt idx="558">
                  <c:v>29.515642750821101</c:v>
                </c:pt>
                <c:pt idx="559">
                  <c:v>29.513452705170486</c:v>
                </c:pt>
                <c:pt idx="560">
                  <c:v>29.489122919002615</c:v>
                </c:pt>
                <c:pt idx="561">
                  <c:v>29.470205188982241</c:v>
                </c:pt>
                <c:pt idx="562">
                  <c:v>29.403308240181286</c:v>
                </c:pt>
                <c:pt idx="563">
                  <c:v>29.350164993304084</c:v>
                </c:pt>
                <c:pt idx="564">
                  <c:v>29.350783886349006</c:v>
                </c:pt>
                <c:pt idx="565">
                  <c:v>29.3076713142359</c:v>
                </c:pt>
                <c:pt idx="566">
                  <c:v>29.265105833148922</c:v>
                </c:pt>
                <c:pt idx="567">
                  <c:v>29.238305519439681</c:v>
                </c:pt>
                <c:pt idx="568">
                  <c:v>29.22754597851522</c:v>
                </c:pt>
                <c:pt idx="569">
                  <c:v>29.20153019014251</c:v>
                </c:pt>
                <c:pt idx="570">
                  <c:v>29.155825178395226</c:v>
                </c:pt>
                <c:pt idx="571">
                  <c:v>29.108392798408854</c:v>
                </c:pt>
                <c:pt idx="572">
                  <c:v>29.093464956915426</c:v>
                </c:pt>
                <c:pt idx="573">
                  <c:v>29.110887540214176</c:v>
                </c:pt>
                <c:pt idx="574">
                  <c:v>29.081806041055284</c:v>
                </c:pt>
                <c:pt idx="575">
                  <c:v>29.091709170547116</c:v>
                </c:pt>
                <c:pt idx="576">
                  <c:v>29.017315384734385</c:v>
                </c:pt>
                <c:pt idx="577">
                  <c:v>28.899704602795268</c:v>
                </c:pt>
                <c:pt idx="578">
                  <c:v>28.749955270873535</c:v>
                </c:pt>
                <c:pt idx="579">
                  <c:v>28.803731619860269</c:v>
                </c:pt>
                <c:pt idx="580">
                  <c:v>29.022563826445609</c:v>
                </c:pt>
                <c:pt idx="581">
                  <c:v>28.93618860422929</c:v>
                </c:pt>
                <c:pt idx="582">
                  <c:v>28.596918432234027</c:v>
                </c:pt>
                <c:pt idx="583">
                  <c:v>28.628592118795179</c:v>
                </c:pt>
                <c:pt idx="584">
                  <c:v>28.354009428092716</c:v>
                </c:pt>
                <c:pt idx="585">
                  <c:v>28.051756985520878</c:v>
                </c:pt>
                <c:pt idx="586">
                  <c:v>28.04299660060741</c:v>
                </c:pt>
                <c:pt idx="587">
                  <c:v>28.436444703701486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96A0-42C5-857B-5B109011262B}"/>
            </c:ext>
          </c:extLst>
        </c:ser>
        <c:ser>
          <c:idx val="14"/>
          <c:order val="1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Shifted!$P$2:$P$589</c:f>
              <c:numCache>
                <c:formatCode>General</c:formatCode>
                <c:ptCount val="588"/>
                <c:pt idx="0">
                  <c:v>29.809442918532369</c:v>
                </c:pt>
                <c:pt idx="1">
                  <c:v>30.240159335630025</c:v>
                </c:pt>
                <c:pt idx="2">
                  <c:v>30.326858923105735</c:v>
                </c:pt>
                <c:pt idx="3">
                  <c:v>30.231724834898674</c:v>
                </c:pt>
                <c:pt idx="4">
                  <c:v>30.188336464821305</c:v>
                </c:pt>
                <c:pt idx="5">
                  <c:v>30.195106067677294</c:v>
                </c:pt>
                <c:pt idx="6">
                  <c:v>30.29935738864058</c:v>
                </c:pt>
                <c:pt idx="7">
                  <c:v>30.393449875919536</c:v>
                </c:pt>
                <c:pt idx="8">
                  <c:v>30.476499176274675</c:v>
                </c:pt>
                <c:pt idx="9">
                  <c:v>30.534203940852603</c:v>
                </c:pt>
                <c:pt idx="10">
                  <c:v>30.528287343487097</c:v>
                </c:pt>
                <c:pt idx="11">
                  <c:v>30.485569952016789</c:v>
                </c:pt>
                <c:pt idx="12">
                  <c:v>30.441654825244015</c:v>
                </c:pt>
                <c:pt idx="13">
                  <c:v>30.431037560551573</c:v>
                </c:pt>
                <c:pt idx="14">
                  <c:v>30.462743065133591</c:v>
                </c:pt>
                <c:pt idx="15">
                  <c:v>30.456071449838003</c:v>
                </c:pt>
                <c:pt idx="16">
                  <c:v>30.468183927406312</c:v>
                </c:pt>
                <c:pt idx="17">
                  <c:v>30.500862500470774</c:v>
                </c:pt>
                <c:pt idx="18">
                  <c:v>30.502081388744404</c:v>
                </c:pt>
                <c:pt idx="19">
                  <c:v>30.551612295366475</c:v>
                </c:pt>
                <c:pt idx="20">
                  <c:v>30.61393072971325</c:v>
                </c:pt>
                <c:pt idx="21">
                  <c:v>30.696831991079236</c:v>
                </c:pt>
                <c:pt idx="22">
                  <c:v>30.786766981159925</c:v>
                </c:pt>
                <c:pt idx="23">
                  <c:v>30.784487676946991</c:v>
                </c:pt>
                <c:pt idx="24">
                  <c:v>30.739696053752596</c:v>
                </c:pt>
                <c:pt idx="25">
                  <c:v>30.669211809121695</c:v>
                </c:pt>
                <c:pt idx="26">
                  <c:v>30.603155692484023</c:v>
                </c:pt>
                <c:pt idx="27">
                  <c:v>30.579117710527093</c:v>
                </c:pt>
                <c:pt idx="28">
                  <c:v>30.557952651952768</c:v>
                </c:pt>
                <c:pt idx="29">
                  <c:v>30.54404767478907</c:v>
                </c:pt>
                <c:pt idx="30">
                  <c:v>30.522428193138015</c:v>
                </c:pt>
                <c:pt idx="31">
                  <c:v>30.520712639463287</c:v>
                </c:pt>
                <c:pt idx="32">
                  <c:v>30.531193475443978</c:v>
                </c:pt>
                <c:pt idx="33">
                  <c:v>30.535951017225706</c:v>
                </c:pt>
                <c:pt idx="34">
                  <c:v>30.554635547984734</c:v>
                </c:pt>
                <c:pt idx="35">
                  <c:v>30.576280285965268</c:v>
                </c:pt>
                <c:pt idx="36">
                  <c:v>30.5899715067888</c:v>
                </c:pt>
                <c:pt idx="37">
                  <c:v>30.613798467977773</c:v>
                </c:pt>
                <c:pt idx="38">
                  <c:v>30.650574037562077</c:v>
                </c:pt>
                <c:pt idx="39">
                  <c:v>30.675605795646902</c:v>
                </c:pt>
                <c:pt idx="40">
                  <c:v>30.692696569312531</c:v>
                </c:pt>
                <c:pt idx="41">
                  <c:v>30.730348094565805</c:v>
                </c:pt>
                <c:pt idx="42">
                  <c:v>30.754485320537814</c:v>
                </c:pt>
                <c:pt idx="43">
                  <c:v>30.766827395317922</c:v>
                </c:pt>
                <c:pt idx="44">
                  <c:v>30.795782663750082</c:v>
                </c:pt>
                <c:pt idx="45">
                  <c:v>30.834976161078636</c:v>
                </c:pt>
                <c:pt idx="46">
                  <c:v>30.84888037482683</c:v>
                </c:pt>
                <c:pt idx="47">
                  <c:v>30.855993053427888</c:v>
                </c:pt>
                <c:pt idx="48">
                  <c:v>30.894256519822846</c:v>
                </c:pt>
                <c:pt idx="49">
                  <c:v>30.937840419695306</c:v>
                </c:pt>
                <c:pt idx="50">
                  <c:v>30.93945141725543</c:v>
                </c:pt>
                <c:pt idx="51">
                  <c:v>30.984863251926097</c:v>
                </c:pt>
                <c:pt idx="52">
                  <c:v>31.025674108610616</c:v>
                </c:pt>
                <c:pt idx="53">
                  <c:v>31.065059032375942</c:v>
                </c:pt>
                <c:pt idx="54">
                  <c:v>31.127338468914232</c:v>
                </c:pt>
                <c:pt idx="55">
                  <c:v>31.18306385614402</c:v>
                </c:pt>
                <c:pt idx="56">
                  <c:v>31.201997960153783</c:v>
                </c:pt>
                <c:pt idx="57">
                  <c:v>31.205454069360879</c:v>
                </c:pt>
                <c:pt idx="58">
                  <c:v>31.233295196487884</c:v>
                </c:pt>
                <c:pt idx="59">
                  <c:v>31.290145094750041</c:v>
                </c:pt>
                <c:pt idx="60">
                  <c:v>31.339913805300547</c:v>
                </c:pt>
                <c:pt idx="61">
                  <c:v>31.378842906394066</c:v>
                </c:pt>
                <c:pt idx="62">
                  <c:v>31.376695800298648</c:v>
                </c:pt>
                <c:pt idx="63">
                  <c:v>31.317428546853861</c:v>
                </c:pt>
                <c:pt idx="64">
                  <c:v>31.261863604115113</c:v>
                </c:pt>
                <c:pt idx="65">
                  <c:v>31.216145067267085</c:v>
                </c:pt>
                <c:pt idx="66">
                  <c:v>31.179719078364094</c:v>
                </c:pt>
                <c:pt idx="67">
                  <c:v>31.11439844894328</c:v>
                </c:pt>
                <c:pt idx="68">
                  <c:v>31.09498313869631</c:v>
                </c:pt>
                <c:pt idx="69">
                  <c:v>31.104226955285228</c:v>
                </c:pt>
                <c:pt idx="70">
                  <c:v>31.090769085133044</c:v>
                </c:pt>
                <c:pt idx="71">
                  <c:v>31.098371176687937</c:v>
                </c:pt>
                <c:pt idx="72">
                  <c:v>31.125799550500954</c:v>
                </c:pt>
                <c:pt idx="73">
                  <c:v>31.131638406721315</c:v>
                </c:pt>
                <c:pt idx="74">
                  <c:v>31.118977160643997</c:v>
                </c:pt>
                <c:pt idx="75">
                  <c:v>31.148578723915367</c:v>
                </c:pt>
                <c:pt idx="76">
                  <c:v>31.161650814767917</c:v>
                </c:pt>
                <c:pt idx="77">
                  <c:v>31.15838746797472</c:v>
                </c:pt>
                <c:pt idx="78">
                  <c:v>31.15706179695794</c:v>
                </c:pt>
                <c:pt idx="79">
                  <c:v>31.187567244182009</c:v>
                </c:pt>
                <c:pt idx="80">
                  <c:v>31.198828767938991</c:v>
                </c:pt>
                <c:pt idx="81">
                  <c:v>31.22278105650598</c:v>
                </c:pt>
                <c:pt idx="82">
                  <c:v>31.263751021704412</c:v>
                </c:pt>
                <c:pt idx="83">
                  <c:v>31.275065221130934</c:v>
                </c:pt>
                <c:pt idx="84">
                  <c:v>31.248888212559308</c:v>
                </c:pt>
                <c:pt idx="85">
                  <c:v>31.190128375950582</c:v>
                </c:pt>
                <c:pt idx="86">
                  <c:v>31.151978849319086</c:v>
                </c:pt>
                <c:pt idx="87">
                  <c:v>31.110657458518546</c:v>
                </c:pt>
                <c:pt idx="88">
                  <c:v>31.047723647660334</c:v>
                </c:pt>
                <c:pt idx="89">
                  <c:v>31.016491365261743</c:v>
                </c:pt>
                <c:pt idx="90">
                  <c:v>31.001434076017862</c:v>
                </c:pt>
                <c:pt idx="91">
                  <c:v>30.964747635193252</c:v>
                </c:pt>
                <c:pt idx="92">
                  <c:v>30.959498135739345</c:v>
                </c:pt>
                <c:pt idx="93">
                  <c:v>30.962241723812557</c:v>
                </c:pt>
                <c:pt idx="94">
                  <c:v>30.952909223789657</c:v>
                </c:pt>
                <c:pt idx="95">
                  <c:v>30.961100735728966</c:v>
                </c:pt>
                <c:pt idx="96">
                  <c:v>30.997366407376834</c:v>
                </c:pt>
                <c:pt idx="97">
                  <c:v>31.011314199426522</c:v>
                </c:pt>
                <c:pt idx="98">
                  <c:v>30.99367300318497</c:v>
                </c:pt>
                <c:pt idx="99">
                  <c:v>30.994733132843457</c:v>
                </c:pt>
                <c:pt idx="100">
                  <c:v>30.948535489150846</c:v>
                </c:pt>
                <c:pt idx="101">
                  <c:v>30.845202238944982</c:v>
                </c:pt>
                <c:pt idx="102">
                  <c:v>30.76638925843854</c:v>
                </c:pt>
                <c:pt idx="103">
                  <c:v>30.720800311371736</c:v>
                </c:pt>
                <c:pt idx="104">
                  <c:v>30.660788473342041</c:v>
                </c:pt>
                <c:pt idx="105">
                  <c:v>30.601716717883363</c:v>
                </c:pt>
                <c:pt idx="106">
                  <c:v>30.557304321338886</c:v>
                </c:pt>
                <c:pt idx="107">
                  <c:v>30.514591637597501</c:v>
                </c:pt>
                <c:pt idx="108">
                  <c:v>30.453184212414765</c:v>
                </c:pt>
                <c:pt idx="109">
                  <c:v>30.417842591612402</c:v>
                </c:pt>
                <c:pt idx="110">
                  <c:v>30.380245873230276</c:v>
                </c:pt>
                <c:pt idx="111">
                  <c:v>30.340902110284024</c:v>
                </c:pt>
                <c:pt idx="112">
                  <c:v>30.320168095186716</c:v>
                </c:pt>
                <c:pt idx="113">
                  <c:v>30.301886138868333</c:v>
                </c:pt>
                <c:pt idx="114">
                  <c:v>30.293121938067664</c:v>
                </c:pt>
                <c:pt idx="115">
                  <c:v>30.292848794363348</c:v>
                </c:pt>
                <c:pt idx="116">
                  <c:v>30.301211470419684</c:v>
                </c:pt>
                <c:pt idx="117">
                  <c:v>30.312416533238601</c:v>
                </c:pt>
                <c:pt idx="118">
                  <c:v>30.33887435147853</c:v>
                </c:pt>
                <c:pt idx="119">
                  <c:v>30.333185315550164</c:v>
                </c:pt>
                <c:pt idx="120">
                  <c:v>30.339439501611825</c:v>
                </c:pt>
                <c:pt idx="121">
                  <c:v>30.362200639335033</c:v>
                </c:pt>
                <c:pt idx="122">
                  <c:v>30.357031743834401</c:v>
                </c:pt>
                <c:pt idx="123">
                  <c:v>30.351631597055047</c:v>
                </c:pt>
                <c:pt idx="124">
                  <c:v>30.363840837538056</c:v>
                </c:pt>
                <c:pt idx="125">
                  <c:v>30.37849727002617</c:v>
                </c:pt>
                <c:pt idx="126">
                  <c:v>30.372702182961177</c:v>
                </c:pt>
                <c:pt idx="127">
                  <c:v>30.36269056123254</c:v>
                </c:pt>
                <c:pt idx="128">
                  <c:v>30.361637779448245</c:v>
                </c:pt>
                <c:pt idx="129">
                  <c:v>30.365835896712937</c:v>
                </c:pt>
                <c:pt idx="130">
                  <c:v>30.353950344402183</c:v>
                </c:pt>
                <c:pt idx="131">
                  <c:v>30.355386647048583</c:v>
                </c:pt>
                <c:pt idx="132">
                  <c:v>30.355104501403158</c:v>
                </c:pt>
                <c:pt idx="133">
                  <c:v>30.341584571932572</c:v>
                </c:pt>
                <c:pt idx="134">
                  <c:v>30.350363659335503</c:v>
                </c:pt>
                <c:pt idx="135">
                  <c:v>30.362730735973258</c:v>
                </c:pt>
                <c:pt idx="136">
                  <c:v>30.336306476206374</c:v>
                </c:pt>
                <c:pt idx="137">
                  <c:v>30.333654307139359</c:v>
                </c:pt>
                <c:pt idx="138">
                  <c:v>30.360621737034915</c:v>
                </c:pt>
                <c:pt idx="139">
                  <c:v>30.445692784298476</c:v>
                </c:pt>
                <c:pt idx="140">
                  <c:v>30.521605199419398</c:v>
                </c:pt>
                <c:pt idx="141">
                  <c:v>30.58976252179551</c:v>
                </c:pt>
                <c:pt idx="142">
                  <c:v>30.650766163796394</c:v>
                </c:pt>
                <c:pt idx="143">
                  <c:v>30.701261900375297</c:v>
                </c:pt>
                <c:pt idx="144">
                  <c:v>30.747663948568189</c:v>
                </c:pt>
                <c:pt idx="145">
                  <c:v>30.802229898506454</c:v>
                </c:pt>
                <c:pt idx="146">
                  <c:v>30.846678048343541</c:v>
                </c:pt>
                <c:pt idx="147">
                  <c:v>30.878911295699325</c:v>
                </c:pt>
                <c:pt idx="148">
                  <c:v>30.891713900880166</c:v>
                </c:pt>
                <c:pt idx="149">
                  <c:v>30.895489435856302</c:v>
                </c:pt>
                <c:pt idx="150">
                  <c:v>30.887836577170621</c:v>
                </c:pt>
                <c:pt idx="151">
                  <c:v>30.866567375998422</c:v>
                </c:pt>
                <c:pt idx="152">
                  <c:v>30.87381168015537</c:v>
                </c:pt>
                <c:pt idx="153">
                  <c:v>30.895361372906081</c:v>
                </c:pt>
                <c:pt idx="154">
                  <c:v>30.908363674858286</c:v>
                </c:pt>
                <c:pt idx="155">
                  <c:v>30.935241435241501</c:v>
                </c:pt>
                <c:pt idx="156">
                  <c:v>30.975545129561787</c:v>
                </c:pt>
                <c:pt idx="157">
                  <c:v>31.00028908000289</c:v>
                </c:pt>
                <c:pt idx="158">
                  <c:v>31.015369653419544</c:v>
                </c:pt>
                <c:pt idx="159">
                  <c:v>31.060943777502043</c:v>
                </c:pt>
                <c:pt idx="160">
                  <c:v>31.093949728580345</c:v>
                </c:pt>
                <c:pt idx="161">
                  <c:v>31.127571310641912</c:v>
                </c:pt>
                <c:pt idx="162">
                  <c:v>31.158756833841093</c:v>
                </c:pt>
                <c:pt idx="163">
                  <c:v>31.168185905924819</c:v>
                </c:pt>
                <c:pt idx="164">
                  <c:v>31.14422649214649</c:v>
                </c:pt>
                <c:pt idx="165">
                  <c:v>31.128924210144874</c:v>
                </c:pt>
                <c:pt idx="166">
                  <c:v>31.112312416087914</c:v>
                </c:pt>
                <c:pt idx="167">
                  <c:v>31.118432718156157</c:v>
                </c:pt>
                <c:pt idx="168">
                  <c:v>31.153074732270184</c:v>
                </c:pt>
                <c:pt idx="169">
                  <c:v>31.202909987205157</c:v>
                </c:pt>
                <c:pt idx="170">
                  <c:v>31.23350539022238</c:v>
                </c:pt>
                <c:pt idx="171">
                  <c:v>31.276898054511939</c:v>
                </c:pt>
                <c:pt idx="172">
                  <c:v>31.299169174910705</c:v>
                </c:pt>
                <c:pt idx="173">
                  <c:v>31.269958353139728</c:v>
                </c:pt>
                <c:pt idx="174">
                  <c:v>31.224154186519712</c:v>
                </c:pt>
                <c:pt idx="175">
                  <c:v>31.167994924813751</c:v>
                </c:pt>
                <c:pt idx="176">
                  <c:v>31.155903441171709</c:v>
                </c:pt>
                <c:pt idx="177">
                  <c:v>31.164592763635365</c:v>
                </c:pt>
                <c:pt idx="178">
                  <c:v>31.154623956792719</c:v>
                </c:pt>
                <c:pt idx="179">
                  <c:v>31.12341604007219</c:v>
                </c:pt>
                <c:pt idx="180">
                  <c:v>31.075367177408602</c:v>
                </c:pt>
                <c:pt idx="181">
                  <c:v>31.019272297076526</c:v>
                </c:pt>
                <c:pt idx="182">
                  <c:v>30.983882962805378</c:v>
                </c:pt>
                <c:pt idx="183">
                  <c:v>30.969840379997702</c:v>
                </c:pt>
                <c:pt idx="184">
                  <c:v>30.960890033050802</c:v>
                </c:pt>
                <c:pt idx="185">
                  <c:v>30.935673846504628</c:v>
                </c:pt>
                <c:pt idx="186">
                  <c:v>30.918633267408161</c:v>
                </c:pt>
                <c:pt idx="187">
                  <c:v>30.90536377003075</c:v>
                </c:pt>
                <c:pt idx="188">
                  <c:v>30.873086944373476</c:v>
                </c:pt>
                <c:pt idx="189">
                  <c:v>30.855280023350335</c:v>
                </c:pt>
                <c:pt idx="190">
                  <c:v>30.830267414270985</c:v>
                </c:pt>
                <c:pt idx="191">
                  <c:v>30.816725950121487</c:v>
                </c:pt>
                <c:pt idx="192">
                  <c:v>30.800623799529127</c:v>
                </c:pt>
                <c:pt idx="193">
                  <c:v>30.789676866576347</c:v>
                </c:pt>
                <c:pt idx="194">
                  <c:v>30.792633383956264</c:v>
                </c:pt>
                <c:pt idx="195">
                  <c:v>30.797429605456692</c:v>
                </c:pt>
                <c:pt idx="196">
                  <c:v>30.799563797106554</c:v>
                </c:pt>
                <c:pt idx="197">
                  <c:v>30.826032557635326</c:v>
                </c:pt>
                <c:pt idx="198">
                  <c:v>30.855801626991116</c:v>
                </c:pt>
                <c:pt idx="199">
                  <c:v>30.882429305179926</c:v>
                </c:pt>
                <c:pt idx="200">
                  <c:v>30.911079398265723</c:v>
                </c:pt>
                <c:pt idx="201">
                  <c:v>30.930385285624276</c:v>
                </c:pt>
                <c:pt idx="202">
                  <c:v>30.975796420497399</c:v>
                </c:pt>
                <c:pt idx="203">
                  <c:v>31.080565909731718</c:v>
                </c:pt>
                <c:pt idx="204">
                  <c:v>31.171668989146269</c:v>
                </c:pt>
                <c:pt idx="205">
                  <c:v>31.220042430633523</c:v>
                </c:pt>
                <c:pt idx="206">
                  <c:v>31.249514467741623</c:v>
                </c:pt>
                <c:pt idx="207">
                  <c:v>31.276335162816171</c:v>
                </c:pt>
                <c:pt idx="208">
                  <c:v>31.245162744916417</c:v>
                </c:pt>
                <c:pt idx="209">
                  <c:v>31.185742426663765</c:v>
                </c:pt>
                <c:pt idx="210">
                  <c:v>31.136573760696724</c:v>
                </c:pt>
                <c:pt idx="211">
                  <c:v>31.069895396808107</c:v>
                </c:pt>
                <c:pt idx="212">
                  <c:v>30.999733695226212</c:v>
                </c:pt>
                <c:pt idx="213">
                  <c:v>30.927841394322428</c:v>
                </c:pt>
                <c:pt idx="214">
                  <c:v>30.916312420668405</c:v>
                </c:pt>
                <c:pt idx="215">
                  <c:v>30.937461638371094</c:v>
                </c:pt>
                <c:pt idx="216">
                  <c:v>30.941393482670978</c:v>
                </c:pt>
                <c:pt idx="217">
                  <c:v>30.983940791529552</c:v>
                </c:pt>
                <c:pt idx="218">
                  <c:v>31.007268924306846</c:v>
                </c:pt>
                <c:pt idx="219">
                  <c:v>31.015084454112113</c:v>
                </c:pt>
                <c:pt idx="220">
                  <c:v>31.083656597385861</c:v>
                </c:pt>
                <c:pt idx="221">
                  <c:v>31.144349274806171</c:v>
                </c:pt>
                <c:pt idx="222">
                  <c:v>31.194266087963786</c:v>
                </c:pt>
                <c:pt idx="223">
                  <c:v>31.201071555443814</c:v>
                </c:pt>
                <c:pt idx="224">
                  <c:v>31.180365945764926</c:v>
                </c:pt>
                <c:pt idx="225">
                  <c:v>31.138965795931909</c:v>
                </c:pt>
                <c:pt idx="226">
                  <c:v>31.096483377390893</c:v>
                </c:pt>
                <c:pt idx="227">
                  <c:v>31.099198591854663</c:v>
                </c:pt>
                <c:pt idx="228">
                  <c:v>31.083734338531006</c:v>
                </c:pt>
                <c:pt idx="229">
                  <c:v>31.049334072658834</c:v>
                </c:pt>
                <c:pt idx="230">
                  <c:v>31.046257889899199</c:v>
                </c:pt>
                <c:pt idx="231">
                  <c:v>31.036616715542223</c:v>
                </c:pt>
                <c:pt idx="232">
                  <c:v>31.045796914172758</c:v>
                </c:pt>
                <c:pt idx="233">
                  <c:v>31.057329641286326</c:v>
                </c:pt>
                <c:pt idx="234">
                  <c:v>31.050594980593978</c:v>
                </c:pt>
                <c:pt idx="235">
                  <c:v>31.027504969834911</c:v>
                </c:pt>
                <c:pt idx="236">
                  <c:v>31.000076087078227</c:v>
                </c:pt>
                <c:pt idx="237">
                  <c:v>30.963304716279175</c:v>
                </c:pt>
                <c:pt idx="238">
                  <c:v>30.924676273656974</c:v>
                </c:pt>
                <c:pt idx="239">
                  <c:v>30.884538494972144</c:v>
                </c:pt>
                <c:pt idx="240">
                  <c:v>30.833632995123303</c:v>
                </c:pt>
                <c:pt idx="241">
                  <c:v>30.774925834184121</c:v>
                </c:pt>
                <c:pt idx="242">
                  <c:v>30.749197459455001</c:v>
                </c:pt>
                <c:pt idx="243">
                  <c:v>30.730173145180252</c:v>
                </c:pt>
                <c:pt idx="244">
                  <c:v>30.724508538547902</c:v>
                </c:pt>
                <c:pt idx="245">
                  <c:v>30.741789148201345</c:v>
                </c:pt>
                <c:pt idx="246">
                  <c:v>30.742668284768232</c:v>
                </c:pt>
                <c:pt idx="247">
                  <c:v>30.729667891354779</c:v>
                </c:pt>
                <c:pt idx="248">
                  <c:v>30.726784152919251</c:v>
                </c:pt>
                <c:pt idx="249">
                  <c:v>30.735482954458703</c:v>
                </c:pt>
                <c:pt idx="250">
                  <c:v>30.718689658366475</c:v>
                </c:pt>
                <c:pt idx="251">
                  <c:v>30.730110926816955</c:v>
                </c:pt>
                <c:pt idx="252">
                  <c:v>30.753603193926878</c:v>
                </c:pt>
                <c:pt idx="253">
                  <c:v>30.764711207550281</c:v>
                </c:pt>
                <c:pt idx="254">
                  <c:v>30.787476385013846</c:v>
                </c:pt>
                <c:pt idx="255">
                  <c:v>30.800216326505684</c:v>
                </c:pt>
                <c:pt idx="256">
                  <c:v>30.791105535067747</c:v>
                </c:pt>
                <c:pt idx="257">
                  <c:v>30.860534675858869</c:v>
                </c:pt>
                <c:pt idx="258">
                  <c:v>30.930165803667855</c:v>
                </c:pt>
                <c:pt idx="259">
                  <c:v>31</c:v>
                </c:pt>
                <c:pt idx="260">
                  <c:v>30.960478997421692</c:v>
                </c:pt>
                <c:pt idx="261">
                  <c:v>30.919273200451535</c:v>
                </c:pt>
                <c:pt idx="262">
                  <c:v>30.922520642755138</c:v>
                </c:pt>
                <c:pt idx="263">
                  <c:v>30.914775792501633</c:v>
                </c:pt>
                <c:pt idx="264">
                  <c:v>30.892633752940423</c:v>
                </c:pt>
                <c:pt idx="265">
                  <c:v>30.853957660467394</c:v>
                </c:pt>
                <c:pt idx="266">
                  <c:v>30.845625171132308</c:v>
                </c:pt>
                <c:pt idx="267">
                  <c:v>30.840489738677785</c:v>
                </c:pt>
                <c:pt idx="268">
                  <c:v>30.794114410027412</c:v>
                </c:pt>
                <c:pt idx="269">
                  <c:v>30.746981773200449</c:v>
                </c:pt>
                <c:pt idx="270">
                  <c:v>30.73353948944807</c:v>
                </c:pt>
                <c:pt idx="271">
                  <c:v>30.736669938326205</c:v>
                </c:pt>
                <c:pt idx="272">
                  <c:v>30.711972047286974</c:v>
                </c:pt>
                <c:pt idx="273">
                  <c:v>30.699925350687632</c:v>
                </c:pt>
                <c:pt idx="274">
                  <c:v>30.707264254748701</c:v>
                </c:pt>
                <c:pt idx="275">
                  <c:v>30.704163897164879</c:v>
                </c:pt>
                <c:pt idx="276">
                  <c:v>30.701932370038691</c:v>
                </c:pt>
                <c:pt idx="277">
                  <c:v>30.669438289053538</c:v>
                </c:pt>
                <c:pt idx="278">
                  <c:v>30.755644630593416</c:v>
                </c:pt>
                <c:pt idx="279">
                  <c:v>30.819790618030652</c:v>
                </c:pt>
                <c:pt idx="280">
                  <c:v>30.81386136069143</c:v>
                </c:pt>
                <c:pt idx="281">
                  <c:v>30.838202927545762</c:v>
                </c:pt>
                <c:pt idx="282">
                  <c:v>30.896142792288892</c:v>
                </c:pt>
                <c:pt idx="283">
                  <c:v>30.988581212649898</c:v>
                </c:pt>
                <c:pt idx="284">
                  <c:v>31.004337281548654</c:v>
                </c:pt>
                <c:pt idx="285">
                  <c:v>30.905643879901511</c:v>
                </c:pt>
                <c:pt idx="286">
                  <c:v>30.778078612965643</c:v>
                </c:pt>
                <c:pt idx="287">
                  <c:v>31.04114313328115</c:v>
                </c:pt>
                <c:pt idx="288">
                  <c:v>31.169697595851908</c:v>
                </c:pt>
                <c:pt idx="289">
                  <c:v>31.288989029210313</c:v>
                </c:pt>
                <c:pt idx="290">
                  <c:v>31.297710669596828</c:v>
                </c:pt>
                <c:pt idx="291">
                  <c:v>31.336723873631325</c:v>
                </c:pt>
                <c:pt idx="292">
                  <c:v>31.31782081518525</c:v>
                </c:pt>
                <c:pt idx="293">
                  <c:v>31.279115140361576</c:v>
                </c:pt>
                <c:pt idx="294">
                  <c:v>31.398688910219285</c:v>
                </c:pt>
                <c:pt idx="295">
                  <c:v>31.42178032057344</c:v>
                </c:pt>
                <c:pt idx="296">
                  <c:v>31.494973290636352</c:v>
                </c:pt>
                <c:pt idx="297">
                  <c:v>31.625277374298548</c:v>
                </c:pt>
                <c:pt idx="298">
                  <c:v>31.64740293680854</c:v>
                </c:pt>
                <c:pt idx="299">
                  <c:v>31.660287100212027</c:v>
                </c:pt>
                <c:pt idx="300">
                  <c:v>31.737136830522779</c:v>
                </c:pt>
                <c:pt idx="301">
                  <c:v>31.694362532788695</c:v>
                </c:pt>
                <c:pt idx="302">
                  <c:v>31.551474816958411</c:v>
                </c:pt>
                <c:pt idx="303">
                  <c:v>31.583478085394642</c:v>
                </c:pt>
                <c:pt idx="304">
                  <c:v>31.697379678082953</c:v>
                </c:pt>
                <c:pt idx="305">
                  <c:v>31.830225553654369</c:v>
                </c:pt>
                <c:pt idx="306">
                  <c:v>31.886380107631407</c:v>
                </c:pt>
                <c:pt idx="307">
                  <c:v>31.867909778538252</c:v>
                </c:pt>
                <c:pt idx="308">
                  <c:v>31.88612270937179</c:v>
                </c:pt>
                <c:pt idx="309">
                  <c:v>31.838976076593987</c:v>
                </c:pt>
                <c:pt idx="310">
                  <c:v>31.804940468859265</c:v>
                </c:pt>
                <c:pt idx="311">
                  <c:v>31.736632594584638</c:v>
                </c:pt>
                <c:pt idx="312">
                  <c:v>31.750666080024267</c:v>
                </c:pt>
                <c:pt idx="313">
                  <c:v>31.954730987645902</c:v>
                </c:pt>
                <c:pt idx="314">
                  <c:v>31.974472530783459</c:v>
                </c:pt>
                <c:pt idx="315">
                  <c:v>31.994104651032597</c:v>
                </c:pt>
                <c:pt idx="316">
                  <c:v>32.003496315756799</c:v>
                </c:pt>
                <c:pt idx="317">
                  <c:v>32.037092832342758</c:v>
                </c:pt>
                <c:pt idx="318">
                  <c:v>32.148401865991062</c:v>
                </c:pt>
                <c:pt idx="319">
                  <c:v>32.161981500915594</c:v>
                </c:pt>
                <c:pt idx="320">
                  <c:v>32.148827088424895</c:v>
                </c:pt>
                <c:pt idx="321">
                  <c:v>32.334742937643206</c:v>
                </c:pt>
                <c:pt idx="322">
                  <c:v>32.475426927395112</c:v>
                </c:pt>
                <c:pt idx="323">
                  <c:v>32.602248055071776</c:v>
                </c:pt>
                <c:pt idx="324">
                  <c:v>32.725261520703313</c:v>
                </c:pt>
                <c:pt idx="325">
                  <c:v>32.834355885984394</c:v>
                </c:pt>
                <c:pt idx="326">
                  <c:v>32.907802818937185</c:v>
                </c:pt>
                <c:pt idx="327">
                  <c:v>32.998313869631026</c:v>
                </c:pt>
                <c:pt idx="328">
                  <c:v>33.078987039240587</c:v>
                </c:pt>
                <c:pt idx="329">
                  <c:v>33.091612659261187</c:v>
                </c:pt>
                <c:pt idx="330">
                  <c:v>33.125686946714623</c:v>
                </c:pt>
                <c:pt idx="331">
                  <c:v>33.193390959328283</c:v>
                </c:pt>
                <c:pt idx="332">
                  <c:v>33.186522510069466</c:v>
                </c:pt>
                <c:pt idx="333">
                  <c:v>33.107937790797699</c:v>
                </c:pt>
                <c:pt idx="334">
                  <c:v>33.073108485414174</c:v>
                </c:pt>
                <c:pt idx="335">
                  <c:v>33.014327782115124</c:v>
                </c:pt>
                <c:pt idx="336">
                  <c:v>32.90457382584151</c:v>
                </c:pt>
                <c:pt idx="337">
                  <c:v>32.813471637078379</c:v>
                </c:pt>
                <c:pt idx="338">
                  <c:v>32.773040897695211</c:v>
                </c:pt>
                <c:pt idx="339">
                  <c:v>32.683208523381381</c:v>
                </c:pt>
                <c:pt idx="340">
                  <c:v>32.543287185714561</c:v>
                </c:pt>
                <c:pt idx="341">
                  <c:v>32.447423574474236</c:v>
                </c:pt>
                <c:pt idx="342">
                  <c:v>32.446320439075883</c:v>
                </c:pt>
                <c:pt idx="343">
                  <c:v>32.366470485847806</c:v>
                </c:pt>
                <c:pt idx="344">
                  <c:v>32.347313082804121</c:v>
                </c:pt>
                <c:pt idx="345">
                  <c:v>32.404075315519627</c:v>
                </c:pt>
                <c:pt idx="346">
                  <c:v>32.412627604900926</c:v>
                </c:pt>
                <c:pt idx="347">
                  <c:v>32.467882855418267</c:v>
                </c:pt>
                <c:pt idx="348">
                  <c:v>32.511616384728839</c:v>
                </c:pt>
                <c:pt idx="349">
                  <c:v>32.471801212710972</c:v>
                </c:pt>
                <c:pt idx="350">
                  <c:v>32.35500016795141</c:v>
                </c:pt>
                <c:pt idx="351">
                  <c:v>32.382382100654809</c:v>
                </c:pt>
                <c:pt idx="352">
                  <c:v>32.421136888542357</c:v>
                </c:pt>
                <c:pt idx="353">
                  <c:v>32.412197038558595</c:v>
                </c:pt>
                <c:pt idx="354">
                  <c:v>32.34562975162531</c:v>
                </c:pt>
                <c:pt idx="355">
                  <c:v>32.237091407300497</c:v>
                </c:pt>
                <c:pt idx="356">
                  <c:v>32.205275302897824</c:v>
                </c:pt>
                <c:pt idx="357">
                  <c:v>32.27202682743858</c:v>
                </c:pt>
                <c:pt idx="358">
                  <c:v>32.218209851724353</c:v>
                </c:pt>
                <c:pt idx="359">
                  <c:v>32.242764856829055</c:v>
                </c:pt>
                <c:pt idx="360">
                  <c:v>32.382039327095043</c:v>
                </c:pt>
                <c:pt idx="361">
                  <c:v>32.415689918945631</c:v>
                </c:pt>
                <c:pt idx="362">
                  <c:v>32.394581480354269</c:v>
                </c:pt>
                <c:pt idx="363">
                  <c:v>32.305715081120532</c:v>
                </c:pt>
                <c:pt idx="364">
                  <c:v>32.269034747619926</c:v>
                </c:pt>
                <c:pt idx="365">
                  <c:v>32.233614049695298</c:v>
                </c:pt>
                <c:pt idx="366">
                  <c:v>32.139780869214711</c:v>
                </c:pt>
                <c:pt idx="367">
                  <c:v>31.993509568649884</c:v>
                </c:pt>
                <c:pt idx="368">
                  <c:v>31.919935272544425</c:v>
                </c:pt>
                <c:pt idx="369">
                  <c:v>31.852921005835547</c:v>
                </c:pt>
                <c:pt idx="370">
                  <c:v>31.801113339718881</c:v>
                </c:pt>
                <c:pt idx="371">
                  <c:v>31.744832694948329</c:v>
                </c:pt>
                <c:pt idx="372">
                  <c:v>31.642881608506283</c:v>
                </c:pt>
                <c:pt idx="373">
                  <c:v>31.564849347585113</c:v>
                </c:pt>
                <c:pt idx="374">
                  <c:v>31.472267914053667</c:v>
                </c:pt>
                <c:pt idx="375">
                  <c:v>31.378197693060148</c:v>
                </c:pt>
                <c:pt idx="376">
                  <c:v>31.30700181794678</c:v>
                </c:pt>
                <c:pt idx="377">
                  <c:v>31.22939439775169</c:v>
                </c:pt>
                <c:pt idx="378">
                  <c:v>31.154208658760396</c:v>
                </c:pt>
                <c:pt idx="379">
                  <c:v>31.066686825077078</c:v>
                </c:pt>
                <c:pt idx="380">
                  <c:v>30.957118187916254</c:v>
                </c:pt>
                <c:pt idx="381">
                  <c:v>30.814832552444102</c:v>
                </c:pt>
                <c:pt idx="382">
                  <c:v>30.696925573096017</c:v>
                </c:pt>
                <c:pt idx="383">
                  <c:v>30.603148694508601</c:v>
                </c:pt>
                <c:pt idx="384">
                  <c:v>30.542200781839263</c:v>
                </c:pt>
                <c:pt idx="385">
                  <c:v>30.493651754786871</c:v>
                </c:pt>
                <c:pt idx="386">
                  <c:v>30.463598599437923</c:v>
                </c:pt>
                <c:pt idx="387">
                  <c:v>30.443979679915149</c:v>
                </c:pt>
                <c:pt idx="388">
                  <c:v>30.444917472239666</c:v>
                </c:pt>
                <c:pt idx="389">
                  <c:v>30.446532477731171</c:v>
                </c:pt>
                <c:pt idx="390">
                  <c:v>30.462647733622958</c:v>
                </c:pt>
                <c:pt idx="391">
                  <c:v>30.570880648129581</c:v>
                </c:pt>
                <c:pt idx="392">
                  <c:v>30.980142672178186</c:v>
                </c:pt>
                <c:pt idx="393">
                  <c:v>31.28860019624868</c:v>
                </c:pt>
                <c:pt idx="394">
                  <c:v>31.532762103443819</c:v>
                </c:pt>
                <c:pt idx="395">
                  <c:v>31.634285168261865</c:v>
                </c:pt>
                <c:pt idx="396">
                  <c:v>31.586775404177615</c:v>
                </c:pt>
                <c:pt idx="397">
                  <c:v>31.481287286485411</c:v>
                </c:pt>
                <c:pt idx="398">
                  <c:v>31.360155258355075</c:v>
                </c:pt>
                <c:pt idx="399">
                  <c:v>31.230766255406255</c:v>
                </c:pt>
                <c:pt idx="400">
                  <c:v>31.159821543992582</c:v>
                </c:pt>
                <c:pt idx="401">
                  <c:v>31.10808487551747</c:v>
                </c:pt>
                <c:pt idx="402">
                  <c:v>31.031857010749906</c:v>
                </c:pt>
                <c:pt idx="403">
                  <c:v>30.960571497933181</c:v>
                </c:pt>
                <c:pt idx="404">
                  <c:v>30.890560761766526</c:v>
                </c:pt>
                <c:pt idx="405">
                  <c:v>30.802797116223395</c:v>
                </c:pt>
                <c:pt idx="406">
                  <c:v>30.700442182981533</c:v>
                </c:pt>
                <c:pt idx="407">
                  <c:v>30.614336993995483</c:v>
                </c:pt>
                <c:pt idx="408">
                  <c:v>30.503166106743809</c:v>
                </c:pt>
                <c:pt idx="409">
                  <c:v>30.39979160029193</c:v>
                </c:pt>
                <c:pt idx="410">
                  <c:v>30.316831269651587</c:v>
                </c:pt>
                <c:pt idx="411">
                  <c:v>30.24586513489043</c:v>
                </c:pt>
                <c:pt idx="412">
                  <c:v>30.191240306531682</c:v>
                </c:pt>
                <c:pt idx="413">
                  <c:v>30.149361908696523</c:v>
                </c:pt>
                <c:pt idx="414">
                  <c:v>30.121068624882561</c:v>
                </c:pt>
                <c:pt idx="415">
                  <c:v>30.107458811189026</c:v>
                </c:pt>
                <c:pt idx="416">
                  <c:v>30.094194737242564</c:v>
                </c:pt>
                <c:pt idx="417">
                  <c:v>30.086762394305126</c:v>
                </c:pt>
                <c:pt idx="418">
                  <c:v>30.048307755945224</c:v>
                </c:pt>
                <c:pt idx="419">
                  <c:v>30.035243140202784</c:v>
                </c:pt>
                <c:pt idx="420">
                  <c:v>30.042636739803569</c:v>
                </c:pt>
                <c:pt idx="421">
                  <c:v>30.039316625910882</c:v>
                </c:pt>
                <c:pt idx="422">
                  <c:v>30.029051238110441</c:v>
                </c:pt>
                <c:pt idx="423">
                  <c:v>30.031852754310879</c:v>
                </c:pt>
                <c:pt idx="424">
                  <c:v>30.042971191339152</c:v>
                </c:pt>
                <c:pt idx="425">
                  <c:v>30.038667973231089</c:v>
                </c:pt>
                <c:pt idx="426">
                  <c:v>30.034253904806668</c:v>
                </c:pt>
                <c:pt idx="427">
                  <c:v>30.045836552136954</c:v>
                </c:pt>
                <c:pt idx="428">
                  <c:v>30.048953740646887</c:v>
                </c:pt>
                <c:pt idx="429">
                  <c:v>30.019448483036143</c:v>
                </c:pt>
                <c:pt idx="430">
                  <c:v>30.017354076467004</c:v>
                </c:pt>
                <c:pt idx="431">
                  <c:v>30.013893557740168</c:v>
                </c:pt>
                <c:pt idx="432">
                  <c:v>30.029147567627799</c:v>
                </c:pt>
                <c:pt idx="433">
                  <c:v>30.007483838692657</c:v>
                </c:pt>
                <c:pt idx="434">
                  <c:v>29.964546610397008</c:v>
                </c:pt>
                <c:pt idx="435">
                  <c:v>29.838773914626735</c:v>
                </c:pt>
                <c:pt idx="436">
                  <c:v>29.958221712974602</c:v>
                </c:pt>
                <c:pt idx="437">
                  <c:v>30.132881628864027</c:v>
                </c:pt>
                <c:pt idx="438">
                  <c:v>30.19697583128314</c:v>
                </c:pt>
                <c:pt idx="439">
                  <c:v>30.138850472477852</c:v>
                </c:pt>
                <c:pt idx="440">
                  <c:v>30.150354651032597</c:v>
                </c:pt>
                <c:pt idx="441">
                  <c:v>30.232280426433721</c:v>
                </c:pt>
                <c:pt idx="442">
                  <c:v>30.247711089475352</c:v>
                </c:pt>
                <c:pt idx="443">
                  <c:v>30.253601778427303</c:v>
                </c:pt>
                <c:pt idx="444">
                  <c:v>30.260513917319049</c:v>
                </c:pt>
                <c:pt idx="445">
                  <c:v>30.288856226722189</c:v>
                </c:pt>
                <c:pt idx="446">
                  <c:v>30.281696534449889</c:v>
                </c:pt>
                <c:pt idx="447">
                  <c:v>30.277796149230426</c:v>
                </c:pt>
                <c:pt idx="448">
                  <c:v>30.326309709271019</c:v>
                </c:pt>
                <c:pt idx="449">
                  <c:v>30.364507840022721</c:v>
                </c:pt>
                <c:pt idx="450">
                  <c:v>30.367450329642811</c:v>
                </c:pt>
                <c:pt idx="451">
                  <c:v>30.345069659119709</c:v>
                </c:pt>
                <c:pt idx="452">
                  <c:v>30.323648092937187</c:v>
                </c:pt>
                <c:pt idx="453">
                  <c:v>30.359381663981139</c:v>
                </c:pt>
                <c:pt idx="454">
                  <c:v>30.39713373741764</c:v>
                </c:pt>
                <c:pt idx="455">
                  <c:v>30.384848059957637</c:v>
                </c:pt>
                <c:pt idx="456">
                  <c:v>30.37938982998228</c:v>
                </c:pt>
                <c:pt idx="457">
                  <c:v>30.396701803289201</c:v>
                </c:pt>
                <c:pt idx="458">
                  <c:v>30.397430038058808</c:v>
                </c:pt>
                <c:pt idx="459">
                  <c:v>30.424437420032227</c:v>
                </c:pt>
                <c:pt idx="460">
                  <c:v>30.425677397659062</c:v>
                </c:pt>
                <c:pt idx="461">
                  <c:v>30.426751714122272</c:v>
                </c:pt>
                <c:pt idx="462">
                  <c:v>30.417735745251299</c:v>
                </c:pt>
                <c:pt idx="463">
                  <c:v>30.41531635429401</c:v>
                </c:pt>
                <c:pt idx="464">
                  <c:v>30.415025906505011</c:v>
                </c:pt>
                <c:pt idx="465">
                  <c:v>30.434936832456764</c:v>
                </c:pt>
                <c:pt idx="466">
                  <c:v>30.452723618396075</c:v>
                </c:pt>
                <c:pt idx="467">
                  <c:v>30.46768083659142</c:v>
                </c:pt>
                <c:pt idx="468">
                  <c:v>30.48915647803857</c:v>
                </c:pt>
                <c:pt idx="469">
                  <c:v>30.482878339815578</c:v>
                </c:pt>
                <c:pt idx="470">
                  <c:v>30.482855850867292</c:v>
                </c:pt>
                <c:pt idx="471">
                  <c:v>30.486398130599017</c:v>
                </c:pt>
                <c:pt idx="472">
                  <c:v>30.501760976897014</c:v>
                </c:pt>
                <c:pt idx="473">
                  <c:v>30.512584236538697</c:v>
                </c:pt>
                <c:pt idx="474">
                  <c:v>30.533035756091802</c:v>
                </c:pt>
                <c:pt idx="475">
                  <c:v>30.544253351648518</c:v>
                </c:pt>
                <c:pt idx="476">
                  <c:v>30.55243500280428</c:v>
                </c:pt>
                <c:pt idx="477">
                  <c:v>30.559099874596278</c:v>
                </c:pt>
                <c:pt idx="478">
                  <c:v>30.572000769522823</c:v>
                </c:pt>
                <c:pt idx="479">
                  <c:v>30.59446834217708</c:v>
                </c:pt>
                <c:pt idx="480">
                  <c:v>30.606323421485772</c:v>
                </c:pt>
                <c:pt idx="481">
                  <c:v>30.617005512877803</c:v>
                </c:pt>
                <c:pt idx="482">
                  <c:v>30.625910563838332</c:v>
                </c:pt>
                <c:pt idx="483">
                  <c:v>30.615729400250604</c:v>
                </c:pt>
                <c:pt idx="484">
                  <c:v>30.62602399465813</c:v>
                </c:pt>
                <c:pt idx="485">
                  <c:v>30.62665438500774</c:v>
                </c:pt>
                <c:pt idx="486">
                  <c:v>30.628462343767019</c:v>
                </c:pt>
                <c:pt idx="487">
                  <c:v>30.632100018627337</c:v>
                </c:pt>
                <c:pt idx="488">
                  <c:v>30.637019849820902</c:v>
                </c:pt>
                <c:pt idx="489">
                  <c:v>30.639565204335792</c:v>
                </c:pt>
                <c:pt idx="490">
                  <c:v>30.63555084754389</c:v>
                </c:pt>
                <c:pt idx="491">
                  <c:v>30.636763024122914</c:v>
                </c:pt>
                <c:pt idx="492">
                  <c:v>30.656891618919268</c:v>
                </c:pt>
                <c:pt idx="493">
                  <c:v>30.652616237644121</c:v>
                </c:pt>
                <c:pt idx="494">
                  <c:v>30.654087275695804</c:v>
                </c:pt>
                <c:pt idx="495">
                  <c:v>30.659819762689747</c:v>
                </c:pt>
                <c:pt idx="496">
                  <c:v>30.658604468830763</c:v>
                </c:pt>
                <c:pt idx="497">
                  <c:v>30.649938112450084</c:v>
                </c:pt>
                <c:pt idx="498">
                  <c:v>30.654129836109959</c:v>
                </c:pt>
                <c:pt idx="499">
                  <c:v>30.65895341333249</c:v>
                </c:pt>
                <c:pt idx="500">
                  <c:v>30.654693363985317</c:v>
                </c:pt>
                <c:pt idx="501">
                  <c:v>30.658405662710816</c:v>
                </c:pt>
                <c:pt idx="502">
                  <c:v>30.666107570842414</c:v>
                </c:pt>
                <c:pt idx="503">
                  <c:v>30.674412831691313</c:v>
                </c:pt>
                <c:pt idx="504">
                  <c:v>30.687554965916043</c:v>
                </c:pt>
                <c:pt idx="505">
                  <c:v>30.694826943884888</c:v>
                </c:pt>
                <c:pt idx="506">
                  <c:v>30.705194635326595</c:v>
                </c:pt>
                <c:pt idx="507">
                  <c:v>30.720170302729873</c:v>
                </c:pt>
                <c:pt idx="508">
                  <c:v>30.728997358073425</c:v>
                </c:pt>
                <c:pt idx="509">
                  <c:v>30.738322414795196</c:v>
                </c:pt>
                <c:pt idx="510">
                  <c:v>30.752274850955846</c:v>
                </c:pt>
                <c:pt idx="511">
                  <c:v>30.770008674944805</c:v>
                </c:pt>
                <c:pt idx="512">
                  <c:v>30.794889976558057</c:v>
                </c:pt>
                <c:pt idx="513">
                  <c:v>30.832622105764603</c:v>
                </c:pt>
                <c:pt idx="514">
                  <c:v>30.858272166786946</c:v>
                </c:pt>
                <c:pt idx="515">
                  <c:v>30.884258639573222</c:v>
                </c:pt>
                <c:pt idx="516">
                  <c:v>30.911414155962735</c:v>
                </c:pt>
                <c:pt idx="517">
                  <c:v>30.937500127235918</c:v>
                </c:pt>
                <c:pt idx="518">
                  <c:v>30.962158320669118</c:v>
                </c:pt>
                <c:pt idx="519">
                  <c:v>30.979153158453503</c:v>
                </c:pt>
                <c:pt idx="520">
                  <c:v>31.006402256859797</c:v>
                </c:pt>
                <c:pt idx="521">
                  <c:v>31.027807282373146</c:v>
                </c:pt>
                <c:pt idx="522">
                  <c:v>31.053713023970232</c:v>
                </c:pt>
                <c:pt idx="523">
                  <c:v>31.093634183506765</c:v>
                </c:pt>
                <c:pt idx="524">
                  <c:v>31.111237272591246</c:v>
                </c:pt>
                <c:pt idx="525">
                  <c:v>31.122123832101519</c:v>
                </c:pt>
                <c:pt idx="526">
                  <c:v>31.116737554037094</c:v>
                </c:pt>
                <c:pt idx="527">
                  <c:v>31.105235299925592</c:v>
                </c:pt>
                <c:pt idx="528">
                  <c:v>31.091658845898984</c:v>
                </c:pt>
                <c:pt idx="529">
                  <c:v>31.078313706769055</c:v>
                </c:pt>
                <c:pt idx="530">
                  <c:v>31.068827887466448</c:v>
                </c:pt>
                <c:pt idx="531">
                  <c:v>31.049658142538835</c:v>
                </c:pt>
                <c:pt idx="532">
                  <c:v>31.031073746446303</c:v>
                </c:pt>
                <c:pt idx="533">
                  <c:v>31.024946891728341</c:v>
                </c:pt>
                <c:pt idx="534">
                  <c:v>31.023389460489177</c:v>
                </c:pt>
                <c:pt idx="535">
                  <c:v>31.033090817434783</c:v>
                </c:pt>
                <c:pt idx="536">
                  <c:v>31.042885756397169</c:v>
                </c:pt>
                <c:pt idx="537">
                  <c:v>31.047652968108572</c:v>
                </c:pt>
                <c:pt idx="538">
                  <c:v>31.050020001486118</c:v>
                </c:pt>
                <c:pt idx="539">
                  <c:v>31.068658918168982</c:v>
                </c:pt>
                <c:pt idx="540">
                  <c:v>31.096897912007712</c:v>
                </c:pt>
                <c:pt idx="541">
                  <c:v>31.118272400901034</c:v>
                </c:pt>
                <c:pt idx="542">
                  <c:v>31.137290735087696</c:v>
                </c:pt>
                <c:pt idx="543">
                  <c:v>31.163820568856515</c:v>
                </c:pt>
                <c:pt idx="544">
                  <c:v>31.169614510798258</c:v>
                </c:pt>
                <c:pt idx="545">
                  <c:v>31.200494413325366</c:v>
                </c:pt>
                <c:pt idx="546">
                  <c:v>31.233154473563939</c:v>
                </c:pt>
                <c:pt idx="547">
                  <c:v>31.266424121079737</c:v>
                </c:pt>
                <c:pt idx="548">
                  <c:v>31.310544447577275</c:v>
                </c:pt>
                <c:pt idx="549">
                  <c:v>31.3253618335001</c:v>
                </c:pt>
                <c:pt idx="550">
                  <c:v>31.330404065645592</c:v>
                </c:pt>
                <c:pt idx="551">
                  <c:v>31.339662259893103</c:v>
                </c:pt>
                <c:pt idx="552">
                  <c:v>31.336228416971437</c:v>
                </c:pt>
                <c:pt idx="553">
                  <c:v>31.358838112144721</c:v>
                </c:pt>
                <c:pt idx="554">
                  <c:v>31.379636731278762</c:v>
                </c:pt>
                <c:pt idx="555">
                  <c:v>31.388568692635687</c:v>
                </c:pt>
                <c:pt idx="556">
                  <c:v>31.389875659972702</c:v>
                </c:pt>
                <c:pt idx="557">
                  <c:v>31.372311123370999</c:v>
                </c:pt>
                <c:pt idx="558">
                  <c:v>31.332276978340378</c:v>
                </c:pt>
                <c:pt idx="559">
                  <c:v>31.278317625635289</c:v>
                </c:pt>
                <c:pt idx="560">
                  <c:v>31.244106432335432</c:v>
                </c:pt>
                <c:pt idx="561">
                  <c:v>31.222517932630112</c:v>
                </c:pt>
                <c:pt idx="562">
                  <c:v>31.218393962095913</c:v>
                </c:pt>
                <c:pt idx="563">
                  <c:v>31.193489058220102</c:v>
                </c:pt>
                <c:pt idx="564">
                  <c:v>31.125358805285281</c:v>
                </c:pt>
                <c:pt idx="565">
                  <c:v>31.088802781275351</c:v>
                </c:pt>
                <c:pt idx="566">
                  <c:v>31.118456002328927</c:v>
                </c:pt>
                <c:pt idx="567">
                  <c:v>31.110483527020328</c:v>
                </c:pt>
                <c:pt idx="568">
                  <c:v>31.109137116549121</c:v>
                </c:pt>
                <c:pt idx="569">
                  <c:v>31.070281430579577</c:v>
                </c:pt>
                <c:pt idx="570">
                  <c:v>31.081191655970368</c:v>
                </c:pt>
                <c:pt idx="571">
                  <c:v>31.016532207991027</c:v>
                </c:pt>
                <c:pt idx="572">
                  <c:v>30.9868110429579</c:v>
                </c:pt>
                <c:pt idx="573">
                  <c:v>30.963318139668395</c:v>
                </c:pt>
                <c:pt idx="574">
                  <c:v>30.927723064919835</c:v>
                </c:pt>
                <c:pt idx="575">
                  <c:v>30.927689601873727</c:v>
                </c:pt>
                <c:pt idx="576">
                  <c:v>30.888908730623243</c:v>
                </c:pt>
                <c:pt idx="577">
                  <c:v>30.809197719016275</c:v>
                </c:pt>
                <c:pt idx="578">
                  <c:v>30.697727095753681</c:v>
                </c:pt>
                <c:pt idx="579">
                  <c:v>30.65624169785643</c:v>
                </c:pt>
                <c:pt idx="580">
                  <c:v>30.594442704139851</c:v>
                </c:pt>
                <c:pt idx="581">
                  <c:v>30.651534668733657</c:v>
                </c:pt>
                <c:pt idx="582">
                  <c:v>30.473707842923698</c:v>
                </c:pt>
                <c:pt idx="583">
                  <c:v>29.960093337405731</c:v>
                </c:pt>
                <c:pt idx="584">
                  <c:v>29.957154903430485</c:v>
                </c:pt>
                <c:pt idx="585">
                  <c:v>29.792505655000319</c:v>
                </c:pt>
                <c:pt idx="586">
                  <c:v>29.317546112840954</c:v>
                </c:pt>
                <c:pt idx="587">
                  <c:v>28.814438757281714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96A0-42C5-857B-5B109011262B}"/>
            </c:ext>
          </c:extLst>
        </c:ser>
        <c:ser>
          <c:idx val="15"/>
          <c:order val="1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Shifted!$Q$2:$Q$589</c:f>
              <c:numCache>
                <c:formatCode>General</c:formatCode>
                <c:ptCount val="588"/>
                <c:pt idx="0">
                  <c:v>32.054385169308865</c:v>
                </c:pt>
                <c:pt idx="1">
                  <c:v>32.118021479135557</c:v>
                </c:pt>
                <c:pt idx="2">
                  <c:v>32.233881061901954</c:v>
                </c:pt>
                <c:pt idx="3">
                  <c:v>32.308669429164119</c:v>
                </c:pt>
                <c:pt idx="4">
                  <c:v>32.385973365236978</c:v>
                </c:pt>
                <c:pt idx="5">
                  <c:v>32.441012858659619</c:v>
                </c:pt>
                <c:pt idx="6">
                  <c:v>32.509272487048506</c:v>
                </c:pt>
                <c:pt idx="7">
                  <c:v>32.558662718662042</c:v>
                </c:pt>
                <c:pt idx="8">
                  <c:v>32.599234325025151</c:v>
                </c:pt>
                <c:pt idx="9">
                  <c:v>32.593550017005882</c:v>
                </c:pt>
                <c:pt idx="10">
                  <c:v>32.572607052795647</c:v>
                </c:pt>
                <c:pt idx="11">
                  <c:v>32.547349302633926</c:v>
                </c:pt>
                <c:pt idx="12">
                  <c:v>32.50365929697481</c:v>
                </c:pt>
                <c:pt idx="13">
                  <c:v>32.502240237579421</c:v>
                </c:pt>
                <c:pt idx="14">
                  <c:v>32.497698899727354</c:v>
                </c:pt>
                <c:pt idx="15">
                  <c:v>32.502710061900707</c:v>
                </c:pt>
                <c:pt idx="16">
                  <c:v>32.502527964289605</c:v>
                </c:pt>
                <c:pt idx="17">
                  <c:v>32.492961017734814</c:v>
                </c:pt>
                <c:pt idx="18">
                  <c:v>32.51361099384453</c:v>
                </c:pt>
                <c:pt idx="19">
                  <c:v>32.548119739612901</c:v>
                </c:pt>
                <c:pt idx="20">
                  <c:v>32.563910554224158</c:v>
                </c:pt>
                <c:pt idx="21">
                  <c:v>32.565911755247967</c:v>
                </c:pt>
                <c:pt idx="22">
                  <c:v>32.571339369842391</c:v>
                </c:pt>
                <c:pt idx="23">
                  <c:v>32.598521451223434</c:v>
                </c:pt>
                <c:pt idx="24">
                  <c:v>32.611759510587255</c:v>
                </c:pt>
                <c:pt idx="25">
                  <c:v>32.617408460279982</c:v>
                </c:pt>
                <c:pt idx="26">
                  <c:v>32.615967196033871</c:v>
                </c:pt>
                <c:pt idx="27">
                  <c:v>32.628235955699452</c:v>
                </c:pt>
                <c:pt idx="28">
                  <c:v>32.640083625786374</c:v>
                </c:pt>
                <c:pt idx="29">
                  <c:v>32.649387235296331</c:v>
                </c:pt>
                <c:pt idx="30">
                  <c:v>32.659017452299253</c:v>
                </c:pt>
                <c:pt idx="31">
                  <c:v>32.662548870736202</c:v>
                </c:pt>
                <c:pt idx="32">
                  <c:v>32.667410217049294</c:v>
                </c:pt>
                <c:pt idx="33">
                  <c:v>32.672900522447144</c:v>
                </c:pt>
                <c:pt idx="34">
                  <c:v>32.697065954470602</c:v>
                </c:pt>
                <c:pt idx="35">
                  <c:v>32.720650404155037</c:v>
                </c:pt>
                <c:pt idx="36">
                  <c:v>32.745025043326208</c:v>
                </c:pt>
                <c:pt idx="37">
                  <c:v>32.765940184590974</c:v>
                </c:pt>
                <c:pt idx="38">
                  <c:v>32.78305165276322</c:v>
                </c:pt>
                <c:pt idx="39">
                  <c:v>32.803718393981114</c:v>
                </c:pt>
                <c:pt idx="40">
                  <c:v>32.83532062288441</c:v>
                </c:pt>
                <c:pt idx="41">
                  <c:v>32.863197430729336</c:v>
                </c:pt>
                <c:pt idx="42">
                  <c:v>32.882777917784267</c:v>
                </c:pt>
                <c:pt idx="43">
                  <c:v>32.899685529375233</c:v>
                </c:pt>
                <c:pt idx="44">
                  <c:v>32.923016139270253</c:v>
                </c:pt>
                <c:pt idx="45">
                  <c:v>32.939659700407518</c:v>
                </c:pt>
                <c:pt idx="46">
                  <c:v>32.953130732351646</c:v>
                </c:pt>
                <c:pt idx="47">
                  <c:v>32.974540667247737</c:v>
                </c:pt>
                <c:pt idx="48">
                  <c:v>32.991386925676892</c:v>
                </c:pt>
                <c:pt idx="49">
                  <c:v>32.998965378803163</c:v>
                </c:pt>
                <c:pt idx="50">
                  <c:v>32.999915461050286</c:v>
                </c:pt>
                <c:pt idx="51">
                  <c:v>33.000764239239523</c:v>
                </c:pt>
                <c:pt idx="52">
                  <c:v>33.004807573120395</c:v>
                </c:pt>
                <c:pt idx="53">
                  <c:v>33.006140310043925</c:v>
                </c:pt>
                <c:pt idx="54">
                  <c:v>33.014666794366853</c:v>
                </c:pt>
                <c:pt idx="55">
                  <c:v>33.020521294986892</c:v>
                </c:pt>
                <c:pt idx="56">
                  <c:v>33.018678738257961</c:v>
                </c:pt>
                <c:pt idx="57">
                  <c:v>33.014998707838203</c:v>
                </c:pt>
                <c:pt idx="58">
                  <c:v>33.010268717931154</c:v>
                </c:pt>
                <c:pt idx="59">
                  <c:v>33.00591255426589</c:v>
                </c:pt>
                <c:pt idx="60">
                  <c:v>33.009756936251392</c:v>
                </c:pt>
                <c:pt idx="61">
                  <c:v>33.019688836025296</c:v>
                </c:pt>
                <c:pt idx="62">
                  <c:v>33.017074638439929</c:v>
                </c:pt>
                <c:pt idx="63">
                  <c:v>33.016884158274749</c:v>
                </c:pt>
                <c:pt idx="64">
                  <c:v>33.01475454365643</c:v>
                </c:pt>
                <c:pt idx="65">
                  <c:v>33.01469194202911</c:v>
                </c:pt>
                <c:pt idx="66">
                  <c:v>33.01524813341031</c:v>
                </c:pt>
                <c:pt idx="67">
                  <c:v>33.016146404339096</c:v>
                </c:pt>
                <c:pt idx="68">
                  <c:v>33.020648460115893</c:v>
                </c:pt>
                <c:pt idx="69">
                  <c:v>33.029574096695079</c:v>
                </c:pt>
                <c:pt idx="70">
                  <c:v>33.039739548693987</c:v>
                </c:pt>
                <c:pt idx="71">
                  <c:v>33.049651562195969</c:v>
                </c:pt>
                <c:pt idx="72">
                  <c:v>33.055285173598236</c:v>
                </c:pt>
                <c:pt idx="73">
                  <c:v>33.052335317145015</c:v>
                </c:pt>
                <c:pt idx="74">
                  <c:v>33.051157479119858</c:v>
                </c:pt>
                <c:pt idx="75">
                  <c:v>33.043743734263764</c:v>
                </c:pt>
                <c:pt idx="76">
                  <c:v>33.034832098333425</c:v>
                </c:pt>
                <c:pt idx="77">
                  <c:v>33.023982754767665</c:v>
                </c:pt>
                <c:pt idx="78">
                  <c:v>33.017783320964611</c:v>
                </c:pt>
                <c:pt idx="79">
                  <c:v>33.011193830868237</c:v>
                </c:pt>
                <c:pt idx="80">
                  <c:v>33.010941462484595</c:v>
                </c:pt>
                <c:pt idx="81">
                  <c:v>33.007592988831767</c:v>
                </c:pt>
                <c:pt idx="82">
                  <c:v>33.005252740248011</c:v>
                </c:pt>
                <c:pt idx="83">
                  <c:v>33.005967575924096</c:v>
                </c:pt>
                <c:pt idx="84">
                  <c:v>33.001439926604498</c:v>
                </c:pt>
                <c:pt idx="85">
                  <c:v>32.996111654193605</c:v>
                </c:pt>
                <c:pt idx="86">
                  <c:v>32.994858729886104</c:v>
                </c:pt>
                <c:pt idx="87">
                  <c:v>32.984020890038188</c:v>
                </c:pt>
                <c:pt idx="88">
                  <c:v>32.959467319007729</c:v>
                </c:pt>
                <c:pt idx="89">
                  <c:v>32.941059586939836</c:v>
                </c:pt>
                <c:pt idx="90">
                  <c:v>32.921256873025534</c:v>
                </c:pt>
                <c:pt idx="91">
                  <c:v>32.901138475691397</c:v>
                </c:pt>
                <c:pt idx="92">
                  <c:v>32.873815183944451</c:v>
                </c:pt>
                <c:pt idx="93">
                  <c:v>32.848423179153194</c:v>
                </c:pt>
                <c:pt idx="94">
                  <c:v>32.82383037063552</c:v>
                </c:pt>
                <c:pt idx="95">
                  <c:v>32.793480887687508</c:v>
                </c:pt>
                <c:pt idx="96">
                  <c:v>32.768910284020549</c:v>
                </c:pt>
                <c:pt idx="97">
                  <c:v>32.738883038936251</c:v>
                </c:pt>
                <c:pt idx="98">
                  <c:v>32.712043750511647</c:v>
                </c:pt>
                <c:pt idx="99">
                  <c:v>32.686226687804968</c:v>
                </c:pt>
                <c:pt idx="100">
                  <c:v>32.657278964087531</c:v>
                </c:pt>
                <c:pt idx="101">
                  <c:v>32.627153223992728</c:v>
                </c:pt>
                <c:pt idx="102">
                  <c:v>32.598893315590857</c:v>
                </c:pt>
                <c:pt idx="103">
                  <c:v>32.574602234432213</c:v>
                </c:pt>
                <c:pt idx="104">
                  <c:v>32.555918190195875</c:v>
                </c:pt>
                <c:pt idx="105">
                  <c:v>32.537985499251548</c:v>
                </c:pt>
                <c:pt idx="106">
                  <c:v>32.51614239141427</c:v>
                </c:pt>
                <c:pt idx="107">
                  <c:v>32.49307725879067</c:v>
                </c:pt>
                <c:pt idx="108">
                  <c:v>32.468415115849574</c:v>
                </c:pt>
                <c:pt idx="109">
                  <c:v>32.445284572551273</c:v>
                </c:pt>
                <c:pt idx="110">
                  <c:v>32.424251941765149</c:v>
                </c:pt>
                <c:pt idx="111">
                  <c:v>32.402946922559288</c:v>
                </c:pt>
                <c:pt idx="112">
                  <c:v>32.381668834537834</c:v>
                </c:pt>
                <c:pt idx="113">
                  <c:v>32.364173909104224</c:v>
                </c:pt>
                <c:pt idx="114">
                  <c:v>32.345913897258065</c:v>
                </c:pt>
                <c:pt idx="115">
                  <c:v>32.330884111546467</c:v>
                </c:pt>
                <c:pt idx="116">
                  <c:v>32.312379734872302</c:v>
                </c:pt>
                <c:pt idx="117">
                  <c:v>32.300400351674895</c:v>
                </c:pt>
                <c:pt idx="118">
                  <c:v>32.290471104890187</c:v>
                </c:pt>
                <c:pt idx="119">
                  <c:v>32.28094199129891</c:v>
                </c:pt>
                <c:pt idx="120">
                  <c:v>32.272361845253414</c:v>
                </c:pt>
                <c:pt idx="121">
                  <c:v>32.2643223293584</c:v>
                </c:pt>
                <c:pt idx="122">
                  <c:v>32.257206432700663</c:v>
                </c:pt>
                <c:pt idx="123">
                  <c:v>32.252656333296059</c:v>
                </c:pt>
                <c:pt idx="124">
                  <c:v>32.246435029052684</c:v>
                </c:pt>
                <c:pt idx="125">
                  <c:v>32.242929382510745</c:v>
                </c:pt>
                <c:pt idx="126">
                  <c:v>32.229589974500982</c:v>
                </c:pt>
                <c:pt idx="127">
                  <c:v>32.218756169871924</c:v>
                </c:pt>
                <c:pt idx="128">
                  <c:v>32.223724282279477</c:v>
                </c:pt>
                <c:pt idx="129">
                  <c:v>32.218206399170448</c:v>
                </c:pt>
                <c:pt idx="130">
                  <c:v>32.217176994775883</c:v>
                </c:pt>
                <c:pt idx="131">
                  <c:v>32.222671825861177</c:v>
                </c:pt>
                <c:pt idx="132">
                  <c:v>32.232169170464232</c:v>
                </c:pt>
                <c:pt idx="133">
                  <c:v>32.239591632284821</c:v>
                </c:pt>
                <c:pt idx="134">
                  <c:v>32.238086049771326</c:v>
                </c:pt>
                <c:pt idx="135">
                  <c:v>32.224316166397621</c:v>
                </c:pt>
                <c:pt idx="136">
                  <c:v>32.220718490112958</c:v>
                </c:pt>
                <c:pt idx="137">
                  <c:v>32.237820706264067</c:v>
                </c:pt>
                <c:pt idx="138">
                  <c:v>32.250291561282801</c:v>
                </c:pt>
                <c:pt idx="139">
                  <c:v>32.285174579173493</c:v>
                </c:pt>
                <c:pt idx="140">
                  <c:v>32.316302123657657</c:v>
                </c:pt>
                <c:pt idx="141">
                  <c:v>32.344249737331779</c:v>
                </c:pt>
                <c:pt idx="142">
                  <c:v>32.364108788251869</c:v>
                </c:pt>
                <c:pt idx="143">
                  <c:v>32.393575672971949</c:v>
                </c:pt>
                <c:pt idx="144">
                  <c:v>32.409008846804902</c:v>
                </c:pt>
                <c:pt idx="145">
                  <c:v>32.429942135407501</c:v>
                </c:pt>
                <c:pt idx="146">
                  <c:v>32.444744522045497</c:v>
                </c:pt>
                <c:pt idx="147">
                  <c:v>32.473611942678311</c:v>
                </c:pt>
                <c:pt idx="148">
                  <c:v>32.509434742975735</c:v>
                </c:pt>
                <c:pt idx="149">
                  <c:v>32.532037140778577</c:v>
                </c:pt>
                <c:pt idx="150">
                  <c:v>32.545582501008134</c:v>
                </c:pt>
                <c:pt idx="151">
                  <c:v>32.552667587320798</c:v>
                </c:pt>
                <c:pt idx="152">
                  <c:v>32.575076160854437</c:v>
                </c:pt>
                <c:pt idx="153">
                  <c:v>32.602113018944749</c:v>
                </c:pt>
                <c:pt idx="154">
                  <c:v>32.61770332107875</c:v>
                </c:pt>
                <c:pt idx="155">
                  <c:v>32.638512610304154</c:v>
                </c:pt>
                <c:pt idx="156">
                  <c:v>32.663268343569861</c:v>
                </c:pt>
                <c:pt idx="157">
                  <c:v>32.670741747241742</c:v>
                </c:pt>
                <c:pt idx="158">
                  <c:v>32.670381163651889</c:v>
                </c:pt>
                <c:pt idx="159">
                  <c:v>32.680475988173825</c:v>
                </c:pt>
                <c:pt idx="160">
                  <c:v>32.676526155441444</c:v>
                </c:pt>
                <c:pt idx="161">
                  <c:v>32.679026787254166</c:v>
                </c:pt>
                <c:pt idx="162">
                  <c:v>32.678059850722761</c:v>
                </c:pt>
                <c:pt idx="163">
                  <c:v>32.673314165820834</c:v>
                </c:pt>
                <c:pt idx="164">
                  <c:v>32.665613541427561</c:v>
                </c:pt>
                <c:pt idx="165">
                  <c:v>32.658977724343451</c:v>
                </c:pt>
                <c:pt idx="166">
                  <c:v>32.648212072554394</c:v>
                </c:pt>
                <c:pt idx="167">
                  <c:v>32.631327735927428</c:v>
                </c:pt>
                <c:pt idx="168">
                  <c:v>32.628713137049587</c:v>
                </c:pt>
                <c:pt idx="169">
                  <c:v>32.628259765720095</c:v>
                </c:pt>
                <c:pt idx="170">
                  <c:v>32.621985959043556</c:v>
                </c:pt>
                <c:pt idx="171">
                  <c:v>32.623697293130604</c:v>
                </c:pt>
                <c:pt idx="172">
                  <c:v>32.618319438804058</c:v>
                </c:pt>
                <c:pt idx="173">
                  <c:v>32.613716034381312</c:v>
                </c:pt>
                <c:pt idx="174">
                  <c:v>32.611264939896195</c:v>
                </c:pt>
                <c:pt idx="175">
                  <c:v>32.618349401976104</c:v>
                </c:pt>
                <c:pt idx="176">
                  <c:v>32.620642699339363</c:v>
                </c:pt>
                <c:pt idx="177">
                  <c:v>32.61878159398011</c:v>
                </c:pt>
                <c:pt idx="178">
                  <c:v>32.629759395728428</c:v>
                </c:pt>
                <c:pt idx="179">
                  <c:v>32.634156089934464</c:v>
                </c:pt>
                <c:pt idx="180">
                  <c:v>32.636467044166963</c:v>
                </c:pt>
                <c:pt idx="181">
                  <c:v>32.64673415692819</c:v>
                </c:pt>
                <c:pt idx="182">
                  <c:v>32.65721226035928</c:v>
                </c:pt>
                <c:pt idx="183">
                  <c:v>32.669483918248339</c:v>
                </c:pt>
                <c:pt idx="184">
                  <c:v>32.676007997670006</c:v>
                </c:pt>
                <c:pt idx="185">
                  <c:v>32.688791169710512</c:v>
                </c:pt>
                <c:pt idx="186">
                  <c:v>32.702491250486233</c:v>
                </c:pt>
                <c:pt idx="187">
                  <c:v>32.70564911020972</c:v>
                </c:pt>
                <c:pt idx="188">
                  <c:v>32.710037065157238</c:v>
                </c:pt>
                <c:pt idx="189">
                  <c:v>32.713491123321106</c:v>
                </c:pt>
                <c:pt idx="190">
                  <c:v>32.71375486165843</c:v>
                </c:pt>
                <c:pt idx="191">
                  <c:v>32.710676948315133</c:v>
                </c:pt>
                <c:pt idx="192">
                  <c:v>32.709841501953939</c:v>
                </c:pt>
                <c:pt idx="193">
                  <c:v>32.707100986412591</c:v>
                </c:pt>
                <c:pt idx="194">
                  <c:v>32.709382200413316</c:v>
                </c:pt>
                <c:pt idx="195">
                  <c:v>32.71382745100977</c:v>
                </c:pt>
                <c:pt idx="196">
                  <c:v>32.725450441894367</c:v>
                </c:pt>
                <c:pt idx="197">
                  <c:v>32.744825333433923</c:v>
                </c:pt>
                <c:pt idx="198">
                  <c:v>32.768896283371703</c:v>
                </c:pt>
                <c:pt idx="199">
                  <c:v>32.799066611520161</c:v>
                </c:pt>
                <c:pt idx="200">
                  <c:v>32.829850382110699</c:v>
                </c:pt>
                <c:pt idx="201">
                  <c:v>32.859327366024935</c:v>
                </c:pt>
                <c:pt idx="202">
                  <c:v>32.902243456836892</c:v>
                </c:pt>
                <c:pt idx="203">
                  <c:v>32.959167776463325</c:v>
                </c:pt>
                <c:pt idx="204">
                  <c:v>33.008512840378515</c:v>
                </c:pt>
                <c:pt idx="205">
                  <c:v>33.049892694390095</c:v>
                </c:pt>
                <c:pt idx="206">
                  <c:v>33.07921620622367</c:v>
                </c:pt>
                <c:pt idx="207">
                  <c:v>33.085869011356223</c:v>
                </c:pt>
                <c:pt idx="208">
                  <c:v>33.064596318489258</c:v>
                </c:pt>
                <c:pt idx="209">
                  <c:v>33.022818471510824</c:v>
                </c:pt>
                <c:pt idx="210">
                  <c:v>32.972081279384646</c:v>
                </c:pt>
                <c:pt idx="211">
                  <c:v>32.910179595329524</c:v>
                </c:pt>
                <c:pt idx="212">
                  <c:v>32.858143909905024</c:v>
                </c:pt>
                <c:pt idx="213">
                  <c:v>32.827009588036702</c:v>
                </c:pt>
                <c:pt idx="214">
                  <c:v>32.821294648024583</c:v>
                </c:pt>
                <c:pt idx="215">
                  <c:v>32.831529122330537</c:v>
                </c:pt>
                <c:pt idx="216">
                  <c:v>32.840592625171595</c:v>
                </c:pt>
                <c:pt idx="217">
                  <c:v>32.85616125751153</c:v>
                </c:pt>
                <c:pt idx="218">
                  <c:v>32.865646652516205</c:v>
                </c:pt>
                <c:pt idx="219">
                  <c:v>32.883503365417113</c:v>
                </c:pt>
                <c:pt idx="220">
                  <c:v>32.921882354242101</c:v>
                </c:pt>
                <c:pt idx="221">
                  <c:v>32.942057735108797</c:v>
                </c:pt>
                <c:pt idx="222">
                  <c:v>32.964417306371473</c:v>
                </c:pt>
                <c:pt idx="223">
                  <c:v>32.980973207395266</c:v>
                </c:pt>
                <c:pt idx="224">
                  <c:v>32.990356852461517</c:v>
                </c:pt>
                <c:pt idx="225">
                  <c:v>32.990261879907251</c:v>
                </c:pt>
                <c:pt idx="226">
                  <c:v>33.002538308718051</c:v>
                </c:pt>
                <c:pt idx="227">
                  <c:v>33.01791209126354</c:v>
                </c:pt>
                <c:pt idx="228">
                  <c:v>33.016118313865299</c:v>
                </c:pt>
                <c:pt idx="229">
                  <c:v>33.014310892522637</c:v>
                </c:pt>
                <c:pt idx="230">
                  <c:v>33.03312874550798</c:v>
                </c:pt>
                <c:pt idx="231">
                  <c:v>33.039894536768472</c:v>
                </c:pt>
                <c:pt idx="232">
                  <c:v>33.039302942472673</c:v>
                </c:pt>
                <c:pt idx="233">
                  <c:v>33.03104568081767</c:v>
                </c:pt>
                <c:pt idx="234">
                  <c:v>33.016403766584752</c:v>
                </c:pt>
                <c:pt idx="235">
                  <c:v>33.002312068933847</c:v>
                </c:pt>
                <c:pt idx="236">
                  <c:v>32.980275761060113</c:v>
                </c:pt>
                <c:pt idx="237">
                  <c:v>32.946803063306298</c:v>
                </c:pt>
                <c:pt idx="238">
                  <c:v>32.915966589636348</c:v>
                </c:pt>
                <c:pt idx="239">
                  <c:v>32.887486505425564</c:v>
                </c:pt>
                <c:pt idx="240">
                  <c:v>32.855310784976254</c:v>
                </c:pt>
                <c:pt idx="241">
                  <c:v>32.820730252441507</c:v>
                </c:pt>
                <c:pt idx="242">
                  <c:v>32.798719181406142</c:v>
                </c:pt>
                <c:pt idx="243">
                  <c:v>32.78934106525854</c:v>
                </c:pt>
                <c:pt idx="244">
                  <c:v>32.784096707564615</c:v>
                </c:pt>
                <c:pt idx="245">
                  <c:v>32.78219386778715</c:v>
                </c:pt>
                <c:pt idx="246">
                  <c:v>32.782571796129865</c:v>
                </c:pt>
                <c:pt idx="247">
                  <c:v>32.789339816793039</c:v>
                </c:pt>
                <c:pt idx="248">
                  <c:v>32.804146439296133</c:v>
                </c:pt>
                <c:pt idx="249">
                  <c:v>32.814063535836219</c:v>
                </c:pt>
                <c:pt idx="250">
                  <c:v>32.808160077533273</c:v>
                </c:pt>
                <c:pt idx="251">
                  <c:v>32.838289206320162</c:v>
                </c:pt>
                <c:pt idx="252">
                  <c:v>32.862407865475348</c:v>
                </c:pt>
                <c:pt idx="253">
                  <c:v>32.88780406154364</c:v>
                </c:pt>
                <c:pt idx="254">
                  <c:v>32.904247333143928</c:v>
                </c:pt>
                <c:pt idx="255">
                  <c:v>32.912711305015641</c:v>
                </c:pt>
                <c:pt idx="256">
                  <c:v>32.914446761239716</c:v>
                </c:pt>
                <c:pt idx="257">
                  <c:v>32.942881633164092</c:v>
                </c:pt>
                <c:pt idx="258">
                  <c:v>32.971399260516051</c:v>
                </c:pt>
                <c:pt idx="259">
                  <c:v>33</c:v>
                </c:pt>
                <c:pt idx="260">
                  <c:v>32.98819798808001</c:v>
                </c:pt>
                <c:pt idx="261">
                  <c:v>32.965505433232693</c:v>
                </c:pt>
                <c:pt idx="262">
                  <c:v>32.95750589052777</c:v>
                </c:pt>
                <c:pt idx="263">
                  <c:v>32.949221876040575</c:v>
                </c:pt>
                <c:pt idx="264">
                  <c:v>32.949132789109385</c:v>
                </c:pt>
                <c:pt idx="265">
                  <c:v>32.952349460475631</c:v>
                </c:pt>
                <c:pt idx="266">
                  <c:v>32.941434215766584</c:v>
                </c:pt>
                <c:pt idx="267">
                  <c:v>32.92912318662615</c:v>
                </c:pt>
                <c:pt idx="268">
                  <c:v>32.897459782913252</c:v>
                </c:pt>
                <c:pt idx="269">
                  <c:v>32.835532505315342</c:v>
                </c:pt>
                <c:pt idx="270">
                  <c:v>32.813881081520698</c:v>
                </c:pt>
                <c:pt idx="271">
                  <c:v>32.815811476715318</c:v>
                </c:pt>
                <c:pt idx="272">
                  <c:v>32.80579254106069</c:v>
                </c:pt>
                <c:pt idx="273">
                  <c:v>32.811027624439461</c:v>
                </c:pt>
                <c:pt idx="274">
                  <c:v>32.818531258811717</c:v>
                </c:pt>
                <c:pt idx="275">
                  <c:v>32.816709480115783</c:v>
                </c:pt>
                <c:pt idx="276">
                  <c:v>32.822717452816477</c:v>
                </c:pt>
                <c:pt idx="277">
                  <c:v>32.847654570284419</c:v>
                </c:pt>
                <c:pt idx="278">
                  <c:v>32.901610930707847</c:v>
                </c:pt>
                <c:pt idx="279">
                  <c:v>32.95337668005557</c:v>
                </c:pt>
                <c:pt idx="280">
                  <c:v>32.983756482880061</c:v>
                </c:pt>
                <c:pt idx="281">
                  <c:v>33.040709428036934</c:v>
                </c:pt>
                <c:pt idx="282">
                  <c:v>33.113375114123123</c:v>
                </c:pt>
                <c:pt idx="283">
                  <c:v>33.193042640625819</c:v>
                </c:pt>
                <c:pt idx="284">
                  <c:v>33.26698452598351</c:v>
                </c:pt>
                <c:pt idx="285">
                  <c:v>33.253492448478056</c:v>
                </c:pt>
                <c:pt idx="286">
                  <c:v>33.249828915638155</c:v>
                </c:pt>
                <c:pt idx="287">
                  <c:v>33.443511662362134</c:v>
                </c:pt>
                <c:pt idx="288">
                  <c:v>33.552819989288167</c:v>
                </c:pt>
                <c:pt idx="289">
                  <c:v>33.660759284614997</c:v>
                </c:pt>
                <c:pt idx="290">
                  <c:v>33.697792695157005</c:v>
                </c:pt>
                <c:pt idx="291">
                  <c:v>33.785392525579724</c:v>
                </c:pt>
                <c:pt idx="292">
                  <c:v>33.821582508498928</c:v>
                </c:pt>
                <c:pt idx="293">
                  <c:v>33.818091263898317</c:v>
                </c:pt>
                <c:pt idx="294">
                  <c:v>33.938175274925477</c:v>
                </c:pt>
                <c:pt idx="295">
                  <c:v>33.980302603068402</c:v>
                </c:pt>
                <c:pt idx="296">
                  <c:v>34.041936134568893</c:v>
                </c:pt>
                <c:pt idx="297">
                  <c:v>34.10976294672102</c:v>
                </c:pt>
                <c:pt idx="298">
                  <c:v>34.133009196018541</c:v>
                </c:pt>
                <c:pt idx="299">
                  <c:v>34.175235509640565</c:v>
                </c:pt>
                <c:pt idx="300">
                  <c:v>34.24718404147189</c:v>
                </c:pt>
                <c:pt idx="301">
                  <c:v>34.226791249255605</c:v>
                </c:pt>
                <c:pt idx="302">
                  <c:v>34.207817962315254</c:v>
                </c:pt>
                <c:pt idx="303">
                  <c:v>34.296541946746522</c:v>
                </c:pt>
                <c:pt idx="304">
                  <c:v>34.335862724440666</c:v>
                </c:pt>
                <c:pt idx="305">
                  <c:v>34.371124205730709</c:v>
                </c:pt>
                <c:pt idx="306">
                  <c:v>34.370527260868478</c:v>
                </c:pt>
                <c:pt idx="307">
                  <c:v>34.377189786196723</c:v>
                </c:pt>
                <c:pt idx="308">
                  <c:v>34.36553678755201</c:v>
                </c:pt>
                <c:pt idx="309">
                  <c:v>34.34780822071729</c:v>
                </c:pt>
                <c:pt idx="310">
                  <c:v>34.317986660324465</c:v>
                </c:pt>
                <c:pt idx="311">
                  <c:v>34.236304021325225</c:v>
                </c:pt>
                <c:pt idx="312">
                  <c:v>34.250757328091211</c:v>
                </c:pt>
                <c:pt idx="313">
                  <c:v>34.305744207610537</c:v>
                </c:pt>
                <c:pt idx="314">
                  <c:v>34.300336211759735</c:v>
                </c:pt>
                <c:pt idx="315">
                  <c:v>34.307364715832314</c:v>
                </c:pt>
                <c:pt idx="316">
                  <c:v>34.298059367388262</c:v>
                </c:pt>
                <c:pt idx="317">
                  <c:v>34.325173897868027</c:v>
                </c:pt>
                <c:pt idx="318">
                  <c:v>34.345993843638254</c:v>
                </c:pt>
                <c:pt idx="319">
                  <c:v>34.343504403427005</c:v>
                </c:pt>
                <c:pt idx="320">
                  <c:v>34.364169004418322</c:v>
                </c:pt>
                <c:pt idx="321">
                  <c:v>34.448879350612451</c:v>
                </c:pt>
                <c:pt idx="322">
                  <c:v>34.488989871912793</c:v>
                </c:pt>
                <c:pt idx="323">
                  <c:v>34.523714156332488</c:v>
                </c:pt>
                <c:pt idx="324">
                  <c:v>34.567883617332484</c:v>
                </c:pt>
                <c:pt idx="325">
                  <c:v>34.610605928463279</c:v>
                </c:pt>
                <c:pt idx="326">
                  <c:v>34.661841525853141</c:v>
                </c:pt>
                <c:pt idx="327">
                  <c:v>34.704820307468516</c:v>
                </c:pt>
                <c:pt idx="328">
                  <c:v>34.732328461285888</c:v>
                </c:pt>
                <c:pt idx="329">
                  <c:v>34.736681147082969</c:v>
                </c:pt>
                <c:pt idx="330">
                  <c:v>34.740729385649743</c:v>
                </c:pt>
                <c:pt idx="331">
                  <c:v>34.733515751978409</c:v>
                </c:pt>
                <c:pt idx="332">
                  <c:v>34.709122162884441</c:v>
                </c:pt>
                <c:pt idx="333">
                  <c:v>34.675995200898605</c:v>
                </c:pt>
                <c:pt idx="334">
                  <c:v>34.639604393385767</c:v>
                </c:pt>
                <c:pt idx="335">
                  <c:v>34.576939807732742</c:v>
                </c:pt>
                <c:pt idx="336">
                  <c:v>34.515516910197704</c:v>
                </c:pt>
                <c:pt idx="337">
                  <c:v>34.455214421274718</c:v>
                </c:pt>
                <c:pt idx="338">
                  <c:v>34.397743452110554</c:v>
                </c:pt>
                <c:pt idx="339">
                  <c:v>34.349065425477946</c:v>
                </c:pt>
                <c:pt idx="340">
                  <c:v>34.313459367709292</c:v>
                </c:pt>
                <c:pt idx="341">
                  <c:v>34.300814552399267</c:v>
                </c:pt>
                <c:pt idx="342">
                  <c:v>34.285262595991398</c:v>
                </c:pt>
                <c:pt idx="343">
                  <c:v>34.281059904406789</c:v>
                </c:pt>
                <c:pt idx="344">
                  <c:v>34.35152151382507</c:v>
                </c:pt>
                <c:pt idx="345">
                  <c:v>34.402545763840621</c:v>
                </c:pt>
                <c:pt idx="346">
                  <c:v>34.467244813205483</c:v>
                </c:pt>
                <c:pt idx="347">
                  <c:v>34.532013598286255</c:v>
                </c:pt>
                <c:pt idx="348">
                  <c:v>34.564422692608353</c:v>
                </c:pt>
                <c:pt idx="349">
                  <c:v>34.566184455784082</c:v>
                </c:pt>
                <c:pt idx="350">
                  <c:v>34.618632313176512</c:v>
                </c:pt>
                <c:pt idx="351">
                  <c:v>34.677100449572428</c:v>
                </c:pt>
                <c:pt idx="352">
                  <c:v>34.657194023845342</c:v>
                </c:pt>
                <c:pt idx="353">
                  <c:v>34.633344230653655</c:v>
                </c:pt>
                <c:pt idx="354">
                  <c:v>34.606141772532091</c:v>
                </c:pt>
                <c:pt idx="355">
                  <c:v>34.59608199422032</c:v>
                </c:pt>
                <c:pt idx="356">
                  <c:v>34.64525619671393</c:v>
                </c:pt>
                <c:pt idx="357">
                  <c:v>34.639774006341845</c:v>
                </c:pt>
                <c:pt idx="358">
                  <c:v>34.614489191231556</c:v>
                </c:pt>
                <c:pt idx="359">
                  <c:v>34.688978350359726</c:v>
                </c:pt>
                <c:pt idx="360">
                  <c:v>34.694158412080291</c:v>
                </c:pt>
                <c:pt idx="361">
                  <c:v>34.644597363633231</c:v>
                </c:pt>
                <c:pt idx="362">
                  <c:v>34.592039819628845</c:v>
                </c:pt>
                <c:pt idx="363">
                  <c:v>34.545475623443544</c:v>
                </c:pt>
                <c:pt idx="364">
                  <c:v>34.48061195498461</c:v>
                </c:pt>
                <c:pt idx="365">
                  <c:v>34.403367967549883</c:v>
                </c:pt>
                <c:pt idx="366">
                  <c:v>34.343693991831103</c:v>
                </c:pt>
                <c:pt idx="367">
                  <c:v>34.275785851069124</c:v>
                </c:pt>
                <c:pt idx="368">
                  <c:v>34.186936306678767</c:v>
                </c:pt>
                <c:pt idx="369">
                  <c:v>34.111558953521943</c:v>
                </c:pt>
                <c:pt idx="370">
                  <c:v>34.030999576770192</c:v>
                </c:pt>
                <c:pt idx="371">
                  <c:v>33.935931069009293</c:v>
                </c:pt>
                <c:pt idx="372">
                  <c:v>33.858904136219714</c:v>
                </c:pt>
                <c:pt idx="373">
                  <c:v>33.778089894153311</c:v>
                </c:pt>
                <c:pt idx="374">
                  <c:v>33.722673542501241</c:v>
                </c:pt>
                <c:pt idx="375">
                  <c:v>33.586649123942841</c:v>
                </c:pt>
                <c:pt idx="376">
                  <c:v>33.488984521346353</c:v>
                </c:pt>
                <c:pt idx="377">
                  <c:v>33.396617960460389</c:v>
                </c:pt>
                <c:pt idx="378">
                  <c:v>33.294536643621775</c:v>
                </c:pt>
                <c:pt idx="379">
                  <c:v>33.214260668539012</c:v>
                </c:pt>
                <c:pt idx="380">
                  <c:v>33.123814515123641</c:v>
                </c:pt>
                <c:pt idx="381">
                  <c:v>32.967838726080075</c:v>
                </c:pt>
                <c:pt idx="382">
                  <c:v>32.860340049899385</c:v>
                </c:pt>
                <c:pt idx="383">
                  <c:v>32.696035479962752</c:v>
                </c:pt>
                <c:pt idx="384">
                  <c:v>32.614637714038267</c:v>
                </c:pt>
                <c:pt idx="385">
                  <c:v>32.531361275061386</c:v>
                </c:pt>
                <c:pt idx="386">
                  <c:v>32.464796349415529</c:v>
                </c:pt>
                <c:pt idx="387">
                  <c:v>32.433257524724525</c:v>
                </c:pt>
                <c:pt idx="388">
                  <c:v>32.397840297363082</c:v>
                </c:pt>
                <c:pt idx="389">
                  <c:v>32.365096681168488</c:v>
                </c:pt>
                <c:pt idx="390">
                  <c:v>32.324940278760948</c:v>
                </c:pt>
                <c:pt idx="391">
                  <c:v>32.290829481371375</c:v>
                </c:pt>
                <c:pt idx="392">
                  <c:v>32.303956137483162</c:v>
                </c:pt>
                <c:pt idx="393">
                  <c:v>32.307658417341685</c:v>
                </c:pt>
                <c:pt idx="394">
                  <c:v>32.304307558227983</c:v>
                </c:pt>
                <c:pt idx="395">
                  <c:v>32.300551037002201</c:v>
                </c:pt>
                <c:pt idx="396">
                  <c:v>32.289892418835919</c:v>
                </c:pt>
                <c:pt idx="397">
                  <c:v>32.277707863709658</c:v>
                </c:pt>
                <c:pt idx="398">
                  <c:v>32.267844428892133</c:v>
                </c:pt>
                <c:pt idx="399">
                  <c:v>32.244163468365578</c:v>
                </c:pt>
                <c:pt idx="400">
                  <c:v>32.225685576995275</c:v>
                </c:pt>
                <c:pt idx="401">
                  <c:v>32.215730090140994</c:v>
                </c:pt>
                <c:pt idx="402">
                  <c:v>32.210475053608214</c:v>
                </c:pt>
                <c:pt idx="403">
                  <c:v>32.203401002838831</c:v>
                </c:pt>
                <c:pt idx="404">
                  <c:v>32.185815775449569</c:v>
                </c:pt>
                <c:pt idx="405">
                  <c:v>32.168250902506792</c:v>
                </c:pt>
                <c:pt idx="406">
                  <c:v>32.147172089644101</c:v>
                </c:pt>
                <c:pt idx="407">
                  <c:v>32.13051238763142</c:v>
                </c:pt>
                <c:pt idx="408">
                  <c:v>32.127765607468532</c:v>
                </c:pt>
                <c:pt idx="409">
                  <c:v>32.133774706017583</c:v>
                </c:pt>
                <c:pt idx="410">
                  <c:v>32.129844993644419</c:v>
                </c:pt>
                <c:pt idx="411">
                  <c:v>32.122078390078762</c:v>
                </c:pt>
                <c:pt idx="412">
                  <c:v>32.122861579241089</c:v>
                </c:pt>
                <c:pt idx="413">
                  <c:v>32.118050628575631</c:v>
                </c:pt>
                <c:pt idx="414">
                  <c:v>32.114518296083581</c:v>
                </c:pt>
                <c:pt idx="415">
                  <c:v>32.10081896215776</c:v>
                </c:pt>
                <c:pt idx="416">
                  <c:v>32.081277640134459</c:v>
                </c:pt>
                <c:pt idx="417">
                  <c:v>32.079205867368735</c:v>
                </c:pt>
                <c:pt idx="418">
                  <c:v>32.082312629182738</c:v>
                </c:pt>
                <c:pt idx="419">
                  <c:v>32.067467320969598</c:v>
                </c:pt>
                <c:pt idx="420">
                  <c:v>32.067551508788398</c:v>
                </c:pt>
                <c:pt idx="421">
                  <c:v>32.069693262504316</c:v>
                </c:pt>
                <c:pt idx="422">
                  <c:v>32.063583818540536</c:v>
                </c:pt>
                <c:pt idx="423">
                  <c:v>32.072142696084441</c:v>
                </c:pt>
                <c:pt idx="424">
                  <c:v>32.059756151501645</c:v>
                </c:pt>
                <c:pt idx="425">
                  <c:v>32.03949525353481</c:v>
                </c:pt>
                <c:pt idx="426">
                  <c:v>32.052468992129853</c:v>
                </c:pt>
                <c:pt idx="427">
                  <c:v>32.066299805078863</c:v>
                </c:pt>
                <c:pt idx="428">
                  <c:v>32.070873263050075</c:v>
                </c:pt>
                <c:pt idx="429">
                  <c:v>32.055560605152628</c:v>
                </c:pt>
                <c:pt idx="430">
                  <c:v>32.035406264273753</c:v>
                </c:pt>
                <c:pt idx="431">
                  <c:v>32.02975892253771</c:v>
                </c:pt>
                <c:pt idx="432">
                  <c:v>32.030538246473128</c:v>
                </c:pt>
                <c:pt idx="433">
                  <c:v>32.057083047523911</c:v>
                </c:pt>
                <c:pt idx="434">
                  <c:v>32.109694504058673</c:v>
                </c:pt>
                <c:pt idx="435">
                  <c:v>32.263805130230111</c:v>
                </c:pt>
                <c:pt idx="436">
                  <c:v>32.300950100082346</c:v>
                </c:pt>
                <c:pt idx="437">
                  <c:v>32.254157345534054</c:v>
                </c:pt>
                <c:pt idx="438">
                  <c:v>32.27975806700443</c:v>
                </c:pt>
                <c:pt idx="439">
                  <c:v>32.265552000995918</c:v>
                </c:pt>
                <c:pt idx="440">
                  <c:v>32.28190067904039</c:v>
                </c:pt>
                <c:pt idx="441">
                  <c:v>32.243941843444922</c:v>
                </c:pt>
                <c:pt idx="442">
                  <c:v>32.291296028470718</c:v>
                </c:pt>
                <c:pt idx="443">
                  <c:v>32.337535155450901</c:v>
                </c:pt>
                <c:pt idx="444">
                  <c:v>32.306289742446914</c:v>
                </c:pt>
                <c:pt idx="445">
                  <c:v>32.311218439015043</c:v>
                </c:pt>
                <c:pt idx="446">
                  <c:v>32.320926105467152</c:v>
                </c:pt>
                <c:pt idx="447">
                  <c:v>32.318339441004923</c:v>
                </c:pt>
                <c:pt idx="448">
                  <c:v>32.399899641208847</c:v>
                </c:pt>
                <c:pt idx="449">
                  <c:v>32.433798021110839</c:v>
                </c:pt>
                <c:pt idx="450">
                  <c:v>32.428111349924727</c:v>
                </c:pt>
                <c:pt idx="451">
                  <c:v>32.403616858065348</c:v>
                </c:pt>
                <c:pt idx="452">
                  <c:v>32.388033912960196</c:v>
                </c:pt>
                <c:pt idx="453">
                  <c:v>32.407220375385045</c:v>
                </c:pt>
                <c:pt idx="454">
                  <c:v>32.426577431703144</c:v>
                </c:pt>
                <c:pt idx="455">
                  <c:v>32.412875210700847</c:v>
                </c:pt>
                <c:pt idx="456">
                  <c:v>32.410928094986112</c:v>
                </c:pt>
                <c:pt idx="457">
                  <c:v>32.40670052326756</c:v>
                </c:pt>
                <c:pt idx="458">
                  <c:v>32.412581241663148</c:v>
                </c:pt>
                <c:pt idx="459">
                  <c:v>32.398292063522639</c:v>
                </c:pt>
                <c:pt idx="460">
                  <c:v>32.404270385167656</c:v>
                </c:pt>
                <c:pt idx="461">
                  <c:v>32.420419955258566</c:v>
                </c:pt>
                <c:pt idx="462">
                  <c:v>32.429452201874021</c:v>
                </c:pt>
                <c:pt idx="463">
                  <c:v>32.424336614479024</c:v>
                </c:pt>
                <c:pt idx="464">
                  <c:v>32.41708022086425</c:v>
                </c:pt>
                <c:pt idx="465">
                  <c:v>32.42525972095369</c:v>
                </c:pt>
                <c:pt idx="466">
                  <c:v>32.423353447896098</c:v>
                </c:pt>
                <c:pt idx="467">
                  <c:v>32.436816275638357</c:v>
                </c:pt>
                <c:pt idx="468">
                  <c:v>32.453347876172913</c:v>
                </c:pt>
                <c:pt idx="469">
                  <c:v>32.469842513210992</c:v>
                </c:pt>
                <c:pt idx="470">
                  <c:v>32.479030149193413</c:v>
                </c:pt>
                <c:pt idx="471">
                  <c:v>32.487429557563445</c:v>
                </c:pt>
                <c:pt idx="472">
                  <c:v>32.490675032812348</c:v>
                </c:pt>
                <c:pt idx="473">
                  <c:v>32.503416871727126</c:v>
                </c:pt>
                <c:pt idx="474">
                  <c:v>32.515506967061732</c:v>
                </c:pt>
                <c:pt idx="475">
                  <c:v>32.519338061807247</c:v>
                </c:pt>
                <c:pt idx="476">
                  <c:v>32.530141078385263</c:v>
                </c:pt>
                <c:pt idx="477">
                  <c:v>32.543371602368019</c:v>
                </c:pt>
                <c:pt idx="478">
                  <c:v>32.541236993887694</c:v>
                </c:pt>
                <c:pt idx="479">
                  <c:v>32.551345105649609</c:v>
                </c:pt>
                <c:pt idx="480">
                  <c:v>32.565018166064817</c:v>
                </c:pt>
                <c:pt idx="481">
                  <c:v>32.570271530545583</c:v>
                </c:pt>
                <c:pt idx="482">
                  <c:v>32.570163404515483</c:v>
                </c:pt>
                <c:pt idx="483">
                  <c:v>32.584052494050617</c:v>
                </c:pt>
                <c:pt idx="484">
                  <c:v>32.591885322022954</c:v>
                </c:pt>
                <c:pt idx="485">
                  <c:v>32.59591831147538</c:v>
                </c:pt>
                <c:pt idx="486">
                  <c:v>32.603374816274929</c:v>
                </c:pt>
                <c:pt idx="487">
                  <c:v>32.608560139385823</c:v>
                </c:pt>
                <c:pt idx="488">
                  <c:v>32.617678128828445</c:v>
                </c:pt>
                <c:pt idx="489">
                  <c:v>32.624135415345748</c:v>
                </c:pt>
                <c:pt idx="490">
                  <c:v>32.6229962351631</c:v>
                </c:pt>
                <c:pt idx="491">
                  <c:v>32.631090126189541</c:v>
                </c:pt>
                <c:pt idx="492">
                  <c:v>32.626985483734906</c:v>
                </c:pt>
                <c:pt idx="493">
                  <c:v>32.629699558560432</c:v>
                </c:pt>
                <c:pt idx="494">
                  <c:v>32.62851980324897</c:v>
                </c:pt>
                <c:pt idx="495">
                  <c:v>32.628571569979258</c:v>
                </c:pt>
                <c:pt idx="496">
                  <c:v>32.632957117171877</c:v>
                </c:pt>
                <c:pt idx="497">
                  <c:v>32.634803463885369</c:v>
                </c:pt>
                <c:pt idx="498">
                  <c:v>32.649111681124786</c:v>
                </c:pt>
                <c:pt idx="499">
                  <c:v>32.659114475903991</c:v>
                </c:pt>
                <c:pt idx="500">
                  <c:v>32.653678344991327</c:v>
                </c:pt>
                <c:pt idx="501">
                  <c:v>32.644889905853219</c:v>
                </c:pt>
                <c:pt idx="502">
                  <c:v>32.648213187255735</c:v>
                </c:pt>
                <c:pt idx="503">
                  <c:v>32.651966877140119</c:v>
                </c:pt>
                <c:pt idx="504">
                  <c:v>32.655540877168292</c:v>
                </c:pt>
                <c:pt idx="505">
                  <c:v>32.667760099506268</c:v>
                </c:pt>
                <c:pt idx="506">
                  <c:v>32.675128453723751</c:v>
                </c:pt>
                <c:pt idx="507">
                  <c:v>32.683194878509148</c:v>
                </c:pt>
                <c:pt idx="508">
                  <c:v>32.686957396828149</c:v>
                </c:pt>
                <c:pt idx="509">
                  <c:v>32.692474811762615</c:v>
                </c:pt>
                <c:pt idx="510">
                  <c:v>32.702258188729814</c:v>
                </c:pt>
                <c:pt idx="511">
                  <c:v>32.718210278331114</c:v>
                </c:pt>
                <c:pt idx="512">
                  <c:v>32.739853720864161</c:v>
                </c:pt>
                <c:pt idx="513">
                  <c:v>32.762293506035348</c:v>
                </c:pt>
                <c:pt idx="514">
                  <c:v>32.79206450357534</c:v>
                </c:pt>
                <c:pt idx="515">
                  <c:v>32.823117853538228</c:v>
                </c:pt>
                <c:pt idx="516">
                  <c:v>32.844919539073672</c:v>
                </c:pt>
                <c:pt idx="517">
                  <c:v>32.851374729952454</c:v>
                </c:pt>
                <c:pt idx="518">
                  <c:v>32.881650999316378</c:v>
                </c:pt>
                <c:pt idx="519">
                  <c:v>32.907427263953963</c:v>
                </c:pt>
                <c:pt idx="520">
                  <c:v>32.925599838626916</c:v>
                </c:pt>
                <c:pt idx="521">
                  <c:v>32.955098313983008</c:v>
                </c:pt>
                <c:pt idx="522">
                  <c:v>32.972946109273195</c:v>
                </c:pt>
                <c:pt idx="523">
                  <c:v>32.99924530260396</c:v>
                </c:pt>
                <c:pt idx="524">
                  <c:v>33.030240688097109</c:v>
                </c:pt>
                <c:pt idx="525">
                  <c:v>33.052566015734591</c:v>
                </c:pt>
                <c:pt idx="526">
                  <c:v>33.059990818427991</c:v>
                </c:pt>
                <c:pt idx="527">
                  <c:v>33.058949865727534</c:v>
                </c:pt>
                <c:pt idx="528">
                  <c:v>33.044006982132501</c:v>
                </c:pt>
                <c:pt idx="529">
                  <c:v>33.024311101194726</c:v>
                </c:pt>
                <c:pt idx="530">
                  <c:v>33.006572724988196</c:v>
                </c:pt>
                <c:pt idx="531">
                  <c:v>32.993267293075313</c:v>
                </c:pt>
                <c:pt idx="532">
                  <c:v>32.984015361119539</c:v>
                </c:pt>
                <c:pt idx="533">
                  <c:v>32.976756693514027</c:v>
                </c:pt>
                <c:pt idx="534">
                  <c:v>32.963044083495234</c:v>
                </c:pt>
                <c:pt idx="535">
                  <c:v>32.96553637734192</c:v>
                </c:pt>
                <c:pt idx="536">
                  <c:v>32.963710139840622</c:v>
                </c:pt>
                <c:pt idx="537">
                  <c:v>32.962748999756194</c:v>
                </c:pt>
                <c:pt idx="538">
                  <c:v>32.970047618257773</c:v>
                </c:pt>
                <c:pt idx="539">
                  <c:v>32.973898064218567</c:v>
                </c:pt>
                <c:pt idx="540">
                  <c:v>32.989966617815995</c:v>
                </c:pt>
                <c:pt idx="541">
                  <c:v>33.008274650995929</c:v>
                </c:pt>
                <c:pt idx="542">
                  <c:v>33.02101916519392</c:v>
                </c:pt>
                <c:pt idx="543">
                  <c:v>33.04200203571218</c:v>
                </c:pt>
                <c:pt idx="544">
                  <c:v>33.068476014213246</c:v>
                </c:pt>
                <c:pt idx="545">
                  <c:v>33.08950498877897</c:v>
                </c:pt>
                <c:pt idx="546">
                  <c:v>33.099449373207896</c:v>
                </c:pt>
                <c:pt idx="547">
                  <c:v>33.107219733317066</c:v>
                </c:pt>
                <c:pt idx="548">
                  <c:v>33.128328074618288</c:v>
                </c:pt>
                <c:pt idx="549">
                  <c:v>33.144115901829949</c:v>
                </c:pt>
                <c:pt idx="550">
                  <c:v>33.147408551239614</c:v>
                </c:pt>
                <c:pt idx="551">
                  <c:v>33.143843379646057</c:v>
                </c:pt>
                <c:pt idx="552">
                  <c:v>33.130270330235177</c:v>
                </c:pt>
                <c:pt idx="553">
                  <c:v>33.145639208094764</c:v>
                </c:pt>
                <c:pt idx="554">
                  <c:v>33.166589707686072</c:v>
                </c:pt>
                <c:pt idx="555">
                  <c:v>33.165851864574307</c:v>
                </c:pt>
                <c:pt idx="556">
                  <c:v>33.164672332203118</c:v>
                </c:pt>
                <c:pt idx="557">
                  <c:v>33.124383637040403</c:v>
                </c:pt>
                <c:pt idx="558">
                  <c:v>33.09924801355762</c:v>
                </c:pt>
                <c:pt idx="559">
                  <c:v>33.094870001746067</c:v>
                </c:pt>
                <c:pt idx="560">
                  <c:v>33.077240866270976</c:v>
                </c:pt>
                <c:pt idx="561">
                  <c:v>33.03936206623181</c:v>
                </c:pt>
                <c:pt idx="562">
                  <c:v>33.048594914500626</c:v>
                </c:pt>
                <c:pt idx="563">
                  <c:v>33.045704270982647</c:v>
                </c:pt>
                <c:pt idx="564">
                  <c:v>33.020582915677032</c:v>
                </c:pt>
                <c:pt idx="565">
                  <c:v>33.023732704962811</c:v>
                </c:pt>
                <c:pt idx="566">
                  <c:v>33.00376688794826</c:v>
                </c:pt>
                <c:pt idx="567">
                  <c:v>33.027941906403257</c:v>
                </c:pt>
                <c:pt idx="568">
                  <c:v>33.058670387807275</c:v>
                </c:pt>
                <c:pt idx="569">
                  <c:v>33.058565784233416</c:v>
                </c:pt>
                <c:pt idx="570">
                  <c:v>33.035449999580877</c:v>
                </c:pt>
                <c:pt idx="571">
                  <c:v>33.008817109256604</c:v>
                </c:pt>
                <c:pt idx="572">
                  <c:v>32.87796062446818</c:v>
                </c:pt>
                <c:pt idx="573">
                  <c:v>32.808130649417869</c:v>
                </c:pt>
                <c:pt idx="574">
                  <c:v>32.833846452654711</c:v>
                </c:pt>
                <c:pt idx="575">
                  <c:v>32.82877688013108</c:v>
                </c:pt>
                <c:pt idx="576">
                  <c:v>32.785810761522939</c:v>
                </c:pt>
                <c:pt idx="577">
                  <c:v>32.69777851615595</c:v>
                </c:pt>
                <c:pt idx="578">
                  <c:v>32.655725115005964</c:v>
                </c:pt>
                <c:pt idx="579">
                  <c:v>32.747499279011173</c:v>
                </c:pt>
                <c:pt idx="580">
                  <c:v>32.578033374336506</c:v>
                </c:pt>
                <c:pt idx="581">
                  <c:v>32.257689432791807</c:v>
                </c:pt>
                <c:pt idx="582">
                  <c:v>31.900695816641797</c:v>
                </c:pt>
                <c:pt idx="583">
                  <c:v>31.643947180634946</c:v>
                </c:pt>
                <c:pt idx="584">
                  <c:v>31.927116222596403</c:v>
                </c:pt>
                <c:pt idx="585">
                  <c:v>31.608243697969087</c:v>
                </c:pt>
                <c:pt idx="586">
                  <c:v>31.35323637036835</c:v>
                </c:pt>
                <c:pt idx="587">
                  <c:v>32.052636030125832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96A0-42C5-857B-5B109011262B}"/>
            </c:ext>
          </c:extLst>
        </c:ser>
        <c:ser>
          <c:idx val="16"/>
          <c:order val="1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Shifted!$R$2:$R$589</c:f>
              <c:numCache>
                <c:formatCode>General</c:formatCode>
                <c:ptCount val="588"/>
                <c:pt idx="0">
                  <c:v>34.145830431176329</c:v>
                </c:pt>
                <c:pt idx="1">
                  <c:v>34.375806709588872</c:v>
                </c:pt>
                <c:pt idx="2">
                  <c:v>34.381010463975876</c:v>
                </c:pt>
                <c:pt idx="3">
                  <c:v>34.275547690387356</c:v>
                </c:pt>
                <c:pt idx="4">
                  <c:v>34.233921680936547</c:v>
                </c:pt>
                <c:pt idx="5">
                  <c:v>34.267128823349822</c:v>
                </c:pt>
                <c:pt idx="6">
                  <c:v>34.319245880468053</c:v>
                </c:pt>
                <c:pt idx="7">
                  <c:v>34.43547295928154</c:v>
                </c:pt>
                <c:pt idx="8">
                  <c:v>34.422546477290226</c:v>
                </c:pt>
                <c:pt idx="9">
                  <c:v>34.421170030827255</c:v>
                </c:pt>
                <c:pt idx="10">
                  <c:v>34.43862439108738</c:v>
                </c:pt>
                <c:pt idx="11">
                  <c:v>34.488865821731459</c:v>
                </c:pt>
                <c:pt idx="12">
                  <c:v>34.532714824911452</c:v>
                </c:pt>
                <c:pt idx="13">
                  <c:v>34.520507771656753</c:v>
                </c:pt>
                <c:pt idx="14">
                  <c:v>34.501150848222366</c:v>
                </c:pt>
                <c:pt idx="15">
                  <c:v>34.567448848638442</c:v>
                </c:pt>
                <c:pt idx="16">
                  <c:v>34.596952127242815</c:v>
                </c:pt>
                <c:pt idx="17">
                  <c:v>34.575986404666502</c:v>
                </c:pt>
                <c:pt idx="18">
                  <c:v>34.577464654024162</c:v>
                </c:pt>
                <c:pt idx="19">
                  <c:v>34.601140095156524</c:v>
                </c:pt>
                <c:pt idx="20">
                  <c:v>34.668073012776695</c:v>
                </c:pt>
                <c:pt idx="21">
                  <c:v>34.686210570966182</c:v>
                </c:pt>
                <c:pt idx="22">
                  <c:v>34.695296587387574</c:v>
                </c:pt>
                <c:pt idx="23">
                  <c:v>34.733181313441065</c:v>
                </c:pt>
                <c:pt idx="24">
                  <c:v>34.760457518635491</c:v>
                </c:pt>
                <c:pt idx="25">
                  <c:v>34.790511581159983</c:v>
                </c:pt>
                <c:pt idx="26">
                  <c:v>34.841122047297283</c:v>
                </c:pt>
                <c:pt idx="27">
                  <c:v>34.855361970350714</c:v>
                </c:pt>
                <c:pt idx="28">
                  <c:v>34.867009918217263</c:v>
                </c:pt>
                <c:pt idx="29">
                  <c:v>34.877330700002972</c:v>
                </c:pt>
                <c:pt idx="30">
                  <c:v>34.910034555706552</c:v>
                </c:pt>
                <c:pt idx="31">
                  <c:v>34.91383390025586</c:v>
                </c:pt>
                <c:pt idx="32">
                  <c:v>34.902668057180371</c:v>
                </c:pt>
                <c:pt idx="33">
                  <c:v>34.925315797010214</c:v>
                </c:pt>
                <c:pt idx="34">
                  <c:v>34.940683278982618</c:v>
                </c:pt>
                <c:pt idx="35">
                  <c:v>34.952688779797207</c:v>
                </c:pt>
                <c:pt idx="36">
                  <c:v>34.944019215026195</c:v>
                </c:pt>
                <c:pt idx="37">
                  <c:v>34.935789175066937</c:v>
                </c:pt>
                <c:pt idx="38">
                  <c:v>34.912000907796511</c:v>
                </c:pt>
                <c:pt idx="39">
                  <c:v>34.924134472762049</c:v>
                </c:pt>
                <c:pt idx="40">
                  <c:v>34.944987099022768</c:v>
                </c:pt>
                <c:pt idx="41">
                  <c:v>34.96666852188573</c:v>
                </c:pt>
                <c:pt idx="42">
                  <c:v>35.033484722811359</c:v>
                </c:pt>
                <c:pt idx="43">
                  <c:v>35.076729663061599</c:v>
                </c:pt>
                <c:pt idx="44">
                  <c:v>35.101916045033192</c:v>
                </c:pt>
                <c:pt idx="45">
                  <c:v>35.143250397836418</c:v>
                </c:pt>
                <c:pt idx="46">
                  <c:v>35.181157386518684</c:v>
                </c:pt>
                <c:pt idx="47">
                  <c:v>35.184753557562672</c:v>
                </c:pt>
                <c:pt idx="48">
                  <c:v>35.209880716618891</c:v>
                </c:pt>
                <c:pt idx="49">
                  <c:v>35.284945221505055</c:v>
                </c:pt>
                <c:pt idx="50">
                  <c:v>35.287410537464169</c:v>
                </c:pt>
                <c:pt idx="51">
                  <c:v>35.280376303268881</c:v>
                </c:pt>
                <c:pt idx="52">
                  <c:v>35.291527826935081</c:v>
                </c:pt>
                <c:pt idx="53">
                  <c:v>35.271021460201496</c:v>
                </c:pt>
                <c:pt idx="54">
                  <c:v>35.271250786892068</c:v>
                </c:pt>
                <c:pt idx="55">
                  <c:v>35.288641574378524</c:v>
                </c:pt>
                <c:pt idx="56">
                  <c:v>35.27712920159837</c:v>
                </c:pt>
                <c:pt idx="57">
                  <c:v>35.261739456997198</c:v>
                </c:pt>
                <c:pt idx="58">
                  <c:v>35.227381520397053</c:v>
                </c:pt>
                <c:pt idx="59">
                  <c:v>35.208803788969732</c:v>
                </c:pt>
                <c:pt idx="60">
                  <c:v>35.145429865964921</c:v>
                </c:pt>
                <c:pt idx="61">
                  <c:v>35.112894330864812</c:v>
                </c:pt>
                <c:pt idx="62">
                  <c:v>35.099032278109945</c:v>
                </c:pt>
                <c:pt idx="63">
                  <c:v>35.056123979066648</c:v>
                </c:pt>
                <c:pt idx="64">
                  <c:v>35.030403294004493</c:v>
                </c:pt>
                <c:pt idx="65">
                  <c:v>34.952475879900682</c:v>
                </c:pt>
                <c:pt idx="66">
                  <c:v>34.948769908707014</c:v>
                </c:pt>
                <c:pt idx="67">
                  <c:v>34.924523096126464</c:v>
                </c:pt>
                <c:pt idx="68">
                  <c:v>34.888867983151734</c:v>
                </c:pt>
                <c:pt idx="69">
                  <c:v>34.916052382020226</c:v>
                </c:pt>
                <c:pt idx="70">
                  <c:v>34.918064448148876</c:v>
                </c:pt>
                <c:pt idx="71">
                  <c:v>34.872543316213083</c:v>
                </c:pt>
                <c:pt idx="72">
                  <c:v>34.843889799987572</c:v>
                </c:pt>
                <c:pt idx="73">
                  <c:v>34.873002780126825</c:v>
                </c:pt>
                <c:pt idx="74">
                  <c:v>34.831362856533026</c:v>
                </c:pt>
                <c:pt idx="75">
                  <c:v>34.801335379477855</c:v>
                </c:pt>
                <c:pt idx="76">
                  <c:v>34.794776495635283</c:v>
                </c:pt>
                <c:pt idx="77">
                  <c:v>34.868454233276687</c:v>
                </c:pt>
                <c:pt idx="78">
                  <c:v>34.864617604227739</c:v>
                </c:pt>
                <c:pt idx="79">
                  <c:v>34.906305997671069</c:v>
                </c:pt>
                <c:pt idx="80">
                  <c:v>34.937081812458963</c:v>
                </c:pt>
                <c:pt idx="81">
                  <c:v>34.955527805320877</c:v>
                </c:pt>
                <c:pt idx="82">
                  <c:v>34.971696958071149</c:v>
                </c:pt>
                <c:pt idx="83">
                  <c:v>35.026365112515435</c:v>
                </c:pt>
                <c:pt idx="84">
                  <c:v>35.039854860628921</c:v>
                </c:pt>
                <c:pt idx="85">
                  <c:v>35.025392581465283</c:v>
                </c:pt>
                <c:pt idx="86">
                  <c:v>35.061639599380754</c:v>
                </c:pt>
                <c:pt idx="87">
                  <c:v>35.135472743139516</c:v>
                </c:pt>
                <c:pt idx="88">
                  <c:v>35.134276072807445</c:v>
                </c:pt>
                <c:pt idx="89">
                  <c:v>35.164077195124918</c:v>
                </c:pt>
                <c:pt idx="90">
                  <c:v>35.23301504618685</c:v>
                </c:pt>
                <c:pt idx="91">
                  <c:v>35.219694861493487</c:v>
                </c:pt>
                <c:pt idx="92">
                  <c:v>35.264312411685722</c:v>
                </c:pt>
                <c:pt idx="93">
                  <c:v>35.29486289841055</c:v>
                </c:pt>
                <c:pt idx="94">
                  <c:v>35.290118040564451</c:v>
                </c:pt>
                <c:pt idx="95">
                  <c:v>35.276728474280453</c:v>
                </c:pt>
                <c:pt idx="96">
                  <c:v>35.259932833865136</c:v>
                </c:pt>
                <c:pt idx="97">
                  <c:v>35.243510686872341</c:v>
                </c:pt>
                <c:pt idx="98">
                  <c:v>35.22707070816233</c:v>
                </c:pt>
                <c:pt idx="99">
                  <c:v>35.233712968791792</c:v>
                </c:pt>
                <c:pt idx="100">
                  <c:v>35.216322397447364</c:v>
                </c:pt>
                <c:pt idx="101">
                  <c:v>35.208823241752157</c:v>
                </c:pt>
                <c:pt idx="102">
                  <c:v>35.223266284275397</c:v>
                </c:pt>
                <c:pt idx="103">
                  <c:v>35.23456100203444</c:v>
                </c:pt>
                <c:pt idx="104">
                  <c:v>35.246880341072121</c:v>
                </c:pt>
                <c:pt idx="105">
                  <c:v>35.286533649260932</c:v>
                </c:pt>
                <c:pt idx="106">
                  <c:v>35.333123603519873</c:v>
                </c:pt>
                <c:pt idx="107">
                  <c:v>35.366374028374047</c:v>
                </c:pt>
                <c:pt idx="108">
                  <c:v>35.415208293369574</c:v>
                </c:pt>
                <c:pt idx="109">
                  <c:v>35.446208031297367</c:v>
                </c:pt>
                <c:pt idx="110">
                  <c:v>35.469185765966813</c:v>
                </c:pt>
                <c:pt idx="111">
                  <c:v>35.4915407954567</c:v>
                </c:pt>
                <c:pt idx="112">
                  <c:v>35.47931439749059</c:v>
                </c:pt>
                <c:pt idx="113">
                  <c:v>35.452098225744137</c:v>
                </c:pt>
                <c:pt idx="114">
                  <c:v>35.399832273787105</c:v>
                </c:pt>
                <c:pt idx="115">
                  <c:v>35.337306275953928</c:v>
                </c:pt>
                <c:pt idx="116">
                  <c:v>35.247421884920577</c:v>
                </c:pt>
                <c:pt idx="117">
                  <c:v>35.161844880270827</c:v>
                </c:pt>
                <c:pt idx="118">
                  <c:v>35.07584650673958</c:v>
                </c:pt>
                <c:pt idx="119">
                  <c:v>35.013972933614681</c:v>
                </c:pt>
                <c:pt idx="120">
                  <c:v>34.951421755235366</c:v>
                </c:pt>
                <c:pt idx="121">
                  <c:v>34.894606608002121</c:v>
                </c:pt>
                <c:pt idx="122">
                  <c:v>34.870346286544887</c:v>
                </c:pt>
                <c:pt idx="123">
                  <c:v>34.827793973419936</c:v>
                </c:pt>
                <c:pt idx="124">
                  <c:v>34.786820415695153</c:v>
                </c:pt>
                <c:pt idx="125">
                  <c:v>34.765672053106094</c:v>
                </c:pt>
                <c:pt idx="126">
                  <c:v>34.760293574908076</c:v>
                </c:pt>
                <c:pt idx="127">
                  <c:v>34.76458810084106</c:v>
                </c:pt>
                <c:pt idx="128">
                  <c:v>34.767894425426952</c:v>
                </c:pt>
                <c:pt idx="129">
                  <c:v>34.784279233884583</c:v>
                </c:pt>
                <c:pt idx="130">
                  <c:v>34.796410151110294</c:v>
                </c:pt>
                <c:pt idx="131">
                  <c:v>34.810226381755449</c:v>
                </c:pt>
                <c:pt idx="132">
                  <c:v>34.832880551810597</c:v>
                </c:pt>
                <c:pt idx="133">
                  <c:v>34.832882118840288</c:v>
                </c:pt>
                <c:pt idx="134">
                  <c:v>34.848475145017794</c:v>
                </c:pt>
                <c:pt idx="135">
                  <c:v>34.883793022395018</c:v>
                </c:pt>
                <c:pt idx="136">
                  <c:v>34.853366168909595</c:v>
                </c:pt>
                <c:pt idx="137">
                  <c:v>34.832827380871969</c:v>
                </c:pt>
                <c:pt idx="138">
                  <c:v>34.794168866362085</c:v>
                </c:pt>
                <c:pt idx="139">
                  <c:v>34.717549597840737</c:v>
                </c:pt>
                <c:pt idx="140">
                  <c:v>34.649179011528474</c:v>
                </c:pt>
                <c:pt idx="141">
                  <c:v>34.587793054816316</c:v>
                </c:pt>
                <c:pt idx="142">
                  <c:v>34.631544902155206</c:v>
                </c:pt>
                <c:pt idx="143">
                  <c:v>34.66082404147766</c:v>
                </c:pt>
                <c:pt idx="144">
                  <c:v>34.695989376619373</c:v>
                </c:pt>
                <c:pt idx="145">
                  <c:v>34.703206845217991</c:v>
                </c:pt>
                <c:pt idx="146">
                  <c:v>34.711856416851511</c:v>
                </c:pt>
                <c:pt idx="147">
                  <c:v>34.727195314040856</c:v>
                </c:pt>
                <c:pt idx="148">
                  <c:v>34.73606032523972</c:v>
                </c:pt>
                <c:pt idx="149">
                  <c:v>34.759385562252952</c:v>
                </c:pt>
                <c:pt idx="150">
                  <c:v>34.786179176336773</c:v>
                </c:pt>
                <c:pt idx="151">
                  <c:v>34.805639901979589</c:v>
                </c:pt>
                <c:pt idx="152">
                  <c:v>34.821546442167147</c:v>
                </c:pt>
                <c:pt idx="153">
                  <c:v>34.852609779886365</c:v>
                </c:pt>
                <c:pt idx="154">
                  <c:v>34.848871333353145</c:v>
                </c:pt>
                <c:pt idx="155">
                  <c:v>34.862593488181084</c:v>
                </c:pt>
                <c:pt idx="156">
                  <c:v>34.894829288325361</c:v>
                </c:pt>
                <c:pt idx="157">
                  <c:v>34.893862701180943</c:v>
                </c:pt>
                <c:pt idx="158">
                  <c:v>34.887058279995784</c:v>
                </c:pt>
                <c:pt idx="159">
                  <c:v>34.878972785017034</c:v>
                </c:pt>
                <c:pt idx="160">
                  <c:v>34.887336670926466</c:v>
                </c:pt>
                <c:pt idx="161">
                  <c:v>34.911885812167178</c:v>
                </c:pt>
                <c:pt idx="162">
                  <c:v>34.920117257049611</c:v>
                </c:pt>
                <c:pt idx="163">
                  <c:v>34.912127783166319</c:v>
                </c:pt>
                <c:pt idx="164">
                  <c:v>34.934705655085956</c:v>
                </c:pt>
                <c:pt idx="165">
                  <c:v>34.930984013595335</c:v>
                </c:pt>
                <c:pt idx="166">
                  <c:v>34.902005149583793</c:v>
                </c:pt>
                <c:pt idx="167">
                  <c:v>34.88540900825933</c:v>
                </c:pt>
                <c:pt idx="168">
                  <c:v>34.87877641998557</c:v>
                </c:pt>
                <c:pt idx="169">
                  <c:v>34.859434302280029</c:v>
                </c:pt>
                <c:pt idx="170">
                  <c:v>34.854338916101774</c:v>
                </c:pt>
                <c:pt idx="171">
                  <c:v>34.867180616383024</c:v>
                </c:pt>
                <c:pt idx="172">
                  <c:v>34.856066971607042</c:v>
                </c:pt>
                <c:pt idx="173">
                  <c:v>34.866393859405015</c:v>
                </c:pt>
                <c:pt idx="174">
                  <c:v>34.87098676940618</c:v>
                </c:pt>
                <c:pt idx="175">
                  <c:v>34.869647175158796</c:v>
                </c:pt>
                <c:pt idx="176">
                  <c:v>34.863025231879867</c:v>
                </c:pt>
                <c:pt idx="177">
                  <c:v>34.876470454735809</c:v>
                </c:pt>
                <c:pt idx="178">
                  <c:v>34.904015540611738</c:v>
                </c:pt>
                <c:pt idx="179">
                  <c:v>34.919557233057844</c:v>
                </c:pt>
                <c:pt idx="180">
                  <c:v>34.929592815439023</c:v>
                </c:pt>
                <c:pt idx="181">
                  <c:v>34.933801641058338</c:v>
                </c:pt>
                <c:pt idx="182">
                  <c:v>34.935254331621309</c:v>
                </c:pt>
                <c:pt idx="183">
                  <c:v>34.954637624382983</c:v>
                </c:pt>
                <c:pt idx="184">
                  <c:v>34.961470414209174</c:v>
                </c:pt>
                <c:pt idx="185">
                  <c:v>34.970883507552813</c:v>
                </c:pt>
                <c:pt idx="186">
                  <c:v>34.978296746792317</c:v>
                </c:pt>
                <c:pt idx="187">
                  <c:v>34.993664877190803</c:v>
                </c:pt>
                <c:pt idx="188">
                  <c:v>35.018419947747667</c:v>
                </c:pt>
                <c:pt idx="189">
                  <c:v>35.011983670469867</c:v>
                </c:pt>
                <c:pt idx="190">
                  <c:v>35.015912376022285</c:v>
                </c:pt>
                <c:pt idx="191">
                  <c:v>35.034473896797586</c:v>
                </c:pt>
                <c:pt idx="192">
                  <c:v>35.050946945237719</c:v>
                </c:pt>
                <c:pt idx="193">
                  <c:v>35.054347075463284</c:v>
                </c:pt>
                <c:pt idx="194">
                  <c:v>35.056612784260537</c:v>
                </c:pt>
                <c:pt idx="195">
                  <c:v>35.075355107841361</c:v>
                </c:pt>
                <c:pt idx="196">
                  <c:v>35.093370329643612</c:v>
                </c:pt>
                <c:pt idx="197">
                  <c:v>35.116984494511343</c:v>
                </c:pt>
                <c:pt idx="198">
                  <c:v>35.150032070073244</c:v>
                </c:pt>
                <c:pt idx="199">
                  <c:v>35.18111491461039</c:v>
                </c:pt>
                <c:pt idx="200">
                  <c:v>35.23146130922629</c:v>
                </c:pt>
                <c:pt idx="201">
                  <c:v>35.284101078818892</c:v>
                </c:pt>
                <c:pt idx="202">
                  <c:v>35.355266597681336</c:v>
                </c:pt>
                <c:pt idx="203">
                  <c:v>35.352846131192806</c:v>
                </c:pt>
                <c:pt idx="204">
                  <c:v>35.351191455905678</c:v>
                </c:pt>
                <c:pt idx="205">
                  <c:v>35.378331545658654</c:v>
                </c:pt>
                <c:pt idx="206">
                  <c:v>35.403911954545336</c:v>
                </c:pt>
                <c:pt idx="207">
                  <c:v>35.428641520343014</c:v>
                </c:pt>
                <c:pt idx="208">
                  <c:v>35.418193755116491</c:v>
                </c:pt>
                <c:pt idx="209">
                  <c:v>35.41709996838923</c:v>
                </c:pt>
                <c:pt idx="210">
                  <c:v>35.387042069343771</c:v>
                </c:pt>
                <c:pt idx="211">
                  <c:v>35.366642152558448</c:v>
                </c:pt>
                <c:pt idx="212">
                  <c:v>35.366874613308404</c:v>
                </c:pt>
                <c:pt idx="213">
                  <c:v>35.384510397782385</c:v>
                </c:pt>
                <c:pt idx="214">
                  <c:v>35.37236343201117</c:v>
                </c:pt>
                <c:pt idx="215">
                  <c:v>35.358412869096284</c:v>
                </c:pt>
                <c:pt idx="216">
                  <c:v>35.378548011898616</c:v>
                </c:pt>
                <c:pt idx="217">
                  <c:v>35.386517600715436</c:v>
                </c:pt>
                <c:pt idx="218">
                  <c:v>35.425168009899309</c:v>
                </c:pt>
                <c:pt idx="219">
                  <c:v>35.495224936305647</c:v>
                </c:pt>
                <c:pt idx="220">
                  <c:v>35.500132549098012</c:v>
                </c:pt>
                <c:pt idx="221">
                  <c:v>35.494127475163928</c:v>
                </c:pt>
                <c:pt idx="222">
                  <c:v>35.497129039491853</c:v>
                </c:pt>
                <c:pt idx="223">
                  <c:v>35.493281387199531</c:v>
                </c:pt>
                <c:pt idx="224">
                  <c:v>35.496414690092863</c:v>
                </c:pt>
                <c:pt idx="225">
                  <c:v>35.541157602660711</c:v>
                </c:pt>
                <c:pt idx="226">
                  <c:v>35.583529112980138</c:v>
                </c:pt>
                <c:pt idx="227">
                  <c:v>35.563008156659741</c:v>
                </c:pt>
                <c:pt idx="228">
                  <c:v>35.536501795329713</c:v>
                </c:pt>
                <c:pt idx="229">
                  <c:v>35.571138014789518</c:v>
                </c:pt>
                <c:pt idx="230">
                  <c:v>35.638824295444536</c:v>
                </c:pt>
                <c:pt idx="231">
                  <c:v>35.666686083425418</c:v>
                </c:pt>
                <c:pt idx="232">
                  <c:v>35.653779918784636</c:v>
                </c:pt>
                <c:pt idx="233">
                  <c:v>35.617600553323591</c:v>
                </c:pt>
                <c:pt idx="234">
                  <c:v>35.613685897002917</c:v>
                </c:pt>
                <c:pt idx="235">
                  <c:v>35.596226700564941</c:v>
                </c:pt>
                <c:pt idx="236">
                  <c:v>35.574405866094615</c:v>
                </c:pt>
                <c:pt idx="237">
                  <c:v>35.56144037046743</c:v>
                </c:pt>
                <c:pt idx="238">
                  <c:v>35.547214658752267</c:v>
                </c:pt>
                <c:pt idx="239">
                  <c:v>35.51881781118373</c:v>
                </c:pt>
                <c:pt idx="240">
                  <c:v>35.520556673790352</c:v>
                </c:pt>
                <c:pt idx="241">
                  <c:v>35.511489083476754</c:v>
                </c:pt>
                <c:pt idx="242">
                  <c:v>35.492479392208622</c:v>
                </c:pt>
                <c:pt idx="243">
                  <c:v>35.461338621608263</c:v>
                </c:pt>
                <c:pt idx="244">
                  <c:v>35.447540006538297</c:v>
                </c:pt>
                <c:pt idx="245">
                  <c:v>35.428592888386959</c:v>
                </c:pt>
                <c:pt idx="246">
                  <c:v>35.421643489937239</c:v>
                </c:pt>
                <c:pt idx="247">
                  <c:v>35.433545891004982</c:v>
                </c:pt>
                <c:pt idx="248">
                  <c:v>35.442739492120275</c:v>
                </c:pt>
                <c:pt idx="249">
                  <c:v>35.417642052592761</c:v>
                </c:pt>
                <c:pt idx="250">
                  <c:v>35.394229440165134</c:v>
                </c:pt>
                <c:pt idx="251">
                  <c:v>35.435353810989199</c:v>
                </c:pt>
                <c:pt idx="252">
                  <c:v>35.4306762813845</c:v>
                </c:pt>
                <c:pt idx="253">
                  <c:v>35.429659549289838</c:v>
                </c:pt>
                <c:pt idx="254">
                  <c:v>35.42091487516447</c:v>
                </c:pt>
                <c:pt idx="255">
                  <c:v>35.396925487737995</c:v>
                </c:pt>
                <c:pt idx="256">
                  <c:v>35.39055275621611</c:v>
                </c:pt>
                <c:pt idx="257">
                  <c:v>35.26074682473854</c:v>
                </c:pt>
                <c:pt idx="258">
                  <c:v>35.130563185068908</c:v>
                </c:pt>
                <c:pt idx="259">
                  <c:v>35</c:v>
                </c:pt>
                <c:pt idx="260">
                  <c:v>34.928895000905094</c:v>
                </c:pt>
                <c:pt idx="261">
                  <c:v>34.861049693753763</c:v>
                </c:pt>
                <c:pt idx="262">
                  <c:v>34.913565668000444</c:v>
                </c:pt>
                <c:pt idx="263">
                  <c:v>34.946721963001885</c:v>
                </c:pt>
                <c:pt idx="264">
                  <c:v>34.933511902671242</c:v>
                </c:pt>
                <c:pt idx="265">
                  <c:v>34.919291270293705</c:v>
                </c:pt>
                <c:pt idx="266">
                  <c:v>34.917176860915305</c:v>
                </c:pt>
                <c:pt idx="267">
                  <c:v>34.911672047702545</c:v>
                </c:pt>
                <c:pt idx="268">
                  <c:v>34.787522174821071</c:v>
                </c:pt>
                <c:pt idx="269">
                  <c:v>34.705374155357482</c:v>
                </c:pt>
                <c:pt idx="270">
                  <c:v>34.74050371899375</c:v>
                </c:pt>
                <c:pt idx="271">
                  <c:v>34.7561814188103</c:v>
                </c:pt>
                <c:pt idx="272">
                  <c:v>34.778644843526678</c:v>
                </c:pt>
                <c:pt idx="273">
                  <c:v>34.744890699678763</c:v>
                </c:pt>
                <c:pt idx="274">
                  <c:v>34.717153139327856</c:v>
                </c:pt>
                <c:pt idx="275">
                  <c:v>34.712131295474258</c:v>
                </c:pt>
                <c:pt idx="276">
                  <c:v>34.691002763916167</c:v>
                </c:pt>
                <c:pt idx="277">
                  <c:v>34.66150721238926</c:v>
                </c:pt>
                <c:pt idx="278">
                  <c:v>34.721708170438795</c:v>
                </c:pt>
                <c:pt idx="279">
                  <c:v>34.795874389061055</c:v>
                </c:pt>
                <c:pt idx="280">
                  <c:v>34.778591078197486</c:v>
                </c:pt>
                <c:pt idx="281">
                  <c:v>34.741109078775665</c:v>
                </c:pt>
                <c:pt idx="282">
                  <c:v>34.787288579325477</c:v>
                </c:pt>
                <c:pt idx="283">
                  <c:v>34.799290081512559</c:v>
                </c:pt>
                <c:pt idx="284">
                  <c:v>34.774587695574759</c:v>
                </c:pt>
                <c:pt idx="285">
                  <c:v>34.674508641628414</c:v>
                </c:pt>
                <c:pt idx="286">
                  <c:v>34.541619876420796</c:v>
                </c:pt>
                <c:pt idx="287">
                  <c:v>34.785108354699872</c:v>
                </c:pt>
                <c:pt idx="288">
                  <c:v>34.909619995298911</c:v>
                </c:pt>
                <c:pt idx="289">
                  <c:v>34.985048267216385</c:v>
                </c:pt>
                <c:pt idx="290">
                  <c:v>34.953986172313826</c:v>
                </c:pt>
                <c:pt idx="291">
                  <c:v>34.886486260121529</c:v>
                </c:pt>
                <c:pt idx="292">
                  <c:v>34.844525743866292</c:v>
                </c:pt>
                <c:pt idx="293">
                  <c:v>34.784047907880272</c:v>
                </c:pt>
                <c:pt idx="294">
                  <c:v>35.035214399381836</c:v>
                </c:pt>
                <c:pt idx="295">
                  <c:v>34.997672690725075</c:v>
                </c:pt>
                <c:pt idx="296">
                  <c:v>35.037042312503544</c:v>
                </c:pt>
                <c:pt idx="297">
                  <c:v>35.123764653753987</c:v>
                </c:pt>
                <c:pt idx="298">
                  <c:v>35.127740910552326</c:v>
                </c:pt>
                <c:pt idx="299">
                  <c:v>35.153472078502787</c:v>
                </c:pt>
                <c:pt idx="300">
                  <c:v>35.240975773180558</c:v>
                </c:pt>
                <c:pt idx="301">
                  <c:v>35.184706546671819</c:v>
                </c:pt>
                <c:pt idx="302">
                  <c:v>35.024842283864729</c:v>
                </c:pt>
                <c:pt idx="303">
                  <c:v>35.011939145212324</c:v>
                </c:pt>
                <c:pt idx="304">
                  <c:v>35.119903600655988</c:v>
                </c:pt>
                <c:pt idx="305">
                  <c:v>35.178312741302314</c:v>
                </c:pt>
                <c:pt idx="306">
                  <c:v>35.195337384195156</c:v>
                </c:pt>
                <c:pt idx="307">
                  <c:v>35.20979144996177</c:v>
                </c:pt>
                <c:pt idx="308">
                  <c:v>35.215658084927604</c:v>
                </c:pt>
                <c:pt idx="309">
                  <c:v>35.228514212689156</c:v>
                </c:pt>
                <c:pt idx="310">
                  <c:v>35.253640723319293</c:v>
                </c:pt>
                <c:pt idx="311">
                  <c:v>35.146554236788994</c:v>
                </c:pt>
                <c:pt idx="312">
                  <c:v>35.096358277023832</c:v>
                </c:pt>
                <c:pt idx="313">
                  <c:v>35.270844007597397</c:v>
                </c:pt>
                <c:pt idx="314">
                  <c:v>35.315982027790461</c:v>
                </c:pt>
                <c:pt idx="315">
                  <c:v>35.32678675157446</c:v>
                </c:pt>
                <c:pt idx="316">
                  <c:v>35.333184447500457</c:v>
                </c:pt>
                <c:pt idx="317">
                  <c:v>35.380868728841726</c:v>
                </c:pt>
                <c:pt idx="318">
                  <c:v>35.389322043514795</c:v>
                </c:pt>
                <c:pt idx="319">
                  <c:v>35.39499836542592</c:v>
                </c:pt>
                <c:pt idx="320">
                  <c:v>35.446111848095384</c:v>
                </c:pt>
                <c:pt idx="321">
                  <c:v>35.521713898202506</c:v>
                </c:pt>
                <c:pt idx="322">
                  <c:v>35.501684340780329</c:v>
                </c:pt>
                <c:pt idx="323">
                  <c:v>35.492593190985801</c:v>
                </c:pt>
                <c:pt idx="324">
                  <c:v>35.512923077754394</c:v>
                </c:pt>
                <c:pt idx="325">
                  <c:v>35.545822271814806</c:v>
                </c:pt>
                <c:pt idx="326">
                  <c:v>35.574131689933452</c:v>
                </c:pt>
                <c:pt idx="327">
                  <c:v>35.641897618925398</c:v>
                </c:pt>
                <c:pt idx="328">
                  <c:v>35.702957309247907</c:v>
                </c:pt>
                <c:pt idx="329">
                  <c:v>35.756763921572869</c:v>
                </c:pt>
                <c:pt idx="330">
                  <c:v>35.772741896700325</c:v>
                </c:pt>
                <c:pt idx="331">
                  <c:v>35.758525911376367</c:v>
                </c:pt>
                <c:pt idx="332">
                  <c:v>35.77582829677381</c:v>
                </c:pt>
                <c:pt idx="333">
                  <c:v>35.815514782763756</c:v>
                </c:pt>
                <c:pt idx="334">
                  <c:v>35.828779851240249</c:v>
                </c:pt>
                <c:pt idx="335">
                  <c:v>35.832418602263544</c:v>
                </c:pt>
                <c:pt idx="336">
                  <c:v>35.850802562363732</c:v>
                </c:pt>
                <c:pt idx="337">
                  <c:v>35.847623761573729</c:v>
                </c:pt>
                <c:pt idx="338">
                  <c:v>35.798025974868082</c:v>
                </c:pt>
                <c:pt idx="339">
                  <c:v>35.775070394756398</c:v>
                </c:pt>
                <c:pt idx="340">
                  <c:v>35.804285231825837</c:v>
                </c:pt>
                <c:pt idx="341">
                  <c:v>35.807059630883451</c:v>
                </c:pt>
                <c:pt idx="342">
                  <c:v>35.735410926519819</c:v>
                </c:pt>
                <c:pt idx="343">
                  <c:v>35.738195376181693</c:v>
                </c:pt>
                <c:pt idx="344">
                  <c:v>35.747271936389403</c:v>
                </c:pt>
                <c:pt idx="345">
                  <c:v>35.697026372029057</c:v>
                </c:pt>
                <c:pt idx="346">
                  <c:v>35.674241219905596</c:v>
                </c:pt>
                <c:pt idx="347">
                  <c:v>35.611133151593911</c:v>
                </c:pt>
                <c:pt idx="348">
                  <c:v>35.587097077489616</c:v>
                </c:pt>
                <c:pt idx="349">
                  <c:v>35.595284429398554</c:v>
                </c:pt>
                <c:pt idx="350">
                  <c:v>35.648031189294485</c:v>
                </c:pt>
                <c:pt idx="351">
                  <c:v>35.639337308545443</c:v>
                </c:pt>
                <c:pt idx="352">
                  <c:v>35.574352262871933</c:v>
                </c:pt>
                <c:pt idx="353">
                  <c:v>35.553053627538652</c:v>
                </c:pt>
                <c:pt idx="354">
                  <c:v>35.527097347667151</c:v>
                </c:pt>
                <c:pt idx="355">
                  <c:v>35.569351817079003</c:v>
                </c:pt>
                <c:pt idx="356">
                  <c:v>35.684976345956926</c:v>
                </c:pt>
                <c:pt idx="357">
                  <c:v>35.618629281300741</c:v>
                </c:pt>
                <c:pt idx="358">
                  <c:v>35.559148832697964</c:v>
                </c:pt>
                <c:pt idx="359">
                  <c:v>35.63342128512646</c:v>
                </c:pt>
                <c:pt idx="360">
                  <c:v>35.601422214537173</c:v>
                </c:pt>
                <c:pt idx="361">
                  <c:v>35.501402167364176</c:v>
                </c:pt>
                <c:pt idx="362">
                  <c:v>35.466809608593806</c:v>
                </c:pt>
                <c:pt idx="363">
                  <c:v>35.49128974649242</c:v>
                </c:pt>
                <c:pt idx="364">
                  <c:v>35.494568837182911</c:v>
                </c:pt>
                <c:pt idx="365">
                  <c:v>35.430010347799538</c:v>
                </c:pt>
                <c:pt idx="366">
                  <c:v>35.411399870855142</c:v>
                </c:pt>
                <c:pt idx="367">
                  <c:v>35.453415827540276</c:v>
                </c:pt>
                <c:pt idx="368">
                  <c:v>35.385388798979811</c:v>
                </c:pt>
                <c:pt idx="369">
                  <c:v>35.310900528737434</c:v>
                </c:pt>
                <c:pt idx="370">
                  <c:v>35.308713927922035</c:v>
                </c:pt>
                <c:pt idx="371">
                  <c:v>35.234518638197159</c:v>
                </c:pt>
                <c:pt idx="372">
                  <c:v>35.199947801700496</c:v>
                </c:pt>
                <c:pt idx="373">
                  <c:v>35.17620341126154</c:v>
                </c:pt>
                <c:pt idx="374">
                  <c:v>35.145833403129195</c:v>
                </c:pt>
                <c:pt idx="375">
                  <c:v>35.056418148365289</c:v>
                </c:pt>
                <c:pt idx="376">
                  <c:v>35.013853299002776</c:v>
                </c:pt>
                <c:pt idx="377">
                  <c:v>34.960391649352786</c:v>
                </c:pt>
                <c:pt idx="378">
                  <c:v>34.89350655315608</c:v>
                </c:pt>
                <c:pt idx="379">
                  <c:v>34.833997087486189</c:v>
                </c:pt>
                <c:pt idx="380">
                  <c:v>34.778140638213372</c:v>
                </c:pt>
                <c:pt idx="381">
                  <c:v>34.684392384235679</c:v>
                </c:pt>
                <c:pt idx="382">
                  <c:v>34.578024678015922</c:v>
                </c:pt>
                <c:pt idx="383">
                  <c:v>34.507673041955869</c:v>
                </c:pt>
                <c:pt idx="384">
                  <c:v>34.464154249757513</c:v>
                </c:pt>
                <c:pt idx="385">
                  <c:v>34.437053632942209</c:v>
                </c:pt>
                <c:pt idx="386">
                  <c:v>34.406273414260511</c:v>
                </c:pt>
                <c:pt idx="387">
                  <c:v>34.382583032310528</c:v>
                </c:pt>
                <c:pt idx="388">
                  <c:v>34.360423422230745</c:v>
                </c:pt>
                <c:pt idx="389">
                  <c:v>34.324857305735598</c:v>
                </c:pt>
                <c:pt idx="390">
                  <c:v>34.30045481686016</c:v>
                </c:pt>
                <c:pt idx="391">
                  <c:v>34.307322891872246</c:v>
                </c:pt>
                <c:pt idx="392">
                  <c:v>34.41335917131147</c:v>
                </c:pt>
                <c:pt idx="393">
                  <c:v>34.471761422430681</c:v>
                </c:pt>
                <c:pt idx="394">
                  <c:v>34.511434939899011</c:v>
                </c:pt>
                <c:pt idx="395">
                  <c:v>34.542020387596693</c:v>
                </c:pt>
                <c:pt idx="396">
                  <c:v>34.539976494554573</c:v>
                </c:pt>
                <c:pt idx="397">
                  <c:v>34.491284072764216</c:v>
                </c:pt>
                <c:pt idx="398">
                  <c:v>34.447596284518561</c:v>
                </c:pt>
                <c:pt idx="399">
                  <c:v>34.361614472870123</c:v>
                </c:pt>
                <c:pt idx="400">
                  <c:v>34.361322383938486</c:v>
                </c:pt>
                <c:pt idx="401">
                  <c:v>34.356889635179279</c:v>
                </c:pt>
                <c:pt idx="402">
                  <c:v>34.330285982919378</c:v>
                </c:pt>
                <c:pt idx="403">
                  <c:v>34.329566554182755</c:v>
                </c:pt>
                <c:pt idx="404">
                  <c:v>34.309012798309766</c:v>
                </c:pt>
                <c:pt idx="405">
                  <c:v>34.271421647164352</c:v>
                </c:pt>
                <c:pt idx="406">
                  <c:v>34.242204864816671</c:v>
                </c:pt>
                <c:pt idx="407">
                  <c:v>34.196318790577287</c:v>
                </c:pt>
                <c:pt idx="408">
                  <c:v>34.156030916415176</c:v>
                </c:pt>
                <c:pt idx="409">
                  <c:v>34.14397558135451</c:v>
                </c:pt>
                <c:pt idx="410">
                  <c:v>34.100125740624165</c:v>
                </c:pt>
                <c:pt idx="411">
                  <c:v>34.065005626447139</c:v>
                </c:pt>
                <c:pt idx="412">
                  <c:v>34.072773534489514</c:v>
                </c:pt>
                <c:pt idx="413">
                  <c:v>34.089373714968104</c:v>
                </c:pt>
                <c:pt idx="414">
                  <c:v>34.105718760047225</c:v>
                </c:pt>
                <c:pt idx="415">
                  <c:v>34.093663175072344</c:v>
                </c:pt>
                <c:pt idx="416">
                  <c:v>34.073069399152182</c:v>
                </c:pt>
                <c:pt idx="417">
                  <c:v>34.029197201230929</c:v>
                </c:pt>
                <c:pt idx="418">
                  <c:v>34.017919847444254</c:v>
                </c:pt>
                <c:pt idx="419">
                  <c:v>34.02834500387705</c:v>
                </c:pt>
                <c:pt idx="420">
                  <c:v>34.017139861790682</c:v>
                </c:pt>
                <c:pt idx="421">
                  <c:v>34.00263479114939</c:v>
                </c:pt>
                <c:pt idx="422">
                  <c:v>34.001926230304058</c:v>
                </c:pt>
                <c:pt idx="423">
                  <c:v>34.013149146272767</c:v>
                </c:pt>
                <c:pt idx="424">
                  <c:v>34.034119606243266</c:v>
                </c:pt>
                <c:pt idx="425">
                  <c:v>34.003205197346112</c:v>
                </c:pt>
                <c:pt idx="426">
                  <c:v>33.993037578148851</c:v>
                </c:pt>
                <c:pt idx="427">
                  <c:v>34.016055904459819</c:v>
                </c:pt>
                <c:pt idx="428">
                  <c:v>34.048449876663959</c:v>
                </c:pt>
                <c:pt idx="429">
                  <c:v>34.004988587109963</c:v>
                </c:pt>
                <c:pt idx="430">
                  <c:v>34.019746460336584</c:v>
                </c:pt>
                <c:pt idx="431">
                  <c:v>33.984290473269986</c:v>
                </c:pt>
                <c:pt idx="432">
                  <c:v>33.989072821626088</c:v>
                </c:pt>
                <c:pt idx="433">
                  <c:v>34.043774049177713</c:v>
                </c:pt>
                <c:pt idx="434">
                  <c:v>34.152191193833467</c:v>
                </c:pt>
                <c:pt idx="435">
                  <c:v>34.46976907926198</c:v>
                </c:pt>
                <c:pt idx="436">
                  <c:v>34.100524644243734</c:v>
                </c:pt>
                <c:pt idx="437">
                  <c:v>34.026752663612761</c:v>
                </c:pt>
                <c:pt idx="438">
                  <c:v>34.072306485341521</c:v>
                </c:pt>
                <c:pt idx="439">
                  <c:v>34.123159928889272</c:v>
                </c:pt>
                <c:pt idx="440">
                  <c:v>34.136304241517102</c:v>
                </c:pt>
                <c:pt idx="441">
                  <c:v>34.090281660078837</c:v>
                </c:pt>
                <c:pt idx="442">
                  <c:v>34.087235104437127</c:v>
                </c:pt>
                <c:pt idx="443">
                  <c:v>34.109736381025975</c:v>
                </c:pt>
                <c:pt idx="444">
                  <c:v>34.083578170465813</c:v>
                </c:pt>
                <c:pt idx="445">
                  <c:v>33.987312701113403</c:v>
                </c:pt>
                <c:pt idx="446">
                  <c:v>33.996961085316663</c:v>
                </c:pt>
                <c:pt idx="447">
                  <c:v>34.047680431311413</c:v>
                </c:pt>
                <c:pt idx="448">
                  <c:v>34.043245838590536</c:v>
                </c:pt>
                <c:pt idx="449">
                  <c:v>34.081491116562695</c:v>
                </c:pt>
                <c:pt idx="450">
                  <c:v>34.142938140151891</c:v>
                </c:pt>
                <c:pt idx="451">
                  <c:v>34.139793908577325</c:v>
                </c:pt>
                <c:pt idx="452">
                  <c:v>34.161279682379295</c:v>
                </c:pt>
                <c:pt idx="453">
                  <c:v>34.158284305116894</c:v>
                </c:pt>
                <c:pt idx="454">
                  <c:v>34.144855036244316</c:v>
                </c:pt>
                <c:pt idx="455">
                  <c:v>34.152382965846861</c:v>
                </c:pt>
                <c:pt idx="456">
                  <c:v>34.157594987666393</c:v>
                </c:pt>
                <c:pt idx="457">
                  <c:v>34.100133731124721</c:v>
                </c:pt>
                <c:pt idx="458">
                  <c:v>34.091438668348971</c:v>
                </c:pt>
                <c:pt idx="459">
                  <c:v>34.117781018407193</c:v>
                </c:pt>
                <c:pt idx="460">
                  <c:v>34.10796523220408</c:v>
                </c:pt>
                <c:pt idx="461">
                  <c:v>34.079664608364155</c:v>
                </c:pt>
                <c:pt idx="462">
                  <c:v>34.092805104734325</c:v>
                </c:pt>
                <c:pt idx="463">
                  <c:v>34.104729606324312</c:v>
                </c:pt>
                <c:pt idx="464">
                  <c:v>34.117208350106857</c:v>
                </c:pt>
                <c:pt idx="465">
                  <c:v>34.155659395288644</c:v>
                </c:pt>
                <c:pt idx="466">
                  <c:v>34.170581692229966</c:v>
                </c:pt>
                <c:pt idx="467">
                  <c:v>34.17883887152248</c:v>
                </c:pt>
                <c:pt idx="468">
                  <c:v>34.181998921991642</c:v>
                </c:pt>
                <c:pt idx="469">
                  <c:v>34.168181232387802</c:v>
                </c:pt>
                <c:pt idx="470">
                  <c:v>34.150697814533927</c:v>
                </c:pt>
                <c:pt idx="471">
                  <c:v>34.160057872027707</c:v>
                </c:pt>
                <c:pt idx="472">
                  <c:v>34.159006624753125</c:v>
                </c:pt>
                <c:pt idx="473">
                  <c:v>34.158033269661495</c:v>
                </c:pt>
                <c:pt idx="474">
                  <c:v>34.15288282130188</c:v>
                </c:pt>
                <c:pt idx="475">
                  <c:v>34.186777795189222</c:v>
                </c:pt>
                <c:pt idx="476">
                  <c:v>34.205361173326992</c:v>
                </c:pt>
                <c:pt idx="477">
                  <c:v>34.211082439270847</c:v>
                </c:pt>
                <c:pt idx="478">
                  <c:v>34.188017207607118</c:v>
                </c:pt>
                <c:pt idx="479">
                  <c:v>34.191794384089789</c:v>
                </c:pt>
                <c:pt idx="480">
                  <c:v>34.189013730422261</c:v>
                </c:pt>
                <c:pt idx="481">
                  <c:v>34.213625701448422</c:v>
                </c:pt>
                <c:pt idx="482">
                  <c:v>34.216421025756027</c:v>
                </c:pt>
                <c:pt idx="483">
                  <c:v>34.207863895365648</c:v>
                </c:pt>
                <c:pt idx="484">
                  <c:v>34.207182629205654</c:v>
                </c:pt>
                <c:pt idx="485">
                  <c:v>34.226889797285793</c:v>
                </c:pt>
                <c:pt idx="486">
                  <c:v>34.219252986137192</c:v>
                </c:pt>
                <c:pt idx="487">
                  <c:v>34.216688812218507</c:v>
                </c:pt>
                <c:pt idx="488">
                  <c:v>34.194721176785265</c:v>
                </c:pt>
                <c:pt idx="489">
                  <c:v>34.200194379226588</c:v>
                </c:pt>
                <c:pt idx="490">
                  <c:v>34.223108149364947</c:v>
                </c:pt>
                <c:pt idx="491">
                  <c:v>34.222085675997697</c:v>
                </c:pt>
                <c:pt idx="492">
                  <c:v>34.201704590586473</c:v>
                </c:pt>
                <c:pt idx="493">
                  <c:v>34.210578625714959</c:v>
                </c:pt>
                <c:pt idx="494">
                  <c:v>34.22939693672712</c:v>
                </c:pt>
                <c:pt idx="495">
                  <c:v>34.235711742185792</c:v>
                </c:pt>
                <c:pt idx="496">
                  <c:v>34.231717842794502</c:v>
                </c:pt>
                <c:pt idx="497">
                  <c:v>34.232985650871186</c:v>
                </c:pt>
                <c:pt idx="498">
                  <c:v>34.220565589648956</c:v>
                </c:pt>
                <c:pt idx="499">
                  <c:v>34.230861920367872</c:v>
                </c:pt>
                <c:pt idx="500">
                  <c:v>34.240246347875186</c:v>
                </c:pt>
                <c:pt idx="501">
                  <c:v>34.249657360851813</c:v>
                </c:pt>
                <c:pt idx="502">
                  <c:v>34.233767085351786</c:v>
                </c:pt>
                <c:pt idx="503">
                  <c:v>34.237668935257361</c:v>
                </c:pt>
                <c:pt idx="504">
                  <c:v>34.242063372842296</c:v>
                </c:pt>
                <c:pt idx="505">
                  <c:v>34.224486568123915</c:v>
                </c:pt>
                <c:pt idx="506">
                  <c:v>34.221721841421996</c:v>
                </c:pt>
                <c:pt idx="507">
                  <c:v>34.229810956779701</c:v>
                </c:pt>
                <c:pt idx="508">
                  <c:v>34.23964393302839</c:v>
                </c:pt>
                <c:pt idx="509">
                  <c:v>34.256509900655722</c:v>
                </c:pt>
                <c:pt idx="510">
                  <c:v>34.280257992526892</c:v>
                </c:pt>
                <c:pt idx="511">
                  <c:v>34.264563028365941</c:v>
                </c:pt>
                <c:pt idx="512">
                  <c:v>34.271043884936795</c:v>
                </c:pt>
                <c:pt idx="513">
                  <c:v>34.276779051514751</c:v>
                </c:pt>
                <c:pt idx="514">
                  <c:v>34.279225211886732</c:v>
                </c:pt>
                <c:pt idx="515">
                  <c:v>34.277151410191635</c:v>
                </c:pt>
                <c:pt idx="516">
                  <c:v>34.282410226760007</c:v>
                </c:pt>
                <c:pt idx="517">
                  <c:v>34.29867283391917</c:v>
                </c:pt>
                <c:pt idx="518">
                  <c:v>34.311347996768674</c:v>
                </c:pt>
                <c:pt idx="519">
                  <c:v>34.31919146671278</c:v>
                </c:pt>
                <c:pt idx="520">
                  <c:v>34.309075479497579</c:v>
                </c:pt>
                <c:pt idx="521">
                  <c:v>34.321388226203439</c:v>
                </c:pt>
                <c:pt idx="522">
                  <c:v>34.34271185295858</c:v>
                </c:pt>
                <c:pt idx="523">
                  <c:v>34.318070256965854</c:v>
                </c:pt>
                <c:pt idx="524">
                  <c:v>34.295023167723514</c:v>
                </c:pt>
                <c:pt idx="525">
                  <c:v>34.317311139149538</c:v>
                </c:pt>
                <c:pt idx="526">
                  <c:v>34.31651300769736</c:v>
                </c:pt>
                <c:pt idx="527">
                  <c:v>34.330053900417965</c:v>
                </c:pt>
                <c:pt idx="528">
                  <c:v>34.344751666319937</c:v>
                </c:pt>
                <c:pt idx="529">
                  <c:v>34.31659946450813</c:v>
                </c:pt>
                <c:pt idx="530">
                  <c:v>34.340412074774335</c:v>
                </c:pt>
                <c:pt idx="531">
                  <c:v>34.339257876350551</c:v>
                </c:pt>
                <c:pt idx="532">
                  <c:v>34.325749242827463</c:v>
                </c:pt>
                <c:pt idx="533">
                  <c:v>34.333278009980361</c:v>
                </c:pt>
                <c:pt idx="534">
                  <c:v>34.341743239482668</c:v>
                </c:pt>
                <c:pt idx="535">
                  <c:v>34.334148467958293</c:v>
                </c:pt>
                <c:pt idx="536">
                  <c:v>34.309166718450697</c:v>
                </c:pt>
                <c:pt idx="537">
                  <c:v>34.303167723511116</c:v>
                </c:pt>
                <c:pt idx="538">
                  <c:v>34.323851353724535</c:v>
                </c:pt>
                <c:pt idx="539">
                  <c:v>34.308171519505464</c:v>
                </c:pt>
                <c:pt idx="540">
                  <c:v>34.290311487678551</c:v>
                </c:pt>
                <c:pt idx="541">
                  <c:v>34.289246880124928</c:v>
                </c:pt>
                <c:pt idx="542">
                  <c:v>34.307480351338867</c:v>
                </c:pt>
                <c:pt idx="543">
                  <c:v>34.334698522399066</c:v>
                </c:pt>
                <c:pt idx="544">
                  <c:v>34.312757080677713</c:v>
                </c:pt>
                <c:pt idx="545">
                  <c:v>34.294994177674148</c:v>
                </c:pt>
                <c:pt idx="546">
                  <c:v>34.296931161466198</c:v>
                </c:pt>
                <c:pt idx="547">
                  <c:v>34.318188351565816</c:v>
                </c:pt>
                <c:pt idx="548">
                  <c:v>34.290303544459064</c:v>
                </c:pt>
                <c:pt idx="549">
                  <c:v>34.25754948976973</c:v>
                </c:pt>
                <c:pt idx="550">
                  <c:v>34.267492563363383</c:v>
                </c:pt>
                <c:pt idx="551">
                  <c:v>34.277774493619759</c:v>
                </c:pt>
                <c:pt idx="552">
                  <c:v>34.289457753689952</c:v>
                </c:pt>
                <c:pt idx="553">
                  <c:v>34.272670434742672</c:v>
                </c:pt>
                <c:pt idx="554">
                  <c:v>34.297554866302647</c:v>
                </c:pt>
                <c:pt idx="555">
                  <c:v>34.309602460776979</c:v>
                </c:pt>
                <c:pt idx="556">
                  <c:v>34.275330494668047</c:v>
                </c:pt>
                <c:pt idx="557">
                  <c:v>34.249062781153498</c:v>
                </c:pt>
                <c:pt idx="558">
                  <c:v>34.2612418440157</c:v>
                </c:pt>
                <c:pt idx="559">
                  <c:v>34.27493527897181</c:v>
                </c:pt>
                <c:pt idx="560">
                  <c:v>34.276316129328585</c:v>
                </c:pt>
                <c:pt idx="561">
                  <c:v>34.224174756232323</c:v>
                </c:pt>
                <c:pt idx="562">
                  <c:v>34.24663091317305</c:v>
                </c:pt>
                <c:pt idx="563">
                  <c:v>34.204624939547777</c:v>
                </c:pt>
                <c:pt idx="564">
                  <c:v>34.216302147641215</c:v>
                </c:pt>
                <c:pt idx="565">
                  <c:v>34.212916444895939</c:v>
                </c:pt>
                <c:pt idx="566">
                  <c:v>34.196209301131773</c:v>
                </c:pt>
                <c:pt idx="567">
                  <c:v>34.201113361089575</c:v>
                </c:pt>
                <c:pt idx="568">
                  <c:v>34.180117243540728</c:v>
                </c:pt>
                <c:pt idx="569">
                  <c:v>34.184250986823443</c:v>
                </c:pt>
                <c:pt idx="570">
                  <c:v>34.13155768155255</c:v>
                </c:pt>
                <c:pt idx="571">
                  <c:v>34.085749155019762</c:v>
                </c:pt>
                <c:pt idx="572">
                  <c:v>34.100857394894184</c:v>
                </c:pt>
                <c:pt idx="573">
                  <c:v>34.034444028671238</c:v>
                </c:pt>
                <c:pt idx="574">
                  <c:v>34.009388491146282</c:v>
                </c:pt>
                <c:pt idx="575">
                  <c:v>33.995860926621134</c:v>
                </c:pt>
                <c:pt idx="576">
                  <c:v>34.103421926798099</c:v>
                </c:pt>
                <c:pt idx="577">
                  <c:v>34.36790336830331</c:v>
                </c:pt>
                <c:pt idx="578">
                  <c:v>34.323882964495972</c:v>
                </c:pt>
                <c:pt idx="579">
                  <c:v>34.171962623639992</c:v>
                </c:pt>
                <c:pt idx="580">
                  <c:v>33.912326843218679</c:v>
                </c:pt>
                <c:pt idx="581">
                  <c:v>33.87917109532674</c:v>
                </c:pt>
                <c:pt idx="582">
                  <c:v>33.861145323091804</c:v>
                </c:pt>
                <c:pt idx="583">
                  <c:v>34.366492825435593</c:v>
                </c:pt>
                <c:pt idx="584">
                  <c:v>34.236094772875255</c:v>
                </c:pt>
                <c:pt idx="585">
                  <c:v>34.131801908534101</c:v>
                </c:pt>
                <c:pt idx="586">
                  <c:v>33.551035968735057</c:v>
                </c:pt>
                <c:pt idx="587">
                  <c:v>32.197661019055616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96A0-42C5-857B-5B109011262B}"/>
            </c:ext>
          </c:extLst>
        </c:ser>
        <c:ser>
          <c:idx val="17"/>
          <c:order val="1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Shifted!$S$2:$S$589</c:f>
              <c:numCache>
                <c:formatCode>General</c:formatCode>
                <c:ptCount val="588"/>
                <c:pt idx="0">
                  <c:v>36.382710131699021</c:v>
                </c:pt>
                <c:pt idx="1">
                  <c:v>36.376323980414526</c:v>
                </c:pt>
                <c:pt idx="2">
                  <c:v>36.498845810094693</c:v>
                </c:pt>
                <c:pt idx="3">
                  <c:v>36.599704303866567</c:v>
                </c:pt>
                <c:pt idx="4">
                  <c:v>36.429331418081247</c:v>
                </c:pt>
                <c:pt idx="5">
                  <c:v>36.417864412236725</c:v>
                </c:pt>
                <c:pt idx="6">
                  <c:v>36.47037154953837</c:v>
                </c:pt>
                <c:pt idx="7">
                  <c:v>36.514096771532301</c:v>
                </c:pt>
                <c:pt idx="8">
                  <c:v>36.531839014882834</c:v>
                </c:pt>
                <c:pt idx="9">
                  <c:v>36.551458183445682</c:v>
                </c:pt>
                <c:pt idx="10">
                  <c:v>36.582984791185801</c:v>
                </c:pt>
                <c:pt idx="11">
                  <c:v>36.590767241309194</c:v>
                </c:pt>
                <c:pt idx="12">
                  <c:v>36.503326779561398</c:v>
                </c:pt>
                <c:pt idx="13">
                  <c:v>36.472227031420182</c:v>
                </c:pt>
                <c:pt idx="14">
                  <c:v>36.479069143966399</c:v>
                </c:pt>
                <c:pt idx="15">
                  <c:v>36.481065011002116</c:v>
                </c:pt>
                <c:pt idx="16">
                  <c:v>36.4742601866119</c:v>
                </c:pt>
                <c:pt idx="17">
                  <c:v>36.484868508546647</c:v>
                </c:pt>
                <c:pt idx="18">
                  <c:v>36.513342399390375</c:v>
                </c:pt>
                <c:pt idx="19">
                  <c:v>36.516875531395833</c:v>
                </c:pt>
                <c:pt idx="20">
                  <c:v>36.534352532367542</c:v>
                </c:pt>
                <c:pt idx="21">
                  <c:v>36.547533631434362</c:v>
                </c:pt>
                <c:pt idx="22">
                  <c:v>36.582115068714252</c:v>
                </c:pt>
                <c:pt idx="23">
                  <c:v>36.597814438713428</c:v>
                </c:pt>
                <c:pt idx="24">
                  <c:v>36.569462183313433</c:v>
                </c:pt>
                <c:pt idx="25">
                  <c:v>36.533738545379528</c:v>
                </c:pt>
                <c:pt idx="26">
                  <c:v>36.52288943491331</c:v>
                </c:pt>
                <c:pt idx="27">
                  <c:v>36.522617326443438</c:v>
                </c:pt>
                <c:pt idx="28">
                  <c:v>36.509570116152076</c:v>
                </c:pt>
                <c:pt idx="29">
                  <c:v>36.506720952447246</c:v>
                </c:pt>
                <c:pt idx="30">
                  <c:v>36.51172406173017</c:v>
                </c:pt>
                <c:pt idx="31">
                  <c:v>36.543001377549132</c:v>
                </c:pt>
                <c:pt idx="32">
                  <c:v>36.559734622411995</c:v>
                </c:pt>
                <c:pt idx="33">
                  <c:v>36.576308838042962</c:v>
                </c:pt>
                <c:pt idx="34">
                  <c:v>36.608892770988504</c:v>
                </c:pt>
                <c:pt idx="35">
                  <c:v>36.6241662848944</c:v>
                </c:pt>
                <c:pt idx="36">
                  <c:v>36.649898228685828</c:v>
                </c:pt>
                <c:pt idx="37">
                  <c:v>36.681662825704912</c:v>
                </c:pt>
                <c:pt idx="38">
                  <c:v>36.683818883926406</c:v>
                </c:pt>
                <c:pt idx="39">
                  <c:v>36.714026251495618</c:v>
                </c:pt>
                <c:pt idx="40">
                  <c:v>36.785589828382584</c:v>
                </c:pt>
                <c:pt idx="41">
                  <c:v>36.796809390868923</c:v>
                </c:pt>
                <c:pt idx="42">
                  <c:v>36.865824221942482</c:v>
                </c:pt>
                <c:pt idx="43">
                  <c:v>36.928645152280922</c:v>
                </c:pt>
                <c:pt idx="44">
                  <c:v>37.018194084957628</c:v>
                </c:pt>
                <c:pt idx="45">
                  <c:v>37.045143809220697</c:v>
                </c:pt>
                <c:pt idx="46">
                  <c:v>37.07337400664828</c:v>
                </c:pt>
                <c:pt idx="47">
                  <c:v>37.172365504631813</c:v>
                </c:pt>
                <c:pt idx="48">
                  <c:v>37.209703413387373</c:v>
                </c:pt>
                <c:pt idx="49">
                  <c:v>37.273103524913822</c:v>
                </c:pt>
                <c:pt idx="50">
                  <c:v>37.384643385265981</c:v>
                </c:pt>
                <c:pt idx="51">
                  <c:v>37.426994913705386</c:v>
                </c:pt>
                <c:pt idx="52">
                  <c:v>37.474732415227805</c:v>
                </c:pt>
                <c:pt idx="53">
                  <c:v>37.529998215872652</c:v>
                </c:pt>
                <c:pt idx="54">
                  <c:v>37.694894152868549</c:v>
                </c:pt>
                <c:pt idx="55">
                  <c:v>37.716679837237727</c:v>
                </c:pt>
                <c:pt idx="56">
                  <c:v>37.689536700471422</c:v>
                </c:pt>
                <c:pt idx="57">
                  <c:v>37.835681131548704</c:v>
                </c:pt>
                <c:pt idx="58">
                  <c:v>37.853231916591149</c:v>
                </c:pt>
                <c:pt idx="59">
                  <c:v>37.881884642698658</c:v>
                </c:pt>
                <c:pt idx="60">
                  <c:v>37.931555212931741</c:v>
                </c:pt>
                <c:pt idx="61">
                  <c:v>38.065903699587182</c:v>
                </c:pt>
                <c:pt idx="62">
                  <c:v>38.151114847203594</c:v>
                </c:pt>
                <c:pt idx="63">
                  <c:v>38.112981211311556</c:v>
                </c:pt>
                <c:pt idx="64">
                  <c:v>38.169499492595875</c:v>
                </c:pt>
                <c:pt idx="65">
                  <c:v>38.237223234471841</c:v>
                </c:pt>
                <c:pt idx="66">
                  <c:v>38.181750500405997</c:v>
                </c:pt>
                <c:pt idx="67">
                  <c:v>38.220902007887979</c:v>
                </c:pt>
                <c:pt idx="68">
                  <c:v>38.285957269885863</c:v>
                </c:pt>
                <c:pt idx="69">
                  <c:v>38.344575941238091</c:v>
                </c:pt>
                <c:pt idx="70">
                  <c:v>38.408971213437944</c:v>
                </c:pt>
                <c:pt idx="71">
                  <c:v>38.452422372766847</c:v>
                </c:pt>
                <c:pt idx="72">
                  <c:v>38.537614084063975</c:v>
                </c:pt>
                <c:pt idx="73">
                  <c:v>38.561512094936276</c:v>
                </c:pt>
                <c:pt idx="74">
                  <c:v>38.589663913293734</c:v>
                </c:pt>
                <c:pt idx="75">
                  <c:v>38.65033565150172</c:v>
                </c:pt>
                <c:pt idx="76">
                  <c:v>38.697476965056779</c:v>
                </c:pt>
                <c:pt idx="77">
                  <c:v>38.747532881445956</c:v>
                </c:pt>
                <c:pt idx="78">
                  <c:v>38.728154659862824</c:v>
                </c:pt>
                <c:pt idx="79">
                  <c:v>38.776444406369919</c:v>
                </c:pt>
                <c:pt idx="80">
                  <c:v>38.858530743133933</c:v>
                </c:pt>
                <c:pt idx="81">
                  <c:v>38.855046782903614</c:v>
                </c:pt>
                <c:pt idx="82">
                  <c:v>38.878155932730486</c:v>
                </c:pt>
                <c:pt idx="83">
                  <c:v>38.896826418774737</c:v>
                </c:pt>
                <c:pt idx="84">
                  <c:v>38.829449361680638</c:v>
                </c:pt>
                <c:pt idx="85">
                  <c:v>38.845349327170617</c:v>
                </c:pt>
                <c:pt idx="86">
                  <c:v>38.779967027974472</c:v>
                </c:pt>
                <c:pt idx="87">
                  <c:v>38.803543494521328</c:v>
                </c:pt>
                <c:pt idx="88">
                  <c:v>38.741688464745202</c:v>
                </c:pt>
                <c:pt idx="89">
                  <c:v>38.681508972449343</c:v>
                </c:pt>
                <c:pt idx="90">
                  <c:v>38.674134790662919</c:v>
                </c:pt>
                <c:pt idx="91">
                  <c:v>38.596317894945209</c:v>
                </c:pt>
                <c:pt idx="92">
                  <c:v>38.564857254495259</c:v>
                </c:pt>
                <c:pt idx="93">
                  <c:v>38.576725451321366</c:v>
                </c:pt>
                <c:pt idx="94">
                  <c:v>38.522489458701678</c:v>
                </c:pt>
                <c:pt idx="95">
                  <c:v>38.459851694545989</c:v>
                </c:pt>
                <c:pt idx="96">
                  <c:v>38.420153646216534</c:v>
                </c:pt>
                <c:pt idx="97">
                  <c:v>38.395007696888065</c:v>
                </c:pt>
                <c:pt idx="98">
                  <c:v>38.350802957658516</c:v>
                </c:pt>
                <c:pt idx="99">
                  <c:v>38.298381725719103</c:v>
                </c:pt>
                <c:pt idx="100">
                  <c:v>38.221893471435429</c:v>
                </c:pt>
                <c:pt idx="101">
                  <c:v>38.096609281286106</c:v>
                </c:pt>
                <c:pt idx="102">
                  <c:v>38.005849064516219</c:v>
                </c:pt>
                <c:pt idx="103">
                  <c:v>37.893289114298554</c:v>
                </c:pt>
                <c:pt idx="104">
                  <c:v>37.819939825578047</c:v>
                </c:pt>
                <c:pt idx="105">
                  <c:v>37.746935637156874</c:v>
                </c:pt>
                <c:pt idx="106">
                  <c:v>37.61654032883083</c:v>
                </c:pt>
                <c:pt idx="107">
                  <c:v>37.54879693937125</c:v>
                </c:pt>
                <c:pt idx="108">
                  <c:v>37.457128391571693</c:v>
                </c:pt>
                <c:pt idx="109">
                  <c:v>37.348434578775347</c:v>
                </c:pt>
                <c:pt idx="110">
                  <c:v>37.285269393194945</c:v>
                </c:pt>
                <c:pt idx="111">
                  <c:v>37.228454074248639</c:v>
                </c:pt>
                <c:pt idx="112">
                  <c:v>37.153932690970024</c:v>
                </c:pt>
                <c:pt idx="113">
                  <c:v>37.094429772722883</c:v>
                </c:pt>
                <c:pt idx="114">
                  <c:v>37.061376093517424</c:v>
                </c:pt>
                <c:pt idx="115">
                  <c:v>37.016643721598811</c:v>
                </c:pt>
                <c:pt idx="116">
                  <c:v>36.958665181196672</c:v>
                </c:pt>
                <c:pt idx="117">
                  <c:v>36.930306218153881</c:v>
                </c:pt>
                <c:pt idx="118">
                  <c:v>36.893016794564339</c:v>
                </c:pt>
                <c:pt idx="119">
                  <c:v>36.87641532583352</c:v>
                </c:pt>
                <c:pt idx="120">
                  <c:v>36.875965755318077</c:v>
                </c:pt>
                <c:pt idx="121">
                  <c:v>36.874588100557176</c:v>
                </c:pt>
                <c:pt idx="122">
                  <c:v>36.902173624851365</c:v>
                </c:pt>
                <c:pt idx="123">
                  <c:v>36.88471584893459</c:v>
                </c:pt>
                <c:pt idx="124">
                  <c:v>36.898392732591212</c:v>
                </c:pt>
                <c:pt idx="125">
                  <c:v>36.892480288773001</c:v>
                </c:pt>
                <c:pt idx="126">
                  <c:v>36.869369131934896</c:v>
                </c:pt>
                <c:pt idx="127">
                  <c:v>36.863519750522165</c:v>
                </c:pt>
                <c:pt idx="128">
                  <c:v>36.845765834816852</c:v>
                </c:pt>
                <c:pt idx="129">
                  <c:v>36.807822019934271</c:v>
                </c:pt>
                <c:pt idx="130">
                  <c:v>36.76666756806118</c:v>
                </c:pt>
                <c:pt idx="131">
                  <c:v>36.74268278036125</c:v>
                </c:pt>
                <c:pt idx="132">
                  <c:v>36.725855945395772</c:v>
                </c:pt>
                <c:pt idx="133">
                  <c:v>36.697819371735768</c:v>
                </c:pt>
                <c:pt idx="134">
                  <c:v>36.697262848648222</c:v>
                </c:pt>
                <c:pt idx="135">
                  <c:v>36.693922495352979</c:v>
                </c:pt>
                <c:pt idx="136">
                  <c:v>36.699224068332185</c:v>
                </c:pt>
                <c:pt idx="137">
                  <c:v>36.712169977372533</c:v>
                </c:pt>
                <c:pt idx="138">
                  <c:v>36.690513903675928</c:v>
                </c:pt>
                <c:pt idx="139">
                  <c:v>36.720485447425652</c:v>
                </c:pt>
                <c:pt idx="140">
                  <c:v>36.74723029809504</c:v>
                </c:pt>
                <c:pt idx="141">
                  <c:v>36.771242919871767</c:v>
                </c:pt>
                <c:pt idx="142">
                  <c:v>36.81225450423495</c:v>
                </c:pt>
                <c:pt idx="143">
                  <c:v>36.84903810817854</c:v>
                </c:pt>
                <c:pt idx="144">
                  <c:v>36.884442472878675</c:v>
                </c:pt>
                <c:pt idx="145">
                  <c:v>36.920513059674889</c:v>
                </c:pt>
                <c:pt idx="146">
                  <c:v>36.977493270438529</c:v>
                </c:pt>
                <c:pt idx="147">
                  <c:v>36.999873241396024</c:v>
                </c:pt>
                <c:pt idx="148">
                  <c:v>37.019598253393198</c:v>
                </c:pt>
                <c:pt idx="149">
                  <c:v>37.049475995775978</c:v>
                </c:pt>
                <c:pt idx="150">
                  <c:v>37.034802736676006</c:v>
                </c:pt>
                <c:pt idx="151">
                  <c:v>37.032907589914366</c:v>
                </c:pt>
                <c:pt idx="152">
                  <c:v>37.065302546907816</c:v>
                </c:pt>
                <c:pt idx="153">
                  <c:v>37.098842345359522</c:v>
                </c:pt>
                <c:pt idx="154">
                  <c:v>37.123052921822797</c:v>
                </c:pt>
                <c:pt idx="155">
                  <c:v>37.164820832523048</c:v>
                </c:pt>
                <c:pt idx="156">
                  <c:v>37.231129948378616</c:v>
                </c:pt>
                <c:pt idx="157">
                  <c:v>37.276579140202728</c:v>
                </c:pt>
                <c:pt idx="158">
                  <c:v>37.314078349281857</c:v>
                </c:pt>
                <c:pt idx="159">
                  <c:v>37.360705762329943</c:v>
                </c:pt>
                <c:pt idx="160">
                  <c:v>37.401081441029838</c:v>
                </c:pt>
                <c:pt idx="161">
                  <c:v>37.454905468186602</c:v>
                </c:pt>
                <c:pt idx="162">
                  <c:v>37.515959277953414</c:v>
                </c:pt>
                <c:pt idx="163">
                  <c:v>37.580005118934956</c:v>
                </c:pt>
                <c:pt idx="164">
                  <c:v>37.58069700964834</c:v>
                </c:pt>
                <c:pt idx="165">
                  <c:v>37.532693420689732</c:v>
                </c:pt>
                <c:pt idx="166">
                  <c:v>37.518535857843602</c:v>
                </c:pt>
                <c:pt idx="167">
                  <c:v>37.521622218586131</c:v>
                </c:pt>
                <c:pt idx="168">
                  <c:v>37.525891237103764</c:v>
                </c:pt>
                <c:pt idx="169">
                  <c:v>37.55121993008629</c:v>
                </c:pt>
                <c:pt idx="170">
                  <c:v>37.60644411165616</c:v>
                </c:pt>
                <c:pt idx="171">
                  <c:v>37.627959166405844</c:v>
                </c:pt>
                <c:pt idx="172">
                  <c:v>37.570329529061155</c:v>
                </c:pt>
                <c:pt idx="173">
                  <c:v>37.539212087531467</c:v>
                </c:pt>
                <c:pt idx="174">
                  <c:v>37.510260633647249</c:v>
                </c:pt>
                <c:pt idx="175">
                  <c:v>37.473325183459309</c:v>
                </c:pt>
                <c:pt idx="176">
                  <c:v>37.481407312048944</c:v>
                </c:pt>
                <c:pt idx="177">
                  <c:v>37.495878074279062</c:v>
                </c:pt>
                <c:pt idx="178">
                  <c:v>37.491795179644932</c:v>
                </c:pt>
                <c:pt idx="179">
                  <c:v>37.444978156851732</c:v>
                </c:pt>
                <c:pt idx="180">
                  <c:v>37.432409724370814</c:v>
                </c:pt>
                <c:pt idx="181">
                  <c:v>37.424619879995518</c:v>
                </c:pt>
                <c:pt idx="182">
                  <c:v>37.395410155455693</c:v>
                </c:pt>
                <c:pt idx="183">
                  <c:v>37.429657161285427</c:v>
                </c:pt>
                <c:pt idx="184">
                  <c:v>37.440721391665811</c:v>
                </c:pt>
                <c:pt idx="185">
                  <c:v>37.412774182821607</c:v>
                </c:pt>
                <c:pt idx="186">
                  <c:v>37.419843298901121</c:v>
                </c:pt>
                <c:pt idx="187">
                  <c:v>37.399036613483332</c:v>
                </c:pt>
                <c:pt idx="188">
                  <c:v>37.335881885487758</c:v>
                </c:pt>
                <c:pt idx="189">
                  <c:v>37.317860086599367</c:v>
                </c:pt>
                <c:pt idx="190">
                  <c:v>37.290070058424099</c:v>
                </c:pt>
                <c:pt idx="191">
                  <c:v>37.214535028842334</c:v>
                </c:pt>
                <c:pt idx="192">
                  <c:v>37.158910290083895</c:v>
                </c:pt>
                <c:pt idx="193">
                  <c:v>37.117930923532555</c:v>
                </c:pt>
                <c:pt idx="194">
                  <c:v>37.094755859231611</c:v>
                </c:pt>
                <c:pt idx="195">
                  <c:v>37.091007396047644</c:v>
                </c:pt>
                <c:pt idx="196">
                  <c:v>37.06689347301991</c:v>
                </c:pt>
                <c:pt idx="197">
                  <c:v>37.094043475877257</c:v>
                </c:pt>
                <c:pt idx="198">
                  <c:v>37.137267314776366</c:v>
                </c:pt>
                <c:pt idx="199">
                  <c:v>37.119870963966434</c:v>
                </c:pt>
                <c:pt idx="200">
                  <c:v>37.112855509029281</c:v>
                </c:pt>
                <c:pt idx="201">
                  <c:v>37.144044146641534</c:v>
                </c:pt>
                <c:pt idx="202">
                  <c:v>37.130886920445136</c:v>
                </c:pt>
                <c:pt idx="203">
                  <c:v>37.189231265051923</c:v>
                </c:pt>
                <c:pt idx="204">
                  <c:v>37.29135032032427</c:v>
                </c:pt>
                <c:pt idx="205">
                  <c:v>37.352517262145135</c:v>
                </c:pt>
                <c:pt idx="206">
                  <c:v>37.379291214477355</c:v>
                </c:pt>
                <c:pt idx="207">
                  <c:v>37.362687104942289</c:v>
                </c:pt>
                <c:pt idx="208">
                  <c:v>37.338451282390388</c:v>
                </c:pt>
                <c:pt idx="209">
                  <c:v>37.338018824286486</c:v>
                </c:pt>
                <c:pt idx="210">
                  <c:v>37.270725533503196</c:v>
                </c:pt>
                <c:pt idx="211">
                  <c:v>37.221832944202028</c:v>
                </c:pt>
                <c:pt idx="212">
                  <c:v>37.232986539398212</c:v>
                </c:pt>
                <c:pt idx="213">
                  <c:v>37.207472778853877</c:v>
                </c:pt>
                <c:pt idx="214">
                  <c:v>37.169583470171006</c:v>
                </c:pt>
                <c:pt idx="215">
                  <c:v>37.197008644831158</c:v>
                </c:pt>
                <c:pt idx="216">
                  <c:v>37.200649363201748</c:v>
                </c:pt>
                <c:pt idx="217">
                  <c:v>37.153282947492464</c:v>
                </c:pt>
                <c:pt idx="218">
                  <c:v>37.19362767596656</c:v>
                </c:pt>
                <c:pt idx="219">
                  <c:v>37.219409425326134</c:v>
                </c:pt>
                <c:pt idx="220">
                  <c:v>37.203356081925357</c:v>
                </c:pt>
                <c:pt idx="221">
                  <c:v>37.262784001331809</c:v>
                </c:pt>
                <c:pt idx="222">
                  <c:v>37.32633358237878</c:v>
                </c:pt>
                <c:pt idx="223">
                  <c:v>37.310862483498937</c:v>
                </c:pt>
                <c:pt idx="224">
                  <c:v>37.278460871678782</c:v>
                </c:pt>
                <c:pt idx="225">
                  <c:v>37.272424943853864</c:v>
                </c:pt>
                <c:pt idx="226">
                  <c:v>37.250994183575827</c:v>
                </c:pt>
                <c:pt idx="227">
                  <c:v>37.194822270176878</c:v>
                </c:pt>
                <c:pt idx="228">
                  <c:v>37.193467220700356</c:v>
                </c:pt>
                <c:pt idx="229">
                  <c:v>37.185483435660977</c:v>
                </c:pt>
                <c:pt idx="230">
                  <c:v>37.12961944003753</c:v>
                </c:pt>
                <c:pt idx="231">
                  <c:v>37.114813190035548</c:v>
                </c:pt>
                <c:pt idx="232">
                  <c:v>37.212503299684911</c:v>
                </c:pt>
                <c:pt idx="233">
                  <c:v>37.207327217723638</c:v>
                </c:pt>
                <c:pt idx="234">
                  <c:v>37.14362647704143</c:v>
                </c:pt>
                <c:pt idx="235">
                  <c:v>37.12031356275866</c:v>
                </c:pt>
                <c:pt idx="236">
                  <c:v>37.116025636082597</c:v>
                </c:pt>
                <c:pt idx="237">
                  <c:v>37.065847186376239</c:v>
                </c:pt>
                <c:pt idx="238">
                  <c:v>37.036886119964556</c:v>
                </c:pt>
                <c:pt idx="239">
                  <c:v>37.012230092640472</c:v>
                </c:pt>
                <c:pt idx="240">
                  <c:v>36.979884888399084</c:v>
                </c:pt>
                <c:pt idx="241">
                  <c:v>36.928862015125894</c:v>
                </c:pt>
                <c:pt idx="242">
                  <c:v>36.900714527687406</c:v>
                </c:pt>
                <c:pt idx="243">
                  <c:v>36.918329114560521</c:v>
                </c:pt>
                <c:pt idx="244">
                  <c:v>36.915311097831975</c:v>
                </c:pt>
                <c:pt idx="245">
                  <c:v>36.942213076354207</c:v>
                </c:pt>
                <c:pt idx="246">
                  <c:v>36.962040234659753</c:v>
                </c:pt>
                <c:pt idx="247">
                  <c:v>36.960346528446266</c:v>
                </c:pt>
                <c:pt idx="248">
                  <c:v>36.964801037054393</c:v>
                </c:pt>
                <c:pt idx="249">
                  <c:v>36.961462743586466</c:v>
                </c:pt>
                <c:pt idx="250">
                  <c:v>36.953139245488423</c:v>
                </c:pt>
                <c:pt idx="251">
                  <c:v>37.002747281476886</c:v>
                </c:pt>
                <c:pt idx="252">
                  <c:v>37.021434985564838</c:v>
                </c:pt>
                <c:pt idx="253">
                  <c:v>37.050457952428133</c:v>
                </c:pt>
                <c:pt idx="254">
                  <c:v>37.073587172367297</c:v>
                </c:pt>
                <c:pt idx="255">
                  <c:v>37.045365319881149</c:v>
                </c:pt>
                <c:pt idx="256">
                  <c:v>37.031707502831203</c:v>
                </c:pt>
                <c:pt idx="257">
                  <c:v>37.021169003760825</c:v>
                </c:pt>
                <c:pt idx="258">
                  <c:v>37.010599871361144</c:v>
                </c:pt>
                <c:pt idx="259">
                  <c:v>37</c:v>
                </c:pt>
                <c:pt idx="260">
                  <c:v>36.964056435888189</c:v>
                </c:pt>
                <c:pt idx="261">
                  <c:v>36.937308785966302</c:v>
                </c:pt>
                <c:pt idx="262">
                  <c:v>36.887308854627214</c:v>
                </c:pt>
                <c:pt idx="263">
                  <c:v>36.871855871664522</c:v>
                </c:pt>
                <c:pt idx="264">
                  <c:v>36.841298333451817</c:v>
                </c:pt>
                <c:pt idx="265">
                  <c:v>36.815687972288032</c:v>
                </c:pt>
                <c:pt idx="266">
                  <c:v>36.801858714226213</c:v>
                </c:pt>
                <c:pt idx="267">
                  <c:v>36.783734135236429</c:v>
                </c:pt>
                <c:pt idx="268">
                  <c:v>36.755420329946311</c:v>
                </c:pt>
                <c:pt idx="269">
                  <c:v>36.781405368417019</c:v>
                </c:pt>
                <c:pt idx="270">
                  <c:v>36.721181721874089</c:v>
                </c:pt>
                <c:pt idx="271">
                  <c:v>36.704897519365808</c:v>
                </c:pt>
                <c:pt idx="272">
                  <c:v>36.692406145552894</c:v>
                </c:pt>
                <c:pt idx="273">
                  <c:v>36.702722024825036</c:v>
                </c:pt>
                <c:pt idx="274">
                  <c:v>36.738064172177054</c:v>
                </c:pt>
                <c:pt idx="275">
                  <c:v>36.727216963089901</c:v>
                </c:pt>
                <c:pt idx="276">
                  <c:v>36.721055755511387</c:v>
                </c:pt>
                <c:pt idx="277">
                  <c:v>36.7674684183579</c:v>
                </c:pt>
                <c:pt idx="278">
                  <c:v>36.847921840222256</c:v>
                </c:pt>
                <c:pt idx="279">
                  <c:v>36.822498764895855</c:v>
                </c:pt>
                <c:pt idx="280">
                  <c:v>36.841513189285557</c:v>
                </c:pt>
                <c:pt idx="281">
                  <c:v>36.892884648719694</c:v>
                </c:pt>
                <c:pt idx="282">
                  <c:v>36.961523165187693</c:v>
                </c:pt>
                <c:pt idx="283">
                  <c:v>37.001903702967411</c:v>
                </c:pt>
                <c:pt idx="284">
                  <c:v>36.970937949233814</c:v>
                </c:pt>
                <c:pt idx="285">
                  <c:v>36.967184098809177</c:v>
                </c:pt>
                <c:pt idx="286">
                  <c:v>36.988242611320196</c:v>
                </c:pt>
                <c:pt idx="287">
                  <c:v>37.093433027566931</c:v>
                </c:pt>
                <c:pt idx="288">
                  <c:v>37.125319788190602</c:v>
                </c:pt>
                <c:pt idx="289">
                  <c:v>37.147751307647042</c:v>
                </c:pt>
                <c:pt idx="290">
                  <c:v>37.124754972977705</c:v>
                </c:pt>
                <c:pt idx="291">
                  <c:v>37.189096267138687</c:v>
                </c:pt>
                <c:pt idx="292">
                  <c:v>37.175201834027988</c:v>
                </c:pt>
                <c:pt idx="293">
                  <c:v>37.116206583989779</c:v>
                </c:pt>
                <c:pt idx="294">
                  <c:v>37.20243518066745</c:v>
                </c:pt>
                <c:pt idx="295">
                  <c:v>37.279036461373011</c:v>
                </c:pt>
                <c:pt idx="296">
                  <c:v>37.247431844275368</c:v>
                </c:pt>
                <c:pt idx="297">
                  <c:v>37.301223864884626</c:v>
                </c:pt>
                <c:pt idx="298">
                  <c:v>37.292832867829965</c:v>
                </c:pt>
                <c:pt idx="299">
                  <c:v>37.263729303620977</c:v>
                </c:pt>
                <c:pt idx="300">
                  <c:v>37.323203489917887</c:v>
                </c:pt>
                <c:pt idx="301">
                  <c:v>37.317625583182007</c:v>
                </c:pt>
                <c:pt idx="302">
                  <c:v>37.294024081810846</c:v>
                </c:pt>
                <c:pt idx="303">
                  <c:v>37.287705904827739</c:v>
                </c:pt>
                <c:pt idx="304">
                  <c:v>37.305629993958895</c:v>
                </c:pt>
                <c:pt idx="305">
                  <c:v>37.362509431632375</c:v>
                </c:pt>
                <c:pt idx="306">
                  <c:v>37.3699497391572</c:v>
                </c:pt>
                <c:pt idx="307">
                  <c:v>37.348752848503501</c:v>
                </c:pt>
                <c:pt idx="308">
                  <c:v>37.402794794826939</c:v>
                </c:pt>
                <c:pt idx="309">
                  <c:v>37.39893161510637</c:v>
                </c:pt>
                <c:pt idx="310">
                  <c:v>37.404199385791181</c:v>
                </c:pt>
                <c:pt idx="311">
                  <c:v>37.384907888219615</c:v>
                </c:pt>
                <c:pt idx="312">
                  <c:v>37.374877796783352</c:v>
                </c:pt>
                <c:pt idx="313">
                  <c:v>37.409996796176287</c:v>
                </c:pt>
                <c:pt idx="314">
                  <c:v>37.423207894779374</c:v>
                </c:pt>
                <c:pt idx="315">
                  <c:v>37.493115476137532</c:v>
                </c:pt>
                <c:pt idx="316">
                  <c:v>37.526511720470239</c:v>
                </c:pt>
                <c:pt idx="317">
                  <c:v>37.504119601813194</c:v>
                </c:pt>
                <c:pt idx="318">
                  <c:v>37.566984897663026</c:v>
                </c:pt>
                <c:pt idx="319">
                  <c:v>37.634474769914647</c:v>
                </c:pt>
                <c:pt idx="320">
                  <c:v>37.609059986713589</c:v>
                </c:pt>
                <c:pt idx="321">
                  <c:v>37.60266913479753</c:v>
                </c:pt>
                <c:pt idx="322">
                  <c:v>37.767457432612218</c:v>
                </c:pt>
                <c:pt idx="323">
                  <c:v>37.871527619696302</c:v>
                </c:pt>
                <c:pt idx="324">
                  <c:v>37.908269657380998</c:v>
                </c:pt>
                <c:pt idx="325">
                  <c:v>37.976684233648641</c:v>
                </c:pt>
                <c:pt idx="326">
                  <c:v>38.036339367852726</c:v>
                </c:pt>
                <c:pt idx="327">
                  <c:v>38.111060607196954</c:v>
                </c:pt>
                <c:pt idx="328">
                  <c:v>38.135972264372391</c:v>
                </c:pt>
                <c:pt idx="329">
                  <c:v>38.269809491325113</c:v>
                </c:pt>
                <c:pt idx="330">
                  <c:v>38.351512594576448</c:v>
                </c:pt>
                <c:pt idx="331">
                  <c:v>38.257399190202669</c:v>
                </c:pt>
                <c:pt idx="332">
                  <c:v>38.333613223373071</c:v>
                </c:pt>
                <c:pt idx="333">
                  <c:v>38.403244682238899</c:v>
                </c:pt>
                <c:pt idx="334">
                  <c:v>38.33473503701827</c:v>
                </c:pt>
                <c:pt idx="335">
                  <c:v>38.312471367079915</c:v>
                </c:pt>
                <c:pt idx="336">
                  <c:v>38.406560687318958</c:v>
                </c:pt>
                <c:pt idx="337">
                  <c:v>38.404309454512294</c:v>
                </c:pt>
                <c:pt idx="338">
                  <c:v>38.284958200822174</c:v>
                </c:pt>
                <c:pt idx="339">
                  <c:v>38.276247772085497</c:v>
                </c:pt>
                <c:pt idx="340">
                  <c:v>38.23359223426089</c:v>
                </c:pt>
                <c:pt idx="341">
                  <c:v>38.102029479192204</c:v>
                </c:pt>
                <c:pt idx="342">
                  <c:v>38.097979964323791</c:v>
                </c:pt>
                <c:pt idx="343">
                  <c:v>38.121808257963899</c:v>
                </c:pt>
                <c:pt idx="344">
                  <c:v>38.095178599175881</c:v>
                </c:pt>
                <c:pt idx="345">
                  <c:v>38.089688472773254</c:v>
                </c:pt>
                <c:pt idx="346">
                  <c:v>38.148110034496298</c:v>
                </c:pt>
                <c:pt idx="347">
                  <c:v>38.181896484064914</c:v>
                </c:pt>
                <c:pt idx="348">
                  <c:v>38.171490447735685</c:v>
                </c:pt>
                <c:pt idx="349">
                  <c:v>38.195202545988813</c:v>
                </c:pt>
                <c:pt idx="350">
                  <c:v>38.196484709268049</c:v>
                </c:pt>
                <c:pt idx="351">
                  <c:v>38.195992463355935</c:v>
                </c:pt>
                <c:pt idx="352">
                  <c:v>38.159515351153551</c:v>
                </c:pt>
                <c:pt idx="353">
                  <c:v>38.188031811761782</c:v>
                </c:pt>
                <c:pt idx="354">
                  <c:v>38.128535548341347</c:v>
                </c:pt>
                <c:pt idx="355">
                  <c:v>38.081093605630535</c:v>
                </c:pt>
                <c:pt idx="356">
                  <c:v>38.0406276114253</c:v>
                </c:pt>
                <c:pt idx="357">
                  <c:v>38.072752255695768</c:v>
                </c:pt>
                <c:pt idx="358">
                  <c:v>38.08094107277708</c:v>
                </c:pt>
                <c:pt idx="359">
                  <c:v>38.004443311598109</c:v>
                </c:pt>
                <c:pt idx="360">
                  <c:v>38.063924575250404</c:v>
                </c:pt>
                <c:pt idx="361">
                  <c:v>38.090824018600557</c:v>
                </c:pt>
                <c:pt idx="362">
                  <c:v>38.038376167354315</c:v>
                </c:pt>
                <c:pt idx="363">
                  <c:v>38.053598185577343</c:v>
                </c:pt>
                <c:pt idx="364">
                  <c:v>38.118221623264347</c:v>
                </c:pt>
                <c:pt idx="365">
                  <c:v>38.033694760845073</c:v>
                </c:pt>
                <c:pt idx="366">
                  <c:v>37.969592723549098</c:v>
                </c:pt>
                <c:pt idx="367">
                  <c:v>37.91833238915779</c:v>
                </c:pt>
                <c:pt idx="368">
                  <c:v>37.891556324182169</c:v>
                </c:pt>
                <c:pt idx="369">
                  <c:v>37.800933429233261</c:v>
                </c:pt>
                <c:pt idx="370">
                  <c:v>37.746857152454581</c:v>
                </c:pt>
                <c:pt idx="371">
                  <c:v>37.779946429701312</c:v>
                </c:pt>
                <c:pt idx="372">
                  <c:v>37.712853523144481</c:v>
                </c:pt>
                <c:pt idx="373">
                  <c:v>37.620901775497202</c:v>
                </c:pt>
                <c:pt idx="374">
                  <c:v>37.542714216495035</c:v>
                </c:pt>
                <c:pt idx="375">
                  <c:v>37.458904385245596</c:v>
                </c:pt>
                <c:pt idx="376">
                  <c:v>37.340749627144845</c:v>
                </c:pt>
                <c:pt idx="377">
                  <c:v>37.248202642219717</c:v>
                </c:pt>
                <c:pt idx="378">
                  <c:v>37.204955036082367</c:v>
                </c:pt>
                <c:pt idx="379">
                  <c:v>37.147897291305952</c:v>
                </c:pt>
                <c:pt idx="380">
                  <c:v>37.081168604471223</c:v>
                </c:pt>
                <c:pt idx="381">
                  <c:v>36.987785963449369</c:v>
                </c:pt>
                <c:pt idx="382">
                  <c:v>36.912344523970212</c:v>
                </c:pt>
                <c:pt idx="383">
                  <c:v>36.786169220834935</c:v>
                </c:pt>
                <c:pt idx="384">
                  <c:v>36.725656089330172</c:v>
                </c:pt>
                <c:pt idx="385">
                  <c:v>36.687624441298247</c:v>
                </c:pt>
                <c:pt idx="386">
                  <c:v>36.629712396347109</c:v>
                </c:pt>
                <c:pt idx="387">
                  <c:v>36.600355050849743</c:v>
                </c:pt>
                <c:pt idx="388">
                  <c:v>36.632298535948685</c:v>
                </c:pt>
                <c:pt idx="389">
                  <c:v>36.658127344439997</c:v>
                </c:pt>
                <c:pt idx="390">
                  <c:v>36.706918896570578</c:v>
                </c:pt>
                <c:pt idx="391">
                  <c:v>36.891296785940526</c:v>
                </c:pt>
                <c:pt idx="392">
                  <c:v>37.409839404243009</c:v>
                </c:pt>
                <c:pt idx="393">
                  <c:v>37.761554284424967</c:v>
                </c:pt>
                <c:pt idx="394">
                  <c:v>38.002609748391563</c:v>
                </c:pt>
                <c:pt idx="395">
                  <c:v>38.05205384325221</c:v>
                </c:pt>
                <c:pt idx="396">
                  <c:v>37.961001236635816</c:v>
                </c:pt>
                <c:pt idx="397">
                  <c:v>37.837594130147075</c:v>
                </c:pt>
                <c:pt idx="398">
                  <c:v>37.691531669633697</c:v>
                </c:pt>
                <c:pt idx="399">
                  <c:v>37.590590413056646</c:v>
                </c:pt>
                <c:pt idx="400">
                  <c:v>37.445955993849253</c:v>
                </c:pt>
                <c:pt idx="401">
                  <c:v>37.41708936259753</c:v>
                </c:pt>
                <c:pt idx="402">
                  <c:v>37.378947064867553</c:v>
                </c:pt>
                <c:pt idx="403">
                  <c:v>37.35731898369599</c:v>
                </c:pt>
                <c:pt idx="404">
                  <c:v>37.293350887991558</c:v>
                </c:pt>
                <c:pt idx="405">
                  <c:v>37.19225139442387</c:v>
                </c:pt>
                <c:pt idx="406">
                  <c:v>37.076533464852425</c:v>
                </c:pt>
                <c:pt idx="407">
                  <c:v>36.940857709981174</c:v>
                </c:pt>
                <c:pt idx="408">
                  <c:v>36.757050128696953</c:v>
                </c:pt>
                <c:pt idx="409">
                  <c:v>36.620340974306771</c:v>
                </c:pt>
                <c:pt idx="410">
                  <c:v>36.516236932112214</c:v>
                </c:pt>
                <c:pt idx="411">
                  <c:v>36.402573125718234</c:v>
                </c:pt>
                <c:pt idx="412">
                  <c:v>36.342148883684509</c:v>
                </c:pt>
                <c:pt idx="413">
                  <c:v>36.281759262594498</c:v>
                </c:pt>
                <c:pt idx="414">
                  <c:v>36.239734533680974</c:v>
                </c:pt>
                <c:pt idx="415">
                  <c:v>36.206201218403699</c:v>
                </c:pt>
                <c:pt idx="416">
                  <c:v>36.188566152093635</c:v>
                </c:pt>
                <c:pt idx="417">
                  <c:v>36.152241744396981</c:v>
                </c:pt>
                <c:pt idx="418">
                  <c:v>36.125831694890351</c:v>
                </c:pt>
                <c:pt idx="419">
                  <c:v>36.140874838237536</c:v>
                </c:pt>
                <c:pt idx="420">
                  <c:v>36.120630366840459</c:v>
                </c:pt>
                <c:pt idx="421">
                  <c:v>36.110086665385701</c:v>
                </c:pt>
                <c:pt idx="422">
                  <c:v>36.081466969137345</c:v>
                </c:pt>
                <c:pt idx="423">
                  <c:v>36.080606799775175</c:v>
                </c:pt>
                <c:pt idx="424">
                  <c:v>36.075616709657197</c:v>
                </c:pt>
                <c:pt idx="425">
                  <c:v>36.086904352077092</c:v>
                </c:pt>
                <c:pt idx="426">
                  <c:v>36.091872008562966</c:v>
                </c:pt>
                <c:pt idx="427">
                  <c:v>36.076133125530205</c:v>
                </c:pt>
                <c:pt idx="428">
                  <c:v>36.082439702780654</c:v>
                </c:pt>
                <c:pt idx="429">
                  <c:v>36.100520787724442</c:v>
                </c:pt>
                <c:pt idx="430">
                  <c:v>36.083995268523843</c:v>
                </c:pt>
                <c:pt idx="431">
                  <c:v>36.081196953504836</c:v>
                </c:pt>
                <c:pt idx="432">
                  <c:v>36.056487707373115</c:v>
                </c:pt>
                <c:pt idx="433">
                  <c:v>36.061238864124597</c:v>
                </c:pt>
                <c:pt idx="434">
                  <c:v>36.07065558255983</c:v>
                </c:pt>
                <c:pt idx="435">
                  <c:v>36.098239264893053</c:v>
                </c:pt>
                <c:pt idx="436">
                  <c:v>36.089133138047622</c:v>
                </c:pt>
                <c:pt idx="437">
                  <c:v>36.093696771289345</c:v>
                </c:pt>
                <c:pt idx="438">
                  <c:v>36.069177795103798</c:v>
                </c:pt>
                <c:pt idx="439">
                  <c:v>36.175553840030432</c:v>
                </c:pt>
                <c:pt idx="440">
                  <c:v>36.206422240515366</c:v>
                </c:pt>
                <c:pt idx="441">
                  <c:v>36.285185785332402</c:v>
                </c:pt>
                <c:pt idx="442">
                  <c:v>36.299056319164642</c:v>
                </c:pt>
                <c:pt idx="443">
                  <c:v>36.242725508574004</c:v>
                </c:pt>
                <c:pt idx="444">
                  <c:v>36.244492814001923</c:v>
                </c:pt>
                <c:pt idx="445">
                  <c:v>36.250496391974785</c:v>
                </c:pt>
                <c:pt idx="446">
                  <c:v>36.220854064086829</c:v>
                </c:pt>
                <c:pt idx="447">
                  <c:v>36.269224500367756</c:v>
                </c:pt>
                <c:pt idx="448">
                  <c:v>36.326893195207298</c:v>
                </c:pt>
                <c:pt idx="449">
                  <c:v>36.293410966288235</c:v>
                </c:pt>
                <c:pt idx="450">
                  <c:v>36.325067844901973</c:v>
                </c:pt>
                <c:pt idx="451">
                  <c:v>36.313284972461162</c:v>
                </c:pt>
                <c:pt idx="452">
                  <c:v>36.285893732135619</c:v>
                </c:pt>
                <c:pt idx="453">
                  <c:v>36.28286913980449</c:v>
                </c:pt>
                <c:pt idx="454">
                  <c:v>36.324791352697048</c:v>
                </c:pt>
                <c:pt idx="455">
                  <c:v>36.312242884696253</c:v>
                </c:pt>
                <c:pt idx="456">
                  <c:v>36.294899349971317</c:v>
                </c:pt>
                <c:pt idx="457">
                  <c:v>36.313869408849634</c:v>
                </c:pt>
                <c:pt idx="458">
                  <c:v>36.296723881627322</c:v>
                </c:pt>
                <c:pt idx="459">
                  <c:v>36.299579092773882</c:v>
                </c:pt>
                <c:pt idx="460">
                  <c:v>36.316455073106439</c:v>
                </c:pt>
                <c:pt idx="461">
                  <c:v>36.307705798139246</c:v>
                </c:pt>
                <c:pt idx="462">
                  <c:v>36.315497834382064</c:v>
                </c:pt>
                <c:pt idx="463">
                  <c:v>36.332566883913309</c:v>
                </c:pt>
                <c:pt idx="464">
                  <c:v>36.348558722983121</c:v>
                </c:pt>
                <c:pt idx="465">
                  <c:v>36.380343680602969</c:v>
                </c:pt>
                <c:pt idx="466">
                  <c:v>36.387203750618077</c:v>
                </c:pt>
                <c:pt idx="467">
                  <c:v>36.375228521995737</c:v>
                </c:pt>
                <c:pt idx="468">
                  <c:v>36.366793397102064</c:v>
                </c:pt>
                <c:pt idx="469">
                  <c:v>36.357715236373636</c:v>
                </c:pt>
                <c:pt idx="470">
                  <c:v>36.389005809029925</c:v>
                </c:pt>
                <c:pt idx="471">
                  <c:v>36.40571166875273</c:v>
                </c:pt>
                <c:pt idx="472">
                  <c:v>36.426318339656653</c:v>
                </c:pt>
                <c:pt idx="473">
                  <c:v>36.447025942098989</c:v>
                </c:pt>
                <c:pt idx="474">
                  <c:v>36.441827413301603</c:v>
                </c:pt>
                <c:pt idx="475">
                  <c:v>36.437186675177806</c:v>
                </c:pt>
                <c:pt idx="476">
                  <c:v>36.472364881402008</c:v>
                </c:pt>
                <c:pt idx="477">
                  <c:v>36.47530298739396</c:v>
                </c:pt>
                <c:pt idx="478">
                  <c:v>36.458444462777493</c:v>
                </c:pt>
                <c:pt idx="479">
                  <c:v>36.480106557507789</c:v>
                </c:pt>
                <c:pt idx="480">
                  <c:v>36.488827971990148</c:v>
                </c:pt>
                <c:pt idx="481">
                  <c:v>36.482393546803976</c:v>
                </c:pt>
                <c:pt idx="482">
                  <c:v>36.494661297313044</c:v>
                </c:pt>
                <c:pt idx="483">
                  <c:v>36.508924967673913</c:v>
                </c:pt>
                <c:pt idx="484">
                  <c:v>36.511225530703946</c:v>
                </c:pt>
                <c:pt idx="485">
                  <c:v>36.506367137493896</c:v>
                </c:pt>
                <c:pt idx="486">
                  <c:v>36.503247080089153</c:v>
                </c:pt>
                <c:pt idx="487">
                  <c:v>36.518206760818025</c:v>
                </c:pt>
                <c:pt idx="488">
                  <c:v>36.514451273094757</c:v>
                </c:pt>
                <c:pt idx="489">
                  <c:v>36.511010041077185</c:v>
                </c:pt>
                <c:pt idx="490">
                  <c:v>36.530122703384968</c:v>
                </c:pt>
                <c:pt idx="491">
                  <c:v>36.518311389482392</c:v>
                </c:pt>
                <c:pt idx="492">
                  <c:v>36.519864129565043</c:v>
                </c:pt>
                <c:pt idx="493">
                  <c:v>36.524812891096509</c:v>
                </c:pt>
                <c:pt idx="494">
                  <c:v>36.526022696339311</c:v>
                </c:pt>
                <c:pt idx="495">
                  <c:v>36.529926121916638</c:v>
                </c:pt>
                <c:pt idx="496">
                  <c:v>36.540140118960835</c:v>
                </c:pt>
                <c:pt idx="497">
                  <c:v>36.553788587563737</c:v>
                </c:pt>
                <c:pt idx="498">
                  <c:v>36.558477599589217</c:v>
                </c:pt>
                <c:pt idx="499">
                  <c:v>36.55694397892934</c:v>
                </c:pt>
                <c:pt idx="500">
                  <c:v>36.569574523126207</c:v>
                </c:pt>
                <c:pt idx="501">
                  <c:v>36.581967817469298</c:v>
                </c:pt>
                <c:pt idx="502">
                  <c:v>36.595345814900959</c:v>
                </c:pt>
                <c:pt idx="503">
                  <c:v>36.59304789267518</c:v>
                </c:pt>
                <c:pt idx="504">
                  <c:v>36.615186599756434</c:v>
                </c:pt>
                <c:pt idx="505">
                  <c:v>36.619097155505237</c:v>
                </c:pt>
                <c:pt idx="506">
                  <c:v>36.61796572933256</c:v>
                </c:pt>
                <c:pt idx="507">
                  <c:v>36.652967477016816</c:v>
                </c:pt>
                <c:pt idx="508">
                  <c:v>36.67518287305348</c:v>
                </c:pt>
                <c:pt idx="509">
                  <c:v>36.684589417790335</c:v>
                </c:pt>
                <c:pt idx="510">
                  <c:v>36.7207365350937</c:v>
                </c:pt>
                <c:pt idx="511">
                  <c:v>36.747739181073925</c:v>
                </c:pt>
                <c:pt idx="512">
                  <c:v>36.768024624548936</c:v>
                </c:pt>
                <c:pt idx="513">
                  <c:v>36.81736208373399</c:v>
                </c:pt>
                <c:pt idx="514">
                  <c:v>36.879168047367152</c:v>
                </c:pt>
                <c:pt idx="515">
                  <c:v>36.925981531482662</c:v>
                </c:pt>
                <c:pt idx="516">
                  <c:v>36.937504944905953</c:v>
                </c:pt>
                <c:pt idx="517">
                  <c:v>36.982143621089804</c:v>
                </c:pt>
                <c:pt idx="518">
                  <c:v>37.01675780434239</c:v>
                </c:pt>
                <c:pt idx="519">
                  <c:v>37.00360997940912</c:v>
                </c:pt>
                <c:pt idx="520">
                  <c:v>37.018028453715097</c:v>
                </c:pt>
                <c:pt idx="521">
                  <c:v>37.046899310253622</c:v>
                </c:pt>
                <c:pt idx="522">
                  <c:v>37.101875150591859</c:v>
                </c:pt>
                <c:pt idx="523">
                  <c:v>37.091490663225308</c:v>
                </c:pt>
                <c:pt idx="524">
                  <c:v>37.113200398064265</c:v>
                </c:pt>
                <c:pt idx="525">
                  <c:v>37.148454817899115</c:v>
                </c:pt>
                <c:pt idx="526">
                  <c:v>37.13772005425691</c:v>
                </c:pt>
                <c:pt idx="527">
                  <c:v>37.115703246699816</c:v>
                </c:pt>
                <c:pt idx="528">
                  <c:v>37.092212976003644</c:v>
                </c:pt>
                <c:pt idx="529">
                  <c:v>37.077794079168989</c:v>
                </c:pt>
                <c:pt idx="530">
                  <c:v>37.083316529015626</c:v>
                </c:pt>
                <c:pt idx="531">
                  <c:v>37.083731029650636</c:v>
                </c:pt>
                <c:pt idx="532">
                  <c:v>37.082816677587275</c:v>
                </c:pt>
                <c:pt idx="533">
                  <c:v>37.062009147112128</c:v>
                </c:pt>
                <c:pt idx="534">
                  <c:v>37.059853405787145</c:v>
                </c:pt>
                <c:pt idx="535">
                  <c:v>37.044355476336122</c:v>
                </c:pt>
                <c:pt idx="536">
                  <c:v>37.043183170513672</c:v>
                </c:pt>
                <c:pt idx="537">
                  <c:v>37.090608951502475</c:v>
                </c:pt>
                <c:pt idx="538">
                  <c:v>37.074309168249123</c:v>
                </c:pt>
                <c:pt idx="539">
                  <c:v>37.07949486273786</c:v>
                </c:pt>
                <c:pt idx="540">
                  <c:v>37.124450752328158</c:v>
                </c:pt>
                <c:pt idx="541">
                  <c:v>37.1491055120662</c:v>
                </c:pt>
                <c:pt idx="542">
                  <c:v>37.138609688392492</c:v>
                </c:pt>
                <c:pt idx="543">
                  <c:v>37.153547872974784</c:v>
                </c:pt>
                <c:pt idx="544">
                  <c:v>37.182080389672848</c:v>
                </c:pt>
                <c:pt idx="545">
                  <c:v>37.230996323683591</c:v>
                </c:pt>
                <c:pt idx="546">
                  <c:v>37.258212663543688</c:v>
                </c:pt>
                <c:pt idx="547">
                  <c:v>37.265415404318219</c:v>
                </c:pt>
                <c:pt idx="548">
                  <c:v>37.294791182629254</c:v>
                </c:pt>
                <c:pt idx="549">
                  <c:v>37.344028132804567</c:v>
                </c:pt>
                <c:pt idx="550">
                  <c:v>37.313182060319562</c:v>
                </c:pt>
                <c:pt idx="551">
                  <c:v>37.313414239829179</c:v>
                </c:pt>
                <c:pt idx="552">
                  <c:v>37.406667058914124</c:v>
                </c:pt>
                <c:pt idx="553">
                  <c:v>37.400382578593238</c:v>
                </c:pt>
                <c:pt idx="554">
                  <c:v>37.426607771802402</c:v>
                </c:pt>
                <c:pt idx="555">
                  <c:v>37.435653054517928</c:v>
                </c:pt>
                <c:pt idx="556">
                  <c:v>37.420859902905022</c:v>
                </c:pt>
                <c:pt idx="557">
                  <c:v>37.440749067294348</c:v>
                </c:pt>
                <c:pt idx="558">
                  <c:v>37.380964744946375</c:v>
                </c:pt>
                <c:pt idx="559">
                  <c:v>37.37879368695674</c:v>
                </c:pt>
                <c:pt idx="560">
                  <c:v>37.314254543741384</c:v>
                </c:pt>
                <c:pt idx="561">
                  <c:v>37.244752695548122</c:v>
                </c:pt>
                <c:pt idx="562">
                  <c:v>37.210686109464717</c:v>
                </c:pt>
                <c:pt idx="563">
                  <c:v>37.150683339789218</c:v>
                </c:pt>
                <c:pt idx="564">
                  <c:v>37.140813492354816</c:v>
                </c:pt>
                <c:pt idx="565">
                  <c:v>37.110201923287171</c:v>
                </c:pt>
                <c:pt idx="566">
                  <c:v>37.067977892876939</c:v>
                </c:pt>
                <c:pt idx="567">
                  <c:v>37.163633210035947</c:v>
                </c:pt>
                <c:pt idx="568">
                  <c:v>37.17989253616819</c:v>
                </c:pt>
                <c:pt idx="569">
                  <c:v>37.17032838823372</c:v>
                </c:pt>
                <c:pt idx="570">
                  <c:v>37.171831534012554</c:v>
                </c:pt>
                <c:pt idx="571">
                  <c:v>37.143371164086581</c:v>
                </c:pt>
                <c:pt idx="572">
                  <c:v>37.107138801622042</c:v>
                </c:pt>
                <c:pt idx="573">
                  <c:v>37.060643534418602</c:v>
                </c:pt>
                <c:pt idx="574">
                  <c:v>37.045077577850115</c:v>
                </c:pt>
                <c:pt idx="575">
                  <c:v>37.105568051254423</c:v>
                </c:pt>
                <c:pt idx="576">
                  <c:v>37.097334023604354</c:v>
                </c:pt>
                <c:pt idx="577">
                  <c:v>37.039583331792862</c:v>
                </c:pt>
                <c:pt idx="578">
                  <c:v>36.98696868735022</c:v>
                </c:pt>
                <c:pt idx="579">
                  <c:v>36.794567083980638</c:v>
                </c:pt>
                <c:pt idx="580">
                  <c:v>36.743774911366685</c:v>
                </c:pt>
                <c:pt idx="581">
                  <c:v>36.363789561492339</c:v>
                </c:pt>
                <c:pt idx="582">
                  <c:v>36.059287870955096</c:v>
                </c:pt>
                <c:pt idx="583">
                  <c:v>36.637339355916296</c:v>
                </c:pt>
                <c:pt idx="584">
                  <c:v>36.475414534965466</c:v>
                </c:pt>
                <c:pt idx="585">
                  <c:v>36.084779891078448</c:v>
                </c:pt>
                <c:pt idx="586">
                  <c:v>35.69111444897031</c:v>
                </c:pt>
                <c:pt idx="587">
                  <c:v>35.062354564307967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96A0-42C5-857B-5B109011262B}"/>
            </c:ext>
          </c:extLst>
        </c:ser>
        <c:ser>
          <c:idx val="18"/>
          <c:order val="1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Shifted!$T$2:$T$589</c:f>
              <c:numCache>
                <c:formatCode>General</c:formatCode>
                <c:ptCount val="588"/>
                <c:pt idx="0">
                  <c:v>38.14240524778635</c:v>
                </c:pt>
                <c:pt idx="1">
                  <c:v>38.094187641596221</c:v>
                </c:pt>
                <c:pt idx="2">
                  <c:v>38.056472360522321</c:v>
                </c:pt>
                <c:pt idx="3">
                  <c:v>38.060678838541762</c:v>
                </c:pt>
                <c:pt idx="4">
                  <c:v>38.110355200502049</c:v>
                </c:pt>
                <c:pt idx="5">
                  <c:v>38.138207728753414</c:v>
                </c:pt>
                <c:pt idx="6">
                  <c:v>38.153487285678999</c:v>
                </c:pt>
                <c:pt idx="7">
                  <c:v>38.187770524410851</c:v>
                </c:pt>
                <c:pt idx="8">
                  <c:v>38.197586803623885</c:v>
                </c:pt>
                <c:pt idx="9">
                  <c:v>38.209056974832407</c:v>
                </c:pt>
                <c:pt idx="10">
                  <c:v>38.217520769765983</c:v>
                </c:pt>
                <c:pt idx="11">
                  <c:v>38.232654430448328</c:v>
                </c:pt>
                <c:pt idx="12">
                  <c:v>38.231157978772586</c:v>
                </c:pt>
                <c:pt idx="13">
                  <c:v>38.238035028788836</c:v>
                </c:pt>
                <c:pt idx="14">
                  <c:v>38.243110318211599</c:v>
                </c:pt>
                <c:pt idx="15">
                  <c:v>38.24584610481395</c:v>
                </c:pt>
                <c:pt idx="16">
                  <c:v>38.254483394455065</c:v>
                </c:pt>
                <c:pt idx="17">
                  <c:v>38.27120835387386</c:v>
                </c:pt>
                <c:pt idx="18">
                  <c:v>38.279202017742143</c:v>
                </c:pt>
                <c:pt idx="19">
                  <c:v>38.279994411274721</c:v>
                </c:pt>
                <c:pt idx="20">
                  <c:v>38.289382007878046</c:v>
                </c:pt>
                <c:pt idx="21">
                  <c:v>38.298580664495603</c:v>
                </c:pt>
                <c:pt idx="22">
                  <c:v>38.320871348054602</c:v>
                </c:pt>
                <c:pt idx="23">
                  <c:v>38.329746364457051</c:v>
                </c:pt>
                <c:pt idx="24">
                  <c:v>38.339197395470705</c:v>
                </c:pt>
                <c:pt idx="25">
                  <c:v>38.351563421822064</c:v>
                </c:pt>
                <c:pt idx="26">
                  <c:v>38.353993972019708</c:v>
                </c:pt>
                <c:pt idx="27">
                  <c:v>38.370766151932344</c:v>
                </c:pt>
                <c:pt idx="28">
                  <c:v>38.379607406261812</c:v>
                </c:pt>
                <c:pt idx="29">
                  <c:v>38.395726011612062</c:v>
                </c:pt>
                <c:pt idx="30">
                  <c:v>38.403272763091536</c:v>
                </c:pt>
                <c:pt idx="31">
                  <c:v>38.402958752608583</c:v>
                </c:pt>
                <c:pt idx="32">
                  <c:v>38.402723027207244</c:v>
                </c:pt>
                <c:pt idx="33">
                  <c:v>38.400774688747916</c:v>
                </c:pt>
                <c:pt idx="34">
                  <c:v>38.394964943714214</c:v>
                </c:pt>
                <c:pt idx="35">
                  <c:v>38.3909034301454</c:v>
                </c:pt>
                <c:pt idx="36">
                  <c:v>38.38625151537758</c:v>
                </c:pt>
                <c:pt idx="37">
                  <c:v>38.396155056786995</c:v>
                </c:pt>
                <c:pt idx="38">
                  <c:v>38.399364484085936</c:v>
                </c:pt>
                <c:pt idx="39">
                  <c:v>38.409148349968596</c:v>
                </c:pt>
                <c:pt idx="40">
                  <c:v>38.415273323704376</c:v>
                </c:pt>
                <c:pt idx="41">
                  <c:v>38.425109660025207</c:v>
                </c:pt>
                <c:pt idx="42">
                  <c:v>38.437256522954321</c:v>
                </c:pt>
                <c:pt idx="43">
                  <c:v>38.442091721690531</c:v>
                </c:pt>
                <c:pt idx="44">
                  <c:v>38.454591955182529</c:v>
                </c:pt>
                <c:pt idx="45">
                  <c:v>38.476421339764912</c:v>
                </c:pt>
                <c:pt idx="46">
                  <c:v>38.504371956410033</c:v>
                </c:pt>
                <c:pt idx="47">
                  <c:v>38.529178842573486</c:v>
                </c:pt>
                <c:pt idx="48">
                  <c:v>38.536798165106745</c:v>
                </c:pt>
                <c:pt idx="49">
                  <c:v>38.539438045957958</c:v>
                </c:pt>
                <c:pt idx="50">
                  <c:v>38.546477438175671</c:v>
                </c:pt>
                <c:pt idx="51">
                  <c:v>38.546524368617327</c:v>
                </c:pt>
                <c:pt idx="52">
                  <c:v>38.545013080772918</c:v>
                </c:pt>
                <c:pt idx="53">
                  <c:v>38.558433678816414</c:v>
                </c:pt>
                <c:pt idx="54">
                  <c:v>38.580036764693084</c:v>
                </c:pt>
                <c:pt idx="55">
                  <c:v>38.602412723591073</c:v>
                </c:pt>
                <c:pt idx="56">
                  <c:v>38.627738629113651</c:v>
                </c:pt>
                <c:pt idx="57">
                  <c:v>38.652572954212715</c:v>
                </c:pt>
                <c:pt idx="58">
                  <c:v>38.667157995711634</c:v>
                </c:pt>
                <c:pt idx="59">
                  <c:v>38.683747935843705</c:v>
                </c:pt>
                <c:pt idx="60">
                  <c:v>38.714807998803593</c:v>
                </c:pt>
                <c:pt idx="61">
                  <c:v>38.751097296377282</c:v>
                </c:pt>
                <c:pt idx="62">
                  <c:v>38.782694942035391</c:v>
                </c:pt>
                <c:pt idx="63">
                  <c:v>38.811716170257839</c:v>
                </c:pt>
                <c:pt idx="64">
                  <c:v>38.835240909793889</c:v>
                </c:pt>
                <c:pt idx="65">
                  <c:v>38.852041891887346</c:v>
                </c:pt>
                <c:pt idx="66">
                  <c:v>38.86612496909494</c:v>
                </c:pt>
                <c:pt idx="67">
                  <c:v>38.882609794319364</c:v>
                </c:pt>
                <c:pt idx="68">
                  <c:v>38.891148466221509</c:v>
                </c:pt>
                <c:pt idx="69">
                  <c:v>38.892451960688881</c:v>
                </c:pt>
                <c:pt idx="70">
                  <c:v>38.87425948229864</c:v>
                </c:pt>
                <c:pt idx="71">
                  <c:v>38.856193640687316</c:v>
                </c:pt>
                <c:pt idx="72">
                  <c:v>38.829250172203977</c:v>
                </c:pt>
                <c:pt idx="73">
                  <c:v>38.805292848856482</c:v>
                </c:pt>
                <c:pt idx="74">
                  <c:v>38.798538577925243</c:v>
                </c:pt>
                <c:pt idx="75">
                  <c:v>38.793847216061835</c:v>
                </c:pt>
                <c:pt idx="76">
                  <c:v>38.795090959781483</c:v>
                </c:pt>
                <c:pt idx="77">
                  <c:v>38.807931047405084</c:v>
                </c:pt>
                <c:pt idx="78">
                  <c:v>38.823355325862593</c:v>
                </c:pt>
                <c:pt idx="79">
                  <c:v>38.836921124024101</c:v>
                </c:pt>
                <c:pt idx="80">
                  <c:v>38.845296728594356</c:v>
                </c:pt>
                <c:pt idx="81">
                  <c:v>38.859698747171848</c:v>
                </c:pt>
                <c:pt idx="82">
                  <c:v>38.87724626554926</c:v>
                </c:pt>
                <c:pt idx="83">
                  <c:v>38.893911561235988</c:v>
                </c:pt>
                <c:pt idx="84">
                  <c:v>38.895526455716748</c:v>
                </c:pt>
                <c:pt idx="85">
                  <c:v>38.890837588302034</c:v>
                </c:pt>
                <c:pt idx="86">
                  <c:v>38.881667762870514</c:v>
                </c:pt>
                <c:pt idx="87">
                  <c:v>38.869595733402143</c:v>
                </c:pt>
                <c:pt idx="88">
                  <c:v>38.875241598957857</c:v>
                </c:pt>
                <c:pt idx="89">
                  <c:v>38.869537200873545</c:v>
                </c:pt>
                <c:pt idx="90">
                  <c:v>38.858622885650178</c:v>
                </c:pt>
                <c:pt idx="91">
                  <c:v>38.844372622369818</c:v>
                </c:pt>
                <c:pt idx="92">
                  <c:v>38.803593433172388</c:v>
                </c:pt>
                <c:pt idx="93">
                  <c:v>38.748491351630364</c:v>
                </c:pt>
                <c:pt idx="94">
                  <c:v>38.714623409600428</c:v>
                </c:pt>
                <c:pt idx="95">
                  <c:v>38.694619265334971</c:v>
                </c:pt>
                <c:pt idx="96">
                  <c:v>38.66963811582572</c:v>
                </c:pt>
                <c:pt idx="97">
                  <c:v>38.650995360441456</c:v>
                </c:pt>
                <c:pt idx="98">
                  <c:v>38.640161331659691</c:v>
                </c:pt>
                <c:pt idx="99">
                  <c:v>38.621275744595835</c:v>
                </c:pt>
                <c:pt idx="100">
                  <c:v>38.594630797809387</c:v>
                </c:pt>
                <c:pt idx="101">
                  <c:v>38.575712956943846</c:v>
                </c:pt>
                <c:pt idx="102">
                  <c:v>38.560965486227801</c:v>
                </c:pt>
                <c:pt idx="103">
                  <c:v>38.548657064238085</c:v>
                </c:pt>
                <c:pt idx="104">
                  <c:v>38.543630402062199</c:v>
                </c:pt>
                <c:pt idx="105">
                  <c:v>38.545310616292419</c:v>
                </c:pt>
                <c:pt idx="106">
                  <c:v>38.542011910934491</c:v>
                </c:pt>
                <c:pt idx="107">
                  <c:v>38.549413462295945</c:v>
                </c:pt>
                <c:pt idx="108">
                  <c:v>38.56189487140189</c:v>
                </c:pt>
                <c:pt idx="109">
                  <c:v>38.574371291610447</c:v>
                </c:pt>
                <c:pt idx="110">
                  <c:v>38.587435995637151</c:v>
                </c:pt>
                <c:pt idx="111">
                  <c:v>38.587445567358877</c:v>
                </c:pt>
                <c:pt idx="112">
                  <c:v>38.574536215276261</c:v>
                </c:pt>
                <c:pt idx="113">
                  <c:v>38.556259447724422</c:v>
                </c:pt>
                <c:pt idx="114">
                  <c:v>38.52762810763349</c:v>
                </c:pt>
                <c:pt idx="115">
                  <c:v>38.500500978113941</c:v>
                </c:pt>
                <c:pt idx="116">
                  <c:v>38.469156083919749</c:v>
                </c:pt>
                <c:pt idx="117">
                  <c:v>38.432311945543518</c:v>
                </c:pt>
                <c:pt idx="118">
                  <c:v>38.399173774781914</c:v>
                </c:pt>
                <c:pt idx="119">
                  <c:v>38.369267394341826</c:v>
                </c:pt>
                <c:pt idx="120">
                  <c:v>38.350967190574373</c:v>
                </c:pt>
                <c:pt idx="121">
                  <c:v>38.338098416790821</c:v>
                </c:pt>
                <c:pt idx="122">
                  <c:v>38.337942426731949</c:v>
                </c:pt>
                <c:pt idx="123">
                  <c:v>38.333960677510831</c:v>
                </c:pt>
                <c:pt idx="124">
                  <c:v>38.319951128529198</c:v>
                </c:pt>
                <c:pt idx="125">
                  <c:v>38.297679269356259</c:v>
                </c:pt>
                <c:pt idx="126">
                  <c:v>38.285995677758535</c:v>
                </c:pt>
                <c:pt idx="127">
                  <c:v>38.276289574863569</c:v>
                </c:pt>
                <c:pt idx="128">
                  <c:v>38.275163360284594</c:v>
                </c:pt>
                <c:pt idx="129">
                  <c:v>38.277894839612173</c:v>
                </c:pt>
                <c:pt idx="130">
                  <c:v>38.283064845572163</c:v>
                </c:pt>
                <c:pt idx="131">
                  <c:v>38.287285249721577</c:v>
                </c:pt>
                <c:pt idx="132">
                  <c:v>38.283361162872531</c:v>
                </c:pt>
                <c:pt idx="133">
                  <c:v>38.274592653628162</c:v>
                </c:pt>
                <c:pt idx="134">
                  <c:v>38.271483178308181</c:v>
                </c:pt>
                <c:pt idx="135">
                  <c:v>38.263447195827794</c:v>
                </c:pt>
                <c:pt idx="136">
                  <c:v>38.261977878532882</c:v>
                </c:pt>
                <c:pt idx="137">
                  <c:v>38.254980804927264</c:v>
                </c:pt>
                <c:pt idx="138">
                  <c:v>38.239764479375495</c:v>
                </c:pt>
                <c:pt idx="139">
                  <c:v>38.261821714442704</c:v>
                </c:pt>
                <c:pt idx="140">
                  <c:v>38.281504364879133</c:v>
                </c:pt>
                <c:pt idx="141">
                  <c:v>38.299176199618081</c:v>
                </c:pt>
                <c:pt idx="142">
                  <c:v>38.312458645811375</c:v>
                </c:pt>
                <c:pt idx="143">
                  <c:v>38.315806311976175</c:v>
                </c:pt>
                <c:pt idx="144">
                  <c:v>38.331533839980999</c:v>
                </c:pt>
                <c:pt idx="145">
                  <c:v>38.346605356985194</c:v>
                </c:pt>
                <c:pt idx="146">
                  <c:v>38.367104301253292</c:v>
                </c:pt>
                <c:pt idx="147">
                  <c:v>38.383057228802087</c:v>
                </c:pt>
                <c:pt idx="148">
                  <c:v>38.388490602135548</c:v>
                </c:pt>
                <c:pt idx="149">
                  <c:v>38.400580846880416</c:v>
                </c:pt>
                <c:pt idx="150">
                  <c:v>38.405031001356399</c:v>
                </c:pt>
                <c:pt idx="151">
                  <c:v>38.410385422488254</c:v>
                </c:pt>
                <c:pt idx="152">
                  <c:v>38.417797734785339</c:v>
                </c:pt>
                <c:pt idx="153">
                  <c:v>38.426745438262451</c:v>
                </c:pt>
                <c:pt idx="154">
                  <c:v>38.43331233548966</c:v>
                </c:pt>
                <c:pt idx="155">
                  <c:v>38.445812452960787</c:v>
                </c:pt>
                <c:pt idx="156">
                  <c:v>38.452688226747476</c:v>
                </c:pt>
                <c:pt idx="157">
                  <c:v>38.46504117174581</c:v>
                </c:pt>
                <c:pt idx="158">
                  <c:v>38.464445027513769</c:v>
                </c:pt>
                <c:pt idx="159">
                  <c:v>38.46580148550801</c:v>
                </c:pt>
                <c:pt idx="160">
                  <c:v>38.471137082253804</c:v>
                </c:pt>
                <c:pt idx="161">
                  <c:v>38.473559191933205</c:v>
                </c:pt>
                <c:pt idx="162">
                  <c:v>38.481087641120531</c:v>
                </c:pt>
                <c:pt idx="163">
                  <c:v>38.482559481869359</c:v>
                </c:pt>
                <c:pt idx="164">
                  <c:v>38.478854993520812</c:v>
                </c:pt>
                <c:pt idx="165">
                  <c:v>38.468177592912703</c:v>
                </c:pt>
                <c:pt idx="166">
                  <c:v>38.462971446451903</c:v>
                </c:pt>
                <c:pt idx="167">
                  <c:v>38.456243599273662</c:v>
                </c:pt>
                <c:pt idx="168">
                  <c:v>38.453765480519571</c:v>
                </c:pt>
                <c:pt idx="169">
                  <c:v>38.456667278483387</c:v>
                </c:pt>
                <c:pt idx="170">
                  <c:v>38.458184570407788</c:v>
                </c:pt>
                <c:pt idx="171">
                  <c:v>38.454668093878055</c:v>
                </c:pt>
                <c:pt idx="172">
                  <c:v>38.461196994270544</c:v>
                </c:pt>
                <c:pt idx="173">
                  <c:v>38.45742103706646</c:v>
                </c:pt>
                <c:pt idx="174">
                  <c:v>38.447868545802542</c:v>
                </c:pt>
                <c:pt idx="175">
                  <c:v>38.442525755762844</c:v>
                </c:pt>
                <c:pt idx="176">
                  <c:v>38.441118538638257</c:v>
                </c:pt>
                <c:pt idx="177">
                  <c:v>38.444910216670131</c:v>
                </c:pt>
                <c:pt idx="178">
                  <c:v>38.455453439142822</c:v>
                </c:pt>
                <c:pt idx="179">
                  <c:v>38.457087738113984</c:v>
                </c:pt>
                <c:pt idx="180">
                  <c:v>38.457927816223872</c:v>
                </c:pt>
                <c:pt idx="181">
                  <c:v>38.461146235140191</c:v>
                </c:pt>
                <c:pt idx="182">
                  <c:v>38.459230614566025</c:v>
                </c:pt>
                <c:pt idx="183">
                  <c:v>38.46482647512704</c:v>
                </c:pt>
                <c:pt idx="184">
                  <c:v>38.473643336068719</c:v>
                </c:pt>
                <c:pt idx="185">
                  <c:v>38.480208754029839</c:v>
                </c:pt>
                <c:pt idx="186">
                  <c:v>38.486899503535099</c:v>
                </c:pt>
                <c:pt idx="187">
                  <c:v>38.498236714827314</c:v>
                </c:pt>
                <c:pt idx="188">
                  <c:v>38.505574918794096</c:v>
                </c:pt>
                <c:pt idx="189">
                  <c:v>38.508266428932167</c:v>
                </c:pt>
                <c:pt idx="190">
                  <c:v>38.502803528287458</c:v>
                </c:pt>
                <c:pt idx="191">
                  <c:v>38.502161062723317</c:v>
                </c:pt>
                <c:pt idx="192">
                  <c:v>38.498712922485645</c:v>
                </c:pt>
                <c:pt idx="193">
                  <c:v>38.502196913171957</c:v>
                </c:pt>
                <c:pt idx="194">
                  <c:v>38.50452817851064</c:v>
                </c:pt>
                <c:pt idx="195">
                  <c:v>38.514154081979648</c:v>
                </c:pt>
                <c:pt idx="196">
                  <c:v>38.527035647064054</c:v>
                </c:pt>
                <c:pt idx="197">
                  <c:v>38.539244581158279</c:v>
                </c:pt>
                <c:pt idx="198">
                  <c:v>38.557790923200102</c:v>
                </c:pt>
                <c:pt idx="199">
                  <c:v>38.573849835813064</c:v>
                </c:pt>
                <c:pt idx="200">
                  <c:v>38.580549576935702</c:v>
                </c:pt>
                <c:pt idx="201">
                  <c:v>38.581786881497095</c:v>
                </c:pt>
                <c:pt idx="202">
                  <c:v>38.605570173540535</c:v>
                </c:pt>
                <c:pt idx="203">
                  <c:v>38.658025761041792</c:v>
                </c:pt>
                <c:pt idx="204">
                  <c:v>38.690730361814559</c:v>
                </c:pt>
                <c:pt idx="205">
                  <c:v>38.713226808385386</c:v>
                </c:pt>
                <c:pt idx="206">
                  <c:v>38.728911611705065</c:v>
                </c:pt>
                <c:pt idx="207">
                  <c:v>38.720232264498812</c:v>
                </c:pt>
                <c:pt idx="208">
                  <c:v>38.697078095619524</c:v>
                </c:pt>
                <c:pt idx="209">
                  <c:v>38.667714025728095</c:v>
                </c:pt>
                <c:pt idx="210">
                  <c:v>38.625319884039463</c:v>
                </c:pt>
                <c:pt idx="211">
                  <c:v>38.583224612110328</c:v>
                </c:pt>
                <c:pt idx="212">
                  <c:v>38.552473860788183</c:v>
                </c:pt>
                <c:pt idx="213">
                  <c:v>38.52682216866441</c:v>
                </c:pt>
                <c:pt idx="214">
                  <c:v>38.529280128792443</c:v>
                </c:pt>
                <c:pt idx="215">
                  <c:v>38.548684677204996</c:v>
                </c:pt>
                <c:pt idx="216">
                  <c:v>38.559914511182612</c:v>
                </c:pt>
                <c:pt idx="217">
                  <c:v>38.576741597971676</c:v>
                </c:pt>
                <c:pt idx="218">
                  <c:v>38.585813849852059</c:v>
                </c:pt>
                <c:pt idx="219">
                  <c:v>38.585370534110197</c:v>
                </c:pt>
                <c:pt idx="220">
                  <c:v>38.610224408725742</c:v>
                </c:pt>
                <c:pt idx="221">
                  <c:v>38.625105651504171</c:v>
                </c:pt>
                <c:pt idx="222">
                  <c:v>38.630707429129522</c:v>
                </c:pt>
                <c:pt idx="223">
                  <c:v>38.616206038677412</c:v>
                </c:pt>
                <c:pt idx="224">
                  <c:v>38.599522527714193</c:v>
                </c:pt>
                <c:pt idx="225">
                  <c:v>38.574391479241719</c:v>
                </c:pt>
                <c:pt idx="226">
                  <c:v>38.552996244752521</c:v>
                </c:pt>
                <c:pt idx="227">
                  <c:v>38.544518077733748</c:v>
                </c:pt>
                <c:pt idx="228">
                  <c:v>38.540519940564828</c:v>
                </c:pt>
                <c:pt idx="229">
                  <c:v>38.519708755132037</c:v>
                </c:pt>
                <c:pt idx="230">
                  <c:v>38.512201218706416</c:v>
                </c:pt>
                <c:pt idx="231">
                  <c:v>38.513933874369584</c:v>
                </c:pt>
                <c:pt idx="232">
                  <c:v>38.5341252763182</c:v>
                </c:pt>
                <c:pt idx="233">
                  <c:v>38.542471063525021</c:v>
                </c:pt>
                <c:pt idx="234">
                  <c:v>38.536287267208479</c:v>
                </c:pt>
                <c:pt idx="235">
                  <c:v>38.531992696718312</c:v>
                </c:pt>
                <c:pt idx="236">
                  <c:v>38.524936017391063</c:v>
                </c:pt>
                <c:pt idx="237">
                  <c:v>38.517528490954838</c:v>
                </c:pt>
                <c:pt idx="238">
                  <c:v>38.504822581466662</c:v>
                </c:pt>
                <c:pt idx="239">
                  <c:v>38.494474564106696</c:v>
                </c:pt>
                <c:pt idx="240">
                  <c:v>38.475281376712914</c:v>
                </c:pt>
                <c:pt idx="241">
                  <c:v>38.452922588903604</c:v>
                </c:pt>
                <c:pt idx="242">
                  <c:v>38.454295463850855</c:v>
                </c:pt>
                <c:pt idx="243">
                  <c:v>38.457974166561186</c:v>
                </c:pt>
                <c:pt idx="244">
                  <c:v>38.464346844853061</c:v>
                </c:pt>
                <c:pt idx="245">
                  <c:v>38.467989610099103</c:v>
                </c:pt>
                <c:pt idx="246">
                  <c:v>38.458630496619207</c:v>
                </c:pt>
                <c:pt idx="247">
                  <c:v>38.455098038214722</c:v>
                </c:pt>
                <c:pt idx="248">
                  <c:v>38.459205873115629</c:v>
                </c:pt>
                <c:pt idx="249">
                  <c:v>38.468992755540896</c:v>
                </c:pt>
                <c:pt idx="250">
                  <c:v>38.473985104544667</c:v>
                </c:pt>
                <c:pt idx="251">
                  <c:v>38.528287396223682</c:v>
                </c:pt>
                <c:pt idx="252">
                  <c:v>38.551509205269809</c:v>
                </c:pt>
                <c:pt idx="253">
                  <c:v>38.570598408959412</c:v>
                </c:pt>
                <c:pt idx="254">
                  <c:v>38.612288884075312</c:v>
                </c:pt>
                <c:pt idx="255">
                  <c:v>38.658970693012378</c:v>
                </c:pt>
                <c:pt idx="256">
                  <c:v>38.714394674456464</c:v>
                </c:pt>
                <c:pt idx="257">
                  <c:v>38.809319817211438</c:v>
                </c:pt>
                <c:pt idx="258">
                  <c:v>38.904521205656387</c:v>
                </c:pt>
                <c:pt idx="259">
                  <c:v>39</c:v>
                </c:pt>
                <c:pt idx="260">
                  <c:v>38.885398471935538</c:v>
                </c:pt>
                <c:pt idx="261">
                  <c:v>38.68470899471513</c:v>
                </c:pt>
                <c:pt idx="262">
                  <c:v>38.520429650803869</c:v>
                </c:pt>
                <c:pt idx="263">
                  <c:v>38.479531656236198</c:v>
                </c:pt>
                <c:pt idx="264">
                  <c:v>38.460452314320491</c:v>
                </c:pt>
                <c:pt idx="265">
                  <c:v>38.448504630218864</c:v>
                </c:pt>
                <c:pt idx="266">
                  <c:v>38.442447644712537</c:v>
                </c:pt>
                <c:pt idx="267">
                  <c:v>38.429399038581465</c:v>
                </c:pt>
                <c:pt idx="268">
                  <c:v>38.392627210212062</c:v>
                </c:pt>
                <c:pt idx="269">
                  <c:v>38.349139165756583</c:v>
                </c:pt>
                <c:pt idx="270">
                  <c:v>38.339652371309946</c:v>
                </c:pt>
                <c:pt idx="271">
                  <c:v>38.355757576249786</c:v>
                </c:pt>
                <c:pt idx="272">
                  <c:v>38.361005055145299</c:v>
                </c:pt>
                <c:pt idx="273">
                  <c:v>38.358887268206253</c:v>
                </c:pt>
                <c:pt idx="274">
                  <c:v>38.375661304452798</c:v>
                </c:pt>
                <c:pt idx="275">
                  <c:v>38.38679684246884</c:v>
                </c:pt>
                <c:pt idx="276">
                  <c:v>38.415381658191151</c:v>
                </c:pt>
                <c:pt idx="277">
                  <c:v>38.498714662798683</c:v>
                </c:pt>
                <c:pt idx="278">
                  <c:v>38.817118914081789</c:v>
                </c:pt>
                <c:pt idx="279">
                  <c:v>38.879377684940458</c:v>
                </c:pt>
                <c:pt idx="280">
                  <c:v>38.7667548928031</c:v>
                </c:pt>
                <c:pt idx="281">
                  <c:v>38.560878702617508</c:v>
                </c:pt>
                <c:pt idx="282">
                  <c:v>38.411385000288313</c:v>
                </c:pt>
                <c:pt idx="283">
                  <c:v>38.360068186625135</c:v>
                </c:pt>
                <c:pt idx="284">
                  <c:v>38.339284846200997</c:v>
                </c:pt>
                <c:pt idx="285">
                  <c:v>38.32529864641932</c:v>
                </c:pt>
                <c:pt idx="286">
                  <c:v>38.294800153472409</c:v>
                </c:pt>
                <c:pt idx="287">
                  <c:v>38.310996260763403</c:v>
                </c:pt>
                <c:pt idx="288">
                  <c:v>38.323476161598045</c:v>
                </c:pt>
                <c:pt idx="289">
                  <c:v>38.331912561103842</c:v>
                </c:pt>
                <c:pt idx="290">
                  <c:v>38.321719257573179</c:v>
                </c:pt>
                <c:pt idx="291">
                  <c:v>38.344889292306341</c:v>
                </c:pt>
                <c:pt idx="292">
                  <c:v>38.327851772665461</c:v>
                </c:pt>
                <c:pt idx="293">
                  <c:v>38.317758421113759</c:v>
                </c:pt>
                <c:pt idx="294">
                  <c:v>38.359414786094064</c:v>
                </c:pt>
                <c:pt idx="295">
                  <c:v>38.379520303594127</c:v>
                </c:pt>
                <c:pt idx="296">
                  <c:v>38.37631543011431</c:v>
                </c:pt>
                <c:pt idx="297">
                  <c:v>38.383209448182704</c:v>
                </c:pt>
                <c:pt idx="298">
                  <c:v>38.397242955473857</c:v>
                </c:pt>
                <c:pt idx="299">
                  <c:v>38.41296726389956</c:v>
                </c:pt>
                <c:pt idx="300">
                  <c:v>38.439785226807459</c:v>
                </c:pt>
                <c:pt idx="301">
                  <c:v>38.432782497184462</c:v>
                </c:pt>
                <c:pt idx="302">
                  <c:v>38.403765213671576</c:v>
                </c:pt>
                <c:pt idx="303">
                  <c:v>38.398928042580586</c:v>
                </c:pt>
                <c:pt idx="304">
                  <c:v>38.43810129990942</c:v>
                </c:pt>
                <c:pt idx="305">
                  <c:v>38.456804647192719</c:v>
                </c:pt>
                <c:pt idx="306">
                  <c:v>38.465697240756874</c:v>
                </c:pt>
                <c:pt idx="307">
                  <c:v>38.461301471063408</c:v>
                </c:pt>
                <c:pt idx="308">
                  <c:v>38.473916507205651</c:v>
                </c:pt>
                <c:pt idx="309">
                  <c:v>38.472188260335514</c:v>
                </c:pt>
                <c:pt idx="310">
                  <c:v>38.472246995900633</c:v>
                </c:pt>
                <c:pt idx="311">
                  <c:v>38.440096626820846</c:v>
                </c:pt>
                <c:pt idx="312">
                  <c:v>38.447588326397799</c:v>
                </c:pt>
                <c:pt idx="313">
                  <c:v>38.523324081442475</c:v>
                </c:pt>
                <c:pt idx="314">
                  <c:v>38.525580339289107</c:v>
                </c:pt>
                <c:pt idx="315">
                  <c:v>38.547089564282466</c:v>
                </c:pt>
                <c:pt idx="316">
                  <c:v>38.553531681064662</c:v>
                </c:pt>
                <c:pt idx="317">
                  <c:v>38.575946564964319</c:v>
                </c:pt>
                <c:pt idx="318">
                  <c:v>38.621021194808435</c:v>
                </c:pt>
                <c:pt idx="319">
                  <c:v>38.644806923290133</c:v>
                </c:pt>
                <c:pt idx="320">
                  <c:v>38.655162249964874</c:v>
                </c:pt>
                <c:pt idx="321">
                  <c:v>38.72901133164229</c:v>
                </c:pt>
                <c:pt idx="322">
                  <c:v>38.781526611880835</c:v>
                </c:pt>
                <c:pt idx="323">
                  <c:v>38.82381848117312</c:v>
                </c:pt>
                <c:pt idx="324">
                  <c:v>38.866146316934902</c:v>
                </c:pt>
                <c:pt idx="325">
                  <c:v>38.895526223675013</c:v>
                </c:pt>
                <c:pt idx="326">
                  <c:v>38.923432839405422</c:v>
                </c:pt>
                <c:pt idx="327">
                  <c:v>38.955217046621478</c:v>
                </c:pt>
                <c:pt idx="328">
                  <c:v>38.993995339905759</c:v>
                </c:pt>
                <c:pt idx="329">
                  <c:v>39.041657177126396</c:v>
                </c:pt>
                <c:pt idx="330">
                  <c:v>39.092661227530961</c:v>
                </c:pt>
                <c:pt idx="331">
                  <c:v>39.138091635371005</c:v>
                </c:pt>
                <c:pt idx="332">
                  <c:v>39.191302170669253</c:v>
                </c:pt>
                <c:pt idx="333">
                  <c:v>39.205702332912836</c:v>
                </c:pt>
                <c:pt idx="334">
                  <c:v>39.166903561945112</c:v>
                </c:pt>
                <c:pt idx="335">
                  <c:v>39.10869554371962</c:v>
                </c:pt>
                <c:pt idx="336">
                  <c:v>39.068849800426698</c:v>
                </c:pt>
                <c:pt idx="337">
                  <c:v>39.004001791826305</c:v>
                </c:pt>
                <c:pt idx="338">
                  <c:v>38.941687969065121</c:v>
                </c:pt>
                <c:pt idx="339">
                  <c:v>38.916778288411408</c:v>
                </c:pt>
                <c:pt idx="340">
                  <c:v>38.881245852979049</c:v>
                </c:pt>
                <c:pt idx="341">
                  <c:v>38.82976240434224</c:v>
                </c:pt>
                <c:pt idx="342">
                  <c:v>38.798422441035001</c:v>
                </c:pt>
                <c:pt idx="343">
                  <c:v>38.773146366475814</c:v>
                </c:pt>
                <c:pt idx="344">
                  <c:v>38.749123723378865</c:v>
                </c:pt>
                <c:pt idx="345">
                  <c:v>38.725373207231023</c:v>
                </c:pt>
                <c:pt idx="346">
                  <c:v>38.706071047235696</c:v>
                </c:pt>
                <c:pt idx="347">
                  <c:v>38.675671085012091</c:v>
                </c:pt>
                <c:pt idx="348">
                  <c:v>38.659760853143219</c:v>
                </c:pt>
                <c:pt idx="349">
                  <c:v>38.655138639717961</c:v>
                </c:pt>
                <c:pt idx="350">
                  <c:v>38.646239723016414</c:v>
                </c:pt>
                <c:pt idx="351">
                  <c:v>38.643155946318998</c:v>
                </c:pt>
                <c:pt idx="352">
                  <c:v>38.638812357011531</c:v>
                </c:pt>
                <c:pt idx="353">
                  <c:v>38.63622282921763</c:v>
                </c:pt>
                <c:pt idx="354">
                  <c:v>38.632948836304877</c:v>
                </c:pt>
                <c:pt idx="355">
                  <c:v>38.633604006154215</c:v>
                </c:pt>
                <c:pt idx="356">
                  <c:v>38.64602763686721</c:v>
                </c:pt>
                <c:pt idx="357">
                  <c:v>38.645355121897907</c:v>
                </c:pt>
                <c:pt idx="358">
                  <c:v>38.633659580150642</c:v>
                </c:pt>
                <c:pt idx="359">
                  <c:v>38.643859264829118</c:v>
                </c:pt>
                <c:pt idx="360">
                  <c:v>38.651798282867929</c:v>
                </c:pt>
                <c:pt idx="361">
                  <c:v>38.643017359390541</c:v>
                </c:pt>
                <c:pt idx="362">
                  <c:v>38.6364948981563</c:v>
                </c:pt>
                <c:pt idx="363">
                  <c:v>38.627173491458947</c:v>
                </c:pt>
                <c:pt idx="364">
                  <c:v>38.629329217222278</c:v>
                </c:pt>
                <c:pt idx="365">
                  <c:v>38.611632670038155</c:v>
                </c:pt>
                <c:pt idx="366">
                  <c:v>38.586628316355032</c:v>
                </c:pt>
                <c:pt idx="367">
                  <c:v>38.568482594375148</c:v>
                </c:pt>
                <c:pt idx="368">
                  <c:v>38.549730663352804</c:v>
                </c:pt>
                <c:pt idx="369">
                  <c:v>38.516542197544325</c:v>
                </c:pt>
                <c:pt idx="370">
                  <c:v>38.49969776563529</c:v>
                </c:pt>
                <c:pt idx="371">
                  <c:v>38.481627428215276</c:v>
                </c:pt>
                <c:pt idx="372">
                  <c:v>38.456483095353256</c:v>
                </c:pt>
                <c:pt idx="373">
                  <c:v>38.430398993449344</c:v>
                </c:pt>
                <c:pt idx="374">
                  <c:v>38.391994519406175</c:v>
                </c:pt>
                <c:pt idx="375">
                  <c:v>38.372852149153182</c:v>
                </c:pt>
                <c:pt idx="376">
                  <c:v>38.350533040481189</c:v>
                </c:pt>
                <c:pt idx="377">
                  <c:v>38.326872962601023</c:v>
                </c:pt>
                <c:pt idx="378">
                  <c:v>38.304238683237386</c:v>
                </c:pt>
                <c:pt idx="379">
                  <c:v>38.280649291071882</c:v>
                </c:pt>
                <c:pt idx="380">
                  <c:v>38.257667529204483</c:v>
                </c:pt>
                <c:pt idx="381">
                  <c:v>38.221779243263164</c:v>
                </c:pt>
                <c:pt idx="382">
                  <c:v>38.183374725712163</c:v>
                </c:pt>
                <c:pt idx="383">
                  <c:v>38.165908842518959</c:v>
                </c:pt>
                <c:pt idx="384">
                  <c:v>38.151519513724054</c:v>
                </c:pt>
                <c:pt idx="385">
                  <c:v>38.135701474938507</c:v>
                </c:pt>
                <c:pt idx="386">
                  <c:v>38.129770517101534</c:v>
                </c:pt>
                <c:pt idx="387">
                  <c:v>38.129031333640171</c:v>
                </c:pt>
                <c:pt idx="388">
                  <c:v>38.127398847495094</c:v>
                </c:pt>
                <c:pt idx="389">
                  <c:v>38.120195227736787</c:v>
                </c:pt>
                <c:pt idx="390">
                  <c:v>38.114911738863938</c:v>
                </c:pt>
                <c:pt idx="391">
                  <c:v>38.124563572997253</c:v>
                </c:pt>
                <c:pt idx="392">
                  <c:v>38.16331306410072</c:v>
                </c:pt>
                <c:pt idx="393">
                  <c:v>38.188720619310118</c:v>
                </c:pt>
                <c:pt idx="394">
                  <c:v>38.217899084815784</c:v>
                </c:pt>
                <c:pt idx="395">
                  <c:v>38.238089689120919</c:v>
                </c:pt>
                <c:pt idx="396">
                  <c:v>38.245808804104449</c:v>
                </c:pt>
                <c:pt idx="397">
                  <c:v>38.245793808407079</c:v>
                </c:pt>
                <c:pt idx="398">
                  <c:v>38.23881142594405</c:v>
                </c:pt>
                <c:pt idx="399">
                  <c:v>38.22296480251682</c:v>
                </c:pt>
                <c:pt idx="400">
                  <c:v>38.230625602510877</c:v>
                </c:pt>
                <c:pt idx="401">
                  <c:v>38.226054916854224</c:v>
                </c:pt>
                <c:pt idx="402">
                  <c:v>38.215652848271738</c:v>
                </c:pt>
                <c:pt idx="403">
                  <c:v>38.207877999763085</c:v>
                </c:pt>
                <c:pt idx="404">
                  <c:v>38.198912530590356</c:v>
                </c:pt>
                <c:pt idx="405">
                  <c:v>38.190023620688798</c:v>
                </c:pt>
                <c:pt idx="406">
                  <c:v>38.171028712960769</c:v>
                </c:pt>
                <c:pt idx="407">
                  <c:v>38.154229021599491</c:v>
                </c:pt>
                <c:pt idx="408">
                  <c:v>38.126718979703192</c:v>
                </c:pt>
                <c:pt idx="409">
                  <c:v>38.103636243422919</c:v>
                </c:pt>
                <c:pt idx="410">
                  <c:v>38.090986154475523</c:v>
                </c:pt>
                <c:pt idx="411">
                  <c:v>38.07734795204022</c:v>
                </c:pt>
                <c:pt idx="412">
                  <c:v>38.070812293432091</c:v>
                </c:pt>
                <c:pt idx="413">
                  <c:v>38.059560948460167</c:v>
                </c:pt>
                <c:pt idx="414">
                  <c:v>38.047779794188259</c:v>
                </c:pt>
                <c:pt idx="415">
                  <c:v>38.039981672618346</c:v>
                </c:pt>
                <c:pt idx="416">
                  <c:v>38.033046604916109</c:v>
                </c:pt>
                <c:pt idx="417">
                  <c:v>38.020694080493421</c:v>
                </c:pt>
                <c:pt idx="418">
                  <c:v>38.020125514784596</c:v>
                </c:pt>
                <c:pt idx="419">
                  <c:v>38.029088926399723</c:v>
                </c:pt>
                <c:pt idx="420">
                  <c:v>38.03177994707476</c:v>
                </c:pt>
                <c:pt idx="421">
                  <c:v>38.029174294192842</c:v>
                </c:pt>
                <c:pt idx="422">
                  <c:v>38.027200779204861</c:v>
                </c:pt>
                <c:pt idx="423">
                  <c:v>38.029591369277142</c:v>
                </c:pt>
                <c:pt idx="424">
                  <c:v>38.020111994727664</c:v>
                </c:pt>
                <c:pt idx="425">
                  <c:v>38.016148000325209</c:v>
                </c:pt>
                <c:pt idx="426">
                  <c:v>38.02359962013027</c:v>
                </c:pt>
                <c:pt idx="427">
                  <c:v>38.032975088927095</c:v>
                </c:pt>
                <c:pt idx="428">
                  <c:v>38.033364824781223</c:v>
                </c:pt>
                <c:pt idx="429">
                  <c:v>38.02345834115507</c:v>
                </c:pt>
                <c:pt idx="430">
                  <c:v>38.014636046267206</c:v>
                </c:pt>
                <c:pt idx="431">
                  <c:v>38.020839982175133</c:v>
                </c:pt>
                <c:pt idx="432">
                  <c:v>38.022695003598969</c:v>
                </c:pt>
                <c:pt idx="433">
                  <c:v>38.03297768489405</c:v>
                </c:pt>
                <c:pt idx="434">
                  <c:v>38.053357827417564</c:v>
                </c:pt>
                <c:pt idx="435">
                  <c:v>38.113055782021846</c:v>
                </c:pt>
                <c:pt idx="436">
                  <c:v>38.104704520080254</c:v>
                </c:pt>
                <c:pt idx="437">
                  <c:v>38.068187596812166</c:v>
                </c:pt>
                <c:pt idx="438">
                  <c:v>38.044250986815506</c:v>
                </c:pt>
                <c:pt idx="439">
                  <c:v>38.021672205309599</c:v>
                </c:pt>
                <c:pt idx="440">
                  <c:v>38.078466705027033</c:v>
                </c:pt>
                <c:pt idx="441">
                  <c:v>38.080911083462048</c:v>
                </c:pt>
                <c:pt idx="442">
                  <c:v>38.088044865908302</c:v>
                </c:pt>
                <c:pt idx="443">
                  <c:v>38.096683011203325</c:v>
                </c:pt>
                <c:pt idx="444">
                  <c:v>38.124374560498445</c:v>
                </c:pt>
                <c:pt idx="445">
                  <c:v>38.133990848737909</c:v>
                </c:pt>
                <c:pt idx="446">
                  <c:v>38.117225347276566</c:v>
                </c:pt>
                <c:pt idx="447">
                  <c:v>38.119382726337285</c:v>
                </c:pt>
                <c:pt idx="448">
                  <c:v>38.125253244552617</c:v>
                </c:pt>
                <c:pt idx="449">
                  <c:v>38.119042524143076</c:v>
                </c:pt>
                <c:pt idx="450">
                  <c:v>38.118208167312304</c:v>
                </c:pt>
                <c:pt idx="451">
                  <c:v>38.129032406833211</c:v>
                </c:pt>
                <c:pt idx="452">
                  <c:v>38.14562211492354</c:v>
                </c:pt>
                <c:pt idx="453">
                  <c:v>38.162487039018629</c:v>
                </c:pt>
                <c:pt idx="454">
                  <c:v>38.156185800577063</c:v>
                </c:pt>
                <c:pt idx="455">
                  <c:v>38.162288918881572</c:v>
                </c:pt>
                <c:pt idx="456">
                  <c:v>38.156965243280098</c:v>
                </c:pt>
                <c:pt idx="457">
                  <c:v>38.148533107541255</c:v>
                </c:pt>
                <c:pt idx="458">
                  <c:v>38.137748706686367</c:v>
                </c:pt>
                <c:pt idx="459">
                  <c:v>38.144782877964957</c:v>
                </c:pt>
                <c:pt idx="460">
                  <c:v>38.14814635197321</c:v>
                </c:pt>
                <c:pt idx="461">
                  <c:v>38.154623826115348</c:v>
                </c:pt>
                <c:pt idx="462">
                  <c:v>38.167665021413391</c:v>
                </c:pt>
                <c:pt idx="463">
                  <c:v>38.171011077788627</c:v>
                </c:pt>
                <c:pt idx="464">
                  <c:v>38.1740646745574</c:v>
                </c:pt>
                <c:pt idx="465">
                  <c:v>38.183581895477033</c:v>
                </c:pt>
                <c:pt idx="466">
                  <c:v>38.186155977992698</c:v>
                </c:pt>
                <c:pt idx="467">
                  <c:v>38.189966857478453</c:v>
                </c:pt>
                <c:pt idx="468">
                  <c:v>38.186217266016939</c:v>
                </c:pt>
                <c:pt idx="469">
                  <c:v>38.188317983385581</c:v>
                </c:pt>
                <c:pt idx="470">
                  <c:v>38.200317586826252</c:v>
                </c:pt>
                <c:pt idx="471">
                  <c:v>38.202968170602652</c:v>
                </c:pt>
                <c:pt idx="472">
                  <c:v>38.208700935789523</c:v>
                </c:pt>
                <c:pt idx="473">
                  <c:v>38.211556194882114</c:v>
                </c:pt>
                <c:pt idx="474">
                  <c:v>38.206297868035314</c:v>
                </c:pt>
                <c:pt idx="475">
                  <c:v>38.206797830966643</c:v>
                </c:pt>
                <c:pt idx="476">
                  <c:v>38.220673056786765</c:v>
                </c:pt>
                <c:pt idx="477">
                  <c:v>38.231806767474104</c:v>
                </c:pt>
                <c:pt idx="478">
                  <c:v>38.228659918931577</c:v>
                </c:pt>
                <c:pt idx="479">
                  <c:v>38.233230923645621</c:v>
                </c:pt>
                <c:pt idx="480">
                  <c:v>38.241275491670336</c:v>
                </c:pt>
                <c:pt idx="481">
                  <c:v>38.242720923168775</c:v>
                </c:pt>
                <c:pt idx="482">
                  <c:v>38.248900209174025</c:v>
                </c:pt>
                <c:pt idx="483">
                  <c:v>38.24609047377006</c:v>
                </c:pt>
                <c:pt idx="484">
                  <c:v>38.249205373065685</c:v>
                </c:pt>
                <c:pt idx="485">
                  <c:v>38.256324065547616</c:v>
                </c:pt>
                <c:pt idx="486">
                  <c:v>38.25604642760721</c:v>
                </c:pt>
                <c:pt idx="487">
                  <c:v>38.269502789083688</c:v>
                </c:pt>
                <c:pt idx="488">
                  <c:v>38.270315718310144</c:v>
                </c:pt>
                <c:pt idx="489">
                  <c:v>38.258448349655339</c:v>
                </c:pt>
                <c:pt idx="490">
                  <c:v>38.261319141041817</c:v>
                </c:pt>
                <c:pt idx="491">
                  <c:v>38.26597656680093</c:v>
                </c:pt>
                <c:pt idx="492">
                  <c:v>38.27884217901579</c:v>
                </c:pt>
                <c:pt idx="493">
                  <c:v>38.282485321329659</c:v>
                </c:pt>
                <c:pt idx="494">
                  <c:v>38.282740248184879</c:v>
                </c:pt>
                <c:pt idx="495">
                  <c:v>38.282831962682117</c:v>
                </c:pt>
                <c:pt idx="496">
                  <c:v>38.286487896296833</c:v>
                </c:pt>
                <c:pt idx="497">
                  <c:v>38.286374717938763</c:v>
                </c:pt>
                <c:pt idx="498">
                  <c:v>38.290810891899994</c:v>
                </c:pt>
                <c:pt idx="499">
                  <c:v>38.296068087543311</c:v>
                </c:pt>
                <c:pt idx="500">
                  <c:v>38.290471936930125</c:v>
                </c:pt>
                <c:pt idx="501">
                  <c:v>38.285963133904673</c:v>
                </c:pt>
                <c:pt idx="502">
                  <c:v>38.291415128587673</c:v>
                </c:pt>
                <c:pt idx="503">
                  <c:v>38.298531906725252</c:v>
                </c:pt>
                <c:pt idx="504">
                  <c:v>38.298665214704158</c:v>
                </c:pt>
                <c:pt idx="505">
                  <c:v>38.305877274980716</c:v>
                </c:pt>
                <c:pt idx="506">
                  <c:v>38.320288720253842</c:v>
                </c:pt>
                <c:pt idx="507">
                  <c:v>38.336413300678871</c:v>
                </c:pt>
                <c:pt idx="508">
                  <c:v>38.364702176168642</c:v>
                </c:pt>
                <c:pt idx="509">
                  <c:v>38.396130489367906</c:v>
                </c:pt>
                <c:pt idx="510">
                  <c:v>38.42968906174967</c:v>
                </c:pt>
                <c:pt idx="511">
                  <c:v>38.469754838621355</c:v>
                </c:pt>
                <c:pt idx="512">
                  <c:v>38.511535606978839</c:v>
                </c:pt>
                <c:pt idx="513">
                  <c:v>38.538569629750718</c:v>
                </c:pt>
                <c:pt idx="514">
                  <c:v>38.561255596411662</c:v>
                </c:pt>
                <c:pt idx="515">
                  <c:v>38.582817436869277</c:v>
                </c:pt>
                <c:pt idx="516">
                  <c:v>38.582144457816497</c:v>
                </c:pt>
                <c:pt idx="517">
                  <c:v>38.575117711873538</c:v>
                </c:pt>
                <c:pt idx="518">
                  <c:v>38.560974013761701</c:v>
                </c:pt>
                <c:pt idx="519">
                  <c:v>38.539069969749882</c:v>
                </c:pt>
                <c:pt idx="520">
                  <c:v>38.536849098268398</c:v>
                </c:pt>
                <c:pt idx="521">
                  <c:v>38.528288150359337</c:v>
                </c:pt>
                <c:pt idx="522">
                  <c:v>38.516868332208126</c:v>
                </c:pt>
                <c:pt idx="523">
                  <c:v>38.515762421281288</c:v>
                </c:pt>
                <c:pt idx="524">
                  <c:v>38.516293564821268</c:v>
                </c:pt>
                <c:pt idx="525">
                  <c:v>38.526767290793202</c:v>
                </c:pt>
                <c:pt idx="526">
                  <c:v>38.527150681756034</c:v>
                </c:pt>
                <c:pt idx="527">
                  <c:v>38.531982544892244</c:v>
                </c:pt>
                <c:pt idx="528">
                  <c:v>38.535878409664818</c:v>
                </c:pt>
                <c:pt idx="529">
                  <c:v>38.537250066392943</c:v>
                </c:pt>
                <c:pt idx="530">
                  <c:v>38.538324361632874</c:v>
                </c:pt>
                <c:pt idx="531">
                  <c:v>38.546757918627371</c:v>
                </c:pt>
                <c:pt idx="532">
                  <c:v>38.556611397031652</c:v>
                </c:pt>
                <c:pt idx="533">
                  <c:v>38.560208160002986</c:v>
                </c:pt>
                <c:pt idx="534">
                  <c:v>38.562551375491218</c:v>
                </c:pt>
                <c:pt idx="535">
                  <c:v>38.584746109791247</c:v>
                </c:pt>
                <c:pt idx="536">
                  <c:v>38.584436624122198</c:v>
                </c:pt>
                <c:pt idx="537">
                  <c:v>38.612863825493477</c:v>
                </c:pt>
                <c:pt idx="538">
                  <c:v>38.647688243570499</c:v>
                </c:pt>
                <c:pt idx="539">
                  <c:v>38.666244505396655</c:v>
                </c:pt>
                <c:pt idx="540">
                  <c:v>38.713278379661823</c:v>
                </c:pt>
                <c:pt idx="541">
                  <c:v>38.760238522664501</c:v>
                </c:pt>
                <c:pt idx="542">
                  <c:v>38.810376593300099</c:v>
                </c:pt>
                <c:pt idx="543">
                  <c:v>38.856362973146155</c:v>
                </c:pt>
                <c:pt idx="544">
                  <c:v>38.911206270139047</c:v>
                </c:pt>
                <c:pt idx="545">
                  <c:v>38.956012891774918</c:v>
                </c:pt>
                <c:pt idx="546">
                  <c:v>39.00704142258293</c:v>
                </c:pt>
                <c:pt idx="547">
                  <c:v>39.068500809651638</c:v>
                </c:pt>
                <c:pt idx="548">
                  <c:v>39.085313741894637</c:v>
                </c:pt>
                <c:pt idx="549">
                  <c:v>39.136513403484962</c:v>
                </c:pt>
                <c:pt idx="550">
                  <c:v>39.175349185110022</c:v>
                </c:pt>
                <c:pt idx="551">
                  <c:v>39.172568048850358</c:v>
                </c:pt>
                <c:pt idx="552">
                  <c:v>39.179010455684725</c:v>
                </c:pt>
                <c:pt idx="553">
                  <c:v>39.161887283637029</c:v>
                </c:pt>
                <c:pt idx="554">
                  <c:v>39.127433726268947</c:v>
                </c:pt>
                <c:pt idx="555">
                  <c:v>39.083428634809117</c:v>
                </c:pt>
                <c:pt idx="556">
                  <c:v>39.047139163204122</c:v>
                </c:pt>
                <c:pt idx="557">
                  <c:v>38.99401436732834</c:v>
                </c:pt>
                <c:pt idx="558">
                  <c:v>38.93575733028554</c:v>
                </c:pt>
                <c:pt idx="559">
                  <c:v>38.895921970860428</c:v>
                </c:pt>
                <c:pt idx="560">
                  <c:v>38.835826931205077</c:v>
                </c:pt>
                <c:pt idx="561">
                  <c:v>38.780913383575786</c:v>
                </c:pt>
                <c:pt idx="562">
                  <c:v>38.732909516832251</c:v>
                </c:pt>
                <c:pt idx="563">
                  <c:v>38.688207139947508</c:v>
                </c:pt>
                <c:pt idx="564">
                  <c:v>38.640588636521585</c:v>
                </c:pt>
                <c:pt idx="565">
                  <c:v>38.623072675820637</c:v>
                </c:pt>
                <c:pt idx="566">
                  <c:v>38.604638119886452</c:v>
                </c:pt>
                <c:pt idx="567">
                  <c:v>38.577927505287938</c:v>
                </c:pt>
                <c:pt idx="568">
                  <c:v>38.547206861381397</c:v>
                </c:pt>
                <c:pt idx="569">
                  <c:v>38.528273067646317</c:v>
                </c:pt>
                <c:pt idx="570">
                  <c:v>38.518579059926985</c:v>
                </c:pt>
                <c:pt idx="571">
                  <c:v>38.49614010169693</c:v>
                </c:pt>
                <c:pt idx="572">
                  <c:v>38.458308161638882</c:v>
                </c:pt>
                <c:pt idx="573">
                  <c:v>38.467287770855073</c:v>
                </c:pt>
                <c:pt idx="574">
                  <c:v>38.457111174329597</c:v>
                </c:pt>
                <c:pt idx="575">
                  <c:v>38.43279824701748</c:v>
                </c:pt>
                <c:pt idx="576">
                  <c:v>38.38949560391125</c:v>
                </c:pt>
                <c:pt idx="577">
                  <c:v>38.371545000028426</c:v>
                </c:pt>
                <c:pt idx="578">
                  <c:v>38.296450898401801</c:v>
                </c:pt>
                <c:pt idx="579">
                  <c:v>38.245315541378318</c:v>
                </c:pt>
                <c:pt idx="580">
                  <c:v>38.256259209881634</c:v>
                </c:pt>
                <c:pt idx="581">
                  <c:v>38.381126554520122</c:v>
                </c:pt>
                <c:pt idx="582">
                  <c:v>38.421948758454874</c:v>
                </c:pt>
                <c:pt idx="583">
                  <c:v>38.440405648406411</c:v>
                </c:pt>
                <c:pt idx="584">
                  <c:v>38.319719347837413</c:v>
                </c:pt>
                <c:pt idx="585">
                  <c:v>38.23175816923245</c:v>
                </c:pt>
                <c:pt idx="586">
                  <c:v>38.006227006839083</c:v>
                </c:pt>
                <c:pt idx="587">
                  <c:v>38.355545838163188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96A0-42C5-857B-5B109011262B}"/>
            </c:ext>
          </c:extLst>
        </c:ser>
        <c:ser>
          <c:idx val="19"/>
          <c:order val="1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Shifted!$U$2:$U$589</c:f>
              <c:numCache>
                <c:formatCode>General</c:formatCode>
                <c:ptCount val="588"/>
                <c:pt idx="0">
                  <c:v>40.057327591989285</c:v>
                </c:pt>
                <c:pt idx="1">
                  <c:v>40.116556693167212</c:v>
                </c:pt>
                <c:pt idx="2">
                  <c:v>40.215438122701237</c:v>
                </c:pt>
                <c:pt idx="3">
                  <c:v>40.283401074608392</c:v>
                </c:pt>
                <c:pt idx="4">
                  <c:v>40.365793510409645</c:v>
                </c:pt>
                <c:pt idx="5">
                  <c:v>40.444188623906129</c:v>
                </c:pt>
                <c:pt idx="6">
                  <c:v>40.47792089972819</c:v>
                </c:pt>
                <c:pt idx="7">
                  <c:v>40.518395857213541</c:v>
                </c:pt>
                <c:pt idx="8">
                  <c:v>40.562423907271352</c:v>
                </c:pt>
                <c:pt idx="9">
                  <c:v>40.574510996225477</c:v>
                </c:pt>
                <c:pt idx="10">
                  <c:v>40.596651327633019</c:v>
                </c:pt>
                <c:pt idx="11">
                  <c:v>40.610992004806235</c:v>
                </c:pt>
                <c:pt idx="12">
                  <c:v>40.596232123822929</c:v>
                </c:pt>
                <c:pt idx="13">
                  <c:v>40.560268971394585</c:v>
                </c:pt>
                <c:pt idx="14">
                  <c:v>40.529350072092697</c:v>
                </c:pt>
                <c:pt idx="15">
                  <c:v>40.554833756878111</c:v>
                </c:pt>
                <c:pt idx="16">
                  <c:v>40.562479372246315</c:v>
                </c:pt>
                <c:pt idx="17">
                  <c:v>40.551587212240143</c:v>
                </c:pt>
                <c:pt idx="18">
                  <c:v>40.55144870670506</c:v>
                </c:pt>
                <c:pt idx="19">
                  <c:v>40.554639394112222</c:v>
                </c:pt>
                <c:pt idx="20">
                  <c:v>40.576697744050399</c:v>
                </c:pt>
                <c:pt idx="21">
                  <c:v>40.587363572440196</c:v>
                </c:pt>
                <c:pt idx="22">
                  <c:v>40.599447523347656</c:v>
                </c:pt>
                <c:pt idx="23">
                  <c:v>40.605319279382101</c:v>
                </c:pt>
                <c:pt idx="24">
                  <c:v>40.607974890605732</c:v>
                </c:pt>
                <c:pt idx="25">
                  <c:v>40.617452026915338</c:v>
                </c:pt>
                <c:pt idx="26">
                  <c:v>40.623803198030437</c:v>
                </c:pt>
                <c:pt idx="27">
                  <c:v>40.627372883024684</c:v>
                </c:pt>
                <c:pt idx="28">
                  <c:v>40.625886351089527</c:v>
                </c:pt>
                <c:pt idx="29">
                  <c:v>40.629540881020723</c:v>
                </c:pt>
                <c:pt idx="30">
                  <c:v>40.634171304242017</c:v>
                </c:pt>
                <c:pt idx="31">
                  <c:v>40.645056325192009</c:v>
                </c:pt>
                <c:pt idx="32">
                  <c:v>40.64902007039737</c:v>
                </c:pt>
                <c:pt idx="33">
                  <c:v>40.653913736509047</c:v>
                </c:pt>
                <c:pt idx="34">
                  <c:v>40.663499253105662</c:v>
                </c:pt>
                <c:pt idx="35">
                  <c:v>40.680633301751506</c:v>
                </c:pt>
                <c:pt idx="36">
                  <c:v>40.68678520690279</c:v>
                </c:pt>
                <c:pt idx="37">
                  <c:v>40.692460756568934</c:v>
                </c:pt>
                <c:pt idx="38">
                  <c:v>40.710525628309512</c:v>
                </c:pt>
                <c:pt idx="39">
                  <c:v>40.724920476013438</c:v>
                </c:pt>
                <c:pt idx="40">
                  <c:v>40.736200969295545</c:v>
                </c:pt>
                <c:pt idx="41">
                  <c:v>40.759692700503336</c:v>
                </c:pt>
                <c:pt idx="42">
                  <c:v>40.782672224042727</c:v>
                </c:pt>
                <c:pt idx="43">
                  <c:v>40.788509696917252</c:v>
                </c:pt>
                <c:pt idx="44">
                  <c:v>40.802954518014467</c:v>
                </c:pt>
                <c:pt idx="45">
                  <c:v>40.815120803421536</c:v>
                </c:pt>
                <c:pt idx="46">
                  <c:v>40.823413170209299</c:v>
                </c:pt>
                <c:pt idx="47">
                  <c:v>40.832941848935533</c:v>
                </c:pt>
                <c:pt idx="48">
                  <c:v>40.852697343321843</c:v>
                </c:pt>
                <c:pt idx="49">
                  <c:v>40.863079021585293</c:v>
                </c:pt>
                <c:pt idx="50">
                  <c:v>40.869175226408103</c:v>
                </c:pt>
                <c:pt idx="51">
                  <c:v>40.870118287884871</c:v>
                </c:pt>
                <c:pt idx="52">
                  <c:v>40.875919594771482</c:v>
                </c:pt>
                <c:pt idx="53">
                  <c:v>40.881232621595586</c:v>
                </c:pt>
                <c:pt idx="54">
                  <c:v>40.88546451288925</c:v>
                </c:pt>
                <c:pt idx="55">
                  <c:v>40.888124556603813</c:v>
                </c:pt>
                <c:pt idx="56">
                  <c:v>40.88471718707379</c:v>
                </c:pt>
                <c:pt idx="57">
                  <c:v>40.884825998842217</c:v>
                </c:pt>
                <c:pt idx="58">
                  <c:v>40.884599981030512</c:v>
                </c:pt>
                <c:pt idx="59">
                  <c:v>40.889648862775807</c:v>
                </c:pt>
                <c:pt idx="60">
                  <c:v>40.896664436823002</c:v>
                </c:pt>
                <c:pt idx="61">
                  <c:v>40.903205302859554</c:v>
                </c:pt>
                <c:pt idx="62">
                  <c:v>40.906480011466421</c:v>
                </c:pt>
                <c:pt idx="63">
                  <c:v>40.917527661685305</c:v>
                </c:pt>
                <c:pt idx="64">
                  <c:v>40.923425463507144</c:v>
                </c:pt>
                <c:pt idx="65">
                  <c:v>40.928045531174419</c:v>
                </c:pt>
                <c:pt idx="66">
                  <c:v>40.942482899410777</c:v>
                </c:pt>
                <c:pt idx="67">
                  <c:v>40.957826300173153</c:v>
                </c:pt>
                <c:pt idx="68">
                  <c:v>40.971336689421953</c:v>
                </c:pt>
                <c:pt idx="69">
                  <c:v>40.991440428537935</c:v>
                </c:pt>
                <c:pt idx="70">
                  <c:v>41.014301255461866</c:v>
                </c:pt>
                <c:pt idx="71">
                  <c:v>41.028680412932424</c:v>
                </c:pt>
                <c:pt idx="72">
                  <c:v>41.042788913877331</c:v>
                </c:pt>
                <c:pt idx="73">
                  <c:v>41.052043798031235</c:v>
                </c:pt>
                <c:pt idx="74">
                  <c:v>41.063772247476088</c:v>
                </c:pt>
                <c:pt idx="75">
                  <c:v>41.073311830914513</c:v>
                </c:pt>
                <c:pt idx="76">
                  <c:v>41.078813925050738</c:v>
                </c:pt>
                <c:pt idx="77">
                  <c:v>41.087287514033932</c:v>
                </c:pt>
                <c:pt idx="78">
                  <c:v>41.09970515697961</c:v>
                </c:pt>
                <c:pt idx="79">
                  <c:v>41.10992781472784</c:v>
                </c:pt>
                <c:pt idx="80">
                  <c:v>41.120556221911052</c:v>
                </c:pt>
                <c:pt idx="81">
                  <c:v>41.127662171702461</c:v>
                </c:pt>
                <c:pt idx="82">
                  <c:v>41.136614626608143</c:v>
                </c:pt>
                <c:pt idx="83">
                  <c:v>41.142899898743082</c:v>
                </c:pt>
                <c:pt idx="84">
                  <c:v>41.145059424013105</c:v>
                </c:pt>
                <c:pt idx="85">
                  <c:v>41.140985847174143</c:v>
                </c:pt>
                <c:pt idx="86">
                  <c:v>41.133146457423805</c:v>
                </c:pt>
                <c:pt idx="87">
                  <c:v>41.11979312741105</c:v>
                </c:pt>
                <c:pt idx="88">
                  <c:v>41.09946407654386</c:v>
                </c:pt>
                <c:pt idx="89">
                  <c:v>41.085175451719856</c:v>
                </c:pt>
                <c:pt idx="90">
                  <c:v>41.07199032100884</c:v>
                </c:pt>
                <c:pt idx="91">
                  <c:v>41.05192816101129</c:v>
                </c:pt>
                <c:pt idx="92">
                  <c:v>41.025553270970406</c:v>
                </c:pt>
                <c:pt idx="93">
                  <c:v>40.997130491669935</c:v>
                </c:pt>
                <c:pt idx="94">
                  <c:v>40.969015240943541</c:v>
                </c:pt>
                <c:pt idx="95">
                  <c:v>40.945086301382865</c:v>
                </c:pt>
                <c:pt idx="96">
                  <c:v>40.919361693064047</c:v>
                </c:pt>
                <c:pt idx="97">
                  <c:v>40.893197365955004</c:v>
                </c:pt>
                <c:pt idx="98">
                  <c:v>40.865321548189847</c:v>
                </c:pt>
                <c:pt idx="99">
                  <c:v>40.834214562215422</c:v>
                </c:pt>
                <c:pt idx="100">
                  <c:v>40.802550572956328</c:v>
                </c:pt>
                <c:pt idx="101">
                  <c:v>40.774706449462585</c:v>
                </c:pt>
                <c:pt idx="102">
                  <c:v>40.748357919013763</c:v>
                </c:pt>
                <c:pt idx="103">
                  <c:v>40.722353396931602</c:v>
                </c:pt>
                <c:pt idx="104">
                  <c:v>40.702334385075829</c:v>
                </c:pt>
                <c:pt idx="105">
                  <c:v>40.684202829843422</c:v>
                </c:pt>
                <c:pt idx="106">
                  <c:v>40.660217876149616</c:v>
                </c:pt>
                <c:pt idx="107">
                  <c:v>40.636008669795352</c:v>
                </c:pt>
                <c:pt idx="108">
                  <c:v>40.608051223591083</c:v>
                </c:pt>
                <c:pt idx="109">
                  <c:v>40.575385334480082</c:v>
                </c:pt>
                <c:pt idx="110">
                  <c:v>40.549829827651415</c:v>
                </c:pt>
                <c:pt idx="111">
                  <c:v>40.534057416683098</c:v>
                </c:pt>
                <c:pt idx="112">
                  <c:v>40.513493169217675</c:v>
                </c:pt>
                <c:pt idx="113">
                  <c:v>40.48994581613259</c:v>
                </c:pt>
                <c:pt idx="114">
                  <c:v>40.46750933157017</c:v>
                </c:pt>
                <c:pt idx="115">
                  <c:v>40.454349226781375</c:v>
                </c:pt>
                <c:pt idx="116">
                  <c:v>40.445948126676356</c:v>
                </c:pt>
                <c:pt idx="117">
                  <c:v>40.437836942858446</c:v>
                </c:pt>
                <c:pt idx="118">
                  <c:v>40.425698389938859</c:v>
                </c:pt>
                <c:pt idx="119">
                  <c:v>40.412656079577097</c:v>
                </c:pt>
                <c:pt idx="120">
                  <c:v>40.395635275190614</c:v>
                </c:pt>
                <c:pt idx="121">
                  <c:v>40.386172613121289</c:v>
                </c:pt>
                <c:pt idx="122">
                  <c:v>40.388049714190629</c:v>
                </c:pt>
                <c:pt idx="123">
                  <c:v>40.384280253299991</c:v>
                </c:pt>
                <c:pt idx="124">
                  <c:v>40.37902928134887</c:v>
                </c:pt>
                <c:pt idx="125">
                  <c:v>40.371165022578637</c:v>
                </c:pt>
                <c:pt idx="126">
                  <c:v>40.370244555037928</c:v>
                </c:pt>
                <c:pt idx="127">
                  <c:v>40.365395370737858</c:v>
                </c:pt>
                <c:pt idx="128">
                  <c:v>40.360872190261652</c:v>
                </c:pt>
                <c:pt idx="129">
                  <c:v>40.366745672221768</c:v>
                </c:pt>
                <c:pt idx="130">
                  <c:v>40.370752683245648</c:v>
                </c:pt>
                <c:pt idx="131">
                  <c:v>40.384088871678443</c:v>
                </c:pt>
                <c:pt idx="132">
                  <c:v>40.389729589026501</c:v>
                </c:pt>
                <c:pt idx="133">
                  <c:v>40.390440199695874</c:v>
                </c:pt>
                <c:pt idx="134">
                  <c:v>40.393870163161949</c:v>
                </c:pt>
                <c:pt idx="135">
                  <c:v>40.398324659641574</c:v>
                </c:pt>
                <c:pt idx="136">
                  <c:v>40.396692130084901</c:v>
                </c:pt>
                <c:pt idx="137">
                  <c:v>40.397285809290075</c:v>
                </c:pt>
                <c:pt idx="138">
                  <c:v>40.420650606509895</c:v>
                </c:pt>
                <c:pt idx="139">
                  <c:v>40.449841854215293</c:v>
                </c:pt>
                <c:pt idx="140">
                  <c:v>40.475890426627643</c:v>
                </c:pt>
                <c:pt idx="141">
                  <c:v>40.49927789623468</c:v>
                </c:pt>
                <c:pt idx="142">
                  <c:v>40.524351869801187</c:v>
                </c:pt>
                <c:pt idx="143">
                  <c:v>40.550904373283835</c:v>
                </c:pt>
                <c:pt idx="144">
                  <c:v>40.566756255284176</c:v>
                </c:pt>
                <c:pt idx="145">
                  <c:v>40.588913885174009</c:v>
                </c:pt>
                <c:pt idx="146">
                  <c:v>40.613582344659044</c:v>
                </c:pt>
                <c:pt idx="147">
                  <c:v>40.633521218647871</c:v>
                </c:pt>
                <c:pt idx="148">
                  <c:v>40.655824414677802</c:v>
                </c:pt>
                <c:pt idx="149">
                  <c:v>40.676283341451722</c:v>
                </c:pt>
                <c:pt idx="150">
                  <c:v>40.697815205609132</c:v>
                </c:pt>
                <c:pt idx="151">
                  <c:v>40.7226424110303</c:v>
                </c:pt>
                <c:pt idx="152">
                  <c:v>40.747118390577448</c:v>
                </c:pt>
                <c:pt idx="153">
                  <c:v>40.77393284250622</c:v>
                </c:pt>
                <c:pt idx="154">
                  <c:v>40.787796183554704</c:v>
                </c:pt>
                <c:pt idx="155">
                  <c:v>40.807053356129153</c:v>
                </c:pt>
                <c:pt idx="156">
                  <c:v>40.825770549322129</c:v>
                </c:pt>
                <c:pt idx="157">
                  <c:v>40.835857094295875</c:v>
                </c:pt>
                <c:pt idx="158">
                  <c:v>40.840106244846247</c:v>
                </c:pt>
                <c:pt idx="159">
                  <c:v>40.84032606501578</c:v>
                </c:pt>
                <c:pt idx="160">
                  <c:v>40.849619390241443</c:v>
                </c:pt>
                <c:pt idx="161">
                  <c:v>40.849766015472298</c:v>
                </c:pt>
                <c:pt idx="162">
                  <c:v>40.843092410061423</c:v>
                </c:pt>
                <c:pt idx="163">
                  <c:v>40.842493200048985</c:v>
                </c:pt>
                <c:pt idx="164">
                  <c:v>40.830237244958198</c:v>
                </c:pt>
                <c:pt idx="165">
                  <c:v>40.816436978647864</c:v>
                </c:pt>
                <c:pt idx="166">
                  <c:v>40.808247147535184</c:v>
                </c:pt>
                <c:pt idx="167">
                  <c:v>40.800310242984445</c:v>
                </c:pt>
                <c:pt idx="168">
                  <c:v>40.791881528068693</c:v>
                </c:pt>
                <c:pt idx="169">
                  <c:v>40.784921889703462</c:v>
                </c:pt>
                <c:pt idx="170">
                  <c:v>40.78466103957367</c:v>
                </c:pt>
                <c:pt idx="171">
                  <c:v>40.786111052490654</c:v>
                </c:pt>
                <c:pt idx="172">
                  <c:v>40.784145772309763</c:v>
                </c:pt>
                <c:pt idx="173">
                  <c:v>40.780371565123531</c:v>
                </c:pt>
                <c:pt idx="174">
                  <c:v>40.776129945885174</c:v>
                </c:pt>
                <c:pt idx="175">
                  <c:v>40.778390437806934</c:v>
                </c:pt>
                <c:pt idx="176">
                  <c:v>40.779809776317677</c:v>
                </c:pt>
                <c:pt idx="177">
                  <c:v>40.779104892583483</c:v>
                </c:pt>
                <c:pt idx="178">
                  <c:v>40.786308043370632</c:v>
                </c:pt>
                <c:pt idx="179">
                  <c:v>40.786684922776203</c:v>
                </c:pt>
                <c:pt idx="180">
                  <c:v>40.785221416258516</c:v>
                </c:pt>
                <c:pt idx="181">
                  <c:v>40.787471317272761</c:v>
                </c:pt>
                <c:pt idx="182">
                  <c:v>40.795527624499456</c:v>
                </c:pt>
                <c:pt idx="183">
                  <c:v>40.807506411617737</c:v>
                </c:pt>
                <c:pt idx="184">
                  <c:v>40.821835203439171</c:v>
                </c:pt>
                <c:pt idx="185">
                  <c:v>40.833174064389425</c:v>
                </c:pt>
                <c:pt idx="186">
                  <c:v>40.847552829604147</c:v>
                </c:pt>
                <c:pt idx="187">
                  <c:v>40.857855742896071</c:v>
                </c:pt>
                <c:pt idx="188">
                  <c:v>40.862880540133148</c:v>
                </c:pt>
                <c:pt idx="189">
                  <c:v>40.85809603882015</c:v>
                </c:pt>
                <c:pt idx="190">
                  <c:v>40.851922402695642</c:v>
                </c:pt>
                <c:pt idx="191">
                  <c:v>40.84613356954457</c:v>
                </c:pt>
                <c:pt idx="192">
                  <c:v>40.844313816278195</c:v>
                </c:pt>
                <c:pt idx="193">
                  <c:v>40.840416126955326</c:v>
                </c:pt>
                <c:pt idx="194">
                  <c:v>40.837001775271453</c:v>
                </c:pt>
                <c:pt idx="195">
                  <c:v>40.838526787503952</c:v>
                </c:pt>
                <c:pt idx="196">
                  <c:v>40.849342771427111</c:v>
                </c:pt>
                <c:pt idx="197">
                  <c:v>40.869235947611251</c:v>
                </c:pt>
                <c:pt idx="198">
                  <c:v>40.893866005250111</c:v>
                </c:pt>
                <c:pt idx="199">
                  <c:v>40.920309069354992</c:v>
                </c:pt>
                <c:pt idx="200">
                  <c:v>40.947602936364419</c:v>
                </c:pt>
                <c:pt idx="201">
                  <c:v>40.973843439556475</c:v>
                </c:pt>
                <c:pt idx="202">
                  <c:v>41.01380968045035</c:v>
                </c:pt>
                <c:pt idx="203">
                  <c:v>41.068451545774337</c:v>
                </c:pt>
                <c:pt idx="204">
                  <c:v>41.118769104330092</c:v>
                </c:pt>
                <c:pt idx="205">
                  <c:v>41.162688185717137</c:v>
                </c:pt>
                <c:pt idx="206">
                  <c:v>41.19046099710021</c:v>
                </c:pt>
                <c:pt idx="207">
                  <c:v>41.193512355235043</c:v>
                </c:pt>
                <c:pt idx="208">
                  <c:v>41.17423768805039</c:v>
                </c:pt>
                <c:pt idx="209">
                  <c:v>41.130940567514173</c:v>
                </c:pt>
                <c:pt idx="210">
                  <c:v>41.066919551387983</c:v>
                </c:pt>
                <c:pt idx="211">
                  <c:v>41.005379710315928</c:v>
                </c:pt>
                <c:pt idx="212">
                  <c:v>40.955245492137117</c:v>
                </c:pt>
                <c:pt idx="213">
                  <c:v>40.916461510327743</c:v>
                </c:pt>
                <c:pt idx="214">
                  <c:v>40.914010225168184</c:v>
                </c:pt>
                <c:pt idx="215">
                  <c:v>40.9268727646811</c:v>
                </c:pt>
                <c:pt idx="216">
                  <c:v>40.931963303996</c:v>
                </c:pt>
                <c:pt idx="217">
                  <c:v>40.941616406272864</c:v>
                </c:pt>
                <c:pt idx="218">
                  <c:v>40.953795008513126</c:v>
                </c:pt>
                <c:pt idx="219">
                  <c:v>40.962854863066234</c:v>
                </c:pt>
                <c:pt idx="220">
                  <c:v>40.996055318428184</c:v>
                </c:pt>
                <c:pt idx="221">
                  <c:v>41.024784684888729</c:v>
                </c:pt>
                <c:pt idx="222">
                  <c:v>41.052274915168795</c:v>
                </c:pt>
                <c:pt idx="223">
                  <c:v>41.068313707074168</c:v>
                </c:pt>
                <c:pt idx="224">
                  <c:v>41.076028045664543</c:v>
                </c:pt>
                <c:pt idx="225">
                  <c:v>41.073388085448698</c:v>
                </c:pt>
                <c:pt idx="226">
                  <c:v>41.076540410235275</c:v>
                </c:pt>
                <c:pt idx="227">
                  <c:v>41.088993120852535</c:v>
                </c:pt>
                <c:pt idx="228">
                  <c:v>41.095096778536202</c:v>
                </c:pt>
                <c:pt idx="229">
                  <c:v>41.082044308748337</c:v>
                </c:pt>
                <c:pt idx="230">
                  <c:v>41.087287906289767</c:v>
                </c:pt>
                <c:pt idx="231">
                  <c:v>41.088183740164091</c:v>
                </c:pt>
                <c:pt idx="232">
                  <c:v>41.101381344610637</c:v>
                </c:pt>
                <c:pt idx="233">
                  <c:v>41.102684889199104</c:v>
                </c:pt>
                <c:pt idx="234">
                  <c:v>41.084048500707986</c:v>
                </c:pt>
                <c:pt idx="235">
                  <c:v>41.06650062215698</c:v>
                </c:pt>
                <c:pt idx="236">
                  <c:v>41.041293007027733</c:v>
                </c:pt>
                <c:pt idx="237">
                  <c:v>41.010989753257746</c:v>
                </c:pt>
                <c:pt idx="238">
                  <c:v>40.980196101243742</c:v>
                </c:pt>
                <c:pt idx="239">
                  <c:v>40.946027087775796</c:v>
                </c:pt>
                <c:pt idx="240">
                  <c:v>40.907159006315553</c:v>
                </c:pt>
                <c:pt idx="241">
                  <c:v>40.864521503190254</c:v>
                </c:pt>
                <c:pt idx="242">
                  <c:v>40.838529297941292</c:v>
                </c:pt>
                <c:pt idx="243">
                  <c:v>40.827030945768826</c:v>
                </c:pt>
                <c:pt idx="244">
                  <c:v>40.816096814388381</c:v>
                </c:pt>
                <c:pt idx="245">
                  <c:v>40.815388478802852</c:v>
                </c:pt>
                <c:pt idx="246">
                  <c:v>40.819923740758746</c:v>
                </c:pt>
                <c:pt idx="247">
                  <c:v>40.832962246238914</c:v>
                </c:pt>
                <c:pt idx="248">
                  <c:v>40.841615566845377</c:v>
                </c:pt>
                <c:pt idx="249">
                  <c:v>40.848759722355048</c:v>
                </c:pt>
                <c:pt idx="250">
                  <c:v>40.841924978247455</c:v>
                </c:pt>
                <c:pt idx="251">
                  <c:v>40.87487760637331</c:v>
                </c:pt>
                <c:pt idx="252">
                  <c:v>40.909259065601105</c:v>
                </c:pt>
                <c:pt idx="253">
                  <c:v>40.930747467812076</c:v>
                </c:pt>
                <c:pt idx="254">
                  <c:v>40.939203640636229</c:v>
                </c:pt>
                <c:pt idx="255">
                  <c:v>40.930786693395504</c:v>
                </c:pt>
                <c:pt idx="256">
                  <c:v>40.921830551284984</c:v>
                </c:pt>
                <c:pt idx="257">
                  <c:v>40.947811302663581</c:v>
                </c:pt>
                <c:pt idx="258">
                  <c:v>40.973867680967032</c:v>
                </c:pt>
                <c:pt idx="259">
                  <c:v>41</c:v>
                </c:pt>
                <c:pt idx="260">
                  <c:v>40.986380485178103</c:v>
                </c:pt>
                <c:pt idx="261">
                  <c:v>40.962186380673458</c:v>
                </c:pt>
                <c:pt idx="262">
                  <c:v>40.948651593111769</c:v>
                </c:pt>
                <c:pt idx="263">
                  <c:v>40.953799637131972</c:v>
                </c:pt>
                <c:pt idx="264">
                  <c:v>40.939398591785867</c:v>
                </c:pt>
                <c:pt idx="265">
                  <c:v>40.932295073980626</c:v>
                </c:pt>
                <c:pt idx="266">
                  <c:v>40.925785039252652</c:v>
                </c:pt>
                <c:pt idx="267">
                  <c:v>40.913998614395489</c:v>
                </c:pt>
                <c:pt idx="268">
                  <c:v>40.88707943015897</c:v>
                </c:pt>
                <c:pt idx="269">
                  <c:v>40.846084772918786</c:v>
                </c:pt>
                <c:pt idx="270">
                  <c:v>40.81752078151797</c:v>
                </c:pt>
                <c:pt idx="271">
                  <c:v>40.811428263899998</c:v>
                </c:pt>
                <c:pt idx="272">
                  <c:v>40.79306951408838</c:v>
                </c:pt>
                <c:pt idx="273">
                  <c:v>40.785611710813619</c:v>
                </c:pt>
                <c:pt idx="274">
                  <c:v>40.798993832404619</c:v>
                </c:pt>
                <c:pt idx="275">
                  <c:v>40.797672244047774</c:v>
                </c:pt>
                <c:pt idx="276">
                  <c:v>40.805906792325565</c:v>
                </c:pt>
                <c:pt idx="277">
                  <c:v>40.799239070752208</c:v>
                </c:pt>
                <c:pt idx="278">
                  <c:v>40.875974196783616</c:v>
                </c:pt>
                <c:pt idx="279">
                  <c:v>40.924195697063332</c:v>
                </c:pt>
                <c:pt idx="280">
                  <c:v>40.955553020711186</c:v>
                </c:pt>
                <c:pt idx="281">
                  <c:v>41.012390498841945</c:v>
                </c:pt>
                <c:pt idx="282">
                  <c:v>41.07028165459473</c:v>
                </c:pt>
                <c:pt idx="283">
                  <c:v>41.134547673715005</c:v>
                </c:pt>
                <c:pt idx="284">
                  <c:v>41.192153424122779</c:v>
                </c:pt>
                <c:pt idx="285">
                  <c:v>41.213456995384639</c:v>
                </c:pt>
                <c:pt idx="286">
                  <c:v>41.290286576620943</c:v>
                </c:pt>
                <c:pt idx="287">
                  <c:v>41.391522237414726</c:v>
                </c:pt>
                <c:pt idx="288">
                  <c:v>41.487691600304174</c:v>
                </c:pt>
                <c:pt idx="289">
                  <c:v>41.584278009596616</c:v>
                </c:pt>
                <c:pt idx="290">
                  <c:v>41.624012897999442</c:v>
                </c:pt>
                <c:pt idx="291">
                  <c:v>41.676897457185866</c:v>
                </c:pt>
                <c:pt idx="292">
                  <c:v>41.682379938530381</c:v>
                </c:pt>
                <c:pt idx="293">
                  <c:v>41.6348565751845</c:v>
                </c:pt>
                <c:pt idx="294">
                  <c:v>41.781131913832688</c:v>
                </c:pt>
                <c:pt idx="295">
                  <c:v>41.870136017848587</c:v>
                </c:pt>
                <c:pt idx="296">
                  <c:v>41.929829040001707</c:v>
                </c:pt>
                <c:pt idx="297">
                  <c:v>42.002014312160171</c:v>
                </c:pt>
                <c:pt idx="298">
                  <c:v>42.03146519400228</c:v>
                </c:pt>
                <c:pt idx="299">
                  <c:v>42.060229941939085</c:v>
                </c:pt>
                <c:pt idx="300">
                  <c:v>42.126305751027537</c:v>
                </c:pt>
                <c:pt idx="301">
                  <c:v>42.106430147904767</c:v>
                </c:pt>
                <c:pt idx="302">
                  <c:v>42.060045110989961</c:v>
                </c:pt>
                <c:pt idx="303">
                  <c:v>42.083547040849453</c:v>
                </c:pt>
                <c:pt idx="304">
                  <c:v>42.174406828766131</c:v>
                </c:pt>
                <c:pt idx="305">
                  <c:v>42.267811729437923</c:v>
                </c:pt>
                <c:pt idx="306">
                  <c:v>42.293035348605216</c:v>
                </c:pt>
                <c:pt idx="307">
                  <c:v>42.276004698597283</c:v>
                </c:pt>
                <c:pt idx="308">
                  <c:v>42.288579479230179</c:v>
                </c:pt>
                <c:pt idx="309">
                  <c:v>42.266057247542385</c:v>
                </c:pt>
                <c:pt idx="310">
                  <c:v>42.239381026569603</c:v>
                </c:pt>
                <c:pt idx="311">
                  <c:v>42.167687329422655</c:v>
                </c:pt>
                <c:pt idx="312">
                  <c:v>42.14858933426575</c:v>
                </c:pt>
                <c:pt idx="313">
                  <c:v>42.238517906831873</c:v>
                </c:pt>
                <c:pt idx="314">
                  <c:v>42.224598630101411</c:v>
                </c:pt>
                <c:pt idx="315">
                  <c:v>42.241919392524366</c:v>
                </c:pt>
                <c:pt idx="316">
                  <c:v>42.24382669729296</c:v>
                </c:pt>
                <c:pt idx="317">
                  <c:v>42.248924454115205</c:v>
                </c:pt>
                <c:pt idx="318">
                  <c:v>42.291420823591338</c:v>
                </c:pt>
                <c:pt idx="319">
                  <c:v>42.293899880463961</c:v>
                </c:pt>
                <c:pt idx="320">
                  <c:v>42.277411955628345</c:v>
                </c:pt>
                <c:pt idx="321">
                  <c:v>42.349605229805825</c:v>
                </c:pt>
                <c:pt idx="322">
                  <c:v>42.422001064896143</c:v>
                </c:pt>
                <c:pt idx="323">
                  <c:v>42.480247133727779</c:v>
                </c:pt>
                <c:pt idx="324">
                  <c:v>42.529010025509962</c:v>
                </c:pt>
                <c:pt idx="325">
                  <c:v>42.560780551453661</c:v>
                </c:pt>
                <c:pt idx="326">
                  <c:v>42.601815689495929</c:v>
                </c:pt>
                <c:pt idx="327">
                  <c:v>42.639106039539541</c:v>
                </c:pt>
                <c:pt idx="328">
                  <c:v>42.659656165794928</c:v>
                </c:pt>
                <c:pt idx="329">
                  <c:v>42.660875924537201</c:v>
                </c:pt>
                <c:pt idx="330">
                  <c:v>42.666179223416606</c:v>
                </c:pt>
                <c:pt idx="331">
                  <c:v>42.678736117183448</c:v>
                </c:pt>
                <c:pt idx="332">
                  <c:v>42.658862239986355</c:v>
                </c:pt>
                <c:pt idx="333">
                  <c:v>42.617933324824008</c:v>
                </c:pt>
                <c:pt idx="334">
                  <c:v>42.582376745567878</c:v>
                </c:pt>
                <c:pt idx="335">
                  <c:v>42.529310493479016</c:v>
                </c:pt>
                <c:pt idx="336">
                  <c:v>42.47192534775246</c:v>
                </c:pt>
                <c:pt idx="337">
                  <c:v>42.423981799956898</c:v>
                </c:pt>
                <c:pt idx="338">
                  <c:v>42.390653076937134</c:v>
                </c:pt>
                <c:pt idx="339">
                  <c:v>42.343153405843651</c:v>
                </c:pt>
                <c:pt idx="340">
                  <c:v>42.278847455079458</c:v>
                </c:pt>
                <c:pt idx="341">
                  <c:v>42.26654584140956</c:v>
                </c:pt>
                <c:pt idx="342">
                  <c:v>42.289899498563678</c:v>
                </c:pt>
                <c:pt idx="343">
                  <c:v>42.286814955585271</c:v>
                </c:pt>
                <c:pt idx="344">
                  <c:v>42.346180208763265</c:v>
                </c:pt>
                <c:pt idx="345">
                  <c:v>42.431781414965648</c:v>
                </c:pt>
                <c:pt idx="346">
                  <c:v>42.503485938373622</c:v>
                </c:pt>
                <c:pt idx="347">
                  <c:v>42.609853325344915</c:v>
                </c:pt>
                <c:pt idx="348">
                  <c:v>42.673161063462061</c:v>
                </c:pt>
                <c:pt idx="349">
                  <c:v>42.667196578148392</c:v>
                </c:pt>
                <c:pt idx="350">
                  <c:v>42.66224630951983</c:v>
                </c:pt>
                <c:pt idx="351">
                  <c:v>42.73808003164406</c:v>
                </c:pt>
                <c:pt idx="352">
                  <c:v>42.773930018264217</c:v>
                </c:pt>
                <c:pt idx="353">
                  <c:v>42.780899619927638</c:v>
                </c:pt>
                <c:pt idx="354">
                  <c:v>42.748479204517729</c:v>
                </c:pt>
                <c:pt idx="355">
                  <c:v>42.678912475406534</c:v>
                </c:pt>
                <c:pt idx="356">
                  <c:v>42.66310864474589</c:v>
                </c:pt>
                <c:pt idx="357">
                  <c:v>42.713823872266438</c:v>
                </c:pt>
                <c:pt idx="358">
                  <c:v>42.675846603805844</c:v>
                </c:pt>
                <c:pt idx="359">
                  <c:v>42.687343465406137</c:v>
                </c:pt>
                <c:pt idx="360">
                  <c:v>42.774220287581592</c:v>
                </c:pt>
                <c:pt idx="361">
                  <c:v>42.789823283255089</c:v>
                </c:pt>
                <c:pt idx="362">
                  <c:v>42.747941657122432</c:v>
                </c:pt>
                <c:pt idx="363">
                  <c:v>42.664377984625617</c:v>
                </c:pt>
                <c:pt idx="364">
                  <c:v>42.605423658659603</c:v>
                </c:pt>
                <c:pt idx="365">
                  <c:v>42.554927937503919</c:v>
                </c:pt>
                <c:pt idx="366">
                  <c:v>42.462779981427474</c:v>
                </c:pt>
                <c:pt idx="367">
                  <c:v>42.33046487101884</c:v>
                </c:pt>
                <c:pt idx="368">
                  <c:v>42.257376782832182</c:v>
                </c:pt>
                <c:pt idx="369">
                  <c:v>42.18909508383409</c:v>
                </c:pt>
                <c:pt idx="370">
                  <c:v>42.108567785299236</c:v>
                </c:pt>
                <c:pt idx="371">
                  <c:v>42.036139942132849</c:v>
                </c:pt>
                <c:pt idx="372">
                  <c:v>41.938499149157877</c:v>
                </c:pt>
                <c:pt idx="373">
                  <c:v>41.847587269666391</c:v>
                </c:pt>
                <c:pt idx="374">
                  <c:v>41.763907489442637</c:v>
                </c:pt>
                <c:pt idx="375">
                  <c:v>41.624492548433594</c:v>
                </c:pt>
                <c:pt idx="376">
                  <c:v>41.539086528734352</c:v>
                </c:pt>
                <c:pt idx="377">
                  <c:v>41.442205456859192</c:v>
                </c:pt>
                <c:pt idx="378">
                  <c:v>41.345490701457777</c:v>
                </c:pt>
                <c:pt idx="379">
                  <c:v>41.259290285242955</c:v>
                </c:pt>
                <c:pt idx="380">
                  <c:v>41.151627355702217</c:v>
                </c:pt>
                <c:pt idx="381">
                  <c:v>40.983358860035509</c:v>
                </c:pt>
                <c:pt idx="382">
                  <c:v>40.865730121866825</c:v>
                </c:pt>
                <c:pt idx="383">
                  <c:v>40.706744282067092</c:v>
                </c:pt>
                <c:pt idx="384">
                  <c:v>40.6331926259355</c:v>
                </c:pt>
                <c:pt idx="385">
                  <c:v>40.559678273333752</c:v>
                </c:pt>
                <c:pt idx="386">
                  <c:v>40.493921995847892</c:v>
                </c:pt>
                <c:pt idx="387">
                  <c:v>40.452788793847041</c:v>
                </c:pt>
                <c:pt idx="388">
                  <c:v>40.415253989967511</c:v>
                </c:pt>
                <c:pt idx="389">
                  <c:v>40.391489876308398</c:v>
                </c:pt>
                <c:pt idx="390">
                  <c:v>40.367180762393147</c:v>
                </c:pt>
                <c:pt idx="391">
                  <c:v>40.348427638565745</c:v>
                </c:pt>
                <c:pt idx="392">
                  <c:v>40.373977065428981</c:v>
                </c:pt>
                <c:pt idx="393">
                  <c:v>40.393077806376716</c:v>
                </c:pt>
                <c:pt idx="394">
                  <c:v>40.402168256884892</c:v>
                </c:pt>
                <c:pt idx="395">
                  <c:v>40.39957462208308</c:v>
                </c:pt>
                <c:pt idx="396">
                  <c:v>40.38144879378585</c:v>
                </c:pt>
                <c:pt idx="397">
                  <c:v>40.355739836474818</c:v>
                </c:pt>
                <c:pt idx="398">
                  <c:v>40.336953370901504</c:v>
                </c:pt>
                <c:pt idx="399">
                  <c:v>40.306950075167983</c:v>
                </c:pt>
                <c:pt idx="400">
                  <c:v>40.297850034004661</c:v>
                </c:pt>
                <c:pt idx="401">
                  <c:v>40.284273059327987</c:v>
                </c:pt>
                <c:pt idx="402">
                  <c:v>40.265999134840534</c:v>
                </c:pt>
                <c:pt idx="403">
                  <c:v>40.250560867004637</c:v>
                </c:pt>
                <c:pt idx="404">
                  <c:v>40.229099922702062</c:v>
                </c:pt>
                <c:pt idx="405">
                  <c:v>40.214689639731063</c:v>
                </c:pt>
                <c:pt idx="406">
                  <c:v>40.198384682629332</c:v>
                </c:pt>
                <c:pt idx="407">
                  <c:v>40.16989149340661</c:v>
                </c:pt>
                <c:pt idx="408">
                  <c:v>40.145385496481737</c:v>
                </c:pt>
                <c:pt idx="409">
                  <c:v>40.136678152440503</c:v>
                </c:pt>
                <c:pt idx="410">
                  <c:v>40.125597905761794</c:v>
                </c:pt>
                <c:pt idx="411">
                  <c:v>40.121673886266052</c:v>
                </c:pt>
                <c:pt idx="412">
                  <c:v>40.120843470858489</c:v>
                </c:pt>
                <c:pt idx="413">
                  <c:v>40.116882814667825</c:v>
                </c:pt>
                <c:pt idx="414">
                  <c:v>40.118691712253984</c:v>
                </c:pt>
                <c:pt idx="415">
                  <c:v>40.11830904707486</c:v>
                </c:pt>
                <c:pt idx="416">
                  <c:v>40.101945683079407</c:v>
                </c:pt>
                <c:pt idx="417">
                  <c:v>40.089152690525914</c:v>
                </c:pt>
                <c:pt idx="418">
                  <c:v>40.076344522574836</c:v>
                </c:pt>
                <c:pt idx="419">
                  <c:v>40.080099803417063</c:v>
                </c:pt>
                <c:pt idx="420">
                  <c:v>40.081146592046011</c:v>
                </c:pt>
                <c:pt idx="421">
                  <c:v>40.089126811447251</c:v>
                </c:pt>
                <c:pt idx="422">
                  <c:v>40.080015453703105</c:v>
                </c:pt>
                <c:pt idx="423">
                  <c:v>40.075971712823538</c:v>
                </c:pt>
                <c:pt idx="424">
                  <c:v>40.070658779160198</c:v>
                </c:pt>
                <c:pt idx="425">
                  <c:v>40.06878233021618</c:v>
                </c:pt>
                <c:pt idx="426">
                  <c:v>40.065547312996543</c:v>
                </c:pt>
                <c:pt idx="427">
                  <c:v>40.049658813914064</c:v>
                </c:pt>
                <c:pt idx="428">
                  <c:v>40.02544480978063</c:v>
                </c:pt>
                <c:pt idx="429">
                  <c:v>40.022428372221448</c:v>
                </c:pt>
                <c:pt idx="430">
                  <c:v>40.031391371454269</c:v>
                </c:pt>
                <c:pt idx="431">
                  <c:v>40.05259720727183</c:v>
                </c:pt>
                <c:pt idx="432">
                  <c:v>40.043668454424932</c:v>
                </c:pt>
                <c:pt idx="433">
                  <c:v>40.060823581918669</c:v>
                </c:pt>
                <c:pt idx="434">
                  <c:v>40.094824798147108</c:v>
                </c:pt>
                <c:pt idx="435">
                  <c:v>40.194421918063561</c:v>
                </c:pt>
                <c:pt idx="436">
                  <c:v>40.021209216572529</c:v>
                </c:pt>
                <c:pt idx="437">
                  <c:v>40.07959881916873</c:v>
                </c:pt>
                <c:pt idx="438">
                  <c:v>40.206893339284115</c:v>
                </c:pt>
                <c:pt idx="439">
                  <c:v>40.188005612867187</c:v>
                </c:pt>
                <c:pt idx="440">
                  <c:v>40.170832103284411</c:v>
                </c:pt>
                <c:pt idx="441">
                  <c:v>40.195462749307019</c:v>
                </c:pt>
                <c:pt idx="442">
                  <c:v>40.258237097940714</c:v>
                </c:pt>
                <c:pt idx="443">
                  <c:v>40.284423136410183</c:v>
                </c:pt>
                <c:pt idx="444">
                  <c:v>40.284639485115576</c:v>
                </c:pt>
                <c:pt idx="445">
                  <c:v>40.313059420561252</c:v>
                </c:pt>
                <c:pt idx="446">
                  <c:v>40.335969083336558</c:v>
                </c:pt>
                <c:pt idx="447">
                  <c:v>40.34770777065868</c:v>
                </c:pt>
                <c:pt idx="448">
                  <c:v>40.33991741288763</c:v>
                </c:pt>
                <c:pt idx="449">
                  <c:v>40.331067650559362</c:v>
                </c:pt>
                <c:pt idx="450">
                  <c:v>40.350642746487487</c:v>
                </c:pt>
                <c:pt idx="451">
                  <c:v>40.367489153930052</c:v>
                </c:pt>
                <c:pt idx="452">
                  <c:v>40.371330986022123</c:v>
                </c:pt>
                <c:pt idx="453">
                  <c:v>40.375753592102413</c:v>
                </c:pt>
                <c:pt idx="454">
                  <c:v>40.379301663800192</c:v>
                </c:pt>
                <c:pt idx="455">
                  <c:v>40.385311729241799</c:v>
                </c:pt>
                <c:pt idx="456">
                  <c:v>40.388881806491881</c:v>
                </c:pt>
                <c:pt idx="457">
                  <c:v>40.390171190644729</c:v>
                </c:pt>
                <c:pt idx="458">
                  <c:v>40.400160887652987</c:v>
                </c:pt>
                <c:pt idx="459">
                  <c:v>40.404828457501786</c:v>
                </c:pt>
                <c:pt idx="460">
                  <c:v>40.404379520699457</c:v>
                </c:pt>
                <c:pt idx="461">
                  <c:v>40.405127513349839</c:v>
                </c:pt>
                <c:pt idx="462">
                  <c:v>40.408123171156205</c:v>
                </c:pt>
                <c:pt idx="463">
                  <c:v>40.415870302334319</c:v>
                </c:pt>
                <c:pt idx="464">
                  <c:v>40.419263589879897</c:v>
                </c:pt>
                <c:pt idx="465">
                  <c:v>40.409121148449771</c:v>
                </c:pt>
                <c:pt idx="466">
                  <c:v>40.410468311887008</c:v>
                </c:pt>
                <c:pt idx="467">
                  <c:v>40.421180034209414</c:v>
                </c:pt>
                <c:pt idx="468">
                  <c:v>40.432894205541899</c:v>
                </c:pt>
                <c:pt idx="469">
                  <c:v>40.434266591029278</c:v>
                </c:pt>
                <c:pt idx="470">
                  <c:v>40.445525000307924</c:v>
                </c:pt>
                <c:pt idx="471">
                  <c:v>40.45797014038758</c:v>
                </c:pt>
                <c:pt idx="472">
                  <c:v>40.471828539012549</c:v>
                </c:pt>
                <c:pt idx="473">
                  <c:v>40.483434761539442</c:v>
                </c:pt>
                <c:pt idx="474">
                  <c:v>40.483145237508161</c:v>
                </c:pt>
                <c:pt idx="475">
                  <c:v>40.481718720715648</c:v>
                </c:pt>
                <c:pt idx="476">
                  <c:v>40.494863174496658</c:v>
                </c:pt>
                <c:pt idx="477">
                  <c:v>40.507402416750956</c:v>
                </c:pt>
                <c:pt idx="478">
                  <c:v>40.523935215654021</c:v>
                </c:pt>
                <c:pt idx="479">
                  <c:v>40.534216084168058</c:v>
                </c:pt>
                <c:pt idx="480">
                  <c:v>40.540392897564821</c:v>
                </c:pt>
                <c:pt idx="481">
                  <c:v>40.552100165194624</c:v>
                </c:pt>
                <c:pt idx="482">
                  <c:v>40.555704917860453</c:v>
                </c:pt>
                <c:pt idx="483">
                  <c:v>40.56496548972396</c:v>
                </c:pt>
                <c:pt idx="484">
                  <c:v>40.575543884288294</c:v>
                </c:pt>
                <c:pt idx="485">
                  <c:v>40.583511777049942</c:v>
                </c:pt>
                <c:pt idx="486">
                  <c:v>40.591858471270754</c:v>
                </c:pt>
                <c:pt idx="487">
                  <c:v>40.595676689561593</c:v>
                </c:pt>
                <c:pt idx="488">
                  <c:v>40.600943116392585</c:v>
                </c:pt>
                <c:pt idx="489">
                  <c:v>40.602104899722541</c:v>
                </c:pt>
                <c:pt idx="490">
                  <c:v>40.606744462504778</c:v>
                </c:pt>
                <c:pt idx="491">
                  <c:v>40.612405851735296</c:v>
                </c:pt>
                <c:pt idx="492">
                  <c:v>40.614513010851446</c:v>
                </c:pt>
                <c:pt idx="493">
                  <c:v>40.620131958000698</c:v>
                </c:pt>
                <c:pt idx="494">
                  <c:v>40.620721322391695</c:v>
                </c:pt>
                <c:pt idx="495">
                  <c:v>40.62347605666465</c:v>
                </c:pt>
                <c:pt idx="496">
                  <c:v>40.625226851355357</c:v>
                </c:pt>
                <c:pt idx="497">
                  <c:v>40.630346221474078</c:v>
                </c:pt>
                <c:pt idx="498">
                  <c:v>40.632873957295736</c:v>
                </c:pt>
                <c:pt idx="499">
                  <c:v>40.639573608494004</c:v>
                </c:pt>
                <c:pt idx="500">
                  <c:v>40.634417170198944</c:v>
                </c:pt>
                <c:pt idx="501">
                  <c:v>40.631247703832415</c:v>
                </c:pt>
                <c:pt idx="502">
                  <c:v>40.63364858411726</c:v>
                </c:pt>
                <c:pt idx="503">
                  <c:v>40.641716580567817</c:v>
                </c:pt>
                <c:pt idx="504">
                  <c:v>40.640210278938618</c:v>
                </c:pt>
                <c:pt idx="505">
                  <c:v>40.6445046173611</c:v>
                </c:pt>
                <c:pt idx="506">
                  <c:v>40.654177999264597</c:v>
                </c:pt>
                <c:pt idx="507">
                  <c:v>40.66232272095634</c:v>
                </c:pt>
                <c:pt idx="508">
                  <c:v>40.666518289359757</c:v>
                </c:pt>
                <c:pt idx="509">
                  <c:v>40.671153262748724</c:v>
                </c:pt>
                <c:pt idx="510">
                  <c:v>40.685708621540037</c:v>
                </c:pt>
                <c:pt idx="511">
                  <c:v>40.694517667712709</c:v>
                </c:pt>
                <c:pt idx="512">
                  <c:v>40.711302294861376</c:v>
                </c:pt>
                <c:pt idx="513">
                  <c:v>40.740376924907252</c:v>
                </c:pt>
                <c:pt idx="514">
                  <c:v>40.769409662030021</c:v>
                </c:pt>
                <c:pt idx="515">
                  <c:v>40.790716449789727</c:v>
                </c:pt>
                <c:pt idx="516">
                  <c:v>40.802094300969898</c:v>
                </c:pt>
                <c:pt idx="517">
                  <c:v>40.827236174021323</c:v>
                </c:pt>
                <c:pt idx="518">
                  <c:v>40.856559180461453</c:v>
                </c:pt>
                <c:pt idx="519">
                  <c:v>40.880206951040115</c:v>
                </c:pt>
                <c:pt idx="520">
                  <c:v>40.904217479814321</c:v>
                </c:pt>
                <c:pt idx="521">
                  <c:v>40.922825547434208</c:v>
                </c:pt>
                <c:pt idx="522">
                  <c:v>40.949123319978071</c:v>
                </c:pt>
                <c:pt idx="523">
                  <c:v>40.978868236793552</c:v>
                </c:pt>
                <c:pt idx="524">
                  <c:v>41.00078239348705</c:v>
                </c:pt>
                <c:pt idx="525">
                  <c:v>41.017104472555943</c:v>
                </c:pt>
                <c:pt idx="526">
                  <c:v>41.026370653677873</c:v>
                </c:pt>
                <c:pt idx="527">
                  <c:v>41.026004522082161</c:v>
                </c:pt>
                <c:pt idx="528">
                  <c:v>41.026162130476372</c:v>
                </c:pt>
                <c:pt idx="529">
                  <c:v>41.004974980746127</c:v>
                </c:pt>
                <c:pt idx="530">
                  <c:v>40.98625009933879</c:v>
                </c:pt>
                <c:pt idx="531">
                  <c:v>40.963365815515964</c:v>
                </c:pt>
                <c:pt idx="532">
                  <c:v>40.953033404585298</c:v>
                </c:pt>
                <c:pt idx="533">
                  <c:v>40.962280443622518</c:v>
                </c:pt>
                <c:pt idx="534">
                  <c:v>40.964285890800838</c:v>
                </c:pt>
                <c:pt idx="535">
                  <c:v>40.960924493654595</c:v>
                </c:pt>
                <c:pt idx="536">
                  <c:v>40.95755886014534</c:v>
                </c:pt>
                <c:pt idx="537">
                  <c:v>40.962313471563768</c:v>
                </c:pt>
                <c:pt idx="538">
                  <c:v>40.971916208191509</c:v>
                </c:pt>
                <c:pt idx="539">
                  <c:v>40.97950996733843</c:v>
                </c:pt>
                <c:pt idx="540">
                  <c:v>40.986187809112309</c:v>
                </c:pt>
                <c:pt idx="541">
                  <c:v>41.000662912359928</c:v>
                </c:pt>
                <c:pt idx="542">
                  <c:v>41.017685089641837</c:v>
                </c:pt>
                <c:pt idx="543">
                  <c:v>41.025026863640811</c:v>
                </c:pt>
                <c:pt idx="544">
                  <c:v>41.052600409060076</c:v>
                </c:pt>
                <c:pt idx="545">
                  <c:v>41.071325996527911</c:v>
                </c:pt>
                <c:pt idx="546">
                  <c:v>41.081760393975486</c:v>
                </c:pt>
                <c:pt idx="547">
                  <c:v>41.091825914036505</c:v>
                </c:pt>
                <c:pt idx="548">
                  <c:v>41.106262733114704</c:v>
                </c:pt>
                <c:pt idx="549">
                  <c:v>41.119148729526501</c:v>
                </c:pt>
                <c:pt idx="550">
                  <c:v>41.124741905467445</c:v>
                </c:pt>
                <c:pt idx="551">
                  <c:v>41.119726836175062</c:v>
                </c:pt>
                <c:pt idx="552">
                  <c:v>41.113811931998839</c:v>
                </c:pt>
                <c:pt idx="553">
                  <c:v>41.119379925115226</c:v>
                </c:pt>
                <c:pt idx="554">
                  <c:v>41.150137960299475</c:v>
                </c:pt>
                <c:pt idx="555">
                  <c:v>41.145170746218874</c:v>
                </c:pt>
                <c:pt idx="556">
                  <c:v>41.143546807064965</c:v>
                </c:pt>
                <c:pt idx="557">
                  <c:v>41.134920316757572</c:v>
                </c:pt>
                <c:pt idx="558">
                  <c:v>41.11972259981205</c:v>
                </c:pt>
                <c:pt idx="559">
                  <c:v>41.112686785363806</c:v>
                </c:pt>
                <c:pt idx="560">
                  <c:v>41.091823482050337</c:v>
                </c:pt>
                <c:pt idx="561">
                  <c:v>41.050465517456445</c:v>
                </c:pt>
                <c:pt idx="562">
                  <c:v>41.027689731597377</c:v>
                </c:pt>
                <c:pt idx="563">
                  <c:v>41.024880159958791</c:v>
                </c:pt>
                <c:pt idx="564">
                  <c:v>41.021587721388215</c:v>
                </c:pt>
                <c:pt idx="565">
                  <c:v>41.039702174266246</c:v>
                </c:pt>
                <c:pt idx="566">
                  <c:v>41.053815931439331</c:v>
                </c:pt>
                <c:pt idx="567">
                  <c:v>41.01286583446192</c:v>
                </c:pt>
                <c:pt idx="568">
                  <c:v>40.983594919596577</c:v>
                </c:pt>
                <c:pt idx="569">
                  <c:v>40.998106188832118</c:v>
                </c:pt>
                <c:pt idx="570">
                  <c:v>40.996095720779117</c:v>
                </c:pt>
                <c:pt idx="571">
                  <c:v>40.965478897695206</c:v>
                </c:pt>
                <c:pt idx="572">
                  <c:v>40.919932111498248</c:v>
                </c:pt>
                <c:pt idx="573">
                  <c:v>40.883107996739255</c:v>
                </c:pt>
                <c:pt idx="574">
                  <c:v>40.798271767864883</c:v>
                </c:pt>
                <c:pt idx="575">
                  <c:v>40.819624214203692</c:v>
                </c:pt>
                <c:pt idx="576">
                  <c:v>40.845081931652871</c:v>
                </c:pt>
                <c:pt idx="577">
                  <c:v>40.804774820439007</c:v>
                </c:pt>
                <c:pt idx="578">
                  <c:v>40.692753928579471</c:v>
                </c:pt>
                <c:pt idx="579">
                  <c:v>40.671897842773348</c:v>
                </c:pt>
                <c:pt idx="580">
                  <c:v>40.662027744568967</c:v>
                </c:pt>
                <c:pt idx="581">
                  <c:v>40.538999879420558</c:v>
                </c:pt>
                <c:pt idx="582">
                  <c:v>40.45098920253055</c:v>
                </c:pt>
                <c:pt idx="583">
                  <c:v>40.140145488081188</c:v>
                </c:pt>
                <c:pt idx="584">
                  <c:v>39.93366040866939</c:v>
                </c:pt>
                <c:pt idx="585">
                  <c:v>40.106171494407647</c:v>
                </c:pt>
                <c:pt idx="586">
                  <c:v>39.92210001633353</c:v>
                </c:pt>
                <c:pt idx="587">
                  <c:v>40.268383363865219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96A0-42C5-857B-5B109011262B}"/>
            </c:ext>
          </c:extLst>
        </c:ser>
        <c:ser>
          <c:idx val="20"/>
          <c:order val="2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Shifted!$V$2:$V$589</c:f>
              <c:numCache>
                <c:formatCode>General</c:formatCode>
                <c:ptCount val="588"/>
                <c:pt idx="0">
                  <c:v>42.019699012718533</c:v>
                </c:pt>
                <c:pt idx="1">
                  <c:v>42.008000166375155</c:v>
                </c:pt>
                <c:pt idx="2">
                  <c:v>42.026930998164879</c:v>
                </c:pt>
                <c:pt idx="3">
                  <c:v>41.976907581355846</c:v>
                </c:pt>
                <c:pt idx="4">
                  <c:v>42.048617034979422</c:v>
                </c:pt>
                <c:pt idx="5">
                  <c:v>42.068688322854754</c:v>
                </c:pt>
                <c:pt idx="6">
                  <c:v>42.03480948358709</c:v>
                </c:pt>
                <c:pt idx="7">
                  <c:v>42.075503237521247</c:v>
                </c:pt>
                <c:pt idx="8">
                  <c:v>42.128192987056643</c:v>
                </c:pt>
                <c:pt idx="9">
                  <c:v>42.153084508747405</c:v>
                </c:pt>
                <c:pt idx="10">
                  <c:v>42.138675781883308</c:v>
                </c:pt>
                <c:pt idx="11">
                  <c:v>42.112374864342016</c:v>
                </c:pt>
                <c:pt idx="12">
                  <c:v>42.11374518309573</c:v>
                </c:pt>
                <c:pt idx="13">
                  <c:v>42.085998821653043</c:v>
                </c:pt>
                <c:pt idx="14">
                  <c:v>42.075793857652535</c:v>
                </c:pt>
                <c:pt idx="15">
                  <c:v>42.070148262904652</c:v>
                </c:pt>
                <c:pt idx="16">
                  <c:v>42.059703583572919</c:v>
                </c:pt>
                <c:pt idx="17">
                  <c:v>42.059033990126657</c:v>
                </c:pt>
                <c:pt idx="18">
                  <c:v>42.064733620890763</c:v>
                </c:pt>
                <c:pt idx="19">
                  <c:v>42.06674544229552</c:v>
                </c:pt>
                <c:pt idx="20">
                  <c:v>42.062361763718258</c:v>
                </c:pt>
                <c:pt idx="21">
                  <c:v>42.083219263309097</c:v>
                </c:pt>
                <c:pt idx="22">
                  <c:v>42.131050206773253</c:v>
                </c:pt>
                <c:pt idx="23">
                  <c:v>42.206206870953217</c:v>
                </c:pt>
                <c:pt idx="24">
                  <c:v>42.261112776285053</c:v>
                </c:pt>
                <c:pt idx="25">
                  <c:v>42.3288516915635</c:v>
                </c:pt>
                <c:pt idx="26">
                  <c:v>42.422497291648277</c:v>
                </c:pt>
                <c:pt idx="27">
                  <c:v>42.498353641403654</c:v>
                </c:pt>
                <c:pt idx="28">
                  <c:v>42.571395334346093</c:v>
                </c:pt>
                <c:pt idx="29">
                  <c:v>42.652685215582487</c:v>
                </c:pt>
                <c:pt idx="30">
                  <c:v>42.746931720688501</c:v>
                </c:pt>
                <c:pt idx="31">
                  <c:v>42.830983947595001</c:v>
                </c:pt>
                <c:pt idx="32">
                  <c:v>42.921949947852333</c:v>
                </c:pt>
                <c:pt idx="33">
                  <c:v>43.031748632650192</c:v>
                </c:pt>
                <c:pt idx="34">
                  <c:v>43.134578203908454</c:v>
                </c:pt>
                <c:pt idx="35">
                  <c:v>43.288309209626711</c:v>
                </c:pt>
                <c:pt idx="36">
                  <c:v>43.442301771059128</c:v>
                </c:pt>
                <c:pt idx="37">
                  <c:v>43.584818094732022</c:v>
                </c:pt>
                <c:pt idx="38">
                  <c:v>43.74554456188168</c:v>
                </c:pt>
                <c:pt idx="39">
                  <c:v>43.918179603000738</c:v>
                </c:pt>
                <c:pt idx="40">
                  <c:v>44.06963863193284</c:v>
                </c:pt>
                <c:pt idx="41">
                  <c:v>44.181913537758355</c:v>
                </c:pt>
                <c:pt idx="42">
                  <c:v>44.320559798463634</c:v>
                </c:pt>
                <c:pt idx="43">
                  <c:v>44.443207696199963</c:v>
                </c:pt>
                <c:pt idx="44">
                  <c:v>44.5389647817154</c:v>
                </c:pt>
                <c:pt idx="45">
                  <c:v>44.657535679757345</c:v>
                </c:pt>
                <c:pt idx="46">
                  <c:v>44.759154690395931</c:v>
                </c:pt>
                <c:pt idx="47">
                  <c:v>44.863655621899674</c:v>
                </c:pt>
                <c:pt idx="48">
                  <c:v>44.965312904293505</c:v>
                </c:pt>
                <c:pt idx="49">
                  <c:v>45.070691009041553</c:v>
                </c:pt>
                <c:pt idx="50">
                  <c:v>45.15501426344084</c:v>
                </c:pt>
                <c:pt idx="51">
                  <c:v>45.188893998200271</c:v>
                </c:pt>
                <c:pt idx="52">
                  <c:v>45.180685187503713</c:v>
                </c:pt>
                <c:pt idx="53">
                  <c:v>45.190030034673448</c:v>
                </c:pt>
                <c:pt idx="54">
                  <c:v>45.213890647017685</c:v>
                </c:pt>
                <c:pt idx="55">
                  <c:v>45.240011408444822</c:v>
                </c:pt>
                <c:pt idx="56">
                  <c:v>45.301300835805144</c:v>
                </c:pt>
                <c:pt idx="57">
                  <c:v>45.405784266154477</c:v>
                </c:pt>
                <c:pt idx="58">
                  <c:v>45.498167667598068</c:v>
                </c:pt>
                <c:pt idx="59">
                  <c:v>45.653900632291702</c:v>
                </c:pt>
                <c:pt idx="60">
                  <c:v>45.806915340761897</c:v>
                </c:pt>
                <c:pt idx="61">
                  <c:v>45.880071320089009</c:v>
                </c:pt>
                <c:pt idx="62">
                  <c:v>45.945750652398793</c:v>
                </c:pt>
                <c:pt idx="63">
                  <c:v>45.99308954417571</c:v>
                </c:pt>
                <c:pt idx="64">
                  <c:v>45.988408081533066</c:v>
                </c:pt>
                <c:pt idx="65">
                  <c:v>45.9711680982034</c:v>
                </c:pt>
                <c:pt idx="66">
                  <c:v>45.954395453392408</c:v>
                </c:pt>
                <c:pt idx="67">
                  <c:v>45.91175610237368</c:v>
                </c:pt>
                <c:pt idx="68">
                  <c:v>45.851898307907618</c:v>
                </c:pt>
                <c:pt idx="69">
                  <c:v>45.793371370457699</c:v>
                </c:pt>
                <c:pt idx="70">
                  <c:v>45.758382524078044</c:v>
                </c:pt>
                <c:pt idx="71">
                  <c:v>45.695132198143078</c:v>
                </c:pt>
                <c:pt idx="72">
                  <c:v>45.629755193467581</c:v>
                </c:pt>
                <c:pt idx="73">
                  <c:v>45.571970997317713</c:v>
                </c:pt>
                <c:pt idx="74">
                  <c:v>45.551187318701992</c:v>
                </c:pt>
                <c:pt idx="75">
                  <c:v>45.542219419473255</c:v>
                </c:pt>
                <c:pt idx="76">
                  <c:v>45.565369792661315</c:v>
                </c:pt>
                <c:pt idx="77">
                  <c:v>45.615124228386598</c:v>
                </c:pt>
                <c:pt idx="78">
                  <c:v>45.673040740956566</c:v>
                </c:pt>
                <c:pt idx="79">
                  <c:v>45.718682213076761</c:v>
                </c:pt>
                <c:pt idx="80">
                  <c:v>45.77578944149586</c:v>
                </c:pt>
                <c:pt idx="81">
                  <c:v>45.841571857528301</c:v>
                </c:pt>
                <c:pt idx="82">
                  <c:v>45.874189393646546</c:v>
                </c:pt>
                <c:pt idx="83">
                  <c:v>45.893418354326059</c:v>
                </c:pt>
                <c:pt idx="84">
                  <c:v>45.898078277086363</c:v>
                </c:pt>
                <c:pt idx="85">
                  <c:v>45.871840777189725</c:v>
                </c:pt>
                <c:pt idx="86">
                  <c:v>45.801474981907454</c:v>
                </c:pt>
                <c:pt idx="87">
                  <c:v>45.734217468575331</c:v>
                </c:pt>
                <c:pt idx="88">
                  <c:v>45.639148505372575</c:v>
                </c:pt>
                <c:pt idx="89">
                  <c:v>45.538606104210331</c:v>
                </c:pt>
                <c:pt idx="90">
                  <c:v>45.43193906828855</c:v>
                </c:pt>
                <c:pt idx="91">
                  <c:v>45.323577689836078</c:v>
                </c:pt>
                <c:pt idx="92">
                  <c:v>45.218812125492128</c:v>
                </c:pt>
                <c:pt idx="93">
                  <c:v>45.100268344623501</c:v>
                </c:pt>
                <c:pt idx="94">
                  <c:v>44.984149723722169</c:v>
                </c:pt>
                <c:pt idx="95">
                  <c:v>44.889187306008836</c:v>
                </c:pt>
                <c:pt idx="96">
                  <c:v>44.792682478863512</c:v>
                </c:pt>
                <c:pt idx="97">
                  <c:v>44.698748590532034</c:v>
                </c:pt>
                <c:pt idx="98">
                  <c:v>44.625468372240711</c:v>
                </c:pt>
                <c:pt idx="99">
                  <c:v>44.56402104985002</c:v>
                </c:pt>
                <c:pt idx="100">
                  <c:v>44.511618939480059</c:v>
                </c:pt>
                <c:pt idx="101">
                  <c:v>44.466648665479283</c:v>
                </c:pt>
                <c:pt idx="102">
                  <c:v>44.437636367168061</c:v>
                </c:pt>
                <c:pt idx="103">
                  <c:v>44.410496500057597</c:v>
                </c:pt>
                <c:pt idx="104">
                  <c:v>44.370936198291552</c:v>
                </c:pt>
                <c:pt idx="105">
                  <c:v>44.338697148677298</c:v>
                </c:pt>
                <c:pt idx="106">
                  <c:v>44.305371873567822</c:v>
                </c:pt>
                <c:pt idx="107">
                  <c:v>44.267303016333571</c:v>
                </c:pt>
                <c:pt idx="108">
                  <c:v>44.220228949717267</c:v>
                </c:pt>
                <c:pt idx="109">
                  <c:v>44.172153086251654</c:v>
                </c:pt>
                <c:pt idx="110">
                  <c:v>44.1380843005606</c:v>
                </c:pt>
                <c:pt idx="111">
                  <c:v>44.10732323305173</c:v>
                </c:pt>
                <c:pt idx="112">
                  <c:v>44.057651687409376</c:v>
                </c:pt>
                <c:pt idx="113">
                  <c:v>43.990569185621283</c:v>
                </c:pt>
                <c:pt idx="114">
                  <c:v>43.895463681546687</c:v>
                </c:pt>
                <c:pt idx="115">
                  <c:v>43.7674106195851</c:v>
                </c:pt>
                <c:pt idx="116">
                  <c:v>43.621655813066134</c:v>
                </c:pt>
                <c:pt idx="117">
                  <c:v>43.47033227384037</c:v>
                </c:pt>
                <c:pt idx="118">
                  <c:v>43.32578572009654</c:v>
                </c:pt>
                <c:pt idx="119">
                  <c:v>43.180050145615375</c:v>
                </c:pt>
                <c:pt idx="120">
                  <c:v>43.070890445273605</c:v>
                </c:pt>
                <c:pt idx="121">
                  <c:v>42.986574883689443</c:v>
                </c:pt>
                <c:pt idx="122">
                  <c:v>42.918685694075592</c:v>
                </c:pt>
                <c:pt idx="123">
                  <c:v>42.866492251315805</c:v>
                </c:pt>
                <c:pt idx="124">
                  <c:v>42.834193678544565</c:v>
                </c:pt>
                <c:pt idx="125">
                  <c:v>42.787494588585361</c:v>
                </c:pt>
                <c:pt idx="126">
                  <c:v>42.756417971416191</c:v>
                </c:pt>
                <c:pt idx="127">
                  <c:v>42.74454252463191</c:v>
                </c:pt>
                <c:pt idx="128">
                  <c:v>42.739003024622583</c:v>
                </c:pt>
                <c:pt idx="129">
                  <c:v>42.729350609088257</c:v>
                </c:pt>
                <c:pt idx="130">
                  <c:v>42.73120880858103</c:v>
                </c:pt>
                <c:pt idx="131">
                  <c:v>42.761264108382534</c:v>
                </c:pt>
                <c:pt idx="132">
                  <c:v>42.788555764351379</c:v>
                </c:pt>
                <c:pt idx="133">
                  <c:v>42.811825183853472</c:v>
                </c:pt>
                <c:pt idx="134">
                  <c:v>42.820771158559111</c:v>
                </c:pt>
                <c:pt idx="135">
                  <c:v>42.807092371669903</c:v>
                </c:pt>
                <c:pt idx="136">
                  <c:v>42.806355448061289</c:v>
                </c:pt>
                <c:pt idx="137">
                  <c:v>42.789528568903677</c:v>
                </c:pt>
                <c:pt idx="138">
                  <c:v>42.773480587277199</c:v>
                </c:pt>
                <c:pt idx="139">
                  <c:v>42.80101687476693</c:v>
                </c:pt>
                <c:pt idx="140">
                  <c:v>42.825588687869221</c:v>
                </c:pt>
                <c:pt idx="141">
                  <c:v>42.847650239236934</c:v>
                </c:pt>
                <c:pt idx="142">
                  <c:v>42.874773182154129</c:v>
                </c:pt>
                <c:pt idx="143">
                  <c:v>42.902625788585667</c:v>
                </c:pt>
                <c:pt idx="144">
                  <c:v>42.938711822722155</c:v>
                </c:pt>
                <c:pt idx="145">
                  <c:v>42.982779633348891</c:v>
                </c:pt>
                <c:pt idx="146">
                  <c:v>43.014088236974096</c:v>
                </c:pt>
                <c:pt idx="147">
                  <c:v>43.040859618240205</c:v>
                </c:pt>
                <c:pt idx="148">
                  <c:v>43.091810575197556</c:v>
                </c:pt>
                <c:pt idx="149">
                  <c:v>43.140830154758284</c:v>
                </c:pt>
                <c:pt idx="150">
                  <c:v>43.166776866243296</c:v>
                </c:pt>
                <c:pt idx="151">
                  <c:v>43.184395047596411</c:v>
                </c:pt>
                <c:pt idx="152">
                  <c:v>43.213916225627962</c:v>
                </c:pt>
                <c:pt idx="153">
                  <c:v>43.240671548142501</c:v>
                </c:pt>
                <c:pt idx="154">
                  <c:v>43.267635538267236</c:v>
                </c:pt>
                <c:pt idx="155">
                  <c:v>43.300687526119511</c:v>
                </c:pt>
                <c:pt idx="156">
                  <c:v>43.309454065912426</c:v>
                </c:pt>
                <c:pt idx="157">
                  <c:v>43.303466267101847</c:v>
                </c:pt>
                <c:pt idx="158">
                  <c:v>43.315680630472357</c:v>
                </c:pt>
                <c:pt idx="159">
                  <c:v>43.318316862054559</c:v>
                </c:pt>
                <c:pt idx="160">
                  <c:v>43.323842226516099</c:v>
                </c:pt>
                <c:pt idx="161">
                  <c:v>43.331079723143276</c:v>
                </c:pt>
                <c:pt idx="162">
                  <c:v>43.322514350465809</c:v>
                </c:pt>
                <c:pt idx="163">
                  <c:v>43.310058817341222</c:v>
                </c:pt>
                <c:pt idx="164">
                  <c:v>43.299437924463099</c:v>
                </c:pt>
                <c:pt idx="165">
                  <c:v>43.294506829969748</c:v>
                </c:pt>
                <c:pt idx="166">
                  <c:v>43.277231459690512</c:v>
                </c:pt>
                <c:pt idx="167">
                  <c:v>43.243379226745148</c:v>
                </c:pt>
                <c:pt idx="168">
                  <c:v>43.216701505503153</c:v>
                </c:pt>
                <c:pt idx="169">
                  <c:v>43.193079178107325</c:v>
                </c:pt>
                <c:pt idx="170">
                  <c:v>43.179846959135958</c:v>
                </c:pt>
                <c:pt idx="171">
                  <c:v>43.168543136595353</c:v>
                </c:pt>
                <c:pt idx="172">
                  <c:v>43.151428257671611</c:v>
                </c:pt>
                <c:pt idx="173">
                  <c:v>43.162658806148173</c:v>
                </c:pt>
                <c:pt idx="174">
                  <c:v>43.1760456507035</c:v>
                </c:pt>
                <c:pt idx="175">
                  <c:v>43.168458804109576</c:v>
                </c:pt>
                <c:pt idx="176">
                  <c:v>43.167912998876659</c:v>
                </c:pt>
                <c:pt idx="177">
                  <c:v>43.188801876739177</c:v>
                </c:pt>
                <c:pt idx="178">
                  <c:v>43.214028733049119</c:v>
                </c:pt>
                <c:pt idx="179">
                  <c:v>43.229993439951905</c:v>
                </c:pt>
                <c:pt idx="180">
                  <c:v>43.258215109188932</c:v>
                </c:pt>
                <c:pt idx="181">
                  <c:v>43.298376604456799</c:v>
                </c:pt>
                <c:pt idx="182">
                  <c:v>43.350947668278891</c:v>
                </c:pt>
                <c:pt idx="183">
                  <c:v>43.397565358638083</c:v>
                </c:pt>
                <c:pt idx="184">
                  <c:v>43.457481137698124</c:v>
                </c:pt>
                <c:pt idx="185">
                  <c:v>43.531418610881445</c:v>
                </c:pt>
                <c:pt idx="186">
                  <c:v>43.577055851953311</c:v>
                </c:pt>
                <c:pt idx="187">
                  <c:v>43.628945140035199</c:v>
                </c:pt>
                <c:pt idx="188">
                  <c:v>43.70872617174556</c:v>
                </c:pt>
                <c:pt idx="189">
                  <c:v>43.760569783737658</c:v>
                </c:pt>
                <c:pt idx="190">
                  <c:v>43.789482844733797</c:v>
                </c:pt>
                <c:pt idx="191">
                  <c:v>43.803580120765659</c:v>
                </c:pt>
                <c:pt idx="192">
                  <c:v>43.824815752269814</c:v>
                </c:pt>
                <c:pt idx="193">
                  <c:v>43.870774553013788</c:v>
                </c:pt>
                <c:pt idx="194">
                  <c:v>43.892806967844223</c:v>
                </c:pt>
                <c:pt idx="195">
                  <c:v>43.94816850419172</c:v>
                </c:pt>
                <c:pt idx="196">
                  <c:v>44.008585950957922</c:v>
                </c:pt>
                <c:pt idx="197">
                  <c:v>44.086628791091421</c:v>
                </c:pt>
                <c:pt idx="198">
                  <c:v>44.188852456998617</c:v>
                </c:pt>
                <c:pt idx="199">
                  <c:v>44.272076985078058</c:v>
                </c:pt>
                <c:pt idx="200">
                  <c:v>44.361593851286734</c:v>
                </c:pt>
                <c:pt idx="201">
                  <c:v>44.429191964008403</c:v>
                </c:pt>
                <c:pt idx="202">
                  <c:v>44.500357619742999</c:v>
                </c:pt>
                <c:pt idx="203">
                  <c:v>44.676756178340227</c:v>
                </c:pt>
                <c:pt idx="204">
                  <c:v>44.810381530935608</c:v>
                </c:pt>
                <c:pt idx="205">
                  <c:v>44.901883528086564</c:v>
                </c:pt>
                <c:pt idx="206">
                  <c:v>44.979785974344075</c:v>
                </c:pt>
                <c:pt idx="207">
                  <c:v>44.996524001487025</c:v>
                </c:pt>
                <c:pt idx="208">
                  <c:v>44.95949290501278</c:v>
                </c:pt>
                <c:pt idx="209">
                  <c:v>44.863852173326052</c:v>
                </c:pt>
                <c:pt idx="210">
                  <c:v>44.734169003840059</c:v>
                </c:pt>
                <c:pt idx="211">
                  <c:v>44.555585878068491</c:v>
                </c:pt>
                <c:pt idx="212">
                  <c:v>44.402253071693004</c:v>
                </c:pt>
                <c:pt idx="213">
                  <c:v>44.276631323950795</c:v>
                </c:pt>
                <c:pt idx="214">
                  <c:v>44.195527705000544</c:v>
                </c:pt>
                <c:pt idx="215">
                  <c:v>44.204256934640121</c:v>
                </c:pt>
                <c:pt idx="216">
                  <c:v>44.211800893789722</c:v>
                </c:pt>
                <c:pt idx="217">
                  <c:v>44.229229735730641</c:v>
                </c:pt>
                <c:pt idx="218">
                  <c:v>44.253884631236247</c:v>
                </c:pt>
                <c:pt idx="219">
                  <c:v>44.245549850692072</c:v>
                </c:pt>
                <c:pt idx="220">
                  <c:v>44.276061286350242</c:v>
                </c:pt>
                <c:pt idx="221">
                  <c:v>44.2833506133193</c:v>
                </c:pt>
                <c:pt idx="222">
                  <c:v>44.303192306723304</c:v>
                </c:pt>
                <c:pt idx="223">
                  <c:v>44.298379296942102</c:v>
                </c:pt>
                <c:pt idx="224">
                  <c:v>44.271891972874364</c:v>
                </c:pt>
                <c:pt idx="225">
                  <c:v>44.224236906395944</c:v>
                </c:pt>
                <c:pt idx="226">
                  <c:v>44.169669268569059</c:v>
                </c:pt>
                <c:pt idx="227">
                  <c:v>44.166257120421591</c:v>
                </c:pt>
                <c:pt idx="228">
                  <c:v>44.165017807905407</c:v>
                </c:pt>
                <c:pt idx="229">
                  <c:v>44.115100861460661</c:v>
                </c:pt>
                <c:pt idx="230">
                  <c:v>44.109389330873171</c:v>
                </c:pt>
                <c:pt idx="231">
                  <c:v>44.097301225830854</c:v>
                </c:pt>
                <c:pt idx="232">
                  <c:v>44.142700951235817</c:v>
                </c:pt>
                <c:pt idx="233">
                  <c:v>44.197233009792768</c:v>
                </c:pt>
                <c:pt idx="234">
                  <c:v>44.167586246554343</c:v>
                </c:pt>
                <c:pt idx="235">
                  <c:v>44.162443984285879</c:v>
                </c:pt>
                <c:pt idx="236">
                  <c:v>44.15742365313713</c:v>
                </c:pt>
                <c:pt idx="237">
                  <c:v>44.10687051088177</c:v>
                </c:pt>
                <c:pt idx="238">
                  <c:v>44.06340225903363</c:v>
                </c:pt>
                <c:pt idx="239">
                  <c:v>44.006991038062708</c:v>
                </c:pt>
                <c:pt idx="240">
                  <c:v>43.93314943658784</c:v>
                </c:pt>
                <c:pt idx="241">
                  <c:v>43.845260947020158</c:v>
                </c:pt>
                <c:pt idx="242">
                  <c:v>43.746134408481176</c:v>
                </c:pt>
                <c:pt idx="243">
                  <c:v>43.707592443116923</c:v>
                </c:pt>
                <c:pt idx="244">
                  <c:v>43.649856134741199</c:v>
                </c:pt>
                <c:pt idx="245">
                  <c:v>43.618171544776899</c:v>
                </c:pt>
                <c:pt idx="246">
                  <c:v>43.584915793484072</c:v>
                </c:pt>
                <c:pt idx="247">
                  <c:v>43.549120740079587</c:v>
                </c:pt>
                <c:pt idx="248">
                  <c:v>43.525089635720207</c:v>
                </c:pt>
                <c:pt idx="249">
                  <c:v>43.476708559814618</c:v>
                </c:pt>
                <c:pt idx="250">
                  <c:v>43.4306572529688</c:v>
                </c:pt>
                <c:pt idx="251">
                  <c:v>43.384561231635089</c:v>
                </c:pt>
                <c:pt idx="252">
                  <c:v>43.344088369675156</c:v>
                </c:pt>
                <c:pt idx="253">
                  <c:v>43.323621058081329</c:v>
                </c:pt>
                <c:pt idx="254">
                  <c:v>43.292073015585451</c:v>
                </c:pt>
                <c:pt idx="255">
                  <c:v>43.254190997598499</c:v>
                </c:pt>
                <c:pt idx="256">
                  <c:v>43.221378929417845</c:v>
                </c:pt>
                <c:pt idx="257">
                  <c:v>43.147800422220158</c:v>
                </c:pt>
                <c:pt idx="258">
                  <c:v>43.074007766281504</c:v>
                </c:pt>
                <c:pt idx="259">
                  <c:v>43</c:v>
                </c:pt>
                <c:pt idx="260">
                  <c:v>42.94483318803529</c:v>
                </c:pt>
                <c:pt idx="261">
                  <c:v>42.862630361964264</c:v>
                </c:pt>
                <c:pt idx="262">
                  <c:v>42.884394970668261</c:v>
                </c:pt>
                <c:pt idx="263">
                  <c:v>42.887002931154882</c:v>
                </c:pt>
                <c:pt idx="264">
                  <c:v>42.8721319502421</c:v>
                </c:pt>
                <c:pt idx="265">
                  <c:v>42.84285146116369</c:v>
                </c:pt>
                <c:pt idx="266">
                  <c:v>42.831017411340788</c:v>
                </c:pt>
                <c:pt idx="267">
                  <c:v>42.818756698759167</c:v>
                </c:pt>
                <c:pt idx="268">
                  <c:v>42.784997693117063</c:v>
                </c:pt>
                <c:pt idx="269">
                  <c:v>42.724778192099976</c:v>
                </c:pt>
                <c:pt idx="270">
                  <c:v>42.726400414488879</c:v>
                </c:pt>
                <c:pt idx="271">
                  <c:v>42.712956066140514</c:v>
                </c:pt>
                <c:pt idx="272">
                  <c:v>42.68735620445733</c:v>
                </c:pt>
                <c:pt idx="273">
                  <c:v>42.663823065636826</c:v>
                </c:pt>
                <c:pt idx="274">
                  <c:v>42.642084035543114</c:v>
                </c:pt>
                <c:pt idx="275">
                  <c:v>42.62409198337506</c:v>
                </c:pt>
                <c:pt idx="276">
                  <c:v>42.607987219156954</c:v>
                </c:pt>
                <c:pt idx="277">
                  <c:v>42.569072921540787</c:v>
                </c:pt>
                <c:pt idx="278">
                  <c:v>42.613489793653699</c:v>
                </c:pt>
                <c:pt idx="279">
                  <c:v>42.664164434307878</c:v>
                </c:pt>
                <c:pt idx="280">
                  <c:v>42.664091881445259</c:v>
                </c:pt>
                <c:pt idx="281">
                  <c:v>42.623195049211901</c:v>
                </c:pt>
                <c:pt idx="282">
                  <c:v>42.649033003523115</c:v>
                </c:pt>
                <c:pt idx="283">
                  <c:v>42.694792896916084</c:v>
                </c:pt>
                <c:pt idx="284">
                  <c:v>42.72766121880732</c:v>
                </c:pt>
                <c:pt idx="285">
                  <c:v>42.693560459853408</c:v>
                </c:pt>
                <c:pt idx="286">
                  <c:v>42.647514153337426</c:v>
                </c:pt>
                <c:pt idx="287">
                  <c:v>42.730059117361009</c:v>
                </c:pt>
                <c:pt idx="288">
                  <c:v>42.785254536981959</c:v>
                </c:pt>
                <c:pt idx="289">
                  <c:v>42.84911264339167</c:v>
                </c:pt>
                <c:pt idx="290">
                  <c:v>42.869339266032355</c:v>
                </c:pt>
                <c:pt idx="291">
                  <c:v>42.910507558479338</c:v>
                </c:pt>
                <c:pt idx="292">
                  <c:v>42.896650875240425</c:v>
                </c:pt>
                <c:pt idx="293">
                  <c:v>42.870044793339254</c:v>
                </c:pt>
                <c:pt idx="294">
                  <c:v>42.899503178767368</c:v>
                </c:pt>
                <c:pt idx="295">
                  <c:v>42.946065192377112</c:v>
                </c:pt>
                <c:pt idx="296">
                  <c:v>43.018545742536482</c:v>
                </c:pt>
                <c:pt idx="297">
                  <c:v>43.077754648046977</c:v>
                </c:pt>
                <c:pt idx="298">
                  <c:v>43.073989015044646</c:v>
                </c:pt>
                <c:pt idx="299">
                  <c:v>43.064054128955043</c:v>
                </c:pt>
                <c:pt idx="300">
                  <c:v>43.140610428726355</c:v>
                </c:pt>
                <c:pt idx="301">
                  <c:v>43.113900782301599</c:v>
                </c:pt>
                <c:pt idx="302">
                  <c:v>43.071219313120075</c:v>
                </c:pt>
                <c:pt idx="303">
                  <c:v>43.163363756493936</c:v>
                </c:pt>
                <c:pt idx="304">
                  <c:v>43.260791529133556</c:v>
                </c:pt>
                <c:pt idx="305">
                  <c:v>43.357094612202303</c:v>
                </c:pt>
                <c:pt idx="306">
                  <c:v>43.405836096496365</c:v>
                </c:pt>
                <c:pt idx="307">
                  <c:v>43.42668708724441</c:v>
                </c:pt>
                <c:pt idx="308">
                  <c:v>43.485970132260647</c:v>
                </c:pt>
                <c:pt idx="309">
                  <c:v>43.512729878143887</c:v>
                </c:pt>
                <c:pt idx="310">
                  <c:v>43.562433829769923</c:v>
                </c:pt>
                <c:pt idx="311">
                  <c:v>43.491504920420716</c:v>
                </c:pt>
                <c:pt idx="312">
                  <c:v>43.5191835730703</c:v>
                </c:pt>
                <c:pt idx="313">
                  <c:v>43.813373266736633</c:v>
                </c:pt>
                <c:pt idx="314">
                  <c:v>43.884885099151731</c:v>
                </c:pt>
                <c:pt idx="315">
                  <c:v>44.001237004671658</c:v>
                </c:pt>
                <c:pt idx="316">
                  <c:v>44.10312853328594</c:v>
                </c:pt>
                <c:pt idx="317">
                  <c:v>44.196602391273125</c:v>
                </c:pt>
                <c:pt idx="318">
                  <c:v>44.410523617230901</c:v>
                </c:pt>
                <c:pt idx="319">
                  <c:v>44.578543738558139</c:v>
                </c:pt>
                <c:pt idx="320">
                  <c:v>44.663067006150598</c:v>
                </c:pt>
                <c:pt idx="321">
                  <c:v>44.943026434243649</c:v>
                </c:pt>
                <c:pt idx="322">
                  <c:v>45.256009771413765</c:v>
                </c:pt>
                <c:pt idx="323">
                  <c:v>45.591678451097842</c:v>
                </c:pt>
                <c:pt idx="324">
                  <c:v>45.874590189314418</c:v>
                </c:pt>
                <c:pt idx="325">
                  <c:v>46.159407437836762</c:v>
                </c:pt>
                <c:pt idx="326">
                  <c:v>46.447806461080042</c:v>
                </c:pt>
                <c:pt idx="327">
                  <c:v>46.635971565047456</c:v>
                </c:pt>
                <c:pt idx="328">
                  <c:v>46.815836890779529</c:v>
                </c:pt>
                <c:pt idx="329">
                  <c:v>46.920714577903894</c:v>
                </c:pt>
                <c:pt idx="330">
                  <c:v>46.935810958299754</c:v>
                </c:pt>
                <c:pt idx="331">
                  <c:v>47.028791322196838</c:v>
                </c:pt>
                <c:pt idx="332">
                  <c:v>47.034430924962948</c:v>
                </c:pt>
                <c:pt idx="333">
                  <c:v>46.951907789302268</c:v>
                </c:pt>
                <c:pt idx="334">
                  <c:v>46.886268074990326</c:v>
                </c:pt>
                <c:pt idx="335">
                  <c:v>46.785687979034009</c:v>
                </c:pt>
                <c:pt idx="336">
                  <c:v>46.657965323481925</c:v>
                </c:pt>
                <c:pt idx="337">
                  <c:v>46.481582919796438</c:v>
                </c:pt>
                <c:pt idx="338">
                  <c:v>46.371805294079969</c:v>
                </c:pt>
                <c:pt idx="339">
                  <c:v>46.251258881114659</c:v>
                </c:pt>
                <c:pt idx="340">
                  <c:v>46.047448899033149</c:v>
                </c:pt>
                <c:pt idx="341">
                  <c:v>45.77754455726599</c:v>
                </c:pt>
                <c:pt idx="342">
                  <c:v>45.644351925521249</c:v>
                </c:pt>
                <c:pt idx="343">
                  <c:v>45.472390582686515</c:v>
                </c:pt>
                <c:pt idx="344">
                  <c:v>45.287624549080839</c:v>
                </c:pt>
                <c:pt idx="345">
                  <c:v>45.161529693208607</c:v>
                </c:pt>
                <c:pt idx="346">
                  <c:v>45.034129366610145</c:v>
                </c:pt>
                <c:pt idx="347">
                  <c:v>44.934205083142992</c:v>
                </c:pt>
                <c:pt idx="348">
                  <c:v>44.850983632189589</c:v>
                </c:pt>
                <c:pt idx="349">
                  <c:v>44.747088317556333</c:v>
                </c:pt>
                <c:pt idx="350">
                  <c:v>44.546293149721222</c:v>
                </c:pt>
                <c:pt idx="351">
                  <c:v>44.361067662732367</c:v>
                </c:pt>
                <c:pt idx="352">
                  <c:v>44.285362669114512</c:v>
                </c:pt>
                <c:pt idx="353">
                  <c:v>44.215851930233093</c:v>
                </c:pt>
                <c:pt idx="354">
                  <c:v>44.136749789457255</c:v>
                </c:pt>
                <c:pt idx="355">
                  <c:v>44.040463438261419</c:v>
                </c:pt>
                <c:pt idx="356">
                  <c:v>43.907226957470463</c:v>
                </c:pt>
                <c:pt idx="357">
                  <c:v>43.822875816616367</c:v>
                </c:pt>
                <c:pt idx="358">
                  <c:v>43.7649637274151</c:v>
                </c:pt>
                <c:pt idx="359">
                  <c:v>43.66992938188038</c:v>
                </c:pt>
                <c:pt idx="360">
                  <c:v>43.666269332765609</c:v>
                </c:pt>
                <c:pt idx="361">
                  <c:v>43.700397353133098</c:v>
                </c:pt>
                <c:pt idx="362">
                  <c:v>43.675311083019515</c:v>
                </c:pt>
                <c:pt idx="363">
                  <c:v>43.623350924878316</c:v>
                </c:pt>
                <c:pt idx="364">
                  <c:v>43.606376632150933</c:v>
                </c:pt>
                <c:pt idx="365">
                  <c:v>43.575539598092725</c:v>
                </c:pt>
                <c:pt idx="366">
                  <c:v>43.523932155524875</c:v>
                </c:pt>
                <c:pt idx="367">
                  <c:v>43.456958987871701</c:v>
                </c:pt>
                <c:pt idx="368">
                  <c:v>43.398911216643711</c:v>
                </c:pt>
                <c:pt idx="369">
                  <c:v>43.34045889950049</c:v>
                </c:pt>
                <c:pt idx="370">
                  <c:v>43.27507881769894</c:v>
                </c:pt>
                <c:pt idx="371">
                  <c:v>43.2388083483199</c:v>
                </c:pt>
                <c:pt idx="372">
                  <c:v>43.193343426306775</c:v>
                </c:pt>
                <c:pt idx="373">
                  <c:v>43.14787523484722</c:v>
                </c:pt>
                <c:pt idx="374">
                  <c:v>43.088685272893962</c:v>
                </c:pt>
                <c:pt idx="375">
                  <c:v>42.996063874982525</c:v>
                </c:pt>
                <c:pt idx="376">
                  <c:v>42.960699234584126</c:v>
                </c:pt>
                <c:pt idx="377">
                  <c:v>42.903570177802116</c:v>
                </c:pt>
                <c:pt idx="378">
                  <c:v>42.854442129548161</c:v>
                </c:pt>
                <c:pt idx="379">
                  <c:v>42.820521911349154</c:v>
                </c:pt>
                <c:pt idx="380">
                  <c:v>42.748443887741061</c:v>
                </c:pt>
                <c:pt idx="381">
                  <c:v>42.657482743573276</c:v>
                </c:pt>
                <c:pt idx="382">
                  <c:v>42.576019100875307</c:v>
                </c:pt>
                <c:pt idx="383">
                  <c:v>42.522589566965664</c:v>
                </c:pt>
                <c:pt idx="384">
                  <c:v>42.486533294407693</c:v>
                </c:pt>
                <c:pt idx="385">
                  <c:v>42.447938296699185</c:v>
                </c:pt>
                <c:pt idx="386">
                  <c:v>42.432377029869471</c:v>
                </c:pt>
                <c:pt idx="387">
                  <c:v>42.419526999569399</c:v>
                </c:pt>
                <c:pt idx="388">
                  <c:v>42.407885606685213</c:v>
                </c:pt>
                <c:pt idx="389">
                  <c:v>42.388778961766128</c:v>
                </c:pt>
                <c:pt idx="390">
                  <c:v>42.365836366706496</c:v>
                </c:pt>
                <c:pt idx="391">
                  <c:v>42.329277176359902</c:v>
                </c:pt>
                <c:pt idx="392">
                  <c:v>42.31868623738066</c:v>
                </c:pt>
                <c:pt idx="393">
                  <c:v>42.332660909171508</c:v>
                </c:pt>
                <c:pt idx="394">
                  <c:v>42.367838061241351</c:v>
                </c:pt>
                <c:pt idx="395">
                  <c:v>42.379361297293265</c:v>
                </c:pt>
                <c:pt idx="396">
                  <c:v>42.372526880138437</c:v>
                </c:pt>
                <c:pt idx="397">
                  <c:v>42.362668489479212</c:v>
                </c:pt>
                <c:pt idx="398">
                  <c:v>42.342608656686394</c:v>
                </c:pt>
                <c:pt idx="399">
                  <c:v>42.301398943237984</c:v>
                </c:pt>
                <c:pt idx="400">
                  <c:v>42.309159743613861</c:v>
                </c:pt>
                <c:pt idx="401">
                  <c:v>42.302942602752452</c:v>
                </c:pt>
                <c:pt idx="402">
                  <c:v>42.284275842618079</c:v>
                </c:pt>
                <c:pt idx="403">
                  <c:v>42.270631360876301</c:v>
                </c:pt>
                <c:pt idx="404">
                  <c:v>42.239914527054381</c:v>
                </c:pt>
                <c:pt idx="405">
                  <c:v>42.216930198472703</c:v>
                </c:pt>
                <c:pt idx="406">
                  <c:v>42.187372034828449</c:v>
                </c:pt>
                <c:pt idx="407">
                  <c:v>42.141496388607941</c:v>
                </c:pt>
                <c:pt idx="408">
                  <c:v>42.133506787082304</c:v>
                </c:pt>
                <c:pt idx="409">
                  <c:v>42.143004552992629</c:v>
                </c:pt>
                <c:pt idx="410">
                  <c:v>42.126585356976435</c:v>
                </c:pt>
                <c:pt idx="411">
                  <c:v>42.116852359203691</c:v>
                </c:pt>
                <c:pt idx="412">
                  <c:v>42.102257153693024</c:v>
                </c:pt>
                <c:pt idx="413">
                  <c:v>42.091421036281815</c:v>
                </c:pt>
                <c:pt idx="414">
                  <c:v>42.091678541248008</c:v>
                </c:pt>
                <c:pt idx="415">
                  <c:v>42.087998484803904</c:v>
                </c:pt>
                <c:pt idx="416">
                  <c:v>42.075727332831761</c:v>
                </c:pt>
                <c:pt idx="417">
                  <c:v>42.070532266599507</c:v>
                </c:pt>
                <c:pt idx="418">
                  <c:v>42.054596894564391</c:v>
                </c:pt>
                <c:pt idx="419">
                  <c:v>42.043334910721036</c:v>
                </c:pt>
                <c:pt idx="420">
                  <c:v>42.043194372604773</c:v>
                </c:pt>
                <c:pt idx="421">
                  <c:v>42.054567457526524</c:v>
                </c:pt>
                <c:pt idx="422">
                  <c:v>42.047727475100764</c:v>
                </c:pt>
                <c:pt idx="423">
                  <c:v>42.056115528389661</c:v>
                </c:pt>
                <c:pt idx="424">
                  <c:v>42.054715369927287</c:v>
                </c:pt>
                <c:pt idx="425">
                  <c:v>42.057610620998652</c:v>
                </c:pt>
                <c:pt idx="426">
                  <c:v>42.056454402905807</c:v>
                </c:pt>
                <c:pt idx="427">
                  <c:v>42.039567102094423</c:v>
                </c:pt>
                <c:pt idx="428">
                  <c:v>42.039482282797692</c:v>
                </c:pt>
                <c:pt idx="429">
                  <c:v>42.019372768242214</c:v>
                </c:pt>
                <c:pt idx="430">
                  <c:v>42.025829660494914</c:v>
                </c:pt>
                <c:pt idx="431">
                  <c:v>42.007731476776975</c:v>
                </c:pt>
                <c:pt idx="432">
                  <c:v>41.986927530147661</c:v>
                </c:pt>
                <c:pt idx="433">
                  <c:v>42.028389715177369</c:v>
                </c:pt>
                <c:pt idx="434">
                  <c:v>42.110567209048597</c:v>
                </c:pt>
                <c:pt idx="435">
                  <c:v>42.351283339458739</c:v>
                </c:pt>
                <c:pt idx="436">
                  <c:v>42.483085855470854</c:v>
                </c:pt>
                <c:pt idx="437">
                  <c:v>42.561771526468</c:v>
                </c:pt>
                <c:pt idx="438">
                  <c:v>42.57127003761979</c:v>
                </c:pt>
                <c:pt idx="439">
                  <c:v>42.521083842645773</c:v>
                </c:pt>
                <c:pt idx="440">
                  <c:v>42.525922959918319</c:v>
                </c:pt>
                <c:pt idx="441">
                  <c:v>42.620626322082401</c:v>
                </c:pt>
                <c:pt idx="442">
                  <c:v>42.668649201283856</c:v>
                </c:pt>
                <c:pt idx="443">
                  <c:v>42.680192847335888</c:v>
                </c:pt>
                <c:pt idx="444">
                  <c:v>42.674921970814616</c:v>
                </c:pt>
                <c:pt idx="445">
                  <c:v>42.718473882027219</c:v>
                </c:pt>
                <c:pt idx="446">
                  <c:v>42.771332849455263</c:v>
                </c:pt>
                <c:pt idx="447">
                  <c:v>42.79519413492082</c:v>
                </c:pt>
                <c:pt idx="448">
                  <c:v>42.797482507019211</c:v>
                </c:pt>
                <c:pt idx="449">
                  <c:v>42.782823270842677</c:v>
                </c:pt>
                <c:pt idx="450">
                  <c:v>42.770755503680341</c:v>
                </c:pt>
                <c:pt idx="451">
                  <c:v>42.783831173863966</c:v>
                </c:pt>
                <c:pt idx="452">
                  <c:v>42.760586227129984</c:v>
                </c:pt>
                <c:pt idx="453">
                  <c:v>42.768094943570318</c:v>
                </c:pt>
                <c:pt idx="454">
                  <c:v>42.823588555937441</c:v>
                </c:pt>
                <c:pt idx="455">
                  <c:v>42.815854872734874</c:v>
                </c:pt>
                <c:pt idx="456">
                  <c:v>42.804737600960991</c:v>
                </c:pt>
                <c:pt idx="457">
                  <c:v>42.792466503078955</c:v>
                </c:pt>
                <c:pt idx="458">
                  <c:v>42.809455700635638</c:v>
                </c:pt>
                <c:pt idx="459">
                  <c:v>42.81882881890094</c:v>
                </c:pt>
                <c:pt idx="460">
                  <c:v>42.808736037780953</c:v>
                </c:pt>
                <c:pt idx="461">
                  <c:v>42.805910322546275</c:v>
                </c:pt>
                <c:pt idx="462">
                  <c:v>42.810821175319838</c:v>
                </c:pt>
                <c:pt idx="463">
                  <c:v>42.821140221364601</c:v>
                </c:pt>
                <c:pt idx="464">
                  <c:v>42.822522908722632</c:v>
                </c:pt>
                <c:pt idx="465">
                  <c:v>42.834799872376195</c:v>
                </c:pt>
                <c:pt idx="466">
                  <c:v>42.815802465431858</c:v>
                </c:pt>
                <c:pt idx="467">
                  <c:v>42.819303273273604</c:v>
                </c:pt>
                <c:pt idx="468">
                  <c:v>42.837371676631747</c:v>
                </c:pt>
                <c:pt idx="469">
                  <c:v>42.844133757284375</c:v>
                </c:pt>
                <c:pt idx="470">
                  <c:v>42.852718073519078</c:v>
                </c:pt>
                <c:pt idx="471">
                  <c:v>42.876781872342733</c:v>
                </c:pt>
                <c:pt idx="472">
                  <c:v>42.88239339633364</c:v>
                </c:pt>
                <c:pt idx="473">
                  <c:v>42.892264432057729</c:v>
                </c:pt>
                <c:pt idx="474">
                  <c:v>42.91979442105508</c:v>
                </c:pt>
                <c:pt idx="475">
                  <c:v>42.947510191537631</c:v>
                </c:pt>
                <c:pt idx="476">
                  <c:v>42.967894613048514</c:v>
                </c:pt>
                <c:pt idx="477">
                  <c:v>42.982526732051745</c:v>
                </c:pt>
                <c:pt idx="478">
                  <c:v>43.002361598082338</c:v>
                </c:pt>
                <c:pt idx="479">
                  <c:v>43.020321628907446</c:v>
                </c:pt>
                <c:pt idx="480">
                  <c:v>43.038765345483363</c:v>
                </c:pt>
                <c:pt idx="481">
                  <c:v>43.057863912946566</c:v>
                </c:pt>
                <c:pt idx="482">
                  <c:v>43.056755089806884</c:v>
                </c:pt>
                <c:pt idx="483">
                  <c:v>43.063889021910484</c:v>
                </c:pt>
                <c:pt idx="484">
                  <c:v>43.075300543862795</c:v>
                </c:pt>
                <c:pt idx="485">
                  <c:v>43.075399011896366</c:v>
                </c:pt>
                <c:pt idx="486">
                  <c:v>43.096091915293641</c:v>
                </c:pt>
                <c:pt idx="487">
                  <c:v>43.100321232727467</c:v>
                </c:pt>
                <c:pt idx="488">
                  <c:v>43.110264484753515</c:v>
                </c:pt>
                <c:pt idx="489">
                  <c:v>43.114721894155714</c:v>
                </c:pt>
                <c:pt idx="490">
                  <c:v>43.116517397205243</c:v>
                </c:pt>
                <c:pt idx="491">
                  <c:v>43.125878206966348</c:v>
                </c:pt>
                <c:pt idx="492">
                  <c:v>43.120702096311355</c:v>
                </c:pt>
                <c:pt idx="493">
                  <c:v>43.131535310886854</c:v>
                </c:pt>
                <c:pt idx="494">
                  <c:v>43.137767068096991</c:v>
                </c:pt>
                <c:pt idx="495">
                  <c:v>43.139164467963944</c:v>
                </c:pt>
                <c:pt idx="496">
                  <c:v>43.146243300279231</c:v>
                </c:pt>
                <c:pt idx="497">
                  <c:v>43.143868432090812</c:v>
                </c:pt>
                <c:pt idx="498">
                  <c:v>43.146743140941794</c:v>
                </c:pt>
                <c:pt idx="499">
                  <c:v>43.151727027378925</c:v>
                </c:pt>
                <c:pt idx="500">
                  <c:v>43.144452989879909</c:v>
                </c:pt>
                <c:pt idx="501">
                  <c:v>43.157971381573823</c:v>
                </c:pt>
                <c:pt idx="502">
                  <c:v>43.15968678318589</c:v>
                </c:pt>
                <c:pt idx="503">
                  <c:v>43.152896912238631</c:v>
                </c:pt>
                <c:pt idx="504">
                  <c:v>43.162208487982959</c:v>
                </c:pt>
                <c:pt idx="505">
                  <c:v>43.159790347709475</c:v>
                </c:pt>
                <c:pt idx="506">
                  <c:v>43.170227093825609</c:v>
                </c:pt>
                <c:pt idx="507">
                  <c:v>43.176990905361642</c:v>
                </c:pt>
                <c:pt idx="508">
                  <c:v>43.196861831463117</c:v>
                </c:pt>
                <c:pt idx="509">
                  <c:v>43.215157845988692</c:v>
                </c:pt>
                <c:pt idx="510">
                  <c:v>43.22895567919192</c:v>
                </c:pt>
                <c:pt idx="511">
                  <c:v>43.24875208114689</c:v>
                </c:pt>
                <c:pt idx="512">
                  <c:v>43.254285330743933</c:v>
                </c:pt>
                <c:pt idx="513">
                  <c:v>43.284088546609901</c:v>
                </c:pt>
                <c:pt idx="514">
                  <c:v>43.321032810433458</c:v>
                </c:pt>
                <c:pt idx="515">
                  <c:v>43.341006243296434</c:v>
                </c:pt>
                <c:pt idx="516">
                  <c:v>43.368879812649183</c:v>
                </c:pt>
                <c:pt idx="517">
                  <c:v>43.382785345264118</c:v>
                </c:pt>
                <c:pt idx="518">
                  <c:v>43.403474690734413</c:v>
                </c:pt>
                <c:pt idx="519">
                  <c:v>43.40835039695888</c:v>
                </c:pt>
                <c:pt idx="520">
                  <c:v>43.427926495920786</c:v>
                </c:pt>
                <c:pt idx="521">
                  <c:v>43.459033355469408</c:v>
                </c:pt>
                <c:pt idx="522">
                  <c:v>43.473595181374463</c:v>
                </c:pt>
                <c:pt idx="523">
                  <c:v>43.496036950129593</c:v>
                </c:pt>
                <c:pt idx="524">
                  <c:v>43.504083346266881</c:v>
                </c:pt>
                <c:pt idx="525">
                  <c:v>43.496192344995066</c:v>
                </c:pt>
                <c:pt idx="526">
                  <c:v>43.497654460669231</c:v>
                </c:pt>
                <c:pt idx="527">
                  <c:v>43.495732699291509</c:v>
                </c:pt>
                <c:pt idx="528">
                  <c:v>43.50740962336554</c:v>
                </c:pt>
                <c:pt idx="529">
                  <c:v>43.488011036112574</c:v>
                </c:pt>
                <c:pt idx="530">
                  <c:v>43.48472928118143</c:v>
                </c:pt>
                <c:pt idx="531">
                  <c:v>43.49122653667348</c:v>
                </c:pt>
                <c:pt idx="532">
                  <c:v>43.468115204522149</c:v>
                </c:pt>
                <c:pt idx="533">
                  <c:v>43.453408369052035</c:v>
                </c:pt>
                <c:pt idx="534">
                  <c:v>43.461706704884577</c:v>
                </c:pt>
                <c:pt idx="535">
                  <c:v>43.459559159383012</c:v>
                </c:pt>
                <c:pt idx="536">
                  <c:v>43.444788569707576</c:v>
                </c:pt>
                <c:pt idx="537">
                  <c:v>43.455857280586009</c:v>
                </c:pt>
                <c:pt idx="538">
                  <c:v>43.484094623933849</c:v>
                </c:pt>
                <c:pt idx="539">
                  <c:v>43.487486770761997</c:v>
                </c:pt>
                <c:pt idx="540">
                  <c:v>43.493305423800074</c:v>
                </c:pt>
                <c:pt idx="541">
                  <c:v>43.51093668293889</c:v>
                </c:pt>
                <c:pt idx="542">
                  <c:v>43.528834690442082</c:v>
                </c:pt>
                <c:pt idx="543">
                  <c:v>43.553863649083006</c:v>
                </c:pt>
                <c:pt idx="544">
                  <c:v>43.55581570092027</c:v>
                </c:pt>
                <c:pt idx="545">
                  <c:v>43.57569768544348</c:v>
                </c:pt>
                <c:pt idx="546">
                  <c:v>43.584806940150088</c:v>
                </c:pt>
                <c:pt idx="547">
                  <c:v>43.589386376832167</c:v>
                </c:pt>
                <c:pt idx="548">
                  <c:v>43.588488625307399</c:v>
                </c:pt>
                <c:pt idx="549">
                  <c:v>43.577165378408615</c:v>
                </c:pt>
                <c:pt idx="550">
                  <c:v>43.577218266512581</c:v>
                </c:pt>
                <c:pt idx="551">
                  <c:v>43.589424648587396</c:v>
                </c:pt>
                <c:pt idx="552">
                  <c:v>43.567150198561173</c:v>
                </c:pt>
                <c:pt idx="553">
                  <c:v>43.561368855676442</c:v>
                </c:pt>
                <c:pt idx="554">
                  <c:v>43.535994297316151</c:v>
                </c:pt>
                <c:pt idx="555">
                  <c:v>43.500672544362061</c:v>
                </c:pt>
                <c:pt idx="556">
                  <c:v>43.506390133041471</c:v>
                </c:pt>
                <c:pt idx="557">
                  <c:v>43.482873101052625</c:v>
                </c:pt>
                <c:pt idx="558">
                  <c:v>43.474893824727289</c:v>
                </c:pt>
                <c:pt idx="559">
                  <c:v>43.463178148097079</c:v>
                </c:pt>
                <c:pt idx="560">
                  <c:v>43.407746510971783</c:v>
                </c:pt>
                <c:pt idx="561">
                  <c:v>43.385587068531635</c:v>
                </c:pt>
                <c:pt idx="562">
                  <c:v>43.347216556784417</c:v>
                </c:pt>
                <c:pt idx="563">
                  <c:v>43.331931221617118</c:v>
                </c:pt>
                <c:pt idx="564">
                  <c:v>43.323656925831841</c:v>
                </c:pt>
                <c:pt idx="565">
                  <c:v>43.297784450012763</c:v>
                </c:pt>
                <c:pt idx="566">
                  <c:v>43.28319262212873</c:v>
                </c:pt>
                <c:pt idx="567">
                  <c:v>43.265082966049491</c:v>
                </c:pt>
                <c:pt idx="568">
                  <c:v>43.220255297609057</c:v>
                </c:pt>
                <c:pt idx="569">
                  <c:v>43.204759083147216</c:v>
                </c:pt>
                <c:pt idx="570">
                  <c:v>43.134810815405707</c:v>
                </c:pt>
                <c:pt idx="571">
                  <c:v>43.098103105647162</c:v>
                </c:pt>
                <c:pt idx="572">
                  <c:v>43.086927079997778</c:v>
                </c:pt>
                <c:pt idx="573">
                  <c:v>43.037502954521806</c:v>
                </c:pt>
                <c:pt idx="574">
                  <c:v>43.009045019700338</c:v>
                </c:pt>
                <c:pt idx="575">
                  <c:v>42.950910031180904</c:v>
                </c:pt>
                <c:pt idx="576">
                  <c:v>42.922923858246804</c:v>
                </c:pt>
                <c:pt idx="577">
                  <c:v>42.975579543035245</c:v>
                </c:pt>
                <c:pt idx="578">
                  <c:v>42.915319222017914</c:v>
                </c:pt>
                <c:pt idx="579">
                  <c:v>42.854613102364254</c:v>
                </c:pt>
                <c:pt idx="580">
                  <c:v>42.766357425114769</c:v>
                </c:pt>
                <c:pt idx="581">
                  <c:v>42.471306905436265</c:v>
                </c:pt>
                <c:pt idx="582">
                  <c:v>42.098074251580442</c:v>
                </c:pt>
                <c:pt idx="583">
                  <c:v>41.957029383140082</c:v>
                </c:pt>
                <c:pt idx="584">
                  <c:v>41.930445808733154</c:v>
                </c:pt>
                <c:pt idx="585">
                  <c:v>41.458319077585308</c:v>
                </c:pt>
                <c:pt idx="586">
                  <c:v>41.51704372038386</c:v>
                </c:pt>
                <c:pt idx="587">
                  <c:v>41.446579312827751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4-96A0-42C5-857B-5B109011262B}"/>
            </c:ext>
          </c:extLst>
        </c:ser>
        <c:ser>
          <c:idx val="21"/>
          <c:order val="21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Shifted!$W$2:$W$589</c:f>
              <c:numCache>
                <c:formatCode>General</c:formatCode>
                <c:ptCount val="588"/>
                <c:pt idx="0">
                  <c:v>44.563186541551779</c:v>
                </c:pt>
                <c:pt idx="1">
                  <c:v>44.320261452982635</c:v>
                </c:pt>
                <c:pt idx="2">
                  <c:v>44.224275069928687</c:v>
                </c:pt>
                <c:pt idx="3">
                  <c:v>44.192351899120858</c:v>
                </c:pt>
                <c:pt idx="4">
                  <c:v>44.205020845247887</c:v>
                </c:pt>
                <c:pt idx="5">
                  <c:v>44.36855344611152</c:v>
                </c:pt>
                <c:pt idx="6">
                  <c:v>44.419341423041843</c:v>
                </c:pt>
                <c:pt idx="7">
                  <c:v>44.51129085044758</c:v>
                </c:pt>
                <c:pt idx="8">
                  <c:v>44.41863977401411</c:v>
                </c:pt>
                <c:pt idx="9">
                  <c:v>44.426645387801514</c:v>
                </c:pt>
                <c:pt idx="10">
                  <c:v>44.576222772785123</c:v>
                </c:pt>
                <c:pt idx="11">
                  <c:v>44.562613489740087</c:v>
                </c:pt>
                <c:pt idx="12">
                  <c:v>44.591891210847137</c:v>
                </c:pt>
                <c:pt idx="13">
                  <c:v>44.623849237191969</c:v>
                </c:pt>
                <c:pt idx="14">
                  <c:v>44.626403400352928</c:v>
                </c:pt>
                <c:pt idx="15">
                  <c:v>44.618287416898191</c:v>
                </c:pt>
                <c:pt idx="16">
                  <c:v>44.481419432039999</c:v>
                </c:pt>
                <c:pt idx="17">
                  <c:v>44.52058210160363</c:v>
                </c:pt>
                <c:pt idx="18">
                  <c:v>44.527570618173549</c:v>
                </c:pt>
                <c:pt idx="19">
                  <c:v>44.543359692848696</c:v>
                </c:pt>
                <c:pt idx="20">
                  <c:v>44.548448787246791</c:v>
                </c:pt>
                <c:pt idx="21">
                  <c:v>44.584887182261276</c:v>
                </c:pt>
                <c:pt idx="22">
                  <c:v>44.614382592378519</c:v>
                </c:pt>
                <c:pt idx="23">
                  <c:v>44.680061509421073</c:v>
                </c:pt>
                <c:pt idx="24">
                  <c:v>44.726721430158769</c:v>
                </c:pt>
                <c:pt idx="25">
                  <c:v>44.72449655324494</c:v>
                </c:pt>
                <c:pt idx="26">
                  <c:v>44.756817642600623</c:v>
                </c:pt>
                <c:pt idx="27">
                  <c:v>44.777386501332138</c:v>
                </c:pt>
                <c:pt idx="28">
                  <c:v>44.785343533122401</c:v>
                </c:pt>
                <c:pt idx="29">
                  <c:v>44.763470995468928</c:v>
                </c:pt>
                <c:pt idx="30">
                  <c:v>44.696048334400082</c:v>
                </c:pt>
                <c:pt idx="31">
                  <c:v>44.755800322188662</c:v>
                </c:pt>
                <c:pt idx="32">
                  <c:v>44.797813333980102</c:v>
                </c:pt>
                <c:pt idx="33">
                  <c:v>44.776399237775991</c:v>
                </c:pt>
                <c:pt idx="34">
                  <c:v>44.808256157024161</c:v>
                </c:pt>
                <c:pt idx="35">
                  <c:v>44.841662641106339</c:v>
                </c:pt>
                <c:pt idx="36">
                  <c:v>44.852722224879891</c:v>
                </c:pt>
                <c:pt idx="37">
                  <c:v>44.874413751815041</c:v>
                </c:pt>
                <c:pt idx="38">
                  <c:v>44.895186982286468</c:v>
                </c:pt>
                <c:pt idx="39">
                  <c:v>44.92535164103365</c:v>
                </c:pt>
                <c:pt idx="40">
                  <c:v>44.96061473114775</c:v>
                </c:pt>
                <c:pt idx="41">
                  <c:v>45.011841880404518</c:v>
                </c:pt>
                <c:pt idx="42">
                  <c:v>45.067044123241146</c:v>
                </c:pt>
                <c:pt idx="43">
                  <c:v>45.092988472079824</c:v>
                </c:pt>
                <c:pt idx="44">
                  <c:v>45.157402769233357</c:v>
                </c:pt>
                <c:pt idx="45">
                  <c:v>45.308268693113781</c:v>
                </c:pt>
                <c:pt idx="46">
                  <c:v>45.454684267981271</c:v>
                </c:pt>
                <c:pt idx="47">
                  <c:v>45.495887604619625</c:v>
                </c:pt>
                <c:pt idx="48">
                  <c:v>45.61106369055188</c:v>
                </c:pt>
                <c:pt idx="49">
                  <c:v>45.676211776737382</c:v>
                </c:pt>
                <c:pt idx="50">
                  <c:v>45.781617003788284</c:v>
                </c:pt>
                <c:pt idx="51">
                  <c:v>45.870177595098895</c:v>
                </c:pt>
                <c:pt idx="52">
                  <c:v>45.912389175573935</c:v>
                </c:pt>
                <c:pt idx="53">
                  <c:v>46.003123383467532</c:v>
                </c:pt>
                <c:pt idx="54">
                  <c:v>46.125955932631875</c:v>
                </c:pt>
                <c:pt idx="55">
                  <c:v>46.207131465190635</c:v>
                </c:pt>
                <c:pt idx="56">
                  <c:v>46.368864728004432</c:v>
                </c:pt>
                <c:pt idx="57">
                  <c:v>46.562548130958319</c:v>
                </c:pt>
                <c:pt idx="58">
                  <c:v>46.689346399534628</c:v>
                </c:pt>
                <c:pt idx="59">
                  <c:v>46.759685393997401</c:v>
                </c:pt>
                <c:pt idx="60">
                  <c:v>46.783599342707163</c:v>
                </c:pt>
                <c:pt idx="61">
                  <c:v>46.844339189237154</c:v>
                </c:pt>
                <c:pt idx="62">
                  <c:v>46.72183994382047</c:v>
                </c:pt>
                <c:pt idx="63">
                  <c:v>46.759991616815569</c:v>
                </c:pt>
                <c:pt idx="64">
                  <c:v>46.815673578974732</c:v>
                </c:pt>
                <c:pt idx="65">
                  <c:v>46.718605111912318</c:v>
                </c:pt>
                <c:pt idx="66">
                  <c:v>46.764442114624799</c:v>
                </c:pt>
                <c:pt idx="67">
                  <c:v>46.840229732584014</c:v>
                </c:pt>
                <c:pt idx="68">
                  <c:v>46.755461364181002</c:v>
                </c:pt>
                <c:pt idx="69">
                  <c:v>46.693917124767133</c:v>
                </c:pt>
                <c:pt idx="70">
                  <c:v>46.684625985208314</c:v>
                </c:pt>
                <c:pt idx="71">
                  <c:v>46.679235392275082</c:v>
                </c:pt>
                <c:pt idx="72">
                  <c:v>46.604645882251674</c:v>
                </c:pt>
                <c:pt idx="73">
                  <c:v>46.493935024963932</c:v>
                </c:pt>
                <c:pt idx="74">
                  <c:v>46.38872918497637</c:v>
                </c:pt>
                <c:pt idx="75">
                  <c:v>46.318845060851373</c:v>
                </c:pt>
                <c:pt idx="76">
                  <c:v>46.355213707592782</c:v>
                </c:pt>
                <c:pt idx="77">
                  <c:v>46.280106088797332</c:v>
                </c:pt>
                <c:pt idx="78">
                  <c:v>46.324619548279685</c:v>
                </c:pt>
                <c:pt idx="79">
                  <c:v>46.39454846009577</c:v>
                </c:pt>
                <c:pt idx="80">
                  <c:v>46.33640451409336</c:v>
                </c:pt>
                <c:pt idx="81">
                  <c:v>46.313734056195763</c:v>
                </c:pt>
                <c:pt idx="82">
                  <c:v>46.415750447151531</c:v>
                </c:pt>
                <c:pt idx="83">
                  <c:v>46.417397473572478</c:v>
                </c:pt>
                <c:pt idx="84">
                  <c:v>46.321304961546204</c:v>
                </c:pt>
                <c:pt idx="85">
                  <c:v>46.537105151306143</c:v>
                </c:pt>
                <c:pt idx="86">
                  <c:v>46.718959842329475</c:v>
                </c:pt>
                <c:pt idx="87">
                  <c:v>46.727003771168235</c:v>
                </c:pt>
                <c:pt idx="88">
                  <c:v>46.605041680452032</c:v>
                </c:pt>
                <c:pt idx="89">
                  <c:v>46.531258944053562</c:v>
                </c:pt>
                <c:pt idx="90">
                  <c:v>46.501348801404767</c:v>
                </c:pt>
                <c:pt idx="91">
                  <c:v>46.433335344563538</c:v>
                </c:pt>
                <c:pt idx="92">
                  <c:v>46.381629963947404</c:v>
                </c:pt>
                <c:pt idx="93">
                  <c:v>46.327352936603177</c:v>
                </c:pt>
                <c:pt idx="94">
                  <c:v>46.268200151578817</c:v>
                </c:pt>
                <c:pt idx="95">
                  <c:v>46.263631807087364</c:v>
                </c:pt>
                <c:pt idx="96">
                  <c:v>46.210717902793306</c:v>
                </c:pt>
                <c:pt idx="97">
                  <c:v>46.102984757379801</c:v>
                </c:pt>
                <c:pt idx="98">
                  <c:v>46.125435145526154</c:v>
                </c:pt>
                <c:pt idx="99">
                  <c:v>46.069073184203219</c:v>
                </c:pt>
                <c:pt idx="100">
                  <c:v>46.035765872865603</c:v>
                </c:pt>
                <c:pt idx="101">
                  <c:v>46.037298326123292</c:v>
                </c:pt>
                <c:pt idx="102">
                  <c:v>46.089750664245358</c:v>
                </c:pt>
                <c:pt idx="103">
                  <c:v>46.112712762922165</c:v>
                </c:pt>
                <c:pt idx="104">
                  <c:v>46.062085858003826</c:v>
                </c:pt>
                <c:pt idx="105">
                  <c:v>46.070975545102293</c:v>
                </c:pt>
                <c:pt idx="106">
                  <c:v>46.043799981147508</c:v>
                </c:pt>
                <c:pt idx="107">
                  <c:v>46.05546278518581</c:v>
                </c:pt>
                <c:pt idx="108">
                  <c:v>46.030053135908403</c:v>
                </c:pt>
                <c:pt idx="109">
                  <c:v>45.978472446605004</c:v>
                </c:pt>
                <c:pt idx="110">
                  <c:v>46.018701464966696</c:v>
                </c:pt>
                <c:pt idx="111">
                  <c:v>45.996878699680899</c:v>
                </c:pt>
                <c:pt idx="112">
                  <c:v>45.886636401992</c:v>
                </c:pt>
                <c:pt idx="113">
                  <c:v>45.889270840765398</c:v>
                </c:pt>
                <c:pt idx="114">
                  <c:v>45.88063276823717</c:v>
                </c:pt>
                <c:pt idx="115">
                  <c:v>45.859375726544513</c:v>
                </c:pt>
                <c:pt idx="116">
                  <c:v>45.84756040628239</c:v>
                </c:pt>
                <c:pt idx="117">
                  <c:v>45.839645037460592</c:v>
                </c:pt>
                <c:pt idx="118">
                  <c:v>45.81746873212817</c:v>
                </c:pt>
                <c:pt idx="119">
                  <c:v>45.760968241435123</c:v>
                </c:pt>
                <c:pt idx="120">
                  <c:v>45.673343727747977</c:v>
                </c:pt>
                <c:pt idx="121">
                  <c:v>45.576126315573333</c:v>
                </c:pt>
                <c:pt idx="122">
                  <c:v>45.52535091193171</c:v>
                </c:pt>
                <c:pt idx="123">
                  <c:v>45.483862035163106</c:v>
                </c:pt>
                <c:pt idx="124">
                  <c:v>45.432129871210094</c:v>
                </c:pt>
                <c:pt idx="125">
                  <c:v>45.401971685102652</c:v>
                </c:pt>
                <c:pt idx="126">
                  <c:v>45.388930134401022</c:v>
                </c:pt>
                <c:pt idx="127">
                  <c:v>45.325419105283288</c:v>
                </c:pt>
                <c:pt idx="128">
                  <c:v>45.242563587919619</c:v>
                </c:pt>
                <c:pt idx="129">
                  <c:v>45.163851452769109</c:v>
                </c:pt>
                <c:pt idx="130">
                  <c:v>45.144848526466362</c:v>
                </c:pt>
                <c:pt idx="131">
                  <c:v>45.023841856894705</c:v>
                </c:pt>
                <c:pt idx="132">
                  <c:v>44.885110570170376</c:v>
                </c:pt>
                <c:pt idx="133">
                  <c:v>44.828850534323855</c:v>
                </c:pt>
                <c:pt idx="134">
                  <c:v>44.797065334899962</c:v>
                </c:pt>
                <c:pt idx="135">
                  <c:v>44.73982852563757</c:v>
                </c:pt>
                <c:pt idx="136">
                  <c:v>44.73286463485794</c:v>
                </c:pt>
                <c:pt idx="137">
                  <c:v>44.712066332207272</c:v>
                </c:pt>
                <c:pt idx="138">
                  <c:v>44.724366133274032</c:v>
                </c:pt>
                <c:pt idx="139">
                  <c:v>44.855867778998487</c:v>
                </c:pt>
                <c:pt idx="140">
                  <c:v>44.973212199244522</c:v>
                </c:pt>
                <c:pt idx="141">
                  <c:v>45.078568844298275</c:v>
                </c:pt>
                <c:pt idx="142">
                  <c:v>45.164709337928564</c:v>
                </c:pt>
                <c:pt idx="143">
                  <c:v>45.248298421129732</c:v>
                </c:pt>
                <c:pt idx="144">
                  <c:v>45.30437424713714</c:v>
                </c:pt>
                <c:pt idx="145">
                  <c:v>45.406046323417868</c:v>
                </c:pt>
                <c:pt idx="146">
                  <c:v>45.544843824502784</c:v>
                </c:pt>
                <c:pt idx="147">
                  <c:v>45.593107397535327</c:v>
                </c:pt>
                <c:pt idx="148">
                  <c:v>45.626834909669107</c:v>
                </c:pt>
                <c:pt idx="149">
                  <c:v>45.637786764909933</c:v>
                </c:pt>
                <c:pt idx="150">
                  <c:v>45.665682056644826</c:v>
                </c:pt>
                <c:pt idx="151">
                  <c:v>45.684093219999149</c:v>
                </c:pt>
                <c:pt idx="152">
                  <c:v>45.773728567099667</c:v>
                </c:pt>
                <c:pt idx="153">
                  <c:v>45.920102627795025</c:v>
                </c:pt>
                <c:pt idx="154">
                  <c:v>45.814694276021484</c:v>
                </c:pt>
                <c:pt idx="155">
                  <c:v>45.414868754581533</c:v>
                </c:pt>
                <c:pt idx="156">
                  <c:v>45.288602432834644</c:v>
                </c:pt>
                <c:pt idx="157">
                  <c:v>45.24738198461997</c:v>
                </c:pt>
                <c:pt idx="158">
                  <c:v>45.208808771661865</c:v>
                </c:pt>
                <c:pt idx="159">
                  <c:v>45.270608940739116</c:v>
                </c:pt>
                <c:pt idx="160">
                  <c:v>45.330907754988715</c:v>
                </c:pt>
                <c:pt idx="161">
                  <c:v>45.371537184236551</c:v>
                </c:pt>
                <c:pt idx="162">
                  <c:v>45.450905883131064</c:v>
                </c:pt>
                <c:pt idx="163">
                  <c:v>45.534101920863726</c:v>
                </c:pt>
                <c:pt idx="164">
                  <c:v>45.55523546161416</c:v>
                </c:pt>
                <c:pt idx="165">
                  <c:v>45.52437748643294</c:v>
                </c:pt>
                <c:pt idx="166">
                  <c:v>45.519535951905468</c:v>
                </c:pt>
                <c:pt idx="167">
                  <c:v>45.522620201941898</c:v>
                </c:pt>
                <c:pt idx="168">
                  <c:v>45.536947501609426</c:v>
                </c:pt>
                <c:pt idx="169">
                  <c:v>45.546998246361021</c:v>
                </c:pt>
                <c:pt idx="170">
                  <c:v>45.580430695400331</c:v>
                </c:pt>
                <c:pt idx="171">
                  <c:v>45.588133583082993</c:v>
                </c:pt>
                <c:pt idx="172">
                  <c:v>45.567797888178532</c:v>
                </c:pt>
                <c:pt idx="173">
                  <c:v>45.521025849416795</c:v>
                </c:pt>
                <c:pt idx="174">
                  <c:v>45.481669967836936</c:v>
                </c:pt>
                <c:pt idx="175">
                  <c:v>45.485989227295526</c:v>
                </c:pt>
                <c:pt idx="176">
                  <c:v>45.541048328076236</c:v>
                </c:pt>
                <c:pt idx="177">
                  <c:v>45.554575401156733</c:v>
                </c:pt>
                <c:pt idx="178">
                  <c:v>45.508678582325246</c:v>
                </c:pt>
                <c:pt idx="179">
                  <c:v>45.492254147381118</c:v>
                </c:pt>
                <c:pt idx="180">
                  <c:v>45.471697192354881</c:v>
                </c:pt>
                <c:pt idx="181">
                  <c:v>45.482804390949525</c:v>
                </c:pt>
                <c:pt idx="182">
                  <c:v>45.530808909596047</c:v>
                </c:pt>
                <c:pt idx="183">
                  <c:v>45.522470512848081</c:v>
                </c:pt>
                <c:pt idx="184">
                  <c:v>45.534516913788828</c:v>
                </c:pt>
                <c:pt idx="185">
                  <c:v>45.543493497935792</c:v>
                </c:pt>
                <c:pt idx="186">
                  <c:v>45.552561889409674</c:v>
                </c:pt>
                <c:pt idx="187">
                  <c:v>45.4950416975636</c:v>
                </c:pt>
                <c:pt idx="188">
                  <c:v>45.46269248570421</c:v>
                </c:pt>
                <c:pt idx="189">
                  <c:v>45.465778967685381</c:v>
                </c:pt>
                <c:pt idx="190">
                  <c:v>45.386806810972807</c:v>
                </c:pt>
                <c:pt idx="191">
                  <c:v>45.34266876459553</c:v>
                </c:pt>
                <c:pt idx="192">
                  <c:v>45.353462746945155</c:v>
                </c:pt>
                <c:pt idx="193">
                  <c:v>45.357283389949089</c:v>
                </c:pt>
                <c:pt idx="194">
                  <c:v>45.337010635886266</c:v>
                </c:pt>
                <c:pt idx="195">
                  <c:v>45.370242061102765</c:v>
                </c:pt>
                <c:pt idx="196">
                  <c:v>45.41610644233738</c:v>
                </c:pt>
                <c:pt idx="197">
                  <c:v>45.440138535321978</c:v>
                </c:pt>
                <c:pt idx="198">
                  <c:v>45.455860800451276</c:v>
                </c:pt>
                <c:pt idx="199">
                  <c:v>45.526564494684365</c:v>
                </c:pt>
                <c:pt idx="200">
                  <c:v>45.533115252492848</c:v>
                </c:pt>
                <c:pt idx="201">
                  <c:v>45.534816440772779</c:v>
                </c:pt>
                <c:pt idx="202">
                  <c:v>45.639625440985782</c:v>
                </c:pt>
                <c:pt idx="203">
                  <c:v>45.767152811510115</c:v>
                </c:pt>
                <c:pt idx="204">
                  <c:v>45.795427533850606</c:v>
                </c:pt>
                <c:pt idx="205">
                  <c:v>45.867383051489554</c:v>
                </c:pt>
                <c:pt idx="206">
                  <c:v>45.968731198190525</c:v>
                </c:pt>
                <c:pt idx="207">
                  <c:v>45.948768089261129</c:v>
                </c:pt>
                <c:pt idx="208">
                  <c:v>45.898913139629798</c:v>
                </c:pt>
                <c:pt idx="209">
                  <c:v>45.94885558149489</c:v>
                </c:pt>
                <c:pt idx="210">
                  <c:v>45.956756963462993</c:v>
                </c:pt>
                <c:pt idx="211">
                  <c:v>46.041379957865352</c:v>
                </c:pt>
                <c:pt idx="212">
                  <c:v>46.062246409228706</c:v>
                </c:pt>
                <c:pt idx="213">
                  <c:v>46.043549854540444</c:v>
                </c:pt>
                <c:pt idx="214">
                  <c:v>46.119991581104451</c:v>
                </c:pt>
                <c:pt idx="215">
                  <c:v>46.110499120130193</c:v>
                </c:pt>
                <c:pt idx="216">
                  <c:v>46.22444540451135</c:v>
                </c:pt>
                <c:pt idx="217">
                  <c:v>46.469620665368026</c:v>
                </c:pt>
                <c:pt idx="218">
                  <c:v>46.629166919930405</c:v>
                </c:pt>
                <c:pt idx="219">
                  <c:v>46.836720817861938</c:v>
                </c:pt>
                <c:pt idx="220">
                  <c:v>46.946321208243951</c:v>
                </c:pt>
                <c:pt idx="221">
                  <c:v>46.912872689202523</c:v>
                </c:pt>
                <c:pt idx="222">
                  <c:v>46.912306072831491</c:v>
                </c:pt>
                <c:pt idx="223">
                  <c:v>47.069585564317102</c:v>
                </c:pt>
                <c:pt idx="224">
                  <c:v>47.240851314314142</c:v>
                </c:pt>
                <c:pt idx="225">
                  <c:v>47.220396582356948</c:v>
                </c:pt>
                <c:pt idx="226">
                  <c:v>47.259171711915755</c:v>
                </c:pt>
                <c:pt idx="227">
                  <c:v>47.296779980765109</c:v>
                </c:pt>
                <c:pt idx="228">
                  <c:v>47.260830493245663</c:v>
                </c:pt>
                <c:pt idx="229">
                  <c:v>47.162708548266522</c:v>
                </c:pt>
                <c:pt idx="230">
                  <c:v>47.141250036362109</c:v>
                </c:pt>
                <c:pt idx="231">
                  <c:v>47.1010619369873</c:v>
                </c:pt>
                <c:pt idx="232">
                  <c:v>47.012019543205732</c:v>
                </c:pt>
                <c:pt idx="233">
                  <c:v>47.004982072647877</c:v>
                </c:pt>
                <c:pt idx="234">
                  <c:v>46.9208916202602</c:v>
                </c:pt>
                <c:pt idx="235">
                  <c:v>46.804571290658508</c:v>
                </c:pt>
                <c:pt idx="236">
                  <c:v>46.693286525980255</c:v>
                </c:pt>
                <c:pt idx="237">
                  <c:v>46.566703119284135</c:v>
                </c:pt>
                <c:pt idx="238">
                  <c:v>46.471648907950367</c:v>
                </c:pt>
                <c:pt idx="239">
                  <c:v>46.33578760456755</c:v>
                </c:pt>
                <c:pt idx="240">
                  <c:v>46.190180886473399</c:v>
                </c:pt>
                <c:pt idx="241">
                  <c:v>46.026979301614084</c:v>
                </c:pt>
                <c:pt idx="242">
                  <c:v>45.873175245679462</c:v>
                </c:pt>
                <c:pt idx="243">
                  <c:v>45.903976529464316</c:v>
                </c:pt>
                <c:pt idx="244">
                  <c:v>45.868376415694655</c:v>
                </c:pt>
                <c:pt idx="245">
                  <c:v>45.816485039683613</c:v>
                </c:pt>
                <c:pt idx="246">
                  <c:v>45.79036325123819</c:v>
                </c:pt>
                <c:pt idx="247">
                  <c:v>45.718229773205408</c:v>
                </c:pt>
                <c:pt idx="248">
                  <c:v>45.668605457863748</c:v>
                </c:pt>
                <c:pt idx="249">
                  <c:v>45.643746950140518</c:v>
                </c:pt>
                <c:pt idx="250">
                  <c:v>45.516182975722472</c:v>
                </c:pt>
                <c:pt idx="251">
                  <c:v>45.52042932498626</c:v>
                </c:pt>
                <c:pt idx="252">
                  <c:v>45.577562497614615</c:v>
                </c:pt>
                <c:pt idx="253">
                  <c:v>45.541789631322168</c:v>
                </c:pt>
                <c:pt idx="254">
                  <c:v>45.498827671025929</c:v>
                </c:pt>
                <c:pt idx="255">
                  <c:v>45.440885195235275</c:v>
                </c:pt>
                <c:pt idx="256">
                  <c:v>45.33516838869884</c:v>
                </c:pt>
                <c:pt idx="257">
                  <c:v>45.223770315626005</c:v>
                </c:pt>
                <c:pt idx="258">
                  <c:v>45.112048015380779</c:v>
                </c:pt>
                <c:pt idx="259">
                  <c:v>45</c:v>
                </c:pt>
                <c:pt idx="260">
                  <c:v>44.910693492757673</c:v>
                </c:pt>
                <c:pt idx="261">
                  <c:v>44.715988826289454</c:v>
                </c:pt>
                <c:pt idx="262">
                  <c:v>44.931077695261131</c:v>
                </c:pt>
                <c:pt idx="263">
                  <c:v>45.022405377260789</c:v>
                </c:pt>
                <c:pt idx="264">
                  <c:v>44.993073085104875</c:v>
                </c:pt>
                <c:pt idx="265">
                  <c:v>44.976728404986076</c:v>
                </c:pt>
                <c:pt idx="266">
                  <c:v>44.952812298729739</c:v>
                </c:pt>
                <c:pt idx="267">
                  <c:v>44.918591898799463</c:v>
                </c:pt>
                <c:pt idx="268">
                  <c:v>44.810117301343716</c:v>
                </c:pt>
                <c:pt idx="269">
                  <c:v>44.751413211610014</c:v>
                </c:pt>
                <c:pt idx="270">
                  <c:v>44.713629809496823</c:v>
                </c:pt>
                <c:pt idx="271">
                  <c:v>44.775134097099865</c:v>
                </c:pt>
                <c:pt idx="272">
                  <c:v>44.819729692148606</c:v>
                </c:pt>
                <c:pt idx="273">
                  <c:v>44.833717661817666</c:v>
                </c:pt>
                <c:pt idx="274">
                  <c:v>44.818881329953378</c:v>
                </c:pt>
                <c:pt idx="275">
                  <c:v>44.786545137771625</c:v>
                </c:pt>
                <c:pt idx="276">
                  <c:v>44.781484575067111</c:v>
                </c:pt>
                <c:pt idx="277">
                  <c:v>44.767940464808447</c:v>
                </c:pt>
                <c:pt idx="278">
                  <c:v>44.774554089060395</c:v>
                </c:pt>
                <c:pt idx="279">
                  <c:v>44.78802149481821</c:v>
                </c:pt>
                <c:pt idx="280">
                  <c:v>44.749548421780716</c:v>
                </c:pt>
                <c:pt idx="281">
                  <c:v>44.779085308871018</c:v>
                </c:pt>
                <c:pt idx="282">
                  <c:v>44.951970260377934</c:v>
                </c:pt>
                <c:pt idx="283">
                  <c:v>45.095230311773669</c:v>
                </c:pt>
                <c:pt idx="284">
                  <c:v>45.133473643299375</c:v>
                </c:pt>
                <c:pt idx="285">
                  <c:v>44.965371526173307</c:v>
                </c:pt>
                <c:pt idx="286">
                  <c:v>44.800540249663854</c:v>
                </c:pt>
                <c:pt idx="287">
                  <c:v>45.14663304068322</c:v>
                </c:pt>
                <c:pt idx="288">
                  <c:v>45.248414035867206</c:v>
                </c:pt>
                <c:pt idx="289">
                  <c:v>45.42161428676755</c:v>
                </c:pt>
                <c:pt idx="290">
                  <c:v>45.342405543912662</c:v>
                </c:pt>
                <c:pt idx="291">
                  <c:v>45.298175987801088</c:v>
                </c:pt>
                <c:pt idx="292">
                  <c:v>45.317353898571355</c:v>
                </c:pt>
                <c:pt idx="293">
                  <c:v>45.235514213656487</c:v>
                </c:pt>
                <c:pt idx="294">
                  <c:v>45.49244788018445</c:v>
                </c:pt>
                <c:pt idx="295">
                  <c:v>45.611878945566815</c:v>
                </c:pt>
                <c:pt idx="296">
                  <c:v>45.734897341329756</c:v>
                </c:pt>
                <c:pt idx="297">
                  <c:v>45.836546502977832</c:v>
                </c:pt>
                <c:pt idx="298">
                  <c:v>45.810393169713436</c:v>
                </c:pt>
                <c:pt idx="299">
                  <c:v>45.83072767424737</c:v>
                </c:pt>
                <c:pt idx="300">
                  <c:v>45.964769496279089</c:v>
                </c:pt>
                <c:pt idx="301">
                  <c:v>45.942767580228931</c:v>
                </c:pt>
                <c:pt idx="302">
                  <c:v>45.810002132995194</c:v>
                </c:pt>
                <c:pt idx="303">
                  <c:v>45.797409649575009</c:v>
                </c:pt>
                <c:pt idx="304">
                  <c:v>45.912511783738253</c:v>
                </c:pt>
                <c:pt idx="305">
                  <c:v>46.05485956492106</c:v>
                </c:pt>
                <c:pt idx="306">
                  <c:v>46.159470963626525</c:v>
                </c:pt>
                <c:pt idx="307">
                  <c:v>46.161986067754555</c:v>
                </c:pt>
                <c:pt idx="308">
                  <c:v>46.205925917439032</c:v>
                </c:pt>
                <c:pt idx="309">
                  <c:v>46.210535032121037</c:v>
                </c:pt>
                <c:pt idx="310">
                  <c:v>46.19722237453179</c:v>
                </c:pt>
                <c:pt idx="311">
                  <c:v>46.008640750861929</c:v>
                </c:pt>
                <c:pt idx="312">
                  <c:v>46.072841748496586</c:v>
                </c:pt>
                <c:pt idx="313">
                  <c:v>46.260096406621059</c:v>
                </c:pt>
                <c:pt idx="314">
                  <c:v>46.268841463700433</c:v>
                </c:pt>
                <c:pt idx="315">
                  <c:v>46.370776760664029</c:v>
                </c:pt>
                <c:pt idx="316">
                  <c:v>46.437360136112922</c:v>
                </c:pt>
                <c:pt idx="317">
                  <c:v>46.507114658646749</c:v>
                </c:pt>
                <c:pt idx="318">
                  <c:v>46.537319715593704</c:v>
                </c:pt>
                <c:pt idx="319">
                  <c:v>46.598170861768004</c:v>
                </c:pt>
                <c:pt idx="320">
                  <c:v>46.685787489250401</c:v>
                </c:pt>
                <c:pt idx="321">
                  <c:v>46.954774326951494</c:v>
                </c:pt>
                <c:pt idx="322">
                  <c:v>47.406069982032108</c:v>
                </c:pt>
                <c:pt idx="323">
                  <c:v>47.879954108240256</c:v>
                </c:pt>
                <c:pt idx="324">
                  <c:v>48.256226660832866</c:v>
                </c:pt>
                <c:pt idx="325">
                  <c:v>48.353799547406254</c:v>
                </c:pt>
                <c:pt idx="326">
                  <c:v>48.548274249168223</c:v>
                </c:pt>
                <c:pt idx="327">
                  <c:v>48.795679669207942</c:v>
                </c:pt>
                <c:pt idx="328">
                  <c:v>48.939421671870953</c:v>
                </c:pt>
                <c:pt idx="329">
                  <c:v>48.933094257332677</c:v>
                </c:pt>
                <c:pt idx="330">
                  <c:v>49.012402693719238</c:v>
                </c:pt>
                <c:pt idx="331">
                  <c:v>49.180788342225284</c:v>
                </c:pt>
                <c:pt idx="332">
                  <c:v>49.106364591297826</c:v>
                </c:pt>
                <c:pt idx="333">
                  <c:v>48.976210668204835</c:v>
                </c:pt>
                <c:pt idx="334">
                  <c:v>48.986907932949116</c:v>
                </c:pt>
                <c:pt idx="335">
                  <c:v>48.750649142527763</c:v>
                </c:pt>
                <c:pt idx="336">
                  <c:v>48.55932951784861</c:v>
                </c:pt>
                <c:pt idx="337">
                  <c:v>48.395825281282704</c:v>
                </c:pt>
                <c:pt idx="338">
                  <c:v>48.266440932735669</c:v>
                </c:pt>
                <c:pt idx="339">
                  <c:v>48.031937641249563</c:v>
                </c:pt>
                <c:pt idx="340">
                  <c:v>47.771250959643247</c:v>
                </c:pt>
                <c:pt idx="341">
                  <c:v>47.607435441184435</c:v>
                </c:pt>
                <c:pt idx="342">
                  <c:v>47.529290889581013</c:v>
                </c:pt>
                <c:pt idx="343">
                  <c:v>47.372749725415012</c:v>
                </c:pt>
                <c:pt idx="344">
                  <c:v>47.271595609110001</c:v>
                </c:pt>
                <c:pt idx="345">
                  <c:v>47.258823528536503</c:v>
                </c:pt>
                <c:pt idx="346">
                  <c:v>47.207161447648289</c:v>
                </c:pt>
                <c:pt idx="347">
                  <c:v>47.233909073398479</c:v>
                </c:pt>
                <c:pt idx="348">
                  <c:v>47.192522866087863</c:v>
                </c:pt>
                <c:pt idx="349">
                  <c:v>47.05692210505422</c:v>
                </c:pt>
                <c:pt idx="350">
                  <c:v>46.843120547409754</c:v>
                </c:pt>
                <c:pt idx="351">
                  <c:v>46.912686693807615</c:v>
                </c:pt>
                <c:pt idx="352">
                  <c:v>46.96293640006509</c:v>
                </c:pt>
                <c:pt idx="353">
                  <c:v>46.924996613023872</c:v>
                </c:pt>
                <c:pt idx="354">
                  <c:v>46.816520825197593</c:v>
                </c:pt>
                <c:pt idx="355">
                  <c:v>46.62407481240691</c:v>
                </c:pt>
                <c:pt idx="356">
                  <c:v>46.463853915348146</c:v>
                </c:pt>
                <c:pt idx="357">
                  <c:v>46.577953608731015</c:v>
                </c:pt>
                <c:pt idx="358">
                  <c:v>46.473481483377263</c:v>
                </c:pt>
                <c:pt idx="359">
                  <c:v>46.385547622149318</c:v>
                </c:pt>
                <c:pt idx="360">
                  <c:v>46.64289457044476</c:v>
                </c:pt>
                <c:pt idx="361">
                  <c:v>46.746557987821475</c:v>
                </c:pt>
                <c:pt idx="362">
                  <c:v>46.656221363684018</c:v>
                </c:pt>
                <c:pt idx="363">
                  <c:v>46.429586421383881</c:v>
                </c:pt>
                <c:pt idx="364">
                  <c:v>46.464912601135936</c:v>
                </c:pt>
                <c:pt idx="365">
                  <c:v>46.404249384708642</c:v>
                </c:pt>
                <c:pt idx="366">
                  <c:v>46.319360044900783</c:v>
                </c:pt>
                <c:pt idx="367">
                  <c:v>46.428026143215121</c:v>
                </c:pt>
                <c:pt idx="368">
                  <c:v>46.568602653053198</c:v>
                </c:pt>
                <c:pt idx="369">
                  <c:v>46.558387785965138</c:v>
                </c:pt>
                <c:pt idx="370">
                  <c:v>46.599757328088366</c:v>
                </c:pt>
                <c:pt idx="371">
                  <c:v>46.568131563916992</c:v>
                </c:pt>
                <c:pt idx="372">
                  <c:v>46.637018901521621</c:v>
                </c:pt>
                <c:pt idx="373">
                  <c:v>46.66450277144299</c:v>
                </c:pt>
                <c:pt idx="374">
                  <c:v>46.63283266596946</c:v>
                </c:pt>
                <c:pt idx="375">
                  <c:v>46.703893024971826</c:v>
                </c:pt>
                <c:pt idx="376">
                  <c:v>46.664900950384393</c:v>
                </c:pt>
                <c:pt idx="377">
                  <c:v>46.5827540754753</c:v>
                </c:pt>
                <c:pt idx="378">
                  <c:v>46.517256317947385</c:v>
                </c:pt>
                <c:pt idx="379">
                  <c:v>46.450078650012699</c:v>
                </c:pt>
                <c:pt idx="380">
                  <c:v>46.362206688052176</c:v>
                </c:pt>
                <c:pt idx="381">
                  <c:v>46.216745939143948</c:v>
                </c:pt>
                <c:pt idx="382">
                  <c:v>46.015205941913045</c:v>
                </c:pt>
                <c:pt idx="383">
                  <c:v>45.928112035888489</c:v>
                </c:pt>
                <c:pt idx="384">
                  <c:v>45.862397630924583</c:v>
                </c:pt>
                <c:pt idx="385">
                  <c:v>45.778174452223105</c:v>
                </c:pt>
                <c:pt idx="386">
                  <c:v>45.739293230891043</c:v>
                </c:pt>
                <c:pt idx="387">
                  <c:v>45.704711181514917</c:v>
                </c:pt>
                <c:pt idx="388">
                  <c:v>45.696641064524556</c:v>
                </c:pt>
                <c:pt idx="389">
                  <c:v>45.644954283447909</c:v>
                </c:pt>
                <c:pt idx="390">
                  <c:v>45.586275712282387</c:v>
                </c:pt>
                <c:pt idx="391">
                  <c:v>45.579415160544158</c:v>
                </c:pt>
                <c:pt idx="392">
                  <c:v>45.817701449566272</c:v>
                </c:pt>
                <c:pt idx="393">
                  <c:v>45.951689258535318</c:v>
                </c:pt>
                <c:pt idx="394">
                  <c:v>46.046616100222657</c:v>
                </c:pt>
                <c:pt idx="395">
                  <c:v>46.064092525120358</c:v>
                </c:pt>
                <c:pt idx="396">
                  <c:v>46.050535990369312</c:v>
                </c:pt>
                <c:pt idx="397">
                  <c:v>46.005304886255267</c:v>
                </c:pt>
                <c:pt idx="398">
                  <c:v>45.978808428686357</c:v>
                </c:pt>
                <c:pt idx="399">
                  <c:v>45.933131828402438</c:v>
                </c:pt>
                <c:pt idx="400">
                  <c:v>45.991607143800408</c:v>
                </c:pt>
                <c:pt idx="401">
                  <c:v>45.979390073485298</c:v>
                </c:pt>
                <c:pt idx="402">
                  <c:v>46.020959746653446</c:v>
                </c:pt>
                <c:pt idx="403">
                  <c:v>46.007277925404395</c:v>
                </c:pt>
                <c:pt idx="404">
                  <c:v>45.849956026968741</c:v>
                </c:pt>
                <c:pt idx="405">
                  <c:v>45.753747602612364</c:v>
                </c:pt>
                <c:pt idx="406">
                  <c:v>45.626342840252349</c:v>
                </c:pt>
                <c:pt idx="407">
                  <c:v>45.387293523722192</c:v>
                </c:pt>
                <c:pt idx="408">
                  <c:v>45.210619771622952</c:v>
                </c:pt>
                <c:pt idx="409">
                  <c:v>45.161646291367148</c:v>
                </c:pt>
                <c:pt idx="410">
                  <c:v>45.070530346525047</c:v>
                </c:pt>
                <c:pt idx="411">
                  <c:v>44.999222316054833</c:v>
                </c:pt>
                <c:pt idx="412">
                  <c:v>44.897130485366887</c:v>
                </c:pt>
                <c:pt idx="413">
                  <c:v>44.794025277369357</c:v>
                </c:pt>
                <c:pt idx="414">
                  <c:v>44.793739290850148</c:v>
                </c:pt>
                <c:pt idx="415">
                  <c:v>44.791049797439854</c:v>
                </c:pt>
                <c:pt idx="416">
                  <c:v>44.761531881879833</c:v>
                </c:pt>
                <c:pt idx="417">
                  <c:v>44.736753352176407</c:v>
                </c:pt>
                <c:pt idx="418">
                  <c:v>44.709057298708537</c:v>
                </c:pt>
                <c:pt idx="419">
                  <c:v>44.757361567533479</c:v>
                </c:pt>
                <c:pt idx="420">
                  <c:v>44.761027462368858</c:v>
                </c:pt>
                <c:pt idx="421">
                  <c:v>44.816490619545455</c:v>
                </c:pt>
                <c:pt idx="422">
                  <c:v>44.820717104501071</c:v>
                </c:pt>
                <c:pt idx="423">
                  <c:v>44.837753241099961</c:v>
                </c:pt>
                <c:pt idx="424">
                  <c:v>44.786529439760301</c:v>
                </c:pt>
                <c:pt idx="425">
                  <c:v>44.779769623127947</c:v>
                </c:pt>
                <c:pt idx="426">
                  <c:v>44.806625721392436</c:v>
                </c:pt>
                <c:pt idx="427">
                  <c:v>44.761895763270424</c:v>
                </c:pt>
                <c:pt idx="428">
                  <c:v>44.678275135250274</c:v>
                </c:pt>
                <c:pt idx="429">
                  <c:v>44.70282154270086</c:v>
                </c:pt>
                <c:pt idx="430">
                  <c:v>44.670940592847678</c:v>
                </c:pt>
                <c:pt idx="431">
                  <c:v>44.594675673506067</c:v>
                </c:pt>
                <c:pt idx="432">
                  <c:v>44.576563590746744</c:v>
                </c:pt>
                <c:pt idx="433">
                  <c:v>44.538760882311564</c:v>
                </c:pt>
                <c:pt idx="434">
                  <c:v>44.463836468980098</c:v>
                </c:pt>
                <c:pt idx="435">
                  <c:v>44.244366199488397</c:v>
                </c:pt>
                <c:pt idx="436">
                  <c:v>44.549267055387126</c:v>
                </c:pt>
                <c:pt idx="437">
                  <c:v>44.781116973768626</c:v>
                </c:pt>
                <c:pt idx="438">
                  <c:v>44.653817931191078</c:v>
                </c:pt>
                <c:pt idx="439">
                  <c:v>44.456768123186684</c:v>
                </c:pt>
                <c:pt idx="440">
                  <c:v>44.304082197168064</c:v>
                </c:pt>
                <c:pt idx="441">
                  <c:v>44.343904629596494</c:v>
                </c:pt>
                <c:pt idx="442">
                  <c:v>44.544649682509579</c:v>
                </c:pt>
                <c:pt idx="443">
                  <c:v>44.646344487427569</c:v>
                </c:pt>
                <c:pt idx="444">
                  <c:v>44.749969217762143</c:v>
                </c:pt>
                <c:pt idx="445">
                  <c:v>44.853756508071868</c:v>
                </c:pt>
                <c:pt idx="446">
                  <c:v>44.887162471366942</c:v>
                </c:pt>
                <c:pt idx="447">
                  <c:v>44.801634944160092</c:v>
                </c:pt>
                <c:pt idx="448">
                  <c:v>44.908510502006777</c:v>
                </c:pt>
                <c:pt idx="449">
                  <c:v>44.991106221002859</c:v>
                </c:pt>
                <c:pt idx="450">
                  <c:v>45.011240668890032</c:v>
                </c:pt>
                <c:pt idx="451">
                  <c:v>45.088703956561005</c:v>
                </c:pt>
                <c:pt idx="452">
                  <c:v>45.126848264138459</c:v>
                </c:pt>
                <c:pt idx="453">
                  <c:v>45.109660727288123</c:v>
                </c:pt>
                <c:pt idx="454">
                  <c:v>45.157719854182595</c:v>
                </c:pt>
                <c:pt idx="455">
                  <c:v>45.17721596587446</c:v>
                </c:pt>
                <c:pt idx="456">
                  <c:v>45.151367813854023</c:v>
                </c:pt>
                <c:pt idx="457">
                  <c:v>45.15695995139717</c:v>
                </c:pt>
                <c:pt idx="458">
                  <c:v>45.214020065034404</c:v>
                </c:pt>
                <c:pt idx="459">
                  <c:v>45.324814248259067</c:v>
                </c:pt>
                <c:pt idx="460">
                  <c:v>45.358969401004806</c:v>
                </c:pt>
                <c:pt idx="461">
                  <c:v>45.326032592493839</c:v>
                </c:pt>
                <c:pt idx="462">
                  <c:v>45.315197839953647</c:v>
                </c:pt>
                <c:pt idx="463">
                  <c:v>45.326722709807086</c:v>
                </c:pt>
                <c:pt idx="464">
                  <c:v>45.317017618897374</c:v>
                </c:pt>
                <c:pt idx="465">
                  <c:v>45.284108337704851</c:v>
                </c:pt>
                <c:pt idx="466">
                  <c:v>45.314975984646608</c:v>
                </c:pt>
                <c:pt idx="467">
                  <c:v>45.31788435743762</c:v>
                </c:pt>
                <c:pt idx="468">
                  <c:v>45.327870822180742</c:v>
                </c:pt>
                <c:pt idx="469">
                  <c:v>45.337129077753744</c:v>
                </c:pt>
                <c:pt idx="470">
                  <c:v>45.336892194018795</c:v>
                </c:pt>
                <c:pt idx="471">
                  <c:v>45.212567515398376</c:v>
                </c:pt>
                <c:pt idx="472">
                  <c:v>45.13635292641063</c:v>
                </c:pt>
                <c:pt idx="473">
                  <c:v>45.175837368007443</c:v>
                </c:pt>
                <c:pt idx="474">
                  <c:v>45.214054288187072</c:v>
                </c:pt>
                <c:pt idx="475">
                  <c:v>45.228681040440385</c:v>
                </c:pt>
                <c:pt idx="476">
                  <c:v>45.322755353635657</c:v>
                </c:pt>
                <c:pt idx="477">
                  <c:v>45.344556097066686</c:v>
                </c:pt>
                <c:pt idx="478">
                  <c:v>45.303962825323623</c:v>
                </c:pt>
                <c:pt idx="479">
                  <c:v>45.344531694470874</c:v>
                </c:pt>
                <c:pt idx="480">
                  <c:v>45.402995701348836</c:v>
                </c:pt>
                <c:pt idx="481">
                  <c:v>45.381984619966403</c:v>
                </c:pt>
                <c:pt idx="482">
                  <c:v>45.340807173887022</c:v>
                </c:pt>
                <c:pt idx="483">
                  <c:v>45.394505978747574</c:v>
                </c:pt>
                <c:pt idx="484">
                  <c:v>45.323025865337996</c:v>
                </c:pt>
                <c:pt idx="485">
                  <c:v>45.280167169685015</c:v>
                </c:pt>
                <c:pt idx="486">
                  <c:v>45.270342744129927</c:v>
                </c:pt>
                <c:pt idx="487">
                  <c:v>45.202871873054725</c:v>
                </c:pt>
                <c:pt idx="488">
                  <c:v>45.129234510656907</c:v>
                </c:pt>
                <c:pt idx="489">
                  <c:v>45.058334405286793</c:v>
                </c:pt>
                <c:pt idx="490">
                  <c:v>45.085819837569481</c:v>
                </c:pt>
                <c:pt idx="491">
                  <c:v>45.187458955466234</c:v>
                </c:pt>
                <c:pt idx="492">
                  <c:v>45.196331233395732</c:v>
                </c:pt>
                <c:pt idx="493">
                  <c:v>45.200891766080588</c:v>
                </c:pt>
                <c:pt idx="494">
                  <c:v>45.234445484117373</c:v>
                </c:pt>
                <c:pt idx="495">
                  <c:v>45.228003645212148</c:v>
                </c:pt>
                <c:pt idx="496">
                  <c:v>45.230114916138767</c:v>
                </c:pt>
                <c:pt idx="497">
                  <c:v>45.232099040613434</c:v>
                </c:pt>
                <c:pt idx="498">
                  <c:v>45.256341754783229</c:v>
                </c:pt>
                <c:pt idx="499">
                  <c:v>45.24947956628553</c:v>
                </c:pt>
                <c:pt idx="500">
                  <c:v>45.250236641940937</c:v>
                </c:pt>
                <c:pt idx="501">
                  <c:v>45.242402292713159</c:v>
                </c:pt>
                <c:pt idx="502">
                  <c:v>45.227509343850656</c:v>
                </c:pt>
                <c:pt idx="503">
                  <c:v>45.215076518877453</c:v>
                </c:pt>
                <c:pt idx="504">
                  <c:v>45.267014021746434</c:v>
                </c:pt>
                <c:pt idx="505">
                  <c:v>45.287600140850593</c:v>
                </c:pt>
                <c:pt idx="506">
                  <c:v>45.28854693180881</c:v>
                </c:pt>
                <c:pt idx="507">
                  <c:v>45.281205619173832</c:v>
                </c:pt>
                <c:pt idx="508">
                  <c:v>45.307540186351027</c:v>
                </c:pt>
                <c:pt idx="509">
                  <c:v>45.345905382059463</c:v>
                </c:pt>
                <c:pt idx="510">
                  <c:v>45.332147823485613</c:v>
                </c:pt>
                <c:pt idx="511">
                  <c:v>45.381285574874198</c:v>
                </c:pt>
                <c:pt idx="512">
                  <c:v>45.436257629810093</c:v>
                </c:pt>
                <c:pt idx="513">
                  <c:v>45.47927330557637</c:v>
                </c:pt>
                <c:pt idx="514">
                  <c:v>45.477248038920358</c:v>
                </c:pt>
                <c:pt idx="515">
                  <c:v>45.520149736708639</c:v>
                </c:pt>
                <c:pt idx="516">
                  <c:v>45.609477224231512</c:v>
                </c:pt>
                <c:pt idx="517">
                  <c:v>45.651765732401884</c:v>
                </c:pt>
                <c:pt idx="518">
                  <c:v>45.694058704461725</c:v>
                </c:pt>
                <c:pt idx="519">
                  <c:v>45.733936265925209</c:v>
                </c:pt>
                <c:pt idx="520">
                  <c:v>45.759202921943022</c:v>
                </c:pt>
                <c:pt idx="521">
                  <c:v>45.784816422173243</c:v>
                </c:pt>
                <c:pt idx="522">
                  <c:v>45.803530683623102</c:v>
                </c:pt>
                <c:pt idx="523">
                  <c:v>45.78674750076128</c:v>
                </c:pt>
                <c:pt idx="524">
                  <c:v>45.786089225859641</c:v>
                </c:pt>
                <c:pt idx="525">
                  <c:v>45.807700849173145</c:v>
                </c:pt>
                <c:pt idx="526">
                  <c:v>45.8201211752558</c:v>
                </c:pt>
                <c:pt idx="527">
                  <c:v>45.80767674416996</c:v>
                </c:pt>
                <c:pt idx="528">
                  <c:v>45.815823788855653</c:v>
                </c:pt>
                <c:pt idx="529">
                  <c:v>45.781598701841425</c:v>
                </c:pt>
                <c:pt idx="530">
                  <c:v>45.74716038970648</c:v>
                </c:pt>
                <c:pt idx="531">
                  <c:v>45.759055911182891</c:v>
                </c:pt>
                <c:pt idx="532">
                  <c:v>45.781894211324847</c:v>
                </c:pt>
                <c:pt idx="533">
                  <c:v>45.718395978690289</c:v>
                </c:pt>
                <c:pt idx="534">
                  <c:v>45.709486352885499</c:v>
                </c:pt>
                <c:pt idx="535">
                  <c:v>45.733834786837747</c:v>
                </c:pt>
                <c:pt idx="536">
                  <c:v>45.693066084238211</c:v>
                </c:pt>
                <c:pt idx="537">
                  <c:v>45.690836817833066</c:v>
                </c:pt>
                <c:pt idx="538">
                  <c:v>45.69499835319678</c:v>
                </c:pt>
                <c:pt idx="539">
                  <c:v>45.700116500075559</c:v>
                </c:pt>
                <c:pt idx="540">
                  <c:v>45.697361536286252</c:v>
                </c:pt>
                <c:pt idx="541">
                  <c:v>45.748348081900176</c:v>
                </c:pt>
                <c:pt idx="542">
                  <c:v>45.791787975963153</c:v>
                </c:pt>
                <c:pt idx="543">
                  <c:v>45.78987192580302</c:v>
                </c:pt>
                <c:pt idx="544">
                  <c:v>45.786701225107031</c:v>
                </c:pt>
                <c:pt idx="545">
                  <c:v>45.85218008550283</c:v>
                </c:pt>
                <c:pt idx="546">
                  <c:v>45.851716138589786</c:v>
                </c:pt>
                <c:pt idx="547">
                  <c:v>45.893211711192606</c:v>
                </c:pt>
                <c:pt idx="548">
                  <c:v>45.909434973517605</c:v>
                </c:pt>
                <c:pt idx="549">
                  <c:v>45.956585252514422</c:v>
                </c:pt>
                <c:pt idx="550">
                  <c:v>46.002282684282569</c:v>
                </c:pt>
                <c:pt idx="551">
                  <c:v>45.999035353483876</c:v>
                </c:pt>
                <c:pt idx="552">
                  <c:v>46.024135655220491</c:v>
                </c:pt>
                <c:pt idx="553">
                  <c:v>46.03755619013878</c:v>
                </c:pt>
                <c:pt idx="554">
                  <c:v>46.058104663775012</c:v>
                </c:pt>
                <c:pt idx="555">
                  <c:v>46.035355343829977</c:v>
                </c:pt>
                <c:pt idx="556">
                  <c:v>46.065344646118838</c:v>
                </c:pt>
                <c:pt idx="557">
                  <c:v>45.968563504742477</c:v>
                </c:pt>
                <c:pt idx="558">
                  <c:v>45.896541326353997</c:v>
                </c:pt>
                <c:pt idx="559">
                  <c:v>45.806074505440108</c:v>
                </c:pt>
                <c:pt idx="560">
                  <c:v>45.608713155149253</c:v>
                </c:pt>
                <c:pt idx="561">
                  <c:v>45.492329438316972</c:v>
                </c:pt>
                <c:pt idx="562">
                  <c:v>45.477735793243951</c:v>
                </c:pt>
                <c:pt idx="563">
                  <c:v>45.378223197896205</c:v>
                </c:pt>
                <c:pt idx="564">
                  <c:v>45.432390711151903</c:v>
                </c:pt>
                <c:pt idx="565">
                  <c:v>45.391259838319414</c:v>
                </c:pt>
                <c:pt idx="566">
                  <c:v>45.207988829562971</c:v>
                </c:pt>
                <c:pt idx="567">
                  <c:v>45.214038664573899</c:v>
                </c:pt>
                <c:pt idx="568">
                  <c:v>45.141797532406542</c:v>
                </c:pt>
                <c:pt idx="569">
                  <c:v>45.155593629226217</c:v>
                </c:pt>
                <c:pt idx="570">
                  <c:v>45.087783204958079</c:v>
                </c:pt>
                <c:pt idx="571">
                  <c:v>44.9106292127492</c:v>
                </c:pt>
                <c:pt idx="572">
                  <c:v>44.77776310480774</c:v>
                </c:pt>
                <c:pt idx="573">
                  <c:v>44.705366852481028</c:v>
                </c:pt>
                <c:pt idx="574">
                  <c:v>44.608396665385285</c:v>
                </c:pt>
                <c:pt idx="575">
                  <c:v>44.594784778404716</c:v>
                </c:pt>
                <c:pt idx="576">
                  <c:v>44.671983506225978</c:v>
                </c:pt>
                <c:pt idx="577">
                  <c:v>44.463793764437426</c:v>
                </c:pt>
                <c:pt idx="578">
                  <c:v>44.077080285953784</c:v>
                </c:pt>
                <c:pt idx="579">
                  <c:v>44.313648237920546</c:v>
                </c:pt>
                <c:pt idx="580">
                  <c:v>44.457476356451394</c:v>
                </c:pt>
                <c:pt idx="581">
                  <c:v>44.177596921642298</c:v>
                </c:pt>
                <c:pt idx="582">
                  <c:v>44.869065565831846</c:v>
                </c:pt>
                <c:pt idx="583">
                  <c:v>45.345331921057905</c:v>
                </c:pt>
                <c:pt idx="584">
                  <c:v>44.753780784190809</c:v>
                </c:pt>
                <c:pt idx="585">
                  <c:v>44.569207658873736</c:v>
                </c:pt>
                <c:pt idx="586">
                  <c:v>45.498595697569414</c:v>
                </c:pt>
                <c:pt idx="587">
                  <c:v>47.625571033761666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96A0-42C5-857B-5B109011262B}"/>
            </c:ext>
          </c:extLst>
        </c:ser>
        <c:ser>
          <c:idx val="22"/>
          <c:order val="2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Shifted!$X$2:$X$589</c:f>
              <c:numCache>
                <c:formatCode>General</c:formatCode>
                <c:ptCount val="588"/>
                <c:pt idx="0">
                  <c:v>46.211782855424964</c:v>
                </c:pt>
                <c:pt idx="1">
                  <c:v>46.168685639254349</c:v>
                </c:pt>
                <c:pt idx="2">
                  <c:v>46.164932138036448</c:v>
                </c:pt>
                <c:pt idx="3">
                  <c:v>46.144884092706796</c:v>
                </c:pt>
                <c:pt idx="4">
                  <c:v>46.185274496054525</c:v>
                </c:pt>
                <c:pt idx="5">
                  <c:v>46.1936338426963</c:v>
                </c:pt>
                <c:pt idx="6">
                  <c:v>46.222537376390576</c:v>
                </c:pt>
                <c:pt idx="7">
                  <c:v>46.245428461109128</c:v>
                </c:pt>
                <c:pt idx="8">
                  <c:v>46.27086727296215</c:v>
                </c:pt>
                <c:pt idx="9">
                  <c:v>46.271094031648545</c:v>
                </c:pt>
                <c:pt idx="10">
                  <c:v>46.255577292678353</c:v>
                </c:pt>
                <c:pt idx="11">
                  <c:v>46.263877664926248</c:v>
                </c:pt>
                <c:pt idx="12">
                  <c:v>46.269582211875814</c:v>
                </c:pt>
                <c:pt idx="13">
                  <c:v>46.257008195203625</c:v>
                </c:pt>
                <c:pt idx="14">
                  <c:v>46.248893789829729</c:v>
                </c:pt>
                <c:pt idx="15">
                  <c:v>46.23881250036294</c:v>
                </c:pt>
                <c:pt idx="16">
                  <c:v>46.23326319553253</c:v>
                </c:pt>
                <c:pt idx="17">
                  <c:v>46.246332520955903</c:v>
                </c:pt>
                <c:pt idx="18">
                  <c:v>46.257658127295016</c:v>
                </c:pt>
                <c:pt idx="19">
                  <c:v>46.276913790478972</c:v>
                </c:pt>
                <c:pt idx="20">
                  <c:v>46.307000679419289</c:v>
                </c:pt>
                <c:pt idx="21">
                  <c:v>46.345298741241777</c:v>
                </c:pt>
                <c:pt idx="22">
                  <c:v>46.389510259307414</c:v>
                </c:pt>
                <c:pt idx="23">
                  <c:v>46.399901652225481</c:v>
                </c:pt>
                <c:pt idx="24">
                  <c:v>46.375441225090938</c:v>
                </c:pt>
                <c:pt idx="25">
                  <c:v>46.344296866722345</c:v>
                </c:pt>
                <c:pt idx="26">
                  <c:v>46.32561316948194</c:v>
                </c:pt>
                <c:pt idx="27">
                  <c:v>46.324452768555062</c:v>
                </c:pt>
                <c:pt idx="28">
                  <c:v>46.321960303140763</c:v>
                </c:pt>
                <c:pt idx="29">
                  <c:v>46.313337237669856</c:v>
                </c:pt>
                <c:pt idx="30">
                  <c:v>46.321722834818672</c:v>
                </c:pt>
                <c:pt idx="31">
                  <c:v>46.338969560740246</c:v>
                </c:pt>
                <c:pt idx="32">
                  <c:v>46.353872994573116</c:v>
                </c:pt>
                <c:pt idx="33">
                  <c:v>46.365390017800841</c:v>
                </c:pt>
                <c:pt idx="34">
                  <c:v>46.389267293372335</c:v>
                </c:pt>
                <c:pt idx="35">
                  <c:v>46.410172764035124</c:v>
                </c:pt>
                <c:pt idx="36">
                  <c:v>46.435439936126784</c:v>
                </c:pt>
                <c:pt idx="37">
                  <c:v>46.462345730077772</c:v>
                </c:pt>
                <c:pt idx="38">
                  <c:v>46.487664879601326</c:v>
                </c:pt>
                <c:pt idx="39">
                  <c:v>46.51632443589493</c:v>
                </c:pt>
                <c:pt idx="40">
                  <c:v>46.54372292068615</c:v>
                </c:pt>
                <c:pt idx="41">
                  <c:v>46.574933892988753</c:v>
                </c:pt>
                <c:pt idx="42">
                  <c:v>46.61080408039976</c:v>
                </c:pt>
                <c:pt idx="43">
                  <c:v>46.641363764057111</c:v>
                </c:pt>
                <c:pt idx="44">
                  <c:v>46.663156444739855</c:v>
                </c:pt>
                <c:pt idx="45">
                  <c:v>46.695977003889453</c:v>
                </c:pt>
                <c:pt idx="46">
                  <c:v>46.723076856439192</c:v>
                </c:pt>
                <c:pt idx="47">
                  <c:v>46.735786147709774</c:v>
                </c:pt>
                <c:pt idx="48">
                  <c:v>46.759852079463784</c:v>
                </c:pt>
                <c:pt idx="49">
                  <c:v>46.781118084062356</c:v>
                </c:pt>
                <c:pt idx="50">
                  <c:v>46.804798373734684</c:v>
                </c:pt>
                <c:pt idx="51">
                  <c:v>46.823192196835677</c:v>
                </c:pt>
                <c:pt idx="52">
                  <c:v>46.852391423571426</c:v>
                </c:pt>
                <c:pt idx="53">
                  <c:v>46.884142399504825</c:v>
                </c:pt>
                <c:pt idx="54">
                  <c:v>46.91739424758336</c:v>
                </c:pt>
                <c:pt idx="55">
                  <c:v>46.936418844427457</c:v>
                </c:pt>
                <c:pt idx="56">
                  <c:v>46.955489897291265</c:v>
                </c:pt>
                <c:pt idx="57">
                  <c:v>46.962808624331586</c:v>
                </c:pt>
                <c:pt idx="58">
                  <c:v>46.987333309280288</c:v>
                </c:pt>
                <c:pt idx="59">
                  <c:v>47.030118161076544</c:v>
                </c:pt>
                <c:pt idx="60">
                  <c:v>47.069223372442387</c:v>
                </c:pt>
                <c:pt idx="61">
                  <c:v>47.090837701992058</c:v>
                </c:pt>
                <c:pt idx="62">
                  <c:v>47.09684080978554</c:v>
                </c:pt>
                <c:pt idx="63">
                  <c:v>47.087478684255089</c:v>
                </c:pt>
                <c:pt idx="64">
                  <c:v>47.078741811055565</c:v>
                </c:pt>
                <c:pt idx="65">
                  <c:v>47.078698877316029</c:v>
                </c:pt>
                <c:pt idx="66">
                  <c:v>47.075157081796583</c:v>
                </c:pt>
                <c:pt idx="67">
                  <c:v>47.090122488721335</c:v>
                </c:pt>
                <c:pt idx="68">
                  <c:v>47.098665922101056</c:v>
                </c:pt>
                <c:pt idx="69">
                  <c:v>47.125543490212202</c:v>
                </c:pt>
                <c:pt idx="70">
                  <c:v>47.157919528082999</c:v>
                </c:pt>
                <c:pt idx="71">
                  <c:v>47.19026377023539</c:v>
                </c:pt>
                <c:pt idx="72">
                  <c:v>47.220249131829327</c:v>
                </c:pt>
                <c:pt idx="73">
                  <c:v>47.246557613698975</c:v>
                </c:pt>
                <c:pt idx="74">
                  <c:v>47.271034700266817</c:v>
                </c:pt>
                <c:pt idx="75">
                  <c:v>47.294681861466053</c:v>
                </c:pt>
                <c:pt idx="76">
                  <c:v>47.31964864017614</c:v>
                </c:pt>
                <c:pt idx="77">
                  <c:v>47.350240595535709</c:v>
                </c:pt>
                <c:pt idx="78">
                  <c:v>47.379353288415061</c:v>
                </c:pt>
                <c:pt idx="79">
                  <c:v>47.412319260618176</c:v>
                </c:pt>
                <c:pt idx="80">
                  <c:v>47.451781364643679</c:v>
                </c:pt>
                <c:pt idx="81">
                  <c:v>47.472305120091193</c:v>
                </c:pt>
                <c:pt idx="82">
                  <c:v>47.493387204546146</c:v>
                </c:pt>
                <c:pt idx="83">
                  <c:v>47.497262950305675</c:v>
                </c:pt>
                <c:pt idx="84">
                  <c:v>47.485054822387127</c:v>
                </c:pt>
                <c:pt idx="85">
                  <c:v>47.457070591921095</c:v>
                </c:pt>
                <c:pt idx="86">
                  <c:v>47.424689699015445</c:v>
                </c:pt>
                <c:pt idx="87">
                  <c:v>47.39469995837046</c:v>
                </c:pt>
                <c:pt idx="88">
                  <c:v>47.362674244582763</c:v>
                </c:pt>
                <c:pt idx="89">
                  <c:v>47.333898548239866</c:v>
                </c:pt>
                <c:pt idx="90">
                  <c:v>47.306915597313512</c:v>
                </c:pt>
                <c:pt idx="91">
                  <c:v>47.289582266137977</c:v>
                </c:pt>
                <c:pt idx="92">
                  <c:v>47.271582462433699</c:v>
                </c:pt>
                <c:pt idx="93">
                  <c:v>47.250260386942472</c:v>
                </c:pt>
                <c:pt idx="94">
                  <c:v>47.227185453477873</c:v>
                </c:pt>
                <c:pt idx="95">
                  <c:v>47.223152918651799</c:v>
                </c:pt>
                <c:pt idx="96">
                  <c:v>47.212562088517956</c:v>
                </c:pt>
                <c:pt idx="97">
                  <c:v>47.197098707332692</c:v>
                </c:pt>
                <c:pt idx="98">
                  <c:v>47.179118133374281</c:v>
                </c:pt>
                <c:pt idx="99">
                  <c:v>47.14776860218501</c:v>
                </c:pt>
                <c:pt idx="100">
                  <c:v>47.10013052427999</c:v>
                </c:pt>
                <c:pt idx="101">
                  <c:v>47.067163504912486</c:v>
                </c:pt>
                <c:pt idx="102">
                  <c:v>47.037507048130244</c:v>
                </c:pt>
                <c:pt idx="103">
                  <c:v>47.006174271571041</c:v>
                </c:pt>
                <c:pt idx="104">
                  <c:v>46.974844731701729</c:v>
                </c:pt>
                <c:pt idx="105">
                  <c:v>46.941131464919188</c:v>
                </c:pt>
                <c:pt idx="106">
                  <c:v>46.890258505854462</c:v>
                </c:pt>
                <c:pt idx="107">
                  <c:v>46.84330032322157</c:v>
                </c:pt>
                <c:pt idx="108">
                  <c:v>46.798591164084094</c:v>
                </c:pt>
                <c:pt idx="109">
                  <c:v>46.754063783163105</c:v>
                </c:pt>
                <c:pt idx="110">
                  <c:v>46.724863985246785</c:v>
                </c:pt>
                <c:pt idx="111">
                  <c:v>46.700699572442787</c:v>
                </c:pt>
                <c:pt idx="112">
                  <c:v>46.685155749993882</c:v>
                </c:pt>
                <c:pt idx="113">
                  <c:v>46.667145427047437</c:v>
                </c:pt>
                <c:pt idx="114">
                  <c:v>46.662090574197357</c:v>
                </c:pt>
                <c:pt idx="115">
                  <c:v>46.656383718726318</c:v>
                </c:pt>
                <c:pt idx="116">
                  <c:v>46.65451572026965</c:v>
                </c:pt>
                <c:pt idx="117">
                  <c:v>46.657744746828499</c:v>
                </c:pt>
                <c:pt idx="118">
                  <c:v>46.668125239717348</c:v>
                </c:pt>
                <c:pt idx="119">
                  <c:v>46.678421626267223</c:v>
                </c:pt>
                <c:pt idx="120">
                  <c:v>46.69190348685747</c:v>
                </c:pt>
                <c:pt idx="121">
                  <c:v>46.710211442479405</c:v>
                </c:pt>
                <c:pt idx="122">
                  <c:v>46.726750689867131</c:v>
                </c:pt>
                <c:pt idx="123">
                  <c:v>46.734487806675176</c:v>
                </c:pt>
                <c:pt idx="124">
                  <c:v>46.736324057011821</c:v>
                </c:pt>
                <c:pt idx="125">
                  <c:v>46.736669050076259</c:v>
                </c:pt>
                <c:pt idx="126">
                  <c:v>46.742296559046409</c:v>
                </c:pt>
                <c:pt idx="127">
                  <c:v>46.742069514769732</c:v>
                </c:pt>
                <c:pt idx="128">
                  <c:v>46.73936887783676</c:v>
                </c:pt>
                <c:pt idx="129">
                  <c:v>46.743360620850432</c:v>
                </c:pt>
                <c:pt idx="130">
                  <c:v>46.73886443019645</c:v>
                </c:pt>
                <c:pt idx="131">
                  <c:v>46.730152926933918</c:v>
                </c:pt>
                <c:pt idx="132">
                  <c:v>46.73617721600688</c:v>
                </c:pt>
                <c:pt idx="133">
                  <c:v>46.731983655858379</c:v>
                </c:pt>
                <c:pt idx="134">
                  <c:v>46.735592184307784</c:v>
                </c:pt>
                <c:pt idx="135">
                  <c:v>46.736380651486655</c:v>
                </c:pt>
                <c:pt idx="136">
                  <c:v>46.749910681638326</c:v>
                </c:pt>
                <c:pt idx="137">
                  <c:v>46.765240644562041</c:v>
                </c:pt>
                <c:pt idx="138">
                  <c:v>46.762644295681525</c:v>
                </c:pt>
                <c:pt idx="139">
                  <c:v>46.758638606342259</c:v>
                </c:pt>
                <c:pt idx="140">
                  <c:v>46.755064110735162</c:v>
                </c:pt>
                <c:pt idx="141">
                  <c:v>46.751854837504368</c:v>
                </c:pt>
                <c:pt idx="142">
                  <c:v>46.789620202047516</c:v>
                </c:pt>
                <c:pt idx="143">
                  <c:v>46.835249437886922</c:v>
                </c:pt>
                <c:pt idx="144">
                  <c:v>46.869165283378393</c:v>
                </c:pt>
                <c:pt idx="145">
                  <c:v>46.919317222169916</c:v>
                </c:pt>
                <c:pt idx="146">
                  <c:v>46.961870460244931</c:v>
                </c:pt>
                <c:pt idx="147">
                  <c:v>47.004247584310782</c:v>
                </c:pt>
                <c:pt idx="148">
                  <c:v>47.029769550535157</c:v>
                </c:pt>
                <c:pt idx="149">
                  <c:v>47.037441076774378</c:v>
                </c:pt>
                <c:pt idx="150">
                  <c:v>47.033927173906108</c:v>
                </c:pt>
                <c:pt idx="151">
                  <c:v>47.033370558440389</c:v>
                </c:pt>
                <c:pt idx="152">
                  <c:v>47.051673659027479</c:v>
                </c:pt>
                <c:pt idx="153">
                  <c:v>47.063203224428555</c:v>
                </c:pt>
                <c:pt idx="154">
                  <c:v>47.07855855728927</c:v>
                </c:pt>
                <c:pt idx="155">
                  <c:v>47.110832544231506</c:v>
                </c:pt>
                <c:pt idx="156">
                  <c:v>47.140843418557601</c:v>
                </c:pt>
                <c:pt idx="157">
                  <c:v>47.167475093433239</c:v>
                </c:pt>
                <c:pt idx="158">
                  <c:v>47.185227099966788</c:v>
                </c:pt>
                <c:pt idx="159">
                  <c:v>47.202417350409476</c:v>
                </c:pt>
                <c:pt idx="160">
                  <c:v>47.22602900321661</c:v>
                </c:pt>
                <c:pt idx="161">
                  <c:v>47.255232894593675</c:v>
                </c:pt>
                <c:pt idx="162">
                  <c:v>47.285257382056692</c:v>
                </c:pt>
                <c:pt idx="163">
                  <c:v>47.300111599163756</c:v>
                </c:pt>
                <c:pt idx="164">
                  <c:v>47.296775714239892</c:v>
                </c:pt>
                <c:pt idx="165">
                  <c:v>47.290219513260865</c:v>
                </c:pt>
                <c:pt idx="166">
                  <c:v>47.280274973942269</c:v>
                </c:pt>
                <c:pt idx="167">
                  <c:v>47.278253375510573</c:v>
                </c:pt>
                <c:pt idx="168">
                  <c:v>47.284678966532532</c:v>
                </c:pt>
                <c:pt idx="169">
                  <c:v>47.310823805168788</c:v>
                </c:pt>
                <c:pt idx="170">
                  <c:v>47.342003886122207</c:v>
                </c:pt>
                <c:pt idx="171">
                  <c:v>47.36823497302457</c:v>
                </c:pt>
                <c:pt idx="172">
                  <c:v>47.372841258733466</c:v>
                </c:pt>
                <c:pt idx="173">
                  <c:v>47.368342640562062</c:v>
                </c:pt>
                <c:pt idx="174">
                  <c:v>47.343530080605952</c:v>
                </c:pt>
                <c:pt idx="175">
                  <c:v>47.313897232620619</c:v>
                </c:pt>
                <c:pt idx="176">
                  <c:v>47.317959373639582</c:v>
                </c:pt>
                <c:pt idx="177">
                  <c:v>47.325495054099846</c:v>
                </c:pt>
                <c:pt idx="178">
                  <c:v>47.319505464246525</c:v>
                </c:pt>
                <c:pt idx="179">
                  <c:v>47.30150765967425</c:v>
                </c:pt>
                <c:pt idx="180">
                  <c:v>47.275661453279476</c:v>
                </c:pt>
                <c:pt idx="181">
                  <c:v>47.251423786567337</c:v>
                </c:pt>
                <c:pt idx="182">
                  <c:v>47.237519633142149</c:v>
                </c:pt>
                <c:pt idx="183">
                  <c:v>47.237526296915462</c:v>
                </c:pt>
                <c:pt idx="184">
                  <c:v>47.245518445848134</c:v>
                </c:pt>
                <c:pt idx="185">
                  <c:v>47.25647111887325</c:v>
                </c:pt>
                <c:pt idx="186">
                  <c:v>47.256552226514216</c:v>
                </c:pt>
                <c:pt idx="187">
                  <c:v>47.258152769668868</c:v>
                </c:pt>
                <c:pt idx="188">
                  <c:v>47.250566444531366</c:v>
                </c:pt>
                <c:pt idx="189">
                  <c:v>47.224305275452309</c:v>
                </c:pt>
                <c:pt idx="190">
                  <c:v>47.191285897865868</c:v>
                </c:pt>
                <c:pt idx="191">
                  <c:v>47.161697221177974</c:v>
                </c:pt>
                <c:pt idx="192">
                  <c:v>47.1379869445257</c:v>
                </c:pt>
                <c:pt idx="193">
                  <c:v>47.128544663321904</c:v>
                </c:pt>
                <c:pt idx="194">
                  <c:v>47.122761269654447</c:v>
                </c:pt>
                <c:pt idx="195">
                  <c:v>47.127545002127178</c:v>
                </c:pt>
                <c:pt idx="196">
                  <c:v>47.136619157453445</c:v>
                </c:pt>
                <c:pt idx="197">
                  <c:v>47.156247111373261</c:v>
                </c:pt>
                <c:pt idx="198">
                  <c:v>47.190070330415587</c:v>
                </c:pt>
                <c:pt idx="199">
                  <c:v>47.223649084173836</c:v>
                </c:pt>
                <c:pt idx="200">
                  <c:v>47.253274887598806</c:v>
                </c:pt>
                <c:pt idx="201">
                  <c:v>47.277772536667179</c:v>
                </c:pt>
                <c:pt idx="202">
                  <c:v>47.330512399425814</c:v>
                </c:pt>
                <c:pt idx="203">
                  <c:v>47.420929331731116</c:v>
                </c:pt>
                <c:pt idx="204">
                  <c:v>47.494972325825394</c:v>
                </c:pt>
                <c:pt idx="205">
                  <c:v>47.559553332986191</c:v>
                </c:pt>
                <c:pt idx="206">
                  <c:v>47.596425894699628</c:v>
                </c:pt>
                <c:pt idx="207">
                  <c:v>47.595748093756249</c:v>
                </c:pt>
                <c:pt idx="208">
                  <c:v>47.569309953897161</c:v>
                </c:pt>
                <c:pt idx="209">
                  <c:v>47.514047281756426</c:v>
                </c:pt>
                <c:pt idx="210">
                  <c:v>47.44596465210963</c:v>
                </c:pt>
                <c:pt idx="211">
                  <c:v>47.377020872556386</c:v>
                </c:pt>
                <c:pt idx="212">
                  <c:v>47.312967541045758</c:v>
                </c:pt>
                <c:pt idx="213">
                  <c:v>47.26126351425129</c:v>
                </c:pt>
                <c:pt idx="214">
                  <c:v>47.261582613796548</c:v>
                </c:pt>
                <c:pt idx="215">
                  <c:v>47.276508894852228</c:v>
                </c:pt>
                <c:pt idx="216">
                  <c:v>47.279896186027415</c:v>
                </c:pt>
                <c:pt idx="217">
                  <c:v>47.301768403604569</c:v>
                </c:pt>
                <c:pt idx="218">
                  <c:v>47.318496568965919</c:v>
                </c:pt>
                <c:pt idx="219">
                  <c:v>47.327014870400561</c:v>
                </c:pt>
                <c:pt idx="220">
                  <c:v>47.388853163659704</c:v>
                </c:pt>
                <c:pt idx="221">
                  <c:v>47.440408017128561</c:v>
                </c:pt>
                <c:pt idx="222">
                  <c:v>47.478325553695306</c:v>
                </c:pt>
                <c:pt idx="223">
                  <c:v>47.479731705062541</c:v>
                </c:pt>
                <c:pt idx="224">
                  <c:v>47.45169111811358</c:v>
                </c:pt>
                <c:pt idx="225">
                  <c:v>47.405279269696138</c:v>
                </c:pt>
                <c:pt idx="226">
                  <c:v>47.379184028572745</c:v>
                </c:pt>
                <c:pt idx="227">
                  <c:v>47.379860877548502</c:v>
                </c:pt>
                <c:pt idx="228">
                  <c:v>47.371754587698547</c:v>
                </c:pt>
                <c:pt idx="229">
                  <c:v>47.338905136331761</c:v>
                </c:pt>
                <c:pt idx="230">
                  <c:v>47.334135397783008</c:v>
                </c:pt>
                <c:pt idx="231">
                  <c:v>47.32706570547132</c:v>
                </c:pt>
                <c:pt idx="232">
                  <c:v>47.346990006910332</c:v>
                </c:pt>
                <c:pt idx="233">
                  <c:v>47.360993736148274</c:v>
                </c:pt>
                <c:pt idx="234">
                  <c:v>47.346843403897303</c:v>
                </c:pt>
                <c:pt idx="235">
                  <c:v>47.330829499839069</c:v>
                </c:pt>
                <c:pt idx="236">
                  <c:v>47.298543327711329</c:v>
                </c:pt>
                <c:pt idx="237">
                  <c:v>47.263656760840696</c:v>
                </c:pt>
                <c:pt idx="238">
                  <c:v>47.230840533143756</c:v>
                </c:pt>
                <c:pt idx="239">
                  <c:v>47.193854687283874</c:v>
                </c:pt>
                <c:pt idx="240">
                  <c:v>47.144220047695491</c:v>
                </c:pt>
                <c:pt idx="241">
                  <c:v>47.085259171755808</c:v>
                </c:pt>
                <c:pt idx="242">
                  <c:v>47.06390720448141</c:v>
                </c:pt>
                <c:pt idx="243">
                  <c:v>47.057702660340141</c:v>
                </c:pt>
                <c:pt idx="244">
                  <c:v>47.048856501258172</c:v>
                </c:pt>
                <c:pt idx="245">
                  <c:v>47.050420679249839</c:v>
                </c:pt>
                <c:pt idx="246">
                  <c:v>47.052607253669578</c:v>
                </c:pt>
                <c:pt idx="247">
                  <c:v>47.05416695741345</c:v>
                </c:pt>
                <c:pt idx="248">
                  <c:v>47.061149259097881</c:v>
                </c:pt>
                <c:pt idx="249">
                  <c:v>47.070163630857806</c:v>
                </c:pt>
                <c:pt idx="250">
                  <c:v>47.065507081258716</c:v>
                </c:pt>
                <c:pt idx="251">
                  <c:v>47.093740156059859</c:v>
                </c:pt>
                <c:pt idx="252">
                  <c:v>47.114672781598927</c:v>
                </c:pt>
                <c:pt idx="253">
                  <c:v>47.129965474990428</c:v>
                </c:pt>
                <c:pt idx="254">
                  <c:v>47.143142896336727</c:v>
                </c:pt>
                <c:pt idx="255">
                  <c:v>47.143566712319867</c:v>
                </c:pt>
                <c:pt idx="256">
                  <c:v>47.148280284779212</c:v>
                </c:pt>
                <c:pt idx="257">
                  <c:v>47.098997206831811</c:v>
                </c:pt>
                <c:pt idx="258">
                  <c:v>47.04957057216776</c:v>
                </c:pt>
                <c:pt idx="259">
                  <c:v>47</c:v>
                </c:pt>
                <c:pt idx="260">
                  <c:v>46.985592446098885</c:v>
                </c:pt>
                <c:pt idx="261">
                  <c:v>46.941065207973033</c:v>
                </c:pt>
                <c:pt idx="262">
                  <c:v>46.944158436351302</c:v>
                </c:pt>
                <c:pt idx="263">
                  <c:v>46.942301813907662</c:v>
                </c:pt>
                <c:pt idx="264">
                  <c:v>46.918887028003745</c:v>
                </c:pt>
                <c:pt idx="265">
                  <c:v>46.88330171690216</c:v>
                </c:pt>
                <c:pt idx="266">
                  <c:v>46.873055499045705</c:v>
                </c:pt>
                <c:pt idx="267">
                  <c:v>46.857093001238795</c:v>
                </c:pt>
                <c:pt idx="268">
                  <c:v>46.833002127933213</c:v>
                </c:pt>
                <c:pt idx="269">
                  <c:v>46.815486875746046</c:v>
                </c:pt>
                <c:pt idx="270">
                  <c:v>46.784733276285088</c:v>
                </c:pt>
                <c:pt idx="271">
                  <c:v>46.775335213977094</c:v>
                </c:pt>
                <c:pt idx="272">
                  <c:v>46.751019105133309</c:v>
                </c:pt>
                <c:pt idx="273">
                  <c:v>46.740051724208513</c:v>
                </c:pt>
                <c:pt idx="274">
                  <c:v>46.736273793121633</c:v>
                </c:pt>
                <c:pt idx="275">
                  <c:v>46.735953360821718</c:v>
                </c:pt>
                <c:pt idx="276">
                  <c:v>46.744478183234534</c:v>
                </c:pt>
                <c:pt idx="277">
                  <c:v>46.767828996914581</c:v>
                </c:pt>
                <c:pt idx="278">
                  <c:v>46.806360362200834</c:v>
                </c:pt>
                <c:pt idx="279">
                  <c:v>46.83319947082024</c:v>
                </c:pt>
                <c:pt idx="280">
                  <c:v>46.842545412901202</c:v>
                </c:pt>
                <c:pt idx="281">
                  <c:v>46.897550672998271</c:v>
                </c:pt>
                <c:pt idx="282">
                  <c:v>46.955798810783016</c:v>
                </c:pt>
                <c:pt idx="283">
                  <c:v>46.988127059879432</c:v>
                </c:pt>
                <c:pt idx="284">
                  <c:v>47.00862339865958</c:v>
                </c:pt>
                <c:pt idx="285">
                  <c:v>47.014927328220061</c:v>
                </c:pt>
                <c:pt idx="286">
                  <c:v>47.063265387913951</c:v>
                </c:pt>
                <c:pt idx="287">
                  <c:v>47.172457977531472</c:v>
                </c:pt>
                <c:pt idx="288">
                  <c:v>47.258933668705183</c:v>
                </c:pt>
                <c:pt idx="289">
                  <c:v>47.340346986484633</c:v>
                </c:pt>
                <c:pt idx="290">
                  <c:v>47.378883397199253</c:v>
                </c:pt>
                <c:pt idx="291">
                  <c:v>47.438925041974628</c:v>
                </c:pt>
                <c:pt idx="292">
                  <c:v>47.438005917240311</c:v>
                </c:pt>
                <c:pt idx="293">
                  <c:v>47.429730843531843</c:v>
                </c:pt>
                <c:pt idx="294">
                  <c:v>47.501888370563684</c:v>
                </c:pt>
                <c:pt idx="295">
                  <c:v>47.550018901317038</c:v>
                </c:pt>
                <c:pt idx="296">
                  <c:v>47.604687450467935</c:v>
                </c:pt>
                <c:pt idx="297">
                  <c:v>47.658087502769042</c:v>
                </c:pt>
                <c:pt idx="298">
                  <c:v>47.666119063161062</c:v>
                </c:pt>
                <c:pt idx="299">
                  <c:v>47.692182603762809</c:v>
                </c:pt>
                <c:pt idx="300">
                  <c:v>47.759954320785866</c:v>
                </c:pt>
                <c:pt idx="301">
                  <c:v>47.762933408246845</c:v>
                </c:pt>
                <c:pt idx="302">
                  <c:v>47.72088518899271</c:v>
                </c:pt>
                <c:pt idx="303">
                  <c:v>47.763231754898044</c:v>
                </c:pt>
                <c:pt idx="304">
                  <c:v>47.848028651178979</c:v>
                </c:pt>
                <c:pt idx="305">
                  <c:v>47.940149795912426</c:v>
                </c:pt>
                <c:pt idx="306">
                  <c:v>47.958748006460823</c:v>
                </c:pt>
                <c:pt idx="307">
                  <c:v>47.947708989972838</c:v>
                </c:pt>
                <c:pt idx="308">
                  <c:v>47.973158321068027</c:v>
                </c:pt>
                <c:pt idx="309">
                  <c:v>47.958482026708595</c:v>
                </c:pt>
                <c:pt idx="310">
                  <c:v>47.960561123984363</c:v>
                </c:pt>
                <c:pt idx="311">
                  <c:v>47.899221471363056</c:v>
                </c:pt>
                <c:pt idx="312">
                  <c:v>47.937337112390921</c:v>
                </c:pt>
                <c:pt idx="313">
                  <c:v>48.076912700476051</c:v>
                </c:pt>
                <c:pt idx="314">
                  <c:v>48.075254563280573</c:v>
                </c:pt>
                <c:pt idx="315">
                  <c:v>48.116158327065421</c:v>
                </c:pt>
                <c:pt idx="316">
                  <c:v>48.13057473426538</c:v>
                </c:pt>
                <c:pt idx="317">
                  <c:v>48.16672989318257</c:v>
                </c:pt>
                <c:pt idx="318">
                  <c:v>48.258780592312355</c:v>
                </c:pt>
                <c:pt idx="319">
                  <c:v>48.290405146946206</c:v>
                </c:pt>
                <c:pt idx="320">
                  <c:v>48.30221601877814</c:v>
                </c:pt>
                <c:pt idx="321">
                  <c:v>48.483717974262419</c:v>
                </c:pt>
                <c:pt idx="322">
                  <c:v>48.618082301217981</c:v>
                </c:pt>
                <c:pt idx="323">
                  <c:v>48.720846634304223</c:v>
                </c:pt>
                <c:pt idx="324">
                  <c:v>48.841085094576563</c:v>
                </c:pt>
                <c:pt idx="325">
                  <c:v>48.954558872961734</c:v>
                </c:pt>
                <c:pt idx="326">
                  <c:v>49.063970224737666</c:v>
                </c:pt>
                <c:pt idx="327">
                  <c:v>49.162493161302635</c:v>
                </c:pt>
                <c:pt idx="328">
                  <c:v>49.249793922810099</c:v>
                </c:pt>
                <c:pt idx="329">
                  <c:v>49.305673279573185</c:v>
                </c:pt>
                <c:pt idx="330">
                  <c:v>49.372684184076654</c:v>
                </c:pt>
                <c:pt idx="331">
                  <c:v>49.437756882511692</c:v>
                </c:pt>
                <c:pt idx="332">
                  <c:v>49.438691333924638</c:v>
                </c:pt>
                <c:pt idx="333">
                  <c:v>49.389195872001864</c:v>
                </c:pt>
                <c:pt idx="334">
                  <c:v>49.35120246361604</c:v>
                </c:pt>
                <c:pt idx="335">
                  <c:v>49.278035755713319</c:v>
                </c:pt>
                <c:pt idx="336">
                  <c:v>49.18546680541278</c:v>
                </c:pt>
                <c:pt idx="337">
                  <c:v>49.098792248203864</c:v>
                </c:pt>
                <c:pt idx="338">
                  <c:v>49.015191594430576</c:v>
                </c:pt>
                <c:pt idx="339">
                  <c:v>48.909510622959047</c:v>
                </c:pt>
                <c:pt idx="340">
                  <c:v>48.781488113875128</c:v>
                </c:pt>
                <c:pt idx="341">
                  <c:v>48.661072397232481</c:v>
                </c:pt>
                <c:pt idx="342">
                  <c:v>48.609506976923072</c:v>
                </c:pt>
                <c:pt idx="343">
                  <c:v>48.531330825025591</c:v>
                </c:pt>
                <c:pt idx="344">
                  <c:v>48.502266872888242</c:v>
                </c:pt>
                <c:pt idx="345">
                  <c:v>48.513273522477242</c:v>
                </c:pt>
                <c:pt idx="346">
                  <c:v>48.512150200689057</c:v>
                </c:pt>
                <c:pt idx="347">
                  <c:v>48.542030941041894</c:v>
                </c:pt>
                <c:pt idx="348">
                  <c:v>48.530778112627104</c:v>
                </c:pt>
                <c:pt idx="349">
                  <c:v>48.483343279808324</c:v>
                </c:pt>
                <c:pt idx="350">
                  <c:v>48.42786717652784</c:v>
                </c:pt>
                <c:pt idx="351">
                  <c:v>48.427278479753419</c:v>
                </c:pt>
                <c:pt idx="352">
                  <c:v>48.425485163156303</c:v>
                </c:pt>
                <c:pt idx="353">
                  <c:v>48.400418903830236</c:v>
                </c:pt>
                <c:pt idx="354">
                  <c:v>48.347290923874105</c:v>
                </c:pt>
                <c:pt idx="355">
                  <c:v>48.268932374981198</c:v>
                </c:pt>
                <c:pt idx="356">
                  <c:v>48.25231939770152</c:v>
                </c:pt>
                <c:pt idx="357">
                  <c:v>48.288463704187869</c:v>
                </c:pt>
                <c:pt idx="358">
                  <c:v>48.246870715848232</c:v>
                </c:pt>
                <c:pt idx="359">
                  <c:v>48.266505238344614</c:v>
                </c:pt>
                <c:pt idx="360">
                  <c:v>48.337170936923677</c:v>
                </c:pt>
                <c:pt idx="361">
                  <c:v>48.335191225067135</c:v>
                </c:pt>
                <c:pt idx="362">
                  <c:v>48.300953519324331</c:v>
                </c:pt>
                <c:pt idx="363">
                  <c:v>48.227745686420533</c:v>
                </c:pt>
                <c:pt idx="364">
                  <c:v>48.186105861274143</c:v>
                </c:pt>
                <c:pt idx="365">
                  <c:v>48.136026272021518</c:v>
                </c:pt>
                <c:pt idx="366">
                  <c:v>48.049019668507746</c:v>
                </c:pt>
                <c:pt idx="367">
                  <c:v>47.942418905924569</c:v>
                </c:pt>
                <c:pt idx="368">
                  <c:v>47.871187738580943</c:v>
                </c:pt>
                <c:pt idx="369">
                  <c:v>47.816326606381104</c:v>
                </c:pt>
                <c:pt idx="370">
                  <c:v>47.746745198917921</c:v>
                </c:pt>
                <c:pt idx="371">
                  <c:v>47.671708636221666</c:v>
                </c:pt>
                <c:pt idx="372">
                  <c:v>47.591237575989631</c:v>
                </c:pt>
                <c:pt idx="373">
                  <c:v>47.512128210237101</c:v>
                </c:pt>
                <c:pt idx="374">
                  <c:v>47.446654543041745</c:v>
                </c:pt>
                <c:pt idx="375">
                  <c:v>47.345769584425206</c:v>
                </c:pt>
                <c:pt idx="376">
                  <c:v>47.277365475314099</c:v>
                </c:pt>
                <c:pt idx="377">
                  <c:v>47.202473802089166</c:v>
                </c:pt>
                <c:pt idx="378">
                  <c:v>47.129232269531741</c:v>
                </c:pt>
                <c:pt idx="379">
                  <c:v>47.063828476759468</c:v>
                </c:pt>
                <c:pt idx="380">
                  <c:v>46.98235594659424</c:v>
                </c:pt>
                <c:pt idx="381">
                  <c:v>46.863962685154135</c:v>
                </c:pt>
                <c:pt idx="382">
                  <c:v>46.787979771449713</c:v>
                </c:pt>
                <c:pt idx="383">
                  <c:v>46.682164762937695</c:v>
                </c:pt>
                <c:pt idx="384">
                  <c:v>46.639284999970016</c:v>
                </c:pt>
                <c:pt idx="385">
                  <c:v>46.597869077607164</c:v>
                </c:pt>
                <c:pt idx="386">
                  <c:v>46.582726699902395</c:v>
                </c:pt>
                <c:pt idx="387">
                  <c:v>46.581878401558789</c:v>
                </c:pt>
                <c:pt idx="388">
                  <c:v>46.588840045545936</c:v>
                </c:pt>
                <c:pt idx="389">
                  <c:v>46.599926946005063</c:v>
                </c:pt>
                <c:pt idx="390">
                  <c:v>46.642268276088508</c:v>
                </c:pt>
                <c:pt idx="391">
                  <c:v>46.79669317864748</c:v>
                </c:pt>
                <c:pt idx="392">
                  <c:v>47.168464568574471</c:v>
                </c:pt>
                <c:pt idx="393">
                  <c:v>47.435970420081411</c:v>
                </c:pt>
                <c:pt idx="394">
                  <c:v>47.641152760434785</c:v>
                </c:pt>
                <c:pt idx="395">
                  <c:v>47.715537606100369</c:v>
                </c:pt>
                <c:pt idx="396">
                  <c:v>47.689551365269125</c:v>
                </c:pt>
                <c:pt idx="397">
                  <c:v>47.627404253714985</c:v>
                </c:pt>
                <c:pt idx="398">
                  <c:v>47.557120008560091</c:v>
                </c:pt>
                <c:pt idx="399">
                  <c:v>47.490338147465309</c:v>
                </c:pt>
                <c:pt idx="400">
                  <c:v>47.412388944647752</c:v>
                </c:pt>
                <c:pt idx="401">
                  <c:v>47.357600066790056</c:v>
                </c:pt>
                <c:pt idx="402">
                  <c:v>47.295628593261277</c:v>
                </c:pt>
                <c:pt idx="403">
                  <c:v>47.22477640422602</c:v>
                </c:pt>
                <c:pt idx="404">
                  <c:v>47.143622021638414</c:v>
                </c:pt>
                <c:pt idx="405">
                  <c:v>47.048877920529556</c:v>
                </c:pt>
                <c:pt idx="406">
                  <c:v>46.94413815944106</c:v>
                </c:pt>
                <c:pt idx="407">
                  <c:v>46.81987478008358</c:v>
                </c:pt>
                <c:pt idx="408">
                  <c:v>46.664104604486489</c:v>
                </c:pt>
                <c:pt idx="409">
                  <c:v>46.540993153544093</c:v>
                </c:pt>
                <c:pt idx="410">
                  <c:v>46.453841041780052</c:v>
                </c:pt>
                <c:pt idx="411">
                  <c:v>46.358978539698811</c:v>
                </c:pt>
                <c:pt idx="412">
                  <c:v>46.301522034385258</c:v>
                </c:pt>
                <c:pt idx="413">
                  <c:v>46.257165579249921</c:v>
                </c:pt>
                <c:pt idx="414">
                  <c:v>46.214263421244056</c:v>
                </c:pt>
                <c:pt idx="415">
                  <c:v>46.19015917279345</c:v>
                </c:pt>
                <c:pt idx="416">
                  <c:v>46.177897032612222</c:v>
                </c:pt>
                <c:pt idx="417">
                  <c:v>46.163421294030528</c:v>
                </c:pt>
                <c:pt idx="418">
                  <c:v>46.157819131198181</c:v>
                </c:pt>
                <c:pt idx="419">
                  <c:v>46.149342835334636</c:v>
                </c:pt>
                <c:pt idx="420">
                  <c:v>46.134821890190729</c:v>
                </c:pt>
                <c:pt idx="421">
                  <c:v>46.131319875018079</c:v>
                </c:pt>
                <c:pt idx="422">
                  <c:v>46.122819196883945</c:v>
                </c:pt>
                <c:pt idx="423">
                  <c:v>46.116415144129327</c:v>
                </c:pt>
                <c:pt idx="424">
                  <c:v>46.104868859796973</c:v>
                </c:pt>
                <c:pt idx="425">
                  <c:v>46.096008450949725</c:v>
                </c:pt>
                <c:pt idx="426">
                  <c:v>46.103624792816149</c:v>
                </c:pt>
                <c:pt idx="427">
                  <c:v>46.095475652523824</c:v>
                </c:pt>
                <c:pt idx="428">
                  <c:v>46.091536696114517</c:v>
                </c:pt>
                <c:pt idx="429">
                  <c:v>46.075867660174978</c:v>
                </c:pt>
                <c:pt idx="430">
                  <c:v>46.06627101147226</c:v>
                </c:pt>
                <c:pt idx="431">
                  <c:v>46.074979664781736</c:v>
                </c:pt>
                <c:pt idx="432">
                  <c:v>46.077919614474055</c:v>
                </c:pt>
                <c:pt idx="433">
                  <c:v>46.094695955346623</c:v>
                </c:pt>
                <c:pt idx="434">
                  <c:v>46.127946434971712</c:v>
                </c:pt>
                <c:pt idx="435">
                  <c:v>46.225344514700716</c:v>
                </c:pt>
                <c:pt idx="436">
                  <c:v>46.301374788794085</c:v>
                </c:pt>
                <c:pt idx="437">
                  <c:v>46.343360725566868</c:v>
                </c:pt>
                <c:pt idx="438">
                  <c:v>46.295875152874103</c:v>
                </c:pt>
                <c:pt idx="439">
                  <c:v>46.308708366529238</c:v>
                </c:pt>
                <c:pt idx="440">
                  <c:v>46.326601026278212</c:v>
                </c:pt>
                <c:pt idx="441">
                  <c:v>46.347463230012799</c:v>
                </c:pt>
                <c:pt idx="442">
                  <c:v>46.39506844123585</c:v>
                </c:pt>
                <c:pt idx="443">
                  <c:v>46.421123866313664</c:v>
                </c:pt>
                <c:pt idx="444">
                  <c:v>46.419245396213206</c:v>
                </c:pt>
                <c:pt idx="445">
                  <c:v>46.392248070575832</c:v>
                </c:pt>
                <c:pt idx="446">
                  <c:v>46.389268864118904</c:v>
                </c:pt>
                <c:pt idx="447">
                  <c:v>46.387865473457765</c:v>
                </c:pt>
                <c:pt idx="448">
                  <c:v>46.374130865465176</c:v>
                </c:pt>
                <c:pt idx="449">
                  <c:v>46.392549177933127</c:v>
                </c:pt>
                <c:pt idx="450">
                  <c:v>46.388766843996024</c:v>
                </c:pt>
                <c:pt idx="451">
                  <c:v>46.402855464946221</c:v>
                </c:pt>
                <c:pt idx="452">
                  <c:v>46.425140455682147</c:v>
                </c:pt>
                <c:pt idx="453">
                  <c:v>46.431457284403848</c:v>
                </c:pt>
                <c:pt idx="454">
                  <c:v>46.421958027938153</c:v>
                </c:pt>
                <c:pt idx="455">
                  <c:v>46.42199225117399</c:v>
                </c:pt>
                <c:pt idx="456">
                  <c:v>46.433709354195642</c:v>
                </c:pt>
                <c:pt idx="457">
                  <c:v>46.433802123439925</c:v>
                </c:pt>
                <c:pt idx="458">
                  <c:v>46.430984680080336</c:v>
                </c:pt>
                <c:pt idx="459">
                  <c:v>46.438338201537064</c:v>
                </c:pt>
                <c:pt idx="460">
                  <c:v>46.443831625868349</c:v>
                </c:pt>
                <c:pt idx="461">
                  <c:v>46.4405891765661</c:v>
                </c:pt>
                <c:pt idx="462">
                  <c:v>46.444094844914481</c:v>
                </c:pt>
                <c:pt idx="463">
                  <c:v>46.452740710009813</c:v>
                </c:pt>
                <c:pt idx="464">
                  <c:v>46.454051283828292</c:v>
                </c:pt>
                <c:pt idx="465">
                  <c:v>46.453812482751538</c:v>
                </c:pt>
                <c:pt idx="466">
                  <c:v>46.462893016260843</c:v>
                </c:pt>
                <c:pt idx="467">
                  <c:v>46.466656049054514</c:v>
                </c:pt>
                <c:pt idx="468">
                  <c:v>46.475597500094956</c:v>
                </c:pt>
                <c:pt idx="469">
                  <c:v>46.478399140792106</c:v>
                </c:pt>
                <c:pt idx="470">
                  <c:v>46.485862995295662</c:v>
                </c:pt>
                <c:pt idx="471">
                  <c:v>46.499607646546607</c:v>
                </c:pt>
                <c:pt idx="472">
                  <c:v>46.512949567897138</c:v>
                </c:pt>
                <c:pt idx="473">
                  <c:v>46.528759798483691</c:v>
                </c:pt>
                <c:pt idx="474">
                  <c:v>46.532096540178415</c:v>
                </c:pt>
                <c:pt idx="475">
                  <c:v>46.538292707004643</c:v>
                </c:pt>
                <c:pt idx="476">
                  <c:v>46.553711678900562</c:v>
                </c:pt>
                <c:pt idx="477">
                  <c:v>46.561576406967681</c:v>
                </c:pt>
                <c:pt idx="478">
                  <c:v>46.576159503697397</c:v>
                </c:pt>
                <c:pt idx="479">
                  <c:v>46.588482867296001</c:v>
                </c:pt>
                <c:pt idx="480">
                  <c:v>46.593693366851483</c:v>
                </c:pt>
                <c:pt idx="481">
                  <c:v>46.602986046344263</c:v>
                </c:pt>
                <c:pt idx="482">
                  <c:v>46.600189260681958</c:v>
                </c:pt>
                <c:pt idx="483">
                  <c:v>46.605420893918534</c:v>
                </c:pt>
                <c:pt idx="484">
                  <c:v>46.61617165461206</c:v>
                </c:pt>
                <c:pt idx="485">
                  <c:v>46.626621831530485</c:v>
                </c:pt>
                <c:pt idx="486">
                  <c:v>46.621294382753241</c:v>
                </c:pt>
                <c:pt idx="487">
                  <c:v>46.622073330255944</c:v>
                </c:pt>
                <c:pt idx="488">
                  <c:v>46.633645210617601</c:v>
                </c:pt>
                <c:pt idx="489">
                  <c:v>46.63374545280768</c:v>
                </c:pt>
                <c:pt idx="490">
                  <c:v>46.638147636659475</c:v>
                </c:pt>
                <c:pt idx="491">
                  <c:v>46.646424423909657</c:v>
                </c:pt>
                <c:pt idx="492">
                  <c:v>46.644918982319965</c:v>
                </c:pt>
                <c:pt idx="493">
                  <c:v>46.645880564810007</c:v>
                </c:pt>
                <c:pt idx="494">
                  <c:v>46.652452663648234</c:v>
                </c:pt>
                <c:pt idx="495">
                  <c:v>46.662819638596922</c:v>
                </c:pt>
                <c:pt idx="496">
                  <c:v>46.670264263354611</c:v>
                </c:pt>
                <c:pt idx="497">
                  <c:v>46.673153723064438</c:v>
                </c:pt>
                <c:pt idx="498">
                  <c:v>46.683197124220065</c:v>
                </c:pt>
                <c:pt idx="499">
                  <c:v>46.677922795235858</c:v>
                </c:pt>
                <c:pt idx="500">
                  <c:v>46.675357242507758</c:v>
                </c:pt>
                <c:pt idx="501">
                  <c:v>46.681155534468417</c:v>
                </c:pt>
                <c:pt idx="502">
                  <c:v>46.688269874061348</c:v>
                </c:pt>
                <c:pt idx="503">
                  <c:v>46.698900115654546</c:v>
                </c:pt>
                <c:pt idx="504">
                  <c:v>46.71206739854572</c:v>
                </c:pt>
                <c:pt idx="505">
                  <c:v>46.717242484905839</c:v>
                </c:pt>
                <c:pt idx="506">
                  <c:v>46.72212860149579</c:v>
                </c:pt>
                <c:pt idx="507">
                  <c:v>46.733522559109815</c:v>
                </c:pt>
                <c:pt idx="508">
                  <c:v>46.749158484425671</c:v>
                </c:pt>
                <c:pt idx="509">
                  <c:v>46.773182291612628</c:v>
                </c:pt>
                <c:pt idx="510">
                  <c:v>46.790461789019417</c:v>
                </c:pt>
                <c:pt idx="511">
                  <c:v>46.802764399723969</c:v>
                </c:pt>
                <c:pt idx="512">
                  <c:v>46.828409074574196</c:v>
                </c:pt>
                <c:pt idx="513">
                  <c:v>46.86352735036283</c:v>
                </c:pt>
                <c:pt idx="514">
                  <c:v>46.894230305146557</c:v>
                </c:pt>
                <c:pt idx="515">
                  <c:v>46.926557887865641</c:v>
                </c:pt>
                <c:pt idx="516">
                  <c:v>46.956175313975585</c:v>
                </c:pt>
                <c:pt idx="517">
                  <c:v>46.976515149279471</c:v>
                </c:pt>
                <c:pt idx="518">
                  <c:v>47.006380658150434</c:v>
                </c:pt>
                <c:pt idx="519">
                  <c:v>47.023323397012675</c:v>
                </c:pt>
                <c:pt idx="520">
                  <c:v>47.039432212242325</c:v>
                </c:pt>
                <c:pt idx="521">
                  <c:v>47.060360649123872</c:v>
                </c:pt>
                <c:pt idx="522">
                  <c:v>47.075671049113062</c:v>
                </c:pt>
                <c:pt idx="523">
                  <c:v>47.095493966000859</c:v>
                </c:pt>
                <c:pt idx="524">
                  <c:v>47.109308824863575</c:v>
                </c:pt>
                <c:pt idx="525">
                  <c:v>47.121920491855022</c:v>
                </c:pt>
                <c:pt idx="526">
                  <c:v>47.141454200980739</c:v>
                </c:pt>
                <c:pt idx="527">
                  <c:v>47.143326150103022</c:v>
                </c:pt>
                <c:pt idx="528">
                  <c:v>47.12921418214701</c:v>
                </c:pt>
                <c:pt idx="529">
                  <c:v>47.113687780705504</c:v>
                </c:pt>
                <c:pt idx="530">
                  <c:v>47.107187555422371</c:v>
                </c:pt>
                <c:pt idx="531">
                  <c:v>47.102045311945041</c:v>
                </c:pt>
                <c:pt idx="532">
                  <c:v>47.092101724594059</c:v>
                </c:pt>
                <c:pt idx="533">
                  <c:v>47.089583865443565</c:v>
                </c:pt>
                <c:pt idx="534">
                  <c:v>47.09408048448298</c:v>
                </c:pt>
                <c:pt idx="535">
                  <c:v>47.088256251404744</c:v>
                </c:pt>
                <c:pt idx="536">
                  <c:v>47.094128463650883</c:v>
                </c:pt>
                <c:pt idx="537">
                  <c:v>47.107256382681079</c:v>
                </c:pt>
                <c:pt idx="538">
                  <c:v>47.115805813456802</c:v>
                </c:pt>
                <c:pt idx="539">
                  <c:v>47.138782408666557</c:v>
                </c:pt>
                <c:pt idx="540">
                  <c:v>47.158737268266101</c:v>
                </c:pt>
                <c:pt idx="541">
                  <c:v>47.19105552170253</c:v>
                </c:pt>
                <c:pt idx="542">
                  <c:v>47.206046441359419</c:v>
                </c:pt>
                <c:pt idx="543">
                  <c:v>47.228501834298804</c:v>
                </c:pt>
                <c:pt idx="544">
                  <c:v>47.259347013044533</c:v>
                </c:pt>
                <c:pt idx="545">
                  <c:v>47.288530151527539</c:v>
                </c:pt>
                <c:pt idx="546">
                  <c:v>47.303014434018607</c:v>
                </c:pt>
                <c:pt idx="547">
                  <c:v>47.338474085394736</c:v>
                </c:pt>
                <c:pt idx="548">
                  <c:v>47.357360456540825</c:v>
                </c:pt>
                <c:pt idx="549">
                  <c:v>47.365699407276402</c:v>
                </c:pt>
                <c:pt idx="550">
                  <c:v>47.356729492404199</c:v>
                </c:pt>
                <c:pt idx="551">
                  <c:v>47.366210899477082</c:v>
                </c:pt>
                <c:pt idx="552">
                  <c:v>47.396356286827462</c:v>
                </c:pt>
                <c:pt idx="553">
                  <c:v>47.422768247577082</c:v>
                </c:pt>
                <c:pt idx="554">
                  <c:v>47.424655237787711</c:v>
                </c:pt>
                <c:pt idx="555">
                  <c:v>47.422317110123331</c:v>
                </c:pt>
                <c:pt idx="556">
                  <c:v>47.428647694777098</c:v>
                </c:pt>
                <c:pt idx="557">
                  <c:v>47.419031965073458</c:v>
                </c:pt>
                <c:pt idx="558">
                  <c:v>47.393803776055712</c:v>
                </c:pt>
                <c:pt idx="559">
                  <c:v>47.377756838721169</c:v>
                </c:pt>
                <c:pt idx="560">
                  <c:v>47.339020895593997</c:v>
                </c:pt>
                <c:pt idx="561">
                  <c:v>47.311367949858727</c:v>
                </c:pt>
                <c:pt idx="562">
                  <c:v>47.298655564693384</c:v>
                </c:pt>
                <c:pt idx="563">
                  <c:v>47.266260677863777</c:v>
                </c:pt>
                <c:pt idx="564">
                  <c:v>47.221764283488724</c:v>
                </c:pt>
                <c:pt idx="565">
                  <c:v>47.200708568536768</c:v>
                </c:pt>
                <c:pt idx="566">
                  <c:v>47.168319107922571</c:v>
                </c:pt>
                <c:pt idx="567">
                  <c:v>47.160934504723137</c:v>
                </c:pt>
                <c:pt idx="568">
                  <c:v>47.162819686195299</c:v>
                </c:pt>
                <c:pt idx="569">
                  <c:v>47.134935126738782</c:v>
                </c:pt>
                <c:pt idx="570">
                  <c:v>47.101575420729233</c:v>
                </c:pt>
                <c:pt idx="571">
                  <c:v>47.076714120031127</c:v>
                </c:pt>
                <c:pt idx="572">
                  <c:v>47.040930609271648</c:v>
                </c:pt>
                <c:pt idx="573">
                  <c:v>47.014402127685706</c:v>
                </c:pt>
                <c:pt idx="574">
                  <c:v>46.981109725786681</c:v>
                </c:pt>
                <c:pt idx="575">
                  <c:v>46.957775381146419</c:v>
                </c:pt>
                <c:pt idx="576">
                  <c:v>46.884424467509774</c:v>
                </c:pt>
                <c:pt idx="577">
                  <c:v>46.890546190468349</c:v>
                </c:pt>
                <c:pt idx="578">
                  <c:v>46.928745128662712</c:v>
                </c:pt>
                <c:pt idx="579">
                  <c:v>46.846241617568147</c:v>
                </c:pt>
                <c:pt idx="580">
                  <c:v>46.744989389844925</c:v>
                </c:pt>
                <c:pt idx="581">
                  <c:v>46.695411154337847</c:v>
                </c:pt>
                <c:pt idx="582">
                  <c:v>46.845220822692319</c:v>
                </c:pt>
                <c:pt idx="583">
                  <c:v>46.60478340880374</c:v>
                </c:pt>
                <c:pt idx="584">
                  <c:v>46.564641885489912</c:v>
                </c:pt>
                <c:pt idx="585">
                  <c:v>46.150471987924483</c:v>
                </c:pt>
                <c:pt idx="586">
                  <c:v>46.171190587344029</c:v>
                </c:pt>
                <c:pt idx="587">
                  <c:v>45.941554816818105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96A0-42C5-857B-5B109011262B}"/>
            </c:ext>
          </c:extLst>
        </c:ser>
        <c:ser>
          <c:idx val="23"/>
          <c:order val="2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Shifted!$Y$2:$Y$589</c:f>
              <c:numCache>
                <c:formatCode>General</c:formatCode>
                <c:ptCount val="588"/>
                <c:pt idx="0">
                  <c:v>51.476581771395402</c:v>
                </c:pt>
                <c:pt idx="1">
                  <c:v>51.763621524216013</c:v>
                </c:pt>
                <c:pt idx="2">
                  <c:v>51.34029185033414</c:v>
                </c:pt>
                <c:pt idx="3">
                  <c:v>50.387698313250077</c:v>
                </c:pt>
                <c:pt idx="4">
                  <c:v>51.239747291046029</c:v>
                </c:pt>
                <c:pt idx="5">
                  <c:v>52.346878937088348</c:v>
                </c:pt>
                <c:pt idx="6">
                  <c:v>52.27151217473633</c:v>
                </c:pt>
                <c:pt idx="7">
                  <c:v>52.661833996696913</c:v>
                </c:pt>
                <c:pt idx="8">
                  <c:v>53.070121449759469</c:v>
                </c:pt>
                <c:pt idx="9">
                  <c:v>52.855753051290954</c:v>
                </c:pt>
                <c:pt idx="10">
                  <c:v>52.856083936268156</c:v>
                </c:pt>
                <c:pt idx="11">
                  <c:v>53.007095570388536</c:v>
                </c:pt>
                <c:pt idx="12">
                  <c:v>53.085662962963788</c:v>
                </c:pt>
                <c:pt idx="13">
                  <c:v>53.027168073038993</c:v>
                </c:pt>
                <c:pt idx="14">
                  <c:v>52.692036442117754</c:v>
                </c:pt>
                <c:pt idx="15">
                  <c:v>52.886846158424675</c:v>
                </c:pt>
                <c:pt idx="16">
                  <c:v>53.098636856183553</c:v>
                </c:pt>
                <c:pt idx="17">
                  <c:v>53.293332423103138</c:v>
                </c:pt>
                <c:pt idx="18">
                  <c:v>53.452035650484355</c:v>
                </c:pt>
                <c:pt idx="19">
                  <c:v>53.743630112104327</c:v>
                </c:pt>
                <c:pt idx="20">
                  <c:v>54.221199720437767</c:v>
                </c:pt>
                <c:pt idx="21">
                  <c:v>54.796166329888905</c:v>
                </c:pt>
                <c:pt idx="22">
                  <c:v>55.332265221209276</c:v>
                </c:pt>
                <c:pt idx="23">
                  <c:v>55.467513566172862</c:v>
                </c:pt>
                <c:pt idx="24">
                  <c:v>55.143822075794731</c:v>
                </c:pt>
                <c:pt idx="25">
                  <c:v>54.792966589141443</c:v>
                </c:pt>
                <c:pt idx="26">
                  <c:v>54.43378264459372</c:v>
                </c:pt>
                <c:pt idx="27">
                  <c:v>54.213659338053617</c:v>
                </c:pt>
                <c:pt idx="28">
                  <c:v>54.268402419285067</c:v>
                </c:pt>
                <c:pt idx="29">
                  <c:v>54.334913264625769</c:v>
                </c:pt>
                <c:pt idx="30">
                  <c:v>54.400601048410238</c:v>
                </c:pt>
                <c:pt idx="31">
                  <c:v>54.400088710380977</c:v>
                </c:pt>
                <c:pt idx="32">
                  <c:v>54.359278377222637</c:v>
                </c:pt>
                <c:pt idx="33">
                  <c:v>54.381393709167966</c:v>
                </c:pt>
                <c:pt idx="34">
                  <c:v>54.371081127377877</c:v>
                </c:pt>
                <c:pt idx="35">
                  <c:v>54.415819978410937</c:v>
                </c:pt>
                <c:pt idx="36">
                  <c:v>54.401484594317154</c:v>
                </c:pt>
                <c:pt idx="37">
                  <c:v>54.39019003130435</c:v>
                </c:pt>
                <c:pt idx="38">
                  <c:v>54.219650846673431</c:v>
                </c:pt>
                <c:pt idx="39">
                  <c:v>54.22385806694831</c:v>
                </c:pt>
                <c:pt idx="40">
                  <c:v>54.237331252553069</c:v>
                </c:pt>
                <c:pt idx="41">
                  <c:v>54.205402038218828</c:v>
                </c:pt>
                <c:pt idx="42">
                  <c:v>54.185274981056011</c:v>
                </c:pt>
                <c:pt idx="43">
                  <c:v>54.1233117287087</c:v>
                </c:pt>
                <c:pt idx="44">
                  <c:v>54.035975884237082</c:v>
                </c:pt>
                <c:pt idx="45">
                  <c:v>53.884762042630641</c:v>
                </c:pt>
                <c:pt idx="46">
                  <c:v>53.743250602453045</c:v>
                </c:pt>
                <c:pt idx="47">
                  <c:v>53.655459346399873</c:v>
                </c:pt>
                <c:pt idx="48">
                  <c:v>53.425028794924174</c:v>
                </c:pt>
                <c:pt idx="49">
                  <c:v>53.329044874273698</c:v>
                </c:pt>
                <c:pt idx="50">
                  <c:v>53.23034983155182</c:v>
                </c:pt>
                <c:pt idx="51">
                  <c:v>53.096693055188325</c:v>
                </c:pt>
                <c:pt idx="52">
                  <c:v>52.864924435699905</c:v>
                </c:pt>
                <c:pt idx="53">
                  <c:v>52.68683211953249</c:v>
                </c:pt>
                <c:pt idx="54">
                  <c:v>52.65938289803502</c:v>
                </c:pt>
                <c:pt idx="55">
                  <c:v>52.373210680557897</c:v>
                </c:pt>
                <c:pt idx="56">
                  <c:v>52.153519955721897</c:v>
                </c:pt>
                <c:pt idx="57">
                  <c:v>51.995209876620081</c:v>
                </c:pt>
                <c:pt idx="58">
                  <c:v>51.860319693889885</c:v>
                </c:pt>
                <c:pt idx="59">
                  <c:v>51.654184579411023</c:v>
                </c:pt>
                <c:pt idx="60">
                  <c:v>51.550687257140694</c:v>
                </c:pt>
                <c:pt idx="61">
                  <c:v>51.495744043866559</c:v>
                </c:pt>
                <c:pt idx="62">
                  <c:v>51.242670997820568</c:v>
                </c:pt>
                <c:pt idx="63">
                  <c:v>51.225633386412795</c:v>
                </c:pt>
                <c:pt idx="64">
                  <c:v>51.215644277302076</c:v>
                </c:pt>
                <c:pt idx="65">
                  <c:v>51.164677020609084</c:v>
                </c:pt>
                <c:pt idx="66">
                  <c:v>50.932446466716954</c:v>
                </c:pt>
                <c:pt idx="67">
                  <c:v>50.749183331550682</c:v>
                </c:pt>
                <c:pt idx="68">
                  <c:v>50.615998570315988</c:v>
                </c:pt>
                <c:pt idx="69">
                  <c:v>50.495799561977663</c:v>
                </c:pt>
                <c:pt idx="70">
                  <c:v>50.372257014313071</c:v>
                </c:pt>
                <c:pt idx="71">
                  <c:v>50.336302773985764</c:v>
                </c:pt>
                <c:pt idx="72">
                  <c:v>50.101164375636579</c:v>
                </c:pt>
                <c:pt idx="73">
                  <c:v>49.93603290704467</c:v>
                </c:pt>
                <c:pt idx="74">
                  <c:v>49.882060111808578</c:v>
                </c:pt>
                <c:pt idx="75">
                  <c:v>49.854705174740104</c:v>
                </c:pt>
                <c:pt idx="76">
                  <c:v>49.811056079740908</c:v>
                </c:pt>
                <c:pt idx="77">
                  <c:v>49.832130428572391</c:v>
                </c:pt>
                <c:pt idx="78">
                  <c:v>49.843567011212507</c:v>
                </c:pt>
                <c:pt idx="79">
                  <c:v>49.796776584373106</c:v>
                </c:pt>
                <c:pt idx="80">
                  <c:v>49.843272446494879</c:v>
                </c:pt>
                <c:pt idx="81">
                  <c:v>49.922502350254348</c:v>
                </c:pt>
                <c:pt idx="82">
                  <c:v>50.175677241273185</c:v>
                </c:pt>
                <c:pt idx="83">
                  <c:v>50.325735209148732</c:v>
                </c:pt>
                <c:pt idx="84">
                  <c:v>50.40660160003344</c:v>
                </c:pt>
                <c:pt idx="85">
                  <c:v>50.437858518950243</c:v>
                </c:pt>
                <c:pt idx="86">
                  <c:v>50.303252523720644</c:v>
                </c:pt>
                <c:pt idx="87">
                  <c:v>50.358199443143704</c:v>
                </c:pt>
                <c:pt idx="88">
                  <c:v>50.387545471667863</c:v>
                </c:pt>
                <c:pt idx="89">
                  <c:v>50.305610672167184</c:v>
                </c:pt>
                <c:pt idx="90">
                  <c:v>50.358967060711834</c:v>
                </c:pt>
                <c:pt idx="91">
                  <c:v>50.288797801631041</c:v>
                </c:pt>
                <c:pt idx="92">
                  <c:v>50.263884771975107</c:v>
                </c:pt>
                <c:pt idx="93">
                  <c:v>50.238020596255616</c:v>
                </c:pt>
                <c:pt idx="94">
                  <c:v>50.318834508071362</c:v>
                </c:pt>
                <c:pt idx="95">
                  <c:v>50.404100097745967</c:v>
                </c:pt>
                <c:pt idx="96">
                  <c:v>50.312070341520879</c:v>
                </c:pt>
                <c:pt idx="97">
                  <c:v>50.430828992135773</c:v>
                </c:pt>
                <c:pt idx="98">
                  <c:v>50.441955740724637</c:v>
                </c:pt>
                <c:pt idx="99">
                  <c:v>50.265572996939532</c:v>
                </c:pt>
                <c:pt idx="100">
                  <c:v>50.217723352733536</c:v>
                </c:pt>
                <c:pt idx="101">
                  <c:v>49.986120916963507</c:v>
                </c:pt>
                <c:pt idx="102">
                  <c:v>49.788184100428332</c:v>
                </c:pt>
                <c:pt idx="103">
                  <c:v>49.662558400568429</c:v>
                </c:pt>
                <c:pt idx="104">
                  <c:v>49.540348287570176</c:v>
                </c:pt>
                <c:pt idx="105">
                  <c:v>49.5260446281113</c:v>
                </c:pt>
                <c:pt idx="106">
                  <c:v>49.42505058707993</c:v>
                </c:pt>
                <c:pt idx="107">
                  <c:v>49.353070207135922</c:v>
                </c:pt>
                <c:pt idx="108">
                  <c:v>49.21002523665058</c:v>
                </c:pt>
                <c:pt idx="109">
                  <c:v>49.130570147281617</c:v>
                </c:pt>
                <c:pt idx="110">
                  <c:v>49.046211526375217</c:v>
                </c:pt>
                <c:pt idx="111">
                  <c:v>48.923156411419001</c:v>
                </c:pt>
                <c:pt idx="112">
                  <c:v>48.876509634912452</c:v>
                </c:pt>
                <c:pt idx="113">
                  <c:v>48.827378626772493</c:v>
                </c:pt>
                <c:pt idx="114">
                  <c:v>48.825023591491068</c:v>
                </c:pt>
                <c:pt idx="115">
                  <c:v>48.887344338964972</c:v>
                </c:pt>
                <c:pt idx="116">
                  <c:v>48.770378723206491</c:v>
                </c:pt>
                <c:pt idx="117">
                  <c:v>48.662495099544564</c:v>
                </c:pt>
                <c:pt idx="118">
                  <c:v>48.746438335277951</c:v>
                </c:pt>
                <c:pt idx="119">
                  <c:v>48.633132319227215</c:v>
                </c:pt>
                <c:pt idx="120">
                  <c:v>48.557769188901155</c:v>
                </c:pt>
                <c:pt idx="121">
                  <c:v>48.406565094466401</c:v>
                </c:pt>
                <c:pt idx="122">
                  <c:v>48.394685330536227</c:v>
                </c:pt>
                <c:pt idx="123">
                  <c:v>48.356375054267282</c:v>
                </c:pt>
                <c:pt idx="124">
                  <c:v>48.354514085700842</c:v>
                </c:pt>
                <c:pt idx="125">
                  <c:v>48.490123928431892</c:v>
                </c:pt>
                <c:pt idx="126">
                  <c:v>48.522746266740583</c:v>
                </c:pt>
                <c:pt idx="127">
                  <c:v>48.382784738049018</c:v>
                </c:pt>
                <c:pt idx="128">
                  <c:v>48.444803990306788</c:v>
                </c:pt>
                <c:pt idx="129">
                  <c:v>48.476810700215317</c:v>
                </c:pt>
                <c:pt idx="130">
                  <c:v>48.444914025868769</c:v>
                </c:pt>
                <c:pt idx="131">
                  <c:v>48.365775812234041</c:v>
                </c:pt>
                <c:pt idx="132">
                  <c:v>48.301378157425795</c:v>
                </c:pt>
                <c:pt idx="133">
                  <c:v>48.301186642179402</c:v>
                </c:pt>
                <c:pt idx="134">
                  <c:v>48.494125568625165</c:v>
                </c:pt>
                <c:pt idx="135">
                  <c:v>48.5019850504329</c:v>
                </c:pt>
                <c:pt idx="136">
                  <c:v>48.426776688886513</c:v>
                </c:pt>
                <c:pt idx="137">
                  <c:v>48.265373624657393</c:v>
                </c:pt>
                <c:pt idx="138">
                  <c:v>48.251051897722448</c:v>
                </c:pt>
                <c:pt idx="139">
                  <c:v>48.406685433122433</c:v>
                </c:pt>
                <c:pt idx="140">
                  <c:v>48.545563765663758</c:v>
                </c:pt>
                <c:pt idx="141">
                  <c:v>48.670254441207987</c:v>
                </c:pt>
                <c:pt idx="142">
                  <c:v>48.691645517527746</c:v>
                </c:pt>
                <c:pt idx="143">
                  <c:v>48.861649311883028</c:v>
                </c:pt>
                <c:pt idx="144">
                  <c:v>48.831784793122395</c:v>
                </c:pt>
                <c:pt idx="145">
                  <c:v>48.799101229233244</c:v>
                </c:pt>
                <c:pt idx="146">
                  <c:v>48.771334390771749</c:v>
                </c:pt>
                <c:pt idx="147">
                  <c:v>48.884021554072746</c:v>
                </c:pt>
                <c:pt idx="148">
                  <c:v>48.99008983186166</c:v>
                </c:pt>
                <c:pt idx="149">
                  <c:v>49.014873739288582</c:v>
                </c:pt>
                <c:pt idx="150">
                  <c:v>48.969602759390952</c:v>
                </c:pt>
                <c:pt idx="151">
                  <c:v>49.052250696070359</c:v>
                </c:pt>
                <c:pt idx="152">
                  <c:v>49.173129486246964</c:v>
                </c:pt>
                <c:pt idx="153">
                  <c:v>49.386655773553706</c:v>
                </c:pt>
                <c:pt idx="154">
                  <c:v>49.306656769766541</c:v>
                </c:pt>
                <c:pt idx="155">
                  <c:v>49.425562776863224</c:v>
                </c:pt>
                <c:pt idx="156">
                  <c:v>49.557048046440713</c:v>
                </c:pt>
                <c:pt idx="157">
                  <c:v>49.697864064831514</c:v>
                </c:pt>
                <c:pt idx="158">
                  <c:v>49.820200928123462</c:v>
                </c:pt>
                <c:pt idx="159">
                  <c:v>49.893589792910035</c:v>
                </c:pt>
                <c:pt idx="160">
                  <c:v>50.00774807497065</c:v>
                </c:pt>
                <c:pt idx="161">
                  <c:v>50.211188670925324</c:v>
                </c:pt>
                <c:pt idx="162">
                  <c:v>50.344584682649504</c:v>
                </c:pt>
                <c:pt idx="163">
                  <c:v>50.591553404902022</c:v>
                </c:pt>
                <c:pt idx="164">
                  <c:v>50.727176515646285</c:v>
                </c:pt>
                <c:pt idx="165">
                  <c:v>50.828222739254699</c:v>
                </c:pt>
                <c:pt idx="166">
                  <c:v>50.852721866197186</c:v>
                </c:pt>
                <c:pt idx="167">
                  <c:v>50.907227457404666</c:v>
                </c:pt>
                <c:pt idx="168">
                  <c:v>51.111365995327432</c:v>
                </c:pt>
                <c:pt idx="169">
                  <c:v>51.350148131066923</c:v>
                </c:pt>
                <c:pt idx="170">
                  <c:v>51.482257516125642</c:v>
                </c:pt>
                <c:pt idx="171">
                  <c:v>51.591907935109468</c:v>
                </c:pt>
                <c:pt idx="172">
                  <c:v>51.724125243225288</c:v>
                </c:pt>
                <c:pt idx="173">
                  <c:v>51.672918421064907</c:v>
                </c:pt>
                <c:pt idx="174">
                  <c:v>51.608123670928649</c:v>
                </c:pt>
                <c:pt idx="175">
                  <c:v>51.591860792894991</c:v>
                </c:pt>
                <c:pt idx="176">
                  <c:v>51.657436502735543</c:v>
                </c:pt>
                <c:pt idx="177">
                  <c:v>51.603184115623542</c:v>
                </c:pt>
                <c:pt idx="178">
                  <c:v>51.561052614491636</c:v>
                </c:pt>
                <c:pt idx="179">
                  <c:v>51.594411809332271</c:v>
                </c:pt>
                <c:pt idx="180">
                  <c:v>51.501812640384287</c:v>
                </c:pt>
                <c:pt idx="181">
                  <c:v>51.483017128412065</c:v>
                </c:pt>
                <c:pt idx="182">
                  <c:v>51.537966568016387</c:v>
                </c:pt>
                <c:pt idx="183">
                  <c:v>51.639194837660668</c:v>
                </c:pt>
                <c:pt idx="184">
                  <c:v>51.759880982215456</c:v>
                </c:pt>
                <c:pt idx="185">
                  <c:v>51.928380598962583</c:v>
                </c:pt>
                <c:pt idx="186">
                  <c:v>52.027232782399473</c:v>
                </c:pt>
                <c:pt idx="187">
                  <c:v>52.090552485258229</c:v>
                </c:pt>
                <c:pt idx="188">
                  <c:v>51.97005253762611</c:v>
                </c:pt>
                <c:pt idx="189">
                  <c:v>51.930764097467865</c:v>
                </c:pt>
                <c:pt idx="190">
                  <c:v>51.83595754621215</c:v>
                </c:pt>
                <c:pt idx="191">
                  <c:v>51.666660069721559</c:v>
                </c:pt>
                <c:pt idx="192">
                  <c:v>51.508655970276088</c:v>
                </c:pt>
                <c:pt idx="193">
                  <c:v>51.499875955195023</c:v>
                </c:pt>
                <c:pt idx="194">
                  <c:v>51.503763260693546</c:v>
                </c:pt>
                <c:pt idx="195">
                  <c:v>51.570933504053372</c:v>
                </c:pt>
                <c:pt idx="196">
                  <c:v>51.65346202861398</c:v>
                </c:pt>
                <c:pt idx="197">
                  <c:v>51.780286148794616</c:v>
                </c:pt>
                <c:pt idx="198">
                  <c:v>51.919943328535339</c:v>
                </c:pt>
                <c:pt idx="199">
                  <c:v>52.139836557349355</c:v>
                </c:pt>
                <c:pt idx="200">
                  <c:v>52.398702462432063</c:v>
                </c:pt>
                <c:pt idx="201">
                  <c:v>52.472350757644307</c:v>
                </c:pt>
                <c:pt idx="202">
                  <c:v>52.444251922360927</c:v>
                </c:pt>
                <c:pt idx="203">
                  <c:v>52.797266166647873</c:v>
                </c:pt>
                <c:pt idx="204">
                  <c:v>53.066192931884771</c:v>
                </c:pt>
                <c:pt idx="205">
                  <c:v>53.217036158597374</c:v>
                </c:pt>
                <c:pt idx="206">
                  <c:v>53.339543060002619</c:v>
                </c:pt>
                <c:pt idx="207">
                  <c:v>53.452482167308446</c:v>
                </c:pt>
                <c:pt idx="208">
                  <c:v>53.359670710149267</c:v>
                </c:pt>
                <c:pt idx="209">
                  <c:v>53.045756337162594</c:v>
                </c:pt>
                <c:pt idx="210">
                  <c:v>52.933768672412221</c:v>
                </c:pt>
                <c:pt idx="211">
                  <c:v>52.709341785724853</c:v>
                </c:pt>
                <c:pt idx="212">
                  <c:v>52.383510216703719</c:v>
                </c:pt>
                <c:pt idx="213">
                  <c:v>52.026191206301824</c:v>
                </c:pt>
                <c:pt idx="214">
                  <c:v>51.987258556441631</c:v>
                </c:pt>
                <c:pt idx="215">
                  <c:v>52.180469588342476</c:v>
                </c:pt>
                <c:pt idx="216">
                  <c:v>52.063094961987133</c:v>
                </c:pt>
                <c:pt idx="217">
                  <c:v>52.030103120629292</c:v>
                </c:pt>
                <c:pt idx="218">
                  <c:v>52.075823359901236</c:v>
                </c:pt>
                <c:pt idx="219">
                  <c:v>51.874301956112802</c:v>
                </c:pt>
                <c:pt idx="220">
                  <c:v>52.081357974479893</c:v>
                </c:pt>
                <c:pt idx="221">
                  <c:v>52.316553151030817</c:v>
                </c:pt>
                <c:pt idx="222">
                  <c:v>52.502224097039424</c:v>
                </c:pt>
                <c:pt idx="223">
                  <c:v>52.511031982360514</c:v>
                </c:pt>
                <c:pt idx="224">
                  <c:v>52.389040087411743</c:v>
                </c:pt>
                <c:pt idx="225">
                  <c:v>52.205341998606031</c:v>
                </c:pt>
                <c:pt idx="226">
                  <c:v>52.092624074268841</c:v>
                </c:pt>
                <c:pt idx="227">
                  <c:v>52.10755244219277</c:v>
                </c:pt>
                <c:pt idx="228">
                  <c:v>52.086781108098492</c:v>
                </c:pt>
                <c:pt idx="229">
                  <c:v>51.896895826009043</c:v>
                </c:pt>
                <c:pt idx="230">
                  <c:v>51.935212662161618</c:v>
                </c:pt>
                <c:pt idx="231">
                  <c:v>51.867371754089888</c:v>
                </c:pt>
                <c:pt idx="232">
                  <c:v>51.826244174582449</c:v>
                </c:pt>
                <c:pt idx="233">
                  <c:v>52.056000206951346</c:v>
                </c:pt>
                <c:pt idx="234">
                  <c:v>52.046530848167748</c:v>
                </c:pt>
                <c:pt idx="235">
                  <c:v>51.951546698254909</c:v>
                </c:pt>
                <c:pt idx="236">
                  <c:v>51.788759294743571</c:v>
                </c:pt>
                <c:pt idx="237">
                  <c:v>51.605454354217258</c:v>
                </c:pt>
                <c:pt idx="238">
                  <c:v>51.467167560107988</c:v>
                </c:pt>
                <c:pt idx="239">
                  <c:v>51.291910892616322</c:v>
                </c:pt>
                <c:pt idx="240">
                  <c:v>51.211077708826096</c:v>
                </c:pt>
                <c:pt idx="241">
                  <c:v>51.017941392887884</c:v>
                </c:pt>
                <c:pt idx="242">
                  <c:v>50.666279744717478</c:v>
                </c:pt>
                <c:pt idx="243">
                  <c:v>50.617392378808731</c:v>
                </c:pt>
                <c:pt idx="244">
                  <c:v>50.41301694384584</c:v>
                </c:pt>
                <c:pt idx="245">
                  <c:v>50.306230636761597</c:v>
                </c:pt>
                <c:pt idx="246">
                  <c:v>50.238805113862895</c:v>
                </c:pt>
                <c:pt idx="247">
                  <c:v>50.156150580238382</c:v>
                </c:pt>
                <c:pt idx="248">
                  <c:v>50.190522294968979</c:v>
                </c:pt>
                <c:pt idx="249">
                  <c:v>50.173441692233531</c:v>
                </c:pt>
                <c:pt idx="250">
                  <c:v>50.051180137888011</c:v>
                </c:pt>
                <c:pt idx="251">
                  <c:v>49.878184221248787</c:v>
                </c:pt>
                <c:pt idx="252">
                  <c:v>49.879523178737259</c:v>
                </c:pt>
                <c:pt idx="253">
                  <c:v>49.944521470573214</c:v>
                </c:pt>
                <c:pt idx="254">
                  <c:v>49.926011480315196</c:v>
                </c:pt>
                <c:pt idx="255">
                  <c:v>49.931304305737122</c:v>
                </c:pt>
                <c:pt idx="256">
                  <c:v>49.763327404236257</c:v>
                </c:pt>
                <c:pt idx="257">
                  <c:v>49.50962446111668</c:v>
                </c:pt>
                <c:pt idx="258">
                  <c:v>49.255182956636645</c:v>
                </c:pt>
                <c:pt idx="259">
                  <c:v>49</c:v>
                </c:pt>
                <c:pt idx="260">
                  <c:v>49.035032076348443</c:v>
                </c:pt>
                <c:pt idx="261">
                  <c:v>49.058439445936664</c:v>
                </c:pt>
                <c:pt idx="262">
                  <c:v>49.080498592664064</c:v>
                </c:pt>
                <c:pt idx="263">
                  <c:v>49.00601411612832</c:v>
                </c:pt>
                <c:pt idx="264">
                  <c:v>48.769724736164818</c:v>
                </c:pt>
                <c:pt idx="265">
                  <c:v>48.787922594559241</c:v>
                </c:pt>
                <c:pt idx="266">
                  <c:v>48.947371943844729</c:v>
                </c:pt>
                <c:pt idx="267">
                  <c:v>49.074560526711956</c:v>
                </c:pt>
                <c:pt idx="268">
                  <c:v>49.099912364402201</c:v>
                </c:pt>
                <c:pt idx="269">
                  <c:v>48.886001304712671</c:v>
                </c:pt>
                <c:pt idx="270">
                  <c:v>48.617565344779699</c:v>
                </c:pt>
                <c:pt idx="271">
                  <c:v>48.830147490644379</c:v>
                </c:pt>
                <c:pt idx="272">
                  <c:v>48.825908916349476</c:v>
                </c:pt>
                <c:pt idx="273">
                  <c:v>48.841831125172732</c:v>
                </c:pt>
                <c:pt idx="274">
                  <c:v>48.776113469827834</c:v>
                </c:pt>
                <c:pt idx="275">
                  <c:v>48.637092784105775</c:v>
                </c:pt>
                <c:pt idx="276">
                  <c:v>48.625590306137539</c:v>
                </c:pt>
                <c:pt idx="277">
                  <c:v>48.554467862611276</c:v>
                </c:pt>
                <c:pt idx="278">
                  <c:v>48.41361285553365</c:v>
                </c:pt>
                <c:pt idx="279">
                  <c:v>48.595457981054608</c:v>
                </c:pt>
                <c:pt idx="280">
                  <c:v>48.774274256355653</c:v>
                </c:pt>
                <c:pt idx="281">
                  <c:v>48.848408205324802</c:v>
                </c:pt>
                <c:pt idx="282">
                  <c:v>49.179439501306526</c:v>
                </c:pt>
                <c:pt idx="283">
                  <c:v>49.276698633683715</c:v>
                </c:pt>
                <c:pt idx="284">
                  <c:v>49.278751840195596</c:v>
                </c:pt>
                <c:pt idx="285">
                  <c:v>49.033957663771197</c:v>
                </c:pt>
                <c:pt idx="286">
                  <c:v>48.177428711669251</c:v>
                </c:pt>
                <c:pt idx="287">
                  <c:v>49.184694227517369</c:v>
                </c:pt>
                <c:pt idx="288">
                  <c:v>49.796099545085042</c:v>
                </c:pt>
                <c:pt idx="289">
                  <c:v>49.672709987248624</c:v>
                </c:pt>
                <c:pt idx="290">
                  <c:v>49.094384643260554</c:v>
                </c:pt>
                <c:pt idx="291">
                  <c:v>49.654610045309148</c:v>
                </c:pt>
                <c:pt idx="292">
                  <c:v>49.7913405533562</c:v>
                </c:pt>
                <c:pt idx="293">
                  <c:v>49.190676841379712</c:v>
                </c:pt>
                <c:pt idx="294">
                  <c:v>50.001093906920659</c:v>
                </c:pt>
                <c:pt idx="295">
                  <c:v>50.445502525258696</c:v>
                </c:pt>
                <c:pt idx="296">
                  <c:v>50.316549889619765</c:v>
                </c:pt>
                <c:pt idx="297">
                  <c:v>50.108048769658616</c:v>
                </c:pt>
                <c:pt idx="298">
                  <c:v>50.2042574311807</c:v>
                </c:pt>
                <c:pt idx="299">
                  <c:v>50.20003434858836</c:v>
                </c:pt>
                <c:pt idx="300">
                  <c:v>50.204454598304224</c:v>
                </c:pt>
                <c:pt idx="301">
                  <c:v>50.041629836811587</c:v>
                </c:pt>
                <c:pt idx="302">
                  <c:v>49.845409856710646</c:v>
                </c:pt>
                <c:pt idx="303">
                  <c:v>49.662194160250763</c:v>
                </c:pt>
                <c:pt idx="304">
                  <c:v>49.795976797432196</c:v>
                </c:pt>
                <c:pt idx="305">
                  <c:v>50.27051092153912</c:v>
                </c:pt>
                <c:pt idx="306">
                  <c:v>50.222281915927788</c:v>
                </c:pt>
                <c:pt idx="307">
                  <c:v>49.913542364580834</c:v>
                </c:pt>
                <c:pt idx="308">
                  <c:v>49.8454159347949</c:v>
                </c:pt>
                <c:pt idx="309">
                  <c:v>49.889063250842611</c:v>
                </c:pt>
                <c:pt idx="310">
                  <c:v>50.046326120500389</c:v>
                </c:pt>
                <c:pt idx="311">
                  <c:v>49.799231685675871</c:v>
                </c:pt>
                <c:pt idx="312">
                  <c:v>49.704435215145281</c:v>
                </c:pt>
                <c:pt idx="313">
                  <c:v>50.056114801076532</c:v>
                </c:pt>
                <c:pt idx="314">
                  <c:v>49.951123159554228</c:v>
                </c:pt>
                <c:pt idx="315">
                  <c:v>50.185057800728224</c:v>
                </c:pt>
                <c:pt idx="316">
                  <c:v>50.254683886620597</c:v>
                </c:pt>
                <c:pt idx="317">
                  <c:v>50.250128733083372</c:v>
                </c:pt>
                <c:pt idx="318">
                  <c:v>50.670067428932562</c:v>
                </c:pt>
                <c:pt idx="319">
                  <c:v>51.072862072776466</c:v>
                </c:pt>
                <c:pt idx="320">
                  <c:v>51.042890891049382</c:v>
                </c:pt>
                <c:pt idx="321">
                  <c:v>51.500672332478921</c:v>
                </c:pt>
                <c:pt idx="322">
                  <c:v>52.226707798990041</c:v>
                </c:pt>
                <c:pt idx="323">
                  <c:v>52.920935019868296</c:v>
                </c:pt>
                <c:pt idx="324">
                  <c:v>53.876886031398627</c:v>
                </c:pt>
                <c:pt idx="325">
                  <c:v>54.570525308809287</c:v>
                </c:pt>
                <c:pt idx="326">
                  <c:v>55.109977523689139</c:v>
                </c:pt>
                <c:pt idx="327">
                  <c:v>55.714532840296911</c:v>
                </c:pt>
                <c:pt idx="328">
                  <c:v>56.330108761387955</c:v>
                </c:pt>
                <c:pt idx="329">
                  <c:v>56.574789307285926</c:v>
                </c:pt>
                <c:pt idx="330">
                  <c:v>56.863290172264001</c:v>
                </c:pt>
                <c:pt idx="331">
                  <c:v>57.229781456550626</c:v>
                </c:pt>
                <c:pt idx="332">
                  <c:v>57.492013730837073</c:v>
                </c:pt>
                <c:pt idx="333">
                  <c:v>57.462544213430292</c:v>
                </c:pt>
                <c:pt idx="334">
                  <c:v>57.382700719652583</c:v>
                </c:pt>
                <c:pt idx="335">
                  <c:v>57.565710354231484</c:v>
                </c:pt>
                <c:pt idx="336">
                  <c:v>57.540714899823158</c:v>
                </c:pt>
                <c:pt idx="337">
                  <c:v>57.058128055302838</c:v>
                </c:pt>
                <c:pt idx="338">
                  <c:v>56.76702577026191</c:v>
                </c:pt>
                <c:pt idx="339">
                  <c:v>56.679807929572483</c:v>
                </c:pt>
                <c:pt idx="340">
                  <c:v>56.041875332117257</c:v>
                </c:pt>
                <c:pt idx="341">
                  <c:v>55.329406446164136</c:v>
                </c:pt>
                <c:pt idx="342">
                  <c:v>55.582711348887742</c:v>
                </c:pt>
                <c:pt idx="343">
                  <c:v>55.424005749571201</c:v>
                </c:pt>
                <c:pt idx="344">
                  <c:v>55.135188824211632</c:v>
                </c:pt>
                <c:pt idx="345">
                  <c:v>55.421656347636166</c:v>
                </c:pt>
                <c:pt idx="346">
                  <c:v>55.492973919904038</c:v>
                </c:pt>
                <c:pt idx="347">
                  <c:v>55.939362659496894</c:v>
                </c:pt>
                <c:pt idx="348">
                  <c:v>56.014780714950213</c:v>
                </c:pt>
                <c:pt idx="349">
                  <c:v>55.97159073768151</c:v>
                </c:pt>
                <c:pt idx="350">
                  <c:v>55.327044591568665</c:v>
                </c:pt>
                <c:pt idx="351">
                  <c:v>55.021297384874586</c:v>
                </c:pt>
                <c:pt idx="352">
                  <c:v>55.645759761644207</c:v>
                </c:pt>
                <c:pt idx="353">
                  <c:v>55.779757503710037</c:v>
                </c:pt>
                <c:pt idx="354">
                  <c:v>55.611484110294086</c:v>
                </c:pt>
                <c:pt idx="355">
                  <c:v>54.953654533402144</c:v>
                </c:pt>
                <c:pt idx="356">
                  <c:v>54.442313902958048</c:v>
                </c:pt>
                <c:pt idx="357">
                  <c:v>54.729144332486626</c:v>
                </c:pt>
                <c:pt idx="358">
                  <c:v>54.536263889071094</c:v>
                </c:pt>
                <c:pt idx="359">
                  <c:v>53.968419015420018</c:v>
                </c:pt>
                <c:pt idx="360">
                  <c:v>54.709974944209478</c:v>
                </c:pt>
                <c:pt idx="361">
                  <c:v>55.027913305467536</c:v>
                </c:pt>
                <c:pt idx="362">
                  <c:v>55.272222643487808</c:v>
                </c:pt>
                <c:pt idx="363">
                  <c:v>55.059215142909459</c:v>
                </c:pt>
                <c:pt idx="364">
                  <c:v>54.805185613945419</c:v>
                </c:pt>
                <c:pt idx="365">
                  <c:v>54.79157070520526</c:v>
                </c:pt>
                <c:pt idx="366">
                  <c:v>54.661678783179376</c:v>
                </c:pt>
                <c:pt idx="367">
                  <c:v>53.917063057826368</c:v>
                </c:pt>
                <c:pt idx="368">
                  <c:v>53.602741897932198</c:v>
                </c:pt>
                <c:pt idx="369">
                  <c:v>53.723633511384136</c:v>
                </c:pt>
                <c:pt idx="370">
                  <c:v>53.361202387382534</c:v>
                </c:pt>
                <c:pt idx="371">
                  <c:v>53.360383476713103</c:v>
                </c:pt>
                <c:pt idx="372">
                  <c:v>52.942480197860895</c:v>
                </c:pt>
                <c:pt idx="373">
                  <c:v>52.480759564847695</c:v>
                </c:pt>
                <c:pt idx="374">
                  <c:v>51.950764849074851</c:v>
                </c:pt>
                <c:pt idx="375">
                  <c:v>51.511400892425833</c:v>
                </c:pt>
                <c:pt idx="376">
                  <c:v>51.447713836084283</c:v>
                </c:pt>
                <c:pt idx="377">
                  <c:v>51.358572652341799</c:v>
                </c:pt>
                <c:pt idx="378">
                  <c:v>51.265963995652548</c:v>
                </c:pt>
                <c:pt idx="379">
                  <c:v>51.045096494405591</c:v>
                </c:pt>
                <c:pt idx="380">
                  <c:v>50.53877280365645</c:v>
                </c:pt>
                <c:pt idx="381">
                  <c:v>49.985853333010155</c:v>
                </c:pt>
                <c:pt idx="382">
                  <c:v>49.604454138741758</c:v>
                </c:pt>
                <c:pt idx="383">
                  <c:v>49.115887126417405</c:v>
                </c:pt>
                <c:pt idx="384">
                  <c:v>48.976360625488233</c:v>
                </c:pt>
                <c:pt idx="385">
                  <c:v>48.840699119040984</c:v>
                </c:pt>
                <c:pt idx="386">
                  <c:v>48.877665138028476</c:v>
                </c:pt>
                <c:pt idx="387">
                  <c:v>48.853581840996867</c:v>
                </c:pt>
                <c:pt idx="388">
                  <c:v>48.865273629052886</c:v>
                </c:pt>
                <c:pt idx="389">
                  <c:v>48.775835360411492</c:v>
                </c:pt>
                <c:pt idx="390">
                  <c:v>48.640952367610247</c:v>
                </c:pt>
                <c:pt idx="391">
                  <c:v>48.498805545258634</c:v>
                </c:pt>
                <c:pt idx="392">
                  <c:v>49.255136703897897</c:v>
                </c:pt>
                <c:pt idx="393">
                  <c:v>49.898785517229769</c:v>
                </c:pt>
                <c:pt idx="394">
                  <c:v>50.675958130301225</c:v>
                </c:pt>
                <c:pt idx="395">
                  <c:v>51.235712036081871</c:v>
                </c:pt>
                <c:pt idx="396">
                  <c:v>51.327530245325569</c:v>
                </c:pt>
                <c:pt idx="397">
                  <c:v>51.029638888413253</c:v>
                </c:pt>
                <c:pt idx="398">
                  <c:v>50.545058432256006</c:v>
                </c:pt>
                <c:pt idx="399">
                  <c:v>50.071667136235732</c:v>
                </c:pt>
                <c:pt idx="400">
                  <c:v>49.747351085638499</c:v>
                </c:pt>
                <c:pt idx="401">
                  <c:v>49.627483999999107</c:v>
                </c:pt>
                <c:pt idx="402">
                  <c:v>49.434609782913803</c:v>
                </c:pt>
                <c:pt idx="403">
                  <c:v>49.331026477988104</c:v>
                </c:pt>
                <c:pt idx="404">
                  <c:v>49.094838646505515</c:v>
                </c:pt>
                <c:pt idx="405">
                  <c:v>48.9701259193751</c:v>
                </c:pt>
                <c:pt idx="406">
                  <c:v>48.912655927877751</c:v>
                </c:pt>
                <c:pt idx="407">
                  <c:v>48.855171185907622</c:v>
                </c:pt>
                <c:pt idx="408">
                  <c:v>48.696312819131855</c:v>
                </c:pt>
                <c:pt idx="409">
                  <c:v>48.611034887981276</c:v>
                </c:pt>
                <c:pt idx="410">
                  <c:v>48.46397248910818</c:v>
                </c:pt>
                <c:pt idx="411">
                  <c:v>48.396297357078481</c:v>
                </c:pt>
                <c:pt idx="412">
                  <c:v>48.348912130395959</c:v>
                </c:pt>
                <c:pt idx="413">
                  <c:v>48.335687293831569</c:v>
                </c:pt>
                <c:pt idx="414">
                  <c:v>48.131175593037568</c:v>
                </c:pt>
                <c:pt idx="415">
                  <c:v>48.09327357687031</c:v>
                </c:pt>
                <c:pt idx="416">
                  <c:v>48.140495112219597</c:v>
                </c:pt>
                <c:pt idx="417">
                  <c:v>48.278863599116839</c:v>
                </c:pt>
                <c:pt idx="418">
                  <c:v>48.442268799125465</c:v>
                </c:pt>
                <c:pt idx="419">
                  <c:v>48.302384173024379</c:v>
                </c:pt>
                <c:pt idx="420">
                  <c:v>48.096193846191703</c:v>
                </c:pt>
                <c:pt idx="421">
                  <c:v>48.157005514675497</c:v>
                </c:pt>
                <c:pt idx="422">
                  <c:v>48.049440596658847</c:v>
                </c:pt>
                <c:pt idx="423">
                  <c:v>47.828054943361522</c:v>
                </c:pt>
                <c:pt idx="424">
                  <c:v>47.899575204914825</c:v>
                </c:pt>
                <c:pt idx="425">
                  <c:v>48.016101842387791</c:v>
                </c:pt>
                <c:pt idx="426">
                  <c:v>47.860614165953791</c:v>
                </c:pt>
                <c:pt idx="427">
                  <c:v>47.721399166842893</c:v>
                </c:pt>
                <c:pt idx="428">
                  <c:v>47.840004605260674</c:v>
                </c:pt>
                <c:pt idx="429">
                  <c:v>47.803620877863636</c:v>
                </c:pt>
                <c:pt idx="430">
                  <c:v>47.521675337943343</c:v>
                </c:pt>
                <c:pt idx="431">
                  <c:v>47.485936498992338</c:v>
                </c:pt>
                <c:pt idx="432">
                  <c:v>47.710179968368763</c:v>
                </c:pt>
                <c:pt idx="433">
                  <c:v>47.591470498350283</c:v>
                </c:pt>
                <c:pt idx="434">
                  <c:v>47.356189746820363</c:v>
                </c:pt>
                <c:pt idx="435">
                  <c:v>46.667000368317083</c:v>
                </c:pt>
                <c:pt idx="436">
                  <c:v>47.246147958508622</c:v>
                </c:pt>
                <c:pt idx="437">
                  <c:v>48.123292753226146</c:v>
                </c:pt>
                <c:pt idx="438">
                  <c:v>46.602761985259463</c:v>
                </c:pt>
                <c:pt idx="439">
                  <c:v>47.787312358605789</c:v>
                </c:pt>
                <c:pt idx="440">
                  <c:v>48.09402111637656</c:v>
                </c:pt>
                <c:pt idx="441">
                  <c:v>47.602527830769532</c:v>
                </c:pt>
                <c:pt idx="442">
                  <c:v>47.979234757888037</c:v>
                </c:pt>
                <c:pt idx="443">
                  <c:v>47.845136157611542</c:v>
                </c:pt>
                <c:pt idx="444">
                  <c:v>48.020821927659973</c:v>
                </c:pt>
                <c:pt idx="445">
                  <c:v>48.404166993734314</c:v>
                </c:pt>
                <c:pt idx="446">
                  <c:v>48.191662954958502</c:v>
                </c:pt>
                <c:pt idx="447">
                  <c:v>47.777734261412327</c:v>
                </c:pt>
                <c:pt idx="448">
                  <c:v>48.040322895817262</c:v>
                </c:pt>
                <c:pt idx="449">
                  <c:v>48.147311220447449</c:v>
                </c:pt>
                <c:pt idx="450">
                  <c:v>47.839697439636659</c:v>
                </c:pt>
                <c:pt idx="451">
                  <c:v>47.683794856354488</c:v>
                </c:pt>
                <c:pt idx="452">
                  <c:v>47.642542231381846</c:v>
                </c:pt>
                <c:pt idx="453">
                  <c:v>47.954987644440671</c:v>
                </c:pt>
                <c:pt idx="454">
                  <c:v>48.120354527613145</c:v>
                </c:pt>
                <c:pt idx="455">
                  <c:v>47.976487820519807</c:v>
                </c:pt>
                <c:pt idx="456">
                  <c:v>47.83742049291336</c:v>
                </c:pt>
                <c:pt idx="457">
                  <c:v>47.82450159894384</c:v>
                </c:pt>
                <c:pt idx="458">
                  <c:v>47.888023759453738</c:v>
                </c:pt>
                <c:pt idx="459">
                  <c:v>48.098215328068676</c:v>
                </c:pt>
                <c:pt idx="460">
                  <c:v>48.24500409270027</c:v>
                </c:pt>
                <c:pt idx="461">
                  <c:v>48.208242579011205</c:v>
                </c:pt>
                <c:pt idx="462">
                  <c:v>48.090978312505889</c:v>
                </c:pt>
                <c:pt idx="463">
                  <c:v>48.040957884212936</c:v>
                </c:pt>
                <c:pt idx="464">
                  <c:v>48.156430023868339</c:v>
                </c:pt>
                <c:pt idx="465">
                  <c:v>48.27158763192871</c:v>
                </c:pt>
                <c:pt idx="466">
                  <c:v>48.168116141516478</c:v>
                </c:pt>
                <c:pt idx="467">
                  <c:v>48.218934355429909</c:v>
                </c:pt>
                <c:pt idx="468">
                  <c:v>48.297120589117576</c:v>
                </c:pt>
                <c:pt idx="469">
                  <c:v>48.127404280735448</c:v>
                </c:pt>
                <c:pt idx="470">
                  <c:v>48.223353808323758</c:v>
                </c:pt>
                <c:pt idx="471">
                  <c:v>48.338146657205613</c:v>
                </c:pt>
                <c:pt idx="472">
                  <c:v>48.356497801920128</c:v>
                </c:pt>
                <c:pt idx="473">
                  <c:v>48.210781346626248</c:v>
                </c:pt>
                <c:pt idx="474">
                  <c:v>48.151074156852971</c:v>
                </c:pt>
                <c:pt idx="475">
                  <c:v>48.351328910118696</c:v>
                </c:pt>
                <c:pt idx="476">
                  <c:v>48.403350343815731</c:v>
                </c:pt>
                <c:pt idx="477">
                  <c:v>48.436931203424365</c:v>
                </c:pt>
                <c:pt idx="478">
                  <c:v>48.378333986727391</c:v>
                </c:pt>
                <c:pt idx="479">
                  <c:v>48.351766791615773</c:v>
                </c:pt>
                <c:pt idx="480">
                  <c:v>48.403615889387169</c:v>
                </c:pt>
                <c:pt idx="481">
                  <c:v>48.497003467398827</c:v>
                </c:pt>
                <c:pt idx="482">
                  <c:v>48.583435789820733</c:v>
                </c:pt>
                <c:pt idx="483">
                  <c:v>48.507161836331569</c:v>
                </c:pt>
                <c:pt idx="484">
                  <c:v>48.385153745511943</c:v>
                </c:pt>
                <c:pt idx="485">
                  <c:v>48.229073748880097</c:v>
                </c:pt>
                <c:pt idx="486">
                  <c:v>48.35334108956183</c:v>
                </c:pt>
                <c:pt idx="487">
                  <c:v>48.442969780135677</c:v>
                </c:pt>
                <c:pt idx="488">
                  <c:v>48.328414606585248</c:v>
                </c:pt>
                <c:pt idx="489">
                  <c:v>48.325016698054043</c:v>
                </c:pt>
                <c:pt idx="490">
                  <c:v>48.427367004289422</c:v>
                </c:pt>
                <c:pt idx="491">
                  <c:v>48.392907787382384</c:v>
                </c:pt>
                <c:pt idx="492">
                  <c:v>48.42253729923884</c:v>
                </c:pt>
                <c:pt idx="493">
                  <c:v>48.478456600958864</c:v>
                </c:pt>
                <c:pt idx="494">
                  <c:v>48.441793151970714</c:v>
                </c:pt>
                <c:pt idx="495">
                  <c:v>48.488191134699015</c:v>
                </c:pt>
                <c:pt idx="496">
                  <c:v>48.460947900959546</c:v>
                </c:pt>
                <c:pt idx="497">
                  <c:v>48.484979534274949</c:v>
                </c:pt>
                <c:pt idx="498">
                  <c:v>48.425701090341605</c:v>
                </c:pt>
                <c:pt idx="499">
                  <c:v>48.472201511026569</c:v>
                </c:pt>
                <c:pt idx="500">
                  <c:v>48.445051894609279</c:v>
                </c:pt>
                <c:pt idx="501">
                  <c:v>48.428016988690239</c:v>
                </c:pt>
                <c:pt idx="502">
                  <c:v>48.538939988035068</c:v>
                </c:pt>
                <c:pt idx="503">
                  <c:v>48.559244940346936</c:v>
                </c:pt>
                <c:pt idx="504">
                  <c:v>48.60283192028993</c:v>
                </c:pt>
                <c:pt idx="505">
                  <c:v>48.635078566280733</c:v>
                </c:pt>
                <c:pt idx="506">
                  <c:v>48.607009787865223</c:v>
                </c:pt>
                <c:pt idx="507">
                  <c:v>48.527185677246464</c:v>
                </c:pt>
                <c:pt idx="508">
                  <c:v>48.563198178235076</c:v>
                </c:pt>
                <c:pt idx="509">
                  <c:v>48.554934985623476</c:v>
                </c:pt>
                <c:pt idx="510">
                  <c:v>48.504680236063898</c:v>
                </c:pt>
                <c:pt idx="511">
                  <c:v>48.521609146123296</c:v>
                </c:pt>
                <c:pt idx="512">
                  <c:v>48.635726919976015</c:v>
                </c:pt>
                <c:pt idx="513">
                  <c:v>48.784568974507849</c:v>
                </c:pt>
                <c:pt idx="514">
                  <c:v>48.818355858935966</c:v>
                </c:pt>
                <c:pt idx="515">
                  <c:v>48.735210927683916</c:v>
                </c:pt>
                <c:pt idx="516">
                  <c:v>48.806153585925173</c:v>
                </c:pt>
                <c:pt idx="517">
                  <c:v>48.782483450377221</c:v>
                </c:pt>
                <c:pt idx="518">
                  <c:v>48.907450493447783</c:v>
                </c:pt>
                <c:pt idx="519">
                  <c:v>48.872993389045646</c:v>
                </c:pt>
                <c:pt idx="520">
                  <c:v>48.892473797341694</c:v>
                </c:pt>
                <c:pt idx="521">
                  <c:v>48.946882806307833</c:v>
                </c:pt>
                <c:pt idx="522">
                  <c:v>48.936521525720714</c:v>
                </c:pt>
                <c:pt idx="523">
                  <c:v>48.913059972235011</c:v>
                </c:pt>
                <c:pt idx="524">
                  <c:v>48.904422569765103</c:v>
                </c:pt>
                <c:pt idx="525">
                  <c:v>48.899055028380573</c:v>
                </c:pt>
                <c:pt idx="526">
                  <c:v>48.921262421065514</c:v>
                </c:pt>
                <c:pt idx="527">
                  <c:v>48.985198604738699</c:v>
                </c:pt>
                <c:pt idx="528">
                  <c:v>48.937645897185647</c:v>
                </c:pt>
                <c:pt idx="529">
                  <c:v>48.731205099542343</c:v>
                </c:pt>
                <c:pt idx="530">
                  <c:v>48.744592747229596</c:v>
                </c:pt>
                <c:pt idx="531">
                  <c:v>48.90550231919682</c:v>
                </c:pt>
                <c:pt idx="532">
                  <c:v>48.950083140039133</c:v>
                </c:pt>
                <c:pt idx="533">
                  <c:v>48.815032332813949</c:v>
                </c:pt>
                <c:pt idx="534">
                  <c:v>48.851497576956881</c:v>
                </c:pt>
                <c:pt idx="535">
                  <c:v>48.825288210525272</c:v>
                </c:pt>
                <c:pt idx="536">
                  <c:v>48.78520724747802</c:v>
                </c:pt>
                <c:pt idx="537">
                  <c:v>48.795750648223979</c:v>
                </c:pt>
                <c:pt idx="538">
                  <c:v>48.959731579939444</c:v>
                </c:pt>
                <c:pt idx="539">
                  <c:v>49.045091454043046</c:v>
                </c:pt>
                <c:pt idx="540">
                  <c:v>48.902423473027724</c:v>
                </c:pt>
                <c:pt idx="541">
                  <c:v>48.897043478982759</c:v>
                </c:pt>
                <c:pt idx="542">
                  <c:v>48.936007260494016</c:v>
                </c:pt>
                <c:pt idx="543">
                  <c:v>49.016491621546159</c:v>
                </c:pt>
                <c:pt idx="544">
                  <c:v>48.865145322176637</c:v>
                </c:pt>
                <c:pt idx="545">
                  <c:v>48.84492146040354</c:v>
                </c:pt>
                <c:pt idx="546">
                  <c:v>48.830271127772967</c:v>
                </c:pt>
                <c:pt idx="547">
                  <c:v>48.99440460457874</c:v>
                </c:pt>
                <c:pt idx="548">
                  <c:v>49.048293047864988</c:v>
                </c:pt>
                <c:pt idx="549">
                  <c:v>48.82820087297597</c:v>
                </c:pt>
                <c:pt idx="550">
                  <c:v>48.707708930625564</c:v>
                </c:pt>
                <c:pt idx="551">
                  <c:v>48.970619207798805</c:v>
                </c:pt>
                <c:pt idx="552">
                  <c:v>48.92033151057516</c:v>
                </c:pt>
                <c:pt idx="553">
                  <c:v>48.888937834762537</c:v>
                </c:pt>
                <c:pt idx="554">
                  <c:v>49.063286569887261</c:v>
                </c:pt>
                <c:pt idx="555">
                  <c:v>49.21768377106288</c:v>
                </c:pt>
                <c:pt idx="556">
                  <c:v>49.316366435247311</c:v>
                </c:pt>
                <c:pt idx="557">
                  <c:v>49.347848095035737</c:v>
                </c:pt>
                <c:pt idx="558">
                  <c:v>48.842055273060531</c:v>
                </c:pt>
                <c:pt idx="559">
                  <c:v>48.456954599601382</c:v>
                </c:pt>
                <c:pt idx="560">
                  <c:v>48.721080567749404</c:v>
                </c:pt>
                <c:pt idx="561">
                  <c:v>48.793040341505318</c:v>
                </c:pt>
                <c:pt idx="562">
                  <c:v>48.872697119499506</c:v>
                </c:pt>
                <c:pt idx="563">
                  <c:v>48.802499841932743</c:v>
                </c:pt>
                <c:pt idx="564">
                  <c:v>48.55658488900788</c:v>
                </c:pt>
                <c:pt idx="565">
                  <c:v>48.327065827802087</c:v>
                </c:pt>
                <c:pt idx="566">
                  <c:v>47.722674156200689</c:v>
                </c:pt>
                <c:pt idx="567">
                  <c:v>48.114087068408764</c:v>
                </c:pt>
                <c:pt idx="568">
                  <c:v>48.352314300998444</c:v>
                </c:pt>
                <c:pt idx="569">
                  <c:v>48.121055740257667</c:v>
                </c:pt>
                <c:pt idx="570">
                  <c:v>47.775637841203825</c:v>
                </c:pt>
                <c:pt idx="571">
                  <c:v>47.877334466154821</c:v>
                </c:pt>
                <c:pt idx="572">
                  <c:v>48.077251510496595</c:v>
                </c:pt>
                <c:pt idx="573">
                  <c:v>47.746353631243963</c:v>
                </c:pt>
                <c:pt idx="574">
                  <c:v>47.874635138902384</c:v>
                </c:pt>
                <c:pt idx="575">
                  <c:v>47.835502023446139</c:v>
                </c:pt>
                <c:pt idx="576">
                  <c:v>47.584007166802571</c:v>
                </c:pt>
                <c:pt idx="577">
                  <c:v>47.786354671189358</c:v>
                </c:pt>
                <c:pt idx="578">
                  <c:v>48.893957591130679</c:v>
                </c:pt>
                <c:pt idx="579">
                  <c:v>47.845386999037068</c:v>
                </c:pt>
                <c:pt idx="580">
                  <c:v>47.086527681634102</c:v>
                </c:pt>
                <c:pt idx="581">
                  <c:v>46.544090089661381</c:v>
                </c:pt>
                <c:pt idx="582">
                  <c:v>43.939172904671253</c:v>
                </c:pt>
                <c:pt idx="583">
                  <c:v>37.959118657028021</c:v>
                </c:pt>
                <c:pt idx="584">
                  <c:v>36.031777706965642</c:v>
                </c:pt>
                <c:pt idx="585">
                  <c:v>44.124336256521254</c:v>
                </c:pt>
                <c:pt idx="586">
                  <c:v>48.687684163173437</c:v>
                </c:pt>
                <c:pt idx="587">
                  <c:v>49.251832746242279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96A0-42C5-857B-5B109011262B}"/>
            </c:ext>
          </c:extLst>
        </c:ser>
        <c:ser>
          <c:idx val="24"/>
          <c:order val="2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Shifted!$Z$2:$Z$589</c:f>
              <c:numCache>
                <c:formatCode>General</c:formatCode>
                <c:ptCount val="588"/>
                <c:pt idx="0">
                  <c:v>50.008624162286061</c:v>
                </c:pt>
                <c:pt idx="1">
                  <c:v>50.203359639353792</c:v>
                </c:pt>
                <c:pt idx="2">
                  <c:v>50.162083767287321</c:v>
                </c:pt>
                <c:pt idx="3">
                  <c:v>50.208961256765818</c:v>
                </c:pt>
                <c:pt idx="4">
                  <c:v>50.288115233203122</c:v>
                </c:pt>
                <c:pt idx="5">
                  <c:v>50.394566072038778</c:v>
                </c:pt>
                <c:pt idx="6">
                  <c:v>50.470377952043577</c:v>
                </c:pt>
                <c:pt idx="7">
                  <c:v>50.475392775731144</c:v>
                </c:pt>
                <c:pt idx="8">
                  <c:v>50.467816345681648</c:v>
                </c:pt>
                <c:pt idx="9">
                  <c:v>50.51956792302736</c:v>
                </c:pt>
                <c:pt idx="10">
                  <c:v>50.513944356734335</c:v>
                </c:pt>
                <c:pt idx="11">
                  <c:v>50.501916450866347</c:v>
                </c:pt>
                <c:pt idx="12">
                  <c:v>50.503553817159229</c:v>
                </c:pt>
                <c:pt idx="13">
                  <c:v>50.485870868077633</c:v>
                </c:pt>
                <c:pt idx="14">
                  <c:v>50.471742423954311</c:v>
                </c:pt>
                <c:pt idx="15">
                  <c:v>50.446605796721727</c:v>
                </c:pt>
                <c:pt idx="16">
                  <c:v>50.455232981404102</c:v>
                </c:pt>
                <c:pt idx="17">
                  <c:v>50.4736997786339</c:v>
                </c:pt>
                <c:pt idx="18">
                  <c:v>50.458988890103555</c:v>
                </c:pt>
                <c:pt idx="19">
                  <c:v>50.447345666190415</c:v>
                </c:pt>
                <c:pt idx="20">
                  <c:v>50.440220351390863</c:v>
                </c:pt>
                <c:pt idx="21">
                  <c:v>50.441578430816442</c:v>
                </c:pt>
                <c:pt idx="22">
                  <c:v>50.443869732157303</c:v>
                </c:pt>
                <c:pt idx="23">
                  <c:v>50.4470637090445</c:v>
                </c:pt>
                <c:pt idx="24">
                  <c:v>50.44299230288145</c:v>
                </c:pt>
                <c:pt idx="25">
                  <c:v>50.45337475070319</c:v>
                </c:pt>
                <c:pt idx="26">
                  <c:v>50.470995919247862</c:v>
                </c:pt>
                <c:pt idx="27">
                  <c:v>50.472819072197943</c:v>
                </c:pt>
                <c:pt idx="28">
                  <c:v>50.452832239099017</c:v>
                </c:pt>
                <c:pt idx="29">
                  <c:v>50.454684198691062</c:v>
                </c:pt>
                <c:pt idx="30">
                  <c:v>50.490643141458172</c:v>
                </c:pt>
                <c:pt idx="31">
                  <c:v>50.49864155644552</c:v>
                </c:pt>
                <c:pt idx="32">
                  <c:v>50.506767780677229</c:v>
                </c:pt>
                <c:pt idx="33">
                  <c:v>50.511243127168136</c:v>
                </c:pt>
                <c:pt idx="34">
                  <c:v>50.51291933387715</c:v>
                </c:pt>
                <c:pt idx="35">
                  <c:v>50.510540965270117</c:v>
                </c:pt>
                <c:pt idx="36">
                  <c:v>50.525193997763928</c:v>
                </c:pt>
                <c:pt idx="37">
                  <c:v>50.552360117657329</c:v>
                </c:pt>
                <c:pt idx="38">
                  <c:v>50.581326409921267</c:v>
                </c:pt>
                <c:pt idx="39">
                  <c:v>50.586073356113779</c:v>
                </c:pt>
                <c:pt idx="40">
                  <c:v>50.595902368464301</c:v>
                </c:pt>
                <c:pt idx="41">
                  <c:v>50.612795481500193</c:v>
                </c:pt>
                <c:pt idx="42">
                  <c:v>50.638796955332147</c:v>
                </c:pt>
                <c:pt idx="43">
                  <c:v>50.652014996284677</c:v>
                </c:pt>
                <c:pt idx="44">
                  <c:v>50.671496782597487</c:v>
                </c:pt>
                <c:pt idx="45">
                  <c:v>50.703504158068846</c:v>
                </c:pt>
                <c:pt idx="46">
                  <c:v>50.718645689713142</c:v>
                </c:pt>
                <c:pt idx="47">
                  <c:v>50.744891696331706</c:v>
                </c:pt>
                <c:pt idx="48">
                  <c:v>50.768745537903754</c:v>
                </c:pt>
                <c:pt idx="49">
                  <c:v>50.786872441033573</c:v>
                </c:pt>
                <c:pt idx="50">
                  <c:v>50.788753935525399</c:v>
                </c:pt>
                <c:pt idx="51">
                  <c:v>50.807222148812038</c:v>
                </c:pt>
                <c:pt idx="52">
                  <c:v>50.838215263458189</c:v>
                </c:pt>
                <c:pt idx="53">
                  <c:v>50.851194840439121</c:v>
                </c:pt>
                <c:pt idx="54">
                  <c:v>50.872154423668512</c:v>
                </c:pt>
                <c:pt idx="55">
                  <c:v>50.890323403915815</c:v>
                </c:pt>
                <c:pt idx="56">
                  <c:v>50.908239435953007</c:v>
                </c:pt>
                <c:pt idx="57">
                  <c:v>50.92041865760887</c:v>
                </c:pt>
                <c:pt idx="58">
                  <c:v>50.934067908098072</c:v>
                </c:pt>
                <c:pt idx="59">
                  <c:v>50.954885238303355</c:v>
                </c:pt>
                <c:pt idx="60">
                  <c:v>50.97746414321562</c:v>
                </c:pt>
                <c:pt idx="61">
                  <c:v>50.993880287849564</c:v>
                </c:pt>
                <c:pt idx="62">
                  <c:v>51.010478901521829</c:v>
                </c:pt>
                <c:pt idx="63">
                  <c:v>51.026786292990579</c:v>
                </c:pt>
                <c:pt idx="64">
                  <c:v>51.052575924719505</c:v>
                </c:pt>
                <c:pt idx="65">
                  <c:v>51.070915883715358</c:v>
                </c:pt>
                <c:pt idx="66">
                  <c:v>51.10490545554913</c:v>
                </c:pt>
                <c:pt idx="67">
                  <c:v>51.136090587502565</c:v>
                </c:pt>
                <c:pt idx="68">
                  <c:v>51.167953808387765</c:v>
                </c:pt>
                <c:pt idx="69">
                  <c:v>51.201978012925935</c:v>
                </c:pt>
                <c:pt idx="70">
                  <c:v>51.214254011952008</c:v>
                </c:pt>
                <c:pt idx="71">
                  <c:v>51.234060439409724</c:v>
                </c:pt>
                <c:pt idx="72">
                  <c:v>51.269288777765745</c:v>
                </c:pt>
                <c:pt idx="73">
                  <c:v>51.290700770925618</c:v>
                </c:pt>
                <c:pt idx="74">
                  <c:v>51.304792640323747</c:v>
                </c:pt>
                <c:pt idx="75">
                  <c:v>51.316849838338911</c:v>
                </c:pt>
                <c:pt idx="76">
                  <c:v>51.333175193500125</c:v>
                </c:pt>
                <c:pt idx="77">
                  <c:v>51.345012133988753</c:v>
                </c:pt>
                <c:pt idx="78">
                  <c:v>51.360697593294077</c:v>
                </c:pt>
                <c:pt idx="79">
                  <c:v>51.406946980647199</c:v>
                </c:pt>
                <c:pt idx="80">
                  <c:v>51.425013114709266</c:v>
                </c:pt>
                <c:pt idx="81">
                  <c:v>51.413304185758825</c:v>
                </c:pt>
                <c:pt idx="82">
                  <c:v>51.430685919321498</c:v>
                </c:pt>
                <c:pt idx="83">
                  <c:v>51.440137896424105</c:v>
                </c:pt>
                <c:pt idx="84">
                  <c:v>51.448080761524622</c:v>
                </c:pt>
                <c:pt idx="85">
                  <c:v>51.447730874109233</c:v>
                </c:pt>
                <c:pt idx="86">
                  <c:v>51.468194594692569</c:v>
                </c:pt>
                <c:pt idx="87">
                  <c:v>51.478351687183178</c:v>
                </c:pt>
                <c:pt idx="88">
                  <c:v>51.475056563378942</c:v>
                </c:pt>
                <c:pt idx="89">
                  <c:v>51.48585258071504</c:v>
                </c:pt>
                <c:pt idx="90">
                  <c:v>51.483710369929881</c:v>
                </c:pt>
                <c:pt idx="91">
                  <c:v>51.48315851235057</c:v>
                </c:pt>
                <c:pt idx="92">
                  <c:v>51.48761205156616</c:v>
                </c:pt>
                <c:pt idx="93">
                  <c:v>51.473093504013228</c:v>
                </c:pt>
                <c:pt idx="94">
                  <c:v>51.476563247855019</c:v>
                </c:pt>
                <c:pt idx="95">
                  <c:v>51.457924703160096</c:v>
                </c:pt>
                <c:pt idx="96">
                  <c:v>51.456900772689622</c:v>
                </c:pt>
                <c:pt idx="97">
                  <c:v>51.45104072490458</c:v>
                </c:pt>
                <c:pt idx="98">
                  <c:v>51.403640042883062</c:v>
                </c:pt>
                <c:pt idx="99">
                  <c:v>51.392315148547198</c:v>
                </c:pt>
                <c:pt idx="100">
                  <c:v>51.376741921861012</c:v>
                </c:pt>
                <c:pt idx="101">
                  <c:v>51.357578546043008</c:v>
                </c:pt>
                <c:pt idx="102">
                  <c:v>51.338222748330047</c:v>
                </c:pt>
                <c:pt idx="103">
                  <c:v>51.328293600531666</c:v>
                </c:pt>
                <c:pt idx="104">
                  <c:v>51.322732704868429</c:v>
                </c:pt>
                <c:pt idx="105">
                  <c:v>51.290875310045649</c:v>
                </c:pt>
                <c:pt idx="106">
                  <c:v>51.248287602924073</c:v>
                </c:pt>
                <c:pt idx="107">
                  <c:v>51.241632459453641</c:v>
                </c:pt>
                <c:pt idx="108">
                  <c:v>51.218267036114547</c:v>
                </c:pt>
                <c:pt idx="109">
                  <c:v>51.173637536867041</c:v>
                </c:pt>
                <c:pt idx="110">
                  <c:v>51.141884363827565</c:v>
                </c:pt>
                <c:pt idx="111">
                  <c:v>51.12069683590596</c:v>
                </c:pt>
                <c:pt idx="112">
                  <c:v>51.091607225320779</c:v>
                </c:pt>
                <c:pt idx="113">
                  <c:v>51.055580392742961</c:v>
                </c:pt>
                <c:pt idx="114">
                  <c:v>51.046940504007807</c:v>
                </c:pt>
                <c:pt idx="115">
                  <c:v>51.041070584283666</c:v>
                </c:pt>
                <c:pt idx="116">
                  <c:v>51.007374257591749</c:v>
                </c:pt>
                <c:pt idx="117">
                  <c:v>50.982894518897119</c:v>
                </c:pt>
                <c:pt idx="118">
                  <c:v>50.960202895860512</c:v>
                </c:pt>
                <c:pt idx="119">
                  <c:v>50.932597070089393</c:v>
                </c:pt>
                <c:pt idx="120">
                  <c:v>50.912720406212493</c:v>
                </c:pt>
                <c:pt idx="121">
                  <c:v>50.892947154943563</c:v>
                </c:pt>
                <c:pt idx="122">
                  <c:v>50.881021771590682</c:v>
                </c:pt>
                <c:pt idx="123">
                  <c:v>50.879661952438127</c:v>
                </c:pt>
                <c:pt idx="124">
                  <c:v>50.880483912744687</c:v>
                </c:pt>
                <c:pt idx="125">
                  <c:v>50.862941881547897</c:v>
                </c:pt>
                <c:pt idx="126">
                  <c:v>50.848031774049765</c:v>
                </c:pt>
                <c:pt idx="127">
                  <c:v>50.857417317857262</c:v>
                </c:pt>
                <c:pt idx="128">
                  <c:v>50.854660376569164</c:v>
                </c:pt>
                <c:pt idx="129">
                  <c:v>50.855007431870881</c:v>
                </c:pt>
                <c:pt idx="130">
                  <c:v>50.847068288976907</c:v>
                </c:pt>
                <c:pt idx="131">
                  <c:v>50.83639283876591</c:v>
                </c:pt>
                <c:pt idx="132">
                  <c:v>50.852386836626934</c:v>
                </c:pt>
                <c:pt idx="133">
                  <c:v>50.856120209793275</c:v>
                </c:pt>
                <c:pt idx="134">
                  <c:v>50.861542331886341</c:v>
                </c:pt>
                <c:pt idx="135">
                  <c:v>50.877892447812847</c:v>
                </c:pt>
                <c:pt idx="136">
                  <c:v>50.906753223612938</c:v>
                </c:pt>
                <c:pt idx="137">
                  <c:v>50.930652864509014</c:v>
                </c:pt>
                <c:pt idx="138">
                  <c:v>50.944455615559505</c:v>
                </c:pt>
                <c:pt idx="139">
                  <c:v>50.97010801115141</c:v>
                </c:pt>
                <c:pt idx="140">
                  <c:v>50.992998691320729</c:v>
                </c:pt>
                <c:pt idx="141">
                  <c:v>51.013550935685856</c:v>
                </c:pt>
                <c:pt idx="142">
                  <c:v>51.032777589015154</c:v>
                </c:pt>
                <c:pt idx="143">
                  <c:v>51.067140433431533</c:v>
                </c:pt>
                <c:pt idx="144">
                  <c:v>51.087416749007005</c:v>
                </c:pt>
                <c:pt idx="145">
                  <c:v>51.126832084222855</c:v>
                </c:pt>
                <c:pt idx="146">
                  <c:v>51.17599434095137</c:v>
                </c:pt>
                <c:pt idx="147">
                  <c:v>51.221795121498083</c:v>
                </c:pt>
                <c:pt idx="148">
                  <c:v>51.251446057014014</c:v>
                </c:pt>
                <c:pt idx="149">
                  <c:v>51.267770117494692</c:v>
                </c:pt>
                <c:pt idx="150">
                  <c:v>51.258866275764852</c:v>
                </c:pt>
                <c:pt idx="151">
                  <c:v>51.282589597355162</c:v>
                </c:pt>
                <c:pt idx="152">
                  <c:v>51.320495820568929</c:v>
                </c:pt>
                <c:pt idx="153">
                  <c:v>51.376623134921658</c:v>
                </c:pt>
                <c:pt idx="154">
                  <c:v>51.405911074381741</c:v>
                </c:pt>
                <c:pt idx="155">
                  <c:v>51.442163909630978</c:v>
                </c:pt>
                <c:pt idx="156">
                  <c:v>51.435093497377991</c:v>
                </c:pt>
                <c:pt idx="157">
                  <c:v>51.431375984048245</c:v>
                </c:pt>
                <c:pt idx="158">
                  <c:v>51.417017491376825</c:v>
                </c:pt>
                <c:pt idx="159">
                  <c:v>51.432439564110197</c:v>
                </c:pt>
                <c:pt idx="160">
                  <c:v>51.428272958468838</c:v>
                </c:pt>
                <c:pt idx="161">
                  <c:v>51.41156850466259</c:v>
                </c:pt>
                <c:pt idx="162">
                  <c:v>51.403211503624988</c:v>
                </c:pt>
                <c:pt idx="163">
                  <c:v>51.385934315515755</c:v>
                </c:pt>
                <c:pt idx="164">
                  <c:v>51.402179805071285</c:v>
                </c:pt>
                <c:pt idx="165">
                  <c:v>51.393207830778138</c:v>
                </c:pt>
                <c:pt idx="166">
                  <c:v>51.357978602329247</c:v>
                </c:pt>
                <c:pt idx="167">
                  <c:v>51.325533746212351</c:v>
                </c:pt>
                <c:pt idx="168">
                  <c:v>51.323195553160758</c:v>
                </c:pt>
                <c:pt idx="169">
                  <c:v>51.31009977860154</c:v>
                </c:pt>
                <c:pt idx="170">
                  <c:v>51.286751186109441</c:v>
                </c:pt>
                <c:pt idx="171">
                  <c:v>51.270056361489701</c:v>
                </c:pt>
                <c:pt idx="172">
                  <c:v>51.266873955809807</c:v>
                </c:pt>
                <c:pt idx="173">
                  <c:v>51.255494846726414</c:v>
                </c:pt>
                <c:pt idx="174">
                  <c:v>51.23710860290133</c:v>
                </c:pt>
                <c:pt idx="175">
                  <c:v>51.243540413978963</c:v>
                </c:pt>
                <c:pt idx="176">
                  <c:v>51.247960857923296</c:v>
                </c:pt>
                <c:pt idx="177">
                  <c:v>51.236892876756691</c:v>
                </c:pt>
                <c:pt idx="178">
                  <c:v>51.227971233169455</c:v>
                </c:pt>
                <c:pt idx="179">
                  <c:v>51.218097190211473</c:v>
                </c:pt>
                <c:pt idx="180">
                  <c:v>51.221127147258017</c:v>
                </c:pt>
                <c:pt idx="181">
                  <c:v>51.219084950544421</c:v>
                </c:pt>
                <c:pt idx="182">
                  <c:v>51.214610130017483</c:v>
                </c:pt>
                <c:pt idx="183">
                  <c:v>51.22793975624888</c:v>
                </c:pt>
                <c:pt idx="184">
                  <c:v>51.245271078188104</c:v>
                </c:pt>
                <c:pt idx="185">
                  <c:v>51.244313338260135</c:v>
                </c:pt>
                <c:pt idx="186">
                  <c:v>51.237594593608279</c:v>
                </c:pt>
                <c:pt idx="187">
                  <c:v>51.24024488558706</c:v>
                </c:pt>
                <c:pt idx="188">
                  <c:v>51.253492056851691</c:v>
                </c:pt>
                <c:pt idx="189">
                  <c:v>51.238846549688503</c:v>
                </c:pt>
                <c:pt idx="190">
                  <c:v>51.21554675046918</c:v>
                </c:pt>
                <c:pt idx="191">
                  <c:v>51.201125223039071</c:v>
                </c:pt>
                <c:pt idx="192">
                  <c:v>51.196447056750138</c:v>
                </c:pt>
                <c:pt idx="193">
                  <c:v>51.175046553880037</c:v>
                </c:pt>
                <c:pt idx="194">
                  <c:v>51.172801254157037</c:v>
                </c:pt>
                <c:pt idx="195">
                  <c:v>51.166074174999217</c:v>
                </c:pt>
                <c:pt idx="196">
                  <c:v>51.167972824008167</c:v>
                </c:pt>
                <c:pt idx="197">
                  <c:v>51.177047239898883</c:v>
                </c:pt>
                <c:pt idx="198">
                  <c:v>51.184214591357154</c:v>
                </c:pt>
                <c:pt idx="199">
                  <c:v>51.191552031471097</c:v>
                </c:pt>
                <c:pt idx="200">
                  <c:v>51.204735035131563</c:v>
                </c:pt>
                <c:pt idx="201">
                  <c:v>51.211794118929845</c:v>
                </c:pt>
                <c:pt idx="202">
                  <c:v>51.228807354044392</c:v>
                </c:pt>
                <c:pt idx="203">
                  <c:v>51.271771732284989</c:v>
                </c:pt>
                <c:pt idx="204">
                  <c:v>51.28379454034836</c:v>
                </c:pt>
                <c:pt idx="205">
                  <c:v>51.289207033254925</c:v>
                </c:pt>
                <c:pt idx="206">
                  <c:v>51.295630105238921</c:v>
                </c:pt>
                <c:pt idx="207">
                  <c:v>51.281288767084625</c:v>
                </c:pt>
                <c:pt idx="208">
                  <c:v>51.243667130836613</c:v>
                </c:pt>
                <c:pt idx="209">
                  <c:v>51.22370542263188</c:v>
                </c:pt>
                <c:pt idx="210">
                  <c:v>51.18539105137851</c:v>
                </c:pt>
                <c:pt idx="211">
                  <c:v>51.148965295359922</c:v>
                </c:pt>
                <c:pt idx="212">
                  <c:v>51.125968046798818</c:v>
                </c:pt>
                <c:pt idx="213">
                  <c:v>51.093100962991478</c:v>
                </c:pt>
                <c:pt idx="214">
                  <c:v>51.08843954663201</c:v>
                </c:pt>
                <c:pt idx="215">
                  <c:v>51.101416857922004</c:v>
                </c:pt>
                <c:pt idx="216">
                  <c:v>51.109211886688591</c:v>
                </c:pt>
                <c:pt idx="217">
                  <c:v>51.114199077038428</c:v>
                </c:pt>
                <c:pt idx="218">
                  <c:v>51.120739803116315</c:v>
                </c:pt>
                <c:pt idx="219">
                  <c:v>51.128746512150862</c:v>
                </c:pt>
                <c:pt idx="220">
                  <c:v>51.150028875421874</c:v>
                </c:pt>
                <c:pt idx="221">
                  <c:v>51.14812674695898</c:v>
                </c:pt>
                <c:pt idx="222">
                  <c:v>51.159781865749558</c:v>
                </c:pt>
                <c:pt idx="223">
                  <c:v>51.176323351643084</c:v>
                </c:pt>
                <c:pt idx="224">
                  <c:v>51.171825226866467</c:v>
                </c:pt>
                <c:pt idx="225">
                  <c:v>51.160615154510815</c:v>
                </c:pt>
                <c:pt idx="226">
                  <c:v>51.166052893687876</c:v>
                </c:pt>
                <c:pt idx="227">
                  <c:v>51.172235316926873</c:v>
                </c:pt>
                <c:pt idx="228">
                  <c:v>51.167358740845501</c:v>
                </c:pt>
                <c:pt idx="229">
                  <c:v>51.144640900527996</c:v>
                </c:pt>
                <c:pt idx="230">
                  <c:v>51.131634458925895</c:v>
                </c:pt>
                <c:pt idx="231">
                  <c:v>51.126102693574772</c:v>
                </c:pt>
                <c:pt idx="232">
                  <c:v>51.105125551240583</c:v>
                </c:pt>
                <c:pt idx="233">
                  <c:v>51.096269208102989</c:v>
                </c:pt>
                <c:pt idx="234">
                  <c:v>51.07935881917367</c:v>
                </c:pt>
                <c:pt idx="235">
                  <c:v>51.05292524571216</c:v>
                </c:pt>
                <c:pt idx="236">
                  <c:v>51.025159203224469</c:v>
                </c:pt>
                <c:pt idx="237">
                  <c:v>51.001639955653957</c:v>
                </c:pt>
                <c:pt idx="238">
                  <c:v>50.98045089029921</c:v>
                </c:pt>
                <c:pt idx="239">
                  <c:v>50.956187039584293</c:v>
                </c:pt>
                <c:pt idx="240">
                  <c:v>50.932921953986892</c:v>
                </c:pt>
                <c:pt idx="241">
                  <c:v>50.905115371814851</c:v>
                </c:pt>
                <c:pt idx="242">
                  <c:v>50.890392264736924</c:v>
                </c:pt>
                <c:pt idx="243">
                  <c:v>50.880847879810922</c:v>
                </c:pt>
                <c:pt idx="244">
                  <c:v>50.864305989329729</c:v>
                </c:pt>
                <c:pt idx="245">
                  <c:v>50.894036062193543</c:v>
                </c:pt>
                <c:pt idx="246">
                  <c:v>50.891822724896329</c:v>
                </c:pt>
                <c:pt idx="247">
                  <c:v>50.889023220985543</c:v>
                </c:pt>
                <c:pt idx="248">
                  <c:v>50.91578774715957</c:v>
                </c:pt>
                <c:pt idx="249">
                  <c:v>50.933804278773529</c:v>
                </c:pt>
                <c:pt idx="250">
                  <c:v>50.911835411147251</c:v>
                </c:pt>
                <c:pt idx="251">
                  <c:v>50.96402066601442</c:v>
                </c:pt>
                <c:pt idx="252">
                  <c:v>51.010867872105955</c:v>
                </c:pt>
                <c:pt idx="253">
                  <c:v>51.024778809898905</c:v>
                </c:pt>
                <c:pt idx="254">
                  <c:v>51.024318955555316</c:v>
                </c:pt>
                <c:pt idx="255">
                  <c:v>51.000555741620929</c:v>
                </c:pt>
                <c:pt idx="256">
                  <c:v>50.989551361635755</c:v>
                </c:pt>
                <c:pt idx="257">
                  <c:v>50.993024099426286</c:v>
                </c:pt>
                <c:pt idx="258">
                  <c:v>50.996506951908529</c:v>
                </c:pt>
                <c:pt idx="259">
                  <c:v>51</c:v>
                </c:pt>
                <c:pt idx="260">
                  <c:v>50.954452410415996</c:v>
                </c:pt>
                <c:pt idx="261">
                  <c:v>50.867503122000741</c:v>
                </c:pt>
                <c:pt idx="262">
                  <c:v>50.935946489558688</c:v>
                </c:pt>
                <c:pt idx="263">
                  <c:v>50.955296946714434</c:v>
                </c:pt>
                <c:pt idx="264">
                  <c:v>50.948620926520327</c:v>
                </c:pt>
                <c:pt idx="265">
                  <c:v>50.948434007017653</c:v>
                </c:pt>
                <c:pt idx="266">
                  <c:v>50.933017032088905</c:v>
                </c:pt>
                <c:pt idx="267">
                  <c:v>50.915985428694214</c:v>
                </c:pt>
                <c:pt idx="268">
                  <c:v>50.869296416380912</c:v>
                </c:pt>
                <c:pt idx="269">
                  <c:v>50.86123792012485</c:v>
                </c:pt>
                <c:pt idx="270">
                  <c:v>50.874234570705376</c:v>
                </c:pt>
                <c:pt idx="271">
                  <c:v>50.90639475893898</c:v>
                </c:pt>
                <c:pt idx="272">
                  <c:v>50.905342426414201</c:v>
                </c:pt>
                <c:pt idx="273">
                  <c:v>50.880520244717282</c:v>
                </c:pt>
                <c:pt idx="274">
                  <c:v>50.894625465508454</c:v>
                </c:pt>
                <c:pt idx="275">
                  <c:v>50.915839210710956</c:v>
                </c:pt>
                <c:pt idx="276">
                  <c:v>50.943828504673917</c:v>
                </c:pt>
                <c:pt idx="277">
                  <c:v>50.978462503745476</c:v>
                </c:pt>
                <c:pt idx="278">
                  <c:v>51.080411313533517</c:v>
                </c:pt>
                <c:pt idx="279">
                  <c:v>51.161765640003885</c:v>
                </c:pt>
                <c:pt idx="280">
                  <c:v>51.160016122009402</c:v>
                </c:pt>
                <c:pt idx="281">
                  <c:v>51.158163515077085</c:v>
                </c:pt>
                <c:pt idx="282">
                  <c:v>51.208052654010139</c:v>
                </c:pt>
                <c:pt idx="283">
                  <c:v>51.236138725343316</c:v>
                </c:pt>
                <c:pt idx="284">
                  <c:v>51.262922590807882</c:v>
                </c:pt>
                <c:pt idx="285">
                  <c:v>51.219986533704059</c:v>
                </c:pt>
                <c:pt idx="286">
                  <c:v>51.201900898516385</c:v>
                </c:pt>
                <c:pt idx="287">
                  <c:v>51.335407141830075</c:v>
                </c:pt>
                <c:pt idx="288">
                  <c:v>51.40709085202198</c:v>
                </c:pt>
                <c:pt idx="289">
                  <c:v>51.454130641843548</c:v>
                </c:pt>
                <c:pt idx="290">
                  <c:v>51.463420460208766</c:v>
                </c:pt>
                <c:pt idx="291">
                  <c:v>51.56350703387799</c:v>
                </c:pt>
                <c:pt idx="292">
                  <c:v>51.561495909497303</c:v>
                </c:pt>
                <c:pt idx="293">
                  <c:v>51.407064149235886</c:v>
                </c:pt>
                <c:pt idx="294">
                  <c:v>51.509849646321598</c:v>
                </c:pt>
                <c:pt idx="295">
                  <c:v>51.506539148185979</c:v>
                </c:pt>
                <c:pt idx="296">
                  <c:v>51.52521264925543</c:v>
                </c:pt>
                <c:pt idx="297">
                  <c:v>51.626629183507291</c:v>
                </c:pt>
                <c:pt idx="298">
                  <c:v>51.658007708366092</c:v>
                </c:pt>
                <c:pt idx="299">
                  <c:v>51.665714941608698</c:v>
                </c:pt>
                <c:pt idx="300">
                  <c:v>51.735723820689664</c:v>
                </c:pt>
                <c:pt idx="301">
                  <c:v>51.729806159620679</c:v>
                </c:pt>
                <c:pt idx="302">
                  <c:v>51.638678937109354</c:v>
                </c:pt>
                <c:pt idx="303">
                  <c:v>51.561814562744715</c:v>
                </c:pt>
                <c:pt idx="304">
                  <c:v>51.593083525262983</c:v>
                </c:pt>
                <c:pt idx="305">
                  <c:v>51.617307807303959</c:v>
                </c:pt>
                <c:pt idx="306">
                  <c:v>51.599160432038133</c:v>
                </c:pt>
                <c:pt idx="307">
                  <c:v>51.600964731202879</c:v>
                </c:pt>
                <c:pt idx="308">
                  <c:v>51.614693847297772</c:v>
                </c:pt>
                <c:pt idx="309">
                  <c:v>51.588874680669072</c:v>
                </c:pt>
                <c:pt idx="310">
                  <c:v>51.558543390530431</c:v>
                </c:pt>
                <c:pt idx="311">
                  <c:v>51.502201644713608</c:v>
                </c:pt>
                <c:pt idx="312">
                  <c:v>51.414572972686045</c:v>
                </c:pt>
                <c:pt idx="313">
                  <c:v>51.51187841072462</c:v>
                </c:pt>
                <c:pt idx="314">
                  <c:v>51.531327263601248</c:v>
                </c:pt>
                <c:pt idx="315">
                  <c:v>51.544708110631426</c:v>
                </c:pt>
                <c:pt idx="316">
                  <c:v>51.549100476191597</c:v>
                </c:pt>
                <c:pt idx="317">
                  <c:v>51.557111797525558</c:v>
                </c:pt>
                <c:pt idx="318">
                  <c:v>51.594014076899654</c:v>
                </c:pt>
                <c:pt idx="319">
                  <c:v>51.616692348543218</c:v>
                </c:pt>
                <c:pt idx="320">
                  <c:v>51.609364618533306</c:v>
                </c:pt>
                <c:pt idx="321">
                  <c:v>51.670805787319104</c:v>
                </c:pt>
                <c:pt idx="322">
                  <c:v>51.702310381695291</c:v>
                </c:pt>
                <c:pt idx="323">
                  <c:v>51.748986204450617</c:v>
                </c:pt>
                <c:pt idx="324">
                  <c:v>51.792379526536948</c:v>
                </c:pt>
                <c:pt idx="325">
                  <c:v>51.81061315989362</c:v>
                </c:pt>
                <c:pt idx="326">
                  <c:v>51.852276788781211</c:v>
                </c:pt>
                <c:pt idx="327">
                  <c:v>51.867289256959374</c:v>
                </c:pt>
                <c:pt idx="328">
                  <c:v>51.875101844830759</c:v>
                </c:pt>
                <c:pt idx="329">
                  <c:v>51.891728941474859</c:v>
                </c:pt>
                <c:pt idx="330">
                  <c:v>51.887851211428533</c:v>
                </c:pt>
                <c:pt idx="331">
                  <c:v>51.886913862719041</c:v>
                </c:pt>
                <c:pt idx="332">
                  <c:v>51.877863722088406</c:v>
                </c:pt>
                <c:pt idx="333">
                  <c:v>51.846747046368421</c:v>
                </c:pt>
                <c:pt idx="334">
                  <c:v>51.81672583221863</c:v>
                </c:pt>
                <c:pt idx="335">
                  <c:v>51.795112111647427</c:v>
                </c:pt>
                <c:pt idx="336">
                  <c:v>51.758540137645582</c:v>
                </c:pt>
                <c:pt idx="337">
                  <c:v>51.697442221037413</c:v>
                </c:pt>
                <c:pt idx="338">
                  <c:v>51.675561148935117</c:v>
                </c:pt>
                <c:pt idx="339">
                  <c:v>51.647925060006422</c:v>
                </c:pt>
                <c:pt idx="340">
                  <c:v>51.592316588879292</c:v>
                </c:pt>
                <c:pt idx="341">
                  <c:v>51.578800124062766</c:v>
                </c:pt>
                <c:pt idx="342">
                  <c:v>51.567181984585048</c:v>
                </c:pt>
                <c:pt idx="343">
                  <c:v>51.560843714176293</c:v>
                </c:pt>
                <c:pt idx="344">
                  <c:v>51.585510129620992</c:v>
                </c:pt>
                <c:pt idx="345">
                  <c:v>51.612373779773712</c:v>
                </c:pt>
                <c:pt idx="346">
                  <c:v>51.647293903244154</c:v>
                </c:pt>
                <c:pt idx="347">
                  <c:v>51.705054942600746</c:v>
                </c:pt>
                <c:pt idx="348">
                  <c:v>51.73631662254099</c:v>
                </c:pt>
                <c:pt idx="349">
                  <c:v>51.758115320594058</c:v>
                </c:pt>
                <c:pt idx="350">
                  <c:v>51.773611513788232</c:v>
                </c:pt>
                <c:pt idx="351">
                  <c:v>51.848782769679332</c:v>
                </c:pt>
                <c:pt idx="352">
                  <c:v>51.88897515597057</c:v>
                </c:pt>
                <c:pt idx="353">
                  <c:v>51.91932004025486</c:v>
                </c:pt>
                <c:pt idx="354">
                  <c:v>51.926004314037392</c:v>
                </c:pt>
                <c:pt idx="355">
                  <c:v>51.922933169966228</c:v>
                </c:pt>
                <c:pt idx="356">
                  <c:v>51.948807846023001</c:v>
                </c:pt>
                <c:pt idx="357">
                  <c:v>51.99100019007529</c:v>
                </c:pt>
                <c:pt idx="358">
                  <c:v>51.96519186639609</c:v>
                </c:pt>
                <c:pt idx="359">
                  <c:v>51.972689685061681</c:v>
                </c:pt>
                <c:pt idx="360">
                  <c:v>52.040687277926885</c:v>
                </c:pt>
                <c:pt idx="361">
                  <c:v>52.037198761217297</c:v>
                </c:pt>
                <c:pt idx="362">
                  <c:v>52.031084794211743</c:v>
                </c:pt>
                <c:pt idx="363">
                  <c:v>52.011727378148109</c:v>
                </c:pt>
                <c:pt idx="364">
                  <c:v>52.000434203485426</c:v>
                </c:pt>
                <c:pt idx="365">
                  <c:v>51.944932543502688</c:v>
                </c:pt>
                <c:pt idx="366">
                  <c:v>51.905946799472844</c:v>
                </c:pt>
                <c:pt idx="367">
                  <c:v>51.88935287901753</c:v>
                </c:pt>
                <c:pt idx="368">
                  <c:v>51.822559500887706</c:v>
                </c:pt>
                <c:pt idx="369">
                  <c:v>51.78204150244116</c:v>
                </c:pt>
                <c:pt idx="370">
                  <c:v>51.736722019384445</c:v>
                </c:pt>
                <c:pt idx="371">
                  <c:v>51.692561760914423</c:v>
                </c:pt>
                <c:pt idx="372">
                  <c:v>51.654695591879801</c:v>
                </c:pt>
                <c:pt idx="373">
                  <c:v>51.620325707637996</c:v>
                </c:pt>
                <c:pt idx="374">
                  <c:v>51.576637036553933</c:v>
                </c:pt>
                <c:pt idx="375">
                  <c:v>51.464448598390987</c:v>
                </c:pt>
                <c:pt idx="376">
                  <c:v>51.401900963250412</c:v>
                </c:pt>
                <c:pt idx="377">
                  <c:v>51.351006100291947</c:v>
                </c:pt>
                <c:pt idx="378">
                  <c:v>51.255016138597497</c:v>
                </c:pt>
                <c:pt idx="379">
                  <c:v>51.188274062183993</c:v>
                </c:pt>
                <c:pt idx="380">
                  <c:v>51.106280001692795</c:v>
                </c:pt>
                <c:pt idx="381">
                  <c:v>51.015155287625014</c:v>
                </c:pt>
                <c:pt idx="382">
                  <c:v>50.913457403108744</c:v>
                </c:pt>
                <c:pt idx="383">
                  <c:v>50.781771318796395</c:v>
                </c:pt>
                <c:pt idx="384">
                  <c:v>50.707253148319168</c:v>
                </c:pt>
                <c:pt idx="385">
                  <c:v>50.644184485179593</c:v>
                </c:pt>
                <c:pt idx="386">
                  <c:v>50.588811524534073</c:v>
                </c:pt>
                <c:pt idx="387">
                  <c:v>50.537141067015824</c:v>
                </c:pt>
                <c:pt idx="388">
                  <c:v>50.493515147479087</c:v>
                </c:pt>
                <c:pt idx="389">
                  <c:v>50.457379157148402</c:v>
                </c:pt>
                <c:pt idx="390">
                  <c:v>50.435177206566522</c:v>
                </c:pt>
                <c:pt idx="391">
                  <c:v>50.388868708955087</c:v>
                </c:pt>
                <c:pt idx="392">
                  <c:v>50.370437151311179</c:v>
                </c:pt>
                <c:pt idx="393">
                  <c:v>50.364600003188151</c:v>
                </c:pt>
                <c:pt idx="394">
                  <c:v>50.35860555137976</c:v>
                </c:pt>
                <c:pt idx="395">
                  <c:v>50.348749027067804</c:v>
                </c:pt>
                <c:pt idx="396">
                  <c:v>50.337107300129041</c:v>
                </c:pt>
                <c:pt idx="397">
                  <c:v>50.32432589018795</c:v>
                </c:pt>
                <c:pt idx="398">
                  <c:v>50.318236744635833</c:v>
                </c:pt>
                <c:pt idx="399">
                  <c:v>50.297925492915226</c:v>
                </c:pt>
                <c:pt idx="400">
                  <c:v>50.296294377501816</c:v>
                </c:pt>
                <c:pt idx="401">
                  <c:v>50.301156853702963</c:v>
                </c:pt>
                <c:pt idx="402">
                  <c:v>50.309486140485298</c:v>
                </c:pt>
                <c:pt idx="403">
                  <c:v>50.296227539619046</c:v>
                </c:pt>
                <c:pt idx="404">
                  <c:v>50.271204035098464</c:v>
                </c:pt>
                <c:pt idx="405">
                  <c:v>50.250079946523222</c:v>
                </c:pt>
                <c:pt idx="406">
                  <c:v>50.2241126805786</c:v>
                </c:pt>
                <c:pt idx="407">
                  <c:v>50.193673041862446</c:v>
                </c:pt>
                <c:pt idx="408">
                  <c:v>50.172851766927401</c:v>
                </c:pt>
                <c:pt idx="409">
                  <c:v>50.169238485495654</c:v>
                </c:pt>
                <c:pt idx="410">
                  <c:v>50.160370854362114</c:v>
                </c:pt>
                <c:pt idx="411">
                  <c:v>50.153780070674991</c:v>
                </c:pt>
                <c:pt idx="412">
                  <c:v>50.13884159146663</c:v>
                </c:pt>
                <c:pt idx="413">
                  <c:v>50.125744582915026</c:v>
                </c:pt>
                <c:pt idx="414">
                  <c:v>50.109155497282345</c:v>
                </c:pt>
                <c:pt idx="415">
                  <c:v>50.095441876895137</c:v>
                </c:pt>
                <c:pt idx="416">
                  <c:v>50.081983981200914</c:v>
                </c:pt>
                <c:pt idx="417">
                  <c:v>50.089971001988062</c:v>
                </c:pt>
                <c:pt idx="418">
                  <c:v>50.05445616498956</c:v>
                </c:pt>
                <c:pt idx="419">
                  <c:v>50.047905819839862</c:v>
                </c:pt>
                <c:pt idx="420">
                  <c:v>50.041387626766422</c:v>
                </c:pt>
                <c:pt idx="421">
                  <c:v>50.073440844549246</c:v>
                </c:pt>
                <c:pt idx="422">
                  <c:v>50.0918195630437</c:v>
                </c:pt>
                <c:pt idx="423">
                  <c:v>50.075471186844169</c:v>
                </c:pt>
                <c:pt idx="424">
                  <c:v>50.069291621005576</c:v>
                </c:pt>
                <c:pt idx="425">
                  <c:v>50.084734054613349</c:v>
                </c:pt>
                <c:pt idx="426">
                  <c:v>50.07507914645111</c:v>
                </c:pt>
                <c:pt idx="427">
                  <c:v>50.070566471690476</c:v>
                </c:pt>
                <c:pt idx="428">
                  <c:v>50.022907852387164</c:v>
                </c:pt>
                <c:pt idx="429">
                  <c:v>50.01372574410955</c:v>
                </c:pt>
                <c:pt idx="430">
                  <c:v>50.003158620982354</c:v>
                </c:pt>
                <c:pt idx="431">
                  <c:v>50.022799776906311</c:v>
                </c:pt>
                <c:pt idx="432">
                  <c:v>50.018059307909503</c:v>
                </c:pt>
                <c:pt idx="433">
                  <c:v>50.006034321394409</c:v>
                </c:pt>
                <c:pt idx="434">
                  <c:v>49.982200957015714</c:v>
                </c:pt>
                <c:pt idx="435">
                  <c:v>49.912387764346455</c:v>
                </c:pt>
                <c:pt idx="436">
                  <c:v>49.99859803893272</c:v>
                </c:pt>
                <c:pt idx="437">
                  <c:v>50.097310121140829</c:v>
                </c:pt>
                <c:pt idx="438">
                  <c:v>50.047796211983226</c:v>
                </c:pt>
                <c:pt idx="439">
                  <c:v>50.171946259267386</c:v>
                </c:pt>
                <c:pt idx="440">
                  <c:v>50.15211772109361</c:v>
                </c:pt>
                <c:pt idx="441">
                  <c:v>50.158701353693694</c:v>
                </c:pt>
                <c:pt idx="442">
                  <c:v>50.139771859891937</c:v>
                </c:pt>
                <c:pt idx="443">
                  <c:v>50.135050675819194</c:v>
                </c:pt>
                <c:pt idx="444">
                  <c:v>50.124238646926131</c:v>
                </c:pt>
                <c:pt idx="445">
                  <c:v>50.141673300555802</c:v>
                </c:pt>
                <c:pt idx="446">
                  <c:v>50.161165717409595</c:v>
                </c:pt>
                <c:pt idx="447">
                  <c:v>50.16867809111654</c:v>
                </c:pt>
                <c:pt idx="448">
                  <c:v>50.167661787123606</c:v>
                </c:pt>
                <c:pt idx="449">
                  <c:v>50.184880320135655</c:v>
                </c:pt>
                <c:pt idx="450">
                  <c:v>50.199228354215855</c:v>
                </c:pt>
                <c:pt idx="451">
                  <c:v>50.199296729531767</c:v>
                </c:pt>
                <c:pt idx="452">
                  <c:v>50.228556226478794</c:v>
                </c:pt>
                <c:pt idx="453">
                  <c:v>50.203415452222607</c:v>
                </c:pt>
                <c:pt idx="454">
                  <c:v>50.199086485550033</c:v>
                </c:pt>
                <c:pt idx="455">
                  <c:v>50.232557760351561</c:v>
                </c:pt>
                <c:pt idx="456">
                  <c:v>50.256357771534361</c:v>
                </c:pt>
                <c:pt idx="457">
                  <c:v>50.261781309684267</c:v>
                </c:pt>
                <c:pt idx="458">
                  <c:v>50.25056707007564</c:v>
                </c:pt>
                <c:pt idx="459">
                  <c:v>50.26042215810137</c:v>
                </c:pt>
                <c:pt idx="460">
                  <c:v>50.268685820763942</c:v>
                </c:pt>
                <c:pt idx="461">
                  <c:v>50.266265091828046</c:v>
                </c:pt>
                <c:pt idx="462">
                  <c:v>50.263957000098962</c:v>
                </c:pt>
                <c:pt idx="463">
                  <c:v>50.249672122153754</c:v>
                </c:pt>
                <c:pt idx="464">
                  <c:v>50.239973285885448</c:v>
                </c:pt>
                <c:pt idx="465">
                  <c:v>50.269934378307759</c:v>
                </c:pt>
                <c:pt idx="466">
                  <c:v>50.282942964224496</c:v>
                </c:pt>
                <c:pt idx="467">
                  <c:v>50.281300318062549</c:v>
                </c:pt>
                <c:pt idx="468">
                  <c:v>50.271463052123593</c:v>
                </c:pt>
                <c:pt idx="469">
                  <c:v>50.274860111790808</c:v>
                </c:pt>
                <c:pt idx="470">
                  <c:v>50.294863775736729</c:v>
                </c:pt>
                <c:pt idx="471">
                  <c:v>50.31269654363183</c:v>
                </c:pt>
                <c:pt idx="472">
                  <c:v>50.294937552298016</c:v>
                </c:pt>
                <c:pt idx="473">
                  <c:v>50.304096648387663</c:v>
                </c:pt>
                <c:pt idx="474">
                  <c:v>50.304812647183937</c:v>
                </c:pt>
                <c:pt idx="475">
                  <c:v>50.318952662514576</c:v>
                </c:pt>
                <c:pt idx="476">
                  <c:v>50.329724020232298</c:v>
                </c:pt>
                <c:pt idx="477">
                  <c:v>50.326924051045694</c:v>
                </c:pt>
                <c:pt idx="478">
                  <c:v>50.322127563093225</c:v>
                </c:pt>
                <c:pt idx="479">
                  <c:v>50.3196058086166</c:v>
                </c:pt>
                <c:pt idx="480">
                  <c:v>50.337870999811379</c:v>
                </c:pt>
                <c:pt idx="481">
                  <c:v>50.343714378584494</c:v>
                </c:pt>
                <c:pt idx="482">
                  <c:v>50.325018544275771</c:v>
                </c:pt>
                <c:pt idx="483">
                  <c:v>50.322983650369579</c:v>
                </c:pt>
                <c:pt idx="484">
                  <c:v>50.318439220534344</c:v>
                </c:pt>
                <c:pt idx="485">
                  <c:v>50.325560165787081</c:v>
                </c:pt>
                <c:pt idx="486">
                  <c:v>50.327120882946232</c:v>
                </c:pt>
                <c:pt idx="487">
                  <c:v>50.330024102905739</c:v>
                </c:pt>
                <c:pt idx="488">
                  <c:v>50.348572990973409</c:v>
                </c:pt>
                <c:pt idx="489">
                  <c:v>50.349107208530391</c:v>
                </c:pt>
                <c:pt idx="490">
                  <c:v>50.364892115484537</c:v>
                </c:pt>
                <c:pt idx="491">
                  <c:v>50.366053767597236</c:v>
                </c:pt>
                <c:pt idx="492">
                  <c:v>50.367156349910395</c:v>
                </c:pt>
                <c:pt idx="493">
                  <c:v>50.373818897335148</c:v>
                </c:pt>
                <c:pt idx="494">
                  <c:v>50.377563477579898</c:v>
                </c:pt>
                <c:pt idx="495">
                  <c:v>50.376031061328128</c:v>
                </c:pt>
                <c:pt idx="496">
                  <c:v>50.371483657773531</c:v>
                </c:pt>
                <c:pt idx="497">
                  <c:v>50.370740470685966</c:v>
                </c:pt>
                <c:pt idx="498">
                  <c:v>50.378540394963338</c:v>
                </c:pt>
                <c:pt idx="499">
                  <c:v>50.387683428922564</c:v>
                </c:pt>
                <c:pt idx="500">
                  <c:v>50.397720439793268</c:v>
                </c:pt>
                <c:pt idx="501">
                  <c:v>50.405735402416248</c:v>
                </c:pt>
                <c:pt idx="502">
                  <c:v>50.39334215388395</c:v>
                </c:pt>
                <c:pt idx="503">
                  <c:v>50.395778216692463</c:v>
                </c:pt>
                <c:pt idx="504">
                  <c:v>50.415096670963656</c:v>
                </c:pt>
                <c:pt idx="505">
                  <c:v>50.416116029593482</c:v>
                </c:pt>
                <c:pt idx="506">
                  <c:v>50.430179537396079</c:v>
                </c:pt>
                <c:pt idx="507">
                  <c:v>50.445235701042407</c:v>
                </c:pt>
                <c:pt idx="508">
                  <c:v>50.444260118798269</c:v>
                </c:pt>
                <c:pt idx="509">
                  <c:v>50.46455265833923</c:v>
                </c:pt>
                <c:pt idx="510">
                  <c:v>50.491879682748248</c:v>
                </c:pt>
                <c:pt idx="511">
                  <c:v>50.50982104197346</c:v>
                </c:pt>
                <c:pt idx="512">
                  <c:v>50.527628320845466</c:v>
                </c:pt>
                <c:pt idx="513">
                  <c:v>50.544040662355329</c:v>
                </c:pt>
                <c:pt idx="514">
                  <c:v>50.5557760108805</c:v>
                </c:pt>
                <c:pt idx="515">
                  <c:v>50.581719305005777</c:v>
                </c:pt>
                <c:pt idx="516">
                  <c:v>50.602897001447047</c:v>
                </c:pt>
                <c:pt idx="517">
                  <c:v>50.632423121667365</c:v>
                </c:pt>
                <c:pt idx="518">
                  <c:v>50.65392460961943</c:v>
                </c:pt>
                <c:pt idx="519">
                  <c:v>50.651905353026613</c:v>
                </c:pt>
                <c:pt idx="520">
                  <c:v>50.644546631601322</c:v>
                </c:pt>
                <c:pt idx="521">
                  <c:v>50.642512607558622</c:v>
                </c:pt>
                <c:pt idx="522">
                  <c:v>50.67122129885427</c:v>
                </c:pt>
                <c:pt idx="523">
                  <c:v>50.699522206239216</c:v>
                </c:pt>
                <c:pt idx="524">
                  <c:v>50.717923338890479</c:v>
                </c:pt>
                <c:pt idx="525">
                  <c:v>50.717818550684434</c:v>
                </c:pt>
                <c:pt idx="526">
                  <c:v>50.718868941188411</c:v>
                </c:pt>
                <c:pt idx="527">
                  <c:v>50.703462000033824</c:v>
                </c:pt>
                <c:pt idx="528">
                  <c:v>50.688391999489248</c:v>
                </c:pt>
                <c:pt idx="529">
                  <c:v>50.666048119553388</c:v>
                </c:pt>
                <c:pt idx="530">
                  <c:v>50.635071997589307</c:v>
                </c:pt>
                <c:pt idx="531">
                  <c:v>50.634772440879829</c:v>
                </c:pt>
                <c:pt idx="532">
                  <c:v>50.646924716996992</c:v>
                </c:pt>
                <c:pt idx="533">
                  <c:v>50.65145889053484</c:v>
                </c:pt>
                <c:pt idx="534">
                  <c:v>50.644979864076348</c:v>
                </c:pt>
                <c:pt idx="535">
                  <c:v>50.631317585864224</c:v>
                </c:pt>
                <c:pt idx="536">
                  <c:v>50.62860696986413</c:v>
                </c:pt>
                <c:pt idx="537">
                  <c:v>50.642546390628908</c:v>
                </c:pt>
                <c:pt idx="538">
                  <c:v>50.629244114523878</c:v>
                </c:pt>
                <c:pt idx="539">
                  <c:v>50.637365321868508</c:v>
                </c:pt>
                <c:pt idx="540">
                  <c:v>50.642583127189177</c:v>
                </c:pt>
                <c:pt idx="541">
                  <c:v>50.651038928535336</c:v>
                </c:pt>
                <c:pt idx="542">
                  <c:v>50.678166733976568</c:v>
                </c:pt>
                <c:pt idx="543">
                  <c:v>50.730529400536206</c:v>
                </c:pt>
                <c:pt idx="544">
                  <c:v>50.725951005566237</c:v>
                </c:pt>
                <c:pt idx="545">
                  <c:v>50.708927655759986</c:v>
                </c:pt>
                <c:pt idx="546">
                  <c:v>50.722317160966256</c:v>
                </c:pt>
                <c:pt idx="547">
                  <c:v>50.73545266603449</c:v>
                </c:pt>
                <c:pt idx="548">
                  <c:v>50.743172441494799</c:v>
                </c:pt>
                <c:pt idx="549">
                  <c:v>50.732812245994808</c:v>
                </c:pt>
                <c:pt idx="550">
                  <c:v>50.731266640185055</c:v>
                </c:pt>
                <c:pt idx="551">
                  <c:v>50.749414743708684</c:v>
                </c:pt>
                <c:pt idx="552">
                  <c:v>50.757181127668368</c:v>
                </c:pt>
                <c:pt idx="553">
                  <c:v>50.762747040218684</c:v>
                </c:pt>
                <c:pt idx="554">
                  <c:v>50.775420910757589</c:v>
                </c:pt>
                <c:pt idx="555">
                  <c:v>50.744254956259624</c:v>
                </c:pt>
                <c:pt idx="556">
                  <c:v>50.770928369290793</c:v>
                </c:pt>
                <c:pt idx="557">
                  <c:v>50.759955870813862</c:v>
                </c:pt>
                <c:pt idx="558">
                  <c:v>50.736353197266183</c:v>
                </c:pt>
                <c:pt idx="559">
                  <c:v>50.744839504522524</c:v>
                </c:pt>
                <c:pt idx="560">
                  <c:v>50.716321819065001</c:v>
                </c:pt>
                <c:pt idx="561">
                  <c:v>50.702903992721957</c:v>
                </c:pt>
                <c:pt idx="562">
                  <c:v>50.703148525508567</c:v>
                </c:pt>
                <c:pt idx="563">
                  <c:v>50.688042435743995</c:v>
                </c:pt>
                <c:pt idx="564">
                  <c:v>50.691554013950672</c:v>
                </c:pt>
                <c:pt idx="565">
                  <c:v>50.641704079562651</c:v>
                </c:pt>
                <c:pt idx="566">
                  <c:v>50.634673600112507</c:v>
                </c:pt>
                <c:pt idx="567">
                  <c:v>50.618222458645278</c:v>
                </c:pt>
                <c:pt idx="568">
                  <c:v>50.638469684367408</c:v>
                </c:pt>
                <c:pt idx="569">
                  <c:v>50.653655639737664</c:v>
                </c:pt>
                <c:pt idx="570">
                  <c:v>50.617440147930196</c:v>
                </c:pt>
                <c:pt idx="571">
                  <c:v>50.549776663561325</c:v>
                </c:pt>
                <c:pt idx="572">
                  <c:v>50.55663361536061</c:v>
                </c:pt>
                <c:pt idx="573">
                  <c:v>50.519600249582041</c:v>
                </c:pt>
                <c:pt idx="574">
                  <c:v>50.512374556582031</c:v>
                </c:pt>
                <c:pt idx="575">
                  <c:v>50.448336663224701</c:v>
                </c:pt>
                <c:pt idx="576">
                  <c:v>50.375548995121562</c:v>
                </c:pt>
                <c:pt idx="577">
                  <c:v>50.34420376782785</c:v>
                </c:pt>
                <c:pt idx="578">
                  <c:v>50.226874092560436</c:v>
                </c:pt>
                <c:pt idx="579">
                  <c:v>50.265056871674744</c:v>
                </c:pt>
                <c:pt idx="580">
                  <c:v>50.13588268001461</c:v>
                </c:pt>
                <c:pt idx="581">
                  <c:v>50.146212622471722</c:v>
                </c:pt>
                <c:pt idx="582">
                  <c:v>50.11196367959861</c:v>
                </c:pt>
                <c:pt idx="583">
                  <c:v>50.193130145899978</c:v>
                </c:pt>
                <c:pt idx="584">
                  <c:v>51.231147408199263</c:v>
                </c:pt>
                <c:pt idx="585">
                  <c:v>51.550738085237079</c:v>
                </c:pt>
                <c:pt idx="586">
                  <c:v>51.181446645284481</c:v>
                </c:pt>
                <c:pt idx="587">
                  <c:v>51.190196420030297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96A0-42C5-857B-5B109011262B}"/>
            </c:ext>
          </c:extLst>
        </c:ser>
        <c:ser>
          <c:idx val="25"/>
          <c:order val="2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Shifted!$AA$2:$AA$589</c:f>
              <c:numCache>
                <c:formatCode>General</c:formatCode>
                <c:ptCount val="588"/>
                <c:pt idx="0">
                  <c:v>52.228248436120545</c:v>
                </c:pt>
                <c:pt idx="1">
                  <c:v>52.314439140738727</c:v>
                </c:pt>
                <c:pt idx="2">
                  <c:v>52.40136062174637</c:v>
                </c:pt>
                <c:pt idx="3">
                  <c:v>52.412477814492405</c:v>
                </c:pt>
                <c:pt idx="4">
                  <c:v>52.487935386587004</c:v>
                </c:pt>
                <c:pt idx="5">
                  <c:v>52.534137128956104</c:v>
                </c:pt>
                <c:pt idx="6">
                  <c:v>52.618419508156698</c:v>
                </c:pt>
                <c:pt idx="7">
                  <c:v>52.689606023414825</c:v>
                </c:pt>
                <c:pt idx="8">
                  <c:v>52.732632165045914</c:v>
                </c:pt>
                <c:pt idx="9">
                  <c:v>52.716506602721537</c:v>
                </c:pt>
                <c:pt idx="10">
                  <c:v>52.726938255512444</c:v>
                </c:pt>
                <c:pt idx="11">
                  <c:v>52.740765154860661</c:v>
                </c:pt>
                <c:pt idx="12">
                  <c:v>52.725024643115155</c:v>
                </c:pt>
                <c:pt idx="13">
                  <c:v>52.687197903199085</c:v>
                </c:pt>
                <c:pt idx="14">
                  <c:v>52.665577416801831</c:v>
                </c:pt>
                <c:pt idx="15">
                  <c:v>52.639260995424614</c:v>
                </c:pt>
                <c:pt idx="16">
                  <c:v>52.624482561621193</c:v>
                </c:pt>
                <c:pt idx="17">
                  <c:v>52.619061990461617</c:v>
                </c:pt>
                <c:pt idx="18">
                  <c:v>52.661198944383656</c:v>
                </c:pt>
                <c:pt idx="19">
                  <c:v>52.694737898057767</c:v>
                </c:pt>
                <c:pt idx="20">
                  <c:v>52.699093333261821</c:v>
                </c:pt>
                <c:pt idx="21">
                  <c:v>52.712695040794763</c:v>
                </c:pt>
                <c:pt idx="22">
                  <c:v>52.736979921178602</c:v>
                </c:pt>
                <c:pt idx="23">
                  <c:v>52.751767435788643</c:v>
                </c:pt>
                <c:pt idx="24">
                  <c:v>52.763159399116319</c:v>
                </c:pt>
                <c:pt idx="25">
                  <c:v>52.78047022001271</c:v>
                </c:pt>
                <c:pt idx="26">
                  <c:v>52.800650088242278</c:v>
                </c:pt>
                <c:pt idx="27">
                  <c:v>52.812440936666313</c:v>
                </c:pt>
                <c:pt idx="28">
                  <c:v>52.816652236919587</c:v>
                </c:pt>
                <c:pt idx="29">
                  <c:v>52.822720105039949</c:v>
                </c:pt>
                <c:pt idx="30">
                  <c:v>52.837251102099103</c:v>
                </c:pt>
                <c:pt idx="31">
                  <c:v>52.844942301529827</c:v>
                </c:pt>
                <c:pt idx="32">
                  <c:v>52.850119945875953</c:v>
                </c:pt>
                <c:pt idx="33">
                  <c:v>52.86750067069984</c:v>
                </c:pt>
                <c:pt idx="34">
                  <c:v>52.8863426131051</c:v>
                </c:pt>
                <c:pt idx="35">
                  <c:v>52.906713239218796</c:v>
                </c:pt>
                <c:pt idx="36">
                  <c:v>52.926435288526477</c:v>
                </c:pt>
                <c:pt idx="37">
                  <c:v>52.948759689799644</c:v>
                </c:pt>
                <c:pt idx="38">
                  <c:v>52.980788730828678</c:v>
                </c:pt>
                <c:pt idx="39">
                  <c:v>53.019219984307881</c:v>
                </c:pt>
                <c:pt idx="40">
                  <c:v>53.062898054720577</c:v>
                </c:pt>
                <c:pt idx="41">
                  <c:v>53.10304838412226</c:v>
                </c:pt>
                <c:pt idx="42">
                  <c:v>53.126968569560866</c:v>
                </c:pt>
                <c:pt idx="43">
                  <c:v>53.152434076695883</c:v>
                </c:pt>
                <c:pt idx="44">
                  <c:v>53.176187272804619</c:v>
                </c:pt>
                <c:pt idx="45">
                  <c:v>53.197531800192515</c:v>
                </c:pt>
                <c:pt idx="46">
                  <c:v>53.21383251847822</c:v>
                </c:pt>
                <c:pt idx="47">
                  <c:v>53.241789823328943</c:v>
                </c:pt>
                <c:pt idx="48">
                  <c:v>53.267668293857824</c:v>
                </c:pt>
                <c:pt idx="49">
                  <c:v>53.280841679854149</c:v>
                </c:pt>
                <c:pt idx="50">
                  <c:v>53.296355232379064</c:v>
                </c:pt>
                <c:pt idx="51">
                  <c:v>53.31023241136127</c:v>
                </c:pt>
                <c:pt idx="52">
                  <c:v>53.320010916470352</c:v>
                </c:pt>
                <c:pt idx="53">
                  <c:v>53.328692411383209</c:v>
                </c:pt>
                <c:pt idx="54">
                  <c:v>53.346028829184178</c:v>
                </c:pt>
                <c:pt idx="55">
                  <c:v>53.351355057466876</c:v>
                </c:pt>
                <c:pt idx="56">
                  <c:v>53.352350167604875</c:v>
                </c:pt>
                <c:pt idx="57">
                  <c:v>53.357344489358212</c:v>
                </c:pt>
                <c:pt idx="58">
                  <c:v>53.356074639111071</c:v>
                </c:pt>
                <c:pt idx="59">
                  <c:v>53.358440768214301</c:v>
                </c:pt>
                <c:pt idx="60">
                  <c:v>53.367518040027953</c:v>
                </c:pt>
                <c:pt idx="61">
                  <c:v>53.37839867471417</c:v>
                </c:pt>
                <c:pt idx="62">
                  <c:v>53.388998109120095</c:v>
                </c:pt>
                <c:pt idx="63">
                  <c:v>53.405799673505385</c:v>
                </c:pt>
                <c:pt idx="64">
                  <c:v>53.410921370331508</c:v>
                </c:pt>
                <c:pt idx="65">
                  <c:v>53.418532183292854</c:v>
                </c:pt>
                <c:pt idx="66">
                  <c:v>53.443033296575365</c:v>
                </c:pt>
                <c:pt idx="67">
                  <c:v>53.468112290451245</c:v>
                </c:pt>
                <c:pt idx="68">
                  <c:v>53.493315490259342</c:v>
                </c:pt>
                <c:pt idx="69">
                  <c:v>53.521707211147771</c:v>
                </c:pt>
                <c:pt idx="70">
                  <c:v>53.550508604399475</c:v>
                </c:pt>
                <c:pt idx="71">
                  <c:v>53.568555397247501</c:v>
                </c:pt>
                <c:pt idx="72">
                  <c:v>53.582722065031497</c:v>
                </c:pt>
                <c:pt idx="73">
                  <c:v>53.597752933070069</c:v>
                </c:pt>
                <c:pt idx="74">
                  <c:v>53.598134205058265</c:v>
                </c:pt>
                <c:pt idx="75">
                  <c:v>53.591819570588768</c:v>
                </c:pt>
                <c:pt idx="76">
                  <c:v>53.590458790385362</c:v>
                </c:pt>
                <c:pt idx="77">
                  <c:v>53.592133315504881</c:v>
                </c:pt>
                <c:pt idx="78">
                  <c:v>53.602350746582474</c:v>
                </c:pt>
                <c:pt idx="79">
                  <c:v>53.604508565638447</c:v>
                </c:pt>
                <c:pt idx="80">
                  <c:v>53.609663416550497</c:v>
                </c:pt>
                <c:pt idx="81">
                  <c:v>53.619017622493679</c:v>
                </c:pt>
                <c:pt idx="82">
                  <c:v>53.636485437738145</c:v>
                </c:pt>
                <c:pt idx="83">
                  <c:v>53.649131771280196</c:v>
                </c:pt>
                <c:pt idx="84">
                  <c:v>53.648131907431349</c:v>
                </c:pt>
                <c:pt idx="85">
                  <c:v>53.646171306430659</c:v>
                </c:pt>
                <c:pt idx="86">
                  <c:v>53.64561536604122</c:v>
                </c:pt>
                <c:pt idx="87">
                  <c:v>53.645242504464527</c:v>
                </c:pt>
                <c:pt idx="88">
                  <c:v>53.63681490646708</c:v>
                </c:pt>
                <c:pt idx="89">
                  <c:v>53.613361437921959</c:v>
                </c:pt>
                <c:pt idx="90">
                  <c:v>53.582179532544451</c:v>
                </c:pt>
                <c:pt idx="91">
                  <c:v>53.559640604832914</c:v>
                </c:pt>
                <c:pt idx="92">
                  <c:v>53.520179197834452</c:v>
                </c:pt>
                <c:pt idx="93">
                  <c:v>53.473475207630507</c:v>
                </c:pt>
                <c:pt idx="94">
                  <c:v>53.429153801682737</c:v>
                </c:pt>
                <c:pt idx="95">
                  <c:v>53.389514313362426</c:v>
                </c:pt>
                <c:pt idx="96">
                  <c:v>53.346249084453575</c:v>
                </c:pt>
                <c:pt idx="97">
                  <c:v>53.296478219411057</c:v>
                </c:pt>
                <c:pt idx="98">
                  <c:v>53.256455996422282</c:v>
                </c:pt>
                <c:pt idx="99">
                  <c:v>53.216778112745097</c:v>
                </c:pt>
                <c:pt idx="100">
                  <c:v>53.167601583448892</c:v>
                </c:pt>
                <c:pt idx="101">
                  <c:v>53.12670065529295</c:v>
                </c:pt>
                <c:pt idx="102">
                  <c:v>53.095892099052222</c:v>
                </c:pt>
                <c:pt idx="103">
                  <c:v>53.061956819972217</c:v>
                </c:pt>
                <c:pt idx="104">
                  <c:v>53.023911287467008</c:v>
                </c:pt>
                <c:pt idx="105">
                  <c:v>52.990921082671058</c:v>
                </c:pt>
                <c:pt idx="106">
                  <c:v>52.965492386322623</c:v>
                </c:pt>
                <c:pt idx="107">
                  <c:v>52.932289422493611</c:v>
                </c:pt>
                <c:pt idx="108">
                  <c:v>52.89631279027347</c:v>
                </c:pt>
                <c:pt idx="109">
                  <c:v>52.860304893262736</c:v>
                </c:pt>
                <c:pt idx="110">
                  <c:v>52.819554438338699</c:v>
                </c:pt>
                <c:pt idx="111">
                  <c:v>52.796756433385823</c:v>
                </c:pt>
                <c:pt idx="112">
                  <c:v>52.769428995222761</c:v>
                </c:pt>
                <c:pt idx="113">
                  <c:v>52.747304676420384</c:v>
                </c:pt>
                <c:pt idx="114">
                  <c:v>52.716766167522962</c:v>
                </c:pt>
                <c:pt idx="115">
                  <c:v>52.686941202813173</c:v>
                </c:pt>
                <c:pt idx="116">
                  <c:v>52.661119593979464</c:v>
                </c:pt>
                <c:pt idx="117">
                  <c:v>52.628980181535688</c:v>
                </c:pt>
                <c:pt idx="118">
                  <c:v>52.597430716797433</c:v>
                </c:pt>
                <c:pt idx="119">
                  <c:v>52.572402794840691</c:v>
                </c:pt>
                <c:pt idx="120">
                  <c:v>52.553139905245132</c:v>
                </c:pt>
                <c:pt idx="121">
                  <c:v>52.536124972376676</c:v>
                </c:pt>
                <c:pt idx="122">
                  <c:v>52.523376738776399</c:v>
                </c:pt>
                <c:pt idx="123">
                  <c:v>52.501291942813587</c:v>
                </c:pt>
                <c:pt idx="124">
                  <c:v>52.475593534319415</c:v>
                </c:pt>
                <c:pt idx="125">
                  <c:v>52.455873953284673</c:v>
                </c:pt>
                <c:pt idx="126">
                  <c:v>52.444633773506645</c:v>
                </c:pt>
                <c:pt idx="127">
                  <c:v>52.444489211940784</c:v>
                </c:pt>
                <c:pt idx="128">
                  <c:v>52.452752380298818</c:v>
                </c:pt>
                <c:pt idx="129">
                  <c:v>52.443314771108213</c:v>
                </c:pt>
                <c:pt idx="130">
                  <c:v>52.435291787038139</c:v>
                </c:pt>
                <c:pt idx="131">
                  <c:v>52.431153041820345</c:v>
                </c:pt>
                <c:pt idx="132">
                  <c:v>52.419774943482643</c:v>
                </c:pt>
                <c:pt idx="133">
                  <c:v>52.42392027076162</c:v>
                </c:pt>
                <c:pt idx="134">
                  <c:v>52.424825365118515</c:v>
                </c:pt>
                <c:pt idx="135">
                  <c:v>52.419541798343438</c:v>
                </c:pt>
                <c:pt idx="136">
                  <c:v>52.402180667340552</c:v>
                </c:pt>
                <c:pt idx="137">
                  <c:v>52.393066401905287</c:v>
                </c:pt>
                <c:pt idx="138">
                  <c:v>52.402097995433266</c:v>
                </c:pt>
                <c:pt idx="139">
                  <c:v>52.434893419974387</c:v>
                </c:pt>
                <c:pt idx="140">
                  <c:v>52.464158147671469</c:v>
                </c:pt>
                <c:pt idx="141">
                  <c:v>52.490433187386287</c:v>
                </c:pt>
                <c:pt idx="142">
                  <c:v>52.482909403900507</c:v>
                </c:pt>
                <c:pt idx="143">
                  <c:v>52.512833190945472</c:v>
                </c:pt>
                <c:pt idx="144">
                  <c:v>52.559032861184207</c:v>
                </c:pt>
                <c:pt idx="145">
                  <c:v>52.585222943553831</c:v>
                </c:pt>
                <c:pt idx="146">
                  <c:v>52.592057256131284</c:v>
                </c:pt>
                <c:pt idx="147">
                  <c:v>52.615526143764157</c:v>
                </c:pt>
                <c:pt idx="148">
                  <c:v>52.639577178141167</c:v>
                </c:pt>
                <c:pt idx="149">
                  <c:v>52.668291541917306</c:v>
                </c:pt>
                <c:pt idx="150">
                  <c:v>52.677768003552366</c:v>
                </c:pt>
                <c:pt idx="151">
                  <c:v>52.702637346590741</c:v>
                </c:pt>
                <c:pt idx="152">
                  <c:v>52.722543206051299</c:v>
                </c:pt>
                <c:pt idx="153">
                  <c:v>52.742565409537676</c:v>
                </c:pt>
                <c:pt idx="154">
                  <c:v>52.765702939146287</c:v>
                </c:pt>
                <c:pt idx="155">
                  <c:v>52.791207694868319</c:v>
                </c:pt>
                <c:pt idx="156">
                  <c:v>52.808341592398058</c:v>
                </c:pt>
                <c:pt idx="157">
                  <c:v>52.822176658377735</c:v>
                </c:pt>
                <c:pt idx="158">
                  <c:v>52.829855546916264</c:v>
                </c:pt>
                <c:pt idx="159">
                  <c:v>52.84786766205309</c:v>
                </c:pt>
                <c:pt idx="160">
                  <c:v>52.847576040175923</c:v>
                </c:pt>
                <c:pt idx="161">
                  <c:v>52.836590945741023</c:v>
                </c:pt>
                <c:pt idx="162">
                  <c:v>52.834227681053306</c:v>
                </c:pt>
                <c:pt idx="163">
                  <c:v>52.847605964176282</c:v>
                </c:pt>
                <c:pt idx="164">
                  <c:v>52.856026309717421</c:v>
                </c:pt>
                <c:pt idx="165">
                  <c:v>52.855103358472334</c:v>
                </c:pt>
                <c:pt idx="166">
                  <c:v>52.855876202155578</c:v>
                </c:pt>
                <c:pt idx="167">
                  <c:v>52.855649608605049</c:v>
                </c:pt>
                <c:pt idx="168">
                  <c:v>52.834895943097834</c:v>
                </c:pt>
                <c:pt idx="169">
                  <c:v>52.816704405848917</c:v>
                </c:pt>
                <c:pt idx="170">
                  <c:v>52.786354704595269</c:v>
                </c:pt>
                <c:pt idx="171">
                  <c:v>52.77880459286478</c:v>
                </c:pt>
                <c:pt idx="172">
                  <c:v>52.773178576073455</c:v>
                </c:pt>
                <c:pt idx="173">
                  <c:v>52.77227104391612</c:v>
                </c:pt>
                <c:pt idx="174">
                  <c:v>52.771038613905674</c:v>
                </c:pt>
                <c:pt idx="175">
                  <c:v>52.76657433091215</c:v>
                </c:pt>
                <c:pt idx="176">
                  <c:v>52.770605294878166</c:v>
                </c:pt>
                <c:pt idx="177">
                  <c:v>52.768186935900594</c:v>
                </c:pt>
                <c:pt idx="178">
                  <c:v>52.780120700375193</c:v>
                </c:pt>
                <c:pt idx="179">
                  <c:v>52.78918389389132</c:v>
                </c:pt>
                <c:pt idx="180">
                  <c:v>52.787446046905472</c:v>
                </c:pt>
                <c:pt idx="181">
                  <c:v>52.793942724122537</c:v>
                </c:pt>
                <c:pt idx="182">
                  <c:v>52.8232660504476</c:v>
                </c:pt>
                <c:pt idx="183">
                  <c:v>52.838817937384363</c:v>
                </c:pt>
                <c:pt idx="184">
                  <c:v>52.856375037069803</c:v>
                </c:pt>
                <c:pt idx="185">
                  <c:v>52.881711889286805</c:v>
                </c:pt>
                <c:pt idx="186">
                  <c:v>52.906283272166888</c:v>
                </c:pt>
                <c:pt idx="187">
                  <c:v>52.927281327167812</c:v>
                </c:pt>
                <c:pt idx="188">
                  <c:v>52.94390718708668</c:v>
                </c:pt>
                <c:pt idx="189">
                  <c:v>52.953147730584533</c:v>
                </c:pt>
                <c:pt idx="190">
                  <c:v>52.942381367793757</c:v>
                </c:pt>
                <c:pt idx="191">
                  <c:v>52.928482248607622</c:v>
                </c:pt>
                <c:pt idx="192">
                  <c:v>52.910009572023412</c:v>
                </c:pt>
                <c:pt idx="193">
                  <c:v>52.895787444279499</c:v>
                </c:pt>
                <c:pt idx="194">
                  <c:v>52.892358982691249</c:v>
                </c:pt>
                <c:pt idx="195">
                  <c:v>52.898658380908024</c:v>
                </c:pt>
                <c:pt idx="196">
                  <c:v>52.913787675139204</c:v>
                </c:pt>
                <c:pt idx="197">
                  <c:v>52.937202992107501</c:v>
                </c:pt>
                <c:pt idx="198">
                  <c:v>52.96371821611028</c:v>
                </c:pt>
                <c:pt idx="199">
                  <c:v>52.987715314152638</c:v>
                </c:pt>
                <c:pt idx="200">
                  <c:v>53.01415313799157</c:v>
                </c:pt>
                <c:pt idx="201">
                  <c:v>53.047234333688806</c:v>
                </c:pt>
                <c:pt idx="202">
                  <c:v>53.083212733314262</c:v>
                </c:pt>
                <c:pt idx="203">
                  <c:v>53.136088624772171</c:v>
                </c:pt>
                <c:pt idx="204">
                  <c:v>53.191454485595465</c:v>
                </c:pt>
                <c:pt idx="205">
                  <c:v>53.239030355125358</c:v>
                </c:pt>
                <c:pt idx="206">
                  <c:v>53.268170480747656</c:v>
                </c:pt>
                <c:pt idx="207">
                  <c:v>53.270656183962274</c:v>
                </c:pt>
                <c:pt idx="208">
                  <c:v>53.254651292759476</c:v>
                </c:pt>
                <c:pt idx="209">
                  <c:v>53.20545282325935</c:v>
                </c:pt>
                <c:pt idx="210">
                  <c:v>53.132365372166191</c:v>
                </c:pt>
                <c:pt idx="211">
                  <c:v>53.065360720721067</c:v>
                </c:pt>
                <c:pt idx="212">
                  <c:v>53.012381344634647</c:v>
                </c:pt>
                <c:pt idx="213">
                  <c:v>52.972103822995209</c:v>
                </c:pt>
                <c:pt idx="214">
                  <c:v>52.971085066192984</c:v>
                </c:pt>
                <c:pt idx="215">
                  <c:v>52.988905692105561</c:v>
                </c:pt>
                <c:pt idx="216">
                  <c:v>52.992037717160784</c:v>
                </c:pt>
                <c:pt idx="217">
                  <c:v>52.989776108751251</c:v>
                </c:pt>
                <c:pt idx="218">
                  <c:v>52.989713822950108</c:v>
                </c:pt>
                <c:pt idx="219">
                  <c:v>52.986760122996785</c:v>
                </c:pt>
                <c:pt idx="220">
                  <c:v>53.016428276193523</c:v>
                </c:pt>
                <c:pt idx="221">
                  <c:v>53.039300146499613</c:v>
                </c:pt>
                <c:pt idx="222">
                  <c:v>53.067427122260689</c:v>
                </c:pt>
                <c:pt idx="223">
                  <c:v>53.085657481481554</c:v>
                </c:pt>
                <c:pt idx="224">
                  <c:v>53.09701677828339</c:v>
                </c:pt>
                <c:pt idx="225">
                  <c:v>53.095599562999894</c:v>
                </c:pt>
                <c:pt idx="226">
                  <c:v>53.107715553057083</c:v>
                </c:pt>
                <c:pt idx="227">
                  <c:v>53.126788659888689</c:v>
                </c:pt>
                <c:pt idx="228">
                  <c:v>53.127120200747989</c:v>
                </c:pt>
                <c:pt idx="229">
                  <c:v>53.112282406503951</c:v>
                </c:pt>
                <c:pt idx="230">
                  <c:v>53.11407418982445</c:v>
                </c:pt>
                <c:pt idx="231">
                  <c:v>53.128864812630049</c:v>
                </c:pt>
                <c:pt idx="232">
                  <c:v>53.129411976937924</c:v>
                </c:pt>
                <c:pt idx="233">
                  <c:v>53.135899329568311</c:v>
                </c:pt>
                <c:pt idx="234">
                  <c:v>53.131108198481321</c:v>
                </c:pt>
                <c:pt idx="235">
                  <c:v>53.102514262046725</c:v>
                </c:pt>
                <c:pt idx="236">
                  <c:v>53.078776789750805</c:v>
                </c:pt>
                <c:pt idx="237">
                  <c:v>53.054333452338625</c:v>
                </c:pt>
                <c:pt idx="238">
                  <c:v>53.023216270562692</c:v>
                </c:pt>
                <c:pt idx="239">
                  <c:v>52.982800647528549</c:v>
                </c:pt>
                <c:pt idx="240">
                  <c:v>52.941284784212606</c:v>
                </c:pt>
                <c:pt idx="241">
                  <c:v>52.891923774368408</c:v>
                </c:pt>
                <c:pt idx="242">
                  <c:v>52.860837065097925</c:v>
                </c:pt>
                <c:pt idx="243">
                  <c:v>52.866082236516128</c:v>
                </c:pt>
                <c:pt idx="244">
                  <c:v>52.863767118387024</c:v>
                </c:pt>
                <c:pt idx="245">
                  <c:v>52.864875220575229</c:v>
                </c:pt>
                <c:pt idx="246">
                  <c:v>52.86413760310829</c:v>
                </c:pt>
                <c:pt idx="247">
                  <c:v>52.881549470832752</c:v>
                </c:pt>
                <c:pt idx="248">
                  <c:v>52.910466903385213</c:v>
                </c:pt>
                <c:pt idx="249">
                  <c:v>52.925630997217617</c:v>
                </c:pt>
                <c:pt idx="250">
                  <c:v>52.923532477657254</c:v>
                </c:pt>
                <c:pt idx="251">
                  <c:v>52.978520113742896</c:v>
                </c:pt>
                <c:pt idx="252">
                  <c:v>53.005850111596409</c:v>
                </c:pt>
                <c:pt idx="253">
                  <c:v>53.011231556058988</c:v>
                </c:pt>
                <c:pt idx="254">
                  <c:v>53.009817753696105</c:v>
                </c:pt>
                <c:pt idx="255">
                  <c:v>53.008264326313238</c:v>
                </c:pt>
                <c:pt idx="256">
                  <c:v>53.019123691190657</c:v>
                </c:pt>
                <c:pt idx="257">
                  <c:v>53.012767675058754</c:v>
                </c:pt>
                <c:pt idx="258">
                  <c:v>53.006393131643541</c:v>
                </c:pt>
                <c:pt idx="259">
                  <c:v>53</c:v>
                </c:pt>
                <c:pt idx="260">
                  <c:v>52.979231342020107</c:v>
                </c:pt>
                <c:pt idx="261">
                  <c:v>52.911876500542348</c:v>
                </c:pt>
                <c:pt idx="262">
                  <c:v>52.926171396629279</c:v>
                </c:pt>
                <c:pt idx="263">
                  <c:v>52.945207387949246</c:v>
                </c:pt>
                <c:pt idx="264">
                  <c:v>52.922969711426589</c:v>
                </c:pt>
                <c:pt idx="265">
                  <c:v>52.908739477996228</c:v>
                </c:pt>
                <c:pt idx="266">
                  <c:v>52.922245684697081</c:v>
                </c:pt>
                <c:pt idx="267">
                  <c:v>52.902477134346086</c:v>
                </c:pt>
                <c:pt idx="268">
                  <c:v>52.868203671400593</c:v>
                </c:pt>
                <c:pt idx="269">
                  <c:v>52.838993093345692</c:v>
                </c:pt>
                <c:pt idx="270">
                  <c:v>52.825722317221953</c:v>
                </c:pt>
                <c:pt idx="271">
                  <c:v>52.813145826662392</c:v>
                </c:pt>
                <c:pt idx="272">
                  <c:v>52.795295276749464</c:v>
                </c:pt>
                <c:pt idx="273">
                  <c:v>52.778858772979468</c:v>
                </c:pt>
                <c:pt idx="274">
                  <c:v>52.795532901346967</c:v>
                </c:pt>
                <c:pt idx="275">
                  <c:v>52.809785867266399</c:v>
                </c:pt>
                <c:pt idx="276">
                  <c:v>52.796686102843239</c:v>
                </c:pt>
                <c:pt idx="277">
                  <c:v>52.763224975948049</c:v>
                </c:pt>
                <c:pt idx="278">
                  <c:v>52.847834507967157</c:v>
                </c:pt>
                <c:pt idx="279">
                  <c:v>52.903632773642791</c:v>
                </c:pt>
                <c:pt idx="280">
                  <c:v>52.89078751558516</c:v>
                </c:pt>
                <c:pt idx="281">
                  <c:v>52.936533206437694</c:v>
                </c:pt>
                <c:pt idx="282">
                  <c:v>53.042930518908982</c:v>
                </c:pt>
                <c:pt idx="283">
                  <c:v>53.112005959934507</c:v>
                </c:pt>
                <c:pt idx="284">
                  <c:v>53.134207252285648</c:v>
                </c:pt>
                <c:pt idx="285">
                  <c:v>53.087810668716692</c:v>
                </c:pt>
                <c:pt idx="286">
                  <c:v>53.033260983479394</c:v>
                </c:pt>
                <c:pt idx="287">
                  <c:v>53.246389830861744</c:v>
                </c:pt>
                <c:pt idx="288">
                  <c:v>53.361860270885948</c:v>
                </c:pt>
                <c:pt idx="289">
                  <c:v>53.450168372781619</c:v>
                </c:pt>
                <c:pt idx="290">
                  <c:v>53.486925040196283</c:v>
                </c:pt>
                <c:pt idx="291">
                  <c:v>53.581976951328215</c:v>
                </c:pt>
                <c:pt idx="292">
                  <c:v>53.591522280825586</c:v>
                </c:pt>
                <c:pt idx="293">
                  <c:v>53.518046975683063</c:v>
                </c:pt>
                <c:pt idx="294">
                  <c:v>53.671314536348028</c:v>
                </c:pt>
                <c:pt idx="295">
                  <c:v>53.722421925479608</c:v>
                </c:pt>
                <c:pt idx="296">
                  <c:v>53.813163683550584</c:v>
                </c:pt>
                <c:pt idx="297">
                  <c:v>53.923291562029156</c:v>
                </c:pt>
                <c:pt idx="298">
                  <c:v>53.950629543679106</c:v>
                </c:pt>
                <c:pt idx="299">
                  <c:v>53.971866198397706</c:v>
                </c:pt>
                <c:pt idx="300">
                  <c:v>54.02965096670367</c:v>
                </c:pt>
                <c:pt idx="301">
                  <c:v>53.990917365025389</c:v>
                </c:pt>
                <c:pt idx="302">
                  <c:v>53.86975076050232</c:v>
                </c:pt>
                <c:pt idx="303">
                  <c:v>53.93828866653169</c:v>
                </c:pt>
                <c:pt idx="304">
                  <c:v>54.100615824957153</c:v>
                </c:pt>
                <c:pt idx="305">
                  <c:v>54.222561184829516</c:v>
                </c:pt>
                <c:pt idx="306">
                  <c:v>54.25725230393472</c:v>
                </c:pt>
                <c:pt idx="307">
                  <c:v>54.245693473167194</c:v>
                </c:pt>
                <c:pt idx="308">
                  <c:v>54.243971410939167</c:v>
                </c:pt>
                <c:pt idx="309">
                  <c:v>54.22467256378718</c:v>
                </c:pt>
                <c:pt idx="310">
                  <c:v>54.222636269082948</c:v>
                </c:pt>
                <c:pt idx="311">
                  <c:v>54.128018895878739</c:v>
                </c:pt>
                <c:pt idx="312">
                  <c:v>54.103980233338945</c:v>
                </c:pt>
                <c:pt idx="313">
                  <c:v>54.226084294019699</c:v>
                </c:pt>
                <c:pt idx="314">
                  <c:v>54.215796776179566</c:v>
                </c:pt>
                <c:pt idx="315">
                  <c:v>54.224320545404211</c:v>
                </c:pt>
                <c:pt idx="316">
                  <c:v>54.202800862054985</c:v>
                </c:pt>
                <c:pt idx="317">
                  <c:v>54.200516886826456</c:v>
                </c:pt>
                <c:pt idx="318">
                  <c:v>54.229047440449712</c:v>
                </c:pt>
                <c:pt idx="319">
                  <c:v>54.230705388526275</c:v>
                </c:pt>
                <c:pt idx="320">
                  <c:v>54.210087691338387</c:v>
                </c:pt>
                <c:pt idx="321">
                  <c:v>54.281487696969705</c:v>
                </c:pt>
                <c:pt idx="322">
                  <c:v>54.337123909861354</c:v>
                </c:pt>
                <c:pt idx="323">
                  <c:v>54.386135887628129</c:v>
                </c:pt>
                <c:pt idx="324">
                  <c:v>54.440046625371139</c:v>
                </c:pt>
                <c:pt idx="325">
                  <c:v>54.482088200351114</c:v>
                </c:pt>
                <c:pt idx="326">
                  <c:v>54.517247620920081</c:v>
                </c:pt>
                <c:pt idx="327">
                  <c:v>54.540072746402807</c:v>
                </c:pt>
                <c:pt idx="328">
                  <c:v>54.559420593343567</c:v>
                </c:pt>
                <c:pt idx="329">
                  <c:v>54.551890959136735</c:v>
                </c:pt>
                <c:pt idx="330">
                  <c:v>54.557285323941635</c:v>
                </c:pt>
                <c:pt idx="331">
                  <c:v>54.564078011076631</c:v>
                </c:pt>
                <c:pt idx="332">
                  <c:v>54.546381773931309</c:v>
                </c:pt>
                <c:pt idx="333">
                  <c:v>54.511339124003229</c:v>
                </c:pt>
                <c:pt idx="334">
                  <c:v>54.468984535447262</c:v>
                </c:pt>
                <c:pt idx="335">
                  <c:v>54.417229057069761</c:v>
                </c:pt>
                <c:pt idx="336">
                  <c:v>54.364428737425371</c:v>
                </c:pt>
                <c:pt idx="337">
                  <c:v>54.32652581624567</c:v>
                </c:pt>
                <c:pt idx="338">
                  <c:v>54.296534045041042</c:v>
                </c:pt>
                <c:pt idx="339">
                  <c:v>54.25788052510709</c:v>
                </c:pt>
                <c:pt idx="340">
                  <c:v>54.209494330712253</c:v>
                </c:pt>
                <c:pt idx="341">
                  <c:v>54.192100624601039</c:v>
                </c:pt>
                <c:pt idx="342">
                  <c:v>54.197921116922153</c:v>
                </c:pt>
                <c:pt idx="343">
                  <c:v>54.18943172068365</c:v>
                </c:pt>
                <c:pt idx="344">
                  <c:v>54.252937153382867</c:v>
                </c:pt>
                <c:pt idx="345">
                  <c:v>54.331095960723133</c:v>
                </c:pt>
                <c:pt idx="346">
                  <c:v>54.397836598381033</c:v>
                </c:pt>
                <c:pt idx="347">
                  <c:v>54.480800554160794</c:v>
                </c:pt>
                <c:pt idx="348">
                  <c:v>54.545883975082269</c:v>
                </c:pt>
                <c:pt idx="349">
                  <c:v>54.547211113639648</c:v>
                </c:pt>
                <c:pt idx="350">
                  <c:v>54.520012086614557</c:v>
                </c:pt>
                <c:pt idx="351">
                  <c:v>54.584719354928758</c:v>
                </c:pt>
                <c:pt idx="352">
                  <c:v>54.611723114138911</c:v>
                </c:pt>
                <c:pt idx="353">
                  <c:v>54.608521794606283</c:v>
                </c:pt>
                <c:pt idx="354">
                  <c:v>54.566631607033401</c:v>
                </c:pt>
                <c:pt idx="355">
                  <c:v>54.510262835110716</c:v>
                </c:pt>
                <c:pt idx="356">
                  <c:v>54.496860295873397</c:v>
                </c:pt>
                <c:pt idx="357">
                  <c:v>54.516182545909572</c:v>
                </c:pt>
                <c:pt idx="358">
                  <c:v>54.474427412480829</c:v>
                </c:pt>
                <c:pt idx="359">
                  <c:v>54.481070418669063</c:v>
                </c:pt>
                <c:pt idx="360">
                  <c:v>54.527227732125219</c:v>
                </c:pt>
                <c:pt idx="361">
                  <c:v>54.506985943764576</c:v>
                </c:pt>
                <c:pt idx="362">
                  <c:v>54.475964201875712</c:v>
                </c:pt>
                <c:pt idx="363">
                  <c:v>54.410708428463415</c:v>
                </c:pt>
                <c:pt idx="364">
                  <c:v>54.35644445343722</c:v>
                </c:pt>
                <c:pt idx="365">
                  <c:v>54.298886766241871</c:v>
                </c:pt>
                <c:pt idx="366">
                  <c:v>54.212783654840614</c:v>
                </c:pt>
                <c:pt idx="367">
                  <c:v>54.108800983701229</c:v>
                </c:pt>
                <c:pt idx="368">
                  <c:v>54.027241079082607</c:v>
                </c:pt>
                <c:pt idx="369">
                  <c:v>53.972382158859993</c:v>
                </c:pt>
                <c:pt idx="370">
                  <c:v>53.884495918329783</c:v>
                </c:pt>
                <c:pt idx="371">
                  <c:v>53.806283357489903</c:v>
                </c:pt>
                <c:pt idx="372">
                  <c:v>53.727038875725441</c:v>
                </c:pt>
                <c:pt idx="373">
                  <c:v>53.641690873009246</c:v>
                </c:pt>
                <c:pt idx="374">
                  <c:v>53.554096559081252</c:v>
                </c:pt>
                <c:pt idx="375">
                  <c:v>53.448778095192935</c:v>
                </c:pt>
                <c:pt idx="376">
                  <c:v>53.368852857656712</c:v>
                </c:pt>
                <c:pt idx="377">
                  <c:v>53.291413201445081</c:v>
                </c:pt>
                <c:pt idx="378">
                  <c:v>53.205116406799171</c:v>
                </c:pt>
                <c:pt idx="379">
                  <c:v>53.122183532974972</c:v>
                </c:pt>
                <c:pt idx="380">
                  <c:v>53.003126600949258</c:v>
                </c:pt>
                <c:pt idx="381">
                  <c:v>52.842227262239192</c:v>
                </c:pt>
                <c:pt idx="382">
                  <c:v>52.71914972689931</c:v>
                </c:pt>
                <c:pt idx="383">
                  <c:v>52.588256298636402</c:v>
                </c:pt>
                <c:pt idx="384">
                  <c:v>52.52108453597139</c:v>
                </c:pt>
                <c:pt idx="385">
                  <c:v>52.469512837274259</c:v>
                </c:pt>
                <c:pt idx="386">
                  <c:v>52.417091321345126</c:v>
                </c:pt>
                <c:pt idx="387">
                  <c:v>52.380516483370485</c:v>
                </c:pt>
                <c:pt idx="388">
                  <c:v>52.342385414542477</c:v>
                </c:pt>
                <c:pt idx="389">
                  <c:v>52.307061137719025</c:v>
                </c:pt>
                <c:pt idx="390">
                  <c:v>52.265147425371921</c:v>
                </c:pt>
                <c:pt idx="391">
                  <c:v>52.23549246677004</c:v>
                </c:pt>
                <c:pt idx="392">
                  <c:v>52.237918855252794</c:v>
                </c:pt>
                <c:pt idx="393">
                  <c:v>52.228419706837435</c:v>
                </c:pt>
                <c:pt idx="394">
                  <c:v>52.223203804260713</c:v>
                </c:pt>
                <c:pt idx="395">
                  <c:v>52.22565059408587</c:v>
                </c:pt>
                <c:pt idx="396">
                  <c:v>52.214570014055141</c:v>
                </c:pt>
                <c:pt idx="397">
                  <c:v>52.205794892369283</c:v>
                </c:pt>
                <c:pt idx="398">
                  <c:v>52.188331236621806</c:v>
                </c:pt>
                <c:pt idx="399">
                  <c:v>52.163690955406899</c:v>
                </c:pt>
                <c:pt idx="400">
                  <c:v>52.176224235953725</c:v>
                </c:pt>
                <c:pt idx="401">
                  <c:v>52.170494566935112</c:v>
                </c:pt>
                <c:pt idx="402">
                  <c:v>52.16215431837454</c:v>
                </c:pt>
                <c:pt idx="403">
                  <c:v>52.151788120525339</c:v>
                </c:pt>
                <c:pt idx="404">
                  <c:v>52.149976438658783</c:v>
                </c:pt>
                <c:pt idx="405">
                  <c:v>52.136280875809057</c:v>
                </c:pt>
                <c:pt idx="406">
                  <c:v>52.120913850326609</c:v>
                </c:pt>
                <c:pt idx="407">
                  <c:v>52.111431804604933</c:v>
                </c:pt>
                <c:pt idx="408">
                  <c:v>52.102410480311285</c:v>
                </c:pt>
                <c:pt idx="409">
                  <c:v>52.107742079373075</c:v>
                </c:pt>
                <c:pt idx="410">
                  <c:v>52.097412311404142</c:v>
                </c:pt>
                <c:pt idx="411">
                  <c:v>52.090364607489143</c:v>
                </c:pt>
                <c:pt idx="412">
                  <c:v>52.098893640839108</c:v>
                </c:pt>
                <c:pt idx="413">
                  <c:v>52.089571735751697</c:v>
                </c:pt>
                <c:pt idx="414">
                  <c:v>52.089149981040009</c:v>
                </c:pt>
                <c:pt idx="415">
                  <c:v>52.076440180887232</c:v>
                </c:pt>
                <c:pt idx="416">
                  <c:v>52.064413665724175</c:v>
                </c:pt>
                <c:pt idx="417">
                  <c:v>52.05728413551391</c:v>
                </c:pt>
                <c:pt idx="418">
                  <c:v>52.046658609025201</c:v>
                </c:pt>
                <c:pt idx="419">
                  <c:v>52.053672332287555</c:v>
                </c:pt>
                <c:pt idx="420">
                  <c:v>52.056716409882988</c:v>
                </c:pt>
                <c:pt idx="421">
                  <c:v>52.057711779037284</c:v>
                </c:pt>
                <c:pt idx="422">
                  <c:v>52.052897942124666</c:v>
                </c:pt>
                <c:pt idx="423">
                  <c:v>52.040281212621665</c:v>
                </c:pt>
                <c:pt idx="424">
                  <c:v>52.039967361051772</c:v>
                </c:pt>
                <c:pt idx="425">
                  <c:v>52.027704510659099</c:v>
                </c:pt>
                <c:pt idx="426">
                  <c:v>52.008819243016951</c:v>
                </c:pt>
                <c:pt idx="427">
                  <c:v>52.008705599616938</c:v>
                </c:pt>
                <c:pt idx="428">
                  <c:v>52.044800288989052</c:v>
                </c:pt>
                <c:pt idx="429">
                  <c:v>52.039794109622036</c:v>
                </c:pt>
                <c:pt idx="430">
                  <c:v>52.041059769899675</c:v>
                </c:pt>
                <c:pt idx="431">
                  <c:v>52.039586378552379</c:v>
                </c:pt>
                <c:pt idx="432">
                  <c:v>52.033247362269456</c:v>
                </c:pt>
                <c:pt idx="433">
                  <c:v>52.042986912089383</c:v>
                </c:pt>
                <c:pt idx="434">
                  <c:v>52.062290562470039</c:v>
                </c:pt>
                <c:pt idx="435">
                  <c:v>52.118835252166683</c:v>
                </c:pt>
                <c:pt idx="436">
                  <c:v>52.044483115916073</c:v>
                </c:pt>
                <c:pt idx="437">
                  <c:v>51.960153359587629</c:v>
                </c:pt>
                <c:pt idx="438">
                  <c:v>52.075943997080977</c:v>
                </c:pt>
                <c:pt idx="439">
                  <c:v>52.170624440753343</c:v>
                </c:pt>
                <c:pt idx="440">
                  <c:v>52.173680421671214</c:v>
                </c:pt>
                <c:pt idx="441">
                  <c:v>52.1595275884047</c:v>
                </c:pt>
                <c:pt idx="442">
                  <c:v>52.075996440262855</c:v>
                </c:pt>
                <c:pt idx="443">
                  <c:v>52.099219948045594</c:v>
                </c:pt>
                <c:pt idx="444">
                  <c:v>52.120829311978362</c:v>
                </c:pt>
                <c:pt idx="445">
                  <c:v>52.147664276362711</c:v>
                </c:pt>
                <c:pt idx="446">
                  <c:v>52.172723417401286</c:v>
                </c:pt>
                <c:pt idx="447">
                  <c:v>52.171660185977359</c:v>
                </c:pt>
                <c:pt idx="448">
                  <c:v>52.156012767736001</c:v>
                </c:pt>
                <c:pt idx="449">
                  <c:v>52.153900413658164</c:v>
                </c:pt>
                <c:pt idx="450">
                  <c:v>52.148290257805925</c:v>
                </c:pt>
                <c:pt idx="451">
                  <c:v>52.120995783275639</c:v>
                </c:pt>
                <c:pt idx="452">
                  <c:v>52.145676707194696</c:v>
                </c:pt>
                <c:pt idx="453">
                  <c:v>52.162005947745506</c:v>
                </c:pt>
                <c:pt idx="454">
                  <c:v>52.147517886446522</c:v>
                </c:pt>
                <c:pt idx="455">
                  <c:v>52.144534689107921</c:v>
                </c:pt>
                <c:pt idx="456">
                  <c:v>52.16906194780011</c:v>
                </c:pt>
                <c:pt idx="457">
                  <c:v>52.186452911385835</c:v>
                </c:pt>
                <c:pt idx="458">
                  <c:v>52.185565811043404</c:v>
                </c:pt>
                <c:pt idx="459">
                  <c:v>52.174625465482755</c:v>
                </c:pt>
                <c:pt idx="460">
                  <c:v>52.17563463868202</c:v>
                </c:pt>
                <c:pt idx="461">
                  <c:v>52.185811906997422</c:v>
                </c:pt>
                <c:pt idx="462">
                  <c:v>52.188330444336664</c:v>
                </c:pt>
                <c:pt idx="463">
                  <c:v>52.184652763362593</c:v>
                </c:pt>
                <c:pt idx="464">
                  <c:v>52.18406504014996</c:v>
                </c:pt>
                <c:pt idx="465">
                  <c:v>52.19096087671592</c:v>
                </c:pt>
                <c:pt idx="466">
                  <c:v>52.211915584577838</c:v>
                </c:pt>
                <c:pt idx="467">
                  <c:v>52.230480166238486</c:v>
                </c:pt>
                <c:pt idx="468">
                  <c:v>52.22489577488961</c:v>
                </c:pt>
                <c:pt idx="469">
                  <c:v>52.233436974387374</c:v>
                </c:pt>
                <c:pt idx="470">
                  <c:v>52.250533466916671</c:v>
                </c:pt>
                <c:pt idx="471">
                  <c:v>52.245004185093897</c:v>
                </c:pt>
                <c:pt idx="472">
                  <c:v>52.237495150300759</c:v>
                </c:pt>
                <c:pt idx="473">
                  <c:v>52.240673249784223</c:v>
                </c:pt>
                <c:pt idx="474">
                  <c:v>52.236454956090945</c:v>
                </c:pt>
                <c:pt idx="475">
                  <c:v>52.243728468889458</c:v>
                </c:pt>
                <c:pt idx="476">
                  <c:v>52.254447385989252</c:v>
                </c:pt>
                <c:pt idx="477">
                  <c:v>52.261900793223695</c:v>
                </c:pt>
                <c:pt idx="478">
                  <c:v>52.266807171326299</c:v>
                </c:pt>
                <c:pt idx="479">
                  <c:v>52.271480678542247</c:v>
                </c:pt>
                <c:pt idx="480">
                  <c:v>52.281360839929512</c:v>
                </c:pt>
                <c:pt idx="481">
                  <c:v>52.284630265511815</c:v>
                </c:pt>
                <c:pt idx="482">
                  <c:v>52.287399058302071</c:v>
                </c:pt>
                <c:pt idx="483">
                  <c:v>52.293053109798407</c:v>
                </c:pt>
                <c:pt idx="484">
                  <c:v>52.300285758967114</c:v>
                </c:pt>
                <c:pt idx="485">
                  <c:v>52.299714155709871</c:v>
                </c:pt>
                <c:pt idx="486">
                  <c:v>52.307944535652041</c:v>
                </c:pt>
                <c:pt idx="487">
                  <c:v>52.311530204895909</c:v>
                </c:pt>
                <c:pt idx="488">
                  <c:v>52.311449544173982</c:v>
                </c:pt>
                <c:pt idx="489">
                  <c:v>52.321904173233996</c:v>
                </c:pt>
                <c:pt idx="490">
                  <c:v>52.321951100892392</c:v>
                </c:pt>
                <c:pt idx="491">
                  <c:v>52.31546380920701</c:v>
                </c:pt>
                <c:pt idx="492">
                  <c:v>52.327252585500673</c:v>
                </c:pt>
                <c:pt idx="493">
                  <c:v>52.342561728459017</c:v>
                </c:pt>
                <c:pt idx="494">
                  <c:v>52.351410426009281</c:v>
                </c:pt>
                <c:pt idx="495">
                  <c:v>52.34855186121797</c:v>
                </c:pt>
                <c:pt idx="496">
                  <c:v>52.338027297757939</c:v>
                </c:pt>
                <c:pt idx="497">
                  <c:v>52.326608579570475</c:v>
                </c:pt>
                <c:pt idx="498">
                  <c:v>52.322896205648945</c:v>
                </c:pt>
                <c:pt idx="499">
                  <c:v>52.342283880154319</c:v>
                </c:pt>
                <c:pt idx="500">
                  <c:v>52.345681594984569</c:v>
                </c:pt>
                <c:pt idx="501">
                  <c:v>52.351472437557874</c:v>
                </c:pt>
                <c:pt idx="502">
                  <c:v>52.351802485264407</c:v>
                </c:pt>
                <c:pt idx="503">
                  <c:v>52.354777150301487</c:v>
                </c:pt>
                <c:pt idx="504">
                  <c:v>52.353272021839764</c:v>
                </c:pt>
                <c:pt idx="505">
                  <c:v>52.354396396345884</c:v>
                </c:pt>
                <c:pt idx="506">
                  <c:v>52.358325978286267</c:v>
                </c:pt>
                <c:pt idx="507">
                  <c:v>52.363935844649703</c:v>
                </c:pt>
                <c:pt idx="508">
                  <c:v>52.365177385939276</c:v>
                </c:pt>
                <c:pt idx="509">
                  <c:v>52.378144930161284</c:v>
                </c:pt>
                <c:pt idx="510">
                  <c:v>52.388656756114031</c:v>
                </c:pt>
                <c:pt idx="511">
                  <c:v>52.385467808418625</c:v>
                </c:pt>
                <c:pt idx="512">
                  <c:v>52.384313388022136</c:v>
                </c:pt>
                <c:pt idx="513">
                  <c:v>52.397751458200801</c:v>
                </c:pt>
                <c:pt idx="514">
                  <c:v>52.419428318733139</c:v>
                </c:pt>
                <c:pt idx="515">
                  <c:v>52.437478981589365</c:v>
                </c:pt>
                <c:pt idx="516">
                  <c:v>52.457609331997581</c:v>
                </c:pt>
                <c:pt idx="517">
                  <c:v>52.47194877888748</c:v>
                </c:pt>
                <c:pt idx="518">
                  <c:v>52.4759098693985</c:v>
                </c:pt>
                <c:pt idx="519">
                  <c:v>52.493710962435081</c:v>
                </c:pt>
                <c:pt idx="520">
                  <c:v>52.511931936124263</c:v>
                </c:pt>
                <c:pt idx="521">
                  <c:v>52.533076563876406</c:v>
                </c:pt>
                <c:pt idx="522">
                  <c:v>52.544328536514044</c:v>
                </c:pt>
                <c:pt idx="523">
                  <c:v>52.567889268278357</c:v>
                </c:pt>
                <c:pt idx="524">
                  <c:v>52.578078420870888</c:v>
                </c:pt>
                <c:pt idx="525">
                  <c:v>52.572283647344378</c:v>
                </c:pt>
                <c:pt idx="526">
                  <c:v>52.572198750944189</c:v>
                </c:pt>
                <c:pt idx="527">
                  <c:v>52.5733515867704</c:v>
                </c:pt>
                <c:pt idx="528">
                  <c:v>52.576724344618682</c:v>
                </c:pt>
                <c:pt idx="529">
                  <c:v>52.575849418042182</c:v>
                </c:pt>
                <c:pt idx="530">
                  <c:v>52.563222647848633</c:v>
                </c:pt>
                <c:pt idx="531">
                  <c:v>52.557516061752899</c:v>
                </c:pt>
                <c:pt idx="532">
                  <c:v>52.55893559294681</c:v>
                </c:pt>
                <c:pt idx="533">
                  <c:v>52.560948606656879</c:v>
                </c:pt>
                <c:pt idx="534">
                  <c:v>52.54695295057347</c:v>
                </c:pt>
                <c:pt idx="535">
                  <c:v>52.539248221350327</c:v>
                </c:pt>
                <c:pt idx="536">
                  <c:v>52.540286236775998</c:v>
                </c:pt>
                <c:pt idx="537">
                  <c:v>52.552776977705221</c:v>
                </c:pt>
                <c:pt idx="538">
                  <c:v>52.567481119540346</c:v>
                </c:pt>
                <c:pt idx="539">
                  <c:v>52.563026343968524</c:v>
                </c:pt>
                <c:pt idx="540">
                  <c:v>52.555974213922106</c:v>
                </c:pt>
                <c:pt idx="541">
                  <c:v>52.569545509894603</c:v>
                </c:pt>
                <c:pt idx="542">
                  <c:v>52.578215608090424</c:v>
                </c:pt>
                <c:pt idx="543">
                  <c:v>52.577172899898919</c:v>
                </c:pt>
                <c:pt idx="544">
                  <c:v>52.590490542736042</c:v>
                </c:pt>
                <c:pt idx="545">
                  <c:v>52.621761549719487</c:v>
                </c:pt>
                <c:pt idx="546">
                  <c:v>52.656372465190344</c:v>
                </c:pt>
                <c:pt idx="547">
                  <c:v>52.657510735158944</c:v>
                </c:pt>
                <c:pt idx="548">
                  <c:v>52.639099673980759</c:v>
                </c:pt>
                <c:pt idx="549">
                  <c:v>52.618712714604143</c:v>
                </c:pt>
                <c:pt idx="550">
                  <c:v>52.615182109177624</c:v>
                </c:pt>
                <c:pt idx="551">
                  <c:v>52.638126260266645</c:v>
                </c:pt>
                <c:pt idx="552">
                  <c:v>52.621360775327801</c:v>
                </c:pt>
                <c:pt idx="553">
                  <c:v>52.618781521521448</c:v>
                </c:pt>
                <c:pt idx="554">
                  <c:v>52.625032956014643</c:v>
                </c:pt>
                <c:pt idx="555">
                  <c:v>52.632395844671642</c:v>
                </c:pt>
                <c:pt idx="556">
                  <c:v>52.641606890784225</c:v>
                </c:pt>
                <c:pt idx="557">
                  <c:v>52.648765126094617</c:v>
                </c:pt>
                <c:pt idx="558">
                  <c:v>52.601316265967441</c:v>
                </c:pt>
                <c:pt idx="559">
                  <c:v>52.567704117335232</c:v>
                </c:pt>
                <c:pt idx="560">
                  <c:v>52.558382760752927</c:v>
                </c:pt>
                <c:pt idx="561">
                  <c:v>52.578327503130438</c:v>
                </c:pt>
                <c:pt idx="562">
                  <c:v>52.581565755339668</c:v>
                </c:pt>
                <c:pt idx="563">
                  <c:v>52.564603052345547</c:v>
                </c:pt>
                <c:pt idx="564">
                  <c:v>52.558932972311339</c:v>
                </c:pt>
                <c:pt idx="565">
                  <c:v>52.508742378978752</c:v>
                </c:pt>
                <c:pt idx="566">
                  <c:v>52.503163411735841</c:v>
                </c:pt>
                <c:pt idx="567">
                  <c:v>52.537220032332549</c:v>
                </c:pt>
                <c:pt idx="568">
                  <c:v>52.541344546890301</c:v>
                </c:pt>
                <c:pt idx="569">
                  <c:v>52.508678904749893</c:v>
                </c:pt>
                <c:pt idx="570">
                  <c:v>52.500576935945695</c:v>
                </c:pt>
                <c:pt idx="571">
                  <c:v>52.471994061030578</c:v>
                </c:pt>
                <c:pt idx="572">
                  <c:v>52.472877184711038</c:v>
                </c:pt>
                <c:pt idx="573">
                  <c:v>52.506794911627907</c:v>
                </c:pt>
                <c:pt idx="574">
                  <c:v>52.490871473432179</c:v>
                </c:pt>
                <c:pt idx="575">
                  <c:v>52.390061294835263</c:v>
                </c:pt>
                <c:pt idx="576">
                  <c:v>52.285850872190146</c:v>
                </c:pt>
                <c:pt idx="577">
                  <c:v>52.275863721836245</c:v>
                </c:pt>
                <c:pt idx="578">
                  <c:v>52.234261011879767</c:v>
                </c:pt>
                <c:pt idx="579">
                  <c:v>52.160847124071978</c:v>
                </c:pt>
                <c:pt idx="580">
                  <c:v>52.226956904685778</c:v>
                </c:pt>
                <c:pt idx="581">
                  <c:v>52.400362769082889</c:v>
                </c:pt>
                <c:pt idx="582">
                  <c:v>52.141834794652489</c:v>
                </c:pt>
                <c:pt idx="583">
                  <c:v>51.679560640103013</c:v>
                </c:pt>
                <c:pt idx="584">
                  <c:v>51.710565073608777</c:v>
                </c:pt>
                <c:pt idx="585">
                  <c:v>52.025474216557981</c:v>
                </c:pt>
                <c:pt idx="586">
                  <c:v>52.860154359085811</c:v>
                </c:pt>
                <c:pt idx="587">
                  <c:v>52.342418507683398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96A0-42C5-857B-5B109011262B}"/>
            </c:ext>
          </c:extLst>
        </c:ser>
        <c:ser>
          <c:idx val="26"/>
          <c:order val="2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Shifted!$AB$2:$AB$589</c:f>
              <c:numCache>
                <c:formatCode>General</c:formatCode>
                <c:ptCount val="588"/>
                <c:pt idx="0">
                  <c:v>54.055467263694723</c:v>
                </c:pt>
                <c:pt idx="1">
                  <c:v>54.033339169878367</c:v>
                </c:pt>
                <c:pt idx="2">
                  <c:v>54.052134664244598</c:v>
                </c:pt>
                <c:pt idx="3">
                  <c:v>53.979497433198731</c:v>
                </c:pt>
                <c:pt idx="4">
                  <c:v>54.054693606317429</c:v>
                </c:pt>
                <c:pt idx="5">
                  <c:v>54.098982661433851</c:v>
                </c:pt>
                <c:pt idx="6">
                  <c:v>54.113012316963903</c:v>
                </c:pt>
                <c:pt idx="7">
                  <c:v>54.090790223448259</c:v>
                </c:pt>
                <c:pt idx="8">
                  <c:v>54.092848896260108</c:v>
                </c:pt>
                <c:pt idx="9">
                  <c:v>54.091242904090926</c:v>
                </c:pt>
                <c:pt idx="10">
                  <c:v>54.138176343696685</c:v>
                </c:pt>
                <c:pt idx="11">
                  <c:v>54.157289193966101</c:v>
                </c:pt>
                <c:pt idx="12">
                  <c:v>54.18048982484995</c:v>
                </c:pt>
                <c:pt idx="13">
                  <c:v>54.210341278705826</c:v>
                </c:pt>
                <c:pt idx="14">
                  <c:v>54.241135713672016</c:v>
                </c:pt>
                <c:pt idx="15">
                  <c:v>54.241233169270799</c:v>
                </c:pt>
                <c:pt idx="16">
                  <c:v>54.267955457636276</c:v>
                </c:pt>
                <c:pt idx="17">
                  <c:v>54.306209940716556</c:v>
                </c:pt>
                <c:pt idx="18">
                  <c:v>54.301600683662073</c:v>
                </c:pt>
                <c:pt idx="19">
                  <c:v>54.331695224184699</c:v>
                </c:pt>
                <c:pt idx="20">
                  <c:v>54.35026444343525</c:v>
                </c:pt>
                <c:pt idx="21">
                  <c:v>54.375404029555803</c:v>
                </c:pt>
                <c:pt idx="22">
                  <c:v>54.417860640948533</c:v>
                </c:pt>
                <c:pt idx="23">
                  <c:v>54.438187804548747</c:v>
                </c:pt>
                <c:pt idx="24">
                  <c:v>54.489870018288265</c:v>
                </c:pt>
                <c:pt idx="25">
                  <c:v>54.51936752052827</c:v>
                </c:pt>
                <c:pt idx="26">
                  <c:v>54.582427491316139</c:v>
                </c:pt>
                <c:pt idx="27">
                  <c:v>54.639885790384547</c:v>
                </c:pt>
                <c:pt idx="28">
                  <c:v>54.658320609281603</c:v>
                </c:pt>
                <c:pt idx="29">
                  <c:v>54.705492739926108</c:v>
                </c:pt>
                <c:pt idx="30">
                  <c:v>54.721330931719713</c:v>
                </c:pt>
                <c:pt idx="31">
                  <c:v>54.71830876486689</c:v>
                </c:pt>
                <c:pt idx="32">
                  <c:v>54.746296625876056</c:v>
                </c:pt>
                <c:pt idx="33">
                  <c:v>54.715407926552352</c:v>
                </c:pt>
                <c:pt idx="34">
                  <c:v>54.708943760509619</c:v>
                </c:pt>
                <c:pt idx="35">
                  <c:v>54.693022105482797</c:v>
                </c:pt>
                <c:pt idx="36">
                  <c:v>54.655810145692435</c:v>
                </c:pt>
                <c:pt idx="37">
                  <c:v>54.652545996833304</c:v>
                </c:pt>
                <c:pt idx="38">
                  <c:v>54.621147435346678</c:v>
                </c:pt>
                <c:pt idx="39">
                  <c:v>54.615577430559817</c:v>
                </c:pt>
                <c:pt idx="40">
                  <c:v>54.601216844844302</c:v>
                </c:pt>
                <c:pt idx="41">
                  <c:v>54.57275766204755</c:v>
                </c:pt>
                <c:pt idx="42">
                  <c:v>54.540489119094666</c:v>
                </c:pt>
                <c:pt idx="43">
                  <c:v>54.550780503970643</c:v>
                </c:pt>
                <c:pt idx="44">
                  <c:v>54.548895216820299</c:v>
                </c:pt>
                <c:pt idx="45">
                  <c:v>54.518138708529207</c:v>
                </c:pt>
                <c:pt idx="46">
                  <c:v>54.508224503823349</c:v>
                </c:pt>
                <c:pt idx="47">
                  <c:v>54.493797822591532</c:v>
                </c:pt>
                <c:pt idx="48">
                  <c:v>54.46730422962208</c:v>
                </c:pt>
                <c:pt idx="49">
                  <c:v>54.463565414309038</c:v>
                </c:pt>
                <c:pt idx="50">
                  <c:v>54.435103776711301</c:v>
                </c:pt>
                <c:pt idx="51">
                  <c:v>54.4077150712506</c:v>
                </c:pt>
                <c:pt idx="52">
                  <c:v>54.395358094092522</c:v>
                </c:pt>
                <c:pt idx="53">
                  <c:v>54.365741227155006</c:v>
                </c:pt>
                <c:pt idx="54">
                  <c:v>54.380524836448885</c:v>
                </c:pt>
                <c:pt idx="55">
                  <c:v>54.387726271280059</c:v>
                </c:pt>
                <c:pt idx="56">
                  <c:v>54.367050249776</c:v>
                </c:pt>
                <c:pt idx="57">
                  <c:v>54.35844632577664</c:v>
                </c:pt>
                <c:pt idx="58">
                  <c:v>54.375417776441274</c:v>
                </c:pt>
                <c:pt idx="59">
                  <c:v>54.386537810072049</c:v>
                </c:pt>
                <c:pt idx="60">
                  <c:v>54.38346906337069</c:v>
                </c:pt>
                <c:pt idx="61">
                  <c:v>54.411886330440758</c:v>
                </c:pt>
                <c:pt idx="62">
                  <c:v>54.429523277650262</c:v>
                </c:pt>
                <c:pt idx="63">
                  <c:v>54.43663851828213</c:v>
                </c:pt>
                <c:pt idx="64">
                  <c:v>54.455322775643467</c:v>
                </c:pt>
                <c:pt idx="65">
                  <c:v>54.479594282768524</c:v>
                </c:pt>
                <c:pt idx="66">
                  <c:v>54.516412308372097</c:v>
                </c:pt>
                <c:pt idx="67">
                  <c:v>54.532130092177773</c:v>
                </c:pt>
                <c:pt idx="68">
                  <c:v>54.568595669731074</c:v>
                </c:pt>
                <c:pt idx="69">
                  <c:v>54.610791489205013</c:v>
                </c:pt>
                <c:pt idx="70">
                  <c:v>54.630450885569452</c:v>
                </c:pt>
                <c:pt idx="71">
                  <c:v>54.663007438046961</c:v>
                </c:pt>
                <c:pt idx="72">
                  <c:v>54.70979035999656</c:v>
                </c:pt>
                <c:pt idx="73">
                  <c:v>54.745133479803123</c:v>
                </c:pt>
                <c:pt idx="74">
                  <c:v>54.778296981822201</c:v>
                </c:pt>
                <c:pt idx="75">
                  <c:v>54.819156714494376</c:v>
                </c:pt>
                <c:pt idx="76">
                  <c:v>54.863549273992611</c:v>
                </c:pt>
                <c:pt idx="77">
                  <c:v>54.89482484995029</c:v>
                </c:pt>
                <c:pt idx="78">
                  <c:v>54.929893952597794</c:v>
                </c:pt>
                <c:pt idx="79">
                  <c:v>54.957167343782601</c:v>
                </c:pt>
                <c:pt idx="80">
                  <c:v>54.995785413572598</c:v>
                </c:pt>
                <c:pt idx="81">
                  <c:v>55.035968725835552</c:v>
                </c:pt>
                <c:pt idx="82">
                  <c:v>55.064072023860668</c:v>
                </c:pt>
                <c:pt idx="83">
                  <c:v>55.104308543934799</c:v>
                </c:pt>
                <c:pt idx="84">
                  <c:v>55.136003584009423</c:v>
                </c:pt>
                <c:pt idx="85">
                  <c:v>55.159699777840508</c:v>
                </c:pt>
                <c:pt idx="86">
                  <c:v>55.180117094006604</c:v>
                </c:pt>
                <c:pt idx="87">
                  <c:v>55.203864838658205</c:v>
                </c:pt>
                <c:pt idx="88">
                  <c:v>55.222707031777396</c:v>
                </c:pt>
                <c:pt idx="89">
                  <c:v>55.240787745633526</c:v>
                </c:pt>
                <c:pt idx="90">
                  <c:v>55.270288561854848</c:v>
                </c:pt>
                <c:pt idx="91">
                  <c:v>55.301116811704489</c:v>
                </c:pt>
                <c:pt idx="92">
                  <c:v>55.335540731285207</c:v>
                </c:pt>
                <c:pt idx="93">
                  <c:v>55.362226381746098</c:v>
                </c:pt>
                <c:pt idx="94">
                  <c:v>55.392915689860452</c:v>
                </c:pt>
                <c:pt idx="95">
                  <c:v>55.42595252414911</c:v>
                </c:pt>
                <c:pt idx="96">
                  <c:v>55.450645858137058</c:v>
                </c:pt>
                <c:pt idx="97">
                  <c:v>55.467114258711469</c:v>
                </c:pt>
                <c:pt idx="98">
                  <c:v>55.46912621359224</c:v>
                </c:pt>
                <c:pt idx="99">
                  <c:v>55.46734402808292</c:v>
                </c:pt>
                <c:pt idx="100">
                  <c:v>55.455393197746488</c:v>
                </c:pt>
                <c:pt idx="101">
                  <c:v>55.447905563806415</c:v>
                </c:pt>
                <c:pt idx="102">
                  <c:v>55.446328231438635</c:v>
                </c:pt>
                <c:pt idx="103">
                  <c:v>55.431580523609057</c:v>
                </c:pt>
                <c:pt idx="104">
                  <c:v>55.429176414272213</c:v>
                </c:pt>
                <c:pt idx="105">
                  <c:v>55.430167540166686</c:v>
                </c:pt>
                <c:pt idx="106">
                  <c:v>55.424650620450954</c:v>
                </c:pt>
                <c:pt idx="107">
                  <c:v>55.427097688804885</c:v>
                </c:pt>
                <c:pt idx="108">
                  <c:v>55.431799860076346</c:v>
                </c:pt>
                <c:pt idx="109">
                  <c:v>55.427444429442886</c:v>
                </c:pt>
                <c:pt idx="110">
                  <c:v>55.417830692376619</c:v>
                </c:pt>
                <c:pt idx="111">
                  <c:v>55.409806438942965</c:v>
                </c:pt>
                <c:pt idx="112">
                  <c:v>55.408512145127837</c:v>
                </c:pt>
                <c:pt idx="113">
                  <c:v>55.398913627827625</c:v>
                </c:pt>
                <c:pt idx="114">
                  <c:v>55.394596983049603</c:v>
                </c:pt>
                <c:pt idx="115">
                  <c:v>55.393760018656486</c:v>
                </c:pt>
                <c:pt idx="116">
                  <c:v>55.389643931118279</c:v>
                </c:pt>
                <c:pt idx="117">
                  <c:v>55.378396524001815</c:v>
                </c:pt>
                <c:pt idx="118">
                  <c:v>55.347031654658601</c:v>
                </c:pt>
                <c:pt idx="119">
                  <c:v>55.299757833883625</c:v>
                </c:pt>
                <c:pt idx="120">
                  <c:v>55.24343058436537</c:v>
                </c:pt>
                <c:pt idx="121">
                  <c:v>55.194764400476231</c:v>
                </c:pt>
                <c:pt idx="122">
                  <c:v>55.151345353675453</c:v>
                </c:pt>
                <c:pt idx="123">
                  <c:v>55.098528346814284</c:v>
                </c:pt>
                <c:pt idx="124">
                  <c:v>55.053563266358182</c:v>
                </c:pt>
                <c:pt idx="125">
                  <c:v>55.003784934886404</c:v>
                </c:pt>
                <c:pt idx="126">
                  <c:v>54.96985719195316</c:v>
                </c:pt>
                <c:pt idx="127">
                  <c:v>54.94340272237428</c:v>
                </c:pt>
                <c:pt idx="128">
                  <c:v>54.931499576546834</c:v>
                </c:pt>
                <c:pt idx="129">
                  <c:v>54.939170890970018</c:v>
                </c:pt>
                <c:pt idx="130">
                  <c:v>54.951959176659756</c:v>
                </c:pt>
                <c:pt idx="131">
                  <c:v>54.955291016655828</c:v>
                </c:pt>
                <c:pt idx="132">
                  <c:v>54.952495918893376</c:v>
                </c:pt>
                <c:pt idx="133">
                  <c:v>54.9432540228051</c:v>
                </c:pt>
                <c:pt idx="134">
                  <c:v>54.934947835479242</c:v>
                </c:pt>
                <c:pt idx="135">
                  <c:v>54.9050482368392</c:v>
                </c:pt>
                <c:pt idx="136">
                  <c:v>54.878276852454185</c:v>
                </c:pt>
                <c:pt idx="137">
                  <c:v>54.840633706872218</c:v>
                </c:pt>
                <c:pt idx="138">
                  <c:v>54.796697740355704</c:v>
                </c:pt>
                <c:pt idx="139">
                  <c:v>54.795540854025262</c:v>
                </c:pt>
                <c:pt idx="140">
                  <c:v>54.794508548844405</c:v>
                </c:pt>
                <c:pt idx="141">
                  <c:v>54.793581677365509</c:v>
                </c:pt>
                <c:pt idx="142">
                  <c:v>54.800596025677216</c:v>
                </c:pt>
                <c:pt idx="143">
                  <c:v>54.819957286463001</c:v>
                </c:pt>
                <c:pt idx="144">
                  <c:v>54.827739005560126</c:v>
                </c:pt>
                <c:pt idx="145">
                  <c:v>54.84302044849214</c:v>
                </c:pt>
                <c:pt idx="146">
                  <c:v>54.866174990487643</c:v>
                </c:pt>
                <c:pt idx="147">
                  <c:v>54.885903612239638</c:v>
                </c:pt>
                <c:pt idx="148">
                  <c:v>54.900701091159036</c:v>
                </c:pt>
                <c:pt idx="149">
                  <c:v>54.904348373080651</c:v>
                </c:pt>
                <c:pt idx="150">
                  <c:v>54.903549887692854</c:v>
                </c:pt>
                <c:pt idx="151">
                  <c:v>54.903119315601487</c:v>
                </c:pt>
                <c:pt idx="152">
                  <c:v>54.926134731751624</c:v>
                </c:pt>
                <c:pt idx="153">
                  <c:v>54.937970554662279</c:v>
                </c:pt>
                <c:pt idx="154">
                  <c:v>54.943712395517537</c:v>
                </c:pt>
                <c:pt idx="155">
                  <c:v>54.95211309268101</c:v>
                </c:pt>
                <c:pt idx="156">
                  <c:v>54.959580167662907</c:v>
                </c:pt>
                <c:pt idx="157">
                  <c:v>54.96523246965252</c:v>
                </c:pt>
                <c:pt idx="158">
                  <c:v>54.958736207087014</c:v>
                </c:pt>
                <c:pt idx="159">
                  <c:v>54.95573907920415</c:v>
                </c:pt>
                <c:pt idx="160">
                  <c:v>54.962419513212964</c:v>
                </c:pt>
                <c:pt idx="161">
                  <c:v>54.979986989554824</c:v>
                </c:pt>
                <c:pt idx="162">
                  <c:v>54.987189743841519</c:v>
                </c:pt>
                <c:pt idx="163">
                  <c:v>54.982920047132176</c:v>
                </c:pt>
                <c:pt idx="164">
                  <c:v>54.98180409460803</c:v>
                </c:pt>
                <c:pt idx="165">
                  <c:v>54.977664379610424</c:v>
                </c:pt>
                <c:pt idx="166">
                  <c:v>54.956148601377144</c:v>
                </c:pt>
                <c:pt idx="167">
                  <c:v>54.944414591337008</c:v>
                </c:pt>
                <c:pt idx="168">
                  <c:v>54.940542081425747</c:v>
                </c:pt>
                <c:pt idx="169">
                  <c:v>54.938653664404157</c:v>
                </c:pt>
                <c:pt idx="170">
                  <c:v>54.935500349809139</c:v>
                </c:pt>
                <c:pt idx="171">
                  <c:v>54.926378125268492</c:v>
                </c:pt>
                <c:pt idx="172">
                  <c:v>54.917369926233228</c:v>
                </c:pt>
                <c:pt idx="173">
                  <c:v>54.908949099701744</c:v>
                </c:pt>
                <c:pt idx="174">
                  <c:v>54.898295140721466</c:v>
                </c:pt>
                <c:pt idx="175">
                  <c:v>54.888500668933268</c:v>
                </c:pt>
                <c:pt idx="176">
                  <c:v>54.885677893289802</c:v>
                </c:pt>
                <c:pt idx="177">
                  <c:v>54.883964810427997</c:v>
                </c:pt>
                <c:pt idx="178">
                  <c:v>54.890877223129138</c:v>
                </c:pt>
                <c:pt idx="179">
                  <c:v>54.89935414186295</c:v>
                </c:pt>
                <c:pt idx="180">
                  <c:v>54.899792201097299</c:v>
                </c:pt>
                <c:pt idx="181">
                  <c:v>54.903845752580608</c:v>
                </c:pt>
                <c:pt idx="182">
                  <c:v>54.919160151215742</c:v>
                </c:pt>
                <c:pt idx="183">
                  <c:v>54.928601377143352</c:v>
                </c:pt>
                <c:pt idx="184">
                  <c:v>54.935423944128729</c:v>
                </c:pt>
                <c:pt idx="185">
                  <c:v>54.948200508143806</c:v>
                </c:pt>
                <c:pt idx="186">
                  <c:v>54.955315257815471</c:v>
                </c:pt>
                <c:pt idx="187">
                  <c:v>54.961706332159117</c:v>
                </c:pt>
                <c:pt idx="188">
                  <c:v>54.977450505075304</c:v>
                </c:pt>
                <c:pt idx="189">
                  <c:v>54.988253286364809</c:v>
                </c:pt>
                <c:pt idx="190">
                  <c:v>54.996500067507029</c:v>
                </c:pt>
                <c:pt idx="191">
                  <c:v>55.009083684165304</c:v>
                </c:pt>
                <c:pt idx="192">
                  <c:v>55.01917273207075</c:v>
                </c:pt>
                <c:pt idx="193">
                  <c:v>55.017885925398595</c:v>
                </c:pt>
                <c:pt idx="194">
                  <c:v>55.01304444417169</c:v>
                </c:pt>
                <c:pt idx="195">
                  <c:v>55.020354411891056</c:v>
                </c:pt>
                <c:pt idx="196">
                  <c:v>55.028339020288932</c:v>
                </c:pt>
                <c:pt idx="197">
                  <c:v>55.04055441680066</c:v>
                </c:pt>
                <c:pt idx="198">
                  <c:v>55.047655051366711</c:v>
                </c:pt>
                <c:pt idx="199">
                  <c:v>55.05970861512403</c:v>
                </c:pt>
                <c:pt idx="200">
                  <c:v>55.085891031384634</c:v>
                </c:pt>
                <c:pt idx="201">
                  <c:v>55.12426128901599</c:v>
                </c:pt>
                <c:pt idx="202">
                  <c:v>55.165708148711843</c:v>
                </c:pt>
                <c:pt idx="203">
                  <c:v>55.146405434929363</c:v>
                </c:pt>
                <c:pt idx="204">
                  <c:v>55.12164790789587</c:v>
                </c:pt>
                <c:pt idx="205">
                  <c:v>55.115249591889338</c:v>
                </c:pt>
                <c:pt idx="206">
                  <c:v>55.125459231892776</c:v>
                </c:pt>
                <c:pt idx="207">
                  <c:v>55.131340566813549</c:v>
                </c:pt>
                <c:pt idx="208">
                  <c:v>55.131253053158716</c:v>
                </c:pt>
                <c:pt idx="209">
                  <c:v>55.142186982190417</c:v>
                </c:pt>
                <c:pt idx="210">
                  <c:v>55.14226418568115</c:v>
                </c:pt>
                <c:pt idx="211">
                  <c:v>55.128158899267241</c:v>
                </c:pt>
                <c:pt idx="212">
                  <c:v>55.130959336221814</c:v>
                </c:pt>
                <c:pt idx="213">
                  <c:v>55.144803554551814</c:v>
                </c:pt>
                <c:pt idx="214">
                  <c:v>55.146972984915251</c:v>
                </c:pt>
                <c:pt idx="215">
                  <c:v>55.14416150135628</c:v>
                </c:pt>
                <c:pt idx="216">
                  <c:v>55.165847335927239</c:v>
                </c:pt>
                <c:pt idx="217">
                  <c:v>55.184556478833478</c:v>
                </c:pt>
                <c:pt idx="218">
                  <c:v>55.203570017060869</c:v>
                </c:pt>
                <c:pt idx="219">
                  <c:v>55.248166386410219</c:v>
                </c:pt>
                <c:pt idx="220">
                  <c:v>55.268626170633219</c:v>
                </c:pt>
                <c:pt idx="221">
                  <c:v>55.264278840842977</c:v>
                </c:pt>
                <c:pt idx="222">
                  <c:v>55.258384249996929</c:v>
                </c:pt>
                <c:pt idx="223">
                  <c:v>55.246069004455464</c:v>
                </c:pt>
                <c:pt idx="224">
                  <c:v>55.230536864973672</c:v>
                </c:pt>
                <c:pt idx="225">
                  <c:v>55.235328022780557</c:v>
                </c:pt>
                <c:pt idx="226">
                  <c:v>55.240880168890307</c:v>
                </c:pt>
                <c:pt idx="227">
                  <c:v>55.228283603156875</c:v>
                </c:pt>
                <c:pt idx="228">
                  <c:v>55.210893179335486</c:v>
                </c:pt>
                <c:pt idx="229">
                  <c:v>55.216544867624854</c:v>
                </c:pt>
                <c:pt idx="230">
                  <c:v>55.242799945994378</c:v>
                </c:pt>
                <c:pt idx="231">
                  <c:v>55.24958538411498</c:v>
                </c:pt>
                <c:pt idx="232">
                  <c:v>55.247917960551348</c:v>
                </c:pt>
                <c:pt idx="233">
                  <c:v>55.239380776453551</c:v>
                </c:pt>
                <c:pt idx="234">
                  <c:v>55.242602211775683</c:v>
                </c:pt>
                <c:pt idx="235">
                  <c:v>55.250044554637732</c:v>
                </c:pt>
                <c:pt idx="236">
                  <c:v>55.236927448357122</c:v>
                </c:pt>
                <c:pt idx="237">
                  <c:v>55.236327126778193</c:v>
                </c:pt>
                <c:pt idx="238">
                  <c:v>55.244370404919422</c:v>
                </c:pt>
                <c:pt idx="239">
                  <c:v>55.239790359996562</c:v>
                </c:pt>
                <c:pt idx="240">
                  <c:v>55.230600689799076</c:v>
                </c:pt>
                <c:pt idx="241">
                  <c:v>55.208798497661803</c:v>
                </c:pt>
                <c:pt idx="242">
                  <c:v>55.222714764400479</c:v>
                </c:pt>
                <c:pt idx="243">
                  <c:v>55.213694107250255</c:v>
                </c:pt>
                <c:pt idx="244">
                  <c:v>55.209441778257826</c:v>
                </c:pt>
                <c:pt idx="245">
                  <c:v>55.209518122568213</c:v>
                </c:pt>
                <c:pt idx="246">
                  <c:v>55.198373571612684</c:v>
                </c:pt>
                <c:pt idx="247">
                  <c:v>55.195820333116494</c:v>
                </c:pt>
                <c:pt idx="248">
                  <c:v>55.190986952732807</c:v>
                </c:pt>
                <c:pt idx="249">
                  <c:v>55.177036196040405</c:v>
                </c:pt>
                <c:pt idx="250">
                  <c:v>55.164046371190459</c:v>
                </c:pt>
                <c:pt idx="251">
                  <c:v>55.172175935586026</c:v>
                </c:pt>
                <c:pt idx="252">
                  <c:v>55.172867084801098</c:v>
                </c:pt>
                <c:pt idx="253">
                  <c:v>55.166686264161136</c:v>
                </c:pt>
                <c:pt idx="254">
                  <c:v>55.160753378419841</c:v>
                </c:pt>
                <c:pt idx="255">
                  <c:v>55.15845948964688</c:v>
                </c:pt>
                <c:pt idx="256">
                  <c:v>55.137315061431394</c:v>
                </c:pt>
                <c:pt idx="257">
                  <c:v>55.091676506327246</c:v>
                </c:pt>
                <c:pt idx="258">
                  <c:v>55.045904901010147</c:v>
                </c:pt>
                <c:pt idx="259">
                  <c:v>55</c:v>
                </c:pt>
                <c:pt idx="260">
                  <c:v>54.973517975280153</c:v>
                </c:pt>
                <c:pt idx="261">
                  <c:v>54.928559400046645</c:v>
                </c:pt>
                <c:pt idx="262">
                  <c:v>54.931593595424253</c:v>
                </c:pt>
                <c:pt idx="263">
                  <c:v>54.921157500030688</c:v>
                </c:pt>
                <c:pt idx="264">
                  <c:v>54.900601303499322</c:v>
                </c:pt>
                <c:pt idx="265">
                  <c:v>54.882198458384984</c:v>
                </c:pt>
                <c:pt idx="266">
                  <c:v>54.874472586010086</c:v>
                </c:pt>
                <c:pt idx="267">
                  <c:v>54.858203576645025</c:v>
                </c:pt>
                <c:pt idx="268">
                  <c:v>54.83336817105053</c:v>
                </c:pt>
                <c:pt idx="269">
                  <c:v>54.797331938188108</c:v>
                </c:pt>
                <c:pt idx="270">
                  <c:v>54.773635007916731</c:v>
                </c:pt>
                <c:pt idx="271">
                  <c:v>54.751828888097897</c:v>
                </c:pt>
                <c:pt idx="272">
                  <c:v>54.737427614056188</c:v>
                </c:pt>
                <c:pt idx="273">
                  <c:v>54.732974052753676</c:v>
                </c:pt>
                <c:pt idx="274">
                  <c:v>54.711084531071641</c:v>
                </c:pt>
                <c:pt idx="275">
                  <c:v>54.684702294011515</c:v>
                </c:pt>
                <c:pt idx="276">
                  <c:v>54.663018423281336</c:v>
                </c:pt>
                <c:pt idx="277">
                  <c:v>54.65337314202251</c:v>
                </c:pt>
                <c:pt idx="278">
                  <c:v>54.649325359321494</c:v>
                </c:pt>
                <c:pt idx="279">
                  <c:v>54.642693959962195</c:v>
                </c:pt>
                <c:pt idx="280">
                  <c:v>54.627353417696661</c:v>
                </c:pt>
                <c:pt idx="281">
                  <c:v>54.607124507505553</c:v>
                </c:pt>
                <c:pt idx="282">
                  <c:v>54.600627447129725</c:v>
                </c:pt>
                <c:pt idx="283">
                  <c:v>54.600270028107474</c:v>
                </c:pt>
                <c:pt idx="284">
                  <c:v>54.5957100511826</c:v>
                </c:pt>
                <c:pt idx="285">
                  <c:v>54.540174781829563</c:v>
                </c:pt>
                <c:pt idx="286">
                  <c:v>54.492561584819512</c:v>
                </c:pt>
                <c:pt idx="287">
                  <c:v>54.566028929829514</c:v>
                </c:pt>
                <c:pt idx="288">
                  <c:v>54.583827402943307</c:v>
                </c:pt>
                <c:pt idx="289">
                  <c:v>54.597475482675243</c:v>
                </c:pt>
                <c:pt idx="290">
                  <c:v>54.601032550660953</c:v>
                </c:pt>
                <c:pt idx="291">
                  <c:v>54.619396609919853</c:v>
                </c:pt>
                <c:pt idx="292">
                  <c:v>54.594511249125475</c:v>
                </c:pt>
                <c:pt idx="293">
                  <c:v>54.582514575380799</c:v>
                </c:pt>
                <c:pt idx="294">
                  <c:v>54.626011071152405</c:v>
                </c:pt>
                <c:pt idx="295">
                  <c:v>54.642645968603098</c:v>
                </c:pt>
                <c:pt idx="296">
                  <c:v>54.661343082984544</c:v>
                </c:pt>
                <c:pt idx="297">
                  <c:v>54.676047831797035</c:v>
                </c:pt>
                <c:pt idx="298">
                  <c:v>54.683241380580071</c:v>
                </c:pt>
                <c:pt idx="299">
                  <c:v>54.688155278435801</c:v>
                </c:pt>
                <c:pt idx="300">
                  <c:v>54.689568936948433</c:v>
                </c:pt>
                <c:pt idx="301">
                  <c:v>54.669826077350777</c:v>
                </c:pt>
                <c:pt idx="302">
                  <c:v>54.628192652780676</c:v>
                </c:pt>
                <c:pt idx="303">
                  <c:v>54.629267794238579</c:v>
                </c:pt>
                <c:pt idx="304">
                  <c:v>54.701458213150367</c:v>
                </c:pt>
                <c:pt idx="305">
                  <c:v>54.736399482036994</c:v>
                </c:pt>
                <c:pt idx="306">
                  <c:v>54.73308273906693</c:v>
                </c:pt>
                <c:pt idx="307">
                  <c:v>54.737815165760438</c:v>
                </c:pt>
                <c:pt idx="308">
                  <c:v>54.731883875639781</c:v>
                </c:pt>
                <c:pt idx="309">
                  <c:v>54.72926619861795</c:v>
                </c:pt>
                <c:pt idx="310">
                  <c:v>54.738474832152981</c:v>
                </c:pt>
                <c:pt idx="311">
                  <c:v>54.712567046751687</c:v>
                </c:pt>
                <c:pt idx="312">
                  <c:v>54.748357369926232</c:v>
                </c:pt>
                <c:pt idx="313">
                  <c:v>54.748138033458936</c:v>
                </c:pt>
                <c:pt idx="314">
                  <c:v>54.714884133393888</c:v>
                </c:pt>
                <c:pt idx="315">
                  <c:v>54.675046334368439</c:v>
                </c:pt>
                <c:pt idx="316">
                  <c:v>54.645180366501783</c:v>
                </c:pt>
                <c:pt idx="317">
                  <c:v>54.670434008812734</c:v>
                </c:pt>
                <c:pt idx="318">
                  <c:v>54.621661163821145</c:v>
                </c:pt>
                <c:pt idx="319">
                  <c:v>54.578824886772303</c:v>
                </c:pt>
                <c:pt idx="320">
                  <c:v>54.596948805125628</c:v>
                </c:pt>
                <c:pt idx="321">
                  <c:v>54.556109017711385</c:v>
                </c:pt>
                <c:pt idx="322">
                  <c:v>54.453536294232443</c:v>
                </c:pt>
                <c:pt idx="323">
                  <c:v>54.410254562861319</c:v>
                </c:pt>
                <c:pt idx="324">
                  <c:v>54.367651062315126</c:v>
                </c:pt>
                <c:pt idx="325">
                  <c:v>54.332645631067962</c:v>
                </c:pt>
                <c:pt idx="326">
                  <c:v>54.319196144735066</c:v>
                </c:pt>
                <c:pt idx="327">
                  <c:v>54.316635541835943</c:v>
                </c:pt>
                <c:pt idx="328">
                  <c:v>54.313823628686805</c:v>
                </c:pt>
                <c:pt idx="329">
                  <c:v>54.326986148785487</c:v>
                </c:pt>
                <c:pt idx="330">
                  <c:v>54.335026849385684</c:v>
                </c:pt>
                <c:pt idx="331">
                  <c:v>54.341120401850922</c:v>
                </c:pt>
                <c:pt idx="332">
                  <c:v>54.347523044444173</c:v>
                </c:pt>
                <c:pt idx="333">
                  <c:v>54.378260712137767</c:v>
                </c:pt>
                <c:pt idx="334">
                  <c:v>54.405966363089611</c:v>
                </c:pt>
                <c:pt idx="335">
                  <c:v>54.43159288966897</c:v>
                </c:pt>
                <c:pt idx="336">
                  <c:v>54.488224319713275</c:v>
                </c:pt>
                <c:pt idx="337">
                  <c:v>54.527483706258515</c:v>
                </c:pt>
                <c:pt idx="338">
                  <c:v>54.539014581517804</c:v>
                </c:pt>
                <c:pt idx="339">
                  <c:v>54.584093503369218</c:v>
                </c:pt>
                <c:pt idx="340">
                  <c:v>54.656712223681467</c:v>
                </c:pt>
                <c:pt idx="341">
                  <c:v>54.735042774907022</c:v>
                </c:pt>
                <c:pt idx="342">
                  <c:v>54.716544376664665</c:v>
                </c:pt>
                <c:pt idx="343">
                  <c:v>54.737762019319284</c:v>
                </c:pt>
                <c:pt idx="344">
                  <c:v>54.779495967989398</c:v>
                </c:pt>
                <c:pt idx="345">
                  <c:v>54.768262553238493</c:v>
                </c:pt>
                <c:pt idx="346">
                  <c:v>54.778102684324871</c:v>
                </c:pt>
                <c:pt idx="347">
                  <c:v>54.73544217102598</c:v>
                </c:pt>
                <c:pt idx="348">
                  <c:v>54.71767333963399</c:v>
                </c:pt>
                <c:pt idx="349">
                  <c:v>54.727950363924244</c:v>
                </c:pt>
                <c:pt idx="350">
                  <c:v>54.766928553017564</c:v>
                </c:pt>
                <c:pt idx="351">
                  <c:v>54.767901697494878</c:v>
                </c:pt>
                <c:pt idx="352">
                  <c:v>54.715563499564276</c:v>
                </c:pt>
                <c:pt idx="353">
                  <c:v>54.685779092460081</c:v>
                </c:pt>
                <c:pt idx="354">
                  <c:v>54.668077645354906</c:v>
                </c:pt>
                <c:pt idx="355">
                  <c:v>54.671255937549866</c:v>
                </c:pt>
                <c:pt idx="356">
                  <c:v>54.691331729530027</c:v>
                </c:pt>
                <c:pt idx="357">
                  <c:v>54.662905686546466</c:v>
                </c:pt>
                <c:pt idx="358">
                  <c:v>54.647746063112933</c:v>
                </c:pt>
                <c:pt idx="359">
                  <c:v>54.673656303315212</c:v>
                </c:pt>
                <c:pt idx="360">
                  <c:v>54.638466547199684</c:v>
                </c:pt>
                <c:pt idx="361">
                  <c:v>54.587323162274615</c:v>
                </c:pt>
                <c:pt idx="362">
                  <c:v>54.552717157831431</c:v>
                </c:pt>
                <c:pt idx="363">
                  <c:v>54.551429982939133</c:v>
                </c:pt>
                <c:pt idx="364">
                  <c:v>54.540434315662857</c:v>
                </c:pt>
                <c:pt idx="365">
                  <c:v>54.51443376946964</c:v>
                </c:pt>
                <c:pt idx="366">
                  <c:v>54.511592306653739</c:v>
                </c:pt>
                <c:pt idx="367">
                  <c:v>54.522781719097125</c:v>
                </c:pt>
                <c:pt idx="368">
                  <c:v>54.517489229560717</c:v>
                </c:pt>
                <c:pt idx="369">
                  <c:v>54.498676064463076</c:v>
                </c:pt>
                <c:pt idx="370">
                  <c:v>54.484103936273364</c:v>
                </c:pt>
                <c:pt idx="371">
                  <c:v>54.45632215580622</c:v>
                </c:pt>
                <c:pt idx="372">
                  <c:v>54.445428884415698</c:v>
                </c:pt>
                <c:pt idx="373">
                  <c:v>54.43363178599045</c:v>
                </c:pt>
                <c:pt idx="374">
                  <c:v>54.4250185951174</c:v>
                </c:pt>
                <c:pt idx="375">
                  <c:v>54.418952168202964</c:v>
                </c:pt>
                <c:pt idx="376">
                  <c:v>54.401341487363915</c:v>
                </c:pt>
                <c:pt idx="377">
                  <c:v>54.379874406245015</c:v>
                </c:pt>
                <c:pt idx="378">
                  <c:v>54.352722650448612</c:v>
                </c:pt>
                <c:pt idx="379">
                  <c:v>54.337848397628662</c:v>
                </c:pt>
                <c:pt idx="380">
                  <c:v>54.331389079817853</c:v>
                </c:pt>
                <c:pt idx="381">
                  <c:v>54.31308758729886</c:v>
                </c:pt>
                <c:pt idx="382">
                  <c:v>54.291340689553593</c:v>
                </c:pt>
                <c:pt idx="383">
                  <c:v>54.282084954524812</c:v>
                </c:pt>
                <c:pt idx="384">
                  <c:v>54.2765826715599</c:v>
                </c:pt>
                <c:pt idx="385">
                  <c:v>54.264520792164276</c:v>
                </c:pt>
                <c:pt idx="386">
                  <c:v>54.251293311894734</c:v>
                </c:pt>
                <c:pt idx="387">
                  <c:v>54.239454036920208</c:v>
                </c:pt>
                <c:pt idx="388">
                  <c:v>54.235211772611784</c:v>
                </c:pt>
                <c:pt idx="389">
                  <c:v>54.227442189436992</c:v>
                </c:pt>
                <c:pt idx="390">
                  <c:v>54.225801293066411</c:v>
                </c:pt>
                <c:pt idx="391">
                  <c:v>54.23109844672468</c:v>
                </c:pt>
                <c:pt idx="392">
                  <c:v>54.264090066647846</c:v>
                </c:pt>
                <c:pt idx="393">
                  <c:v>54.282129294367458</c:v>
                </c:pt>
                <c:pt idx="394">
                  <c:v>54.285484823192959</c:v>
                </c:pt>
                <c:pt idx="395">
                  <c:v>54.272101033471209</c:v>
                </c:pt>
                <c:pt idx="396">
                  <c:v>54.265410013133184</c:v>
                </c:pt>
                <c:pt idx="397">
                  <c:v>54.261244001080115</c:v>
                </c:pt>
                <c:pt idx="398">
                  <c:v>54.246214988401064</c:v>
                </c:pt>
                <c:pt idx="399">
                  <c:v>54.239470514771767</c:v>
                </c:pt>
                <c:pt idx="400">
                  <c:v>54.235578565905271</c:v>
                </c:pt>
                <c:pt idx="401">
                  <c:v>54.217654683146563</c:v>
                </c:pt>
                <c:pt idx="402">
                  <c:v>54.207053441017273</c:v>
                </c:pt>
                <c:pt idx="403">
                  <c:v>54.192334929976802</c:v>
                </c:pt>
                <c:pt idx="404">
                  <c:v>54.170270595780195</c:v>
                </c:pt>
                <c:pt idx="405">
                  <c:v>54.157317853767502</c:v>
                </c:pt>
                <c:pt idx="406">
                  <c:v>54.14477925202214</c:v>
                </c:pt>
                <c:pt idx="407">
                  <c:v>54.125705732267129</c:v>
                </c:pt>
                <c:pt idx="408">
                  <c:v>54.11781299479582</c:v>
                </c:pt>
                <c:pt idx="409">
                  <c:v>54.113149954586184</c:v>
                </c:pt>
                <c:pt idx="410">
                  <c:v>54.105715927362439</c:v>
                </c:pt>
                <c:pt idx="411">
                  <c:v>54.097847814613431</c:v>
                </c:pt>
                <c:pt idx="412">
                  <c:v>54.083743548476185</c:v>
                </c:pt>
                <c:pt idx="413">
                  <c:v>54.073602190296171</c:v>
                </c:pt>
                <c:pt idx="414">
                  <c:v>54.077333319013661</c:v>
                </c:pt>
                <c:pt idx="415">
                  <c:v>54.07153182649467</c:v>
                </c:pt>
                <c:pt idx="416">
                  <c:v>54.074151835577432</c:v>
                </c:pt>
                <c:pt idx="417">
                  <c:v>54.070049310814625</c:v>
                </c:pt>
                <c:pt idx="418">
                  <c:v>54.073311043229047</c:v>
                </c:pt>
                <c:pt idx="419">
                  <c:v>54.079443703742342</c:v>
                </c:pt>
                <c:pt idx="420">
                  <c:v>54.075590379634974</c:v>
                </c:pt>
                <c:pt idx="421">
                  <c:v>54.063192127299843</c:v>
                </c:pt>
                <c:pt idx="422">
                  <c:v>54.056412323714603</c:v>
                </c:pt>
                <c:pt idx="423">
                  <c:v>54.067729615946384</c:v>
                </c:pt>
                <c:pt idx="424">
                  <c:v>54.06698042603071</c:v>
                </c:pt>
                <c:pt idx="425">
                  <c:v>54.063708103451447</c:v>
                </c:pt>
                <c:pt idx="426">
                  <c:v>54.048802014931326</c:v>
                </c:pt>
                <c:pt idx="427">
                  <c:v>54.048937420218969</c:v>
                </c:pt>
                <c:pt idx="428">
                  <c:v>54.064164953420153</c:v>
                </c:pt>
                <c:pt idx="429">
                  <c:v>54.059961777981663</c:v>
                </c:pt>
                <c:pt idx="430">
                  <c:v>54.039795035625296</c:v>
                </c:pt>
                <c:pt idx="431">
                  <c:v>54.024363840244618</c:v>
                </c:pt>
                <c:pt idx="432">
                  <c:v>54.011631109769496</c:v>
                </c:pt>
                <c:pt idx="433">
                  <c:v>54.018790358462311</c:v>
                </c:pt>
                <c:pt idx="434">
                  <c:v>54.032979886741622</c:v>
                </c:pt>
                <c:pt idx="435">
                  <c:v>54.074544166472329</c:v>
                </c:pt>
                <c:pt idx="436">
                  <c:v>53.996420022536221</c:v>
                </c:pt>
                <c:pt idx="437">
                  <c:v>54.005208898289155</c:v>
                </c:pt>
                <c:pt idx="438">
                  <c:v>54.114274775078862</c:v>
                </c:pt>
                <c:pt idx="439">
                  <c:v>54.137698209836387</c:v>
                </c:pt>
                <c:pt idx="440">
                  <c:v>54.134713816233599</c:v>
                </c:pt>
                <c:pt idx="441">
                  <c:v>54.131074711867733</c:v>
                </c:pt>
                <c:pt idx="442">
                  <c:v>54.087466445939143</c:v>
                </c:pt>
                <c:pt idx="443">
                  <c:v>54.067691213653603</c:v>
                </c:pt>
                <c:pt idx="444">
                  <c:v>54.080427687700222</c:v>
                </c:pt>
                <c:pt idx="445">
                  <c:v>54.077351154677011</c:v>
                </c:pt>
                <c:pt idx="446">
                  <c:v>54.097222822284685</c:v>
                </c:pt>
                <c:pt idx="447">
                  <c:v>54.117427138438501</c:v>
                </c:pt>
                <c:pt idx="448">
                  <c:v>54.105961760337777</c:v>
                </c:pt>
                <c:pt idx="449">
                  <c:v>54.121217412517034</c:v>
                </c:pt>
                <c:pt idx="450">
                  <c:v>54.127357445104515</c:v>
                </c:pt>
                <c:pt idx="451">
                  <c:v>54.121439479950411</c:v>
                </c:pt>
                <c:pt idx="452">
                  <c:v>54.12741901458152</c:v>
                </c:pt>
                <c:pt idx="453">
                  <c:v>54.142273759404958</c:v>
                </c:pt>
                <c:pt idx="454">
                  <c:v>54.142223712150034</c:v>
                </c:pt>
                <c:pt idx="455">
                  <c:v>54.132966059307989</c:v>
                </c:pt>
                <c:pt idx="456">
                  <c:v>54.132768156321724</c:v>
                </c:pt>
                <c:pt idx="457">
                  <c:v>54.120923120236149</c:v>
                </c:pt>
                <c:pt idx="458">
                  <c:v>54.116462976998513</c:v>
                </c:pt>
                <c:pt idx="459">
                  <c:v>54.128684633252732</c:v>
                </c:pt>
                <c:pt idx="460">
                  <c:v>54.126673261387211</c:v>
                </c:pt>
                <c:pt idx="461">
                  <c:v>54.13005217986327</c:v>
                </c:pt>
                <c:pt idx="462">
                  <c:v>54.136618542339178</c:v>
                </c:pt>
                <c:pt idx="463">
                  <c:v>54.132756143139446</c:v>
                </c:pt>
                <c:pt idx="464">
                  <c:v>54.129324438771128</c:v>
                </c:pt>
                <c:pt idx="465">
                  <c:v>54.11359155026819</c:v>
                </c:pt>
                <c:pt idx="466">
                  <c:v>54.115340542265535</c:v>
                </c:pt>
                <c:pt idx="467">
                  <c:v>54.109084083070464</c:v>
                </c:pt>
                <c:pt idx="468">
                  <c:v>54.110344953236044</c:v>
                </c:pt>
                <c:pt idx="469">
                  <c:v>54.116858176942053</c:v>
                </c:pt>
                <c:pt idx="470">
                  <c:v>54.119715227744159</c:v>
                </c:pt>
                <c:pt idx="471">
                  <c:v>54.115534724694072</c:v>
                </c:pt>
                <c:pt idx="472">
                  <c:v>54.115850749634845</c:v>
                </c:pt>
                <c:pt idx="473">
                  <c:v>54.111357420556502</c:v>
                </c:pt>
                <c:pt idx="474">
                  <c:v>54.118317525437874</c:v>
                </c:pt>
                <c:pt idx="475">
                  <c:v>54.121097096584144</c:v>
                </c:pt>
                <c:pt idx="476">
                  <c:v>54.117979085095676</c:v>
                </c:pt>
                <c:pt idx="477">
                  <c:v>54.116102497146294</c:v>
                </c:pt>
                <c:pt idx="478">
                  <c:v>54.114783632307635</c:v>
                </c:pt>
                <c:pt idx="479">
                  <c:v>54.12095820854762</c:v>
                </c:pt>
                <c:pt idx="480">
                  <c:v>54.113212413928544</c:v>
                </c:pt>
                <c:pt idx="481">
                  <c:v>54.111130811741312</c:v>
                </c:pt>
                <c:pt idx="482">
                  <c:v>54.1245510015588</c:v>
                </c:pt>
                <c:pt idx="483">
                  <c:v>54.121268457034844</c:v>
                </c:pt>
                <c:pt idx="484">
                  <c:v>54.114583911234398</c:v>
                </c:pt>
                <c:pt idx="485">
                  <c:v>54.11944529936298</c:v>
                </c:pt>
                <c:pt idx="486">
                  <c:v>54.120256542044601</c:v>
                </c:pt>
                <c:pt idx="487">
                  <c:v>54.123979071287422</c:v>
                </c:pt>
                <c:pt idx="488">
                  <c:v>54.118480508880239</c:v>
                </c:pt>
                <c:pt idx="489">
                  <c:v>54.120499513642557</c:v>
                </c:pt>
                <c:pt idx="490">
                  <c:v>54.123515512807927</c:v>
                </c:pt>
                <c:pt idx="491">
                  <c:v>54.129280881396291</c:v>
                </c:pt>
                <c:pt idx="492">
                  <c:v>54.13341982926859</c:v>
                </c:pt>
                <c:pt idx="493">
                  <c:v>54.121345307647935</c:v>
                </c:pt>
                <c:pt idx="494">
                  <c:v>54.127133782050493</c:v>
                </c:pt>
                <c:pt idx="495">
                  <c:v>54.123531177506656</c:v>
                </c:pt>
                <c:pt idx="496">
                  <c:v>54.123517507333716</c:v>
                </c:pt>
                <c:pt idx="497">
                  <c:v>54.134876078578181</c:v>
                </c:pt>
                <c:pt idx="498">
                  <c:v>54.135440621432871</c:v>
                </c:pt>
                <c:pt idx="499">
                  <c:v>54.132040123721971</c:v>
                </c:pt>
                <c:pt idx="500">
                  <c:v>54.131148831514736</c:v>
                </c:pt>
                <c:pt idx="501">
                  <c:v>54.131121567881387</c:v>
                </c:pt>
                <c:pt idx="502">
                  <c:v>54.124593707424545</c:v>
                </c:pt>
                <c:pt idx="503">
                  <c:v>54.123113539147937</c:v>
                </c:pt>
                <c:pt idx="504">
                  <c:v>54.130889604531561</c:v>
                </c:pt>
                <c:pt idx="505">
                  <c:v>54.137116099812211</c:v>
                </c:pt>
                <c:pt idx="506">
                  <c:v>54.134566344064908</c:v>
                </c:pt>
                <c:pt idx="507">
                  <c:v>54.135624670136117</c:v>
                </c:pt>
                <c:pt idx="508">
                  <c:v>54.133064726964761</c:v>
                </c:pt>
                <c:pt idx="509">
                  <c:v>54.134510896247839</c:v>
                </c:pt>
                <c:pt idx="510">
                  <c:v>54.144454175002764</c:v>
                </c:pt>
                <c:pt idx="511">
                  <c:v>54.140683385906989</c:v>
                </c:pt>
                <c:pt idx="512">
                  <c:v>54.146480352386682</c:v>
                </c:pt>
                <c:pt idx="513">
                  <c:v>54.136615719318058</c:v>
                </c:pt>
                <c:pt idx="514">
                  <c:v>54.138654723037078</c:v>
                </c:pt>
                <c:pt idx="515">
                  <c:v>54.145683876867182</c:v>
                </c:pt>
                <c:pt idx="516">
                  <c:v>54.131791682520586</c:v>
                </c:pt>
                <c:pt idx="517">
                  <c:v>54.151063143618131</c:v>
                </c:pt>
                <c:pt idx="518">
                  <c:v>54.15952530286107</c:v>
                </c:pt>
                <c:pt idx="519">
                  <c:v>54.159926110490595</c:v>
                </c:pt>
                <c:pt idx="520">
                  <c:v>54.153806537135004</c:v>
                </c:pt>
                <c:pt idx="521">
                  <c:v>54.153592846709955</c:v>
                </c:pt>
                <c:pt idx="522">
                  <c:v>54.159353313367617</c:v>
                </c:pt>
                <c:pt idx="523">
                  <c:v>54.150512501073976</c:v>
                </c:pt>
                <c:pt idx="524">
                  <c:v>54.154287555386446</c:v>
                </c:pt>
                <c:pt idx="525">
                  <c:v>54.163680176254708</c:v>
                </c:pt>
                <c:pt idx="526">
                  <c:v>54.157001445264072</c:v>
                </c:pt>
                <c:pt idx="527">
                  <c:v>54.161346197513289</c:v>
                </c:pt>
                <c:pt idx="528">
                  <c:v>54.150446743092807</c:v>
                </c:pt>
                <c:pt idx="529">
                  <c:v>54.146599118726449</c:v>
                </c:pt>
                <c:pt idx="530">
                  <c:v>54.148696086433539</c:v>
                </c:pt>
                <c:pt idx="531">
                  <c:v>54.146288049415141</c:v>
                </c:pt>
                <c:pt idx="532">
                  <c:v>54.146266063603896</c:v>
                </c:pt>
                <c:pt idx="533">
                  <c:v>54.151557832042513</c:v>
                </c:pt>
                <c:pt idx="534">
                  <c:v>54.141975639168805</c:v>
                </c:pt>
                <c:pt idx="535">
                  <c:v>54.142415907724029</c:v>
                </c:pt>
                <c:pt idx="536">
                  <c:v>54.133961266309086</c:v>
                </c:pt>
                <c:pt idx="537">
                  <c:v>54.123326661900265</c:v>
                </c:pt>
                <c:pt idx="538">
                  <c:v>54.128660691271953</c:v>
                </c:pt>
                <c:pt idx="539">
                  <c:v>54.12889190283898</c:v>
                </c:pt>
                <c:pt idx="540">
                  <c:v>54.12745866728855</c:v>
                </c:pt>
                <c:pt idx="541">
                  <c:v>54.143084687565207</c:v>
                </c:pt>
                <c:pt idx="542">
                  <c:v>54.14531159095651</c:v>
                </c:pt>
                <c:pt idx="543">
                  <c:v>54.134873102131998</c:v>
                </c:pt>
                <c:pt idx="544">
                  <c:v>54.131214067850699</c:v>
                </c:pt>
                <c:pt idx="545">
                  <c:v>54.139890746014018</c:v>
                </c:pt>
                <c:pt idx="546">
                  <c:v>54.131798509935805</c:v>
                </c:pt>
                <c:pt idx="547">
                  <c:v>54.125552675426214</c:v>
                </c:pt>
                <c:pt idx="548">
                  <c:v>54.140617152308124</c:v>
                </c:pt>
                <c:pt idx="549">
                  <c:v>54.132768816049492</c:v>
                </c:pt>
                <c:pt idx="550">
                  <c:v>54.120890931658337</c:v>
                </c:pt>
                <c:pt idx="551">
                  <c:v>54.107731602800925</c:v>
                </c:pt>
                <c:pt idx="552">
                  <c:v>54.12575146060658</c:v>
                </c:pt>
                <c:pt idx="553">
                  <c:v>54.124807735384728</c:v>
                </c:pt>
                <c:pt idx="554">
                  <c:v>54.112307551274654</c:v>
                </c:pt>
                <c:pt idx="555">
                  <c:v>54.098864961398256</c:v>
                </c:pt>
                <c:pt idx="556">
                  <c:v>54.090700745952645</c:v>
                </c:pt>
                <c:pt idx="557">
                  <c:v>54.095666202300151</c:v>
                </c:pt>
                <c:pt idx="558">
                  <c:v>54.092431288586404</c:v>
                </c:pt>
                <c:pt idx="559">
                  <c:v>54.077135439041157</c:v>
                </c:pt>
                <c:pt idx="560">
                  <c:v>54.081247836706638</c:v>
                </c:pt>
                <c:pt idx="561">
                  <c:v>54.060935183281579</c:v>
                </c:pt>
                <c:pt idx="562">
                  <c:v>54.065835867403926</c:v>
                </c:pt>
                <c:pt idx="563">
                  <c:v>54.059562009806932</c:v>
                </c:pt>
                <c:pt idx="564">
                  <c:v>54.079306787217853</c:v>
                </c:pt>
                <c:pt idx="565">
                  <c:v>54.084338960453159</c:v>
                </c:pt>
                <c:pt idx="566">
                  <c:v>54.066615980140661</c:v>
                </c:pt>
                <c:pt idx="567">
                  <c:v>54.050730759730214</c:v>
                </c:pt>
                <c:pt idx="568">
                  <c:v>54.075567787794732</c:v>
                </c:pt>
                <c:pt idx="569">
                  <c:v>54.085474827550229</c:v>
                </c:pt>
                <c:pt idx="570">
                  <c:v>54.065073835810637</c:v>
                </c:pt>
                <c:pt idx="571">
                  <c:v>54.072235073275806</c:v>
                </c:pt>
                <c:pt idx="572">
                  <c:v>54.060876732168943</c:v>
                </c:pt>
                <c:pt idx="573">
                  <c:v>54.054730393811447</c:v>
                </c:pt>
                <c:pt idx="574">
                  <c:v>54.06378114145177</c:v>
                </c:pt>
                <c:pt idx="575">
                  <c:v>54.054442510862494</c:v>
                </c:pt>
                <c:pt idx="576">
                  <c:v>54.014328948509018</c:v>
                </c:pt>
                <c:pt idx="577">
                  <c:v>54.01432076903545</c:v>
                </c:pt>
                <c:pt idx="578">
                  <c:v>54.032955806678288</c:v>
                </c:pt>
                <c:pt idx="579">
                  <c:v>54.004905070161279</c:v>
                </c:pt>
                <c:pt idx="580">
                  <c:v>53.947964348618562</c:v>
                </c:pt>
                <c:pt idx="581">
                  <c:v>53.932751908607763</c:v>
                </c:pt>
                <c:pt idx="582">
                  <c:v>54.042893926515532</c:v>
                </c:pt>
                <c:pt idx="583">
                  <c:v>53.941761638058004</c:v>
                </c:pt>
                <c:pt idx="584">
                  <c:v>53.758505839357824</c:v>
                </c:pt>
                <c:pt idx="585">
                  <c:v>54.049868376640113</c:v>
                </c:pt>
                <c:pt idx="586">
                  <c:v>54.136244369300258</c:v>
                </c:pt>
                <c:pt idx="587">
                  <c:v>54.181353838081328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96A0-42C5-857B-5B109011262B}"/>
            </c:ext>
          </c:extLst>
        </c:ser>
        <c:ser>
          <c:idx val="27"/>
          <c:order val="2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Shifted!$AC$2:$AC$589</c:f>
              <c:numCache>
                <c:formatCode>General</c:formatCode>
                <c:ptCount val="588"/>
                <c:pt idx="0">
                  <c:v>56.053120959561674</c:v>
                </c:pt>
                <c:pt idx="1">
                  <c:v>56.056744605284386</c:v>
                </c:pt>
                <c:pt idx="2">
                  <c:v>56.133182432380167</c:v>
                </c:pt>
                <c:pt idx="3">
                  <c:v>56.060129808041026</c:v>
                </c:pt>
                <c:pt idx="4">
                  <c:v>56.078330166192096</c:v>
                </c:pt>
                <c:pt idx="5">
                  <c:v>56.137184796062861</c:v>
                </c:pt>
                <c:pt idx="6">
                  <c:v>56.198775271780349</c:v>
                </c:pt>
                <c:pt idx="7">
                  <c:v>56.238619648095586</c:v>
                </c:pt>
                <c:pt idx="8">
                  <c:v>56.302514389327598</c:v>
                </c:pt>
                <c:pt idx="9">
                  <c:v>56.352947467701441</c:v>
                </c:pt>
                <c:pt idx="10">
                  <c:v>56.391397081764431</c:v>
                </c:pt>
                <c:pt idx="11">
                  <c:v>56.337874225937078</c:v>
                </c:pt>
                <c:pt idx="12">
                  <c:v>56.347040531149233</c:v>
                </c:pt>
                <c:pt idx="13">
                  <c:v>56.374323162644217</c:v>
                </c:pt>
                <c:pt idx="14">
                  <c:v>56.420194290816156</c:v>
                </c:pt>
                <c:pt idx="15">
                  <c:v>56.446838720136</c:v>
                </c:pt>
                <c:pt idx="16">
                  <c:v>56.480726243862236</c:v>
                </c:pt>
                <c:pt idx="17">
                  <c:v>56.516138490909007</c:v>
                </c:pt>
                <c:pt idx="18">
                  <c:v>56.515682155753957</c:v>
                </c:pt>
                <c:pt idx="19">
                  <c:v>56.516248244530622</c:v>
                </c:pt>
                <c:pt idx="20">
                  <c:v>56.549701910733198</c:v>
                </c:pt>
                <c:pt idx="21">
                  <c:v>56.595386211111034</c:v>
                </c:pt>
                <c:pt idx="22">
                  <c:v>56.624333868947446</c:v>
                </c:pt>
                <c:pt idx="23">
                  <c:v>56.638800494933903</c:v>
                </c:pt>
                <c:pt idx="24">
                  <c:v>56.65123292330621</c:v>
                </c:pt>
                <c:pt idx="25">
                  <c:v>56.691483858874555</c:v>
                </c:pt>
                <c:pt idx="26">
                  <c:v>56.751493417193025</c:v>
                </c:pt>
                <c:pt idx="27">
                  <c:v>56.80345105072557</c:v>
                </c:pt>
                <c:pt idx="28">
                  <c:v>56.877709465459503</c:v>
                </c:pt>
                <c:pt idx="29">
                  <c:v>56.971746906579043</c:v>
                </c:pt>
                <c:pt idx="30">
                  <c:v>57.036065892083379</c:v>
                </c:pt>
                <c:pt idx="31">
                  <c:v>57.084979908584991</c:v>
                </c:pt>
                <c:pt idx="32">
                  <c:v>57.132563204464944</c:v>
                </c:pt>
                <c:pt idx="33">
                  <c:v>57.157130526876799</c:v>
                </c:pt>
                <c:pt idx="34">
                  <c:v>57.177974410029442</c:v>
                </c:pt>
                <c:pt idx="35">
                  <c:v>57.201328837209147</c:v>
                </c:pt>
                <c:pt idx="36">
                  <c:v>57.271324181368591</c:v>
                </c:pt>
                <c:pt idx="37">
                  <c:v>57.301543759239792</c:v>
                </c:pt>
                <c:pt idx="38">
                  <c:v>57.357834811046082</c:v>
                </c:pt>
                <c:pt idx="39">
                  <c:v>57.454462841224178</c:v>
                </c:pt>
                <c:pt idx="40">
                  <c:v>57.561689551062841</c:v>
                </c:pt>
                <c:pt idx="41">
                  <c:v>57.659248861460327</c:v>
                </c:pt>
                <c:pt idx="42">
                  <c:v>57.743049731395111</c:v>
                </c:pt>
                <c:pt idx="43">
                  <c:v>57.81858623209763</c:v>
                </c:pt>
                <c:pt idx="44">
                  <c:v>57.904880493552731</c:v>
                </c:pt>
                <c:pt idx="45">
                  <c:v>57.933421143704486</c:v>
                </c:pt>
                <c:pt idx="46">
                  <c:v>57.962614037544256</c:v>
                </c:pt>
                <c:pt idx="47">
                  <c:v>58.045209075043786</c:v>
                </c:pt>
                <c:pt idx="48">
                  <c:v>58.067854195620868</c:v>
                </c:pt>
                <c:pt idx="49">
                  <c:v>58.090685863722328</c:v>
                </c:pt>
                <c:pt idx="50">
                  <c:v>58.133474977911945</c:v>
                </c:pt>
                <c:pt idx="51">
                  <c:v>58.139410193678707</c:v>
                </c:pt>
                <c:pt idx="52">
                  <c:v>58.138764452248154</c:v>
                </c:pt>
                <c:pt idx="53">
                  <c:v>58.173912965490167</c:v>
                </c:pt>
                <c:pt idx="54">
                  <c:v>58.194670189245961</c:v>
                </c:pt>
                <c:pt idx="55">
                  <c:v>58.208146229940681</c:v>
                </c:pt>
                <c:pt idx="56">
                  <c:v>58.266229774756198</c:v>
                </c:pt>
                <c:pt idx="57">
                  <c:v>58.310438174798399</c:v>
                </c:pt>
                <c:pt idx="58">
                  <c:v>58.296964376261421</c:v>
                </c:pt>
                <c:pt idx="59">
                  <c:v>58.297402718100571</c:v>
                </c:pt>
                <c:pt idx="60">
                  <c:v>58.405009473677005</c:v>
                </c:pt>
                <c:pt idx="61">
                  <c:v>58.394173573727038</c:v>
                </c:pt>
                <c:pt idx="62">
                  <c:v>58.399308563394605</c:v>
                </c:pt>
                <c:pt idx="63">
                  <c:v>58.498677182984409</c:v>
                </c:pt>
                <c:pt idx="64">
                  <c:v>58.513531702260735</c:v>
                </c:pt>
                <c:pt idx="65">
                  <c:v>58.499820683434336</c:v>
                </c:pt>
                <c:pt idx="66">
                  <c:v>58.507496262042778</c:v>
                </c:pt>
                <c:pt idx="67">
                  <c:v>58.496617985311403</c:v>
                </c:pt>
                <c:pt idx="68">
                  <c:v>58.490724473678711</c:v>
                </c:pt>
                <c:pt idx="69">
                  <c:v>58.486357423038775</c:v>
                </c:pt>
                <c:pt idx="70">
                  <c:v>58.469489221891664</c:v>
                </c:pt>
                <c:pt idx="71">
                  <c:v>58.478321753896502</c:v>
                </c:pt>
                <c:pt idx="72">
                  <c:v>58.437802824423699</c:v>
                </c:pt>
                <c:pt idx="73">
                  <c:v>58.432333304820567</c:v>
                </c:pt>
                <c:pt idx="74">
                  <c:v>58.374621061327623</c:v>
                </c:pt>
                <c:pt idx="75">
                  <c:v>58.35677393410905</c:v>
                </c:pt>
                <c:pt idx="76">
                  <c:v>58.359757349204529</c:v>
                </c:pt>
                <c:pt idx="77">
                  <c:v>58.329103913809661</c:v>
                </c:pt>
                <c:pt idx="78">
                  <c:v>58.351946120052524</c:v>
                </c:pt>
                <c:pt idx="79">
                  <c:v>58.343774576150913</c:v>
                </c:pt>
                <c:pt idx="80">
                  <c:v>58.326855926454535</c:v>
                </c:pt>
                <c:pt idx="81">
                  <c:v>58.36283560757262</c:v>
                </c:pt>
                <c:pt idx="82">
                  <c:v>58.347770549684029</c:v>
                </c:pt>
                <c:pt idx="83">
                  <c:v>58.353495899485864</c:v>
                </c:pt>
                <c:pt idx="84">
                  <c:v>58.373144376236759</c:v>
                </c:pt>
                <c:pt idx="85">
                  <c:v>58.380637667420515</c:v>
                </c:pt>
                <c:pt idx="86">
                  <c:v>58.382492156091402</c:v>
                </c:pt>
                <c:pt idx="87">
                  <c:v>58.363894802891352</c:v>
                </c:pt>
                <c:pt idx="88">
                  <c:v>58.389926702742237</c:v>
                </c:pt>
                <c:pt idx="89">
                  <c:v>58.377575104156634</c:v>
                </c:pt>
                <c:pt idx="90">
                  <c:v>58.338623218731797</c:v>
                </c:pt>
                <c:pt idx="91">
                  <c:v>58.357474608404338</c:v>
                </c:pt>
                <c:pt idx="92">
                  <c:v>58.336700120033917</c:v>
                </c:pt>
                <c:pt idx="93">
                  <c:v>58.279581599911843</c:v>
                </c:pt>
                <c:pt idx="94">
                  <c:v>58.268055563807941</c:v>
                </c:pt>
                <c:pt idx="95">
                  <c:v>58.25071314629777</c:v>
                </c:pt>
                <c:pt idx="96">
                  <c:v>58.191867940496273</c:v>
                </c:pt>
                <c:pt idx="97">
                  <c:v>58.150866722892509</c:v>
                </c:pt>
                <c:pt idx="98">
                  <c:v>58.121979210937603</c:v>
                </c:pt>
                <c:pt idx="99">
                  <c:v>58.060770995088667</c:v>
                </c:pt>
                <c:pt idx="100">
                  <c:v>58.002471082050754</c:v>
                </c:pt>
                <c:pt idx="101">
                  <c:v>57.943291346313707</c:v>
                </c:pt>
                <c:pt idx="102">
                  <c:v>57.898635411585616</c:v>
                </c:pt>
                <c:pt idx="103">
                  <c:v>57.868752605807707</c:v>
                </c:pt>
                <c:pt idx="104">
                  <c:v>57.846478786553199</c:v>
                </c:pt>
                <c:pt idx="105">
                  <c:v>57.86504407689749</c:v>
                </c:pt>
                <c:pt idx="106">
                  <c:v>57.886112736364069</c:v>
                </c:pt>
                <c:pt idx="107">
                  <c:v>57.892935846597844</c:v>
                </c:pt>
                <c:pt idx="108">
                  <c:v>57.943320270148618</c:v>
                </c:pt>
                <c:pt idx="109">
                  <c:v>57.990575089918934</c:v>
                </c:pt>
                <c:pt idx="110">
                  <c:v>58.011628278497071</c:v>
                </c:pt>
                <c:pt idx="111">
                  <c:v>58.062374137876333</c:v>
                </c:pt>
                <c:pt idx="112">
                  <c:v>58.072211156550928</c:v>
                </c:pt>
                <c:pt idx="113">
                  <c:v>58.064533111568984</c:v>
                </c:pt>
                <c:pt idx="114">
                  <c:v>58.042470727789834</c:v>
                </c:pt>
                <c:pt idx="115">
                  <c:v>57.961541837710605</c:v>
                </c:pt>
                <c:pt idx="116">
                  <c:v>57.878440072560707</c:v>
                </c:pt>
                <c:pt idx="117">
                  <c:v>57.759517258953188</c:v>
                </c:pt>
                <c:pt idx="118">
                  <c:v>57.624870193080049</c:v>
                </c:pt>
                <c:pt idx="119">
                  <c:v>57.517445164388839</c:v>
                </c:pt>
                <c:pt idx="120">
                  <c:v>57.394400031659266</c:v>
                </c:pt>
                <c:pt idx="121">
                  <c:v>57.280322520938668</c:v>
                </c:pt>
                <c:pt idx="122">
                  <c:v>57.197005508645255</c:v>
                </c:pt>
                <c:pt idx="123">
                  <c:v>57.12682092637214</c:v>
                </c:pt>
                <c:pt idx="124">
                  <c:v>57.057643521358067</c:v>
                </c:pt>
                <c:pt idx="125">
                  <c:v>56.970332441365613</c:v>
                </c:pt>
                <c:pt idx="126">
                  <c:v>56.931876409126076</c:v>
                </c:pt>
                <c:pt idx="127">
                  <c:v>56.879233572186664</c:v>
                </c:pt>
                <c:pt idx="128">
                  <c:v>56.822005130281134</c:v>
                </c:pt>
                <c:pt idx="129">
                  <c:v>56.815174676980746</c:v>
                </c:pt>
                <c:pt idx="130">
                  <c:v>56.826000711436656</c:v>
                </c:pt>
                <c:pt idx="131">
                  <c:v>56.830005317277092</c:v>
                </c:pt>
                <c:pt idx="132">
                  <c:v>56.854264286945075</c:v>
                </c:pt>
                <c:pt idx="133">
                  <c:v>56.843927771578834</c:v>
                </c:pt>
                <c:pt idx="134">
                  <c:v>56.801601943233273</c:v>
                </c:pt>
                <c:pt idx="135">
                  <c:v>56.752062701044473</c:v>
                </c:pt>
                <c:pt idx="136">
                  <c:v>56.750635119208241</c:v>
                </c:pt>
                <c:pt idx="137">
                  <c:v>56.720871035682933</c:v>
                </c:pt>
                <c:pt idx="138">
                  <c:v>56.681913600917667</c:v>
                </c:pt>
                <c:pt idx="139">
                  <c:v>56.686987323624869</c:v>
                </c:pt>
                <c:pt idx="140">
                  <c:v>56.69151480065144</c:v>
                </c:pt>
                <c:pt idx="141">
                  <c:v>56.695579720535214</c:v>
                </c:pt>
                <c:pt idx="142">
                  <c:v>56.703722732979529</c:v>
                </c:pt>
                <c:pt idx="143">
                  <c:v>56.750175252654742</c:v>
                </c:pt>
                <c:pt idx="144">
                  <c:v>56.778380307846014</c:v>
                </c:pt>
                <c:pt idx="145">
                  <c:v>56.804040345834892</c:v>
                </c:pt>
                <c:pt idx="146">
                  <c:v>56.849881204877278</c:v>
                </c:pt>
                <c:pt idx="147">
                  <c:v>56.889200355740748</c:v>
                </c:pt>
                <c:pt idx="148">
                  <c:v>56.904979933248718</c:v>
                </c:pt>
                <c:pt idx="149">
                  <c:v>56.910876696010156</c:v>
                </c:pt>
                <c:pt idx="150">
                  <c:v>56.941517463213764</c:v>
                </c:pt>
                <c:pt idx="151">
                  <c:v>56.946035971609348</c:v>
                </c:pt>
                <c:pt idx="152">
                  <c:v>56.95482052143845</c:v>
                </c:pt>
                <c:pt idx="153">
                  <c:v>56.980967780305313</c:v>
                </c:pt>
                <c:pt idx="154">
                  <c:v>57.017201273680129</c:v>
                </c:pt>
                <c:pt idx="155">
                  <c:v>57.020045002348098</c:v>
                </c:pt>
                <c:pt idx="156">
                  <c:v>57.03685457107018</c:v>
                </c:pt>
                <c:pt idx="157">
                  <c:v>57.066338496985253</c:v>
                </c:pt>
                <c:pt idx="158">
                  <c:v>57.082550642776177</c:v>
                </c:pt>
                <c:pt idx="159">
                  <c:v>57.109008328382835</c:v>
                </c:pt>
                <c:pt idx="160">
                  <c:v>57.134811752359511</c:v>
                </c:pt>
                <c:pt idx="161">
                  <c:v>57.165486488252945</c:v>
                </c:pt>
                <c:pt idx="162">
                  <c:v>57.187766361333367</c:v>
                </c:pt>
                <c:pt idx="163">
                  <c:v>57.186610416907932</c:v>
                </c:pt>
                <c:pt idx="164">
                  <c:v>57.19080594248036</c:v>
                </c:pt>
                <c:pt idx="165">
                  <c:v>57.197171091994726</c:v>
                </c:pt>
                <c:pt idx="166">
                  <c:v>57.186971852736427</c:v>
                </c:pt>
                <c:pt idx="167">
                  <c:v>57.157743981235832</c:v>
                </c:pt>
                <c:pt idx="168">
                  <c:v>57.148752256031095</c:v>
                </c:pt>
                <c:pt idx="169">
                  <c:v>57.169633583218079</c:v>
                </c:pt>
                <c:pt idx="170">
                  <c:v>57.157239607851096</c:v>
                </c:pt>
                <c:pt idx="171">
                  <c:v>57.159130867908992</c:v>
                </c:pt>
                <c:pt idx="172">
                  <c:v>57.16177212973259</c:v>
                </c:pt>
                <c:pt idx="173">
                  <c:v>57.159994434964482</c:v>
                </c:pt>
                <c:pt idx="174">
                  <c:v>57.14990181030695</c:v>
                </c:pt>
                <c:pt idx="175">
                  <c:v>57.124870361241882</c:v>
                </c:pt>
                <c:pt idx="176">
                  <c:v>57.131877664734411</c:v>
                </c:pt>
                <c:pt idx="177">
                  <c:v>57.130416562639887</c:v>
                </c:pt>
                <c:pt idx="178">
                  <c:v>57.134027894011858</c:v>
                </c:pt>
                <c:pt idx="179">
                  <c:v>57.155961690044336</c:v>
                </c:pt>
                <c:pt idx="180">
                  <c:v>57.158384565703571</c:v>
                </c:pt>
                <c:pt idx="181">
                  <c:v>57.162518656153786</c:v>
                </c:pt>
                <c:pt idx="182">
                  <c:v>57.159724703387752</c:v>
                </c:pt>
                <c:pt idx="183">
                  <c:v>57.167674834212058</c:v>
                </c:pt>
                <c:pt idx="184">
                  <c:v>57.193367719811896</c:v>
                </c:pt>
                <c:pt idx="185">
                  <c:v>57.193638684575383</c:v>
                </c:pt>
                <c:pt idx="186">
                  <c:v>57.203792744355113</c:v>
                </c:pt>
                <c:pt idx="187">
                  <c:v>57.218261500391428</c:v>
                </c:pt>
                <c:pt idx="188">
                  <c:v>57.211063949814232</c:v>
                </c:pt>
                <c:pt idx="189">
                  <c:v>57.206205081872952</c:v>
                </c:pt>
                <c:pt idx="190">
                  <c:v>57.207321340106297</c:v>
                </c:pt>
                <c:pt idx="191">
                  <c:v>57.215288062897905</c:v>
                </c:pt>
                <c:pt idx="192">
                  <c:v>57.19969721901812</c:v>
                </c:pt>
                <c:pt idx="193">
                  <c:v>57.202673010777268</c:v>
                </c:pt>
                <c:pt idx="194">
                  <c:v>57.236680377834972</c:v>
                </c:pt>
                <c:pt idx="195">
                  <c:v>57.242341601925297</c:v>
                </c:pt>
                <c:pt idx="196">
                  <c:v>57.260401734129644</c:v>
                </c:pt>
                <c:pt idx="197">
                  <c:v>57.294115042199088</c:v>
                </c:pt>
                <c:pt idx="198">
                  <c:v>57.317446150938252</c:v>
                </c:pt>
                <c:pt idx="199">
                  <c:v>57.343842177206923</c:v>
                </c:pt>
                <c:pt idx="200">
                  <c:v>57.382271864092957</c:v>
                </c:pt>
                <c:pt idx="201">
                  <c:v>57.410255225937192</c:v>
                </c:pt>
                <c:pt idx="202">
                  <c:v>57.439790609372508</c:v>
                </c:pt>
                <c:pt idx="203">
                  <c:v>57.496872582323348</c:v>
                </c:pt>
                <c:pt idx="204">
                  <c:v>57.544466752668363</c:v>
                </c:pt>
                <c:pt idx="205">
                  <c:v>57.577412121710154</c:v>
                </c:pt>
                <c:pt idx="206">
                  <c:v>57.586918870548914</c:v>
                </c:pt>
                <c:pt idx="207">
                  <c:v>57.578716496978302</c:v>
                </c:pt>
                <c:pt idx="208">
                  <c:v>57.574764245521209</c:v>
                </c:pt>
                <c:pt idx="209">
                  <c:v>57.545639513276882</c:v>
                </c:pt>
                <c:pt idx="210">
                  <c:v>57.489637027172378</c:v>
                </c:pt>
                <c:pt idx="211">
                  <c:v>57.454670240815588</c:v>
                </c:pt>
                <c:pt idx="212">
                  <c:v>57.406584253169207</c:v>
                </c:pt>
                <c:pt idx="213">
                  <c:v>57.351798361857128</c:v>
                </c:pt>
                <c:pt idx="214">
                  <c:v>57.339316830230203</c:v>
                </c:pt>
                <c:pt idx="215">
                  <c:v>57.338049786888512</c:v>
                </c:pt>
                <c:pt idx="216">
                  <c:v>57.348080640100164</c:v>
                </c:pt>
                <c:pt idx="217">
                  <c:v>57.360190870404516</c:v>
                </c:pt>
                <c:pt idx="218">
                  <c:v>57.366202880074049</c:v>
                </c:pt>
                <c:pt idx="219">
                  <c:v>57.391990496838616</c:v>
                </c:pt>
                <c:pt idx="220">
                  <c:v>57.415321157146224</c:v>
                </c:pt>
                <c:pt idx="221">
                  <c:v>57.4407024949274</c:v>
                </c:pt>
                <c:pt idx="222">
                  <c:v>57.450707451217092</c:v>
                </c:pt>
                <c:pt idx="223">
                  <c:v>57.434072546583351</c:v>
                </c:pt>
                <c:pt idx="224">
                  <c:v>57.411236954705835</c:v>
                </c:pt>
                <c:pt idx="225">
                  <c:v>57.364771822893303</c:v>
                </c:pt>
                <c:pt idx="226">
                  <c:v>57.34290585213261</c:v>
                </c:pt>
                <c:pt idx="227">
                  <c:v>57.322900199652935</c:v>
                </c:pt>
                <c:pt idx="228">
                  <c:v>57.29005303712038</c:v>
                </c:pt>
                <c:pt idx="229">
                  <c:v>57.263427974438059</c:v>
                </c:pt>
                <c:pt idx="230">
                  <c:v>57.270381241928931</c:v>
                </c:pt>
                <c:pt idx="231">
                  <c:v>57.270697834602522</c:v>
                </c:pt>
                <c:pt idx="232">
                  <c:v>57.298487474017598</c:v>
                </c:pt>
                <c:pt idx="233">
                  <c:v>57.285655717350906</c:v>
                </c:pt>
                <c:pt idx="234">
                  <c:v>57.271792792337294</c:v>
                </c:pt>
                <c:pt idx="235">
                  <c:v>57.271006131292459</c:v>
                </c:pt>
                <c:pt idx="236">
                  <c:v>57.259354982786398</c:v>
                </c:pt>
                <c:pt idx="237">
                  <c:v>57.24547098148998</c:v>
                </c:pt>
                <c:pt idx="238">
                  <c:v>57.23643587053288</c:v>
                </c:pt>
                <c:pt idx="239">
                  <c:v>57.231704917690948</c:v>
                </c:pt>
                <c:pt idx="240">
                  <c:v>57.187511315889871</c:v>
                </c:pt>
                <c:pt idx="241">
                  <c:v>57.159603851085301</c:v>
                </c:pt>
                <c:pt idx="242">
                  <c:v>57.184677564823865</c:v>
                </c:pt>
                <c:pt idx="243">
                  <c:v>57.169001743165538</c:v>
                </c:pt>
                <c:pt idx="244">
                  <c:v>57.144250900142254</c:v>
                </c:pt>
                <c:pt idx="245">
                  <c:v>57.145608638764735</c:v>
                </c:pt>
                <c:pt idx="246">
                  <c:v>57.132285401120342</c:v>
                </c:pt>
                <c:pt idx="247">
                  <c:v>57.099488126597606</c:v>
                </c:pt>
                <c:pt idx="248">
                  <c:v>57.089840458144579</c:v>
                </c:pt>
                <c:pt idx="249">
                  <c:v>57.097187560643363</c:v>
                </c:pt>
                <c:pt idx="250">
                  <c:v>57.077845811071974</c:v>
                </c:pt>
                <c:pt idx="251">
                  <c:v>57.082606360396142</c:v>
                </c:pt>
                <c:pt idx="252">
                  <c:v>57.089574201912356</c:v>
                </c:pt>
                <c:pt idx="253">
                  <c:v>57.059629400472808</c:v>
                </c:pt>
                <c:pt idx="254">
                  <c:v>57.043396178399078</c:v>
                </c:pt>
                <c:pt idx="255">
                  <c:v>57.037916793301868</c:v>
                </c:pt>
                <c:pt idx="256">
                  <c:v>57.020501169341316</c:v>
                </c:pt>
                <c:pt idx="257">
                  <c:v>57.013687364062179</c:v>
                </c:pt>
                <c:pt idx="258">
                  <c:v>57.00685360357911</c:v>
                </c:pt>
                <c:pt idx="259">
                  <c:v>57</c:v>
                </c:pt>
                <c:pt idx="260">
                  <c:v>56.968294656299079</c:v>
                </c:pt>
                <c:pt idx="261">
                  <c:v>56.905611997517035</c:v>
                </c:pt>
                <c:pt idx="262">
                  <c:v>56.924391582087807</c:v>
                </c:pt>
                <c:pt idx="263">
                  <c:v>56.94465143920182</c:v>
                </c:pt>
                <c:pt idx="264">
                  <c:v>56.920726943415453</c:v>
                </c:pt>
                <c:pt idx="265">
                  <c:v>56.891906359869232</c:v>
                </c:pt>
                <c:pt idx="266">
                  <c:v>56.881627075579438</c:v>
                </c:pt>
                <c:pt idx="267">
                  <c:v>56.892589825603849</c:v>
                </c:pt>
                <c:pt idx="268">
                  <c:v>56.83841581914038</c:v>
                </c:pt>
                <c:pt idx="269">
                  <c:v>56.738461547947587</c:v>
                </c:pt>
                <c:pt idx="270">
                  <c:v>56.700368857370627</c:v>
                </c:pt>
                <c:pt idx="271">
                  <c:v>56.722441555075406</c:v>
                </c:pt>
                <c:pt idx="272">
                  <c:v>56.730110182994828</c:v>
                </c:pt>
                <c:pt idx="273">
                  <c:v>56.72352978633694</c:v>
                </c:pt>
                <c:pt idx="274">
                  <c:v>56.717466991794488</c:v>
                </c:pt>
                <c:pt idx="275">
                  <c:v>56.686494609460404</c:v>
                </c:pt>
                <c:pt idx="276">
                  <c:v>56.639063163713729</c:v>
                </c:pt>
                <c:pt idx="277">
                  <c:v>56.606811406170351</c:v>
                </c:pt>
                <c:pt idx="278">
                  <c:v>56.627243012567632</c:v>
                </c:pt>
                <c:pt idx="279">
                  <c:v>56.632005523779824</c:v>
                </c:pt>
                <c:pt idx="280">
                  <c:v>56.596657906930048</c:v>
                </c:pt>
                <c:pt idx="281">
                  <c:v>56.578673727819314</c:v>
                </c:pt>
                <c:pt idx="282">
                  <c:v>56.607366956805613</c:v>
                </c:pt>
                <c:pt idx="283">
                  <c:v>56.622931735601618</c:v>
                </c:pt>
                <c:pt idx="284">
                  <c:v>56.617743943119152</c:v>
                </c:pt>
                <c:pt idx="285">
                  <c:v>56.51383259983011</c:v>
                </c:pt>
                <c:pt idx="286">
                  <c:v>56.360990956368845</c:v>
                </c:pt>
                <c:pt idx="287">
                  <c:v>56.512187360530781</c:v>
                </c:pt>
                <c:pt idx="288">
                  <c:v>56.593689234021738</c:v>
                </c:pt>
                <c:pt idx="289">
                  <c:v>56.617170399167982</c:v>
                </c:pt>
                <c:pt idx="290">
                  <c:v>56.585610795720484</c:v>
                </c:pt>
                <c:pt idx="291">
                  <c:v>56.644815755732161</c:v>
                </c:pt>
                <c:pt idx="292">
                  <c:v>56.596031896487652</c:v>
                </c:pt>
                <c:pt idx="293">
                  <c:v>56.464614798981032</c:v>
                </c:pt>
                <c:pt idx="294">
                  <c:v>56.54580173338973</c:v>
                </c:pt>
                <c:pt idx="295">
                  <c:v>56.675600637624818</c:v>
                </c:pt>
                <c:pt idx="296">
                  <c:v>56.742182072401739</c:v>
                </c:pt>
                <c:pt idx="297">
                  <c:v>56.807367259496914</c:v>
                </c:pt>
                <c:pt idx="298">
                  <c:v>56.823428620179484</c:v>
                </c:pt>
                <c:pt idx="299">
                  <c:v>56.794941893921497</c:v>
                </c:pt>
                <c:pt idx="300">
                  <c:v>56.878180486747787</c:v>
                </c:pt>
                <c:pt idx="301">
                  <c:v>56.877110529071878</c:v>
                </c:pt>
                <c:pt idx="302">
                  <c:v>56.724329227680919</c:v>
                </c:pt>
                <c:pt idx="303">
                  <c:v>56.750516340901697</c:v>
                </c:pt>
                <c:pt idx="304">
                  <c:v>56.955840815320308</c:v>
                </c:pt>
                <c:pt idx="305">
                  <c:v>57.065901724656527</c:v>
                </c:pt>
                <c:pt idx="306">
                  <c:v>57.108011465049415</c:v>
                </c:pt>
                <c:pt idx="307">
                  <c:v>57.166553979555331</c:v>
                </c:pt>
                <c:pt idx="308">
                  <c:v>57.226289321981589</c:v>
                </c:pt>
                <c:pt idx="309">
                  <c:v>57.227852218037732</c:v>
                </c:pt>
                <c:pt idx="310">
                  <c:v>57.287019173475635</c:v>
                </c:pt>
                <c:pt idx="311">
                  <c:v>57.264094904259302</c:v>
                </c:pt>
                <c:pt idx="312">
                  <c:v>57.351434683870892</c:v>
                </c:pt>
                <c:pt idx="313">
                  <c:v>57.508879785479316</c:v>
                </c:pt>
                <c:pt idx="314">
                  <c:v>57.548978534590724</c:v>
                </c:pt>
                <c:pt idx="315">
                  <c:v>57.670128371378453</c:v>
                </c:pt>
                <c:pt idx="316">
                  <c:v>57.731463044924212</c:v>
                </c:pt>
                <c:pt idx="317">
                  <c:v>57.797170038180582</c:v>
                </c:pt>
                <c:pt idx="318">
                  <c:v>57.917815725799358</c:v>
                </c:pt>
                <c:pt idx="319">
                  <c:v>57.966508889763084</c:v>
                </c:pt>
                <c:pt idx="320">
                  <c:v>57.995921739277641</c:v>
                </c:pt>
                <c:pt idx="321">
                  <c:v>58.177011179062191</c:v>
                </c:pt>
                <c:pt idx="322">
                  <c:v>58.28756592364175</c:v>
                </c:pt>
                <c:pt idx="323">
                  <c:v>58.351483787125517</c:v>
                </c:pt>
                <c:pt idx="324">
                  <c:v>58.40253166515302</c:v>
                </c:pt>
                <c:pt idx="325">
                  <c:v>58.479946645614298</c:v>
                </c:pt>
                <c:pt idx="326">
                  <c:v>58.518298529626584</c:v>
                </c:pt>
                <c:pt idx="327">
                  <c:v>58.592339286897428</c:v>
                </c:pt>
                <c:pt idx="328">
                  <c:v>58.634918759337893</c:v>
                </c:pt>
                <c:pt idx="329">
                  <c:v>58.627968518759957</c:v>
                </c:pt>
                <c:pt idx="330">
                  <c:v>58.671497993436994</c:v>
                </c:pt>
                <c:pt idx="331">
                  <c:v>58.678007425802249</c:v>
                </c:pt>
                <c:pt idx="332">
                  <c:v>58.625000350337139</c:v>
                </c:pt>
                <c:pt idx="333">
                  <c:v>58.609945382158401</c:v>
                </c:pt>
                <c:pt idx="334">
                  <c:v>58.606819814261883</c:v>
                </c:pt>
                <c:pt idx="335">
                  <c:v>58.57950988449636</c:v>
                </c:pt>
                <c:pt idx="336">
                  <c:v>58.507355454536395</c:v>
                </c:pt>
                <c:pt idx="337">
                  <c:v>58.493845333043943</c:v>
                </c:pt>
                <c:pt idx="338">
                  <c:v>58.443604183373083</c:v>
                </c:pt>
                <c:pt idx="339">
                  <c:v>58.322100758308963</c:v>
                </c:pt>
                <c:pt idx="340">
                  <c:v>58.256392083434278</c:v>
                </c:pt>
                <c:pt idx="341">
                  <c:v>58.242751019929536</c:v>
                </c:pt>
                <c:pt idx="342">
                  <c:v>58.150006631181533</c:v>
                </c:pt>
                <c:pt idx="343">
                  <c:v>58.051803485187577</c:v>
                </c:pt>
                <c:pt idx="344">
                  <c:v>57.999651792902206</c:v>
                </c:pt>
                <c:pt idx="345">
                  <c:v>57.913990828902179</c:v>
                </c:pt>
                <c:pt idx="346">
                  <c:v>57.806717482182414</c:v>
                </c:pt>
                <c:pt idx="347">
                  <c:v>57.720231067808569</c:v>
                </c:pt>
                <c:pt idx="348">
                  <c:v>57.644088623975463</c:v>
                </c:pt>
                <c:pt idx="349">
                  <c:v>57.557312186497299</c:v>
                </c:pt>
                <c:pt idx="350">
                  <c:v>57.469582159330194</c:v>
                </c:pt>
                <c:pt idx="351">
                  <c:v>57.408872599363747</c:v>
                </c:pt>
                <c:pt idx="352">
                  <c:v>57.343550696700071</c:v>
                </c:pt>
                <c:pt idx="353">
                  <c:v>57.27421477113343</c:v>
                </c:pt>
                <c:pt idx="354">
                  <c:v>57.203851713103809</c:v>
                </c:pt>
                <c:pt idx="355">
                  <c:v>57.141969953068276</c:v>
                </c:pt>
                <c:pt idx="356">
                  <c:v>57.109954855274886</c:v>
                </c:pt>
                <c:pt idx="357">
                  <c:v>57.117970120781678</c:v>
                </c:pt>
                <c:pt idx="358">
                  <c:v>57.074893561969148</c:v>
                </c:pt>
                <c:pt idx="359">
                  <c:v>57.03406218781457</c:v>
                </c:pt>
                <c:pt idx="360">
                  <c:v>57.04501445575152</c:v>
                </c:pt>
                <c:pt idx="361">
                  <c:v>57.033260167989184</c:v>
                </c:pt>
                <c:pt idx="362">
                  <c:v>57.018934685832782</c:v>
                </c:pt>
                <c:pt idx="363">
                  <c:v>56.991562199866166</c:v>
                </c:pt>
                <c:pt idx="364">
                  <c:v>56.979123829775837</c:v>
                </c:pt>
                <c:pt idx="365">
                  <c:v>56.958081739878537</c:v>
                </c:pt>
                <c:pt idx="366">
                  <c:v>56.914114988387304</c:v>
                </c:pt>
                <c:pt idx="367">
                  <c:v>56.886190595291758</c:v>
                </c:pt>
                <c:pt idx="368">
                  <c:v>56.875880313171137</c:v>
                </c:pt>
                <c:pt idx="369">
                  <c:v>56.852612657496167</c:v>
                </c:pt>
                <c:pt idx="370">
                  <c:v>56.824476941033154</c:v>
                </c:pt>
                <c:pt idx="371">
                  <c:v>56.788888684603407</c:v>
                </c:pt>
                <c:pt idx="372">
                  <c:v>56.763215417883835</c:v>
                </c:pt>
                <c:pt idx="373">
                  <c:v>56.723945538436809</c:v>
                </c:pt>
                <c:pt idx="374">
                  <c:v>56.676542175715888</c:v>
                </c:pt>
                <c:pt idx="375">
                  <c:v>56.679549918222904</c:v>
                </c:pt>
                <c:pt idx="376">
                  <c:v>56.663592481551809</c:v>
                </c:pt>
                <c:pt idx="377">
                  <c:v>56.628697107919201</c:v>
                </c:pt>
                <c:pt idx="378">
                  <c:v>56.604449349039946</c:v>
                </c:pt>
                <c:pt idx="379">
                  <c:v>56.569669894962757</c:v>
                </c:pt>
                <c:pt idx="380">
                  <c:v>56.526700287074668</c:v>
                </c:pt>
                <c:pt idx="381">
                  <c:v>56.490465672620978</c:v>
                </c:pt>
                <c:pt idx="382">
                  <c:v>56.435197577258869</c:v>
                </c:pt>
                <c:pt idx="383">
                  <c:v>56.429195489137363</c:v>
                </c:pt>
                <c:pt idx="384">
                  <c:v>56.422114811032628</c:v>
                </c:pt>
                <c:pt idx="385">
                  <c:v>56.414305067310138</c:v>
                </c:pt>
                <c:pt idx="386">
                  <c:v>56.424785865527262</c:v>
                </c:pt>
                <c:pt idx="387">
                  <c:v>56.42332526791823</c:v>
                </c:pt>
                <c:pt idx="388">
                  <c:v>56.437167509026644</c:v>
                </c:pt>
                <c:pt idx="389">
                  <c:v>56.444915173006571</c:v>
                </c:pt>
                <c:pt idx="390">
                  <c:v>56.473247582757764</c:v>
                </c:pt>
                <c:pt idx="391">
                  <c:v>56.619414350639168</c:v>
                </c:pt>
                <c:pt idx="392">
                  <c:v>57.005826134792471</c:v>
                </c:pt>
                <c:pt idx="393">
                  <c:v>57.290756962544421</c:v>
                </c:pt>
                <c:pt idx="394">
                  <c:v>57.499237834528536</c:v>
                </c:pt>
                <c:pt idx="395">
                  <c:v>57.575035770824122</c:v>
                </c:pt>
                <c:pt idx="396">
                  <c:v>57.543483678605071</c:v>
                </c:pt>
                <c:pt idx="397">
                  <c:v>57.45627641051621</c:v>
                </c:pt>
                <c:pt idx="398">
                  <c:v>57.356550166766091</c:v>
                </c:pt>
                <c:pt idx="399">
                  <c:v>57.250947900213667</c:v>
                </c:pt>
                <c:pt idx="400">
                  <c:v>57.135220721932193</c:v>
                </c:pt>
                <c:pt idx="401">
                  <c:v>57.050729379519844</c:v>
                </c:pt>
                <c:pt idx="402">
                  <c:v>56.975937835728089</c:v>
                </c:pt>
                <c:pt idx="403">
                  <c:v>56.898662149316721</c:v>
                </c:pt>
                <c:pt idx="404">
                  <c:v>56.828947130929343</c:v>
                </c:pt>
                <c:pt idx="405">
                  <c:v>56.758596741090983</c:v>
                </c:pt>
                <c:pt idx="406">
                  <c:v>56.672859823997342</c:v>
                </c:pt>
                <c:pt idx="407">
                  <c:v>56.562097175340888</c:v>
                </c:pt>
                <c:pt idx="408">
                  <c:v>56.44926565970615</c:v>
                </c:pt>
                <c:pt idx="409">
                  <c:v>56.369492686025382</c:v>
                </c:pt>
                <c:pt idx="410">
                  <c:v>56.314153402154872</c:v>
                </c:pt>
                <c:pt idx="411">
                  <c:v>56.250907765590028</c:v>
                </c:pt>
                <c:pt idx="412">
                  <c:v>56.198989804236085</c:v>
                </c:pt>
                <c:pt idx="413">
                  <c:v>56.165814207634348</c:v>
                </c:pt>
                <c:pt idx="414">
                  <c:v>56.151362548050841</c:v>
                </c:pt>
                <c:pt idx="415">
                  <c:v>56.148537541400039</c:v>
                </c:pt>
                <c:pt idx="416">
                  <c:v>56.153151215378422</c:v>
                </c:pt>
                <c:pt idx="417">
                  <c:v>56.13863978827753</c:v>
                </c:pt>
                <c:pt idx="418">
                  <c:v>56.080481481514695</c:v>
                </c:pt>
                <c:pt idx="419">
                  <c:v>56.08138362069014</c:v>
                </c:pt>
                <c:pt idx="420">
                  <c:v>56.085652738083802</c:v>
                </c:pt>
                <c:pt idx="421">
                  <c:v>56.087894573518618</c:v>
                </c:pt>
                <c:pt idx="422">
                  <c:v>56.087686473252909</c:v>
                </c:pt>
                <c:pt idx="423">
                  <c:v>56.079146668955161</c:v>
                </c:pt>
                <c:pt idx="424">
                  <c:v>56.064254943873749</c:v>
                </c:pt>
                <c:pt idx="425">
                  <c:v>56.062747541221789</c:v>
                </c:pt>
                <c:pt idx="426">
                  <c:v>56.046974977463513</c:v>
                </c:pt>
                <c:pt idx="427">
                  <c:v>56.034702646160937</c:v>
                </c:pt>
                <c:pt idx="428">
                  <c:v>55.992154490358104</c:v>
                </c:pt>
                <c:pt idx="429">
                  <c:v>56.023352514338882</c:v>
                </c:pt>
                <c:pt idx="430">
                  <c:v>56.021513617422755</c:v>
                </c:pt>
                <c:pt idx="431">
                  <c:v>56.000835514848447</c:v>
                </c:pt>
                <c:pt idx="432">
                  <c:v>56.009968738435369</c:v>
                </c:pt>
                <c:pt idx="433">
                  <c:v>56.037403889207589</c:v>
                </c:pt>
                <c:pt idx="434">
                  <c:v>56.091779987654682</c:v>
                </c:pt>
                <c:pt idx="435">
                  <c:v>56.251059671777256</c:v>
                </c:pt>
                <c:pt idx="436">
                  <c:v>56.18851291578153</c:v>
                </c:pt>
                <c:pt idx="437">
                  <c:v>56.265754521395174</c:v>
                </c:pt>
                <c:pt idx="438">
                  <c:v>56.193315057131862</c:v>
                </c:pt>
                <c:pt idx="439">
                  <c:v>56.109273631698009</c:v>
                </c:pt>
                <c:pt idx="440">
                  <c:v>56.151843294698338</c:v>
                </c:pt>
                <c:pt idx="441">
                  <c:v>56.267288325454579</c:v>
                </c:pt>
                <c:pt idx="442">
                  <c:v>56.306862437680628</c:v>
                </c:pt>
                <c:pt idx="443">
                  <c:v>56.314088351553295</c:v>
                </c:pt>
                <c:pt idx="444">
                  <c:v>56.309160425153465</c:v>
                </c:pt>
                <c:pt idx="445">
                  <c:v>56.306938138531493</c:v>
                </c:pt>
                <c:pt idx="446">
                  <c:v>56.322923405985598</c:v>
                </c:pt>
                <c:pt idx="447">
                  <c:v>56.372983109040952</c:v>
                </c:pt>
                <c:pt idx="448">
                  <c:v>56.369564435073222</c:v>
                </c:pt>
                <c:pt idx="449">
                  <c:v>56.38741352417982</c:v>
                </c:pt>
                <c:pt idx="450">
                  <c:v>56.375112205981651</c:v>
                </c:pt>
                <c:pt idx="451">
                  <c:v>56.384758417032145</c:v>
                </c:pt>
                <c:pt idx="452">
                  <c:v>56.408396533220539</c:v>
                </c:pt>
                <c:pt idx="453">
                  <c:v>56.391780490738824</c:v>
                </c:pt>
                <c:pt idx="454">
                  <c:v>56.411249959220754</c:v>
                </c:pt>
                <c:pt idx="455">
                  <c:v>56.43517330590128</c:v>
                </c:pt>
                <c:pt idx="456">
                  <c:v>56.39562217579212</c:v>
                </c:pt>
                <c:pt idx="457">
                  <c:v>56.412529362457022</c:v>
                </c:pt>
                <c:pt idx="458">
                  <c:v>56.430733385134651</c:v>
                </c:pt>
                <c:pt idx="459">
                  <c:v>56.437943772064934</c:v>
                </c:pt>
                <c:pt idx="460">
                  <c:v>56.415714964127154</c:v>
                </c:pt>
                <c:pt idx="461">
                  <c:v>56.410394043528576</c:v>
                </c:pt>
                <c:pt idx="462">
                  <c:v>56.419629379172306</c:v>
                </c:pt>
                <c:pt idx="463">
                  <c:v>56.426056103943743</c:v>
                </c:pt>
                <c:pt idx="464">
                  <c:v>56.414813252363039</c:v>
                </c:pt>
                <c:pt idx="465">
                  <c:v>56.426163475272752</c:v>
                </c:pt>
                <c:pt idx="466">
                  <c:v>56.427444644208244</c:v>
                </c:pt>
                <c:pt idx="467">
                  <c:v>56.438248257086705</c:v>
                </c:pt>
                <c:pt idx="468">
                  <c:v>56.440638817647439</c:v>
                </c:pt>
                <c:pt idx="469">
                  <c:v>56.437939876315852</c:v>
                </c:pt>
                <c:pt idx="470">
                  <c:v>56.435152033429674</c:v>
                </c:pt>
                <c:pt idx="471">
                  <c:v>56.429151907196193</c:v>
                </c:pt>
                <c:pt idx="472">
                  <c:v>56.441287221640323</c:v>
                </c:pt>
                <c:pt idx="473">
                  <c:v>56.457082998738002</c:v>
                </c:pt>
                <c:pt idx="474">
                  <c:v>56.482065989168809</c:v>
                </c:pt>
                <c:pt idx="475">
                  <c:v>56.489007933763077</c:v>
                </c:pt>
                <c:pt idx="476">
                  <c:v>56.481986056245198</c:v>
                </c:pt>
                <c:pt idx="477">
                  <c:v>56.494093147528709</c:v>
                </c:pt>
                <c:pt idx="478">
                  <c:v>56.494701837302536</c:v>
                </c:pt>
                <c:pt idx="479">
                  <c:v>56.497606552661168</c:v>
                </c:pt>
                <c:pt idx="480">
                  <c:v>56.529203600143006</c:v>
                </c:pt>
                <c:pt idx="481">
                  <c:v>56.539310462502208</c:v>
                </c:pt>
                <c:pt idx="482">
                  <c:v>56.519173363524736</c:v>
                </c:pt>
                <c:pt idx="483">
                  <c:v>56.530907303705533</c:v>
                </c:pt>
                <c:pt idx="484">
                  <c:v>56.546378584523573</c:v>
                </c:pt>
                <c:pt idx="485">
                  <c:v>56.551872599700069</c:v>
                </c:pt>
                <c:pt idx="486">
                  <c:v>56.563110966965283</c:v>
                </c:pt>
                <c:pt idx="487">
                  <c:v>56.566114897804134</c:v>
                </c:pt>
                <c:pt idx="488">
                  <c:v>56.567862827928181</c:v>
                </c:pt>
                <c:pt idx="489">
                  <c:v>56.588828628408208</c:v>
                </c:pt>
                <c:pt idx="490">
                  <c:v>56.578401025383577</c:v>
                </c:pt>
                <c:pt idx="491">
                  <c:v>56.589832498484583</c:v>
                </c:pt>
                <c:pt idx="492">
                  <c:v>56.583652495146012</c:v>
                </c:pt>
                <c:pt idx="493">
                  <c:v>56.588909794518571</c:v>
                </c:pt>
                <c:pt idx="494">
                  <c:v>56.587188546071687</c:v>
                </c:pt>
                <c:pt idx="495">
                  <c:v>56.582351371006588</c:v>
                </c:pt>
                <c:pt idx="496">
                  <c:v>56.58340882865307</c:v>
                </c:pt>
                <c:pt idx="497">
                  <c:v>56.590583341059435</c:v>
                </c:pt>
                <c:pt idx="498">
                  <c:v>56.597922035466674</c:v>
                </c:pt>
                <c:pt idx="499">
                  <c:v>56.595574272091895</c:v>
                </c:pt>
                <c:pt idx="500">
                  <c:v>56.589095164910141</c:v>
                </c:pt>
                <c:pt idx="501">
                  <c:v>56.588051608641678</c:v>
                </c:pt>
                <c:pt idx="502">
                  <c:v>56.601533366838645</c:v>
                </c:pt>
                <c:pt idx="503">
                  <c:v>56.590058676147109</c:v>
                </c:pt>
                <c:pt idx="504">
                  <c:v>56.604760112103406</c:v>
                </c:pt>
                <c:pt idx="505">
                  <c:v>56.607982933592112</c:v>
                </c:pt>
                <c:pt idx="506">
                  <c:v>56.61524724441616</c:v>
                </c:pt>
                <c:pt idx="507">
                  <c:v>56.612812821644532</c:v>
                </c:pt>
                <c:pt idx="508">
                  <c:v>56.605656807039566</c:v>
                </c:pt>
                <c:pt idx="509">
                  <c:v>56.612746846152888</c:v>
                </c:pt>
                <c:pt idx="510">
                  <c:v>56.633116232672748</c:v>
                </c:pt>
                <c:pt idx="511">
                  <c:v>56.652143687782221</c:v>
                </c:pt>
                <c:pt idx="512">
                  <c:v>56.644538288711217</c:v>
                </c:pt>
                <c:pt idx="513">
                  <c:v>56.639795004001691</c:v>
                </c:pt>
                <c:pt idx="514">
                  <c:v>56.672231851666915</c:v>
                </c:pt>
                <c:pt idx="515">
                  <c:v>56.67399732667532</c:v>
                </c:pt>
                <c:pt idx="516">
                  <c:v>56.656248405965975</c:v>
                </c:pt>
                <c:pt idx="517">
                  <c:v>56.693228706031711</c:v>
                </c:pt>
                <c:pt idx="518">
                  <c:v>56.705920271785395</c:v>
                </c:pt>
                <c:pt idx="519">
                  <c:v>56.693428650448617</c:v>
                </c:pt>
                <c:pt idx="520">
                  <c:v>56.69282859298211</c:v>
                </c:pt>
                <c:pt idx="521">
                  <c:v>56.725097951463788</c:v>
                </c:pt>
                <c:pt idx="522">
                  <c:v>56.729857323655132</c:v>
                </c:pt>
                <c:pt idx="523">
                  <c:v>56.714202354063836</c:v>
                </c:pt>
                <c:pt idx="524">
                  <c:v>56.716363906237895</c:v>
                </c:pt>
                <c:pt idx="525">
                  <c:v>56.733522578920869</c:v>
                </c:pt>
                <c:pt idx="526">
                  <c:v>56.739293836902533</c:v>
                </c:pt>
                <c:pt idx="527">
                  <c:v>56.764681228509616</c:v>
                </c:pt>
                <c:pt idx="528">
                  <c:v>56.760853584969205</c:v>
                </c:pt>
                <c:pt idx="529">
                  <c:v>56.733639395339381</c:v>
                </c:pt>
                <c:pt idx="530">
                  <c:v>56.734967985911176</c:v>
                </c:pt>
                <c:pt idx="531">
                  <c:v>56.716156226376768</c:v>
                </c:pt>
                <c:pt idx="532">
                  <c:v>56.684330590912829</c:v>
                </c:pt>
                <c:pt idx="533">
                  <c:v>56.686878018434797</c:v>
                </c:pt>
                <c:pt idx="534">
                  <c:v>56.70131325421282</c:v>
                </c:pt>
                <c:pt idx="535">
                  <c:v>56.688771072218891</c:v>
                </c:pt>
                <c:pt idx="536">
                  <c:v>56.671206176606468</c:v>
                </c:pt>
                <c:pt idx="537">
                  <c:v>56.690231165342432</c:v>
                </c:pt>
                <c:pt idx="538">
                  <c:v>56.698027876523028</c:v>
                </c:pt>
                <c:pt idx="539">
                  <c:v>56.685815628041276</c:v>
                </c:pt>
                <c:pt idx="540">
                  <c:v>56.697219858925678</c:v>
                </c:pt>
                <c:pt idx="541">
                  <c:v>56.68178260285142</c:v>
                </c:pt>
                <c:pt idx="542">
                  <c:v>56.677516505363968</c:v>
                </c:pt>
                <c:pt idx="543">
                  <c:v>56.69642327633283</c:v>
                </c:pt>
                <c:pt idx="544">
                  <c:v>56.697617057170199</c:v>
                </c:pt>
                <c:pt idx="545">
                  <c:v>56.701277155473122</c:v>
                </c:pt>
                <c:pt idx="546">
                  <c:v>56.698896152109775</c:v>
                </c:pt>
                <c:pt idx="547">
                  <c:v>56.705508667677357</c:v>
                </c:pt>
                <c:pt idx="548">
                  <c:v>56.705156817073224</c:v>
                </c:pt>
                <c:pt idx="549">
                  <c:v>56.706714275896836</c:v>
                </c:pt>
                <c:pt idx="550">
                  <c:v>56.701605799744598</c:v>
                </c:pt>
                <c:pt idx="551">
                  <c:v>56.706515396504855</c:v>
                </c:pt>
                <c:pt idx="552">
                  <c:v>56.709243990372627</c:v>
                </c:pt>
                <c:pt idx="553">
                  <c:v>56.700752322398962</c:v>
                </c:pt>
                <c:pt idx="554">
                  <c:v>56.698782418658162</c:v>
                </c:pt>
                <c:pt idx="555">
                  <c:v>56.689810648657357</c:v>
                </c:pt>
                <c:pt idx="556">
                  <c:v>56.672450237831278</c:v>
                </c:pt>
                <c:pt idx="557">
                  <c:v>56.690537331982512</c:v>
                </c:pt>
                <c:pt idx="558">
                  <c:v>56.69202158435575</c:v>
                </c:pt>
                <c:pt idx="559">
                  <c:v>56.648402311261044</c:v>
                </c:pt>
                <c:pt idx="560">
                  <c:v>56.591536258101058</c:v>
                </c:pt>
                <c:pt idx="561">
                  <c:v>56.573706283389235</c:v>
                </c:pt>
                <c:pt idx="562">
                  <c:v>56.562774250925926</c:v>
                </c:pt>
                <c:pt idx="563">
                  <c:v>56.489035960734888</c:v>
                </c:pt>
                <c:pt idx="564">
                  <c:v>56.522981276076997</c:v>
                </c:pt>
                <c:pt idx="565">
                  <c:v>56.554326529244072</c:v>
                </c:pt>
                <c:pt idx="566">
                  <c:v>56.537858441146554</c:v>
                </c:pt>
                <c:pt idx="567">
                  <c:v>56.533069752742691</c:v>
                </c:pt>
                <c:pt idx="568">
                  <c:v>56.474724604172273</c:v>
                </c:pt>
                <c:pt idx="569">
                  <c:v>56.448213415076424</c:v>
                </c:pt>
                <c:pt idx="570">
                  <c:v>56.476762445292749</c:v>
                </c:pt>
                <c:pt idx="571">
                  <c:v>56.469716464579122</c:v>
                </c:pt>
                <c:pt idx="572">
                  <c:v>56.362617305489174</c:v>
                </c:pt>
                <c:pt idx="573">
                  <c:v>56.313918872454742</c:v>
                </c:pt>
                <c:pt idx="574">
                  <c:v>56.378928218328767</c:v>
                </c:pt>
                <c:pt idx="575">
                  <c:v>56.292250772115047</c:v>
                </c:pt>
                <c:pt idx="576">
                  <c:v>56.169273114320113</c:v>
                </c:pt>
                <c:pt idx="577">
                  <c:v>56.19033660281039</c:v>
                </c:pt>
                <c:pt idx="578">
                  <c:v>56.082618390973792</c:v>
                </c:pt>
                <c:pt idx="579">
                  <c:v>55.988331969622628</c:v>
                </c:pt>
                <c:pt idx="580">
                  <c:v>56.007633550412507</c:v>
                </c:pt>
                <c:pt idx="581">
                  <c:v>55.941296645709592</c:v>
                </c:pt>
                <c:pt idx="582">
                  <c:v>56.086344450754872</c:v>
                </c:pt>
                <c:pt idx="583">
                  <c:v>55.902004793116667</c:v>
                </c:pt>
                <c:pt idx="584">
                  <c:v>56.229185250884562</c:v>
                </c:pt>
                <c:pt idx="585">
                  <c:v>56.183613703014323</c:v>
                </c:pt>
                <c:pt idx="586">
                  <c:v>56.753736135477446</c:v>
                </c:pt>
                <c:pt idx="587">
                  <c:v>55.907792958369072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96A0-42C5-857B-5B109011262B}"/>
            </c:ext>
          </c:extLst>
        </c:ser>
        <c:ser>
          <c:idx val="28"/>
          <c:order val="2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Shifted!$AD$2:$AD$589</c:f>
              <c:numCache>
                <c:formatCode>General</c:formatCode>
                <c:ptCount val="588"/>
                <c:pt idx="0">
                  <c:v>58.049135238707613</c:v>
                </c:pt>
                <c:pt idx="1">
                  <c:v>58.066883499338623</c:v>
                </c:pt>
                <c:pt idx="2">
                  <c:v>58.17143966655793</c:v>
                </c:pt>
                <c:pt idx="3">
                  <c:v>58.231124723353922</c:v>
                </c:pt>
                <c:pt idx="4">
                  <c:v>58.21017644828256</c:v>
                </c:pt>
                <c:pt idx="5">
                  <c:v>58.27974138907593</c:v>
                </c:pt>
                <c:pt idx="6">
                  <c:v>58.33498425319258</c:v>
                </c:pt>
                <c:pt idx="7">
                  <c:v>58.30989352864345</c:v>
                </c:pt>
                <c:pt idx="8">
                  <c:v>58.305744298000008</c:v>
                </c:pt>
                <c:pt idx="9">
                  <c:v>58.340850079088774</c:v>
                </c:pt>
                <c:pt idx="10">
                  <c:v>58.364721114958478</c:v>
                </c:pt>
                <c:pt idx="11">
                  <c:v>58.381098335604044</c:v>
                </c:pt>
                <c:pt idx="12">
                  <c:v>58.384600435295958</c:v>
                </c:pt>
                <c:pt idx="13">
                  <c:v>58.365612740250235</c:v>
                </c:pt>
                <c:pt idx="14">
                  <c:v>58.35215044090512</c:v>
                </c:pt>
                <c:pt idx="15">
                  <c:v>58.327391150727756</c:v>
                </c:pt>
                <c:pt idx="16">
                  <c:v>58.339057773885209</c:v>
                </c:pt>
                <c:pt idx="17">
                  <c:v>58.358741302763057</c:v>
                </c:pt>
                <c:pt idx="18">
                  <c:v>58.354746843406581</c:v>
                </c:pt>
                <c:pt idx="19">
                  <c:v>58.349862757830309</c:v>
                </c:pt>
                <c:pt idx="20">
                  <c:v>58.368800828854432</c:v>
                </c:pt>
                <c:pt idx="21">
                  <c:v>58.390725826967071</c:v>
                </c:pt>
                <c:pt idx="22">
                  <c:v>58.407042761873917</c:v>
                </c:pt>
                <c:pt idx="23">
                  <c:v>58.412808830159548</c:v>
                </c:pt>
                <c:pt idx="24">
                  <c:v>58.412807301457462</c:v>
                </c:pt>
                <c:pt idx="25">
                  <c:v>58.416041447111731</c:v>
                </c:pt>
                <c:pt idx="26">
                  <c:v>58.418582071585746</c:v>
                </c:pt>
                <c:pt idx="27">
                  <c:v>58.424333362417869</c:v>
                </c:pt>
                <c:pt idx="28">
                  <c:v>58.420644682676333</c:v>
                </c:pt>
                <c:pt idx="29">
                  <c:v>58.424692293828457</c:v>
                </c:pt>
                <c:pt idx="30">
                  <c:v>58.424892788986824</c:v>
                </c:pt>
                <c:pt idx="31">
                  <c:v>58.435514093496515</c:v>
                </c:pt>
                <c:pt idx="32">
                  <c:v>58.444178384952117</c:v>
                </c:pt>
                <c:pt idx="33">
                  <c:v>58.448429078296904</c:v>
                </c:pt>
                <c:pt idx="34">
                  <c:v>58.461826466599547</c:v>
                </c:pt>
                <c:pt idx="35">
                  <c:v>58.470060526411309</c:v>
                </c:pt>
                <c:pt idx="36">
                  <c:v>58.481080978955731</c:v>
                </c:pt>
                <c:pt idx="37">
                  <c:v>58.493217775998737</c:v>
                </c:pt>
                <c:pt idx="38">
                  <c:v>58.516479565290432</c:v>
                </c:pt>
                <c:pt idx="39">
                  <c:v>58.536868805767739</c:v>
                </c:pt>
                <c:pt idx="40">
                  <c:v>58.548401726288795</c:v>
                </c:pt>
                <c:pt idx="41">
                  <c:v>58.562865756673432</c:v>
                </c:pt>
                <c:pt idx="42">
                  <c:v>58.573936577991752</c:v>
                </c:pt>
                <c:pt idx="43">
                  <c:v>58.587384923030633</c:v>
                </c:pt>
                <c:pt idx="44">
                  <c:v>58.613448156890932</c:v>
                </c:pt>
                <c:pt idx="45">
                  <c:v>58.628204522151634</c:v>
                </c:pt>
                <c:pt idx="46">
                  <c:v>58.634829250640429</c:v>
                </c:pt>
                <c:pt idx="47">
                  <c:v>58.648891702745999</c:v>
                </c:pt>
                <c:pt idx="48">
                  <c:v>58.658257942842063</c:v>
                </c:pt>
                <c:pt idx="49">
                  <c:v>58.664427392491284</c:v>
                </c:pt>
                <c:pt idx="50">
                  <c:v>58.672734986793188</c:v>
                </c:pt>
                <c:pt idx="51">
                  <c:v>58.68430937825805</c:v>
                </c:pt>
                <c:pt idx="52">
                  <c:v>58.698975902873009</c:v>
                </c:pt>
                <c:pt idx="53">
                  <c:v>58.704958380497715</c:v>
                </c:pt>
                <c:pt idx="54">
                  <c:v>58.707816661425959</c:v>
                </c:pt>
                <c:pt idx="55">
                  <c:v>58.7211122146511</c:v>
                </c:pt>
                <c:pt idx="56">
                  <c:v>58.72884956387697</c:v>
                </c:pt>
                <c:pt idx="57">
                  <c:v>58.731786631758951</c:v>
                </c:pt>
                <c:pt idx="58">
                  <c:v>58.74160693557242</c:v>
                </c:pt>
                <c:pt idx="59">
                  <c:v>58.747832986396354</c:v>
                </c:pt>
                <c:pt idx="60">
                  <c:v>58.751949114759981</c:v>
                </c:pt>
                <c:pt idx="61">
                  <c:v>58.756845351557971</c:v>
                </c:pt>
                <c:pt idx="62">
                  <c:v>58.768095658180329</c:v>
                </c:pt>
                <c:pt idx="63">
                  <c:v>58.777534335236844</c:v>
                </c:pt>
                <c:pt idx="64">
                  <c:v>58.789887110446529</c:v>
                </c:pt>
                <c:pt idx="65">
                  <c:v>58.801939476097331</c:v>
                </c:pt>
                <c:pt idx="66">
                  <c:v>58.813933594278858</c:v>
                </c:pt>
                <c:pt idx="67">
                  <c:v>58.826175675778437</c:v>
                </c:pt>
                <c:pt idx="68">
                  <c:v>58.844013747657065</c:v>
                </c:pt>
                <c:pt idx="69">
                  <c:v>58.861862873227714</c:v>
                </c:pt>
                <c:pt idx="70">
                  <c:v>58.88265643580835</c:v>
                </c:pt>
                <c:pt idx="71">
                  <c:v>58.899875814514033</c:v>
                </c:pt>
                <c:pt idx="72">
                  <c:v>58.913084584497597</c:v>
                </c:pt>
                <c:pt idx="73">
                  <c:v>58.924885537451281</c:v>
                </c:pt>
                <c:pt idx="74">
                  <c:v>58.924915013963322</c:v>
                </c:pt>
                <c:pt idx="75">
                  <c:v>58.931410351539547</c:v>
                </c:pt>
                <c:pt idx="76">
                  <c:v>58.936564821397816</c:v>
                </c:pt>
                <c:pt idx="77">
                  <c:v>58.945593806294944</c:v>
                </c:pt>
                <c:pt idx="78">
                  <c:v>58.950231418057768</c:v>
                </c:pt>
                <c:pt idx="79">
                  <c:v>58.955770885657081</c:v>
                </c:pt>
                <c:pt idx="80">
                  <c:v>58.959321002273533</c:v>
                </c:pt>
                <c:pt idx="81">
                  <c:v>58.964879990222578</c:v>
                </c:pt>
                <c:pt idx="82">
                  <c:v>58.981361672177442</c:v>
                </c:pt>
                <c:pt idx="83">
                  <c:v>58.996466895093953</c:v>
                </c:pt>
                <c:pt idx="84">
                  <c:v>59.000499297620188</c:v>
                </c:pt>
                <c:pt idx="85">
                  <c:v>58.998008453957731</c:v>
                </c:pt>
                <c:pt idx="86">
                  <c:v>59.001275799885526</c:v>
                </c:pt>
                <c:pt idx="87">
                  <c:v>59.000465509384313</c:v>
                </c:pt>
                <c:pt idx="88">
                  <c:v>58.990200470855925</c:v>
                </c:pt>
                <c:pt idx="89">
                  <c:v>58.985339433403425</c:v>
                </c:pt>
                <c:pt idx="90">
                  <c:v>58.975862734782183</c:v>
                </c:pt>
                <c:pt idx="91">
                  <c:v>58.96603255320138</c:v>
                </c:pt>
                <c:pt idx="92">
                  <c:v>58.951310838521316</c:v>
                </c:pt>
                <c:pt idx="93">
                  <c:v>58.931838231334019</c:v>
                </c:pt>
                <c:pt idx="94">
                  <c:v>58.912427007415147</c:v>
                </c:pt>
                <c:pt idx="95">
                  <c:v>58.886135212994063</c:v>
                </c:pt>
                <c:pt idx="96">
                  <c:v>58.869503875024606</c:v>
                </c:pt>
                <c:pt idx="97">
                  <c:v>58.84384559042747</c:v>
                </c:pt>
                <c:pt idx="98">
                  <c:v>58.81435285062566</c:v>
                </c:pt>
                <c:pt idx="99">
                  <c:v>58.783369822276228</c:v>
                </c:pt>
                <c:pt idx="100">
                  <c:v>58.746072548751684</c:v>
                </c:pt>
                <c:pt idx="101">
                  <c:v>58.709960685702065</c:v>
                </c:pt>
                <c:pt idx="102">
                  <c:v>58.676872281801096</c:v>
                </c:pt>
                <c:pt idx="103">
                  <c:v>58.653342734459194</c:v>
                </c:pt>
                <c:pt idx="104">
                  <c:v>58.626816970223786</c:v>
                </c:pt>
                <c:pt idx="105">
                  <c:v>58.600928831548714</c:v>
                </c:pt>
                <c:pt idx="106">
                  <c:v>58.576748213907599</c:v>
                </c:pt>
                <c:pt idx="107">
                  <c:v>58.553880712161941</c:v>
                </c:pt>
                <c:pt idx="108">
                  <c:v>58.52851668311785</c:v>
                </c:pt>
                <c:pt idx="109">
                  <c:v>58.496253974331445</c:v>
                </c:pt>
                <c:pt idx="110">
                  <c:v>58.471525963750629</c:v>
                </c:pt>
                <c:pt idx="111">
                  <c:v>58.449904981365904</c:v>
                </c:pt>
                <c:pt idx="112">
                  <c:v>58.421531486676891</c:v>
                </c:pt>
                <c:pt idx="113">
                  <c:v>58.408505181006561</c:v>
                </c:pt>
                <c:pt idx="114">
                  <c:v>58.395532027131871</c:v>
                </c:pt>
                <c:pt idx="115">
                  <c:v>58.377330163353967</c:v>
                </c:pt>
                <c:pt idx="116">
                  <c:v>58.368291771059383</c:v>
                </c:pt>
                <c:pt idx="117">
                  <c:v>58.353657035608329</c:v>
                </c:pt>
                <c:pt idx="118">
                  <c:v>58.336124194579789</c:v>
                </c:pt>
                <c:pt idx="119">
                  <c:v>58.312389938349405</c:v>
                </c:pt>
                <c:pt idx="120">
                  <c:v>58.294432647306714</c:v>
                </c:pt>
                <c:pt idx="121">
                  <c:v>58.279011218243078</c:v>
                </c:pt>
                <c:pt idx="122">
                  <c:v>58.2706992534211</c:v>
                </c:pt>
                <c:pt idx="123">
                  <c:v>58.266344647531866</c:v>
                </c:pt>
                <c:pt idx="124">
                  <c:v>58.263323501035089</c:v>
                </c:pt>
                <c:pt idx="125">
                  <c:v>58.247283849168376</c:v>
                </c:pt>
                <c:pt idx="126">
                  <c:v>58.244386919515563</c:v>
                </c:pt>
                <c:pt idx="127">
                  <c:v>58.250258742627636</c:v>
                </c:pt>
                <c:pt idx="128">
                  <c:v>58.25705202032092</c:v>
                </c:pt>
                <c:pt idx="129">
                  <c:v>58.251988567033074</c:v>
                </c:pt>
                <c:pt idx="130">
                  <c:v>58.248392491360285</c:v>
                </c:pt>
                <c:pt idx="131">
                  <c:v>58.262537630569774</c:v>
                </c:pt>
                <c:pt idx="132">
                  <c:v>58.284359754871446</c:v>
                </c:pt>
                <c:pt idx="133">
                  <c:v>58.28960794592691</c:v>
                </c:pt>
                <c:pt idx="134">
                  <c:v>58.286188552937659</c:v>
                </c:pt>
                <c:pt idx="135">
                  <c:v>58.303369714091161</c:v>
                </c:pt>
                <c:pt idx="136">
                  <c:v>58.31886062070479</c:v>
                </c:pt>
                <c:pt idx="137">
                  <c:v>58.326838289738276</c:v>
                </c:pt>
                <c:pt idx="138">
                  <c:v>58.342383955244621</c:v>
                </c:pt>
                <c:pt idx="139">
                  <c:v>58.42454240262893</c:v>
                </c:pt>
                <c:pt idx="140">
                  <c:v>58.497855779736447</c:v>
                </c:pt>
                <c:pt idx="141">
                  <c:v>58.563679535751206</c:v>
                </c:pt>
                <c:pt idx="142">
                  <c:v>58.597095317083777</c:v>
                </c:pt>
                <c:pt idx="143">
                  <c:v>58.622435122079402</c:v>
                </c:pt>
                <c:pt idx="144">
                  <c:v>58.648850349394664</c:v>
                </c:pt>
                <c:pt idx="145">
                  <c:v>58.675745275585399</c:v>
                </c:pt>
                <c:pt idx="146">
                  <c:v>58.71090471803717</c:v>
                </c:pt>
                <c:pt idx="147">
                  <c:v>58.74608281849391</c:v>
                </c:pt>
                <c:pt idx="148">
                  <c:v>58.765610537351328</c:v>
                </c:pt>
                <c:pt idx="149">
                  <c:v>58.793749709448612</c:v>
                </c:pt>
                <c:pt idx="150">
                  <c:v>58.805418958837855</c:v>
                </c:pt>
                <c:pt idx="151">
                  <c:v>58.81769584770803</c:v>
                </c:pt>
                <c:pt idx="152">
                  <c:v>58.845083760723156</c:v>
                </c:pt>
                <c:pt idx="153">
                  <c:v>58.869746429089112</c:v>
                </c:pt>
                <c:pt idx="154">
                  <c:v>58.88689391959921</c:v>
                </c:pt>
                <c:pt idx="155">
                  <c:v>58.913858970098509</c:v>
                </c:pt>
                <c:pt idx="156">
                  <c:v>58.942001748364817</c:v>
                </c:pt>
                <c:pt idx="157">
                  <c:v>58.947119686162949</c:v>
                </c:pt>
                <c:pt idx="158">
                  <c:v>58.947038233779942</c:v>
                </c:pt>
                <c:pt idx="159">
                  <c:v>58.941927665109823</c:v>
                </c:pt>
                <c:pt idx="160">
                  <c:v>58.93224706114863</c:v>
                </c:pt>
                <c:pt idx="161">
                  <c:v>58.929197418077052</c:v>
                </c:pt>
                <c:pt idx="162">
                  <c:v>58.928132500684583</c:v>
                </c:pt>
                <c:pt idx="163">
                  <c:v>58.92459931738356</c:v>
                </c:pt>
                <c:pt idx="164">
                  <c:v>58.909827351522068</c:v>
                </c:pt>
                <c:pt idx="165">
                  <c:v>58.908275287731129</c:v>
                </c:pt>
                <c:pt idx="166">
                  <c:v>58.902053470236055</c:v>
                </c:pt>
                <c:pt idx="167">
                  <c:v>58.885888895970567</c:v>
                </c:pt>
                <c:pt idx="168">
                  <c:v>58.875330973801262</c:v>
                </c:pt>
                <c:pt idx="169">
                  <c:v>58.87084011743881</c:v>
                </c:pt>
                <c:pt idx="170">
                  <c:v>58.86940329426676</c:v>
                </c:pt>
                <c:pt idx="171">
                  <c:v>58.871667890020312</c:v>
                </c:pt>
                <c:pt idx="172">
                  <c:v>58.869280841309823</c:v>
                </c:pt>
                <c:pt idx="173">
                  <c:v>58.86703945047001</c:v>
                </c:pt>
                <c:pt idx="174">
                  <c:v>58.861790671452212</c:v>
                </c:pt>
                <c:pt idx="175">
                  <c:v>58.862311292506639</c:v>
                </c:pt>
                <c:pt idx="176">
                  <c:v>58.863193392808469</c:v>
                </c:pt>
                <c:pt idx="177">
                  <c:v>58.863793271186495</c:v>
                </c:pt>
                <c:pt idx="178">
                  <c:v>58.871156597968366</c:v>
                </c:pt>
                <c:pt idx="179">
                  <c:v>58.874183036126212</c:v>
                </c:pt>
                <c:pt idx="180">
                  <c:v>58.868355310189727</c:v>
                </c:pt>
                <c:pt idx="181">
                  <c:v>58.861546627883101</c:v>
                </c:pt>
                <c:pt idx="182">
                  <c:v>58.863146042241254</c:v>
                </c:pt>
                <c:pt idx="183">
                  <c:v>58.871478174171536</c:v>
                </c:pt>
                <c:pt idx="184">
                  <c:v>58.878493270457426</c:v>
                </c:pt>
                <c:pt idx="185">
                  <c:v>58.886733601867491</c:v>
                </c:pt>
                <c:pt idx="186">
                  <c:v>58.892829360236611</c:v>
                </c:pt>
                <c:pt idx="187">
                  <c:v>58.894175950788025</c:v>
                </c:pt>
                <c:pt idx="188">
                  <c:v>58.901669334839774</c:v>
                </c:pt>
                <c:pt idx="189">
                  <c:v>58.904468897928872</c:v>
                </c:pt>
                <c:pt idx="190">
                  <c:v>58.904292038856624</c:v>
                </c:pt>
                <c:pt idx="191">
                  <c:v>58.903530823612158</c:v>
                </c:pt>
                <c:pt idx="192">
                  <c:v>58.899290987971938</c:v>
                </c:pt>
                <c:pt idx="193">
                  <c:v>58.899959618746401</c:v>
                </c:pt>
                <c:pt idx="194">
                  <c:v>58.905734584862131</c:v>
                </c:pt>
                <c:pt idx="195">
                  <c:v>58.919307499522375</c:v>
                </c:pt>
                <c:pt idx="196">
                  <c:v>58.932938112887044</c:v>
                </c:pt>
                <c:pt idx="197">
                  <c:v>58.954965455644555</c:v>
                </c:pt>
                <c:pt idx="198">
                  <c:v>58.980142081491735</c:v>
                </c:pt>
                <c:pt idx="199">
                  <c:v>59.004761083854483</c:v>
                </c:pt>
                <c:pt idx="200">
                  <c:v>59.028718824570774</c:v>
                </c:pt>
                <c:pt idx="201">
                  <c:v>59.060878639947461</c:v>
                </c:pt>
                <c:pt idx="202">
                  <c:v>59.107100476257337</c:v>
                </c:pt>
                <c:pt idx="203">
                  <c:v>59.177210438542296</c:v>
                </c:pt>
                <c:pt idx="204">
                  <c:v>59.230090438799429</c:v>
                </c:pt>
                <c:pt idx="205">
                  <c:v>59.284590863269045</c:v>
                </c:pt>
                <c:pt idx="206">
                  <c:v>59.314177128280605</c:v>
                </c:pt>
                <c:pt idx="207">
                  <c:v>59.309952422871298</c:v>
                </c:pt>
                <c:pt idx="208">
                  <c:v>59.296169096087866</c:v>
                </c:pt>
                <c:pt idx="209">
                  <c:v>59.258973500850857</c:v>
                </c:pt>
                <c:pt idx="210">
                  <c:v>59.194852209393929</c:v>
                </c:pt>
                <c:pt idx="211">
                  <c:v>59.123496942870204</c:v>
                </c:pt>
                <c:pt idx="212">
                  <c:v>59.072671283033387</c:v>
                </c:pt>
                <c:pt idx="213">
                  <c:v>59.031275520015456</c:v>
                </c:pt>
                <c:pt idx="214">
                  <c:v>59.019408950464488</c:v>
                </c:pt>
                <c:pt idx="215">
                  <c:v>59.032532975475931</c:v>
                </c:pt>
                <c:pt idx="216">
                  <c:v>59.050093058759622</c:v>
                </c:pt>
                <c:pt idx="217">
                  <c:v>59.071446675069041</c:v>
                </c:pt>
                <c:pt idx="218">
                  <c:v>59.087140095511735</c:v>
                </c:pt>
                <c:pt idx="219">
                  <c:v>59.095027492727098</c:v>
                </c:pt>
                <c:pt idx="220">
                  <c:v>59.13213536398279</c:v>
                </c:pt>
                <c:pt idx="221">
                  <c:v>59.150600909272001</c:v>
                </c:pt>
                <c:pt idx="222">
                  <c:v>59.163862517471301</c:v>
                </c:pt>
                <c:pt idx="223">
                  <c:v>59.185673646877184</c:v>
                </c:pt>
                <c:pt idx="224">
                  <c:v>59.198023286287722</c:v>
                </c:pt>
                <c:pt idx="225">
                  <c:v>59.178617001252519</c:v>
                </c:pt>
                <c:pt idx="226">
                  <c:v>59.176774405670024</c:v>
                </c:pt>
                <c:pt idx="227">
                  <c:v>59.202157523891458</c:v>
                </c:pt>
                <c:pt idx="228">
                  <c:v>59.195661010390545</c:v>
                </c:pt>
                <c:pt idx="229">
                  <c:v>59.177699701605192</c:v>
                </c:pt>
                <c:pt idx="230">
                  <c:v>59.183089199610002</c:v>
                </c:pt>
                <c:pt idx="231">
                  <c:v>59.186702267394452</c:v>
                </c:pt>
                <c:pt idx="232">
                  <c:v>59.186195208671364</c:v>
                </c:pt>
                <c:pt idx="233">
                  <c:v>59.189310860315118</c:v>
                </c:pt>
                <c:pt idx="234">
                  <c:v>59.184601360356709</c:v>
                </c:pt>
                <c:pt idx="235">
                  <c:v>59.160983540268639</c:v>
                </c:pt>
                <c:pt idx="236">
                  <c:v>59.133433428042309</c:v>
                </c:pt>
                <c:pt idx="237">
                  <c:v>59.101850599709827</c:v>
                </c:pt>
                <c:pt idx="238">
                  <c:v>59.068770035306748</c:v>
                </c:pt>
                <c:pt idx="239">
                  <c:v>59.018967978708552</c:v>
                </c:pt>
                <c:pt idx="240">
                  <c:v>58.975545627092799</c:v>
                </c:pt>
                <c:pt idx="241">
                  <c:v>58.921869761010555</c:v>
                </c:pt>
                <c:pt idx="242">
                  <c:v>58.906595048149804</c:v>
                </c:pt>
                <c:pt idx="243">
                  <c:v>58.89232269348841</c:v>
                </c:pt>
                <c:pt idx="244">
                  <c:v>58.887966049329727</c:v>
                </c:pt>
                <c:pt idx="245">
                  <c:v>58.889546727287936</c:v>
                </c:pt>
                <c:pt idx="246">
                  <c:v>58.893626166801468</c:v>
                </c:pt>
                <c:pt idx="247">
                  <c:v>58.903324958397747</c:v>
                </c:pt>
                <c:pt idx="248">
                  <c:v>58.916324256997868</c:v>
                </c:pt>
                <c:pt idx="249">
                  <c:v>58.928048147687356</c:v>
                </c:pt>
                <c:pt idx="250">
                  <c:v>58.921534465686086</c:v>
                </c:pt>
                <c:pt idx="251">
                  <c:v>58.960432643073382</c:v>
                </c:pt>
                <c:pt idx="252">
                  <c:v>58.98813491995363</c:v>
                </c:pt>
                <c:pt idx="253">
                  <c:v>58.996787060187508</c:v>
                </c:pt>
                <c:pt idx="254">
                  <c:v>59.005363078896941</c:v>
                </c:pt>
                <c:pt idx="255">
                  <c:v>59.013718415740961</c:v>
                </c:pt>
                <c:pt idx="256">
                  <c:v>59.015532475551154</c:v>
                </c:pt>
                <c:pt idx="257">
                  <c:v>59.010370009405044</c:v>
                </c:pt>
                <c:pt idx="258">
                  <c:v>59.005192569817979</c:v>
                </c:pt>
                <c:pt idx="259">
                  <c:v>59</c:v>
                </c:pt>
                <c:pt idx="260">
                  <c:v>58.992925793900071</c:v>
                </c:pt>
                <c:pt idx="261">
                  <c:v>58.947473325912462</c:v>
                </c:pt>
                <c:pt idx="262">
                  <c:v>58.932011327447277</c:v>
                </c:pt>
                <c:pt idx="263">
                  <c:v>58.93547912933596</c:v>
                </c:pt>
                <c:pt idx="264">
                  <c:v>58.9290613243938</c:v>
                </c:pt>
                <c:pt idx="265">
                  <c:v>58.910897286193176</c:v>
                </c:pt>
                <c:pt idx="266">
                  <c:v>58.906808674467122</c:v>
                </c:pt>
                <c:pt idx="267">
                  <c:v>58.906432613753665</c:v>
                </c:pt>
                <c:pt idx="268">
                  <c:v>58.877656325663402</c:v>
                </c:pt>
                <c:pt idx="269">
                  <c:v>58.832566277662941</c:v>
                </c:pt>
                <c:pt idx="270">
                  <c:v>58.80477925581058</c:v>
                </c:pt>
                <c:pt idx="271">
                  <c:v>58.804867450161765</c:v>
                </c:pt>
                <c:pt idx="272">
                  <c:v>58.807052161431884</c:v>
                </c:pt>
                <c:pt idx="273">
                  <c:v>58.808376017439436</c:v>
                </c:pt>
                <c:pt idx="274">
                  <c:v>58.809292141162075</c:v>
                </c:pt>
                <c:pt idx="275">
                  <c:v>58.812618910483828</c:v>
                </c:pt>
                <c:pt idx="276">
                  <c:v>58.83264757325599</c:v>
                </c:pt>
                <c:pt idx="277">
                  <c:v>58.826181790586787</c:v>
                </c:pt>
                <c:pt idx="278">
                  <c:v>58.885511816122381</c:v>
                </c:pt>
                <c:pt idx="279">
                  <c:v>58.936036517635458</c:v>
                </c:pt>
                <c:pt idx="280">
                  <c:v>58.957683331165711</c:v>
                </c:pt>
                <c:pt idx="281">
                  <c:v>58.987308166506857</c:v>
                </c:pt>
                <c:pt idx="282">
                  <c:v>59.044828835930993</c:v>
                </c:pt>
                <c:pt idx="283">
                  <c:v>59.118835420638845</c:v>
                </c:pt>
                <c:pt idx="284">
                  <c:v>59.188738106599764</c:v>
                </c:pt>
                <c:pt idx="285">
                  <c:v>59.171114131408331</c:v>
                </c:pt>
                <c:pt idx="286">
                  <c:v>59.168924402859567</c:v>
                </c:pt>
                <c:pt idx="287">
                  <c:v>59.293938523755131</c:v>
                </c:pt>
                <c:pt idx="288">
                  <c:v>59.385882898754687</c:v>
                </c:pt>
                <c:pt idx="289">
                  <c:v>59.471839857245875</c:v>
                </c:pt>
                <c:pt idx="290">
                  <c:v>59.465633326771673</c:v>
                </c:pt>
                <c:pt idx="291">
                  <c:v>59.501330950753136</c:v>
                </c:pt>
                <c:pt idx="292">
                  <c:v>59.523557338361897</c:v>
                </c:pt>
                <c:pt idx="293">
                  <c:v>59.504393215416307</c:v>
                </c:pt>
                <c:pt idx="294">
                  <c:v>59.611417413359241</c:v>
                </c:pt>
                <c:pt idx="295">
                  <c:v>59.649507338514766</c:v>
                </c:pt>
                <c:pt idx="296">
                  <c:v>59.733833838236194</c:v>
                </c:pt>
                <c:pt idx="297">
                  <c:v>59.782716243337703</c:v>
                </c:pt>
                <c:pt idx="298">
                  <c:v>59.771729814214098</c:v>
                </c:pt>
                <c:pt idx="299">
                  <c:v>59.80822973240894</c:v>
                </c:pt>
                <c:pt idx="300">
                  <c:v>59.89099240909259</c:v>
                </c:pt>
                <c:pt idx="301">
                  <c:v>59.884165147175985</c:v>
                </c:pt>
                <c:pt idx="302">
                  <c:v>59.820096850724745</c:v>
                </c:pt>
                <c:pt idx="303">
                  <c:v>59.850930066269633</c:v>
                </c:pt>
                <c:pt idx="304">
                  <c:v>59.908265331568813</c:v>
                </c:pt>
                <c:pt idx="305">
                  <c:v>59.983549127271814</c:v>
                </c:pt>
                <c:pt idx="306">
                  <c:v>60.015725405594068</c:v>
                </c:pt>
                <c:pt idx="307">
                  <c:v>60.001038576679584</c:v>
                </c:pt>
                <c:pt idx="308">
                  <c:v>59.988640410777137</c:v>
                </c:pt>
                <c:pt idx="309">
                  <c:v>59.962853323229787</c:v>
                </c:pt>
                <c:pt idx="310">
                  <c:v>59.942637453248182</c:v>
                </c:pt>
                <c:pt idx="311">
                  <c:v>59.879845740632241</c:v>
                </c:pt>
                <c:pt idx="312">
                  <c:v>59.839275241556486</c:v>
                </c:pt>
                <c:pt idx="313">
                  <c:v>59.95357919723385</c:v>
                </c:pt>
                <c:pt idx="314">
                  <c:v>59.965465443924508</c:v>
                </c:pt>
                <c:pt idx="315">
                  <c:v>59.997182641250703</c:v>
                </c:pt>
                <c:pt idx="316">
                  <c:v>60.004773313471183</c:v>
                </c:pt>
                <c:pt idx="317">
                  <c:v>60.018600619837734</c:v>
                </c:pt>
                <c:pt idx="318">
                  <c:v>60.077450789707896</c:v>
                </c:pt>
                <c:pt idx="319">
                  <c:v>60.080267207717448</c:v>
                </c:pt>
                <c:pt idx="320">
                  <c:v>60.075333184539659</c:v>
                </c:pt>
                <c:pt idx="321">
                  <c:v>60.186118616777051</c:v>
                </c:pt>
                <c:pt idx="322">
                  <c:v>60.265796451043627</c:v>
                </c:pt>
                <c:pt idx="323">
                  <c:v>60.326525591766455</c:v>
                </c:pt>
                <c:pt idx="324">
                  <c:v>60.402801083951701</c:v>
                </c:pt>
                <c:pt idx="325">
                  <c:v>60.454306114675084</c:v>
                </c:pt>
                <c:pt idx="326">
                  <c:v>60.50441054070663</c:v>
                </c:pt>
                <c:pt idx="327">
                  <c:v>60.562146247557706</c:v>
                </c:pt>
                <c:pt idx="328">
                  <c:v>60.588507186350107</c:v>
                </c:pt>
                <c:pt idx="329">
                  <c:v>60.591954997519188</c:v>
                </c:pt>
                <c:pt idx="330">
                  <c:v>60.59932679095877</c:v>
                </c:pt>
                <c:pt idx="331">
                  <c:v>60.625843265389186</c:v>
                </c:pt>
                <c:pt idx="332">
                  <c:v>60.610244546080921</c:v>
                </c:pt>
                <c:pt idx="333">
                  <c:v>60.576727086460807</c:v>
                </c:pt>
                <c:pt idx="334">
                  <c:v>60.538513767608585</c:v>
                </c:pt>
                <c:pt idx="335">
                  <c:v>60.483946785801947</c:v>
                </c:pt>
                <c:pt idx="336">
                  <c:v>60.417667280577739</c:v>
                </c:pt>
                <c:pt idx="337">
                  <c:v>60.370720133923719</c:v>
                </c:pt>
                <c:pt idx="338">
                  <c:v>60.320476948779621</c:v>
                </c:pt>
                <c:pt idx="339">
                  <c:v>60.265763211572597</c:v>
                </c:pt>
                <c:pt idx="340">
                  <c:v>60.201870049504087</c:v>
                </c:pt>
                <c:pt idx="341">
                  <c:v>60.131206226693664</c:v>
                </c:pt>
                <c:pt idx="342">
                  <c:v>60.121124789205702</c:v>
                </c:pt>
                <c:pt idx="343">
                  <c:v>60.09808685677605</c:v>
                </c:pt>
                <c:pt idx="344">
                  <c:v>60.115392548353434</c:v>
                </c:pt>
                <c:pt idx="345">
                  <c:v>60.150548149451247</c:v>
                </c:pt>
                <c:pt idx="346">
                  <c:v>60.190655490992064</c:v>
                </c:pt>
                <c:pt idx="347">
                  <c:v>60.26112724610433</c:v>
                </c:pt>
                <c:pt idx="348">
                  <c:v>60.292604554795311</c:v>
                </c:pt>
                <c:pt idx="349">
                  <c:v>60.268338643417223</c:v>
                </c:pt>
                <c:pt idx="350">
                  <c:v>60.257441584569492</c:v>
                </c:pt>
                <c:pt idx="351">
                  <c:v>60.301133771702382</c:v>
                </c:pt>
                <c:pt idx="352">
                  <c:v>60.320753212685027</c:v>
                </c:pt>
                <c:pt idx="353">
                  <c:v>60.321011288955347</c:v>
                </c:pt>
                <c:pt idx="354">
                  <c:v>60.301929010367665</c:v>
                </c:pt>
                <c:pt idx="355">
                  <c:v>60.254874305802659</c:v>
                </c:pt>
                <c:pt idx="356">
                  <c:v>60.256770523550685</c:v>
                </c:pt>
                <c:pt idx="357">
                  <c:v>60.281139132351022</c:v>
                </c:pt>
                <c:pt idx="358">
                  <c:v>60.240612220883499</c:v>
                </c:pt>
                <c:pt idx="359">
                  <c:v>60.266956226360492</c:v>
                </c:pt>
                <c:pt idx="360">
                  <c:v>60.360789685164988</c:v>
                </c:pt>
                <c:pt idx="361">
                  <c:v>60.35719229637629</c:v>
                </c:pt>
                <c:pt idx="362">
                  <c:v>60.333039744137594</c:v>
                </c:pt>
                <c:pt idx="363">
                  <c:v>60.283302833766825</c:v>
                </c:pt>
                <c:pt idx="364">
                  <c:v>60.243321394562017</c:v>
                </c:pt>
                <c:pt idx="365">
                  <c:v>60.206631760518391</c:v>
                </c:pt>
                <c:pt idx="366">
                  <c:v>60.146544674672207</c:v>
                </c:pt>
                <c:pt idx="367">
                  <c:v>60.062591021470105</c:v>
                </c:pt>
                <c:pt idx="368">
                  <c:v>59.988485972668848</c:v>
                </c:pt>
                <c:pt idx="369">
                  <c:v>59.935871966574879</c:v>
                </c:pt>
                <c:pt idx="370">
                  <c:v>59.879283648634015</c:v>
                </c:pt>
                <c:pt idx="371">
                  <c:v>59.808488435839074</c:v>
                </c:pt>
                <c:pt idx="372">
                  <c:v>59.726407168311432</c:v>
                </c:pt>
                <c:pt idx="373">
                  <c:v>59.651676527579085</c:v>
                </c:pt>
                <c:pt idx="374">
                  <c:v>59.582482924201699</c:v>
                </c:pt>
                <c:pt idx="375">
                  <c:v>59.475839255486022</c:v>
                </c:pt>
                <c:pt idx="376">
                  <c:v>59.401886136153735</c:v>
                </c:pt>
                <c:pt idx="377">
                  <c:v>59.323499780768444</c:v>
                </c:pt>
                <c:pt idx="378">
                  <c:v>59.250300742737551</c:v>
                </c:pt>
                <c:pt idx="379">
                  <c:v>59.173643231820456</c:v>
                </c:pt>
                <c:pt idx="380">
                  <c:v>59.070234688696281</c:v>
                </c:pt>
                <c:pt idx="381">
                  <c:v>58.913776420185798</c:v>
                </c:pt>
                <c:pt idx="382">
                  <c:v>58.811536040641208</c:v>
                </c:pt>
                <c:pt idx="383">
                  <c:v>58.662934830489284</c:v>
                </c:pt>
                <c:pt idx="384">
                  <c:v>58.590089628195351</c:v>
                </c:pt>
                <c:pt idx="385">
                  <c:v>58.522994031241495</c:v>
                </c:pt>
                <c:pt idx="386">
                  <c:v>58.464879167075303</c:v>
                </c:pt>
                <c:pt idx="387">
                  <c:v>58.421554965973051</c:v>
                </c:pt>
                <c:pt idx="388">
                  <c:v>58.38599300450246</c:v>
                </c:pt>
                <c:pt idx="389">
                  <c:v>58.356290518934777</c:v>
                </c:pt>
                <c:pt idx="390">
                  <c:v>58.335334090785622</c:v>
                </c:pt>
                <c:pt idx="391">
                  <c:v>58.326401962884837</c:v>
                </c:pt>
                <c:pt idx="392">
                  <c:v>58.389122845637388</c:v>
                </c:pt>
                <c:pt idx="393">
                  <c:v>58.429705495934869</c:v>
                </c:pt>
                <c:pt idx="394">
                  <c:v>58.465044541283149</c:v>
                </c:pt>
                <c:pt idx="395">
                  <c:v>58.483705133279699</c:v>
                </c:pt>
                <c:pt idx="396">
                  <c:v>58.470651938131624</c:v>
                </c:pt>
                <c:pt idx="397">
                  <c:v>58.448151403281877</c:v>
                </c:pt>
                <c:pt idx="398">
                  <c:v>58.417883101954473</c:v>
                </c:pt>
                <c:pt idx="399">
                  <c:v>58.374257942528487</c:v>
                </c:pt>
                <c:pt idx="400">
                  <c:v>58.357048206405196</c:v>
                </c:pt>
                <c:pt idx="401">
                  <c:v>58.348424170771231</c:v>
                </c:pt>
                <c:pt idx="402">
                  <c:v>58.330394070391947</c:v>
                </c:pt>
                <c:pt idx="403">
                  <c:v>58.307618525956457</c:v>
                </c:pt>
                <c:pt idx="404">
                  <c:v>58.290436580853168</c:v>
                </c:pt>
                <c:pt idx="405">
                  <c:v>58.271650125718104</c:v>
                </c:pt>
                <c:pt idx="406">
                  <c:v>58.245128869193977</c:v>
                </c:pt>
                <c:pt idx="407">
                  <c:v>58.219936877930941</c:v>
                </c:pt>
                <c:pt idx="408">
                  <c:v>58.196838600966345</c:v>
                </c:pt>
                <c:pt idx="409">
                  <c:v>58.175378328288225</c:v>
                </c:pt>
                <c:pt idx="410">
                  <c:v>58.155042043619126</c:v>
                </c:pt>
                <c:pt idx="411">
                  <c:v>58.141769763903326</c:v>
                </c:pt>
                <c:pt idx="412">
                  <c:v>58.124968593011602</c:v>
                </c:pt>
                <c:pt idx="413">
                  <c:v>58.105735698070831</c:v>
                </c:pt>
                <c:pt idx="414">
                  <c:v>58.104214659092769</c:v>
                </c:pt>
                <c:pt idx="415">
                  <c:v>58.100368346647542</c:v>
                </c:pt>
                <c:pt idx="416">
                  <c:v>58.097734196963778</c:v>
                </c:pt>
                <c:pt idx="417">
                  <c:v>58.083897316610432</c:v>
                </c:pt>
                <c:pt idx="418">
                  <c:v>58.064498586891311</c:v>
                </c:pt>
                <c:pt idx="419">
                  <c:v>58.057264538329228</c:v>
                </c:pt>
                <c:pt idx="420">
                  <c:v>58.066370992164501</c:v>
                </c:pt>
                <c:pt idx="421">
                  <c:v>58.06475246903026</c:v>
                </c:pt>
                <c:pt idx="422">
                  <c:v>58.06048470027914</c:v>
                </c:pt>
                <c:pt idx="423">
                  <c:v>58.065667485423823</c:v>
                </c:pt>
                <c:pt idx="424">
                  <c:v>58.06588839757449</c:v>
                </c:pt>
                <c:pt idx="425">
                  <c:v>58.052089313400309</c:v>
                </c:pt>
                <c:pt idx="426">
                  <c:v>58.063896386062034</c:v>
                </c:pt>
                <c:pt idx="427">
                  <c:v>58.061719127214587</c:v>
                </c:pt>
                <c:pt idx="428">
                  <c:v>58.04492593301196</c:v>
                </c:pt>
                <c:pt idx="429">
                  <c:v>58.032746812479758</c:v>
                </c:pt>
                <c:pt idx="430">
                  <c:v>58.035199213204471</c:v>
                </c:pt>
                <c:pt idx="431">
                  <c:v>58.031864614184208</c:v>
                </c:pt>
                <c:pt idx="432">
                  <c:v>57.996929291952625</c:v>
                </c:pt>
                <c:pt idx="433">
                  <c:v>58.020373762368671</c:v>
                </c:pt>
                <c:pt idx="434">
                  <c:v>58.066840386999949</c:v>
                </c:pt>
                <c:pt idx="435">
                  <c:v>58.20295146903959</c:v>
                </c:pt>
                <c:pt idx="436">
                  <c:v>58.226074224836331</c:v>
                </c:pt>
                <c:pt idx="437">
                  <c:v>58.309543044291829</c:v>
                </c:pt>
                <c:pt idx="438">
                  <c:v>58.311553483524001</c:v>
                </c:pt>
                <c:pt idx="439">
                  <c:v>58.299966803646214</c:v>
                </c:pt>
                <c:pt idx="440">
                  <c:v>58.323108099855446</c:v>
                </c:pt>
                <c:pt idx="441">
                  <c:v>58.347760988447796</c:v>
                </c:pt>
                <c:pt idx="442">
                  <c:v>58.397971718070643</c:v>
                </c:pt>
                <c:pt idx="443">
                  <c:v>58.391226849276791</c:v>
                </c:pt>
                <c:pt idx="444">
                  <c:v>58.346516585751289</c:v>
                </c:pt>
                <c:pt idx="445">
                  <c:v>58.360692945761102</c:v>
                </c:pt>
                <c:pt idx="446">
                  <c:v>58.370786652063252</c:v>
                </c:pt>
                <c:pt idx="447">
                  <c:v>58.369548716952501</c:v>
                </c:pt>
                <c:pt idx="448">
                  <c:v>58.398888390558142</c:v>
                </c:pt>
                <c:pt idx="449">
                  <c:v>58.408014389241572</c:v>
                </c:pt>
                <c:pt idx="450">
                  <c:v>58.394591326583367</c:v>
                </c:pt>
                <c:pt idx="451">
                  <c:v>58.409314099595647</c:v>
                </c:pt>
                <c:pt idx="452">
                  <c:v>58.417341627835675</c:v>
                </c:pt>
                <c:pt idx="453">
                  <c:v>58.413766542418465</c:v>
                </c:pt>
                <c:pt idx="454">
                  <c:v>58.423770682457295</c:v>
                </c:pt>
                <c:pt idx="455">
                  <c:v>58.439309939174123</c:v>
                </c:pt>
                <c:pt idx="456">
                  <c:v>58.427932671883539</c:v>
                </c:pt>
                <c:pt idx="457">
                  <c:v>58.437821022538635</c:v>
                </c:pt>
                <c:pt idx="458">
                  <c:v>58.437305105182936</c:v>
                </c:pt>
                <c:pt idx="459">
                  <c:v>58.432030495019603</c:v>
                </c:pt>
                <c:pt idx="460">
                  <c:v>58.445767843147955</c:v>
                </c:pt>
                <c:pt idx="461">
                  <c:v>58.449707896389121</c:v>
                </c:pt>
                <c:pt idx="462">
                  <c:v>58.442383884689136</c:v>
                </c:pt>
                <c:pt idx="463">
                  <c:v>58.455655645038199</c:v>
                </c:pt>
                <c:pt idx="464">
                  <c:v>58.471100945372889</c:v>
                </c:pt>
                <c:pt idx="465">
                  <c:v>58.473855039374271</c:v>
                </c:pt>
                <c:pt idx="466">
                  <c:v>58.464359604353085</c:v>
                </c:pt>
                <c:pt idx="467">
                  <c:v>58.479723648292214</c:v>
                </c:pt>
                <c:pt idx="468">
                  <c:v>58.487513835733829</c:v>
                </c:pt>
                <c:pt idx="469">
                  <c:v>58.485581595493045</c:v>
                </c:pt>
                <c:pt idx="470">
                  <c:v>58.506810759773565</c:v>
                </c:pt>
                <c:pt idx="471">
                  <c:v>58.519877791635395</c:v>
                </c:pt>
                <c:pt idx="472">
                  <c:v>58.532554612490095</c:v>
                </c:pt>
                <c:pt idx="473">
                  <c:v>58.540931664743248</c:v>
                </c:pt>
                <c:pt idx="474">
                  <c:v>58.553737837313015</c:v>
                </c:pt>
                <c:pt idx="475">
                  <c:v>58.566676967766888</c:v>
                </c:pt>
                <c:pt idx="476">
                  <c:v>58.580061891267889</c:v>
                </c:pt>
                <c:pt idx="477">
                  <c:v>58.593067696651254</c:v>
                </c:pt>
                <c:pt idx="478">
                  <c:v>58.598112844711544</c:v>
                </c:pt>
                <c:pt idx="479">
                  <c:v>58.604885465327904</c:v>
                </c:pt>
                <c:pt idx="480">
                  <c:v>58.616776768494688</c:v>
                </c:pt>
                <c:pt idx="481">
                  <c:v>58.630671298555598</c:v>
                </c:pt>
                <c:pt idx="482">
                  <c:v>58.637885949260102</c:v>
                </c:pt>
                <c:pt idx="483">
                  <c:v>58.642006232557605</c:v>
                </c:pt>
                <c:pt idx="484">
                  <c:v>58.648264974087716</c:v>
                </c:pt>
                <c:pt idx="485">
                  <c:v>58.655442073597364</c:v>
                </c:pt>
                <c:pt idx="486">
                  <c:v>58.656122973186015</c:v>
                </c:pt>
                <c:pt idx="487">
                  <c:v>58.658144505307696</c:v>
                </c:pt>
                <c:pt idx="488">
                  <c:v>58.660178541428493</c:v>
                </c:pt>
                <c:pt idx="489">
                  <c:v>58.661642959633092</c:v>
                </c:pt>
                <c:pt idx="490">
                  <c:v>58.67094562140133</c:v>
                </c:pt>
                <c:pt idx="491">
                  <c:v>58.678638991044082</c:v>
                </c:pt>
                <c:pt idx="492">
                  <c:v>58.673952147234552</c:v>
                </c:pt>
                <c:pt idx="493">
                  <c:v>58.662436395213859</c:v>
                </c:pt>
                <c:pt idx="494">
                  <c:v>58.665587402993076</c:v>
                </c:pt>
                <c:pt idx="495">
                  <c:v>58.667025480484789</c:v>
                </c:pt>
                <c:pt idx="496">
                  <c:v>58.672931209425208</c:v>
                </c:pt>
                <c:pt idx="497">
                  <c:v>58.678218323587664</c:v>
                </c:pt>
                <c:pt idx="498">
                  <c:v>58.676480306906939</c:v>
                </c:pt>
                <c:pt idx="499">
                  <c:v>58.680856001045477</c:v>
                </c:pt>
                <c:pt idx="500">
                  <c:v>58.677986039265377</c:v>
                </c:pt>
                <c:pt idx="501">
                  <c:v>58.681472891133915</c:v>
                </c:pt>
                <c:pt idx="502">
                  <c:v>58.689548985063325</c:v>
                </c:pt>
                <c:pt idx="503">
                  <c:v>58.687379874393997</c:v>
                </c:pt>
                <c:pt idx="504">
                  <c:v>58.686832834231701</c:v>
                </c:pt>
                <c:pt idx="505">
                  <c:v>58.696972911163826</c:v>
                </c:pt>
                <c:pt idx="506">
                  <c:v>58.704209708449859</c:v>
                </c:pt>
                <c:pt idx="507">
                  <c:v>58.707007233269508</c:v>
                </c:pt>
                <c:pt idx="508">
                  <c:v>58.719615262530283</c:v>
                </c:pt>
                <c:pt idx="509">
                  <c:v>58.733797149386099</c:v>
                </c:pt>
                <c:pt idx="510">
                  <c:v>58.756465606280507</c:v>
                </c:pt>
                <c:pt idx="511">
                  <c:v>58.767679537632688</c:v>
                </c:pt>
                <c:pt idx="512">
                  <c:v>58.780996257502103</c:v>
                </c:pt>
                <c:pt idx="513">
                  <c:v>58.808328274897328</c:v>
                </c:pt>
                <c:pt idx="514">
                  <c:v>58.830977838601825</c:v>
                </c:pt>
                <c:pt idx="515">
                  <c:v>58.854895597878915</c:v>
                </c:pt>
                <c:pt idx="516">
                  <c:v>58.871762434364783</c:v>
                </c:pt>
                <c:pt idx="517">
                  <c:v>58.899264568864069</c:v>
                </c:pt>
                <c:pt idx="518">
                  <c:v>58.935167117320205</c:v>
                </c:pt>
                <c:pt idx="519">
                  <c:v>58.959211327698142</c:v>
                </c:pt>
                <c:pt idx="520">
                  <c:v>58.984452942982784</c:v>
                </c:pt>
                <c:pt idx="521">
                  <c:v>59.008790820951432</c:v>
                </c:pt>
                <c:pt idx="522">
                  <c:v>59.03441523891771</c:v>
                </c:pt>
                <c:pt idx="523">
                  <c:v>59.056482092744552</c:v>
                </c:pt>
                <c:pt idx="524">
                  <c:v>59.06863260890885</c:v>
                </c:pt>
                <c:pt idx="525">
                  <c:v>59.086449435748222</c:v>
                </c:pt>
                <c:pt idx="526">
                  <c:v>59.097839599012822</c:v>
                </c:pt>
                <c:pt idx="527">
                  <c:v>59.09016300589554</c:v>
                </c:pt>
                <c:pt idx="528">
                  <c:v>59.087604350576385</c:v>
                </c:pt>
                <c:pt idx="529">
                  <c:v>59.071766291397743</c:v>
                </c:pt>
                <c:pt idx="530">
                  <c:v>59.060776177710125</c:v>
                </c:pt>
                <c:pt idx="531">
                  <c:v>59.053450166938191</c:v>
                </c:pt>
                <c:pt idx="532">
                  <c:v>59.04578862565684</c:v>
                </c:pt>
                <c:pt idx="533">
                  <c:v>59.035131769024247</c:v>
                </c:pt>
                <c:pt idx="534">
                  <c:v>59.014305515737441</c:v>
                </c:pt>
                <c:pt idx="535">
                  <c:v>59.004038909309472</c:v>
                </c:pt>
                <c:pt idx="536">
                  <c:v>59.005120681622387</c:v>
                </c:pt>
                <c:pt idx="537">
                  <c:v>59.018138951807394</c:v>
                </c:pt>
                <c:pt idx="538">
                  <c:v>59.012407338114954</c:v>
                </c:pt>
                <c:pt idx="539">
                  <c:v>59.000972332922466</c:v>
                </c:pt>
                <c:pt idx="540">
                  <c:v>59.02372185022498</c:v>
                </c:pt>
                <c:pt idx="541">
                  <c:v>59.050305665942219</c:v>
                </c:pt>
                <c:pt idx="542">
                  <c:v>59.065438954261154</c:v>
                </c:pt>
                <c:pt idx="543">
                  <c:v>59.077978387915444</c:v>
                </c:pt>
                <c:pt idx="544">
                  <c:v>59.09695201106247</c:v>
                </c:pt>
                <c:pt idx="545">
                  <c:v>59.10814885230927</c:v>
                </c:pt>
                <c:pt idx="546">
                  <c:v>59.128621701031499</c:v>
                </c:pt>
                <c:pt idx="547">
                  <c:v>59.155446581308645</c:v>
                </c:pt>
                <c:pt idx="548">
                  <c:v>59.161628417364518</c:v>
                </c:pt>
                <c:pt idx="549">
                  <c:v>59.173833418039109</c:v>
                </c:pt>
                <c:pt idx="550">
                  <c:v>59.189413479342413</c:v>
                </c:pt>
                <c:pt idx="551">
                  <c:v>59.190685516268957</c:v>
                </c:pt>
                <c:pt idx="552">
                  <c:v>59.189702913604265</c:v>
                </c:pt>
                <c:pt idx="553">
                  <c:v>59.21058372979634</c:v>
                </c:pt>
                <c:pt idx="554">
                  <c:v>59.241043706846995</c:v>
                </c:pt>
                <c:pt idx="555">
                  <c:v>59.248792580134761</c:v>
                </c:pt>
                <c:pt idx="556">
                  <c:v>59.210724448783346</c:v>
                </c:pt>
                <c:pt idx="557">
                  <c:v>59.191670470783016</c:v>
                </c:pt>
                <c:pt idx="558">
                  <c:v>59.186789129030998</c:v>
                </c:pt>
                <c:pt idx="559">
                  <c:v>59.168740174659305</c:v>
                </c:pt>
                <c:pt idx="560">
                  <c:v>59.15108735011566</c:v>
                </c:pt>
                <c:pt idx="561">
                  <c:v>59.115823015182208</c:v>
                </c:pt>
                <c:pt idx="562">
                  <c:v>59.103968988827852</c:v>
                </c:pt>
                <c:pt idx="563">
                  <c:v>59.085964876384054</c:v>
                </c:pt>
                <c:pt idx="564">
                  <c:v>59.087493656866272</c:v>
                </c:pt>
                <c:pt idx="565">
                  <c:v>59.070559165513671</c:v>
                </c:pt>
                <c:pt idx="566">
                  <c:v>59.086675918842069</c:v>
                </c:pt>
                <c:pt idx="567">
                  <c:v>59.109762299368633</c:v>
                </c:pt>
                <c:pt idx="568">
                  <c:v>59.102375297303155</c:v>
                </c:pt>
                <c:pt idx="569">
                  <c:v>59.06594295558007</c:v>
                </c:pt>
                <c:pt idx="570">
                  <c:v>59.044238756925317</c:v>
                </c:pt>
                <c:pt idx="571">
                  <c:v>59.00993585801227</c:v>
                </c:pt>
                <c:pt idx="572">
                  <c:v>58.961102057797639</c:v>
                </c:pt>
                <c:pt idx="573">
                  <c:v>58.931177988822284</c:v>
                </c:pt>
                <c:pt idx="574">
                  <c:v>58.907906909725597</c:v>
                </c:pt>
                <c:pt idx="575">
                  <c:v>58.878888851520614</c:v>
                </c:pt>
                <c:pt idx="576">
                  <c:v>58.854332800325871</c:v>
                </c:pt>
                <c:pt idx="577">
                  <c:v>58.852304722223465</c:v>
                </c:pt>
                <c:pt idx="578">
                  <c:v>58.859617249059042</c:v>
                </c:pt>
                <c:pt idx="579">
                  <c:v>58.76842084055253</c:v>
                </c:pt>
                <c:pt idx="580">
                  <c:v>58.691869084461885</c:v>
                </c:pt>
                <c:pt idx="581">
                  <c:v>58.620494297588436</c:v>
                </c:pt>
                <c:pt idx="582">
                  <c:v>58.726991916458545</c:v>
                </c:pt>
                <c:pt idx="583">
                  <c:v>58.370528340607997</c:v>
                </c:pt>
                <c:pt idx="584">
                  <c:v>57.802666315143583</c:v>
                </c:pt>
                <c:pt idx="585">
                  <c:v>57.553719571282947</c:v>
                </c:pt>
                <c:pt idx="586">
                  <c:v>58.212205153544801</c:v>
                </c:pt>
                <c:pt idx="587">
                  <c:v>58.333944774970739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96A0-42C5-857B-5B109011262B}"/>
            </c:ext>
          </c:extLst>
        </c:ser>
        <c:ser>
          <c:idx val="29"/>
          <c:order val="2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Shifted!$A$2:$A$589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Shifted!$AE$2:$AE$589</c:f>
              <c:numCache>
                <c:formatCode>General</c:formatCode>
                <c:ptCount val="588"/>
                <c:pt idx="0">
                  <c:v>60.278589500289407</c:v>
                </c:pt>
                <c:pt idx="1">
                  <c:v>60.568008490945331</c:v>
                </c:pt>
                <c:pt idx="2">
                  <c:v>60.462122794994315</c:v>
                </c:pt>
                <c:pt idx="3">
                  <c:v>60.453078280282547</c:v>
                </c:pt>
                <c:pt idx="4">
                  <c:v>60.362582191197703</c:v>
                </c:pt>
                <c:pt idx="5">
                  <c:v>60.354750249673529</c:v>
                </c:pt>
                <c:pt idx="6">
                  <c:v>60.375415900639702</c:v>
                </c:pt>
                <c:pt idx="7">
                  <c:v>60.384371344093772</c:v>
                </c:pt>
                <c:pt idx="8">
                  <c:v>60.4382101339164</c:v>
                </c:pt>
                <c:pt idx="9">
                  <c:v>60.510126799959153</c:v>
                </c:pt>
                <c:pt idx="10">
                  <c:v>60.509131810719097</c:v>
                </c:pt>
                <c:pt idx="11">
                  <c:v>60.469792764218425</c:v>
                </c:pt>
                <c:pt idx="12">
                  <c:v>60.474151158246663</c:v>
                </c:pt>
                <c:pt idx="13">
                  <c:v>60.520224308287204</c:v>
                </c:pt>
                <c:pt idx="14">
                  <c:v>60.473941447148597</c:v>
                </c:pt>
                <c:pt idx="15">
                  <c:v>60.447069443703683</c:v>
                </c:pt>
                <c:pt idx="16">
                  <c:v>60.494788405206918</c:v>
                </c:pt>
                <c:pt idx="17">
                  <c:v>60.524173970213923</c:v>
                </c:pt>
                <c:pt idx="18">
                  <c:v>60.563801880823739</c:v>
                </c:pt>
                <c:pt idx="19">
                  <c:v>60.585674586264396</c:v>
                </c:pt>
                <c:pt idx="20">
                  <c:v>60.641311434565161</c:v>
                </c:pt>
                <c:pt idx="21">
                  <c:v>60.773965860700422</c:v>
                </c:pt>
                <c:pt idx="22">
                  <c:v>60.787386985052933</c:v>
                </c:pt>
                <c:pt idx="23">
                  <c:v>60.792199765991128</c:v>
                </c:pt>
                <c:pt idx="24">
                  <c:v>60.724248430389231</c:v>
                </c:pt>
                <c:pt idx="25">
                  <c:v>60.624352506371793</c:v>
                </c:pt>
                <c:pt idx="26">
                  <c:v>60.573184464953812</c:v>
                </c:pt>
                <c:pt idx="27">
                  <c:v>60.5346678224833</c:v>
                </c:pt>
                <c:pt idx="28">
                  <c:v>60.512871452808554</c:v>
                </c:pt>
                <c:pt idx="29">
                  <c:v>60.505090453251519</c:v>
                </c:pt>
                <c:pt idx="30">
                  <c:v>60.493557191890439</c:v>
                </c:pt>
                <c:pt idx="31">
                  <c:v>60.516941831760448</c:v>
                </c:pt>
                <c:pt idx="32">
                  <c:v>60.58021877876822</c:v>
                </c:pt>
                <c:pt idx="33">
                  <c:v>60.579581386700546</c:v>
                </c:pt>
                <c:pt idx="34">
                  <c:v>60.603714912079951</c:v>
                </c:pt>
                <c:pt idx="35">
                  <c:v>60.645277073745213</c:v>
                </c:pt>
                <c:pt idx="36">
                  <c:v>60.655775093993718</c:v>
                </c:pt>
                <c:pt idx="37">
                  <c:v>60.689552010938016</c:v>
                </c:pt>
                <c:pt idx="38">
                  <c:v>60.715220587593976</c:v>
                </c:pt>
                <c:pt idx="39">
                  <c:v>60.737904736823381</c:v>
                </c:pt>
                <c:pt idx="40">
                  <c:v>60.750547606850581</c:v>
                </c:pt>
                <c:pt idx="41">
                  <c:v>60.820284844324824</c:v>
                </c:pt>
                <c:pt idx="42">
                  <c:v>60.862875416247974</c:v>
                </c:pt>
                <c:pt idx="43">
                  <c:v>60.875497369194726</c:v>
                </c:pt>
                <c:pt idx="44">
                  <c:v>60.928985662846458</c:v>
                </c:pt>
                <c:pt idx="45">
                  <c:v>61.000616011878435</c:v>
                </c:pt>
                <c:pt idx="46">
                  <c:v>61.043633724477594</c:v>
                </c:pt>
                <c:pt idx="47">
                  <c:v>61.109587749043506</c:v>
                </c:pt>
                <c:pt idx="48">
                  <c:v>61.167199640565826</c:v>
                </c:pt>
                <c:pt idx="49">
                  <c:v>61.194725900956925</c:v>
                </c:pt>
                <c:pt idx="50">
                  <c:v>61.229986155362653</c:v>
                </c:pt>
                <c:pt idx="51">
                  <c:v>61.24627176196455</c:v>
                </c:pt>
                <c:pt idx="52">
                  <c:v>61.266590119928971</c:v>
                </c:pt>
                <c:pt idx="53">
                  <c:v>61.29980374221234</c:v>
                </c:pt>
                <c:pt idx="54">
                  <c:v>61.344293677661923</c:v>
                </c:pt>
                <c:pt idx="55">
                  <c:v>61.414046352095902</c:v>
                </c:pt>
                <c:pt idx="56">
                  <c:v>61.490099467278235</c:v>
                </c:pt>
                <c:pt idx="57">
                  <c:v>61.502891921445325</c:v>
                </c:pt>
                <c:pt idx="58">
                  <c:v>61.600910595381151</c:v>
                </c:pt>
                <c:pt idx="59">
                  <c:v>61.668451616593153</c:v>
                </c:pt>
                <c:pt idx="60">
                  <c:v>61.722397461731582</c:v>
                </c:pt>
                <c:pt idx="61">
                  <c:v>61.779035358279096</c:v>
                </c:pt>
                <c:pt idx="62">
                  <c:v>61.844730890954168</c:v>
                </c:pt>
                <c:pt idx="63">
                  <c:v>61.881179405335892</c:v>
                </c:pt>
                <c:pt idx="64">
                  <c:v>61.882412972788728</c:v>
                </c:pt>
                <c:pt idx="65">
                  <c:v>61.847693243528305</c:v>
                </c:pt>
                <c:pt idx="66">
                  <c:v>61.802188791084596</c:v>
                </c:pt>
                <c:pt idx="67">
                  <c:v>61.765219124942043</c:v>
                </c:pt>
                <c:pt idx="68">
                  <c:v>61.739705226622675</c:v>
                </c:pt>
                <c:pt idx="69">
                  <c:v>61.734289478037027</c:v>
                </c:pt>
                <c:pt idx="70">
                  <c:v>61.725811191008525</c:v>
                </c:pt>
                <c:pt idx="71">
                  <c:v>61.740414400553135</c:v>
                </c:pt>
                <c:pt idx="72">
                  <c:v>61.768079747951489</c:v>
                </c:pt>
                <c:pt idx="73">
                  <c:v>61.788435540543283</c:v>
                </c:pt>
                <c:pt idx="74">
                  <c:v>61.750332955925394</c:v>
                </c:pt>
                <c:pt idx="75">
                  <c:v>61.764176203941993</c:v>
                </c:pt>
                <c:pt idx="76">
                  <c:v>61.828226928556745</c:v>
                </c:pt>
                <c:pt idx="77">
                  <c:v>61.838849563662755</c:v>
                </c:pt>
                <c:pt idx="78">
                  <c:v>61.839653983634811</c:v>
                </c:pt>
                <c:pt idx="79">
                  <c:v>61.911611827767679</c:v>
                </c:pt>
                <c:pt idx="80">
                  <c:v>61.975420809592897</c:v>
                </c:pt>
                <c:pt idx="81">
                  <c:v>61.992254196711166</c:v>
                </c:pt>
                <c:pt idx="82">
                  <c:v>62.039683946773671</c:v>
                </c:pt>
                <c:pt idx="83">
                  <c:v>62.145098931229811</c:v>
                </c:pt>
                <c:pt idx="84">
                  <c:v>62.167187213813236</c:v>
                </c:pt>
                <c:pt idx="85">
                  <c:v>62.131316659204181</c:v>
                </c:pt>
                <c:pt idx="86">
                  <c:v>62.162529883059626</c:v>
                </c:pt>
                <c:pt idx="87">
                  <c:v>62.151762912380043</c:v>
                </c:pt>
                <c:pt idx="88">
                  <c:v>62.117132408746919</c:v>
                </c:pt>
                <c:pt idx="89">
                  <c:v>62.085928292697723</c:v>
                </c:pt>
                <c:pt idx="90">
                  <c:v>62.09083662841671</c:v>
                </c:pt>
                <c:pt idx="91">
                  <c:v>62.09581273238895</c:v>
                </c:pt>
                <c:pt idx="92">
                  <c:v>62.053494931544414</c:v>
                </c:pt>
                <c:pt idx="93">
                  <c:v>62.038662020038871</c:v>
                </c:pt>
                <c:pt idx="94">
                  <c:v>61.995084408909932</c:v>
                </c:pt>
                <c:pt idx="95">
                  <c:v>61.928235580972682</c:v>
                </c:pt>
                <c:pt idx="96">
                  <c:v>61.936058723429802</c:v>
                </c:pt>
                <c:pt idx="97">
                  <c:v>61.878973155049827</c:v>
                </c:pt>
                <c:pt idx="98">
                  <c:v>61.879386402462067</c:v>
                </c:pt>
                <c:pt idx="99">
                  <c:v>61.88401100686103</c:v>
                </c:pt>
                <c:pt idx="100">
                  <c:v>61.804426995877328</c:v>
                </c:pt>
                <c:pt idx="101">
                  <c:v>61.743144889991981</c:v>
                </c:pt>
                <c:pt idx="102">
                  <c:v>61.707219997284639</c:v>
                </c:pt>
                <c:pt idx="103">
                  <c:v>61.648855476790182</c:v>
                </c:pt>
                <c:pt idx="104">
                  <c:v>61.554082269270125</c:v>
                </c:pt>
                <c:pt idx="105">
                  <c:v>61.494618482872575</c:v>
                </c:pt>
                <c:pt idx="106">
                  <c:v>61.44532888790058</c:v>
                </c:pt>
                <c:pt idx="107">
                  <c:v>61.403252521106374</c:v>
                </c:pt>
                <c:pt idx="108">
                  <c:v>61.334875897263636</c:v>
                </c:pt>
                <c:pt idx="109">
                  <c:v>61.265231667471831</c:v>
                </c:pt>
                <c:pt idx="110">
                  <c:v>61.21835926884075</c:v>
                </c:pt>
                <c:pt idx="111">
                  <c:v>61.183535417286876</c:v>
                </c:pt>
                <c:pt idx="112">
                  <c:v>61.132700042351296</c:v>
                </c:pt>
                <c:pt idx="113">
                  <c:v>61.093931816029411</c:v>
                </c:pt>
                <c:pt idx="114">
                  <c:v>61.064334301565175</c:v>
                </c:pt>
                <c:pt idx="115">
                  <c:v>61.049678606357446</c:v>
                </c:pt>
                <c:pt idx="116">
                  <c:v>61.03310911406593</c:v>
                </c:pt>
                <c:pt idx="117">
                  <c:v>61.022820843507894</c:v>
                </c:pt>
                <c:pt idx="118">
                  <c:v>61.02283743823962</c:v>
                </c:pt>
                <c:pt idx="119">
                  <c:v>60.999548623297194</c:v>
                </c:pt>
                <c:pt idx="120">
                  <c:v>60.98979215600221</c:v>
                </c:pt>
                <c:pt idx="121">
                  <c:v>60.99481850727841</c:v>
                </c:pt>
                <c:pt idx="122">
                  <c:v>60.996786719645286</c:v>
                </c:pt>
                <c:pt idx="123">
                  <c:v>60.990763989802652</c:v>
                </c:pt>
                <c:pt idx="124">
                  <c:v>60.958587885583412</c:v>
                </c:pt>
                <c:pt idx="125">
                  <c:v>60.943722942386408</c:v>
                </c:pt>
                <c:pt idx="126">
                  <c:v>60.917998252381786</c:v>
                </c:pt>
                <c:pt idx="127">
                  <c:v>60.870423549267329</c:v>
                </c:pt>
                <c:pt idx="128">
                  <c:v>60.883697173469514</c:v>
                </c:pt>
                <c:pt idx="129">
                  <c:v>60.821340732371048</c:v>
                </c:pt>
                <c:pt idx="130">
                  <c:v>60.790907152167279</c:v>
                </c:pt>
                <c:pt idx="131">
                  <c:v>60.778412168214388</c:v>
                </c:pt>
                <c:pt idx="132">
                  <c:v>60.76989937958087</c:v>
                </c:pt>
                <c:pt idx="133">
                  <c:v>60.737294359435246</c:v>
                </c:pt>
                <c:pt idx="134">
                  <c:v>60.698455972131349</c:v>
                </c:pt>
                <c:pt idx="135">
                  <c:v>60.671884873624172</c:v>
                </c:pt>
                <c:pt idx="136">
                  <c:v>60.658570958957057</c:v>
                </c:pt>
                <c:pt idx="137">
                  <c:v>60.639549498572812</c:v>
                </c:pt>
                <c:pt idx="138">
                  <c:v>60.588940043543033</c:v>
                </c:pt>
                <c:pt idx="139">
                  <c:v>60.586577841371188</c:v>
                </c:pt>
                <c:pt idx="140">
                  <c:v>60.584469963111069</c:v>
                </c:pt>
                <c:pt idx="141">
                  <c:v>60.582577469031719</c:v>
                </c:pt>
                <c:pt idx="142">
                  <c:v>60.600963389783466</c:v>
                </c:pt>
                <c:pt idx="143">
                  <c:v>60.631562261233647</c:v>
                </c:pt>
                <c:pt idx="144">
                  <c:v>60.666864388392668</c:v>
                </c:pt>
                <c:pt idx="145">
                  <c:v>60.749631809213994</c:v>
                </c:pt>
                <c:pt idx="146">
                  <c:v>60.76633915355599</c:v>
                </c:pt>
                <c:pt idx="147">
                  <c:v>60.755328819206106</c:v>
                </c:pt>
                <c:pt idx="148">
                  <c:v>60.800722202724486</c:v>
                </c:pt>
                <c:pt idx="149">
                  <c:v>60.801097166476573</c:v>
                </c:pt>
                <c:pt idx="150">
                  <c:v>60.777972060492196</c:v>
                </c:pt>
                <c:pt idx="151">
                  <c:v>60.803691733484904</c:v>
                </c:pt>
                <c:pt idx="152">
                  <c:v>60.81059421566313</c:v>
                </c:pt>
                <c:pt idx="153">
                  <c:v>60.795388424395057</c:v>
                </c:pt>
                <c:pt idx="154">
                  <c:v>60.836519277405174</c:v>
                </c:pt>
                <c:pt idx="155">
                  <c:v>60.907136884693394</c:v>
                </c:pt>
                <c:pt idx="156">
                  <c:v>60.934785868914432</c:v>
                </c:pt>
                <c:pt idx="157">
                  <c:v>60.930105768645205</c:v>
                </c:pt>
                <c:pt idx="158">
                  <c:v>61.008431898964481</c:v>
                </c:pt>
                <c:pt idx="159">
                  <c:v>61.025128514619453</c:v>
                </c:pt>
                <c:pt idx="160">
                  <c:v>61.004621980115807</c:v>
                </c:pt>
                <c:pt idx="161">
                  <c:v>61.060692568392867</c:v>
                </c:pt>
                <c:pt idx="162">
                  <c:v>61.107391995890062</c:v>
                </c:pt>
                <c:pt idx="163">
                  <c:v>61.151402613739712</c:v>
                </c:pt>
                <c:pt idx="164">
                  <c:v>61.11592207391849</c:v>
                </c:pt>
                <c:pt idx="165">
                  <c:v>61.139145050227619</c:v>
                </c:pt>
                <c:pt idx="166">
                  <c:v>61.164056829932328</c:v>
                </c:pt>
                <c:pt idx="167">
                  <c:v>61.191631099268214</c:v>
                </c:pt>
                <c:pt idx="168">
                  <c:v>61.268877568623267</c:v>
                </c:pt>
                <c:pt idx="169">
                  <c:v>61.316738858895306</c:v>
                </c:pt>
                <c:pt idx="170">
                  <c:v>61.336607924146485</c:v>
                </c:pt>
                <c:pt idx="171">
                  <c:v>61.392658290006288</c:v>
                </c:pt>
                <c:pt idx="172">
                  <c:v>61.395985109199898</c:v>
                </c:pt>
                <c:pt idx="173">
                  <c:v>61.308815684939063</c:v>
                </c:pt>
                <c:pt idx="174">
                  <c:v>61.216517716728546</c:v>
                </c:pt>
                <c:pt idx="175">
                  <c:v>61.210287514147005</c:v>
                </c:pt>
                <c:pt idx="176">
                  <c:v>61.272491978376834</c:v>
                </c:pt>
                <c:pt idx="177">
                  <c:v>61.245884911753464</c:v>
                </c:pt>
                <c:pt idx="178">
                  <c:v>61.22052383933552</c:v>
                </c:pt>
                <c:pt idx="179">
                  <c:v>61.228502431977226</c:v>
                </c:pt>
                <c:pt idx="180">
                  <c:v>61.195841915961346</c:v>
                </c:pt>
                <c:pt idx="181">
                  <c:v>61.155549598604317</c:v>
                </c:pt>
                <c:pt idx="182">
                  <c:v>61.162622736372462</c:v>
                </c:pt>
                <c:pt idx="183">
                  <c:v>61.189328831092567</c:v>
                </c:pt>
                <c:pt idx="184">
                  <c:v>61.152874064742143</c:v>
                </c:pt>
                <c:pt idx="185">
                  <c:v>61.152023565445262</c:v>
                </c:pt>
                <c:pt idx="186">
                  <c:v>61.149368176815557</c:v>
                </c:pt>
                <c:pt idx="187">
                  <c:v>61.086768757970773</c:v>
                </c:pt>
                <c:pt idx="188">
                  <c:v>61.033947263795028</c:v>
                </c:pt>
                <c:pt idx="189">
                  <c:v>61.02827379516652</c:v>
                </c:pt>
                <c:pt idx="190">
                  <c:v>60.999622257595156</c:v>
                </c:pt>
                <c:pt idx="191">
                  <c:v>60.925758334858379</c:v>
                </c:pt>
                <c:pt idx="192">
                  <c:v>60.919515319600251</c:v>
                </c:pt>
                <c:pt idx="193">
                  <c:v>60.944425864348176</c:v>
                </c:pt>
                <c:pt idx="194">
                  <c:v>60.923527231067126</c:v>
                </c:pt>
                <c:pt idx="195">
                  <c:v>60.882567342386132</c:v>
                </c:pt>
                <c:pt idx="196">
                  <c:v>60.907438985995512</c:v>
                </c:pt>
                <c:pt idx="197">
                  <c:v>60.937221435237433</c:v>
                </c:pt>
                <c:pt idx="198">
                  <c:v>60.916589706990294</c:v>
                </c:pt>
                <c:pt idx="199">
                  <c:v>60.926661937296764</c:v>
                </c:pt>
                <c:pt idx="200">
                  <c:v>60.947199500089496</c:v>
                </c:pt>
                <c:pt idx="201">
                  <c:v>60.959604949675899</c:v>
                </c:pt>
                <c:pt idx="202">
                  <c:v>60.991844885723658</c:v>
                </c:pt>
                <c:pt idx="203">
                  <c:v>61.08591671497792</c:v>
                </c:pt>
                <c:pt idx="204">
                  <c:v>61.135044144687846</c:v>
                </c:pt>
                <c:pt idx="205">
                  <c:v>61.149974926518141</c:v>
                </c:pt>
                <c:pt idx="206">
                  <c:v>61.211752481626348</c:v>
                </c:pt>
                <c:pt idx="207">
                  <c:v>61.242868452635435</c:v>
                </c:pt>
                <c:pt idx="208">
                  <c:v>61.212747239312009</c:v>
                </c:pt>
                <c:pt idx="209">
                  <c:v>61.175378296205771</c:v>
                </c:pt>
                <c:pt idx="210">
                  <c:v>61.183308108054703</c:v>
                </c:pt>
                <c:pt idx="211">
                  <c:v>61.152338788163156</c:v>
                </c:pt>
                <c:pt idx="212">
                  <c:v>61.100533123123107</c:v>
                </c:pt>
                <c:pt idx="213">
                  <c:v>61.074331662616906</c:v>
                </c:pt>
                <c:pt idx="214">
                  <c:v>61.07046246584283</c:v>
                </c:pt>
                <c:pt idx="215">
                  <c:v>61.107199497002107</c:v>
                </c:pt>
                <c:pt idx="216">
                  <c:v>61.115272563837422</c:v>
                </c:pt>
                <c:pt idx="217">
                  <c:v>61.129759069966397</c:v>
                </c:pt>
                <c:pt idx="218">
                  <c:v>61.18799067823749</c:v>
                </c:pt>
                <c:pt idx="219">
                  <c:v>61.201016925159841</c:v>
                </c:pt>
                <c:pt idx="220">
                  <c:v>61.224162562300677</c:v>
                </c:pt>
                <c:pt idx="221">
                  <c:v>61.293691246448823</c:v>
                </c:pt>
                <c:pt idx="222">
                  <c:v>61.313475176867037</c:v>
                </c:pt>
                <c:pt idx="223">
                  <c:v>61.320340301602684</c:v>
                </c:pt>
                <c:pt idx="224">
                  <c:v>61.335120109966724</c:v>
                </c:pt>
                <c:pt idx="225">
                  <c:v>61.287594573569038</c:v>
                </c:pt>
                <c:pt idx="226">
                  <c:v>61.250159019981524</c:v>
                </c:pt>
                <c:pt idx="227">
                  <c:v>61.220226677860516</c:v>
                </c:pt>
                <c:pt idx="228">
                  <c:v>61.217055154481898</c:v>
                </c:pt>
                <c:pt idx="229">
                  <c:v>61.179425789864851</c:v>
                </c:pt>
                <c:pt idx="230">
                  <c:v>61.12586262695838</c:v>
                </c:pt>
                <c:pt idx="231">
                  <c:v>61.097655519457938</c:v>
                </c:pt>
                <c:pt idx="232">
                  <c:v>61.099327959676188</c:v>
                </c:pt>
                <c:pt idx="233">
                  <c:v>61.077461351834629</c:v>
                </c:pt>
                <c:pt idx="234">
                  <c:v>61.064982267950271</c:v>
                </c:pt>
                <c:pt idx="235">
                  <c:v>61.050462340803456</c:v>
                </c:pt>
                <c:pt idx="236">
                  <c:v>60.981271803258416</c:v>
                </c:pt>
                <c:pt idx="237">
                  <c:v>60.95083428662992</c:v>
                </c:pt>
                <c:pt idx="238">
                  <c:v>60.927330589207912</c:v>
                </c:pt>
                <c:pt idx="239">
                  <c:v>60.88724288875224</c:v>
                </c:pt>
                <c:pt idx="240">
                  <c:v>60.856709894527746</c:v>
                </c:pt>
                <c:pt idx="241">
                  <c:v>60.83978859392375</c:v>
                </c:pt>
                <c:pt idx="242">
                  <c:v>60.791531577188771</c:v>
                </c:pt>
                <c:pt idx="243">
                  <c:v>60.784142290485143</c:v>
                </c:pt>
                <c:pt idx="244">
                  <c:v>60.790094319052166</c:v>
                </c:pt>
                <c:pt idx="245">
                  <c:v>60.835556628595775</c:v>
                </c:pt>
                <c:pt idx="246">
                  <c:v>60.821958751054247</c:v>
                </c:pt>
                <c:pt idx="247">
                  <c:v>60.797466779469673</c:v>
                </c:pt>
                <c:pt idx="248">
                  <c:v>60.8251399997175</c:v>
                </c:pt>
                <c:pt idx="249">
                  <c:v>60.828569243138986</c:v>
                </c:pt>
                <c:pt idx="250">
                  <c:v>60.794400999265278</c:v>
                </c:pt>
                <c:pt idx="251">
                  <c:v>60.79628538894076</c:v>
                </c:pt>
                <c:pt idx="252">
                  <c:v>60.853630915722768</c:v>
                </c:pt>
                <c:pt idx="253">
                  <c:v>60.916058829944831</c:v>
                </c:pt>
                <c:pt idx="254">
                  <c:v>60.936383594247538</c:v>
                </c:pt>
                <c:pt idx="255">
                  <c:v>60.952707330139994</c:v>
                </c:pt>
                <c:pt idx="256">
                  <c:v>61.032090429092676</c:v>
                </c:pt>
                <c:pt idx="257">
                  <c:v>61.021424724868993</c:v>
                </c:pt>
                <c:pt idx="258">
                  <c:v>61.01072799235623</c:v>
                </c:pt>
                <c:pt idx="259">
                  <c:v>61</c:v>
                </c:pt>
                <c:pt idx="260">
                  <c:v>60.930415356872793</c:v>
                </c:pt>
                <c:pt idx="261">
                  <c:v>60.80096757319955</c:v>
                </c:pt>
                <c:pt idx="262">
                  <c:v>60.80439172242432</c:v>
                </c:pt>
                <c:pt idx="263">
                  <c:v>60.824433295700601</c:v>
                </c:pt>
                <c:pt idx="264">
                  <c:v>60.807134792985352</c:v>
                </c:pt>
                <c:pt idx="265">
                  <c:v>60.775581415722037</c:v>
                </c:pt>
                <c:pt idx="266">
                  <c:v>60.752627119697181</c:v>
                </c:pt>
                <c:pt idx="267">
                  <c:v>60.760856408565076</c:v>
                </c:pt>
                <c:pt idx="268">
                  <c:v>60.679452920321587</c:v>
                </c:pt>
                <c:pt idx="269">
                  <c:v>60.608428742106213</c:v>
                </c:pt>
                <c:pt idx="270">
                  <c:v>60.611586989699461</c:v>
                </c:pt>
                <c:pt idx="271">
                  <c:v>60.623716580815305</c:v>
                </c:pt>
                <c:pt idx="272">
                  <c:v>60.599159233706231</c:v>
                </c:pt>
                <c:pt idx="273">
                  <c:v>60.610808156488162</c:v>
                </c:pt>
                <c:pt idx="274">
                  <c:v>60.647690295068998</c:v>
                </c:pt>
                <c:pt idx="275">
                  <c:v>60.647732052045093</c:v>
                </c:pt>
                <c:pt idx="276">
                  <c:v>60.637102470307198</c:v>
                </c:pt>
                <c:pt idx="277">
                  <c:v>60.6417664775459</c:v>
                </c:pt>
                <c:pt idx="278">
                  <c:v>60.801562204888747</c:v>
                </c:pt>
                <c:pt idx="279">
                  <c:v>60.869835478286021</c:v>
                </c:pt>
                <c:pt idx="280">
                  <c:v>60.840660473409876</c:v>
                </c:pt>
                <c:pt idx="281">
                  <c:v>60.791019764788587</c:v>
                </c:pt>
                <c:pt idx="282">
                  <c:v>60.758769100053804</c:v>
                </c:pt>
                <c:pt idx="283">
                  <c:v>60.788494509729489</c:v>
                </c:pt>
                <c:pt idx="284">
                  <c:v>60.779087535203026</c:v>
                </c:pt>
                <c:pt idx="285">
                  <c:v>60.647622372446136</c:v>
                </c:pt>
                <c:pt idx="286">
                  <c:v>60.563047013492444</c:v>
                </c:pt>
                <c:pt idx="287">
                  <c:v>60.731035675662987</c:v>
                </c:pt>
                <c:pt idx="288">
                  <c:v>60.858968630476923</c:v>
                </c:pt>
                <c:pt idx="289">
                  <c:v>60.945176872439539</c:v>
                </c:pt>
                <c:pt idx="290">
                  <c:v>60.935746202179871</c:v>
                </c:pt>
                <c:pt idx="291">
                  <c:v>60.967055521109693</c:v>
                </c:pt>
                <c:pt idx="292">
                  <c:v>60.949529631977477</c:v>
                </c:pt>
                <c:pt idx="293">
                  <c:v>60.993988925061977</c:v>
                </c:pt>
                <c:pt idx="294">
                  <c:v>61.035223437256747</c:v>
                </c:pt>
                <c:pt idx="295">
                  <c:v>61.02498525963307</c:v>
                </c:pt>
                <c:pt idx="296">
                  <c:v>61.056224571950473</c:v>
                </c:pt>
                <c:pt idx="297">
                  <c:v>61.113629376657883</c:v>
                </c:pt>
                <c:pt idx="298">
                  <c:v>61.114387562935519</c:v>
                </c:pt>
                <c:pt idx="299">
                  <c:v>61.071285564536176</c:v>
                </c:pt>
                <c:pt idx="300">
                  <c:v>61.188703942962285</c:v>
                </c:pt>
                <c:pt idx="301">
                  <c:v>61.18336043934822</c:v>
                </c:pt>
                <c:pt idx="302">
                  <c:v>60.985951594788453</c:v>
                </c:pt>
                <c:pt idx="303">
                  <c:v>60.890823954672761</c:v>
                </c:pt>
                <c:pt idx="304">
                  <c:v>61.021282627654585</c:v>
                </c:pt>
                <c:pt idx="305">
                  <c:v>61.168837887918258</c:v>
                </c:pt>
                <c:pt idx="306">
                  <c:v>61.173281108040271</c:v>
                </c:pt>
                <c:pt idx="307">
                  <c:v>61.156536251886102</c:v>
                </c:pt>
                <c:pt idx="308">
                  <c:v>61.197278479434765</c:v>
                </c:pt>
                <c:pt idx="309">
                  <c:v>61.165480271989964</c:v>
                </c:pt>
                <c:pt idx="310">
                  <c:v>61.115634637728128</c:v>
                </c:pt>
                <c:pt idx="311">
                  <c:v>61.005434658861326</c:v>
                </c:pt>
                <c:pt idx="312">
                  <c:v>60.977569788758331</c:v>
                </c:pt>
                <c:pt idx="313">
                  <c:v>61.202543872032543</c:v>
                </c:pt>
                <c:pt idx="314">
                  <c:v>61.231724974507792</c:v>
                </c:pt>
                <c:pt idx="315">
                  <c:v>61.274079052207718</c:v>
                </c:pt>
                <c:pt idx="316">
                  <c:v>61.276125452775673</c:v>
                </c:pt>
                <c:pt idx="317">
                  <c:v>61.288167593514594</c:v>
                </c:pt>
                <c:pt idx="318">
                  <c:v>61.390711226274263</c:v>
                </c:pt>
                <c:pt idx="319">
                  <c:v>61.425809932896307</c:v>
                </c:pt>
                <c:pt idx="320">
                  <c:v>61.391680512976343</c:v>
                </c:pt>
                <c:pt idx="321">
                  <c:v>61.492137763442329</c:v>
                </c:pt>
                <c:pt idx="322">
                  <c:v>61.616572008515952</c:v>
                </c:pt>
                <c:pt idx="323">
                  <c:v>61.684936437160495</c:v>
                </c:pt>
                <c:pt idx="324">
                  <c:v>61.745573432498304</c:v>
                </c:pt>
                <c:pt idx="325">
                  <c:v>61.826935009396088</c:v>
                </c:pt>
                <c:pt idx="326">
                  <c:v>61.879405389922546</c:v>
                </c:pt>
                <c:pt idx="327">
                  <c:v>61.851253469553185</c:v>
                </c:pt>
                <c:pt idx="328">
                  <c:v>61.914235339075518</c:v>
                </c:pt>
                <c:pt idx="329">
                  <c:v>61.966528348934567</c:v>
                </c:pt>
                <c:pt idx="330">
                  <c:v>61.988630679151356</c:v>
                </c:pt>
                <c:pt idx="331">
                  <c:v>62.011305720574505</c:v>
                </c:pt>
                <c:pt idx="332">
                  <c:v>62.037364697942301</c:v>
                </c:pt>
                <c:pt idx="333">
                  <c:v>62.017539319287188</c:v>
                </c:pt>
                <c:pt idx="334">
                  <c:v>61.990820566260098</c:v>
                </c:pt>
                <c:pt idx="335">
                  <c:v>61.905070879186567</c:v>
                </c:pt>
                <c:pt idx="336">
                  <c:v>61.836628339525738</c:v>
                </c:pt>
                <c:pt idx="337">
                  <c:v>61.804424525963768</c:v>
                </c:pt>
                <c:pt idx="338">
                  <c:v>61.737731611319887</c:v>
                </c:pt>
                <c:pt idx="339">
                  <c:v>61.704170888996757</c:v>
                </c:pt>
                <c:pt idx="340">
                  <c:v>61.62742604364847</c:v>
                </c:pt>
                <c:pt idx="341">
                  <c:v>61.610141125457787</c:v>
                </c:pt>
                <c:pt idx="342">
                  <c:v>61.585540786415841</c:v>
                </c:pt>
                <c:pt idx="343">
                  <c:v>61.554528551776215</c:v>
                </c:pt>
                <c:pt idx="344">
                  <c:v>61.594036825948045</c:v>
                </c:pt>
                <c:pt idx="345">
                  <c:v>61.656506188407008</c:v>
                </c:pt>
                <c:pt idx="346">
                  <c:v>61.657410794247788</c:v>
                </c:pt>
                <c:pt idx="347">
                  <c:v>61.716720519787131</c:v>
                </c:pt>
                <c:pt idx="348">
                  <c:v>61.746445157614829</c:v>
                </c:pt>
                <c:pt idx="349">
                  <c:v>61.688820067491932</c:v>
                </c:pt>
                <c:pt idx="350">
                  <c:v>61.65633175076195</c:v>
                </c:pt>
                <c:pt idx="351">
                  <c:v>61.766361768702012</c:v>
                </c:pt>
                <c:pt idx="352">
                  <c:v>61.835233918952405</c:v>
                </c:pt>
                <c:pt idx="353">
                  <c:v>61.853088460957494</c:v>
                </c:pt>
                <c:pt idx="354">
                  <c:v>61.857622604772381</c:v>
                </c:pt>
                <c:pt idx="355">
                  <c:v>61.790669422987285</c:v>
                </c:pt>
                <c:pt idx="356">
                  <c:v>61.820294029315868</c:v>
                </c:pt>
                <c:pt idx="357">
                  <c:v>61.874307642707549</c:v>
                </c:pt>
                <c:pt idx="358">
                  <c:v>61.806822966398599</c:v>
                </c:pt>
                <c:pt idx="359">
                  <c:v>61.844923852950913</c:v>
                </c:pt>
                <c:pt idx="360">
                  <c:v>61.958177262454321</c:v>
                </c:pt>
                <c:pt idx="361">
                  <c:v>61.941073574171</c:v>
                </c:pt>
                <c:pt idx="362">
                  <c:v>61.949681840400515</c:v>
                </c:pt>
                <c:pt idx="363">
                  <c:v>61.923154814413394</c:v>
                </c:pt>
                <c:pt idx="364">
                  <c:v>61.905724016953172</c:v>
                </c:pt>
                <c:pt idx="365">
                  <c:v>61.925599102618655</c:v>
                </c:pt>
                <c:pt idx="366">
                  <c:v>61.882610565873406</c:v>
                </c:pt>
                <c:pt idx="367">
                  <c:v>61.769362559305904</c:v>
                </c:pt>
                <c:pt idx="368">
                  <c:v>61.742865326651085</c:v>
                </c:pt>
                <c:pt idx="369">
                  <c:v>61.712710615125026</c:v>
                </c:pt>
                <c:pt idx="370">
                  <c:v>61.643064764452447</c:v>
                </c:pt>
                <c:pt idx="371">
                  <c:v>61.617431692803883</c:v>
                </c:pt>
                <c:pt idx="372">
                  <c:v>61.560840878983569</c:v>
                </c:pt>
                <c:pt idx="373">
                  <c:v>61.498886184762348</c:v>
                </c:pt>
                <c:pt idx="374">
                  <c:v>61.40568986267975</c:v>
                </c:pt>
                <c:pt idx="375">
                  <c:v>61.329605719208338</c:v>
                </c:pt>
                <c:pt idx="376">
                  <c:v>61.314229581089535</c:v>
                </c:pt>
                <c:pt idx="377">
                  <c:v>61.244895171079719</c:v>
                </c:pt>
                <c:pt idx="378">
                  <c:v>61.187456173506483</c:v>
                </c:pt>
                <c:pt idx="379">
                  <c:v>61.15104779522008</c:v>
                </c:pt>
                <c:pt idx="380">
                  <c:v>61.083397248778724</c:v>
                </c:pt>
                <c:pt idx="381">
                  <c:v>60.984389914756335</c:v>
                </c:pt>
                <c:pt idx="382">
                  <c:v>60.921371845563407</c:v>
                </c:pt>
                <c:pt idx="383">
                  <c:v>60.838269674270116</c:v>
                </c:pt>
                <c:pt idx="384">
                  <c:v>60.789611914060281</c:v>
                </c:pt>
                <c:pt idx="385">
                  <c:v>60.778993755672602</c:v>
                </c:pt>
                <c:pt idx="386">
                  <c:v>60.811809644688267</c:v>
                </c:pt>
                <c:pt idx="387">
                  <c:v>60.816186485883399</c:v>
                </c:pt>
                <c:pt idx="388">
                  <c:v>60.861239947548299</c:v>
                </c:pt>
                <c:pt idx="389">
                  <c:v>60.88380916861243</c:v>
                </c:pt>
                <c:pt idx="390">
                  <c:v>60.907802603582191</c:v>
                </c:pt>
                <c:pt idx="391">
                  <c:v>61.236481256173334</c:v>
                </c:pt>
                <c:pt idx="392">
                  <c:v>62.018830775339055</c:v>
                </c:pt>
                <c:pt idx="393">
                  <c:v>62.532549022574159</c:v>
                </c:pt>
                <c:pt idx="394">
                  <c:v>62.813829879609465</c:v>
                </c:pt>
                <c:pt idx="395">
                  <c:v>62.692977317934755</c:v>
                </c:pt>
                <c:pt idx="396">
                  <c:v>62.465017881016387</c:v>
                </c:pt>
                <c:pt idx="397">
                  <c:v>62.328200261208792</c:v>
                </c:pt>
                <c:pt idx="398">
                  <c:v>62.11019689147485</c:v>
                </c:pt>
                <c:pt idx="399">
                  <c:v>62.093268721423776</c:v>
                </c:pt>
                <c:pt idx="400">
                  <c:v>62.299208107120769</c:v>
                </c:pt>
                <c:pt idx="401">
                  <c:v>62.205968561550897</c:v>
                </c:pt>
                <c:pt idx="402">
                  <c:v>62.138601051766379</c:v>
                </c:pt>
                <c:pt idx="403">
                  <c:v>62.171780635553525</c:v>
                </c:pt>
                <c:pt idx="404">
                  <c:v>62.10109309883768</c:v>
                </c:pt>
                <c:pt idx="405">
                  <c:v>61.856306912693725</c:v>
                </c:pt>
                <c:pt idx="406">
                  <c:v>61.68863436086626</c:v>
                </c:pt>
                <c:pt idx="407">
                  <c:v>61.540934919398616</c:v>
                </c:pt>
                <c:pt idx="408">
                  <c:v>61.25163031661436</c:v>
                </c:pt>
                <c:pt idx="409">
                  <c:v>61.014080205348613</c:v>
                </c:pt>
                <c:pt idx="410">
                  <c:v>60.843244543285579</c:v>
                </c:pt>
                <c:pt idx="411">
                  <c:v>60.646210392331106</c:v>
                </c:pt>
                <c:pt idx="412">
                  <c:v>60.502811031776289</c:v>
                </c:pt>
                <c:pt idx="413">
                  <c:v>60.406469622108631</c:v>
                </c:pt>
                <c:pt idx="414">
                  <c:v>60.337175927080125</c:v>
                </c:pt>
                <c:pt idx="415">
                  <c:v>60.304717789606435</c:v>
                </c:pt>
                <c:pt idx="416">
                  <c:v>60.250935306094455</c:v>
                </c:pt>
                <c:pt idx="417">
                  <c:v>60.200279964701849</c:v>
                </c:pt>
                <c:pt idx="418">
                  <c:v>60.173577922183675</c:v>
                </c:pt>
                <c:pt idx="419">
                  <c:v>60.158798326077836</c:v>
                </c:pt>
                <c:pt idx="420">
                  <c:v>60.154353832406642</c:v>
                </c:pt>
                <c:pt idx="421">
                  <c:v>60.168988456164321</c:v>
                </c:pt>
                <c:pt idx="422">
                  <c:v>60.156574844285458</c:v>
                </c:pt>
                <c:pt idx="423">
                  <c:v>60.14303674637052</c:v>
                </c:pt>
                <c:pt idx="424">
                  <c:v>60.096195038345023</c:v>
                </c:pt>
                <c:pt idx="425">
                  <c:v>60.0662252181802</c:v>
                </c:pt>
                <c:pt idx="426">
                  <c:v>60.060399468767905</c:v>
                </c:pt>
                <c:pt idx="427">
                  <c:v>60.052571362363409</c:v>
                </c:pt>
                <c:pt idx="428">
                  <c:v>60.00420909028626</c:v>
                </c:pt>
                <c:pt idx="429">
                  <c:v>60.040089868866112</c:v>
                </c:pt>
                <c:pt idx="430">
                  <c:v>60.028411671337246</c:v>
                </c:pt>
                <c:pt idx="431">
                  <c:v>60.046548536039779</c:v>
                </c:pt>
                <c:pt idx="432">
                  <c:v>60.021063381821854</c:v>
                </c:pt>
                <c:pt idx="433">
                  <c:v>60.018174040037223</c:v>
                </c:pt>
                <c:pt idx="434">
                  <c:v>60.012447399524497</c:v>
                </c:pt>
                <c:pt idx="435">
                  <c:v>59.995672796469513</c:v>
                </c:pt>
                <c:pt idx="436">
                  <c:v>59.989851536438671</c:v>
                </c:pt>
                <c:pt idx="437">
                  <c:v>60.016468933764948</c:v>
                </c:pt>
                <c:pt idx="438">
                  <c:v>60.012279693841094</c:v>
                </c:pt>
                <c:pt idx="439">
                  <c:v>60.126542489961537</c:v>
                </c:pt>
                <c:pt idx="440">
                  <c:v>60.091646325899383</c:v>
                </c:pt>
                <c:pt idx="441">
                  <c:v>60.075630663482848</c:v>
                </c:pt>
                <c:pt idx="442">
                  <c:v>60.137275875605582</c:v>
                </c:pt>
                <c:pt idx="443">
                  <c:v>60.175538261701078</c:v>
                </c:pt>
                <c:pt idx="444">
                  <c:v>60.191239502192012</c:v>
                </c:pt>
                <c:pt idx="445">
                  <c:v>60.249522052430244</c:v>
                </c:pt>
                <c:pt idx="446">
                  <c:v>60.257098203531527</c:v>
                </c:pt>
                <c:pt idx="447">
                  <c:v>60.239207809187448</c:v>
                </c:pt>
                <c:pt idx="448">
                  <c:v>60.264830345110987</c:v>
                </c:pt>
                <c:pt idx="449">
                  <c:v>60.218726861444566</c:v>
                </c:pt>
                <c:pt idx="450">
                  <c:v>60.249273710340425</c:v>
                </c:pt>
                <c:pt idx="451">
                  <c:v>60.244173801951064</c:v>
                </c:pt>
                <c:pt idx="452">
                  <c:v>60.268018463221324</c:v>
                </c:pt>
                <c:pt idx="453">
                  <c:v>60.287703423431402</c:v>
                </c:pt>
                <c:pt idx="454">
                  <c:v>60.297233411230806</c:v>
                </c:pt>
                <c:pt idx="455">
                  <c:v>60.288363527126094</c:v>
                </c:pt>
                <c:pt idx="456">
                  <c:v>60.290593029332769</c:v>
                </c:pt>
                <c:pt idx="457">
                  <c:v>60.316920551911444</c:v>
                </c:pt>
                <c:pt idx="458">
                  <c:v>60.287552488557544</c:v>
                </c:pt>
                <c:pt idx="459">
                  <c:v>60.344359979404004</c:v>
                </c:pt>
                <c:pt idx="460">
                  <c:v>60.357504743584762</c:v>
                </c:pt>
                <c:pt idx="461">
                  <c:v>60.346906691837148</c:v>
                </c:pt>
                <c:pt idx="462">
                  <c:v>60.34897265875157</c:v>
                </c:pt>
                <c:pt idx="463">
                  <c:v>60.357430607585613</c:v>
                </c:pt>
                <c:pt idx="464">
                  <c:v>60.357442764191411</c:v>
                </c:pt>
                <c:pt idx="465">
                  <c:v>60.334609223784128</c:v>
                </c:pt>
                <c:pt idx="466">
                  <c:v>60.351630517294836</c:v>
                </c:pt>
                <c:pt idx="467">
                  <c:v>60.371774669168587</c:v>
                </c:pt>
                <c:pt idx="468">
                  <c:v>60.378734306690248</c:v>
                </c:pt>
                <c:pt idx="469">
                  <c:v>60.381773072215104</c:v>
                </c:pt>
                <c:pt idx="470">
                  <c:v>60.390678654289211</c:v>
                </c:pt>
                <c:pt idx="471">
                  <c:v>60.386852449448007</c:v>
                </c:pt>
                <c:pt idx="472">
                  <c:v>60.403550570206562</c:v>
                </c:pt>
                <c:pt idx="473">
                  <c:v>60.405208499682658</c:v>
                </c:pt>
                <c:pt idx="474">
                  <c:v>60.419961756475942</c:v>
                </c:pt>
                <c:pt idx="475">
                  <c:v>60.420760696327292</c:v>
                </c:pt>
                <c:pt idx="476">
                  <c:v>60.421661713074926</c:v>
                </c:pt>
                <c:pt idx="477">
                  <c:v>60.438444852889248</c:v>
                </c:pt>
                <c:pt idx="478">
                  <c:v>60.465985778392103</c:v>
                </c:pt>
                <c:pt idx="479">
                  <c:v>60.478674766336532</c:v>
                </c:pt>
                <c:pt idx="480">
                  <c:v>60.489183283717658</c:v>
                </c:pt>
                <c:pt idx="481">
                  <c:v>60.518141399309457</c:v>
                </c:pt>
                <c:pt idx="482">
                  <c:v>60.491117496180699</c:v>
                </c:pt>
                <c:pt idx="483">
                  <c:v>60.466515844997176</c:v>
                </c:pt>
                <c:pt idx="484">
                  <c:v>60.469596599052529</c:v>
                </c:pt>
                <c:pt idx="485">
                  <c:v>60.477552615140617</c:v>
                </c:pt>
                <c:pt idx="486">
                  <c:v>60.478521708880706</c:v>
                </c:pt>
                <c:pt idx="487">
                  <c:v>60.504261449921074</c:v>
                </c:pt>
                <c:pt idx="488">
                  <c:v>60.52430410378453</c:v>
                </c:pt>
                <c:pt idx="489">
                  <c:v>60.515862556720215</c:v>
                </c:pt>
                <c:pt idx="490">
                  <c:v>60.527497624830779</c:v>
                </c:pt>
                <c:pt idx="491">
                  <c:v>60.565094957756372</c:v>
                </c:pt>
                <c:pt idx="492">
                  <c:v>60.575917347121418</c:v>
                </c:pt>
                <c:pt idx="493">
                  <c:v>60.57957783619981</c:v>
                </c:pt>
                <c:pt idx="494">
                  <c:v>60.612353010234166</c:v>
                </c:pt>
                <c:pt idx="495">
                  <c:v>60.619256032705977</c:v>
                </c:pt>
                <c:pt idx="496">
                  <c:v>60.593565728529178</c:v>
                </c:pt>
                <c:pt idx="497">
                  <c:v>60.590322423287766</c:v>
                </c:pt>
                <c:pt idx="498">
                  <c:v>60.612990093562637</c:v>
                </c:pt>
                <c:pt idx="499">
                  <c:v>60.646692218436996</c:v>
                </c:pt>
                <c:pt idx="500">
                  <c:v>60.655782194995197</c:v>
                </c:pt>
                <c:pt idx="501">
                  <c:v>60.66635967699397</c:v>
                </c:pt>
                <c:pt idx="502">
                  <c:v>60.698870068576376</c:v>
                </c:pt>
                <c:pt idx="503">
                  <c:v>60.699141913437401</c:v>
                </c:pt>
                <c:pt idx="504">
                  <c:v>60.699740249996935</c:v>
                </c:pt>
                <c:pt idx="505">
                  <c:v>60.737585423311153</c:v>
                </c:pt>
                <c:pt idx="506">
                  <c:v>60.766312293246045</c:v>
                </c:pt>
                <c:pt idx="507">
                  <c:v>60.775793596733664</c:v>
                </c:pt>
                <c:pt idx="508">
                  <c:v>60.798322141408882</c:v>
                </c:pt>
                <c:pt idx="509">
                  <c:v>60.85686187139639</c:v>
                </c:pt>
                <c:pt idx="510">
                  <c:v>60.882273036748686</c:v>
                </c:pt>
                <c:pt idx="511">
                  <c:v>60.910293820145057</c:v>
                </c:pt>
                <c:pt idx="512">
                  <c:v>60.954891582758428</c:v>
                </c:pt>
                <c:pt idx="513">
                  <c:v>61.066441678124107</c:v>
                </c:pt>
                <c:pt idx="514">
                  <c:v>61.139175383853512</c:v>
                </c:pt>
                <c:pt idx="515">
                  <c:v>61.185886543440105</c:v>
                </c:pt>
                <c:pt idx="516">
                  <c:v>61.25477127481269</c:v>
                </c:pt>
                <c:pt idx="517">
                  <c:v>61.276198623964845</c:v>
                </c:pt>
                <c:pt idx="518">
                  <c:v>61.29546858080851</c:v>
                </c:pt>
                <c:pt idx="519">
                  <c:v>61.388388735681353</c:v>
                </c:pt>
                <c:pt idx="520">
                  <c:v>61.441008082869303</c:v>
                </c:pt>
                <c:pt idx="521">
                  <c:v>61.447014758273802</c:v>
                </c:pt>
                <c:pt idx="522">
                  <c:v>61.491576784325368</c:v>
                </c:pt>
                <c:pt idx="523">
                  <c:v>61.526654651051764</c:v>
                </c:pt>
                <c:pt idx="524">
                  <c:v>61.506620873440163</c:v>
                </c:pt>
                <c:pt idx="525">
                  <c:v>61.509088008345834</c:v>
                </c:pt>
                <c:pt idx="526">
                  <c:v>61.554849949278008</c:v>
                </c:pt>
                <c:pt idx="527">
                  <c:v>61.525783080304841</c:v>
                </c:pt>
                <c:pt idx="528">
                  <c:v>61.504138147205147</c:v>
                </c:pt>
                <c:pt idx="529">
                  <c:v>61.526629180068198</c:v>
                </c:pt>
                <c:pt idx="530">
                  <c:v>61.518512117897615</c:v>
                </c:pt>
                <c:pt idx="531">
                  <c:v>61.416875483707486</c:v>
                </c:pt>
                <c:pt idx="532">
                  <c:v>61.404654197050782</c:v>
                </c:pt>
                <c:pt idx="533">
                  <c:v>61.41360145891619</c:v>
                </c:pt>
                <c:pt idx="534">
                  <c:v>61.384111771615736</c:v>
                </c:pt>
                <c:pt idx="535">
                  <c:v>61.369297847570671</c:v>
                </c:pt>
                <c:pt idx="536">
                  <c:v>61.37437475489002</c:v>
                </c:pt>
                <c:pt idx="537">
                  <c:v>61.390657351284766</c:v>
                </c:pt>
                <c:pt idx="538">
                  <c:v>61.356531018756755</c:v>
                </c:pt>
                <c:pt idx="539">
                  <c:v>61.375108010477682</c:v>
                </c:pt>
                <c:pt idx="540">
                  <c:v>61.400278436442832</c:v>
                </c:pt>
                <c:pt idx="541">
                  <c:v>61.439066113333986</c:v>
                </c:pt>
                <c:pt idx="542">
                  <c:v>61.437204570358922</c:v>
                </c:pt>
                <c:pt idx="543">
                  <c:v>61.488839656993839</c:v>
                </c:pt>
                <c:pt idx="544">
                  <c:v>61.547770559541163</c:v>
                </c:pt>
                <c:pt idx="545">
                  <c:v>61.514272048165786</c:v>
                </c:pt>
                <c:pt idx="546">
                  <c:v>61.506541836206296</c:v>
                </c:pt>
                <c:pt idx="547">
                  <c:v>61.571904239290163</c:v>
                </c:pt>
                <c:pt idx="548">
                  <c:v>61.576212849123245</c:v>
                </c:pt>
                <c:pt idx="549">
                  <c:v>61.624190456886922</c:v>
                </c:pt>
                <c:pt idx="550">
                  <c:v>61.69987648116664</c:v>
                </c:pt>
                <c:pt idx="551">
                  <c:v>61.718461191367432</c:v>
                </c:pt>
                <c:pt idx="552">
                  <c:v>61.696562937758408</c:v>
                </c:pt>
                <c:pt idx="553">
                  <c:v>61.695649687220182</c:v>
                </c:pt>
                <c:pt idx="554">
                  <c:v>61.827019140826671</c:v>
                </c:pt>
                <c:pt idx="555">
                  <c:v>61.821907963456702</c:v>
                </c:pt>
                <c:pt idx="556">
                  <c:v>61.7673128397916</c:v>
                </c:pt>
                <c:pt idx="557">
                  <c:v>61.762246738344068</c:v>
                </c:pt>
                <c:pt idx="558">
                  <c:v>61.704643259964804</c:v>
                </c:pt>
                <c:pt idx="559">
                  <c:v>61.581081666225295</c:v>
                </c:pt>
                <c:pt idx="560">
                  <c:v>61.503445182082409</c:v>
                </c:pt>
                <c:pt idx="561">
                  <c:v>61.519097487410967</c:v>
                </c:pt>
                <c:pt idx="562">
                  <c:v>61.462939371572169</c:v>
                </c:pt>
                <c:pt idx="563">
                  <c:v>61.359846568969751</c:v>
                </c:pt>
                <c:pt idx="564">
                  <c:v>61.335949383443968</c:v>
                </c:pt>
                <c:pt idx="565">
                  <c:v>61.303191691766521</c:v>
                </c:pt>
                <c:pt idx="566">
                  <c:v>61.218799067823745</c:v>
                </c:pt>
                <c:pt idx="567">
                  <c:v>61.196586440529614</c:v>
                </c:pt>
                <c:pt idx="568">
                  <c:v>61.151427853168883</c:v>
                </c:pt>
                <c:pt idx="569">
                  <c:v>61.207870472175692</c:v>
                </c:pt>
                <c:pt idx="570">
                  <c:v>61.278563411827442</c:v>
                </c:pt>
                <c:pt idx="571">
                  <c:v>61.231781473780437</c:v>
                </c:pt>
                <c:pt idx="572">
                  <c:v>61.060301087093862</c:v>
                </c:pt>
                <c:pt idx="573">
                  <c:v>60.956597752733707</c:v>
                </c:pt>
                <c:pt idx="574">
                  <c:v>61.027041153931265</c:v>
                </c:pt>
                <c:pt idx="575">
                  <c:v>60.859191617360374</c:v>
                </c:pt>
                <c:pt idx="576">
                  <c:v>60.902605751085659</c:v>
                </c:pt>
                <c:pt idx="577">
                  <c:v>60.927530343466948</c:v>
                </c:pt>
                <c:pt idx="578">
                  <c:v>60.662572064552116</c:v>
                </c:pt>
                <c:pt idx="579">
                  <c:v>60.610828533275019</c:v>
                </c:pt>
                <c:pt idx="580">
                  <c:v>60.546157705987511</c:v>
                </c:pt>
                <c:pt idx="581">
                  <c:v>60.364930384328581</c:v>
                </c:pt>
                <c:pt idx="582">
                  <c:v>60.625248737661913</c:v>
                </c:pt>
                <c:pt idx="583">
                  <c:v>60.136161500778137</c:v>
                </c:pt>
                <c:pt idx="584">
                  <c:v>58.841988900980319</c:v>
                </c:pt>
                <c:pt idx="585">
                  <c:v>59.024341538411903</c:v>
                </c:pt>
                <c:pt idx="586">
                  <c:v>59.953206923221735</c:v>
                </c:pt>
                <c:pt idx="587">
                  <c:v>60.615979576593524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96A0-42C5-857B-5B1090112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999328"/>
        <c:axId val="1101996928"/>
      </c:scatterChart>
      <c:valAx>
        <c:axId val="1101999328"/>
        <c:scaling>
          <c:orientation val="maxMin"/>
          <c:max val="3000"/>
          <c:min val="900"/>
        </c:scaling>
        <c:delete val="0"/>
        <c:axPos val="b"/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01996928"/>
        <c:crosses val="autoZero"/>
        <c:crossBetween val="midCat"/>
        <c:majorUnit val="400"/>
        <c:minorUnit val="200"/>
      </c:valAx>
      <c:valAx>
        <c:axId val="1101996928"/>
        <c:scaling>
          <c:orientation val="minMax"/>
          <c:max val="65"/>
          <c:min val="0"/>
        </c:scaling>
        <c:delete val="1"/>
        <c:axPos val="r"/>
        <c:numFmt formatCode="General" sourceLinked="1"/>
        <c:majorTickMark val="out"/>
        <c:minorTickMark val="none"/>
        <c:tickLblPos val="nextTo"/>
        <c:crossAx val="1101999328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plot!$B$2:$B$542</c:f>
              <c:numCache>
                <c:formatCode>General</c:formatCode>
                <c:ptCount val="541"/>
                <c:pt idx="0">
                  <c:v>1.8678377448851513</c:v>
                </c:pt>
                <c:pt idx="1">
                  <c:v>1.8302291708492371</c:v>
                </c:pt>
                <c:pt idx="2">
                  <c:v>1.8730000055896925</c:v>
                </c:pt>
                <c:pt idx="3">
                  <c:v>2.1248084199349813</c:v>
                </c:pt>
                <c:pt idx="4">
                  <c:v>2.2178160731094789</c:v>
                </c:pt>
                <c:pt idx="5">
                  <c:v>2.2892590935268986</c:v>
                </c:pt>
                <c:pt idx="6">
                  <c:v>2.2287852233670056</c:v>
                </c:pt>
                <c:pt idx="7">
                  <c:v>2.2559057444599699</c:v>
                </c:pt>
                <c:pt idx="8">
                  <c:v>2.2667950096131388</c:v>
                </c:pt>
                <c:pt idx="9">
                  <c:v>2.299207865395021</c:v>
                </c:pt>
                <c:pt idx="10">
                  <c:v>2.3054472644818773</c:v>
                </c:pt>
                <c:pt idx="11">
                  <c:v>2.2911308069324114</c:v>
                </c:pt>
                <c:pt idx="12">
                  <c:v>2.2748384418446257</c:v>
                </c:pt>
                <c:pt idx="13">
                  <c:v>2.2862686489379191</c:v>
                </c:pt>
                <c:pt idx="14">
                  <c:v>2.2760704641730971</c:v>
                </c:pt>
                <c:pt idx="15">
                  <c:v>2.2632950757206105</c:v>
                </c:pt>
                <c:pt idx="16">
                  <c:v>2.2304316347328403</c:v>
                </c:pt>
                <c:pt idx="17">
                  <c:v>2.2319434814081984</c:v>
                </c:pt>
                <c:pt idx="18">
                  <c:v>2.2653620477482668</c:v>
                </c:pt>
                <c:pt idx="19">
                  <c:v>2.2709113195569759</c:v>
                </c:pt>
                <c:pt idx="20">
                  <c:v>2.2716768274714769</c:v>
                </c:pt>
                <c:pt idx="21">
                  <c:v>2.2590171396769092</c:v>
                </c:pt>
                <c:pt idx="22">
                  <c:v>2.2531994934260187</c:v>
                </c:pt>
                <c:pt idx="23">
                  <c:v>2.2718038207551894</c:v>
                </c:pt>
                <c:pt idx="24">
                  <c:v>2.2659961082403028</c:v>
                </c:pt>
                <c:pt idx="25">
                  <c:v>2.2607796952271917</c:v>
                </c:pt>
                <c:pt idx="26">
                  <c:v>2.2579123937341894</c:v>
                </c:pt>
                <c:pt idx="27">
                  <c:v>2.2520561512385955</c:v>
                </c:pt>
                <c:pt idx="28">
                  <c:v>2.2402204602398661</c:v>
                </c:pt>
                <c:pt idx="29">
                  <c:v>2.2412893780467127</c:v>
                </c:pt>
                <c:pt idx="30">
                  <c:v>2.2480691748886628</c:v>
                </c:pt>
                <c:pt idx="31">
                  <c:v>2.2489755103398679</c:v>
                </c:pt>
                <c:pt idx="32">
                  <c:v>2.2684734335284715</c:v>
                </c:pt>
                <c:pt idx="33">
                  <c:v>2.2574703645010477</c:v>
                </c:pt>
                <c:pt idx="34">
                  <c:v>2.2667322993658363</c:v>
                </c:pt>
                <c:pt idx="35">
                  <c:v>2.2970775225486371</c:v>
                </c:pt>
                <c:pt idx="36">
                  <c:v>2.3076153920137847</c:v>
                </c:pt>
                <c:pt idx="37">
                  <c:v>2.3217658762742932</c:v>
                </c:pt>
                <c:pt idx="38">
                  <c:v>2.3462030807440746</c:v>
                </c:pt>
                <c:pt idx="39">
                  <c:v>2.3841128470396913</c:v>
                </c:pt>
                <c:pt idx="40">
                  <c:v>2.4113055906084799</c:v>
                </c:pt>
                <c:pt idx="41">
                  <c:v>2.4273030829031983</c:v>
                </c:pt>
                <c:pt idx="42">
                  <c:v>2.4567749614591166</c:v>
                </c:pt>
                <c:pt idx="43">
                  <c:v>2.4775826971254586</c:v>
                </c:pt>
                <c:pt idx="44">
                  <c:v>2.4948944749101383</c:v>
                </c:pt>
                <c:pt idx="45">
                  <c:v>2.5002566036885012</c:v>
                </c:pt>
                <c:pt idx="46">
                  <c:v>2.5299923836743794</c:v>
                </c:pt>
                <c:pt idx="47">
                  <c:v>2.5578277185433231</c:v>
                </c:pt>
                <c:pt idx="48">
                  <c:v>2.580409245765336</c:v>
                </c:pt>
                <c:pt idx="49">
                  <c:v>2.5979584014644614</c:v>
                </c:pt>
                <c:pt idx="50">
                  <c:v>2.601106420648561</c:v>
                </c:pt>
                <c:pt idx="51">
                  <c:v>2.6229529394824467</c:v>
                </c:pt>
                <c:pt idx="52">
                  <c:v>2.6296111597263709</c:v>
                </c:pt>
                <c:pt idx="53">
                  <c:v>2.6529547724737861</c:v>
                </c:pt>
                <c:pt idx="54">
                  <c:v>2.6719068057277298</c:v>
                </c:pt>
                <c:pt idx="55">
                  <c:v>2.6885025995813319</c:v>
                </c:pt>
                <c:pt idx="56">
                  <c:v>2.6863210530127564</c:v>
                </c:pt>
                <c:pt idx="57">
                  <c:v>2.7096928753056062</c:v>
                </c:pt>
                <c:pt idx="58">
                  <c:v>2.7178275418876527</c:v>
                </c:pt>
                <c:pt idx="59">
                  <c:v>2.7444938163216861</c:v>
                </c:pt>
                <c:pt idx="60">
                  <c:v>2.7620670042383764</c:v>
                </c:pt>
                <c:pt idx="61">
                  <c:v>2.7833579384655431</c:v>
                </c:pt>
                <c:pt idx="62">
                  <c:v>2.8099132369001376</c:v>
                </c:pt>
                <c:pt idx="63">
                  <c:v>2.8312201255000162</c:v>
                </c:pt>
                <c:pt idx="64">
                  <c:v>2.8442963947999624</c:v>
                </c:pt>
                <c:pt idx="65">
                  <c:v>2.8663252816764646</c:v>
                </c:pt>
                <c:pt idx="66">
                  <c:v>2.8932629314342977</c:v>
                </c:pt>
                <c:pt idx="67">
                  <c:v>2.9414202240346246</c:v>
                </c:pt>
                <c:pt idx="68">
                  <c:v>2.9650387854826894</c:v>
                </c:pt>
                <c:pt idx="69">
                  <c:v>2.9877441729925067</c:v>
                </c:pt>
                <c:pt idx="70">
                  <c:v>3.0176159426157967</c:v>
                </c:pt>
                <c:pt idx="71">
                  <c:v>3.0426220311969878</c:v>
                </c:pt>
                <c:pt idx="72">
                  <c:v>3.0647326024485881</c:v>
                </c:pt>
                <c:pt idx="73">
                  <c:v>3.0895246155587559</c:v>
                </c:pt>
                <c:pt idx="74">
                  <c:v>3.1177440758570523</c:v>
                </c:pt>
                <c:pt idx="75">
                  <c:v>3.1269527435003415</c:v>
                </c:pt>
                <c:pt idx="76">
                  <c:v>3.1335144699869306</c:v>
                </c:pt>
                <c:pt idx="77">
                  <c:v>3.1514680715506813</c:v>
                </c:pt>
                <c:pt idx="78">
                  <c:v>3.1587854162538633</c:v>
                </c:pt>
                <c:pt idx="79">
                  <c:v>3.178554570069668</c:v>
                </c:pt>
                <c:pt idx="80">
                  <c:v>3.1893677845783213</c:v>
                </c:pt>
                <c:pt idx="81">
                  <c:v>3.1953875405207088</c:v>
                </c:pt>
                <c:pt idx="82">
                  <c:v>3.1941631556561436</c:v>
                </c:pt>
                <c:pt idx="83">
                  <c:v>3.1986514931355181</c:v>
                </c:pt>
                <c:pt idx="84">
                  <c:v>3.1866207385404937</c:v>
                </c:pt>
                <c:pt idx="85">
                  <c:v>3.1630472217724752</c:v>
                </c:pt>
                <c:pt idx="86">
                  <c:v>3.1423196480213726</c:v>
                </c:pt>
                <c:pt idx="87">
                  <c:v>3.11076730919841</c:v>
                </c:pt>
                <c:pt idx="88">
                  <c:v>3.0883828209958124</c:v>
                </c:pt>
                <c:pt idx="89">
                  <c:v>3.0568622399305125</c:v>
                </c:pt>
                <c:pt idx="90">
                  <c:v>3.0274011569990282</c:v>
                </c:pt>
                <c:pt idx="91">
                  <c:v>3.0048075759212995</c:v>
                </c:pt>
                <c:pt idx="92">
                  <c:v>2.9887649005410957</c:v>
                </c:pt>
                <c:pt idx="93">
                  <c:v>2.9624866646357138</c:v>
                </c:pt>
                <c:pt idx="94">
                  <c:v>2.9351800511355259</c:v>
                </c:pt>
                <c:pt idx="95">
                  <c:v>2.9114998111898123</c:v>
                </c:pt>
                <c:pt idx="96">
                  <c:v>2.9064649986982332</c:v>
                </c:pt>
                <c:pt idx="97">
                  <c:v>2.8909139394461594</c:v>
                </c:pt>
                <c:pt idx="98">
                  <c:v>2.8829429184251909</c:v>
                </c:pt>
                <c:pt idx="99">
                  <c:v>2.8672244137535565</c:v>
                </c:pt>
                <c:pt idx="100">
                  <c:v>2.8482611067472838</c:v>
                </c:pt>
                <c:pt idx="101">
                  <c:v>2.8225399653261665</c:v>
                </c:pt>
                <c:pt idx="102">
                  <c:v>2.8057056359853347</c:v>
                </c:pt>
                <c:pt idx="103">
                  <c:v>2.7928497333128446</c:v>
                </c:pt>
                <c:pt idx="104">
                  <c:v>2.7718294194707056</c:v>
                </c:pt>
                <c:pt idx="105">
                  <c:v>2.7673567847177845</c:v>
                </c:pt>
                <c:pt idx="106">
                  <c:v>2.7547236896414486</c:v>
                </c:pt>
                <c:pt idx="107">
                  <c:v>2.7311596599373287</c:v>
                </c:pt>
                <c:pt idx="108">
                  <c:v>2.702866517614912</c:v>
                </c:pt>
                <c:pt idx="109">
                  <c:v>2.672394747820503</c:v>
                </c:pt>
                <c:pt idx="110">
                  <c:v>2.6525063388433958</c:v>
                </c:pt>
                <c:pt idx="111">
                  <c:v>2.6431927095462151</c:v>
                </c:pt>
                <c:pt idx="112">
                  <c:v>2.6184713838697076</c:v>
                </c:pt>
                <c:pt idx="113">
                  <c:v>2.590747779938972</c:v>
                </c:pt>
                <c:pt idx="114">
                  <c:v>2.5940940208798966</c:v>
                </c:pt>
                <c:pt idx="115">
                  <c:v>2.595419454299051</c:v>
                </c:pt>
                <c:pt idx="116">
                  <c:v>2.5709869430319685</c:v>
                </c:pt>
                <c:pt idx="117">
                  <c:v>2.5565106523622214</c:v>
                </c:pt>
                <c:pt idx="118">
                  <c:v>2.5673832553875844</c:v>
                </c:pt>
                <c:pt idx="119">
                  <c:v>2.5788069259693436</c:v>
                </c:pt>
                <c:pt idx="120">
                  <c:v>2.5680987863553977</c:v>
                </c:pt>
                <c:pt idx="121">
                  <c:v>2.5754726508079546</c:v>
                </c:pt>
                <c:pt idx="122">
                  <c:v>2.5759437703484314</c:v>
                </c:pt>
                <c:pt idx="123">
                  <c:v>2.5763320101940899</c:v>
                </c:pt>
                <c:pt idx="124">
                  <c:v>2.5950026526031968</c:v>
                </c:pt>
                <c:pt idx="125">
                  <c:v>2.6065643889039909</c:v>
                </c:pt>
                <c:pt idx="126">
                  <c:v>2.5916659868023615</c:v>
                </c:pt>
                <c:pt idx="127">
                  <c:v>2.5990570890235372</c:v>
                </c:pt>
                <c:pt idx="128">
                  <c:v>2.6124764276659693</c:v>
                </c:pt>
                <c:pt idx="129">
                  <c:v>2.6305977011309123</c:v>
                </c:pt>
                <c:pt idx="130">
                  <c:v>2.6397490437568032</c:v>
                </c:pt>
                <c:pt idx="131">
                  <c:v>2.6513579888954553</c:v>
                </c:pt>
                <c:pt idx="132">
                  <c:v>2.6877455973103253</c:v>
                </c:pt>
                <c:pt idx="133">
                  <c:v>2.687365384980271</c:v>
                </c:pt>
                <c:pt idx="134">
                  <c:v>2.697080188740733</c:v>
                </c:pt>
                <c:pt idx="135">
                  <c:v>2.7144509775727315</c:v>
                </c:pt>
                <c:pt idx="136">
                  <c:v>2.7437987945238351</c:v>
                </c:pt>
                <c:pt idx="137">
                  <c:v>2.7856161868133236</c:v>
                </c:pt>
                <c:pt idx="138">
                  <c:v>2.8345704431103043</c:v>
                </c:pt>
                <c:pt idx="139">
                  <c:v>2.9332907665301007</c:v>
                </c:pt>
                <c:pt idx="140">
                  <c:v>3.0217087928373028</c:v>
                </c:pt>
                <c:pt idx="141">
                  <c:v>3.1013571483969558</c:v>
                </c:pt>
                <c:pt idx="142">
                  <c:v>3.1345683393475952</c:v>
                </c:pt>
                <c:pt idx="143">
                  <c:v>3.1961020397388697</c:v>
                </c:pt>
                <c:pt idx="144">
                  <c:v>3.2720278173799082</c:v>
                </c:pt>
                <c:pt idx="145">
                  <c:v>3.3109754357519163</c:v>
                </c:pt>
                <c:pt idx="146">
                  <c:v>3.3585545962408769</c:v>
                </c:pt>
                <c:pt idx="147">
                  <c:v>3.4069030393381992</c:v>
                </c:pt>
                <c:pt idx="148">
                  <c:v>3.4408475023177871</c:v>
                </c:pt>
                <c:pt idx="149">
                  <c:v>3.4667269040700823</c:v>
                </c:pt>
                <c:pt idx="150">
                  <c:v>3.4858787947815197</c:v>
                </c:pt>
                <c:pt idx="151">
                  <c:v>3.5004884202206634</c:v>
                </c:pt>
                <c:pt idx="152">
                  <c:v>3.5129081192708629</c:v>
                </c:pt>
                <c:pt idx="153">
                  <c:v>3.5247527562940366</c:v>
                </c:pt>
                <c:pt idx="154">
                  <c:v>3.5475109895178765</c:v>
                </c:pt>
                <c:pt idx="155">
                  <c:v>3.5603045342478232</c:v>
                </c:pt>
                <c:pt idx="156">
                  <c:v>3.5607164791709134</c:v>
                </c:pt>
                <c:pt idx="157">
                  <c:v>3.5600785559088282</c:v>
                </c:pt>
                <c:pt idx="158">
                  <c:v>3.5381572981365452</c:v>
                </c:pt>
                <c:pt idx="159">
                  <c:v>3.5224156671738696</c:v>
                </c:pt>
                <c:pt idx="160">
                  <c:v>3.5079197858429962</c:v>
                </c:pt>
                <c:pt idx="161">
                  <c:v>3.4739782419599905</c:v>
                </c:pt>
                <c:pt idx="162">
                  <c:v>3.4279506316346238</c:v>
                </c:pt>
                <c:pt idx="163">
                  <c:v>3.4056873865987609</c:v>
                </c:pt>
                <c:pt idx="164">
                  <c:v>3.3831800446933817</c:v>
                </c:pt>
                <c:pt idx="165">
                  <c:v>3.3355315808251804</c:v>
                </c:pt>
                <c:pt idx="166">
                  <c:v>3.3008243780399185</c:v>
                </c:pt>
                <c:pt idx="167">
                  <c:v>3.2803180516781758</c:v>
                </c:pt>
                <c:pt idx="168">
                  <c:v>3.2713800044199144</c:v>
                </c:pt>
                <c:pt idx="169">
                  <c:v>3.2561310716642753</c:v>
                </c:pt>
                <c:pt idx="170">
                  <c:v>3.2291131719150092</c:v>
                </c:pt>
                <c:pt idx="171">
                  <c:v>3.2156119727451014</c:v>
                </c:pt>
                <c:pt idx="172">
                  <c:v>3.207876618444029</c:v>
                </c:pt>
                <c:pt idx="173">
                  <c:v>3.1963605307742982</c:v>
                </c:pt>
                <c:pt idx="174">
                  <c:v>3.1729055393934362</c:v>
                </c:pt>
                <c:pt idx="175">
                  <c:v>3.1695674014619932</c:v>
                </c:pt>
                <c:pt idx="176">
                  <c:v>3.163069316313861</c:v>
                </c:pt>
                <c:pt idx="177">
                  <c:v>3.1673694727220743</c:v>
                </c:pt>
                <c:pt idx="178">
                  <c:v>3.164088936618914</c:v>
                </c:pt>
                <c:pt idx="179">
                  <c:v>3.1465113952219732</c:v>
                </c:pt>
                <c:pt idx="180">
                  <c:v>3.1526944947499285</c:v>
                </c:pt>
                <c:pt idx="181">
                  <c:v>3.14288401508247</c:v>
                </c:pt>
                <c:pt idx="182">
                  <c:v>3.120488202798295</c:v>
                </c:pt>
                <c:pt idx="183">
                  <c:v>3.1197388757381344</c:v>
                </c:pt>
                <c:pt idx="184">
                  <c:v>3.1229082596894742</c:v>
                </c:pt>
                <c:pt idx="185">
                  <c:v>3.1093145805200333</c:v>
                </c:pt>
                <c:pt idx="186">
                  <c:v>3.0921499403019577</c:v>
                </c:pt>
                <c:pt idx="187">
                  <c:v>3.0818356396628923</c:v>
                </c:pt>
                <c:pt idx="188">
                  <c:v>3.0699837048982599</c:v>
                </c:pt>
                <c:pt idx="189">
                  <c:v>3.0602132621503229</c:v>
                </c:pt>
                <c:pt idx="190">
                  <c:v>3.0478275101802219</c:v>
                </c:pt>
                <c:pt idx="191">
                  <c:v>3.0402772165367224</c:v>
                </c:pt>
                <c:pt idx="192">
                  <c:v>3.0332732217530465</c:v>
                </c:pt>
                <c:pt idx="193">
                  <c:v>3.0345220917984408</c:v>
                </c:pt>
                <c:pt idx="194">
                  <c:v>3.0427731699390845</c:v>
                </c:pt>
                <c:pt idx="195">
                  <c:v>3.0481339398276566</c:v>
                </c:pt>
                <c:pt idx="196">
                  <c:v>3.0489610507459259</c:v>
                </c:pt>
                <c:pt idx="197">
                  <c:v>3.0653086207313951</c:v>
                </c:pt>
                <c:pt idx="198">
                  <c:v>3.0814612403613832</c:v>
                </c:pt>
                <c:pt idx="199">
                  <c:v>3.1059968762646788</c:v>
                </c:pt>
                <c:pt idx="200">
                  <c:v>3.1288538554798575</c:v>
                </c:pt>
                <c:pt idx="201">
                  <c:v>3.1325862476025037</c:v>
                </c:pt>
                <c:pt idx="202">
                  <c:v>3.1510741948288619</c:v>
                </c:pt>
                <c:pt idx="203">
                  <c:v>3.226291613420416</c:v>
                </c:pt>
                <c:pt idx="204">
                  <c:v>3.2909905959290384</c:v>
                </c:pt>
                <c:pt idx="205">
                  <c:v>3.3413454146352741</c:v>
                </c:pt>
                <c:pt idx="206">
                  <c:v>3.365565964259889</c:v>
                </c:pt>
                <c:pt idx="207">
                  <c:v>3.3690055659622473</c:v>
                </c:pt>
                <c:pt idx="208">
                  <c:v>3.3676669588615242</c:v>
                </c:pt>
                <c:pt idx="209">
                  <c:v>3.3223027383994728</c:v>
                </c:pt>
                <c:pt idx="210">
                  <c:v>3.2498999831950628</c:v>
                </c:pt>
                <c:pt idx="211">
                  <c:v>3.1933457331187762</c:v>
                </c:pt>
                <c:pt idx="212">
                  <c:v>3.1281304731488175</c:v>
                </c:pt>
                <c:pt idx="213">
                  <c:v>3.0703939637914268</c:v>
                </c:pt>
                <c:pt idx="214">
                  <c:v>3.0802620956164186</c:v>
                </c:pt>
                <c:pt idx="215">
                  <c:v>3.0966524454656144</c:v>
                </c:pt>
                <c:pt idx="216">
                  <c:v>3.1123086928532118</c:v>
                </c:pt>
                <c:pt idx="217">
                  <c:v>3.133430797606402</c:v>
                </c:pt>
                <c:pt idx="218">
                  <c:v>3.1394402863814936</c:v>
                </c:pt>
                <c:pt idx="219">
                  <c:v>3.1482310954146473</c:v>
                </c:pt>
                <c:pt idx="220">
                  <c:v>3.1814974975541226</c:v>
                </c:pt>
                <c:pt idx="221">
                  <c:v>3.195673310010422</c:v>
                </c:pt>
                <c:pt idx="222">
                  <c:v>3.2166036099863486</c:v>
                </c:pt>
                <c:pt idx="223">
                  <c:v>3.2258134352024226</c:v>
                </c:pt>
                <c:pt idx="224">
                  <c:v>3.2279859728349898</c:v>
                </c:pt>
                <c:pt idx="225">
                  <c:v>3.1987217527705365</c:v>
                </c:pt>
                <c:pt idx="226">
                  <c:v>3.2004380809033668</c:v>
                </c:pt>
                <c:pt idx="227">
                  <c:v>3.2046102248605282</c:v>
                </c:pt>
                <c:pt idx="228">
                  <c:v>3.2059983559446739</c:v>
                </c:pt>
                <c:pt idx="229">
                  <c:v>3.1768988131909537</c:v>
                </c:pt>
                <c:pt idx="230">
                  <c:v>3.1769849517048057</c:v>
                </c:pt>
                <c:pt idx="231">
                  <c:v>3.1798478556794629</c:v>
                </c:pt>
                <c:pt idx="232">
                  <c:v>3.1967239834636207</c:v>
                </c:pt>
                <c:pt idx="233">
                  <c:v>3.2049251853160796</c:v>
                </c:pt>
                <c:pt idx="234">
                  <c:v>3.18478588502051</c:v>
                </c:pt>
                <c:pt idx="235">
                  <c:v>3.1726580201348202</c:v>
                </c:pt>
                <c:pt idx="236">
                  <c:v>3.1533866981097001</c:v>
                </c:pt>
                <c:pt idx="237">
                  <c:v>3.1149676878656321</c:v>
                </c:pt>
                <c:pt idx="238">
                  <c:v>3.0669437677816402</c:v>
                </c:pt>
                <c:pt idx="239">
                  <c:v>3.0121903234867355</c:v>
                </c:pt>
                <c:pt idx="240">
                  <c:v>2.9617701270828709</c:v>
                </c:pt>
                <c:pt idx="241">
                  <c:v>2.9002925438069584</c:v>
                </c:pt>
                <c:pt idx="242">
                  <c:v>2.8762785202656538</c:v>
                </c:pt>
                <c:pt idx="243">
                  <c:v>2.8518580125250388</c:v>
                </c:pt>
                <c:pt idx="244">
                  <c:v>2.82286531877214</c:v>
                </c:pt>
                <c:pt idx="245">
                  <c:v>2.8101150823630641</c:v>
                </c:pt>
                <c:pt idx="246">
                  <c:v>2.8020819047165593</c:v>
                </c:pt>
                <c:pt idx="247">
                  <c:v>2.7967420466319632</c:v>
                </c:pt>
                <c:pt idx="248">
                  <c:v>2.8016568238588424</c:v>
                </c:pt>
                <c:pt idx="249">
                  <c:v>2.7851534345108999</c:v>
                </c:pt>
                <c:pt idx="250">
                  <c:v>2.7485992991853054</c:v>
                </c:pt>
                <c:pt idx="251">
                  <c:v>2.7680591294217196</c:v>
                </c:pt>
                <c:pt idx="252">
                  <c:v>2.8050544006362426</c:v>
                </c:pt>
                <c:pt idx="253">
                  <c:v>2.8327957833750492</c:v>
                </c:pt>
                <c:pt idx="254">
                  <c:v>2.8165131884532015</c:v>
                </c:pt>
                <c:pt idx="255">
                  <c:v>2.8026550793966583</c:v>
                </c:pt>
                <c:pt idx="256">
                  <c:v>2.7864447069506362</c:v>
                </c:pt>
                <c:pt idx="257">
                  <c:v>2.8612195049403448</c:v>
                </c:pt>
                <c:pt idx="258">
                  <c:v>2.9323162915635943</c:v>
                </c:pt>
                <c:pt idx="259">
                  <c:v>3</c:v>
                </c:pt>
                <c:pt idx="260">
                  <c:v>2.9124910961263044</c:v>
                </c:pt>
                <c:pt idx="261">
                  <c:v>2.8506830761500193</c:v>
                </c:pt>
                <c:pt idx="262">
                  <c:v>2.9139608109270458</c:v>
                </c:pt>
                <c:pt idx="263">
                  <c:v>2.9311334031668479</c:v>
                </c:pt>
                <c:pt idx="264">
                  <c:v>2.9009786824919273</c:v>
                </c:pt>
                <c:pt idx="265">
                  <c:v>2.9155079321165087</c:v>
                </c:pt>
                <c:pt idx="266">
                  <c:v>2.9069370115829236</c:v>
                </c:pt>
                <c:pt idx="267">
                  <c:v>2.8865708773510876</c:v>
                </c:pt>
                <c:pt idx="268">
                  <c:v>2.8404540835921543</c:v>
                </c:pt>
                <c:pt idx="269">
                  <c:v>2.7745649149453273</c:v>
                </c:pt>
                <c:pt idx="270">
                  <c:v>2.7250726641150087</c:v>
                </c:pt>
                <c:pt idx="271">
                  <c:v>2.7013226929914156</c:v>
                </c:pt>
                <c:pt idx="272">
                  <c:v>2.7188835502415021</c:v>
                </c:pt>
                <c:pt idx="273">
                  <c:v>2.7465951883927056</c:v>
                </c:pt>
                <c:pt idx="274">
                  <c:v>2.7639199259596312</c:v>
                </c:pt>
                <c:pt idx="275">
                  <c:v>2.7226147344621157</c:v>
                </c:pt>
                <c:pt idx="276">
                  <c:v>2.6495906646485974</c:v>
                </c:pt>
                <c:pt idx="277">
                  <c:v>2.6103331816577469</c:v>
                </c:pt>
                <c:pt idx="278">
                  <c:v>2.7149361515566768</c:v>
                </c:pt>
                <c:pt idx="279">
                  <c:v>2.7980513117790928</c:v>
                </c:pt>
                <c:pt idx="280">
                  <c:v>2.7783102416855963</c:v>
                </c:pt>
                <c:pt idx="281">
                  <c:v>2.7755738654490743</c:v>
                </c:pt>
                <c:pt idx="282">
                  <c:v>2.8408507535874303</c:v>
                </c:pt>
                <c:pt idx="283">
                  <c:v>2.9033448619194324</c:v>
                </c:pt>
                <c:pt idx="284">
                  <c:v>2.9011703362814356</c:v>
                </c:pt>
                <c:pt idx="285">
                  <c:v>2.7687530439760377</c:v>
                </c:pt>
                <c:pt idx="286">
                  <c:v>2.6924643546851321</c:v>
                </c:pt>
                <c:pt idx="287">
                  <c:v>2.9310865466337521</c:v>
                </c:pt>
                <c:pt idx="288">
                  <c:v>3.072035427162727</c:v>
                </c:pt>
                <c:pt idx="289">
                  <c:v>3.1747625377840576</c:v>
                </c:pt>
                <c:pt idx="290">
                  <c:v>3.1547588244918856</c:v>
                </c:pt>
                <c:pt idx="291">
                  <c:v>3.1558600788427853</c:v>
                </c:pt>
                <c:pt idx="292">
                  <c:v>3.0945631272503142</c:v>
                </c:pt>
                <c:pt idx="293">
                  <c:v>3.0626852839936234</c:v>
                </c:pt>
                <c:pt idx="294">
                  <c:v>3.1976491609283362</c:v>
                </c:pt>
                <c:pt idx="295">
                  <c:v>3.2934536843302054</c:v>
                </c:pt>
                <c:pt idx="296">
                  <c:v>3.3385723735390744</c:v>
                </c:pt>
                <c:pt idx="297">
                  <c:v>3.4043568321782685</c:v>
                </c:pt>
                <c:pt idx="298">
                  <c:v>3.3907285768130828</c:v>
                </c:pt>
                <c:pt idx="299">
                  <c:v>3.3906933463370708</c:v>
                </c:pt>
                <c:pt idx="300">
                  <c:v>3.4656139230035929</c:v>
                </c:pt>
                <c:pt idx="301">
                  <c:v>3.4049022502761943</c:v>
                </c:pt>
                <c:pt idx="302">
                  <c:v>3.274074959682495</c:v>
                </c:pt>
                <c:pt idx="303">
                  <c:v>3.3265521377576039</c:v>
                </c:pt>
                <c:pt idx="304">
                  <c:v>3.4284107919805979</c:v>
                </c:pt>
                <c:pt idx="305">
                  <c:v>3.53240325547717</c:v>
                </c:pt>
                <c:pt idx="306">
                  <c:v>3.5605459133377613</c:v>
                </c:pt>
                <c:pt idx="307">
                  <c:v>3.5289612882999948</c:v>
                </c:pt>
                <c:pt idx="308">
                  <c:v>3.5374797154243196</c:v>
                </c:pt>
                <c:pt idx="309">
                  <c:v>3.4832245810479865</c:v>
                </c:pt>
                <c:pt idx="310">
                  <c:v>3.4540614472850679</c:v>
                </c:pt>
                <c:pt idx="311">
                  <c:v>3.359307068879255</c:v>
                </c:pt>
                <c:pt idx="312">
                  <c:v>3.3678778384250849</c:v>
                </c:pt>
                <c:pt idx="313">
                  <c:v>3.5466670183003712</c:v>
                </c:pt>
                <c:pt idx="314">
                  <c:v>3.5734222496863364</c:v>
                </c:pt>
                <c:pt idx="315">
                  <c:v>3.6152370500193749</c:v>
                </c:pt>
                <c:pt idx="316">
                  <c:v>3.6030666317515889</c:v>
                </c:pt>
                <c:pt idx="317">
                  <c:v>3.6069001101757632</c:v>
                </c:pt>
                <c:pt idx="318">
                  <c:v>3.6740266989632815</c:v>
                </c:pt>
                <c:pt idx="319">
                  <c:v>3.6853875208923013</c:v>
                </c:pt>
                <c:pt idx="320">
                  <c:v>3.6650445381161294</c:v>
                </c:pt>
                <c:pt idx="321">
                  <c:v>3.8017917314173468</c:v>
                </c:pt>
                <c:pt idx="322">
                  <c:v>3.8790362109401615</c:v>
                </c:pt>
                <c:pt idx="323">
                  <c:v>3.9476170131189736</c:v>
                </c:pt>
                <c:pt idx="324">
                  <c:v>4.0194746018717158</c:v>
                </c:pt>
                <c:pt idx="325">
                  <c:v>4.0834834445198762</c:v>
                </c:pt>
                <c:pt idx="326">
                  <c:v>4.1400628843865128</c:v>
                </c:pt>
                <c:pt idx="327">
                  <c:v>4.1925616285458647</c:v>
                </c:pt>
                <c:pt idx="328">
                  <c:v>4.2377241293681189</c:v>
                </c:pt>
                <c:pt idx="329">
                  <c:v>4.2533632899748532</c:v>
                </c:pt>
                <c:pt idx="330">
                  <c:v>4.2743139984622385</c:v>
                </c:pt>
                <c:pt idx="331">
                  <c:v>4.2865858301716919</c:v>
                </c:pt>
                <c:pt idx="332">
                  <c:v>4.2599739364938447</c:v>
                </c:pt>
                <c:pt idx="333">
                  <c:v>4.2253955765922875</c:v>
                </c:pt>
                <c:pt idx="334">
                  <c:v>4.2065715306247693</c:v>
                </c:pt>
                <c:pt idx="335">
                  <c:v>4.1494995687034812</c:v>
                </c:pt>
                <c:pt idx="336">
                  <c:v>4.0831822742792223</c:v>
                </c:pt>
                <c:pt idx="337">
                  <c:v>4.0253089196871459</c:v>
                </c:pt>
                <c:pt idx="338">
                  <c:v>3.9618616004973743</c:v>
                </c:pt>
                <c:pt idx="339">
                  <c:v>3.8987588856922546</c:v>
                </c:pt>
                <c:pt idx="340">
                  <c:v>3.8067267661679334</c:v>
                </c:pt>
                <c:pt idx="341">
                  <c:v>3.7466594085175524</c:v>
                </c:pt>
                <c:pt idx="342">
                  <c:v>3.7019972307839266</c:v>
                </c:pt>
                <c:pt idx="343">
                  <c:v>3.6227602161963475</c:v>
                </c:pt>
                <c:pt idx="344">
                  <c:v>3.6342370973791995</c:v>
                </c:pt>
                <c:pt idx="345">
                  <c:v>3.6539337519082977</c:v>
                </c:pt>
                <c:pt idx="346">
                  <c:v>3.6623008893027746</c:v>
                </c:pt>
                <c:pt idx="347">
                  <c:v>3.663344919294782</c:v>
                </c:pt>
                <c:pt idx="348">
                  <c:v>3.6486606052464925</c:v>
                </c:pt>
                <c:pt idx="349">
                  <c:v>3.578379680953816</c:v>
                </c:pt>
                <c:pt idx="350">
                  <c:v>3.5200016246282386</c:v>
                </c:pt>
                <c:pt idx="351">
                  <c:v>3.512289170136575</c:v>
                </c:pt>
                <c:pt idx="352">
                  <c:v>3.4928468293150381</c:v>
                </c:pt>
                <c:pt idx="353">
                  <c:v>3.4668173457349303</c:v>
                </c:pt>
                <c:pt idx="354">
                  <c:v>3.410800637228717</c:v>
                </c:pt>
                <c:pt idx="355">
                  <c:v>3.3320552890985189</c:v>
                </c:pt>
                <c:pt idx="356">
                  <c:v>3.3173911570800598</c:v>
                </c:pt>
                <c:pt idx="357">
                  <c:v>3.3409425793066951</c:v>
                </c:pt>
                <c:pt idx="358">
                  <c:v>3.2628474851051852</c:v>
                </c:pt>
                <c:pt idx="359">
                  <c:v>3.2579483602755048</c:v>
                </c:pt>
                <c:pt idx="360">
                  <c:v>3.3536689344859614</c:v>
                </c:pt>
                <c:pt idx="361">
                  <c:v>3.376647760818889</c:v>
                </c:pt>
                <c:pt idx="362">
                  <c:v>3.3568327318903917</c:v>
                </c:pt>
                <c:pt idx="363">
                  <c:v>3.3106555430297231</c:v>
                </c:pt>
                <c:pt idx="364">
                  <c:v>3.3058981705367438</c:v>
                </c:pt>
                <c:pt idx="365">
                  <c:v>3.2891438647057125</c:v>
                </c:pt>
                <c:pt idx="366">
                  <c:v>3.2164054385587786</c:v>
                </c:pt>
                <c:pt idx="367">
                  <c:v>3.1562218958314361</c:v>
                </c:pt>
                <c:pt idx="368">
                  <c:v>3.1386999179280894</c:v>
                </c:pt>
                <c:pt idx="369">
                  <c:v>3.0935840723219279</c:v>
                </c:pt>
                <c:pt idx="370">
                  <c:v>3.0660622006133034</c:v>
                </c:pt>
                <c:pt idx="371">
                  <c:v>3.015704185999601</c:v>
                </c:pt>
                <c:pt idx="372">
                  <c:v>2.9549860711280154</c:v>
                </c:pt>
                <c:pt idx="373">
                  <c:v>2.890805102439908</c:v>
                </c:pt>
                <c:pt idx="374">
                  <c:v>2.8210255581501409</c:v>
                </c:pt>
                <c:pt idx="375">
                  <c:v>2.7993574313480081</c:v>
                </c:pt>
                <c:pt idx="376">
                  <c:v>2.7580272765417728</c:v>
                </c:pt>
                <c:pt idx="377">
                  <c:v>2.7222018332832469</c:v>
                </c:pt>
                <c:pt idx="378">
                  <c:v>2.6903571318386321</c:v>
                </c:pt>
                <c:pt idx="379">
                  <c:v>2.6321862558766327</c:v>
                </c:pt>
                <c:pt idx="380">
                  <c:v>2.5651577210532439</c:v>
                </c:pt>
                <c:pt idx="381">
                  <c:v>2.5001738246521832</c:v>
                </c:pt>
                <c:pt idx="382">
                  <c:v>2.4333190641517284</c:v>
                </c:pt>
                <c:pt idx="383">
                  <c:v>2.3858362590146611</c:v>
                </c:pt>
                <c:pt idx="384">
                  <c:v>2.3283974849265157</c:v>
                </c:pt>
                <c:pt idx="385">
                  <c:v>2.2843247570946756</c:v>
                </c:pt>
                <c:pt idx="386">
                  <c:v>2.2683187654476198</c:v>
                </c:pt>
                <c:pt idx="387">
                  <c:v>2.2605179957019828</c:v>
                </c:pt>
                <c:pt idx="388">
                  <c:v>2.2544208144974012</c:v>
                </c:pt>
                <c:pt idx="389">
                  <c:v>2.2232294181923433</c:v>
                </c:pt>
                <c:pt idx="390">
                  <c:v>2.196520565211586</c:v>
                </c:pt>
                <c:pt idx="391">
                  <c:v>2.1948598697750752</c:v>
                </c:pt>
                <c:pt idx="392">
                  <c:v>2.2184412379063212</c:v>
                </c:pt>
                <c:pt idx="393">
                  <c:v>2.2265174722274383</c:v>
                </c:pt>
                <c:pt idx="394">
                  <c:v>2.2538399708976136</c:v>
                </c:pt>
                <c:pt idx="395">
                  <c:v>2.2880949653586282</c:v>
                </c:pt>
                <c:pt idx="396">
                  <c:v>2.3083843726466355</c:v>
                </c:pt>
                <c:pt idx="397">
                  <c:v>2.3065845419945008</c:v>
                </c:pt>
                <c:pt idx="398">
                  <c:v>2.2792431950196588</c:v>
                </c:pt>
                <c:pt idx="399">
                  <c:v>2.2500300780188955</c:v>
                </c:pt>
                <c:pt idx="400">
                  <c:v>2.2527381566337903</c:v>
                </c:pt>
                <c:pt idx="401">
                  <c:v>2.2628586770724746</c:v>
                </c:pt>
                <c:pt idx="402">
                  <c:v>2.2333976885083371</c:v>
                </c:pt>
                <c:pt idx="403">
                  <c:v>2.2105762794916202</c:v>
                </c:pt>
                <c:pt idx="404">
                  <c:v>2.2009561324708176</c:v>
                </c:pt>
                <c:pt idx="405">
                  <c:v>2.1798818813990182</c:v>
                </c:pt>
                <c:pt idx="406">
                  <c:v>2.1561215770509885</c:v>
                </c:pt>
                <c:pt idx="407">
                  <c:v>2.1620050350893028</c:v>
                </c:pt>
                <c:pt idx="408">
                  <c:v>2.1417258352026036</c:v>
                </c:pt>
                <c:pt idx="409">
                  <c:v>2.1116837042087484</c:v>
                </c:pt>
                <c:pt idx="410">
                  <c:v>2.0825702092428564</c:v>
                </c:pt>
                <c:pt idx="411">
                  <c:v>2.0771280601002733</c:v>
                </c:pt>
                <c:pt idx="412">
                  <c:v>2.0676538537535634</c:v>
                </c:pt>
                <c:pt idx="413">
                  <c:v>2.0684948004976151</c:v>
                </c:pt>
                <c:pt idx="414">
                  <c:v>2.0530253402968297</c:v>
                </c:pt>
                <c:pt idx="415">
                  <c:v>2.0445822580279058</c:v>
                </c:pt>
                <c:pt idx="416">
                  <c:v>2.0343663603647038</c:v>
                </c:pt>
                <c:pt idx="417">
                  <c:v>2.0213095004127881</c:v>
                </c:pt>
                <c:pt idx="418">
                  <c:v>1.9892646548698634</c:v>
                </c:pt>
                <c:pt idx="419">
                  <c:v>1.9959053462808836</c:v>
                </c:pt>
                <c:pt idx="420">
                  <c:v>2.0588822830767741</c:v>
                </c:pt>
                <c:pt idx="421">
                  <c:v>2.0673029031648595</c:v>
                </c:pt>
                <c:pt idx="422">
                  <c:v>2.0554925112653222</c:v>
                </c:pt>
                <c:pt idx="423">
                  <c:v>2.0109812591608676</c:v>
                </c:pt>
                <c:pt idx="424">
                  <c:v>1.993928235657195</c:v>
                </c:pt>
                <c:pt idx="425">
                  <c:v>1.9931726369038683</c:v>
                </c:pt>
                <c:pt idx="426">
                  <c:v>1.9985839563326617</c:v>
                </c:pt>
                <c:pt idx="427">
                  <c:v>1.9869478447026525</c:v>
                </c:pt>
                <c:pt idx="428">
                  <c:v>1.9048227233745552</c:v>
                </c:pt>
                <c:pt idx="429">
                  <c:v>1.9435936982631021</c:v>
                </c:pt>
                <c:pt idx="430">
                  <c:v>1.9839833621434746</c:v>
                </c:pt>
                <c:pt idx="431">
                  <c:v>1.9968123732677994</c:v>
                </c:pt>
                <c:pt idx="432">
                  <c:v>1.9881286206470292</c:v>
                </c:pt>
                <c:pt idx="433">
                  <c:v>1.9885554848509959</c:v>
                </c:pt>
                <c:pt idx="434">
                  <c:v>1.9894627887470941</c:v>
                </c:pt>
                <c:pt idx="435">
                  <c:v>1.9927057847334368</c:v>
                </c:pt>
                <c:pt idx="436">
                  <c:v>2.19992722799166</c:v>
                </c:pt>
                <c:pt idx="437">
                  <c:v>2.3067159013407763</c:v>
                </c:pt>
                <c:pt idx="438">
                  <c:v>2.2419265463700255</c:v>
                </c:pt>
                <c:pt idx="439">
                  <c:v>2.1811693917272099</c:v>
                </c:pt>
                <c:pt idx="440">
                  <c:v>2.211245432054227</c:v>
                </c:pt>
                <c:pt idx="441">
                  <c:v>2.1676324477792495</c:v>
                </c:pt>
                <c:pt idx="442">
                  <c:v>2.2313318017051653</c:v>
                </c:pt>
                <c:pt idx="443">
                  <c:v>2.2555297755149297</c:v>
                </c:pt>
                <c:pt idx="444">
                  <c:v>2.1706626257394563</c:v>
                </c:pt>
                <c:pt idx="445">
                  <c:v>2.071855998662953</c:v>
                </c:pt>
                <c:pt idx="446">
                  <c:v>2.1068476104753491</c:v>
                </c:pt>
                <c:pt idx="447">
                  <c:v>2.2336831245667597</c:v>
                </c:pt>
                <c:pt idx="448">
                  <c:v>2.3630504516521844</c:v>
                </c:pt>
                <c:pt idx="449">
                  <c:v>2.4454870288685071</c:v>
                </c:pt>
                <c:pt idx="450">
                  <c:v>2.328142605014877</c:v>
                </c:pt>
                <c:pt idx="451">
                  <c:v>2.2572839134979077</c:v>
                </c:pt>
                <c:pt idx="452">
                  <c:v>2.2176658371483327</c:v>
                </c:pt>
                <c:pt idx="453">
                  <c:v>2.2689560784675309</c:v>
                </c:pt>
                <c:pt idx="454">
                  <c:v>2.269076774303656</c:v>
                </c:pt>
                <c:pt idx="455">
                  <c:v>2.2779261791678067</c:v>
                </c:pt>
                <c:pt idx="456">
                  <c:v>2.2794500859900428</c:v>
                </c:pt>
                <c:pt idx="457">
                  <c:v>2.256742760804042</c:v>
                </c:pt>
                <c:pt idx="458">
                  <c:v>2.2887791097470096</c:v>
                </c:pt>
                <c:pt idx="459">
                  <c:v>2.2801007802996818</c:v>
                </c:pt>
                <c:pt idx="460">
                  <c:v>2.282826524481834</c:v>
                </c:pt>
                <c:pt idx="461">
                  <c:v>2.275151231851209</c:v>
                </c:pt>
                <c:pt idx="462">
                  <c:v>2.2815997930159204</c:v>
                </c:pt>
                <c:pt idx="463">
                  <c:v>2.3220073811873574</c:v>
                </c:pt>
                <c:pt idx="464">
                  <c:v>2.309637256449832</c:v>
                </c:pt>
                <c:pt idx="465">
                  <c:v>2.3076016521281395</c:v>
                </c:pt>
                <c:pt idx="466">
                  <c:v>2.3360547030647143</c:v>
                </c:pt>
                <c:pt idx="467">
                  <c:v>2.3218510774058352</c:v>
                </c:pt>
                <c:pt idx="468">
                  <c:v>2.3450385121948543</c:v>
                </c:pt>
                <c:pt idx="469">
                  <c:v>2.353261959576451</c:v>
                </c:pt>
                <c:pt idx="470">
                  <c:v>2.3609686387865079</c:v>
                </c:pt>
                <c:pt idx="471">
                  <c:v>2.3743119802592578</c:v>
                </c:pt>
                <c:pt idx="472">
                  <c:v>2.3536265320916163</c:v>
                </c:pt>
                <c:pt idx="473">
                  <c:v>2.3460801263827902</c:v>
                </c:pt>
                <c:pt idx="474">
                  <c:v>2.3774136336204648</c:v>
                </c:pt>
                <c:pt idx="475">
                  <c:v>2.3821254203939457</c:v>
                </c:pt>
                <c:pt idx="476">
                  <c:v>2.3774145143823651</c:v>
                </c:pt>
                <c:pt idx="477">
                  <c:v>2.3775437347354536</c:v>
                </c:pt>
                <c:pt idx="478">
                  <c:v>2.406690612150157</c:v>
                </c:pt>
                <c:pt idx="479">
                  <c:v>2.4234311151839774</c:v>
                </c:pt>
                <c:pt idx="480">
                  <c:v>2.4129407754056635</c:v>
                </c:pt>
                <c:pt idx="481">
                  <c:v>2.4194693600801767</c:v>
                </c:pt>
                <c:pt idx="482">
                  <c:v>2.4228054974238731</c:v>
                </c:pt>
                <c:pt idx="483">
                  <c:v>2.406457927438407</c:v>
                </c:pt>
                <c:pt idx="484">
                  <c:v>2.401703725688265</c:v>
                </c:pt>
                <c:pt idx="485">
                  <c:v>2.4115421758372184</c:v>
                </c:pt>
                <c:pt idx="486">
                  <c:v>2.4351625617206492</c:v>
                </c:pt>
                <c:pt idx="487">
                  <c:v>2.4412501866586114</c:v>
                </c:pt>
                <c:pt idx="488">
                  <c:v>2.4346099717043903</c:v>
                </c:pt>
                <c:pt idx="489">
                  <c:v>2.4296239282574632</c:v>
                </c:pt>
                <c:pt idx="490">
                  <c:v>2.4302206192803006</c:v>
                </c:pt>
                <c:pt idx="491">
                  <c:v>2.4321550869712119</c:v>
                </c:pt>
                <c:pt idx="492">
                  <c:v>2.4463558879008538</c:v>
                </c:pt>
                <c:pt idx="493">
                  <c:v>2.4583078394704234</c:v>
                </c:pt>
                <c:pt idx="494">
                  <c:v>2.4513637616605957</c:v>
                </c:pt>
                <c:pt idx="495">
                  <c:v>2.4589223218836476</c:v>
                </c:pt>
                <c:pt idx="496">
                  <c:v>2.4713966155893536</c:v>
                </c:pt>
                <c:pt idx="497">
                  <c:v>2.4818508063828162</c:v>
                </c:pt>
                <c:pt idx="498">
                  <c:v>2.4617521721224165</c:v>
                </c:pt>
                <c:pt idx="499">
                  <c:v>2.4821953604382188</c:v>
                </c:pt>
                <c:pt idx="500">
                  <c:v>2.4820431899464701</c:v>
                </c:pt>
                <c:pt idx="501">
                  <c:v>2.4653121991411706</c:v>
                </c:pt>
                <c:pt idx="502">
                  <c:v>2.4728226445998391</c:v>
                </c:pt>
                <c:pt idx="503">
                  <c:v>2.4839229245764329</c:v>
                </c:pt>
                <c:pt idx="504">
                  <c:v>2.4903711334363838</c:v>
                </c:pt>
                <c:pt idx="505">
                  <c:v>2.4925836954061622</c:v>
                </c:pt>
                <c:pt idx="506">
                  <c:v>2.4874793908006496</c:v>
                </c:pt>
                <c:pt idx="507">
                  <c:v>2.5048225111266653</c:v>
                </c:pt>
                <c:pt idx="508">
                  <c:v>2.507519932522567</c:v>
                </c:pt>
                <c:pt idx="509">
                  <c:v>2.5019801792335352</c:v>
                </c:pt>
                <c:pt idx="510">
                  <c:v>2.5146409176512279</c:v>
                </c:pt>
                <c:pt idx="511">
                  <c:v>2.5412181973863919</c:v>
                </c:pt>
                <c:pt idx="512">
                  <c:v>2.5824929019398457</c:v>
                </c:pt>
                <c:pt idx="513">
                  <c:v>2.6201208999212411</c:v>
                </c:pt>
                <c:pt idx="514">
                  <c:v>2.6655514669190126</c:v>
                </c:pt>
                <c:pt idx="515">
                  <c:v>2.6739466754534842</c:v>
                </c:pt>
                <c:pt idx="516">
                  <c:v>2.6666968977703678</c:v>
                </c:pt>
                <c:pt idx="517">
                  <c:v>2.6597132485865895</c:v>
                </c:pt>
                <c:pt idx="518">
                  <c:v>2.6574517162551556</c:v>
                </c:pt>
                <c:pt idx="519">
                  <c:v>2.6661432760044566</c:v>
                </c:pt>
                <c:pt idx="520">
                  <c:v>2.6689520508691853</c:v>
                </c:pt>
                <c:pt idx="521">
                  <c:v>2.6737976002106985</c:v>
                </c:pt>
                <c:pt idx="522">
                  <c:v>2.6832727360757715</c:v>
                </c:pt>
                <c:pt idx="523">
                  <c:v>2.678063658551058</c:v>
                </c:pt>
                <c:pt idx="524">
                  <c:v>2.6737128457512629</c:v>
                </c:pt>
                <c:pt idx="525">
                  <c:v>2.6858329347676033</c:v>
                </c:pt>
                <c:pt idx="526">
                  <c:v>2.6759851611248218</c:v>
                </c:pt>
                <c:pt idx="527">
                  <c:v>2.6673411121888848</c:v>
                </c:pt>
                <c:pt idx="528">
                  <c:v>2.6976278968195988</c:v>
                </c:pt>
                <c:pt idx="529">
                  <c:v>2.7050530971086286</c:v>
                </c:pt>
                <c:pt idx="530">
                  <c:v>2.680617641580338</c:v>
                </c:pt>
                <c:pt idx="531">
                  <c:v>2.6601148131015711</c:v>
                </c:pt>
                <c:pt idx="532">
                  <c:v>2.6546690622719282</c:v>
                </c:pt>
                <c:pt idx="533">
                  <c:v>2.6417139858094663</c:v>
                </c:pt>
                <c:pt idx="534">
                  <c:v>2.6480422978101599</c:v>
                </c:pt>
                <c:pt idx="535">
                  <c:v>2.6376765480938027</c:v>
                </c:pt>
                <c:pt idx="536">
                  <c:v>2.62785207689444</c:v>
                </c:pt>
                <c:pt idx="537">
                  <c:v>2.6352369508707483</c:v>
                </c:pt>
                <c:pt idx="538">
                  <c:v>2.6245085537330946</c:v>
                </c:pt>
                <c:pt idx="539">
                  <c:v>2.6411351868355188</c:v>
                </c:pt>
                <c:pt idx="540">
                  <c:v>2.6611126911699996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22-4DA3-A5C1-DAA90C22AF82}"/>
            </c:ext>
          </c:extLst>
        </c:ser>
        <c:ser>
          <c:idx val="1"/>
          <c:order val="1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plot!$C$2:$C$542</c:f>
              <c:numCache>
                <c:formatCode>General</c:formatCode>
                <c:ptCount val="541"/>
                <c:pt idx="0">
                  <c:v>3.623129848469727</c:v>
                </c:pt>
                <c:pt idx="1">
                  <c:v>3.6666833999965962</c:v>
                </c:pt>
                <c:pt idx="2">
                  <c:v>3.7729747776031926</c:v>
                </c:pt>
                <c:pt idx="3">
                  <c:v>3.7714286773864973</c:v>
                </c:pt>
                <c:pt idx="4">
                  <c:v>3.894554532899285</c:v>
                </c:pt>
                <c:pt idx="5">
                  <c:v>3.8664751220151259</c:v>
                </c:pt>
                <c:pt idx="6">
                  <c:v>3.8679901816524112</c:v>
                </c:pt>
                <c:pt idx="7">
                  <c:v>3.8676713330825607</c:v>
                </c:pt>
                <c:pt idx="8">
                  <c:v>3.8682487670463543</c:v>
                </c:pt>
                <c:pt idx="9">
                  <c:v>3.8550450497585631</c:v>
                </c:pt>
                <c:pt idx="10">
                  <c:v>3.8880500681548784</c:v>
                </c:pt>
                <c:pt idx="11">
                  <c:v>3.9434464265090572</c:v>
                </c:pt>
                <c:pt idx="12">
                  <c:v>3.9636044560895463</c:v>
                </c:pt>
                <c:pt idx="13">
                  <c:v>4.0183339546496981</c:v>
                </c:pt>
                <c:pt idx="14">
                  <c:v>4.0122023912281817</c:v>
                </c:pt>
                <c:pt idx="15">
                  <c:v>4.0239735914154808</c:v>
                </c:pt>
                <c:pt idx="16">
                  <c:v>4.0065231226320632</c:v>
                </c:pt>
                <c:pt idx="17">
                  <c:v>3.9904089452318363</c:v>
                </c:pt>
                <c:pt idx="18">
                  <c:v>3.9957697264885481</c:v>
                </c:pt>
                <c:pt idx="19">
                  <c:v>4.006605105774331</c:v>
                </c:pt>
                <c:pt idx="20">
                  <c:v>4.0336243874288824</c:v>
                </c:pt>
                <c:pt idx="21">
                  <c:v>4.0168114290574195</c:v>
                </c:pt>
                <c:pt idx="22">
                  <c:v>3.996793604212125</c:v>
                </c:pt>
                <c:pt idx="23">
                  <c:v>4.0152088727813133</c:v>
                </c:pt>
                <c:pt idx="24">
                  <c:v>4.0271577693620655</c:v>
                </c:pt>
                <c:pt idx="25">
                  <c:v>4.0338961597058285</c:v>
                </c:pt>
                <c:pt idx="26">
                  <c:v>4.0485916419995176</c:v>
                </c:pt>
                <c:pt idx="27">
                  <c:v>4.0680735988322203</c:v>
                </c:pt>
                <c:pt idx="28">
                  <c:v>4.0714521984178829</c:v>
                </c:pt>
                <c:pt idx="29">
                  <c:v>4.0965527940179518</c:v>
                </c:pt>
                <c:pt idx="30">
                  <c:v>4.1004012387667741</c:v>
                </c:pt>
                <c:pt idx="31">
                  <c:v>4.079621867188747</c:v>
                </c:pt>
                <c:pt idx="32">
                  <c:v>4.0965205964955107</c:v>
                </c:pt>
                <c:pt idx="33">
                  <c:v>4.1069793859445882</c:v>
                </c:pt>
                <c:pt idx="34">
                  <c:v>4.0840572525520349</c:v>
                </c:pt>
                <c:pt idx="35">
                  <c:v>4.0719947928686651</c:v>
                </c:pt>
                <c:pt idx="36">
                  <c:v>4.0666944119252912</c:v>
                </c:pt>
                <c:pt idx="37">
                  <c:v>4.0724092782831516</c:v>
                </c:pt>
                <c:pt idx="38">
                  <c:v>4.0638620322072052</c:v>
                </c:pt>
                <c:pt idx="39">
                  <c:v>4.0737664904694979</c:v>
                </c:pt>
                <c:pt idx="40">
                  <c:v>4.0930812961955372</c:v>
                </c:pt>
                <c:pt idx="41">
                  <c:v>4.105460302294798</c:v>
                </c:pt>
                <c:pt idx="42">
                  <c:v>4.1078101315744506</c:v>
                </c:pt>
                <c:pt idx="43">
                  <c:v>4.1412709139492421</c:v>
                </c:pt>
                <c:pt idx="44">
                  <c:v>4.1603857399773787</c:v>
                </c:pt>
                <c:pt idx="45">
                  <c:v>4.1768280412095224</c:v>
                </c:pt>
                <c:pt idx="46">
                  <c:v>4.1955211930021266</c:v>
                </c:pt>
                <c:pt idx="47">
                  <c:v>4.2254983888554305</c:v>
                </c:pt>
                <c:pt idx="48">
                  <c:v>4.2409922093603569</c:v>
                </c:pt>
                <c:pt idx="49">
                  <c:v>4.2478601023958644</c:v>
                </c:pt>
                <c:pt idx="50">
                  <c:v>4.2898235837583423</c:v>
                </c:pt>
                <c:pt idx="51">
                  <c:v>4.3269647617272238</c:v>
                </c:pt>
                <c:pt idx="52">
                  <c:v>4.3546426421983488</c:v>
                </c:pt>
                <c:pt idx="53">
                  <c:v>4.3909478414282006</c:v>
                </c:pt>
                <c:pt idx="54">
                  <c:v>4.4303243701743718</c:v>
                </c:pt>
                <c:pt idx="55">
                  <c:v>4.448165254732011</c:v>
                </c:pt>
                <c:pt idx="56">
                  <c:v>4.4776508585409713</c:v>
                </c:pt>
                <c:pt idx="57">
                  <c:v>4.4981074805758361</c:v>
                </c:pt>
                <c:pt idx="58">
                  <c:v>4.5226541524578483</c:v>
                </c:pt>
                <c:pt idx="59">
                  <c:v>4.5552476252679028</c:v>
                </c:pt>
                <c:pt idx="60">
                  <c:v>4.5897936732465743</c:v>
                </c:pt>
                <c:pt idx="61">
                  <c:v>4.6257812610025422</c:v>
                </c:pt>
                <c:pt idx="62">
                  <c:v>4.6402166100534945</c:v>
                </c:pt>
                <c:pt idx="63">
                  <c:v>4.6445511229982523</c:v>
                </c:pt>
                <c:pt idx="64">
                  <c:v>4.6405758466320393</c:v>
                </c:pt>
                <c:pt idx="65">
                  <c:v>4.663026915018559</c:v>
                </c:pt>
                <c:pt idx="66">
                  <c:v>4.6647485172326277</c:v>
                </c:pt>
                <c:pt idx="67">
                  <c:v>4.6908879472121248</c:v>
                </c:pt>
                <c:pt idx="68">
                  <c:v>4.7308572093722194</c:v>
                </c:pt>
                <c:pt idx="69">
                  <c:v>4.7638880202532343</c:v>
                </c:pt>
                <c:pt idx="70">
                  <c:v>4.7916697899691991</c:v>
                </c:pt>
                <c:pt idx="71">
                  <c:v>4.8247862361269194</c:v>
                </c:pt>
                <c:pt idx="72">
                  <c:v>4.8778753627889415</c:v>
                </c:pt>
                <c:pt idx="73">
                  <c:v>4.9249305465852622</c:v>
                </c:pt>
                <c:pt idx="74">
                  <c:v>4.9575064531847106</c:v>
                </c:pt>
                <c:pt idx="75">
                  <c:v>4.9875159263190332</c:v>
                </c:pt>
                <c:pt idx="76">
                  <c:v>5.0365067752823842</c:v>
                </c:pt>
                <c:pt idx="77">
                  <c:v>5.0714437219246644</c:v>
                </c:pt>
                <c:pt idx="78">
                  <c:v>5.1293193633500502</c:v>
                </c:pt>
                <c:pt idx="79">
                  <c:v>5.1578121860134498</c:v>
                </c:pt>
                <c:pt idx="80">
                  <c:v>5.1829149571790794</c:v>
                </c:pt>
                <c:pt idx="81">
                  <c:v>5.2467858251381649</c:v>
                </c:pt>
                <c:pt idx="82">
                  <c:v>5.2948554071193943</c:v>
                </c:pt>
                <c:pt idx="83">
                  <c:v>5.3029839691670615</c:v>
                </c:pt>
                <c:pt idx="84">
                  <c:v>5.2995747614137585</c:v>
                </c:pt>
                <c:pt idx="85">
                  <c:v>5.2933900166682148</c:v>
                </c:pt>
                <c:pt idx="86">
                  <c:v>5.2569322046740155</c:v>
                </c:pt>
                <c:pt idx="87">
                  <c:v>5.2314644803397492</c:v>
                </c:pt>
                <c:pt idx="88">
                  <c:v>5.1957358679961851</c:v>
                </c:pt>
                <c:pt idx="89">
                  <c:v>5.166602913436793</c:v>
                </c:pt>
                <c:pt idx="90">
                  <c:v>5.1563422525767688</c:v>
                </c:pt>
                <c:pt idx="91">
                  <c:v>5.1389657873314416</c:v>
                </c:pt>
                <c:pt idx="92">
                  <c:v>5.1146697999132904</c:v>
                </c:pt>
                <c:pt idx="93">
                  <c:v>5.0992335428204889</c:v>
                </c:pt>
                <c:pt idx="94">
                  <c:v>5.0845850394136809</c:v>
                </c:pt>
                <c:pt idx="95">
                  <c:v>5.0433755169728194</c:v>
                </c:pt>
                <c:pt idx="96">
                  <c:v>5.0221322391401308</c:v>
                </c:pt>
                <c:pt idx="97">
                  <c:v>5.0301723139257497</c:v>
                </c:pt>
                <c:pt idx="98">
                  <c:v>5.0135797408287326</c:v>
                </c:pt>
                <c:pt idx="99">
                  <c:v>4.9578895025789276</c:v>
                </c:pt>
                <c:pt idx="100">
                  <c:v>4.9120102201020943</c:v>
                </c:pt>
                <c:pt idx="101">
                  <c:v>4.8478211412474268</c:v>
                </c:pt>
                <c:pt idx="102">
                  <c:v>4.773257776417573</c:v>
                </c:pt>
                <c:pt idx="103">
                  <c:v>4.7287218042759696</c:v>
                </c:pt>
                <c:pt idx="104">
                  <c:v>4.7181651931493187</c:v>
                </c:pt>
                <c:pt idx="105">
                  <c:v>4.666119211674908</c:v>
                </c:pt>
                <c:pt idx="106">
                  <c:v>4.6081259826414556</c:v>
                </c:pt>
                <c:pt idx="107">
                  <c:v>4.5544348599228481</c:v>
                </c:pt>
                <c:pt idx="108">
                  <c:v>4.4994583751729689</c:v>
                </c:pt>
                <c:pt idx="109">
                  <c:v>4.4550363057734126</c:v>
                </c:pt>
                <c:pt idx="110">
                  <c:v>4.4199280507195056</c:v>
                </c:pt>
                <c:pt idx="111">
                  <c:v>4.3908080689075994</c:v>
                </c:pt>
                <c:pt idx="112">
                  <c:v>4.3625219710136314</c:v>
                </c:pt>
                <c:pt idx="113">
                  <c:v>4.3357648969163778</c:v>
                </c:pt>
                <c:pt idx="114">
                  <c:v>4.3126397251978359</c:v>
                </c:pt>
                <c:pt idx="115">
                  <c:v>4.2881027513279273</c:v>
                </c:pt>
                <c:pt idx="116">
                  <c:v>4.2933939223738049</c:v>
                </c:pt>
                <c:pt idx="117">
                  <c:v>4.2916794059551773</c:v>
                </c:pt>
                <c:pt idx="118">
                  <c:v>4.2948594958063451</c:v>
                </c:pt>
                <c:pt idx="119">
                  <c:v>4.300840027043888</c:v>
                </c:pt>
                <c:pt idx="120">
                  <c:v>4.3144222980631586</c:v>
                </c:pt>
                <c:pt idx="121">
                  <c:v>4.3255862937319769</c:v>
                </c:pt>
                <c:pt idx="122">
                  <c:v>4.3298407302475646</c:v>
                </c:pt>
                <c:pt idx="123">
                  <c:v>4.3197832165558898</c:v>
                </c:pt>
                <c:pt idx="124">
                  <c:v>4.3397344819313108</c:v>
                </c:pt>
                <c:pt idx="125">
                  <c:v>4.3431930252452178</c:v>
                </c:pt>
                <c:pt idx="126">
                  <c:v>4.3471144546138323</c:v>
                </c:pt>
                <c:pt idx="127">
                  <c:v>4.3502845877551106</c:v>
                </c:pt>
                <c:pt idx="128">
                  <c:v>4.3484273080170928</c:v>
                </c:pt>
                <c:pt idx="129">
                  <c:v>4.3353611706284259</c:v>
                </c:pt>
                <c:pt idx="130">
                  <c:v>4.3585495277036568</c:v>
                </c:pt>
                <c:pt idx="131">
                  <c:v>4.389685358376691</c:v>
                </c:pt>
                <c:pt idx="132">
                  <c:v>4.418999691632238</c:v>
                </c:pt>
                <c:pt idx="133">
                  <c:v>4.4624569318664742</c:v>
                </c:pt>
                <c:pt idx="134">
                  <c:v>4.4863989576170251</c:v>
                </c:pt>
                <c:pt idx="135">
                  <c:v>4.4997445832595728</c:v>
                </c:pt>
                <c:pt idx="136">
                  <c:v>4.4982851744059715</c:v>
                </c:pt>
                <c:pt idx="137">
                  <c:v>4.5133983747519855</c:v>
                </c:pt>
                <c:pt idx="138">
                  <c:v>4.5445864497582917</c:v>
                </c:pt>
                <c:pt idx="139">
                  <c:v>4.5990165269269569</c:v>
                </c:pt>
                <c:pt idx="140">
                  <c:v>4.6477663452706333</c:v>
                </c:pt>
                <c:pt idx="141">
                  <c:v>4.6916810515254825</c:v>
                </c:pt>
                <c:pt idx="142">
                  <c:v>4.764708609628876</c:v>
                </c:pt>
                <c:pt idx="143">
                  <c:v>4.8164299190727711</c:v>
                </c:pt>
                <c:pt idx="144">
                  <c:v>4.8796566421653358</c:v>
                </c:pt>
                <c:pt idx="145">
                  <c:v>4.9270932348333316</c:v>
                </c:pt>
                <c:pt idx="146">
                  <c:v>4.9918337564114781</c:v>
                </c:pt>
                <c:pt idx="147">
                  <c:v>5.0335566866916412</c:v>
                </c:pt>
                <c:pt idx="148">
                  <c:v>5.1114432958935794</c:v>
                </c:pt>
                <c:pt idx="149">
                  <c:v>5.1516006628922524</c:v>
                </c:pt>
                <c:pt idx="150">
                  <c:v>5.1115418029625399</c:v>
                </c:pt>
                <c:pt idx="151">
                  <c:v>5.1704302020502908</c:v>
                </c:pt>
                <c:pt idx="152">
                  <c:v>5.2630373209792403</c:v>
                </c:pt>
                <c:pt idx="153">
                  <c:v>5.3234615772710585</c:v>
                </c:pt>
                <c:pt idx="154">
                  <c:v>5.2747965865622213</c:v>
                </c:pt>
                <c:pt idx="155">
                  <c:v>5.3102455781481588</c:v>
                </c:pt>
                <c:pt idx="156">
                  <c:v>5.3958521330906972</c:v>
                </c:pt>
                <c:pt idx="157">
                  <c:v>5.3853394122517546</c:v>
                </c:pt>
                <c:pt idx="158">
                  <c:v>5.3823821306006359</c:v>
                </c:pt>
                <c:pt idx="159">
                  <c:v>5.4159659994888631</c:v>
                </c:pt>
                <c:pt idx="160">
                  <c:v>5.428648147337702</c:v>
                </c:pt>
                <c:pt idx="161">
                  <c:v>5.4064886755233683</c:v>
                </c:pt>
                <c:pt idx="162">
                  <c:v>5.4110494796237258</c:v>
                </c:pt>
                <c:pt idx="163">
                  <c:v>5.4187704349166577</c:v>
                </c:pt>
                <c:pt idx="164">
                  <c:v>5.383958899913031</c:v>
                </c:pt>
                <c:pt idx="165">
                  <c:v>5.3129315930872121</c:v>
                </c:pt>
                <c:pt idx="166">
                  <c:v>5.3050429763904567</c:v>
                </c:pt>
                <c:pt idx="167">
                  <c:v>5.3172036652201298</c:v>
                </c:pt>
                <c:pt idx="168">
                  <c:v>5.299819199272557</c:v>
                </c:pt>
                <c:pt idx="169">
                  <c:v>5.3079966993696015</c:v>
                </c:pt>
                <c:pt idx="170">
                  <c:v>5.3513136623070681</c:v>
                </c:pt>
                <c:pt idx="171">
                  <c:v>5.3864616811035191</c:v>
                </c:pt>
                <c:pt idx="172">
                  <c:v>5.3608996141036682</c:v>
                </c:pt>
                <c:pt idx="173">
                  <c:v>5.3865287153784758</c:v>
                </c:pt>
                <c:pt idx="174">
                  <c:v>5.3591325946539872</c:v>
                </c:pt>
                <c:pt idx="175">
                  <c:v>5.3286382082949775</c:v>
                </c:pt>
                <c:pt idx="176">
                  <c:v>5.3299669810765975</c:v>
                </c:pt>
                <c:pt idx="177">
                  <c:v>5.3519396857091976</c:v>
                </c:pt>
                <c:pt idx="178">
                  <c:v>5.3385626125114536</c:v>
                </c:pt>
                <c:pt idx="179">
                  <c:v>5.3194680911046275</c:v>
                </c:pt>
                <c:pt idx="180">
                  <c:v>5.3298712755153632</c:v>
                </c:pt>
                <c:pt idx="181">
                  <c:v>5.294126005558291</c:v>
                </c:pt>
                <c:pt idx="182">
                  <c:v>5.2978211185324993</c:v>
                </c:pt>
                <c:pt idx="183">
                  <c:v>5.3035683232966155</c:v>
                </c:pt>
                <c:pt idx="184">
                  <c:v>5.3009370765716657</c:v>
                </c:pt>
                <c:pt idx="185">
                  <c:v>5.2979434762753446</c:v>
                </c:pt>
                <c:pt idx="186">
                  <c:v>5.273942631481952</c:v>
                </c:pt>
                <c:pt idx="187">
                  <c:v>5.2658558396620894</c:v>
                </c:pt>
                <c:pt idx="188">
                  <c:v>5.2617693232481066</c:v>
                </c:pt>
                <c:pt idx="189">
                  <c:v>5.2267429555078682</c:v>
                </c:pt>
                <c:pt idx="190">
                  <c:v>5.2030350575629063</c:v>
                </c:pt>
                <c:pt idx="191">
                  <c:v>5.2029717333927747</c:v>
                </c:pt>
                <c:pt idx="192">
                  <c:v>5.2129322291051805</c:v>
                </c:pt>
                <c:pt idx="193">
                  <c:v>5.2045079439401665</c:v>
                </c:pt>
                <c:pt idx="194">
                  <c:v>5.1991936352167381</c:v>
                </c:pt>
                <c:pt idx="195">
                  <c:v>5.2043458603129888</c:v>
                </c:pt>
                <c:pt idx="196">
                  <c:v>5.1908448393274744</c:v>
                </c:pt>
                <c:pt idx="197">
                  <c:v>5.1977744065460172</c:v>
                </c:pt>
                <c:pt idx="198">
                  <c:v>5.2311486923697679</c:v>
                </c:pt>
                <c:pt idx="199">
                  <c:v>5.245057446304056</c:v>
                </c:pt>
                <c:pt idx="200">
                  <c:v>5.2720378333775271</c:v>
                </c:pt>
                <c:pt idx="201">
                  <c:v>5.2741485044415999</c:v>
                </c:pt>
                <c:pt idx="202">
                  <c:v>5.3211585864874147</c:v>
                </c:pt>
                <c:pt idx="203">
                  <c:v>5.3902367001449356</c:v>
                </c:pt>
                <c:pt idx="204">
                  <c:v>5.4619979010397444</c:v>
                </c:pt>
                <c:pt idx="205">
                  <c:v>5.5108884509787384</c:v>
                </c:pt>
                <c:pt idx="206">
                  <c:v>5.546797874145267</c:v>
                </c:pt>
                <c:pt idx="207">
                  <c:v>5.5950733038473395</c:v>
                </c:pt>
                <c:pt idx="208">
                  <c:v>5.5476526621062154</c:v>
                </c:pt>
                <c:pt idx="209">
                  <c:v>5.4952460432993968</c:v>
                </c:pt>
                <c:pt idx="210">
                  <c:v>5.4505569473075761</c:v>
                </c:pt>
                <c:pt idx="211">
                  <c:v>5.3963643294672012</c:v>
                </c:pt>
                <c:pt idx="212">
                  <c:v>5.3322077329588691</c:v>
                </c:pt>
                <c:pt idx="213">
                  <c:v>5.2723490026455835</c:v>
                </c:pt>
                <c:pt idx="214">
                  <c:v>5.2767168560561615</c:v>
                </c:pt>
                <c:pt idx="215">
                  <c:v>5.3132195678903997</c:v>
                </c:pt>
                <c:pt idx="216">
                  <c:v>5.327219383445188</c:v>
                </c:pt>
                <c:pt idx="217">
                  <c:v>5.3362001086177351</c:v>
                </c:pt>
                <c:pt idx="218">
                  <c:v>5.3844245054493367</c:v>
                </c:pt>
                <c:pt idx="219">
                  <c:v>5.375165598131237</c:v>
                </c:pt>
                <c:pt idx="220">
                  <c:v>5.4225355098675916</c:v>
                </c:pt>
                <c:pt idx="221">
                  <c:v>5.4700527657670497</c:v>
                </c:pt>
                <c:pt idx="222">
                  <c:v>5.5106034543549338</c:v>
                </c:pt>
                <c:pt idx="223">
                  <c:v>5.5302232963185993</c:v>
                </c:pt>
                <c:pt idx="224">
                  <c:v>5.5353673188021411</c:v>
                </c:pt>
                <c:pt idx="225">
                  <c:v>5.4936432780144093</c:v>
                </c:pt>
                <c:pt idx="226">
                  <c:v>5.5194640932773851</c:v>
                </c:pt>
                <c:pt idx="227">
                  <c:v>5.5433617618222755</c:v>
                </c:pt>
                <c:pt idx="228">
                  <c:v>5.5281990934119074</c:v>
                </c:pt>
                <c:pt idx="229">
                  <c:v>5.5084904108428736</c:v>
                </c:pt>
                <c:pt idx="230">
                  <c:v>5.5247642935069479</c:v>
                </c:pt>
                <c:pt idx="231">
                  <c:v>5.5078600968433253</c:v>
                </c:pt>
                <c:pt idx="232">
                  <c:v>5.5044952589150915</c:v>
                </c:pt>
                <c:pt idx="233">
                  <c:v>5.5323255880983062</c:v>
                </c:pt>
                <c:pt idx="234">
                  <c:v>5.5174596271188179</c:v>
                </c:pt>
                <c:pt idx="235">
                  <c:v>5.4700024900608293</c:v>
                </c:pt>
                <c:pt idx="236">
                  <c:v>5.4179706170802842</c:v>
                </c:pt>
                <c:pt idx="237">
                  <c:v>5.3683495045950025</c:v>
                </c:pt>
                <c:pt idx="238">
                  <c:v>5.3306380305128114</c:v>
                </c:pt>
                <c:pt idx="239">
                  <c:v>5.2765238801275736</c:v>
                </c:pt>
                <c:pt idx="240">
                  <c:v>5.2122340479500009</c:v>
                </c:pt>
                <c:pt idx="241">
                  <c:v>5.1192965277810387</c:v>
                </c:pt>
                <c:pt idx="242">
                  <c:v>5.0791106409289384</c:v>
                </c:pt>
                <c:pt idx="243">
                  <c:v>5.0694064705540605</c:v>
                </c:pt>
                <c:pt idx="244">
                  <c:v>5.0493761446115064</c:v>
                </c:pt>
                <c:pt idx="245">
                  <c:v>5.062494671456589</c:v>
                </c:pt>
                <c:pt idx="246">
                  <c:v>5.0659296985108249</c:v>
                </c:pt>
                <c:pt idx="247">
                  <c:v>5.0681864770363942</c:v>
                </c:pt>
                <c:pt idx="248">
                  <c:v>5.084732358337976</c:v>
                </c:pt>
                <c:pt idx="249">
                  <c:v>5.08987032350751</c:v>
                </c:pt>
                <c:pt idx="250">
                  <c:v>5.0588709338323756</c:v>
                </c:pt>
                <c:pt idx="251">
                  <c:v>5.1347987591188442</c:v>
                </c:pt>
                <c:pt idx="252">
                  <c:v>5.1733550265938799</c:v>
                </c:pt>
                <c:pt idx="253">
                  <c:v>5.2077999679063307</c:v>
                </c:pt>
                <c:pt idx="254">
                  <c:v>5.2099207344937435</c:v>
                </c:pt>
                <c:pt idx="255">
                  <c:v>5.192952532212165</c:v>
                </c:pt>
                <c:pt idx="256">
                  <c:v>5.1940724538547505</c:v>
                </c:pt>
                <c:pt idx="257">
                  <c:v>5.1261194610343344</c:v>
                </c:pt>
                <c:pt idx="258">
                  <c:v>5.0615088688415364</c:v>
                </c:pt>
                <c:pt idx="259">
                  <c:v>5</c:v>
                </c:pt>
                <c:pt idx="260">
                  <c:v>4.9743910392942503</c:v>
                </c:pt>
                <c:pt idx="261">
                  <c:v>4.9262812518913321</c:v>
                </c:pt>
                <c:pt idx="262">
                  <c:v>4.9668225768813228</c:v>
                </c:pt>
                <c:pt idx="263">
                  <c:v>4.9883323008136848</c:v>
                </c:pt>
                <c:pt idx="264">
                  <c:v>4.950995118259212</c:v>
                </c:pt>
                <c:pt idx="265">
                  <c:v>4.9133301340619884</c:v>
                </c:pt>
                <c:pt idx="266">
                  <c:v>4.9082187958352534</c:v>
                </c:pt>
                <c:pt idx="267">
                  <c:v>4.8778565346379166</c:v>
                </c:pt>
                <c:pt idx="268">
                  <c:v>4.796527099589964</c:v>
                </c:pt>
                <c:pt idx="269">
                  <c:v>4.7615662517961823</c:v>
                </c:pt>
                <c:pt idx="270">
                  <c:v>4.736706429399657</c:v>
                </c:pt>
                <c:pt idx="271">
                  <c:v>4.7145980156946017</c:v>
                </c:pt>
                <c:pt idx="272">
                  <c:v>4.7125209374844292</c:v>
                </c:pt>
                <c:pt idx="273">
                  <c:v>4.718352364151988</c:v>
                </c:pt>
                <c:pt idx="274">
                  <c:v>4.7496656488864808</c:v>
                </c:pt>
                <c:pt idx="275">
                  <c:v>4.7091083729696201</c:v>
                </c:pt>
                <c:pt idx="276">
                  <c:v>4.671663029501997</c:v>
                </c:pt>
                <c:pt idx="277">
                  <c:v>4.6263664984903921</c:v>
                </c:pt>
                <c:pt idx="278">
                  <c:v>4.7316168217869077</c:v>
                </c:pt>
                <c:pt idx="279">
                  <c:v>4.8433051107930671</c:v>
                </c:pt>
                <c:pt idx="280">
                  <c:v>4.8325991111598388</c:v>
                </c:pt>
                <c:pt idx="281">
                  <c:v>4.8701467853758862</c:v>
                </c:pt>
                <c:pt idx="282">
                  <c:v>5.0033497955984618</c:v>
                </c:pt>
                <c:pt idx="283">
                  <c:v>5.1032333134501995</c:v>
                </c:pt>
                <c:pt idx="284">
                  <c:v>5.1178549375261237</c:v>
                </c:pt>
                <c:pt idx="285">
                  <c:v>5.0063396353123419</c:v>
                </c:pt>
                <c:pt idx="286">
                  <c:v>4.9593973194669285</c:v>
                </c:pt>
                <c:pt idx="287">
                  <c:v>5.2079049108714202</c:v>
                </c:pt>
                <c:pt idx="288">
                  <c:v>5.3088028016692537</c:v>
                </c:pt>
                <c:pt idx="289">
                  <c:v>5.4183573261017095</c:v>
                </c:pt>
                <c:pt idx="290">
                  <c:v>5.4402184247238168</c:v>
                </c:pt>
                <c:pt idx="291">
                  <c:v>5.5078669113215781</c:v>
                </c:pt>
                <c:pt idx="292">
                  <c:v>5.4457397169144581</c:v>
                </c:pt>
                <c:pt idx="293">
                  <c:v>5.4147043114598166</c:v>
                </c:pt>
                <c:pt idx="294">
                  <c:v>5.5360848076457021</c:v>
                </c:pt>
                <c:pt idx="295">
                  <c:v>5.6599722241866433</c:v>
                </c:pt>
                <c:pt idx="296">
                  <c:v>5.741643089833854</c:v>
                </c:pt>
                <c:pt idx="297">
                  <c:v>5.8596221518194085</c:v>
                </c:pt>
                <c:pt idx="298">
                  <c:v>5.9259541316964031</c:v>
                </c:pt>
                <c:pt idx="299">
                  <c:v>5.9246535254248949</c:v>
                </c:pt>
                <c:pt idx="300">
                  <c:v>6.0181061191945133</c:v>
                </c:pt>
                <c:pt idx="301">
                  <c:v>5.9148394652784919</c:v>
                </c:pt>
                <c:pt idx="302">
                  <c:v>5.7640751407782869</c:v>
                </c:pt>
                <c:pt idx="303">
                  <c:v>5.8756865018966202</c:v>
                </c:pt>
                <c:pt idx="304">
                  <c:v>5.954875887907586</c:v>
                </c:pt>
                <c:pt idx="305">
                  <c:v>6.1638498389839746</c:v>
                </c:pt>
                <c:pt idx="306">
                  <c:v>6.2292939680610964</c:v>
                </c:pt>
                <c:pt idx="307">
                  <c:v>6.1186352205248467</c:v>
                </c:pt>
                <c:pt idx="308">
                  <c:v>6.1205528651827148</c:v>
                </c:pt>
                <c:pt idx="309">
                  <c:v>6.1103216075344093</c:v>
                </c:pt>
                <c:pt idx="310">
                  <c:v>6.019114863886351</c:v>
                </c:pt>
                <c:pt idx="311">
                  <c:v>5.8223494291814433</c:v>
                </c:pt>
                <c:pt idx="312">
                  <c:v>5.8305784921639292</c:v>
                </c:pt>
                <c:pt idx="313">
                  <c:v>6.1007261659458711</c:v>
                </c:pt>
                <c:pt idx="314">
                  <c:v>6.1171830299704295</c:v>
                </c:pt>
                <c:pt idx="315">
                  <c:v>6.1694845039016935</c:v>
                </c:pt>
                <c:pt idx="316">
                  <c:v>6.0949116997575192</c:v>
                </c:pt>
                <c:pt idx="317">
                  <c:v>6.1037058596587972</c:v>
                </c:pt>
                <c:pt idx="318">
                  <c:v>6.2460356267989887</c:v>
                </c:pt>
                <c:pt idx="319">
                  <c:v>6.2202471172106923</c:v>
                </c:pt>
                <c:pt idx="320">
                  <c:v>6.1408313390888924</c:v>
                </c:pt>
                <c:pt idx="321">
                  <c:v>6.2767231909970533</c:v>
                </c:pt>
                <c:pt idx="322">
                  <c:v>6.3697829174760114</c:v>
                </c:pt>
                <c:pt idx="323">
                  <c:v>6.4064892812547676</c:v>
                </c:pt>
                <c:pt idx="324">
                  <c:v>6.4545697664012005</c:v>
                </c:pt>
                <c:pt idx="325">
                  <c:v>6.537270324951173</c:v>
                </c:pt>
                <c:pt idx="326">
                  <c:v>6.5926982815046831</c:v>
                </c:pt>
                <c:pt idx="327">
                  <c:v>6.6441722253880107</c:v>
                </c:pt>
                <c:pt idx="328">
                  <c:v>6.672844420262301</c:v>
                </c:pt>
                <c:pt idx="329">
                  <c:v>6.7046300745337355</c:v>
                </c:pt>
                <c:pt idx="330">
                  <c:v>6.7633140392739071</c:v>
                </c:pt>
                <c:pt idx="331">
                  <c:v>6.7326827071408317</c:v>
                </c:pt>
                <c:pt idx="332">
                  <c:v>6.7378820026146382</c:v>
                </c:pt>
                <c:pt idx="333">
                  <c:v>6.7144897664456185</c:v>
                </c:pt>
                <c:pt idx="334">
                  <c:v>6.6691574341843811</c:v>
                </c:pt>
                <c:pt idx="335">
                  <c:v>6.6115092701385878</c:v>
                </c:pt>
                <c:pt idx="336">
                  <c:v>6.5305711880527966</c:v>
                </c:pt>
                <c:pt idx="337">
                  <c:v>6.4790802332126463</c:v>
                </c:pt>
                <c:pt idx="338">
                  <c:v>6.4132652450857393</c:v>
                </c:pt>
                <c:pt idx="339">
                  <c:v>6.3254778047143168</c:v>
                </c:pt>
                <c:pt idx="340">
                  <c:v>6.2334341421816148</c:v>
                </c:pt>
                <c:pt idx="341">
                  <c:v>6.2140213594015901</c:v>
                </c:pt>
                <c:pt idx="342">
                  <c:v>6.2186953847961721</c:v>
                </c:pt>
                <c:pt idx="343">
                  <c:v>6.204136378203744</c:v>
                </c:pt>
                <c:pt idx="344">
                  <c:v>6.3305395991602751</c:v>
                </c:pt>
                <c:pt idx="345">
                  <c:v>6.4783661768470164</c:v>
                </c:pt>
                <c:pt idx="346">
                  <c:v>6.6294116616721581</c:v>
                </c:pt>
                <c:pt idx="347">
                  <c:v>6.8603588726349294</c:v>
                </c:pt>
                <c:pt idx="348">
                  <c:v>6.8794370897715647</c:v>
                </c:pt>
                <c:pt idx="349">
                  <c:v>6.7915209314775922</c:v>
                </c:pt>
                <c:pt idx="350">
                  <c:v>6.8094514895212743</c:v>
                </c:pt>
                <c:pt idx="351">
                  <c:v>6.9227541536642621</c:v>
                </c:pt>
                <c:pt idx="352">
                  <c:v>7.0070988186672896</c:v>
                </c:pt>
                <c:pt idx="353">
                  <c:v>7.0884798418394919</c:v>
                </c:pt>
                <c:pt idx="354">
                  <c:v>7.0668475582538202</c:v>
                </c:pt>
                <c:pt idx="355">
                  <c:v>6.892762473889821</c:v>
                </c:pt>
                <c:pt idx="356">
                  <c:v>6.9128368163141225</c:v>
                </c:pt>
                <c:pt idx="357">
                  <c:v>7.0546646845116143</c:v>
                </c:pt>
                <c:pt idx="358">
                  <c:v>6.9501772294360631</c:v>
                </c:pt>
                <c:pt idx="359">
                  <c:v>7.016421832558577</c:v>
                </c:pt>
                <c:pt idx="360">
                  <c:v>7.2346835136722003</c:v>
                </c:pt>
                <c:pt idx="361">
                  <c:v>7.235872261545139</c:v>
                </c:pt>
                <c:pt idx="362">
                  <c:v>7.1837449353914407</c:v>
                </c:pt>
                <c:pt idx="363">
                  <c:v>7.0799513456348286</c:v>
                </c:pt>
                <c:pt idx="364">
                  <c:v>7.0911759523018816</c:v>
                </c:pt>
                <c:pt idx="365">
                  <c:v>7.0442616515337297</c:v>
                </c:pt>
                <c:pt idx="366">
                  <c:v>6.8798035572686986</c:v>
                </c:pt>
                <c:pt idx="367">
                  <c:v>6.7496227933899151</c:v>
                </c:pt>
                <c:pt idx="368">
                  <c:v>6.68662692967726</c:v>
                </c:pt>
                <c:pt idx="369">
                  <c:v>6.5719821666618454</c:v>
                </c:pt>
                <c:pt idx="370">
                  <c:v>6.4899469535774017</c:v>
                </c:pt>
                <c:pt idx="371">
                  <c:v>6.4058043504739679</c:v>
                </c:pt>
                <c:pt idx="372">
                  <c:v>6.3020761292309775</c:v>
                </c:pt>
                <c:pt idx="373">
                  <c:v>6.1717034999311746</c:v>
                </c:pt>
                <c:pt idx="374">
                  <c:v>6.0029954427293344</c:v>
                </c:pt>
                <c:pt idx="375">
                  <c:v>5.9123941276157925</c:v>
                </c:pt>
                <c:pt idx="376">
                  <c:v>5.8480042235631418</c:v>
                </c:pt>
                <c:pt idx="377">
                  <c:v>5.7317766339213314</c:v>
                </c:pt>
                <c:pt idx="378">
                  <c:v>5.6136446752348377</c:v>
                </c:pt>
                <c:pt idx="379">
                  <c:v>5.470250940890157</c:v>
                </c:pt>
                <c:pt idx="380">
                  <c:v>5.3136293956602678</c:v>
                </c:pt>
                <c:pt idx="381">
                  <c:v>5.1270599095107956</c:v>
                </c:pt>
                <c:pt idx="382">
                  <c:v>4.9752361860304095</c:v>
                </c:pt>
                <c:pt idx="383">
                  <c:v>4.7988590645255869</c:v>
                </c:pt>
                <c:pt idx="384">
                  <c:v>4.6862165971312271</c:v>
                </c:pt>
                <c:pt idx="385">
                  <c:v>4.6060331301760691</c:v>
                </c:pt>
                <c:pt idx="386">
                  <c:v>4.554330005293588</c:v>
                </c:pt>
                <c:pt idx="387">
                  <c:v>4.5174511342598098</c:v>
                </c:pt>
                <c:pt idx="388">
                  <c:v>4.4718656315120864</c:v>
                </c:pt>
                <c:pt idx="389">
                  <c:v>4.4095056343368135</c:v>
                </c:pt>
                <c:pt idx="390">
                  <c:v>4.3613605504604287</c:v>
                </c:pt>
                <c:pt idx="391">
                  <c:v>4.3986961682087822</c:v>
                </c:pt>
                <c:pt idx="392">
                  <c:v>4.5383794570031926</c:v>
                </c:pt>
                <c:pt idx="393">
                  <c:v>4.6873792480763354</c:v>
                </c:pt>
                <c:pt idx="394">
                  <c:v>4.8214767216665715</c:v>
                </c:pt>
                <c:pt idx="395">
                  <c:v>4.8838275319156086</c:v>
                </c:pt>
                <c:pt idx="396">
                  <c:v>4.8719860130562376</c:v>
                </c:pt>
                <c:pt idx="397">
                  <c:v>4.8191660330463826</c:v>
                </c:pt>
                <c:pt idx="398">
                  <c:v>4.7491810132886858</c:v>
                </c:pt>
                <c:pt idx="399">
                  <c:v>4.646087194732198</c:v>
                </c:pt>
                <c:pt idx="400">
                  <c:v>4.5892442243889562</c:v>
                </c:pt>
                <c:pt idx="401">
                  <c:v>4.5695276294535088</c:v>
                </c:pt>
                <c:pt idx="402">
                  <c:v>4.519378861821612</c:v>
                </c:pt>
                <c:pt idx="403">
                  <c:v>4.4539619906575023</c:v>
                </c:pt>
                <c:pt idx="404">
                  <c:v>4.4125757208418186</c:v>
                </c:pt>
                <c:pt idx="405">
                  <c:v>4.3633715534703592</c:v>
                </c:pt>
                <c:pt idx="406">
                  <c:v>4.2953414624001569</c:v>
                </c:pt>
                <c:pt idx="407">
                  <c:v>4.2276740908640509</c:v>
                </c:pt>
                <c:pt idx="408">
                  <c:v>4.1881391191888087</c:v>
                </c:pt>
                <c:pt idx="409">
                  <c:v>4.1564536314379845</c:v>
                </c:pt>
                <c:pt idx="410">
                  <c:v>4.1166558606708747</c:v>
                </c:pt>
                <c:pt idx="411">
                  <c:v>4.0752756339723648</c:v>
                </c:pt>
                <c:pt idx="412">
                  <c:v>4.0640850799787547</c:v>
                </c:pt>
                <c:pt idx="413">
                  <c:v>4.0429526328519128</c:v>
                </c:pt>
                <c:pt idx="414">
                  <c:v>4.0351225208959667</c:v>
                </c:pt>
                <c:pt idx="415">
                  <c:v>4.0335013513930633</c:v>
                </c:pt>
                <c:pt idx="416">
                  <c:v>4.0205506119486651</c:v>
                </c:pt>
                <c:pt idx="417">
                  <c:v>3.9916229052940597</c:v>
                </c:pt>
                <c:pt idx="418">
                  <c:v>3.9629905087547614</c:v>
                </c:pt>
                <c:pt idx="419">
                  <c:v>3.9947523645182663</c:v>
                </c:pt>
                <c:pt idx="420">
                  <c:v>3.9915483551780269</c:v>
                </c:pt>
                <c:pt idx="421">
                  <c:v>4.023363079528627</c:v>
                </c:pt>
                <c:pt idx="422">
                  <c:v>3.990289664257471</c:v>
                </c:pt>
                <c:pt idx="423">
                  <c:v>3.9796459575524383</c:v>
                </c:pt>
                <c:pt idx="424">
                  <c:v>3.9693033656051879</c:v>
                </c:pt>
                <c:pt idx="425">
                  <c:v>3.9736911742373247</c:v>
                </c:pt>
                <c:pt idx="426">
                  <c:v>3.986969710296433</c:v>
                </c:pt>
                <c:pt idx="427">
                  <c:v>3.970719109742932</c:v>
                </c:pt>
                <c:pt idx="428">
                  <c:v>3.9179527834960504</c:v>
                </c:pt>
                <c:pt idx="429">
                  <c:v>3.9569035619391397</c:v>
                </c:pt>
                <c:pt idx="430">
                  <c:v>3.9627299920620636</c:v>
                </c:pt>
                <c:pt idx="431">
                  <c:v>4.0017481092725316</c:v>
                </c:pt>
                <c:pt idx="432">
                  <c:v>3.9693357170252068</c:v>
                </c:pt>
                <c:pt idx="433">
                  <c:v>3.9134458121964624</c:v>
                </c:pt>
                <c:pt idx="434">
                  <c:v>3.7946494079657009</c:v>
                </c:pt>
                <c:pt idx="435">
                  <c:v>3.370039356388177</c:v>
                </c:pt>
                <c:pt idx="436">
                  <c:v>3.7078164867063914</c:v>
                </c:pt>
                <c:pt idx="437">
                  <c:v>3.9645992031016628</c:v>
                </c:pt>
                <c:pt idx="438">
                  <c:v>4.0237034464501393</c:v>
                </c:pt>
                <c:pt idx="439">
                  <c:v>3.9626260807825604</c:v>
                </c:pt>
                <c:pt idx="440">
                  <c:v>3.8334732383576786</c:v>
                </c:pt>
                <c:pt idx="441">
                  <c:v>3.930545444783772</c:v>
                </c:pt>
                <c:pt idx="442">
                  <c:v>4.0332489688306268</c:v>
                </c:pt>
                <c:pt idx="443">
                  <c:v>3.9205229089256086</c:v>
                </c:pt>
                <c:pt idx="444">
                  <c:v>3.8058438542567852</c:v>
                </c:pt>
                <c:pt idx="445">
                  <c:v>3.9290322977749317</c:v>
                </c:pt>
                <c:pt idx="446">
                  <c:v>3.9542769867598726</c:v>
                </c:pt>
                <c:pt idx="447">
                  <c:v>3.9220017658584645</c:v>
                </c:pt>
                <c:pt idx="448">
                  <c:v>3.9749212169414516</c:v>
                </c:pt>
                <c:pt idx="449">
                  <c:v>4.01803916063598</c:v>
                </c:pt>
                <c:pt idx="450">
                  <c:v>4.0588548527678974</c:v>
                </c:pt>
                <c:pt idx="451">
                  <c:v>4.0690468076762674</c:v>
                </c:pt>
                <c:pt idx="452">
                  <c:v>4.1027675107357053</c:v>
                </c:pt>
                <c:pt idx="453">
                  <c:v>4.0845984238692292</c:v>
                </c:pt>
                <c:pt idx="454">
                  <c:v>4.0774595417485475</c:v>
                </c:pt>
                <c:pt idx="455">
                  <c:v>4.0808946445192085</c:v>
                </c:pt>
                <c:pt idx="456">
                  <c:v>4.0712603801224496</c:v>
                </c:pt>
                <c:pt idx="457">
                  <c:v>4.1173621833135288</c:v>
                </c:pt>
                <c:pt idx="458">
                  <c:v>4.1553067074253232</c:v>
                </c:pt>
                <c:pt idx="459">
                  <c:v>4.1677389122002939</c:v>
                </c:pt>
                <c:pt idx="460">
                  <c:v>4.1876910041466857</c:v>
                </c:pt>
                <c:pt idx="461">
                  <c:v>4.2060503253761929</c:v>
                </c:pt>
                <c:pt idx="462">
                  <c:v>4.1739577798147174</c:v>
                </c:pt>
                <c:pt idx="463">
                  <c:v>4.2015632375253027</c:v>
                </c:pt>
                <c:pt idx="464">
                  <c:v>4.2524885717413881</c:v>
                </c:pt>
                <c:pt idx="465">
                  <c:v>4.2234145497994753</c:v>
                </c:pt>
                <c:pt idx="466">
                  <c:v>4.1833879829250371</c:v>
                </c:pt>
                <c:pt idx="467">
                  <c:v>4.2065315032572448</c:v>
                </c:pt>
                <c:pt idx="468">
                  <c:v>4.2100370349225855</c:v>
                </c:pt>
                <c:pt idx="469">
                  <c:v>4.2267142526730801</c:v>
                </c:pt>
                <c:pt idx="470">
                  <c:v>4.2421965264231893</c:v>
                </c:pt>
                <c:pt idx="471">
                  <c:v>4.2468356970234513</c:v>
                </c:pt>
                <c:pt idx="472">
                  <c:v>4.2284454708731278</c:v>
                </c:pt>
                <c:pt idx="473">
                  <c:v>4.2296129676694401</c:v>
                </c:pt>
                <c:pt idx="474">
                  <c:v>4.2348484492847094</c:v>
                </c:pt>
                <c:pt idx="475">
                  <c:v>4.2416488821403684</c:v>
                </c:pt>
                <c:pt idx="476">
                  <c:v>4.2540255773112401</c:v>
                </c:pt>
                <c:pt idx="477">
                  <c:v>4.2742292055312765</c:v>
                </c:pt>
                <c:pt idx="478">
                  <c:v>4.2768924045875876</c:v>
                </c:pt>
                <c:pt idx="479">
                  <c:v>4.305890394619369</c:v>
                </c:pt>
                <c:pt idx="480">
                  <c:v>4.3083984948887126</c:v>
                </c:pt>
                <c:pt idx="481">
                  <c:v>4.2911432831883642</c:v>
                </c:pt>
                <c:pt idx="482">
                  <c:v>4.3018210469047604</c:v>
                </c:pt>
                <c:pt idx="483">
                  <c:v>4.3227978029213503</c:v>
                </c:pt>
                <c:pt idx="484">
                  <c:v>4.3185054766447397</c:v>
                </c:pt>
                <c:pt idx="485">
                  <c:v>4.3421490850351478</c:v>
                </c:pt>
                <c:pt idx="486">
                  <c:v>4.3519468787695734</c:v>
                </c:pt>
                <c:pt idx="487">
                  <c:v>4.3392700436898908</c:v>
                </c:pt>
                <c:pt idx="488">
                  <c:v>4.3304640089292876</c:v>
                </c:pt>
                <c:pt idx="489">
                  <c:v>4.3472288621320487</c:v>
                </c:pt>
                <c:pt idx="490">
                  <c:v>4.3687428766618295</c:v>
                </c:pt>
                <c:pt idx="491">
                  <c:v>4.3732568627727115</c:v>
                </c:pt>
                <c:pt idx="492">
                  <c:v>4.3487117935550286</c:v>
                </c:pt>
                <c:pt idx="493">
                  <c:v>4.3624904919099263</c:v>
                </c:pt>
                <c:pt idx="494">
                  <c:v>4.4018937359347277</c:v>
                </c:pt>
                <c:pt idx="495">
                  <c:v>4.4007997471677127</c:v>
                </c:pt>
                <c:pt idx="496">
                  <c:v>4.3779389645859625</c:v>
                </c:pt>
                <c:pt idx="497">
                  <c:v>4.3849964168463789</c:v>
                </c:pt>
                <c:pt idx="498">
                  <c:v>4.3896993154377064</c:v>
                </c:pt>
                <c:pt idx="499">
                  <c:v>4.3970456510984111</c:v>
                </c:pt>
                <c:pt idx="500">
                  <c:v>4.4235698467110893</c:v>
                </c:pt>
                <c:pt idx="501">
                  <c:v>4.4606001505949209</c:v>
                </c:pt>
                <c:pt idx="502">
                  <c:v>4.462046574081632</c:v>
                </c:pt>
                <c:pt idx="503">
                  <c:v>4.4578142404524499</c:v>
                </c:pt>
                <c:pt idx="504">
                  <c:v>4.4290906719837775</c:v>
                </c:pt>
                <c:pt idx="505">
                  <c:v>4.4217918862379886</c:v>
                </c:pt>
                <c:pt idx="506">
                  <c:v>4.4584505360495745</c:v>
                </c:pt>
                <c:pt idx="507">
                  <c:v>4.4800760808734195</c:v>
                </c:pt>
                <c:pt idx="508">
                  <c:v>4.4957054527082532</c:v>
                </c:pt>
                <c:pt idx="509">
                  <c:v>4.521746047514279</c:v>
                </c:pt>
                <c:pt idx="510">
                  <c:v>4.5406432519174791</c:v>
                </c:pt>
                <c:pt idx="511">
                  <c:v>4.5527321110986092</c:v>
                </c:pt>
                <c:pt idx="512">
                  <c:v>4.5788328373655096</c:v>
                </c:pt>
                <c:pt idx="513">
                  <c:v>4.5850201690889119</c:v>
                </c:pt>
                <c:pt idx="514">
                  <c:v>4.6184677105538743</c:v>
                </c:pt>
                <c:pt idx="515">
                  <c:v>4.6240615138408874</c:v>
                </c:pt>
                <c:pt idx="516">
                  <c:v>4.6782299781416796</c:v>
                </c:pt>
                <c:pt idx="517">
                  <c:v>4.7123365679894871</c:v>
                </c:pt>
                <c:pt idx="518">
                  <c:v>4.7418048453565218</c:v>
                </c:pt>
                <c:pt idx="519">
                  <c:v>4.7523592607068448</c:v>
                </c:pt>
                <c:pt idx="520">
                  <c:v>4.7917489893497782</c:v>
                </c:pt>
                <c:pt idx="521">
                  <c:v>4.8429661788358338</c:v>
                </c:pt>
                <c:pt idx="522">
                  <c:v>4.8657038717492966</c:v>
                </c:pt>
                <c:pt idx="523">
                  <c:v>4.9185409636712096</c:v>
                </c:pt>
                <c:pt idx="524">
                  <c:v>4.9393234818187963</c:v>
                </c:pt>
                <c:pt idx="525">
                  <c:v>4.9447215076694917</c:v>
                </c:pt>
                <c:pt idx="526">
                  <c:v>4.9488251359955324</c:v>
                </c:pt>
                <c:pt idx="527">
                  <c:v>4.9385013781146512</c:v>
                </c:pt>
                <c:pt idx="528">
                  <c:v>4.9600880804124596</c:v>
                </c:pt>
                <c:pt idx="529">
                  <c:v>4.9472009682010691</c:v>
                </c:pt>
                <c:pt idx="530">
                  <c:v>4.9022631689918432</c:v>
                </c:pt>
                <c:pt idx="531">
                  <c:v>4.9038717896803661</c:v>
                </c:pt>
                <c:pt idx="532">
                  <c:v>4.9115679099858909</c:v>
                </c:pt>
                <c:pt idx="533">
                  <c:v>4.9135632901734558</c:v>
                </c:pt>
                <c:pt idx="534">
                  <c:v>4.9309642118240697</c:v>
                </c:pt>
                <c:pt idx="535">
                  <c:v>4.8983314169506151</c:v>
                </c:pt>
                <c:pt idx="536">
                  <c:v>4.8733796243364891</c:v>
                </c:pt>
                <c:pt idx="537">
                  <c:v>4.883669107915642</c:v>
                </c:pt>
                <c:pt idx="538">
                  <c:v>4.9002143582470161</c:v>
                </c:pt>
                <c:pt idx="539">
                  <c:v>4.9033167378072973</c:v>
                </c:pt>
                <c:pt idx="540">
                  <c:v>4.9039118436692046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022-4DA3-A5C1-DAA90C22AF82}"/>
            </c:ext>
          </c:extLst>
        </c:ser>
        <c:ser>
          <c:idx val="2"/>
          <c:order val="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plot!$D$2:$D$542</c:f>
              <c:numCache>
                <c:formatCode>General</c:formatCode>
                <c:ptCount val="541"/>
                <c:pt idx="0">
                  <c:v>5.6354662605273385</c:v>
                </c:pt>
                <c:pt idx="1">
                  <c:v>6.2737125942822995</c:v>
                </c:pt>
                <c:pt idx="2">
                  <c:v>6.9717335725901881</c:v>
                </c:pt>
                <c:pt idx="3">
                  <c:v>6.6213090888670045</c:v>
                </c:pt>
                <c:pt idx="4">
                  <c:v>6.3465562208260353</c:v>
                </c:pt>
                <c:pt idx="5">
                  <c:v>6.2779012135951824</c:v>
                </c:pt>
                <c:pt idx="6">
                  <c:v>6.1171366100182114</c:v>
                </c:pt>
                <c:pt idx="7">
                  <c:v>6.3771457993196048</c:v>
                </c:pt>
                <c:pt idx="8">
                  <c:v>6.5045236626424687</c:v>
                </c:pt>
                <c:pt idx="9">
                  <c:v>6.4263240761812384</c:v>
                </c:pt>
                <c:pt idx="10">
                  <c:v>6.507845627085425</c:v>
                </c:pt>
                <c:pt idx="11">
                  <c:v>6.5341904552586421</c:v>
                </c:pt>
                <c:pt idx="12">
                  <c:v>6.5120580028599893</c:v>
                </c:pt>
                <c:pt idx="13">
                  <c:v>6.5420697935284062</c:v>
                </c:pt>
                <c:pt idx="14">
                  <c:v>6.449756936583988</c:v>
                </c:pt>
                <c:pt idx="15">
                  <c:v>6.5853552605362076</c:v>
                </c:pt>
                <c:pt idx="16">
                  <c:v>6.4826348749963563</c:v>
                </c:pt>
                <c:pt idx="17">
                  <c:v>6.6602747641353837</c:v>
                </c:pt>
                <c:pt idx="18">
                  <c:v>6.8044616062967487</c:v>
                </c:pt>
                <c:pt idx="19">
                  <c:v>6.7822975741215572</c:v>
                </c:pt>
                <c:pt idx="20">
                  <c:v>6.7620354402196146</c:v>
                </c:pt>
                <c:pt idx="21">
                  <c:v>6.7747879256228023</c:v>
                </c:pt>
                <c:pt idx="22">
                  <c:v>6.7973745705411268</c:v>
                </c:pt>
                <c:pt idx="23">
                  <c:v>6.8141256468578071</c:v>
                </c:pt>
                <c:pt idx="24">
                  <c:v>6.8266728462429329</c:v>
                </c:pt>
                <c:pt idx="25">
                  <c:v>6.8331884969910384</c:v>
                </c:pt>
                <c:pt idx="26">
                  <c:v>6.8842086320907052</c:v>
                </c:pt>
                <c:pt idx="27">
                  <c:v>6.8668139498185248</c:v>
                </c:pt>
                <c:pt idx="28">
                  <c:v>6.8343632730641692</c:v>
                </c:pt>
                <c:pt idx="29">
                  <c:v>6.8585111404189893</c:v>
                </c:pt>
                <c:pt idx="30">
                  <c:v>6.8924889114615704</c:v>
                </c:pt>
                <c:pt idx="31">
                  <c:v>6.8652791684857775</c:v>
                </c:pt>
                <c:pt idx="32">
                  <c:v>6.8723858271695963</c:v>
                </c:pt>
                <c:pt idx="33">
                  <c:v>6.900697361224899</c:v>
                </c:pt>
                <c:pt idx="34">
                  <c:v>6.9265828267586507</c:v>
                </c:pt>
                <c:pt idx="35">
                  <c:v>6.9017370968904528</c:v>
                </c:pt>
                <c:pt idx="36">
                  <c:v>6.8782107247558013</c:v>
                </c:pt>
                <c:pt idx="37">
                  <c:v>6.8395849705961682</c:v>
                </c:pt>
                <c:pt idx="38">
                  <c:v>6.831615816199391</c:v>
                </c:pt>
                <c:pt idx="39">
                  <c:v>6.828563361866772</c:v>
                </c:pt>
                <c:pt idx="40">
                  <c:v>6.826854749669204</c:v>
                </c:pt>
                <c:pt idx="41">
                  <c:v>6.826304534316419</c:v>
                </c:pt>
                <c:pt idx="42">
                  <c:v>6.7867411424189257</c:v>
                </c:pt>
                <c:pt idx="43">
                  <c:v>6.7857713821525945</c:v>
                </c:pt>
                <c:pt idx="44">
                  <c:v>6.8503899129874997</c:v>
                </c:pt>
                <c:pt idx="45">
                  <c:v>6.8554599288252343</c:v>
                </c:pt>
                <c:pt idx="46">
                  <c:v>6.8744595891230897</c:v>
                </c:pt>
                <c:pt idx="47">
                  <c:v>6.8815488820745117</c:v>
                </c:pt>
                <c:pt idx="48">
                  <c:v>6.9121997118951608</c:v>
                </c:pt>
                <c:pt idx="49">
                  <c:v>6.9388983956923749</c:v>
                </c:pt>
                <c:pt idx="50">
                  <c:v>6.9222881635018885</c:v>
                </c:pt>
                <c:pt idx="51">
                  <c:v>6.8874639725693818</c:v>
                </c:pt>
                <c:pt idx="52">
                  <c:v>6.9287308548798539</c:v>
                </c:pt>
                <c:pt idx="53">
                  <c:v>6.9492412150964409</c:v>
                </c:pt>
                <c:pt idx="54">
                  <c:v>6.9341301068344503</c:v>
                </c:pt>
                <c:pt idx="55">
                  <c:v>6.9471443244565627</c:v>
                </c:pt>
                <c:pt idx="56">
                  <c:v>6.9337569194581841</c:v>
                </c:pt>
                <c:pt idx="57">
                  <c:v>6.9723804560219449</c:v>
                </c:pt>
                <c:pt idx="58">
                  <c:v>7.0078905891620682</c:v>
                </c:pt>
                <c:pt idx="59">
                  <c:v>7.033869091374191</c:v>
                </c:pt>
                <c:pt idx="60">
                  <c:v>7.0193598425924364</c:v>
                </c:pt>
                <c:pt idx="61">
                  <c:v>7.0640459485119713</c:v>
                </c:pt>
                <c:pt idx="62">
                  <c:v>7.0634567575140528</c:v>
                </c:pt>
                <c:pt idx="63">
                  <c:v>7.136061372878939</c:v>
                </c:pt>
                <c:pt idx="64">
                  <c:v>7.2217557532077441</c:v>
                </c:pt>
                <c:pt idx="65">
                  <c:v>7.2324071760023436</c:v>
                </c:pt>
                <c:pt idx="66">
                  <c:v>7.2665629533725697</c:v>
                </c:pt>
                <c:pt idx="67">
                  <c:v>7.2965381315796893</c:v>
                </c:pt>
                <c:pt idx="68">
                  <c:v>7.3438507631772332</c:v>
                </c:pt>
                <c:pt idx="69">
                  <c:v>7.3726873456674369</c:v>
                </c:pt>
                <c:pt idx="70">
                  <c:v>7.4321038578043241</c:v>
                </c:pt>
                <c:pt idx="71">
                  <c:v>7.4570364000286489</c:v>
                </c:pt>
                <c:pt idx="72">
                  <c:v>7.473469950159628</c:v>
                </c:pt>
                <c:pt idx="73">
                  <c:v>7.4525792093566254</c:v>
                </c:pt>
                <c:pt idx="74">
                  <c:v>7.4615866132570217</c:v>
                </c:pt>
                <c:pt idx="75">
                  <c:v>7.5365174773762327</c:v>
                </c:pt>
                <c:pt idx="76">
                  <c:v>7.5796037998486687</c:v>
                </c:pt>
                <c:pt idx="77">
                  <c:v>7.6170821857429969</c:v>
                </c:pt>
                <c:pt idx="78">
                  <c:v>7.6213351619243745</c:v>
                </c:pt>
                <c:pt idx="79">
                  <c:v>7.6440645971888017</c:v>
                </c:pt>
                <c:pt idx="80">
                  <c:v>7.6024213426197527</c:v>
                </c:pt>
                <c:pt idx="81">
                  <c:v>7.5782486996875047</c:v>
                </c:pt>
                <c:pt idx="82">
                  <c:v>7.557807432024723</c:v>
                </c:pt>
                <c:pt idx="83">
                  <c:v>7.620008322134157</c:v>
                </c:pt>
                <c:pt idx="84">
                  <c:v>7.6073085512211369</c:v>
                </c:pt>
                <c:pt idx="85">
                  <c:v>7.5090520726172842</c:v>
                </c:pt>
                <c:pt idx="86">
                  <c:v>7.5154686909378743</c:v>
                </c:pt>
                <c:pt idx="87">
                  <c:v>7.5190846953161099</c:v>
                </c:pt>
                <c:pt idx="88">
                  <c:v>7.4982993928110684</c:v>
                </c:pt>
                <c:pt idx="89">
                  <c:v>7.4580718076551999</c:v>
                </c:pt>
                <c:pt idx="90">
                  <c:v>7.4227919863762777</c:v>
                </c:pt>
                <c:pt idx="91">
                  <c:v>7.4081029341290492</c:v>
                </c:pt>
                <c:pt idx="92">
                  <c:v>7.4090725453133057</c:v>
                </c:pt>
                <c:pt idx="93">
                  <c:v>7.3625465126758165</c:v>
                </c:pt>
                <c:pt idx="94">
                  <c:v>7.3007644826341371</c:v>
                </c:pt>
                <c:pt idx="95">
                  <c:v>7.2951403194038722</c:v>
                </c:pt>
                <c:pt idx="96">
                  <c:v>7.2735251981133002</c:v>
                </c:pt>
                <c:pt idx="97">
                  <c:v>7.2152138779907844</c:v>
                </c:pt>
                <c:pt idx="98">
                  <c:v>7.1668085446615191</c:v>
                </c:pt>
                <c:pt idx="99">
                  <c:v>7.1579894919871698</c:v>
                </c:pt>
                <c:pt idx="100">
                  <c:v>7.080661816703735</c:v>
                </c:pt>
                <c:pt idx="101">
                  <c:v>7.0129790599485542</c:v>
                </c:pt>
                <c:pt idx="102">
                  <c:v>7.0134047882013313</c:v>
                </c:pt>
                <c:pt idx="103">
                  <c:v>7.0195585794815036</c:v>
                </c:pt>
                <c:pt idx="104">
                  <c:v>7.0021563848703625</c:v>
                </c:pt>
                <c:pt idx="105">
                  <c:v>6.9357546961412844</c:v>
                </c:pt>
                <c:pt idx="106">
                  <c:v>6.9127386366101291</c:v>
                </c:pt>
                <c:pt idx="107">
                  <c:v>6.8539868954246632</c:v>
                </c:pt>
                <c:pt idx="108">
                  <c:v>6.7713377564183741</c:v>
                </c:pt>
                <c:pt idx="109">
                  <c:v>6.6831180678232496</c:v>
                </c:pt>
                <c:pt idx="110">
                  <c:v>6.6546712423667174</c:v>
                </c:pt>
                <c:pt idx="111">
                  <c:v>6.5883480319563379</c:v>
                </c:pt>
                <c:pt idx="112">
                  <c:v>6.5236863581664055</c:v>
                </c:pt>
                <c:pt idx="113">
                  <c:v>6.4993130507604331</c:v>
                </c:pt>
                <c:pt idx="114">
                  <c:v>6.4642025890487727</c:v>
                </c:pt>
                <c:pt idx="115">
                  <c:v>6.4915183992625201</c:v>
                </c:pt>
                <c:pt idx="116">
                  <c:v>6.433526438569352</c:v>
                </c:pt>
                <c:pt idx="117">
                  <c:v>6.3613995753508892</c:v>
                </c:pt>
                <c:pt idx="118">
                  <c:v>6.3564225017049401</c:v>
                </c:pt>
                <c:pt idx="119">
                  <c:v>6.3623551145848554</c:v>
                </c:pt>
                <c:pt idx="120">
                  <c:v>6.371131718467594</c:v>
                </c:pt>
                <c:pt idx="121">
                  <c:v>6.357114502264519</c:v>
                </c:pt>
                <c:pt idx="122">
                  <c:v>6.3548873616434474</c:v>
                </c:pt>
                <c:pt idx="123">
                  <c:v>6.3018488311108047</c:v>
                </c:pt>
                <c:pt idx="124">
                  <c:v>6.2780933419553708</c:v>
                </c:pt>
                <c:pt idx="125">
                  <c:v>6.2670551897743998</c:v>
                </c:pt>
                <c:pt idx="126">
                  <c:v>6.233679074971251</c:v>
                </c:pt>
                <c:pt idx="127">
                  <c:v>6.2143267196766496</c:v>
                </c:pt>
                <c:pt idx="128">
                  <c:v>6.2187355902856334</c:v>
                </c:pt>
                <c:pt idx="129">
                  <c:v>6.2605823325702064</c:v>
                </c:pt>
                <c:pt idx="130">
                  <c:v>6.2223853180776025</c:v>
                </c:pt>
                <c:pt idx="131">
                  <c:v>6.1957990083889598</c:v>
                </c:pt>
                <c:pt idx="132">
                  <c:v>6.1601436930380684</c:v>
                </c:pt>
                <c:pt idx="133">
                  <c:v>6.1176333654704589</c:v>
                </c:pt>
                <c:pt idx="134">
                  <c:v>6.1542686642745457</c:v>
                </c:pt>
                <c:pt idx="135">
                  <c:v>6.2542192160794858</c:v>
                </c:pt>
                <c:pt idx="136">
                  <c:v>6.2501234457820916</c:v>
                </c:pt>
                <c:pt idx="137">
                  <c:v>6.2756192177585222</c:v>
                </c:pt>
                <c:pt idx="138">
                  <c:v>6.1858482008849656</c:v>
                </c:pt>
                <c:pt idx="139">
                  <c:v>6.285537061235611</c:v>
                </c:pt>
                <c:pt idx="140">
                  <c:v>6.3748224444126977</c:v>
                </c:pt>
                <c:pt idx="141">
                  <c:v>6.4552522183599192</c:v>
                </c:pt>
                <c:pt idx="142">
                  <c:v>6.4257676133577242</c:v>
                </c:pt>
                <c:pt idx="143">
                  <c:v>6.3800903981527535</c:v>
                </c:pt>
                <c:pt idx="144">
                  <c:v>6.3771106038614196</c:v>
                </c:pt>
                <c:pt idx="145">
                  <c:v>6.3379818537670314</c:v>
                </c:pt>
                <c:pt idx="146">
                  <c:v>6.4310380164696923</c:v>
                </c:pt>
                <c:pt idx="147">
                  <c:v>6.5062884077355996</c:v>
                </c:pt>
                <c:pt idx="148">
                  <c:v>6.5681186006053167</c:v>
                </c:pt>
                <c:pt idx="149">
                  <c:v>6.6070851330956319</c:v>
                </c:pt>
                <c:pt idx="150">
                  <c:v>6.6308240869524182</c:v>
                </c:pt>
                <c:pt idx="151">
                  <c:v>6.6465855937219738</c:v>
                </c:pt>
                <c:pt idx="152">
                  <c:v>6.6119740142115457</c:v>
                </c:pt>
                <c:pt idx="153">
                  <c:v>6.652294719758868</c:v>
                </c:pt>
                <c:pt idx="154">
                  <c:v>6.7666448367025742</c:v>
                </c:pt>
                <c:pt idx="155">
                  <c:v>6.8093769308458185</c:v>
                </c:pt>
                <c:pt idx="156">
                  <c:v>6.8392902493092089</c:v>
                </c:pt>
                <c:pt idx="157">
                  <c:v>6.8507646960078565</c:v>
                </c:pt>
                <c:pt idx="158">
                  <c:v>6.8657183922332994</c:v>
                </c:pt>
                <c:pt idx="159">
                  <c:v>6.8232422440609231</c:v>
                </c:pt>
                <c:pt idx="160">
                  <c:v>6.8397952229108725</c:v>
                </c:pt>
                <c:pt idx="161">
                  <c:v>6.9453932483262371</c:v>
                </c:pt>
                <c:pt idx="162">
                  <c:v>6.9731460879857021</c:v>
                </c:pt>
                <c:pt idx="163">
                  <c:v>6.8925679109851785</c:v>
                </c:pt>
                <c:pt idx="164">
                  <c:v>6.8423964954829231</c:v>
                </c:pt>
                <c:pt idx="165">
                  <c:v>6.9215123729923196</c:v>
                </c:pt>
                <c:pt idx="166">
                  <c:v>6.8836739538854843</c:v>
                </c:pt>
                <c:pt idx="167">
                  <c:v>6.9061712636994308</c:v>
                </c:pt>
                <c:pt idx="168">
                  <c:v>6.9268632035546522</c:v>
                </c:pt>
                <c:pt idx="169">
                  <c:v>6.9271612186237199</c:v>
                </c:pt>
                <c:pt idx="170">
                  <c:v>6.8638710463526724</c:v>
                </c:pt>
                <c:pt idx="171">
                  <c:v>6.8361215424046442</c:v>
                </c:pt>
                <c:pt idx="172">
                  <c:v>6.8884700593622457</c:v>
                </c:pt>
                <c:pt idx="173">
                  <c:v>6.9298845102158104</c:v>
                </c:pt>
                <c:pt idx="174">
                  <c:v>6.9649795768737626</c:v>
                </c:pt>
                <c:pt idx="175">
                  <c:v>6.9400507057955387</c:v>
                </c:pt>
                <c:pt idx="176">
                  <c:v>6.9409242848290571</c:v>
                </c:pt>
                <c:pt idx="177">
                  <c:v>6.9218102529557557</c:v>
                </c:pt>
                <c:pt idx="178">
                  <c:v>6.9248132411568779</c:v>
                </c:pt>
                <c:pt idx="179">
                  <c:v>6.9755158500708347</c:v>
                </c:pt>
                <c:pt idx="180">
                  <c:v>6.9703823019748326</c:v>
                </c:pt>
                <c:pt idx="181">
                  <c:v>6.9779451331746465</c:v>
                </c:pt>
                <c:pt idx="182">
                  <c:v>7.0314040087722827</c:v>
                </c:pt>
                <c:pt idx="183">
                  <c:v>7.0813244772120196</c:v>
                </c:pt>
                <c:pt idx="184">
                  <c:v>7.1214188435569179</c:v>
                </c:pt>
                <c:pt idx="185">
                  <c:v>7.1190360740606895</c:v>
                </c:pt>
                <c:pt idx="186">
                  <c:v>7.1353951670125442</c:v>
                </c:pt>
                <c:pt idx="187">
                  <c:v>7.1411221176751063</c:v>
                </c:pt>
                <c:pt idx="188">
                  <c:v>7.1215588036729942</c:v>
                </c:pt>
                <c:pt idx="189">
                  <c:v>7.0785170427647097</c:v>
                </c:pt>
                <c:pt idx="190">
                  <c:v>7.0648576398488645</c:v>
                </c:pt>
                <c:pt idx="191">
                  <c:v>7.0506414573100837</c:v>
                </c:pt>
                <c:pt idx="192">
                  <c:v>7.0509356614685936</c:v>
                </c:pt>
                <c:pt idx="193">
                  <c:v>7.0650955981355477</c:v>
                </c:pt>
                <c:pt idx="194">
                  <c:v>7.0795692873481748</c:v>
                </c:pt>
                <c:pt idx="195">
                  <c:v>7.1117787586218792</c:v>
                </c:pt>
                <c:pt idx="196">
                  <c:v>7.1140819369250163</c:v>
                </c:pt>
                <c:pt idx="197">
                  <c:v>7.1529361174361199</c:v>
                </c:pt>
                <c:pt idx="198">
                  <c:v>7.151891229121329</c:v>
                </c:pt>
                <c:pt idx="199">
                  <c:v>7.1983730076764605</c:v>
                </c:pt>
                <c:pt idx="200">
                  <c:v>7.2211885285218944</c:v>
                </c:pt>
                <c:pt idx="201">
                  <c:v>7.2646118137556339</c:v>
                </c:pt>
                <c:pt idx="202">
                  <c:v>7.3478848309658984</c:v>
                </c:pt>
                <c:pt idx="203">
                  <c:v>7.4328167962425971</c:v>
                </c:pt>
                <c:pt idx="204">
                  <c:v>7.4875471555922601</c:v>
                </c:pt>
                <c:pt idx="205">
                  <c:v>7.5713781497408714</c:v>
                </c:pt>
                <c:pt idx="206">
                  <c:v>7.6472214939976881</c:v>
                </c:pt>
                <c:pt idx="207">
                  <c:v>7.6455724971597983</c:v>
                </c:pt>
                <c:pt idx="208">
                  <c:v>7.6231059774532701</c:v>
                </c:pt>
                <c:pt idx="209">
                  <c:v>7.5685947314841684</c:v>
                </c:pt>
                <c:pt idx="210">
                  <c:v>7.4923358395769508</c:v>
                </c:pt>
                <c:pt idx="211">
                  <c:v>7.4125292228820951</c:v>
                </c:pt>
                <c:pt idx="212">
                  <c:v>7.3577511199977277</c:v>
                </c:pt>
                <c:pt idx="213">
                  <c:v>7.3917725441355584</c:v>
                </c:pt>
                <c:pt idx="214">
                  <c:v>7.421253580485569</c:v>
                </c:pt>
                <c:pt idx="215">
                  <c:v>7.4384195429009363</c:v>
                </c:pt>
                <c:pt idx="216">
                  <c:v>7.4552547294611298</c:v>
                </c:pt>
                <c:pt idx="217">
                  <c:v>7.4981140372029778</c:v>
                </c:pt>
                <c:pt idx="218">
                  <c:v>7.5376374844218494</c:v>
                </c:pt>
                <c:pt idx="219">
                  <c:v>7.543131233447693</c:v>
                </c:pt>
                <c:pt idx="220">
                  <c:v>7.6403998709247354</c:v>
                </c:pt>
                <c:pt idx="221">
                  <c:v>7.7371533739249063</c:v>
                </c:pt>
                <c:pt idx="222">
                  <c:v>7.8210463116759055</c:v>
                </c:pt>
                <c:pt idx="223">
                  <c:v>7.8022659208289165</c:v>
                </c:pt>
                <c:pt idx="224">
                  <c:v>7.8105435539929458</c:v>
                </c:pt>
                <c:pt idx="225">
                  <c:v>7.8357778569734844</c:v>
                </c:pt>
                <c:pt idx="226">
                  <c:v>7.8831345982301393</c:v>
                </c:pt>
                <c:pt idx="227">
                  <c:v>7.880809924155237</c:v>
                </c:pt>
                <c:pt idx="228">
                  <c:v>7.8990063605122076</c:v>
                </c:pt>
                <c:pt idx="229">
                  <c:v>7.8866389587690371</c:v>
                </c:pt>
                <c:pt idx="230">
                  <c:v>7.8832377630264396</c:v>
                </c:pt>
                <c:pt idx="231">
                  <c:v>7.8454997972856422</c:v>
                </c:pt>
                <c:pt idx="232">
                  <c:v>7.8457745182804048</c:v>
                </c:pt>
                <c:pt idx="233">
                  <c:v>7.8312319345136121</c:v>
                </c:pt>
                <c:pt idx="234">
                  <c:v>7.7562553161736405</c:v>
                </c:pt>
                <c:pt idx="235">
                  <c:v>7.646571496148205</c:v>
                </c:pt>
                <c:pt idx="236">
                  <c:v>7.628276292916162</c:v>
                </c:pt>
                <c:pt idx="237">
                  <c:v>7.625060536640305</c:v>
                </c:pt>
                <c:pt idx="238">
                  <c:v>7.5703609254687221</c:v>
                </c:pt>
                <c:pt idx="239">
                  <c:v>7.5358444556636943</c:v>
                </c:pt>
                <c:pt idx="240">
                  <c:v>7.453807664294593</c:v>
                </c:pt>
                <c:pt idx="241">
                  <c:v>7.4008519407020028</c:v>
                </c:pt>
                <c:pt idx="242">
                  <c:v>7.3265480924985678</c:v>
                </c:pt>
                <c:pt idx="243">
                  <c:v>7.3140723639922358</c:v>
                </c:pt>
                <c:pt idx="244">
                  <c:v>7.265895335885272</c:v>
                </c:pt>
                <c:pt idx="245">
                  <c:v>7.2737742304029203</c:v>
                </c:pt>
                <c:pt idx="246">
                  <c:v>7.2840159826420745</c:v>
                </c:pt>
                <c:pt idx="247">
                  <c:v>7.2637513120154393</c:v>
                </c:pt>
                <c:pt idx="248">
                  <c:v>7.3662001230076166</c:v>
                </c:pt>
                <c:pt idx="249">
                  <c:v>7.3951575458377077</c:v>
                </c:pt>
                <c:pt idx="250">
                  <c:v>7.3252681297034936</c:v>
                </c:pt>
                <c:pt idx="251">
                  <c:v>7.3541146913751279</c:v>
                </c:pt>
                <c:pt idx="252">
                  <c:v>7.4095995737445239</c:v>
                </c:pt>
                <c:pt idx="253">
                  <c:v>7.4524386808651402</c:v>
                </c:pt>
                <c:pt idx="254">
                  <c:v>7.4285780387641696</c:v>
                </c:pt>
                <c:pt idx="255">
                  <c:v>7.4140549474787569</c:v>
                </c:pt>
                <c:pt idx="256">
                  <c:v>7.4248813064420078</c:v>
                </c:pt>
                <c:pt idx="257">
                  <c:v>7.2761122845940998</c:v>
                </c:pt>
                <c:pt idx="258">
                  <c:v>7.1346608818845816</c:v>
                </c:pt>
                <c:pt idx="259">
                  <c:v>7</c:v>
                </c:pt>
                <c:pt idx="260">
                  <c:v>6.8550947383046781</c:v>
                </c:pt>
                <c:pt idx="261">
                  <c:v>6.5780380560323479</c:v>
                </c:pt>
                <c:pt idx="262">
                  <c:v>6.7329515515307028</c:v>
                </c:pt>
                <c:pt idx="263">
                  <c:v>6.8815859522643654</c:v>
                </c:pt>
                <c:pt idx="264">
                  <c:v>6.8924580235190387</c:v>
                </c:pt>
                <c:pt idx="265">
                  <c:v>6.7736126906564067</c:v>
                </c:pt>
                <c:pt idx="266">
                  <c:v>6.7221393926351514</c:v>
                </c:pt>
                <c:pt idx="267">
                  <c:v>6.7767243224201019</c:v>
                </c:pt>
                <c:pt idx="268">
                  <c:v>6.7722197050127875</c:v>
                </c:pt>
                <c:pt idx="269">
                  <c:v>6.7534117153465596</c:v>
                </c:pt>
                <c:pt idx="270">
                  <c:v>6.758542766317797</c:v>
                </c:pt>
                <c:pt idx="271">
                  <c:v>6.6964323038048192</c:v>
                </c:pt>
                <c:pt idx="272">
                  <c:v>6.6213031651839085</c:v>
                </c:pt>
                <c:pt idx="273">
                  <c:v>6.5816598979056122</c:v>
                </c:pt>
                <c:pt idx="274">
                  <c:v>6.6442339357913927</c:v>
                </c:pt>
                <c:pt idx="275">
                  <c:v>6.6712701192783319</c:v>
                </c:pt>
                <c:pt idx="276">
                  <c:v>6.6775403902476764</c:v>
                </c:pt>
                <c:pt idx="277">
                  <c:v>6.7129911201497903</c:v>
                </c:pt>
                <c:pt idx="278">
                  <c:v>6.7528357460652204</c:v>
                </c:pt>
                <c:pt idx="279">
                  <c:v>6.7764479428872519</c:v>
                </c:pt>
                <c:pt idx="280">
                  <c:v>6.8598894321605357</c:v>
                </c:pt>
                <c:pt idx="281">
                  <c:v>7.0007928743836674</c:v>
                </c:pt>
                <c:pt idx="282">
                  <c:v>7.0773313324531024</c:v>
                </c:pt>
                <c:pt idx="283">
                  <c:v>7.1604037783659349</c:v>
                </c:pt>
                <c:pt idx="284">
                  <c:v>7.267076624981577</c:v>
                </c:pt>
                <c:pt idx="285">
                  <c:v>7.0580686424563783</c:v>
                </c:pt>
                <c:pt idx="286">
                  <c:v>6.5433121724992906</c:v>
                </c:pt>
                <c:pt idx="287">
                  <c:v>7.1721749263478607</c:v>
                </c:pt>
                <c:pt idx="288">
                  <c:v>7.491311310283109</c:v>
                </c:pt>
                <c:pt idx="289">
                  <c:v>7.7026670932401728</c:v>
                </c:pt>
                <c:pt idx="290">
                  <c:v>7.9086261050615612</c:v>
                </c:pt>
                <c:pt idx="291">
                  <c:v>8.1521925612665793</c:v>
                </c:pt>
                <c:pt idx="292">
                  <c:v>8.0910191541396035</c:v>
                </c:pt>
                <c:pt idx="293">
                  <c:v>8.2117817477174917</c:v>
                </c:pt>
                <c:pt idx="294">
                  <c:v>8.2282945256540021</c:v>
                </c:pt>
                <c:pt idx="295">
                  <c:v>8.1323864857396675</c:v>
                </c:pt>
                <c:pt idx="296">
                  <c:v>8.1777537639683384</c:v>
                </c:pt>
                <c:pt idx="297">
                  <c:v>8.422003985112962</c:v>
                </c:pt>
                <c:pt idx="298">
                  <c:v>8.5210917966171635</c:v>
                </c:pt>
                <c:pt idx="299">
                  <c:v>8.6434565752612134</c:v>
                </c:pt>
                <c:pt idx="300">
                  <c:v>8.7266653194616435</c:v>
                </c:pt>
                <c:pt idx="301">
                  <c:v>8.6431755555487619</c:v>
                </c:pt>
                <c:pt idx="302">
                  <c:v>8.3902288924193176</c:v>
                </c:pt>
                <c:pt idx="303">
                  <c:v>8.2866047369785889</c:v>
                </c:pt>
                <c:pt idx="304">
                  <c:v>8.4020780848677994</c:v>
                </c:pt>
                <c:pt idx="305">
                  <c:v>8.6486862999312191</c:v>
                </c:pt>
                <c:pt idx="306">
                  <c:v>8.7166064536586916</c:v>
                </c:pt>
                <c:pt idx="307">
                  <c:v>8.6397233364657939</c:v>
                </c:pt>
                <c:pt idx="308">
                  <c:v>8.6099509005638151</c:v>
                </c:pt>
                <c:pt idx="309">
                  <c:v>8.561713158781572</c:v>
                </c:pt>
                <c:pt idx="310">
                  <c:v>8.4757205304429633</c:v>
                </c:pt>
                <c:pt idx="311">
                  <c:v>8.1339276216958787</c:v>
                </c:pt>
                <c:pt idx="312">
                  <c:v>8.0677417397535258</c:v>
                </c:pt>
                <c:pt idx="313">
                  <c:v>8.5405927756764228</c:v>
                </c:pt>
                <c:pt idx="314">
                  <c:v>8.5442347762415949</c:v>
                </c:pt>
                <c:pt idx="315">
                  <c:v>8.6047734291612965</c:v>
                </c:pt>
                <c:pt idx="316">
                  <c:v>8.571456678724175</c:v>
                </c:pt>
                <c:pt idx="317">
                  <c:v>8.6747545680425144</c:v>
                </c:pt>
                <c:pt idx="318">
                  <c:v>8.7659162446463661</c:v>
                </c:pt>
                <c:pt idx="319">
                  <c:v>8.7721873076142423</c:v>
                </c:pt>
                <c:pt idx="320">
                  <c:v>8.7379124439479323</c:v>
                </c:pt>
                <c:pt idx="321">
                  <c:v>8.9547005168451879</c:v>
                </c:pt>
                <c:pt idx="322">
                  <c:v>9.1050309311763318</c:v>
                </c:pt>
                <c:pt idx="323">
                  <c:v>9.1974832858494473</c:v>
                </c:pt>
                <c:pt idx="324">
                  <c:v>9.3247757488783929</c:v>
                </c:pt>
                <c:pt idx="325">
                  <c:v>9.4692552880716665</c:v>
                </c:pt>
                <c:pt idx="326">
                  <c:v>9.5529062097082384</c:v>
                </c:pt>
                <c:pt idx="327">
                  <c:v>9.6172984106583481</c:v>
                </c:pt>
                <c:pt idx="328">
                  <c:v>9.8023870127447967</c:v>
                </c:pt>
                <c:pt idx="329">
                  <c:v>9.9353731438629289</c:v>
                </c:pt>
                <c:pt idx="330">
                  <c:v>9.9452360412775462</c:v>
                </c:pt>
                <c:pt idx="331">
                  <c:v>9.9388794051982892</c:v>
                </c:pt>
                <c:pt idx="332">
                  <c:v>10.022829012773276</c:v>
                </c:pt>
                <c:pt idx="333">
                  <c:v>9.9948141054602075</c:v>
                </c:pt>
                <c:pt idx="334">
                  <c:v>9.9409644671072357</c:v>
                </c:pt>
                <c:pt idx="335">
                  <c:v>9.8699050175734193</c:v>
                </c:pt>
                <c:pt idx="336">
                  <c:v>9.7461788959562892</c:v>
                </c:pt>
                <c:pt idx="337">
                  <c:v>9.6362807331767009</c:v>
                </c:pt>
                <c:pt idx="338">
                  <c:v>9.5400650251289001</c:v>
                </c:pt>
                <c:pt idx="339">
                  <c:v>9.4846981039517928</c:v>
                </c:pt>
                <c:pt idx="340">
                  <c:v>9.3546949560837724</c:v>
                </c:pt>
                <c:pt idx="341">
                  <c:v>9.329115900803469</c:v>
                </c:pt>
                <c:pt idx="342">
                  <c:v>9.3013107519707336</c:v>
                </c:pt>
                <c:pt idx="343">
                  <c:v>9.2282480120464268</c:v>
                </c:pt>
                <c:pt idx="344">
                  <c:v>9.318203912823062</c:v>
                </c:pt>
                <c:pt idx="345">
                  <c:v>9.5132030440472644</c:v>
                </c:pt>
                <c:pt idx="346">
                  <c:v>9.7266160478356589</c:v>
                </c:pt>
                <c:pt idx="347">
                  <c:v>9.9819160460690401</c:v>
                </c:pt>
                <c:pt idx="348">
                  <c:v>10.178992636016334</c:v>
                </c:pt>
                <c:pt idx="349">
                  <c:v>10.192748886375526</c:v>
                </c:pt>
                <c:pt idx="350">
                  <c:v>10.219292949930999</c:v>
                </c:pt>
                <c:pt idx="351">
                  <c:v>10.429113075698131</c:v>
                </c:pt>
                <c:pt idx="352">
                  <c:v>10.558772067594703</c:v>
                </c:pt>
                <c:pt idx="353">
                  <c:v>10.592484519130911</c:v>
                </c:pt>
                <c:pt idx="354">
                  <c:v>10.56659008071974</c:v>
                </c:pt>
                <c:pt idx="355">
                  <c:v>10.478287201997041</c:v>
                </c:pt>
                <c:pt idx="356">
                  <c:v>10.603858810627671</c:v>
                </c:pt>
                <c:pt idx="357">
                  <c:v>10.737435530388172</c:v>
                </c:pt>
                <c:pt idx="358">
                  <c:v>10.546122080777284</c:v>
                </c:pt>
                <c:pt idx="359">
                  <c:v>10.634661254589762</c:v>
                </c:pt>
                <c:pt idx="360">
                  <c:v>10.98867281843912</c:v>
                </c:pt>
                <c:pt idx="361">
                  <c:v>11.094147939659621</c:v>
                </c:pt>
                <c:pt idx="362">
                  <c:v>11.098296297494464</c:v>
                </c:pt>
                <c:pt idx="363">
                  <c:v>11.002199929648159</c:v>
                </c:pt>
                <c:pt idx="364">
                  <c:v>11.009094677479183</c:v>
                </c:pt>
                <c:pt idx="365">
                  <c:v>10.895714031955293</c:v>
                </c:pt>
                <c:pt idx="366">
                  <c:v>10.637880532929653</c:v>
                </c:pt>
                <c:pt idx="367">
                  <c:v>10.441105163316053</c:v>
                </c:pt>
                <c:pt idx="368">
                  <c:v>10.342692432720558</c:v>
                </c:pt>
                <c:pt idx="369">
                  <c:v>10.083078744630521</c:v>
                </c:pt>
                <c:pt idx="370">
                  <c:v>9.9864989781541809</c:v>
                </c:pt>
                <c:pt idx="371">
                  <c:v>9.8184592531479939</c:v>
                </c:pt>
                <c:pt idx="372">
                  <c:v>9.6117538246447403</c:v>
                </c:pt>
                <c:pt idx="373">
                  <c:v>9.3265797165338498</c:v>
                </c:pt>
                <c:pt idx="374">
                  <c:v>9.0208308657143874</c:v>
                </c:pt>
                <c:pt idx="375">
                  <c:v>8.8921399382755464</c:v>
                </c:pt>
                <c:pt idx="376">
                  <c:v>8.7079324112557241</c:v>
                </c:pt>
                <c:pt idx="377">
                  <c:v>8.5384284021032713</c:v>
                </c:pt>
                <c:pt idx="378">
                  <c:v>8.3137049512169838</c:v>
                </c:pt>
                <c:pt idx="379">
                  <c:v>8.0563094180588646</c:v>
                </c:pt>
                <c:pt idx="380">
                  <c:v>7.7782032911508097</c:v>
                </c:pt>
                <c:pt idx="381">
                  <c:v>7.5148425369028473</c:v>
                </c:pt>
                <c:pt idx="382">
                  <c:v>7.2575079783136216</c:v>
                </c:pt>
                <c:pt idx="383">
                  <c:v>6.9726074544466687</c:v>
                </c:pt>
                <c:pt idx="384">
                  <c:v>6.8427892894815354</c:v>
                </c:pt>
                <c:pt idx="385">
                  <c:v>6.7181197671725581</c:v>
                </c:pt>
                <c:pt idx="386">
                  <c:v>6.618635443935486</c:v>
                </c:pt>
                <c:pt idx="387">
                  <c:v>6.5482831000037338</c:v>
                </c:pt>
                <c:pt idx="388">
                  <c:v>6.5454594389042642</c:v>
                </c:pt>
                <c:pt idx="389">
                  <c:v>6.5408908652865279</c:v>
                </c:pt>
                <c:pt idx="390">
                  <c:v>6.4969711879880983</c:v>
                </c:pt>
                <c:pt idx="391">
                  <c:v>6.5006560962381439</c:v>
                </c:pt>
                <c:pt idx="392">
                  <c:v>6.6342434520729814</c:v>
                </c:pt>
                <c:pt idx="393">
                  <c:v>6.7230405471938308</c:v>
                </c:pt>
                <c:pt idx="394">
                  <c:v>6.7899147690319843</c:v>
                </c:pt>
                <c:pt idx="395">
                  <c:v>6.7798035008794715</c:v>
                </c:pt>
                <c:pt idx="396">
                  <c:v>6.7139414252052605</c:v>
                </c:pt>
                <c:pt idx="397">
                  <c:v>6.6112842440595818</c:v>
                </c:pt>
                <c:pt idx="398">
                  <c:v>6.5334720007835747</c:v>
                </c:pt>
                <c:pt idx="399">
                  <c:v>6.4504771334558129</c:v>
                </c:pt>
                <c:pt idx="400">
                  <c:v>6.4668481366678607</c:v>
                </c:pt>
                <c:pt idx="401">
                  <c:v>6.4160295465579216</c:v>
                </c:pt>
                <c:pt idx="402">
                  <c:v>6.3625088904164002</c:v>
                </c:pt>
                <c:pt idx="403">
                  <c:v>6.3327152219656933</c:v>
                </c:pt>
                <c:pt idx="404">
                  <c:v>6.2549823788713725</c:v>
                </c:pt>
                <c:pt idx="405">
                  <c:v>6.238322355560654</c:v>
                </c:pt>
                <c:pt idx="406">
                  <c:v>6.1185104456033423</c:v>
                </c:pt>
                <c:pt idx="407">
                  <c:v>6.0300337930863037</c:v>
                </c:pt>
                <c:pt idx="408">
                  <c:v>6.0512437768482839</c:v>
                </c:pt>
                <c:pt idx="409">
                  <c:v>6.0664856079611766</c:v>
                </c:pt>
                <c:pt idx="410">
                  <c:v>6.0340686726734569</c:v>
                </c:pt>
                <c:pt idx="411">
                  <c:v>6.0357030175386113</c:v>
                </c:pt>
                <c:pt idx="412">
                  <c:v>6.0519008677434023</c:v>
                </c:pt>
                <c:pt idx="413">
                  <c:v>6.1064556724667547</c:v>
                </c:pt>
                <c:pt idx="414">
                  <c:v>6.0813111500897588</c:v>
                </c:pt>
                <c:pt idx="415">
                  <c:v>6.0460655827471115</c:v>
                </c:pt>
                <c:pt idx="416">
                  <c:v>6.0060076955049295</c:v>
                </c:pt>
                <c:pt idx="417">
                  <c:v>5.9488708045922118</c:v>
                </c:pt>
                <c:pt idx="418">
                  <c:v>5.9237266739196341</c:v>
                </c:pt>
                <c:pt idx="419">
                  <c:v>5.9152729212479898</c:v>
                </c:pt>
                <c:pt idx="420">
                  <c:v>5.9834444226960617</c:v>
                </c:pt>
                <c:pt idx="421">
                  <c:v>6.0208087934142842</c:v>
                </c:pt>
                <c:pt idx="422">
                  <c:v>6.0664203967825028</c:v>
                </c:pt>
                <c:pt idx="423">
                  <c:v>5.9961208808995226</c:v>
                </c:pt>
                <c:pt idx="424">
                  <c:v>5.9328042547129876</c:v>
                </c:pt>
                <c:pt idx="425">
                  <c:v>5.9554578666008373</c:v>
                </c:pt>
                <c:pt idx="426">
                  <c:v>6.0226243533658144</c:v>
                </c:pt>
                <c:pt idx="427">
                  <c:v>6.0758395659579723</c:v>
                </c:pt>
                <c:pt idx="428">
                  <c:v>6.2716057337786211</c:v>
                </c:pt>
                <c:pt idx="429">
                  <c:v>6.2607610423788911</c:v>
                </c:pt>
                <c:pt idx="430">
                  <c:v>6.1680679760595059</c:v>
                </c:pt>
                <c:pt idx="431">
                  <c:v>6.0626615909934749</c:v>
                </c:pt>
                <c:pt idx="432">
                  <c:v>5.9168310653725644</c:v>
                </c:pt>
                <c:pt idx="433">
                  <c:v>5.9071709661688789</c:v>
                </c:pt>
                <c:pt idx="434">
                  <c:v>5.8866380607824764</c:v>
                </c:pt>
                <c:pt idx="435">
                  <c:v>5.8132478655732891</c:v>
                </c:pt>
                <c:pt idx="436">
                  <c:v>5.8936450150047381</c:v>
                </c:pt>
                <c:pt idx="437">
                  <c:v>6.1405484498483052</c:v>
                </c:pt>
                <c:pt idx="438">
                  <c:v>5.1815392560312468</c:v>
                </c:pt>
                <c:pt idx="439">
                  <c:v>5.4830576979685119</c:v>
                </c:pt>
                <c:pt idx="440">
                  <c:v>5.896217421559907</c:v>
                </c:pt>
                <c:pt idx="441">
                  <c:v>6.0049245024143465</c:v>
                </c:pt>
                <c:pt idx="442">
                  <c:v>5.9744615509500294</c:v>
                </c:pt>
                <c:pt idx="443">
                  <c:v>5.7270805037244807</c:v>
                </c:pt>
                <c:pt idx="444">
                  <c:v>5.6464582193942521</c:v>
                </c:pt>
                <c:pt idx="445">
                  <c:v>5.7803541960901885</c:v>
                </c:pt>
                <c:pt idx="446">
                  <c:v>5.87945463764148</c:v>
                </c:pt>
                <c:pt idx="447">
                  <c:v>5.8465554101922494</c:v>
                </c:pt>
                <c:pt idx="448">
                  <c:v>5.7136921925866107</c:v>
                </c:pt>
                <c:pt idx="449">
                  <c:v>5.7034487072683255</c:v>
                </c:pt>
                <c:pt idx="450">
                  <c:v>5.694242977619278</c:v>
                </c:pt>
                <c:pt idx="451">
                  <c:v>5.9982009807611698</c:v>
                </c:pt>
                <c:pt idx="452">
                  <c:v>6.029591931284866</c:v>
                </c:pt>
                <c:pt idx="453">
                  <c:v>5.9245315319398282</c:v>
                </c:pt>
                <c:pt idx="454">
                  <c:v>6.0249833582474324</c:v>
                </c:pt>
                <c:pt idx="455">
                  <c:v>5.9160499079082749</c:v>
                </c:pt>
                <c:pt idx="456">
                  <c:v>5.9099152317454777</c:v>
                </c:pt>
                <c:pt idx="457">
                  <c:v>5.9683371952268542</c:v>
                </c:pt>
                <c:pt idx="458">
                  <c:v>5.929834685646747</c:v>
                </c:pt>
                <c:pt idx="459">
                  <c:v>5.9883332374238645</c:v>
                </c:pt>
                <c:pt idx="460">
                  <c:v>5.8968202256148503</c:v>
                </c:pt>
                <c:pt idx="461">
                  <c:v>5.8507465863209625</c:v>
                </c:pt>
                <c:pt idx="462">
                  <c:v>5.9523386922158803</c:v>
                </c:pt>
                <c:pt idx="463">
                  <c:v>5.9955801625408327</c:v>
                </c:pt>
                <c:pt idx="464">
                  <c:v>6.0091296197553579</c:v>
                </c:pt>
                <c:pt idx="465">
                  <c:v>6.1181372360977049</c:v>
                </c:pt>
                <c:pt idx="466">
                  <c:v>6.1154419265123758</c:v>
                </c:pt>
                <c:pt idx="467">
                  <c:v>6.1091052057019564</c:v>
                </c:pt>
                <c:pt idx="468">
                  <c:v>6.0810728627742732</c:v>
                </c:pt>
                <c:pt idx="469">
                  <c:v>5.9931330912083576</c:v>
                </c:pt>
                <c:pt idx="470">
                  <c:v>5.9902940563110203</c:v>
                </c:pt>
                <c:pt idx="471">
                  <c:v>6.0492958553077205</c:v>
                </c:pt>
                <c:pt idx="472">
                  <c:v>6.0751925264559183</c:v>
                </c:pt>
                <c:pt idx="473">
                  <c:v>6.1561859180015785</c:v>
                </c:pt>
                <c:pt idx="474">
                  <c:v>6.181127484350295</c:v>
                </c:pt>
                <c:pt idx="475">
                  <c:v>6.1823369150177756</c:v>
                </c:pt>
                <c:pt idx="476">
                  <c:v>6.1979442522859314</c:v>
                </c:pt>
                <c:pt idx="477">
                  <c:v>6.1722937261268349</c:v>
                </c:pt>
                <c:pt idx="478">
                  <c:v>6.1204205992965264</c:v>
                </c:pt>
                <c:pt idx="479">
                  <c:v>6.1256992517865294</c:v>
                </c:pt>
                <c:pt idx="480">
                  <c:v>6.1388876429147361</c:v>
                </c:pt>
                <c:pt idx="481">
                  <c:v>6.1453317971605674</c:v>
                </c:pt>
                <c:pt idx="482">
                  <c:v>6.2041326212900092</c:v>
                </c:pt>
                <c:pt idx="483">
                  <c:v>6.1360726844814275</c:v>
                </c:pt>
                <c:pt idx="484">
                  <c:v>6.0058734422914748</c:v>
                </c:pt>
                <c:pt idx="485">
                  <c:v>6.0596875410208648</c:v>
                </c:pt>
                <c:pt idx="486">
                  <c:v>6.1258621148548436</c:v>
                </c:pt>
                <c:pt idx="487">
                  <c:v>6.1190603872507543</c:v>
                </c:pt>
                <c:pt idx="488">
                  <c:v>6.1475238394351761</c:v>
                </c:pt>
                <c:pt idx="489">
                  <c:v>6.1559274120119447</c:v>
                </c:pt>
                <c:pt idx="490">
                  <c:v>6.1824995798680753</c:v>
                </c:pt>
                <c:pt idx="491">
                  <c:v>6.1826512988328579</c:v>
                </c:pt>
                <c:pt idx="492">
                  <c:v>6.1899191548402959</c:v>
                </c:pt>
                <c:pt idx="493">
                  <c:v>6.2150097566764355</c:v>
                </c:pt>
                <c:pt idx="494">
                  <c:v>6.2016139308701943</c:v>
                </c:pt>
                <c:pt idx="495">
                  <c:v>6.1962445162953781</c:v>
                </c:pt>
                <c:pt idx="496">
                  <c:v>6.1715758633212543</c:v>
                </c:pt>
                <c:pt idx="497">
                  <c:v>6.1860321902955908</c:v>
                </c:pt>
                <c:pt idx="498">
                  <c:v>6.2371485520515222</c:v>
                </c:pt>
                <c:pt idx="499">
                  <c:v>6.2664041110798614</c:v>
                </c:pt>
                <c:pt idx="500">
                  <c:v>6.2827983920603652</c:v>
                </c:pt>
                <c:pt idx="501">
                  <c:v>6.272543739562856</c:v>
                </c:pt>
                <c:pt idx="502">
                  <c:v>6.2894212654325097</c:v>
                </c:pt>
                <c:pt idx="503">
                  <c:v>6.2777665225987178</c:v>
                </c:pt>
                <c:pt idx="504">
                  <c:v>6.2424029963931824</c:v>
                </c:pt>
                <c:pt idx="505">
                  <c:v>6.2959848181150226</c:v>
                </c:pt>
                <c:pt idx="506">
                  <c:v>6.3825267999256674</c:v>
                </c:pt>
                <c:pt idx="507">
                  <c:v>6.3649225082552325</c:v>
                </c:pt>
                <c:pt idx="508">
                  <c:v>6.3386159231285104</c:v>
                </c:pt>
                <c:pt idx="509">
                  <c:v>6.4232257686280478</c:v>
                </c:pt>
                <c:pt idx="510">
                  <c:v>6.4395227036720177</c:v>
                </c:pt>
                <c:pt idx="511">
                  <c:v>6.4105172391430782</c:v>
                </c:pt>
                <c:pt idx="512">
                  <c:v>6.4356537722349385</c:v>
                </c:pt>
                <c:pt idx="513">
                  <c:v>6.4598721367762444</c:v>
                </c:pt>
                <c:pt idx="514">
                  <c:v>6.4393984158091397</c:v>
                </c:pt>
                <c:pt idx="515">
                  <c:v>6.4919152604065058</c:v>
                </c:pt>
                <c:pt idx="516">
                  <c:v>6.5227177602743813</c:v>
                </c:pt>
                <c:pt idx="517">
                  <c:v>6.5344808019184475</c:v>
                </c:pt>
                <c:pt idx="518">
                  <c:v>6.4648337746038536</c:v>
                </c:pt>
                <c:pt idx="519">
                  <c:v>6.5174410281624233</c:v>
                </c:pt>
                <c:pt idx="520">
                  <c:v>6.5125623638274996</c:v>
                </c:pt>
                <c:pt idx="521">
                  <c:v>6.5600935404302003</c:v>
                </c:pt>
                <c:pt idx="522">
                  <c:v>6.5733935623676283</c:v>
                </c:pt>
                <c:pt idx="523">
                  <c:v>6.5181784486727921</c:v>
                </c:pt>
                <c:pt idx="524">
                  <c:v>6.469519918073436</c:v>
                </c:pt>
                <c:pt idx="525">
                  <c:v>6.5220106305047159</c:v>
                </c:pt>
                <c:pt idx="526">
                  <c:v>6.5054818343980081</c:v>
                </c:pt>
                <c:pt idx="527">
                  <c:v>6.4749096427516406</c:v>
                </c:pt>
                <c:pt idx="528">
                  <c:v>6.5697488363957639</c:v>
                </c:pt>
                <c:pt idx="529">
                  <c:v>6.6270578451125184</c:v>
                </c:pt>
                <c:pt idx="530">
                  <c:v>6.5400103679129451</c:v>
                </c:pt>
                <c:pt idx="531">
                  <c:v>6.4471102032965177</c:v>
                </c:pt>
                <c:pt idx="532">
                  <c:v>6.476359617348054</c:v>
                </c:pt>
                <c:pt idx="533">
                  <c:v>6.4940040655275997</c:v>
                </c:pt>
                <c:pt idx="534">
                  <c:v>6.5091682960716346</c:v>
                </c:pt>
                <c:pt idx="535">
                  <c:v>6.5294536751303287</c:v>
                </c:pt>
                <c:pt idx="536">
                  <c:v>6.4758769501519469</c:v>
                </c:pt>
                <c:pt idx="537">
                  <c:v>6.4526047932384412</c:v>
                </c:pt>
                <c:pt idx="538">
                  <c:v>6.3870191495087481</c:v>
                </c:pt>
                <c:pt idx="539">
                  <c:v>6.4886575701380842</c:v>
                </c:pt>
                <c:pt idx="540">
                  <c:v>6.6054296092581151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022-4DA3-A5C1-DAA90C22AF82}"/>
            </c:ext>
          </c:extLst>
        </c:ser>
        <c:ser>
          <c:idx val="3"/>
          <c:order val="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plot!$E$2:$E$542</c:f>
              <c:numCache>
                <c:formatCode>General</c:formatCode>
                <c:ptCount val="541"/>
                <c:pt idx="0">
                  <c:v>8.2223046647378588</c:v>
                </c:pt>
                <c:pt idx="1">
                  <c:v>8.3874468007779797</c:v>
                </c:pt>
                <c:pt idx="2">
                  <c:v>8.4444843835266852</c:v>
                </c:pt>
                <c:pt idx="3">
                  <c:v>8.508745834599889</c:v>
                </c:pt>
                <c:pt idx="4">
                  <c:v>8.6640545170468517</c:v>
                </c:pt>
                <c:pt idx="5">
                  <c:v>8.7824193951102618</c:v>
                </c:pt>
                <c:pt idx="6">
                  <c:v>8.8270220268999484</c:v>
                </c:pt>
                <c:pt idx="7">
                  <c:v>8.8690139149070006</c:v>
                </c:pt>
                <c:pt idx="8">
                  <c:v>8.9246113736671138</c:v>
                </c:pt>
                <c:pt idx="9">
                  <c:v>8.9636662595292762</c:v>
                </c:pt>
                <c:pt idx="10">
                  <c:v>8.9845535635594782</c:v>
                </c:pt>
                <c:pt idx="11">
                  <c:v>8.9618391571613856</c:v>
                </c:pt>
                <c:pt idx="12">
                  <c:v>8.9385099660144931</c:v>
                </c:pt>
                <c:pt idx="13">
                  <c:v>8.9217611689511873</c:v>
                </c:pt>
                <c:pt idx="14">
                  <c:v>8.8881454845013046</c:v>
                </c:pt>
                <c:pt idx="15">
                  <c:v>8.8659147902298283</c:v>
                </c:pt>
                <c:pt idx="16">
                  <c:v>8.868592719144937</c:v>
                </c:pt>
                <c:pt idx="17">
                  <c:v>8.8854623487818181</c:v>
                </c:pt>
                <c:pt idx="18">
                  <c:v>8.8801991026454488</c:v>
                </c:pt>
                <c:pt idx="19">
                  <c:v>8.8919841836721769</c:v>
                </c:pt>
                <c:pt idx="20">
                  <c:v>8.9289814445806659</c:v>
                </c:pt>
                <c:pt idx="21">
                  <c:v>8.9508421433331193</c:v>
                </c:pt>
                <c:pt idx="22">
                  <c:v>8.9626864083695992</c:v>
                </c:pt>
                <c:pt idx="23">
                  <c:v>8.9678769328048364</c:v>
                </c:pt>
                <c:pt idx="24">
                  <c:v>8.9759318591759349</c:v>
                </c:pt>
                <c:pt idx="25">
                  <c:v>9.0165904407861905</c:v>
                </c:pt>
                <c:pt idx="26">
                  <c:v>9.0427581734072042</c:v>
                </c:pt>
                <c:pt idx="27">
                  <c:v>9.0514272597105769</c:v>
                </c:pt>
                <c:pt idx="28">
                  <c:v>9.0694680732119739</c:v>
                </c:pt>
                <c:pt idx="29">
                  <c:v>9.0921135415201206</c:v>
                </c:pt>
                <c:pt idx="30">
                  <c:v>9.1017711569904609</c:v>
                </c:pt>
                <c:pt idx="31">
                  <c:v>9.1225692163936483</c:v>
                </c:pt>
                <c:pt idx="32">
                  <c:v>9.1396893974571434</c:v>
                </c:pt>
                <c:pt idx="33">
                  <c:v>9.1665427620785067</c:v>
                </c:pt>
                <c:pt idx="34">
                  <c:v>9.1967942260843785</c:v>
                </c:pt>
                <c:pt idx="35">
                  <c:v>9.2283063615659771</c:v>
                </c:pt>
                <c:pt idx="36">
                  <c:v>9.2535132999313419</c:v>
                </c:pt>
                <c:pt idx="37">
                  <c:v>9.2951968930512265</c:v>
                </c:pt>
                <c:pt idx="38">
                  <c:v>9.3377663371557915</c:v>
                </c:pt>
                <c:pt idx="39">
                  <c:v>9.390985848356955</c:v>
                </c:pt>
                <c:pt idx="40">
                  <c:v>9.4419221064147916</c:v>
                </c:pt>
                <c:pt idx="41">
                  <c:v>9.4926858109755745</c:v>
                </c:pt>
                <c:pt idx="42">
                  <c:v>9.5422879816159512</c:v>
                </c:pt>
                <c:pt idx="43">
                  <c:v>9.5895377527508625</c:v>
                </c:pt>
                <c:pt idx="44">
                  <c:v>9.6335360828245662</c:v>
                </c:pt>
                <c:pt idx="45">
                  <c:v>9.6793224989453659</c:v>
                </c:pt>
                <c:pt idx="46">
                  <c:v>9.7207426277637801</c:v>
                </c:pt>
                <c:pt idx="47">
                  <c:v>9.7586319531101573</c:v>
                </c:pt>
                <c:pt idx="48">
                  <c:v>9.7889832836239741</c:v>
                </c:pt>
                <c:pt idx="49">
                  <c:v>9.8248604567748998</c:v>
                </c:pt>
                <c:pt idx="50">
                  <c:v>9.853524609110444</c:v>
                </c:pt>
                <c:pt idx="51">
                  <c:v>9.8739808938743234</c:v>
                </c:pt>
                <c:pt idx="52">
                  <c:v>9.8934406657045209</c:v>
                </c:pt>
                <c:pt idx="53">
                  <c:v>9.919204628002122</c:v>
                </c:pt>
                <c:pt idx="54">
                  <c:v>9.9391857745105838</c:v>
                </c:pt>
                <c:pt idx="55">
                  <c:v>9.9627950917329589</c:v>
                </c:pt>
                <c:pt idx="56">
                  <c:v>9.9905379173900197</c:v>
                </c:pt>
                <c:pt idx="57">
                  <c:v>10.010371954318835</c:v>
                </c:pt>
                <c:pt idx="58">
                  <c:v>10.032996838393672</c:v>
                </c:pt>
                <c:pt idx="59">
                  <c:v>10.065532145647373</c:v>
                </c:pt>
                <c:pt idx="60">
                  <c:v>10.099140540571126</c:v>
                </c:pt>
                <c:pt idx="61">
                  <c:v>10.148296800484658</c:v>
                </c:pt>
                <c:pt idx="62">
                  <c:v>10.205031807153015</c:v>
                </c:pt>
                <c:pt idx="63">
                  <c:v>10.267535467102597</c:v>
                </c:pt>
                <c:pt idx="64">
                  <c:v>10.327405941942676</c:v>
                </c:pt>
                <c:pt idx="65">
                  <c:v>10.392159774471777</c:v>
                </c:pt>
                <c:pt idx="66">
                  <c:v>10.456231446203459</c:v>
                </c:pt>
                <c:pt idx="67">
                  <c:v>10.524789855978753</c:v>
                </c:pt>
                <c:pt idx="68">
                  <c:v>10.583286428703905</c:v>
                </c:pt>
                <c:pt idx="69">
                  <c:v>10.641694555178706</c:v>
                </c:pt>
                <c:pt idx="70">
                  <c:v>10.696557750385594</c:v>
                </c:pt>
                <c:pt idx="71">
                  <c:v>10.753487283265468</c:v>
                </c:pt>
                <c:pt idx="72">
                  <c:v>10.810583295037285</c:v>
                </c:pt>
                <c:pt idx="73">
                  <c:v>10.8666211453116</c:v>
                </c:pt>
                <c:pt idx="74">
                  <c:v>10.928915214028994</c:v>
                </c:pt>
                <c:pt idx="75">
                  <c:v>10.993960072210735</c:v>
                </c:pt>
                <c:pt idx="76">
                  <c:v>11.057268218148582</c:v>
                </c:pt>
                <c:pt idx="77">
                  <c:v>11.100984617121284</c:v>
                </c:pt>
                <c:pt idx="78">
                  <c:v>11.14683295950214</c:v>
                </c:pt>
                <c:pt idx="79">
                  <c:v>11.182867447569299</c:v>
                </c:pt>
                <c:pt idx="80">
                  <c:v>11.207314366055774</c:v>
                </c:pt>
                <c:pt idx="81">
                  <c:v>11.225480004014095</c:v>
                </c:pt>
                <c:pt idx="82">
                  <c:v>11.234531582167005</c:v>
                </c:pt>
                <c:pt idx="83">
                  <c:v>11.222064409766897</c:v>
                </c:pt>
                <c:pt idx="84">
                  <c:v>11.206368879804984</c:v>
                </c:pt>
                <c:pt idx="85">
                  <c:v>11.166554807152636</c:v>
                </c:pt>
                <c:pt idx="86">
                  <c:v>11.121029494915327</c:v>
                </c:pt>
                <c:pt idx="87">
                  <c:v>11.068104133449427</c:v>
                </c:pt>
                <c:pt idx="88">
                  <c:v>11.003467697002998</c:v>
                </c:pt>
                <c:pt idx="89">
                  <c:v>10.935991538873465</c:v>
                </c:pt>
                <c:pt idx="90">
                  <c:v>10.870261118115423</c:v>
                </c:pt>
                <c:pt idx="91">
                  <c:v>10.803693651485744</c:v>
                </c:pt>
                <c:pt idx="92">
                  <c:v>10.721112415010639</c:v>
                </c:pt>
                <c:pt idx="93">
                  <c:v>10.637394081883659</c:v>
                </c:pt>
                <c:pt idx="94">
                  <c:v>10.558308763291285</c:v>
                </c:pt>
                <c:pt idx="95">
                  <c:v>10.488758769690442</c:v>
                </c:pt>
                <c:pt idx="96">
                  <c:v>10.417000119096976</c:v>
                </c:pt>
                <c:pt idx="97">
                  <c:v>10.348797577044818</c:v>
                </c:pt>
                <c:pt idx="98">
                  <c:v>10.279447316459889</c:v>
                </c:pt>
                <c:pt idx="99">
                  <c:v>10.205391562623436</c:v>
                </c:pt>
                <c:pt idx="100">
                  <c:v>10.136149811841712</c:v>
                </c:pt>
                <c:pt idx="101">
                  <c:v>10.086063616666451</c:v>
                </c:pt>
                <c:pt idx="102">
                  <c:v>10.058059756549957</c:v>
                </c:pt>
                <c:pt idx="103">
                  <c:v>10.031218055170395</c:v>
                </c:pt>
                <c:pt idx="104">
                  <c:v>9.9846594352484779</c:v>
                </c:pt>
                <c:pt idx="105">
                  <c:v>9.9138589755084716</c:v>
                </c:pt>
                <c:pt idx="106">
                  <c:v>9.8142686017512126</c:v>
                </c:pt>
                <c:pt idx="107">
                  <c:v>9.6920459502568992</c:v>
                </c:pt>
                <c:pt idx="108">
                  <c:v>9.5624527547587874</c:v>
                </c:pt>
                <c:pt idx="109">
                  <c:v>9.4439233243210445</c:v>
                </c:pt>
                <c:pt idx="110">
                  <c:v>9.3385403806944591</c:v>
                </c:pt>
                <c:pt idx="111">
                  <c:v>9.2467159209533563</c:v>
                </c:pt>
                <c:pt idx="112">
                  <c:v>9.1800013794560442</c:v>
                </c:pt>
                <c:pt idx="113">
                  <c:v>9.1234363228825437</c:v>
                </c:pt>
                <c:pt idx="114">
                  <c:v>9.073251857952684</c:v>
                </c:pt>
                <c:pt idx="115">
                  <c:v>9.0383913654243955</c:v>
                </c:pt>
                <c:pt idx="116">
                  <c:v>9.0073083747595373</c:v>
                </c:pt>
                <c:pt idx="117">
                  <c:v>8.977152472970003</c:v>
                </c:pt>
                <c:pt idx="118">
                  <c:v>8.9504338257338798</c:v>
                </c:pt>
                <c:pt idx="119">
                  <c:v>8.9222257200376962</c:v>
                </c:pt>
                <c:pt idx="120">
                  <c:v>8.8986832581835262</c:v>
                </c:pt>
                <c:pt idx="121">
                  <c:v>8.8694176331623726</c:v>
                </c:pt>
                <c:pt idx="122">
                  <c:v>8.8422486320596754</c:v>
                </c:pt>
                <c:pt idx="123">
                  <c:v>8.8193647268230997</c:v>
                </c:pt>
                <c:pt idx="124">
                  <c:v>8.8032533120395851</c:v>
                </c:pt>
                <c:pt idx="125">
                  <c:v>8.7919579309645091</c:v>
                </c:pt>
                <c:pt idx="126">
                  <c:v>8.7833057494193465</c:v>
                </c:pt>
                <c:pt idx="127">
                  <c:v>8.7712149248396045</c:v>
                </c:pt>
                <c:pt idx="128">
                  <c:v>8.7523114132770097</c:v>
                </c:pt>
                <c:pt idx="129">
                  <c:v>8.7465552910383231</c:v>
                </c:pt>
                <c:pt idx="130">
                  <c:v>8.7383297029757614</c:v>
                </c:pt>
                <c:pt idx="131">
                  <c:v>8.7274490959373487</c:v>
                </c:pt>
                <c:pt idx="132">
                  <c:v>8.7275623786445777</c:v>
                </c:pt>
                <c:pt idx="133">
                  <c:v>8.7175628149747837</c:v>
                </c:pt>
                <c:pt idx="134">
                  <c:v>8.7135622362558323</c:v>
                </c:pt>
                <c:pt idx="135">
                  <c:v>8.7075927565297917</c:v>
                </c:pt>
                <c:pt idx="136">
                  <c:v>8.6873674108960426</c:v>
                </c:pt>
                <c:pt idx="137">
                  <c:v>8.6813577172842002</c:v>
                </c:pt>
                <c:pt idx="138">
                  <c:v>8.6739334043472027</c:v>
                </c:pt>
                <c:pt idx="139">
                  <c:v>8.7191776359282276</c:v>
                </c:pt>
                <c:pt idx="140">
                  <c:v>8.7597002852322152</c:v>
                </c:pt>
                <c:pt idx="141">
                  <c:v>8.7962036981015679</c:v>
                </c:pt>
                <c:pt idx="142">
                  <c:v>8.7939571182170582</c:v>
                </c:pt>
                <c:pt idx="143">
                  <c:v>8.8062991190399398</c:v>
                </c:pt>
                <c:pt idx="144">
                  <c:v>8.8310000948679761</c:v>
                </c:pt>
                <c:pt idx="145">
                  <c:v>8.8550431388949438</c:v>
                </c:pt>
                <c:pt idx="146">
                  <c:v>8.8731790112882472</c:v>
                </c:pt>
                <c:pt idx="147">
                  <c:v>8.9033364230510497</c:v>
                </c:pt>
                <c:pt idx="148">
                  <c:v>8.9337879151250625</c:v>
                </c:pt>
                <c:pt idx="149">
                  <c:v>8.9692837419234213</c:v>
                </c:pt>
                <c:pt idx="150">
                  <c:v>8.9894773607625016</c:v>
                </c:pt>
                <c:pt idx="151">
                  <c:v>9.0188933756500749</c:v>
                </c:pt>
                <c:pt idx="152">
                  <c:v>9.0549593475277064</c:v>
                </c:pt>
                <c:pt idx="153">
                  <c:v>9.0811599524403555</c:v>
                </c:pt>
                <c:pt idx="154">
                  <c:v>9.1019083389297855</c:v>
                </c:pt>
                <c:pt idx="155">
                  <c:v>9.1264395382230958</c:v>
                </c:pt>
                <c:pt idx="156">
                  <c:v>9.1556158318371565</c:v>
                </c:pt>
                <c:pt idx="157">
                  <c:v>9.1634664084924786</c:v>
                </c:pt>
                <c:pt idx="158">
                  <c:v>9.1657962798910066</c:v>
                </c:pt>
                <c:pt idx="159">
                  <c:v>9.1617920737650067</c:v>
                </c:pt>
                <c:pt idx="160">
                  <c:v>9.1509382817691343</c:v>
                </c:pt>
                <c:pt idx="161">
                  <c:v>9.141212144753192</c:v>
                </c:pt>
                <c:pt idx="162">
                  <c:v>9.1163501398217885</c:v>
                </c:pt>
                <c:pt idx="163">
                  <c:v>9.1022064805484</c:v>
                </c:pt>
                <c:pt idx="164">
                  <c:v>9.0873435880304179</c:v>
                </c:pt>
                <c:pt idx="165">
                  <c:v>9.0673461615802609</c:v>
                </c:pt>
                <c:pt idx="166">
                  <c:v>9.0360144939383602</c:v>
                </c:pt>
                <c:pt idx="167">
                  <c:v>9.0136866059851801</c:v>
                </c:pt>
                <c:pt idx="168">
                  <c:v>8.9965520888536314</c:v>
                </c:pt>
                <c:pt idx="169">
                  <c:v>8.9654080397294447</c:v>
                </c:pt>
                <c:pt idx="170">
                  <c:v>8.9470933830298502</c:v>
                </c:pt>
                <c:pt idx="171">
                  <c:v>8.9290324018395015</c:v>
                </c:pt>
                <c:pt idx="172">
                  <c:v>8.9092257353457001</c:v>
                </c:pt>
                <c:pt idx="173">
                  <c:v>8.8950393455643955</c:v>
                </c:pt>
                <c:pt idx="174">
                  <c:v>8.8810366344854916</c:v>
                </c:pt>
                <c:pt idx="175">
                  <c:v>8.8710468769639412</c:v>
                </c:pt>
                <c:pt idx="176">
                  <c:v>8.8686769652397555</c:v>
                </c:pt>
                <c:pt idx="177">
                  <c:v>8.8659507866040865</c:v>
                </c:pt>
                <c:pt idx="178">
                  <c:v>8.8598534624745771</c:v>
                </c:pt>
                <c:pt idx="179">
                  <c:v>8.8584308073146723</c:v>
                </c:pt>
                <c:pt idx="180">
                  <c:v>8.864206767478036</c:v>
                </c:pt>
                <c:pt idx="181">
                  <c:v>8.8758834775496656</c:v>
                </c:pt>
                <c:pt idx="182">
                  <c:v>8.8859689882037074</c:v>
                </c:pt>
                <c:pt idx="183">
                  <c:v>8.8923678904427277</c:v>
                </c:pt>
                <c:pt idx="184">
                  <c:v>8.9003528720750289</c:v>
                </c:pt>
                <c:pt idx="185">
                  <c:v>8.9115515801488439</c:v>
                </c:pt>
                <c:pt idx="186">
                  <c:v>8.9169447186984012</c:v>
                </c:pt>
                <c:pt idx="187">
                  <c:v>8.9249206578471032</c:v>
                </c:pt>
                <c:pt idx="188">
                  <c:v>8.9203648949334564</c:v>
                </c:pt>
                <c:pt idx="189">
                  <c:v>8.911514542413709</c:v>
                </c:pt>
                <c:pt idx="190">
                  <c:v>8.8980840244238006</c:v>
                </c:pt>
                <c:pt idx="191">
                  <c:v>8.887121254012321</c:v>
                </c:pt>
                <c:pt idx="192">
                  <c:v>8.8781528979493771</c:v>
                </c:pt>
                <c:pt idx="193">
                  <c:v>8.876117992018802</c:v>
                </c:pt>
                <c:pt idx="194">
                  <c:v>8.872437805329179</c:v>
                </c:pt>
                <c:pt idx="195">
                  <c:v>8.870686809085262</c:v>
                </c:pt>
                <c:pt idx="196">
                  <c:v>8.874617217437228</c:v>
                </c:pt>
                <c:pt idx="197">
                  <c:v>8.8789020356071138</c:v>
                </c:pt>
                <c:pt idx="198">
                  <c:v>8.8816056861358454</c:v>
                </c:pt>
                <c:pt idx="199">
                  <c:v>8.8895927504898999</c:v>
                </c:pt>
                <c:pt idx="200">
                  <c:v>8.8902805867041064</c:v>
                </c:pt>
                <c:pt idx="201">
                  <c:v>8.8816825038564193</c:v>
                </c:pt>
                <c:pt idx="202">
                  <c:v>8.8858427058415526</c:v>
                </c:pt>
                <c:pt idx="203">
                  <c:v>8.9134495124122761</c:v>
                </c:pt>
                <c:pt idx="204">
                  <c:v>8.946536011977317</c:v>
                </c:pt>
                <c:pt idx="205">
                  <c:v>8.9737966181250179</c:v>
                </c:pt>
                <c:pt idx="206">
                  <c:v>8.9951936335916916</c:v>
                </c:pt>
                <c:pt idx="207">
                  <c:v>9.0050485175238641</c:v>
                </c:pt>
                <c:pt idx="208">
                  <c:v>9.0005107180853177</c:v>
                </c:pt>
                <c:pt idx="209">
                  <c:v>8.9760282544809673</c:v>
                </c:pt>
                <c:pt idx="210">
                  <c:v>8.9429096810009643</c:v>
                </c:pt>
                <c:pt idx="211">
                  <c:v>8.9121310627639652</c:v>
                </c:pt>
                <c:pt idx="212">
                  <c:v>8.8825245309042415</c:v>
                </c:pt>
                <c:pt idx="213">
                  <c:v>8.8529741110396856</c:v>
                </c:pt>
                <c:pt idx="214">
                  <c:v>8.8490496905127536</c:v>
                </c:pt>
                <c:pt idx="215">
                  <c:v>8.854436042860609</c:v>
                </c:pt>
                <c:pt idx="216">
                  <c:v>8.8552699299375863</c:v>
                </c:pt>
                <c:pt idx="217">
                  <c:v>8.8630869574167068</c:v>
                </c:pt>
                <c:pt idx="218">
                  <c:v>8.8702317690947492</c:v>
                </c:pt>
                <c:pt idx="219">
                  <c:v>8.86993345391598</c:v>
                </c:pt>
                <c:pt idx="220">
                  <c:v>8.8852352106188821</c:v>
                </c:pt>
                <c:pt idx="221">
                  <c:v>8.887621020452432</c:v>
                </c:pt>
                <c:pt idx="222">
                  <c:v>8.8799586871313512</c:v>
                </c:pt>
                <c:pt idx="223">
                  <c:v>8.8784817944258521</c:v>
                </c:pt>
                <c:pt idx="224">
                  <c:v>8.8744270649413828</c:v>
                </c:pt>
                <c:pt idx="225">
                  <c:v>8.8545370375095072</c:v>
                </c:pt>
                <c:pt idx="226">
                  <c:v>8.8436785420336808</c:v>
                </c:pt>
                <c:pt idx="227">
                  <c:v>8.848423745846576</c:v>
                </c:pt>
                <c:pt idx="228">
                  <c:v>8.853841443156778</c:v>
                </c:pt>
                <c:pt idx="229">
                  <c:v>8.8432116825972322</c:v>
                </c:pt>
                <c:pt idx="230">
                  <c:v>8.8463537634105158</c:v>
                </c:pt>
                <c:pt idx="231">
                  <c:v>8.8474417251850745</c:v>
                </c:pt>
                <c:pt idx="232">
                  <c:v>8.866414539313924</c:v>
                </c:pt>
                <c:pt idx="233">
                  <c:v>8.8759036625946326</c:v>
                </c:pt>
                <c:pt idx="234">
                  <c:v>8.8655098917654627</c:v>
                </c:pt>
                <c:pt idx="235">
                  <c:v>8.8597538736628625</c:v>
                </c:pt>
                <c:pt idx="236">
                  <c:v>8.8498860768558352</c:v>
                </c:pt>
                <c:pt idx="237">
                  <c:v>8.8346403280120143</c:v>
                </c:pt>
                <c:pt idx="238">
                  <c:v>8.8156880460484217</c:v>
                </c:pt>
                <c:pt idx="239">
                  <c:v>8.7975797002942571</c:v>
                </c:pt>
                <c:pt idx="240">
                  <c:v>8.7814433275617638</c:v>
                </c:pt>
                <c:pt idx="241">
                  <c:v>8.7617230419525765</c:v>
                </c:pt>
                <c:pt idx="242">
                  <c:v>8.757286914047496</c:v>
                </c:pt>
                <c:pt idx="243">
                  <c:v>8.7603328425399525</c:v>
                </c:pt>
                <c:pt idx="244">
                  <c:v>8.7516394751721691</c:v>
                </c:pt>
                <c:pt idx="245">
                  <c:v>8.7587737864613864</c:v>
                </c:pt>
                <c:pt idx="246">
                  <c:v>8.7643791717133617</c:v>
                </c:pt>
                <c:pt idx="247">
                  <c:v>8.7640166913486546</c:v>
                </c:pt>
                <c:pt idx="248">
                  <c:v>8.7932436992373457</c:v>
                </c:pt>
                <c:pt idx="249">
                  <c:v>8.8070861275215115</c:v>
                </c:pt>
                <c:pt idx="250">
                  <c:v>8.8235549894255012</c:v>
                </c:pt>
                <c:pt idx="251">
                  <c:v>8.828113268961264</c:v>
                </c:pt>
                <c:pt idx="252">
                  <c:v>8.8441652914628506</c:v>
                </c:pt>
                <c:pt idx="253">
                  <c:v>8.8617634745241656</c:v>
                </c:pt>
                <c:pt idx="254">
                  <c:v>8.8640894755314381</c:v>
                </c:pt>
                <c:pt idx="255">
                  <c:v>8.8570455022981616</c:v>
                </c:pt>
                <c:pt idx="256">
                  <c:v>8.8628247080362552</c:v>
                </c:pt>
                <c:pt idx="257">
                  <c:v>8.9108555866077808</c:v>
                </c:pt>
                <c:pt idx="258">
                  <c:v>8.9565239818293634</c:v>
                </c:pt>
                <c:pt idx="259">
                  <c:v>9</c:v>
                </c:pt>
                <c:pt idx="260">
                  <c:v>8.9738923191894653</c:v>
                </c:pt>
                <c:pt idx="261">
                  <c:v>8.932489719945778</c:v>
                </c:pt>
                <c:pt idx="262">
                  <c:v>8.9559559888958997</c:v>
                </c:pt>
                <c:pt idx="263">
                  <c:v>8.945886237503105</c:v>
                </c:pt>
                <c:pt idx="264">
                  <c:v>8.9132928570245884</c:v>
                </c:pt>
                <c:pt idx="265">
                  <c:v>8.8977985179837997</c:v>
                </c:pt>
                <c:pt idx="266">
                  <c:v>8.8915687327509421</c:v>
                </c:pt>
                <c:pt idx="267">
                  <c:v>8.8764786326459628</c:v>
                </c:pt>
                <c:pt idx="268">
                  <c:v>8.8179391732087566</c:v>
                </c:pt>
                <c:pt idx="269">
                  <c:v>8.7806041295443205</c:v>
                </c:pt>
                <c:pt idx="270">
                  <c:v>8.748653390218017</c:v>
                </c:pt>
                <c:pt idx="271">
                  <c:v>8.7351449957906464</c:v>
                </c:pt>
                <c:pt idx="272">
                  <c:v>8.7153238196686473</c:v>
                </c:pt>
                <c:pt idx="273">
                  <c:v>8.6932281031226353</c:v>
                </c:pt>
                <c:pt idx="274">
                  <c:v>8.6689502495742836</c:v>
                </c:pt>
                <c:pt idx="275">
                  <c:v>8.6445106553259681</c:v>
                </c:pt>
                <c:pt idx="276">
                  <c:v>8.6282543004646168</c:v>
                </c:pt>
                <c:pt idx="277">
                  <c:v>8.6094012254804202</c:v>
                </c:pt>
                <c:pt idx="278">
                  <c:v>8.6410521049426556</c:v>
                </c:pt>
                <c:pt idx="279">
                  <c:v>8.6549231532948809</c:v>
                </c:pt>
                <c:pt idx="280">
                  <c:v>8.6461123030643403</c:v>
                </c:pt>
                <c:pt idx="281">
                  <c:v>8.6479449420008851</c:v>
                </c:pt>
                <c:pt idx="282">
                  <c:v>8.685501118647208</c:v>
                </c:pt>
                <c:pt idx="283">
                  <c:v>8.7052980310608099</c:v>
                </c:pt>
                <c:pt idx="284">
                  <c:v>8.7188134373180759</c:v>
                </c:pt>
                <c:pt idx="285">
                  <c:v>8.6835117375429025</c:v>
                </c:pt>
                <c:pt idx="286">
                  <c:v>8.6933639486488286</c:v>
                </c:pt>
                <c:pt idx="287">
                  <c:v>8.7908754363345469</c:v>
                </c:pt>
                <c:pt idx="288">
                  <c:v>8.8219016207636525</c:v>
                </c:pt>
                <c:pt idx="289">
                  <c:v>8.897269020690695</c:v>
                </c:pt>
                <c:pt idx="290">
                  <c:v>8.9137930747210792</c:v>
                </c:pt>
                <c:pt idx="291">
                  <c:v>8.9649332833063564</c:v>
                </c:pt>
                <c:pt idx="292">
                  <c:v>8.9554976165505842</c:v>
                </c:pt>
                <c:pt idx="293">
                  <c:v>8.9616373067117063</c:v>
                </c:pt>
                <c:pt idx="294">
                  <c:v>9.0330885475747635</c:v>
                </c:pt>
                <c:pt idx="295">
                  <c:v>9.0743208148912657</c:v>
                </c:pt>
                <c:pt idx="296">
                  <c:v>9.1199046863217994</c:v>
                </c:pt>
                <c:pt idx="297">
                  <c:v>9.1678372777827022</c:v>
                </c:pt>
                <c:pt idx="298">
                  <c:v>9.1683419906869741</c:v>
                </c:pt>
                <c:pt idx="299">
                  <c:v>9.2126285694509722</c:v>
                </c:pt>
                <c:pt idx="300">
                  <c:v>9.2756872400351043</c:v>
                </c:pt>
                <c:pt idx="301">
                  <c:v>9.2495026720799434</c:v>
                </c:pt>
                <c:pt idx="302">
                  <c:v>9.2210874397056379</c:v>
                </c:pt>
                <c:pt idx="303">
                  <c:v>9.273025070381248</c:v>
                </c:pt>
                <c:pt idx="304">
                  <c:v>9.3388702143957225</c:v>
                </c:pt>
                <c:pt idx="305">
                  <c:v>9.4069943072619218</c:v>
                </c:pt>
                <c:pt idx="306">
                  <c:v>9.4418735095739432</c:v>
                </c:pt>
                <c:pt idx="307">
                  <c:v>9.4403325037505468</c:v>
                </c:pt>
                <c:pt idx="308">
                  <c:v>9.4521672924030629</c:v>
                </c:pt>
                <c:pt idx="309">
                  <c:v>9.4260944624698197</c:v>
                </c:pt>
                <c:pt idx="310">
                  <c:v>9.4065561720296245</c:v>
                </c:pt>
                <c:pt idx="311">
                  <c:v>9.3229228486621132</c:v>
                </c:pt>
                <c:pt idx="312">
                  <c:v>9.359241593536229</c:v>
                </c:pt>
                <c:pt idx="313">
                  <c:v>9.4412233879794432</c:v>
                </c:pt>
                <c:pt idx="314">
                  <c:v>9.4201448206684635</c:v>
                </c:pt>
                <c:pt idx="315">
                  <c:v>9.4345004663040442</c:v>
                </c:pt>
                <c:pt idx="316">
                  <c:v>9.4102811198808709</c:v>
                </c:pt>
                <c:pt idx="317">
                  <c:v>9.4100121710787921</c:v>
                </c:pt>
                <c:pt idx="318">
                  <c:v>9.452531768709445</c:v>
                </c:pt>
                <c:pt idx="319">
                  <c:v>9.4534882586734881</c:v>
                </c:pt>
                <c:pt idx="320">
                  <c:v>9.4374158949227951</c:v>
                </c:pt>
                <c:pt idx="321">
                  <c:v>9.4954099763135567</c:v>
                </c:pt>
                <c:pt idx="322">
                  <c:v>9.5269651547113376</c:v>
                </c:pt>
                <c:pt idx="323">
                  <c:v>9.5446133057386557</c:v>
                </c:pt>
                <c:pt idx="324">
                  <c:v>9.5637497350170513</c:v>
                </c:pt>
                <c:pt idx="325">
                  <c:v>9.5802403092952879</c:v>
                </c:pt>
                <c:pt idx="326">
                  <c:v>9.5919338547010717</c:v>
                </c:pt>
                <c:pt idx="327">
                  <c:v>9.6075227840213699</c:v>
                </c:pt>
                <c:pt idx="328">
                  <c:v>9.621315678239899</c:v>
                </c:pt>
                <c:pt idx="329">
                  <c:v>9.6241675144212024</c:v>
                </c:pt>
                <c:pt idx="330">
                  <c:v>9.6341661061541792</c:v>
                </c:pt>
                <c:pt idx="331">
                  <c:v>9.6353424621110353</c:v>
                </c:pt>
                <c:pt idx="332">
                  <c:v>9.6258505965800296</c:v>
                </c:pt>
                <c:pt idx="333">
                  <c:v>9.6051687877625707</c:v>
                </c:pt>
                <c:pt idx="334">
                  <c:v>9.5778417427910121</c:v>
                </c:pt>
                <c:pt idx="335">
                  <c:v>9.5384833349457097</c:v>
                </c:pt>
                <c:pt idx="336">
                  <c:v>9.4907875836598929</c:v>
                </c:pt>
                <c:pt idx="337">
                  <c:v>9.450652633009808</c:v>
                </c:pt>
                <c:pt idx="338">
                  <c:v>9.4113813176457217</c:v>
                </c:pt>
                <c:pt idx="339">
                  <c:v>9.364481304916815</c:v>
                </c:pt>
                <c:pt idx="340">
                  <c:v>9.306302624954883</c:v>
                </c:pt>
                <c:pt idx="341">
                  <c:v>9.2892215296362437</c:v>
                </c:pt>
                <c:pt idx="342">
                  <c:v>9.2839716823431413</c:v>
                </c:pt>
                <c:pt idx="343">
                  <c:v>9.2600794273709326</c:v>
                </c:pt>
                <c:pt idx="344">
                  <c:v>9.3036059862560538</c:v>
                </c:pt>
                <c:pt idx="345">
                  <c:v>9.3611622795347902</c:v>
                </c:pt>
                <c:pt idx="346">
                  <c:v>9.4155879643258942</c:v>
                </c:pt>
                <c:pt idx="347">
                  <c:v>9.500068261205378</c:v>
                </c:pt>
                <c:pt idx="348">
                  <c:v>9.5599555713796072</c:v>
                </c:pt>
                <c:pt idx="349">
                  <c:v>9.5524429857524158</c:v>
                </c:pt>
                <c:pt idx="350">
                  <c:v>9.5689315814449927</c:v>
                </c:pt>
                <c:pt idx="351">
                  <c:v>9.6757928756822977</c:v>
                </c:pt>
                <c:pt idx="352">
                  <c:v>9.7433796610488415</c:v>
                </c:pt>
                <c:pt idx="353">
                  <c:v>9.7841759799908719</c:v>
                </c:pt>
                <c:pt idx="354">
                  <c:v>9.7997964972577343</c:v>
                </c:pt>
                <c:pt idx="355">
                  <c:v>9.7770595627527008</c:v>
                </c:pt>
                <c:pt idx="356">
                  <c:v>9.8691930636895933</c:v>
                </c:pt>
                <c:pt idx="357">
                  <c:v>9.9563857932411999</c:v>
                </c:pt>
                <c:pt idx="358">
                  <c:v>9.8992839498484813</c:v>
                </c:pt>
                <c:pt idx="359">
                  <c:v>9.9622683714021871</c:v>
                </c:pt>
                <c:pt idx="360">
                  <c:v>10.041835284687414</c:v>
                </c:pt>
                <c:pt idx="361">
                  <c:v>10.028673524583427</c:v>
                </c:pt>
                <c:pt idx="362">
                  <c:v>9.9861130361824006</c:v>
                </c:pt>
                <c:pt idx="363">
                  <c:v>9.8968409866588889</c:v>
                </c:pt>
                <c:pt idx="364">
                  <c:v>9.8554396717602764</c:v>
                </c:pt>
                <c:pt idx="365">
                  <c:v>9.8069428709770872</c:v>
                </c:pt>
                <c:pt idx="366">
                  <c:v>9.7117988304614826</c:v>
                </c:pt>
                <c:pt idx="367">
                  <c:v>9.6316725675380646</c:v>
                </c:pt>
                <c:pt idx="368">
                  <c:v>9.5902714261996085</c:v>
                </c:pt>
                <c:pt idx="369">
                  <c:v>9.5178743519654692</c:v>
                </c:pt>
                <c:pt idx="370">
                  <c:v>9.485380456162579</c:v>
                </c:pt>
                <c:pt idx="371">
                  <c:v>9.4373046081572554</c:v>
                </c:pt>
                <c:pt idx="372">
                  <c:v>9.3679074863329213</c:v>
                </c:pt>
                <c:pt idx="373">
                  <c:v>9.2824198116546164</c:v>
                </c:pt>
                <c:pt idx="374">
                  <c:v>9.2075931383621139</c:v>
                </c:pt>
                <c:pt idx="375">
                  <c:v>9.1578091461128981</c:v>
                </c:pt>
                <c:pt idx="376">
                  <c:v>9.0894390838079246</c:v>
                </c:pt>
                <c:pt idx="377">
                  <c:v>9.0358632189151944</c:v>
                </c:pt>
                <c:pt idx="378">
                  <c:v>8.9790737490730592</c:v>
                </c:pt>
                <c:pt idx="379">
                  <c:v>8.8996802223735898</c:v>
                </c:pt>
                <c:pt idx="380">
                  <c:v>8.827343373510077</c:v>
                </c:pt>
                <c:pt idx="381">
                  <c:v>8.7411799597597319</c:v>
                </c:pt>
                <c:pt idx="382">
                  <c:v>8.6802097731232184</c:v>
                </c:pt>
                <c:pt idx="383">
                  <c:v>8.6294394732768929</c:v>
                </c:pt>
                <c:pt idx="384">
                  <c:v>8.5942464047970368</c:v>
                </c:pt>
                <c:pt idx="385">
                  <c:v>8.5687770434910835</c:v>
                </c:pt>
                <c:pt idx="386">
                  <c:v>8.5567492733123469</c:v>
                </c:pt>
                <c:pt idx="387">
                  <c:v>8.5440037972182967</c:v>
                </c:pt>
                <c:pt idx="388">
                  <c:v>8.5356138997656128</c:v>
                </c:pt>
                <c:pt idx="389">
                  <c:v>8.5182422300507099</c:v>
                </c:pt>
                <c:pt idx="390">
                  <c:v>8.512574918538677</c:v>
                </c:pt>
                <c:pt idx="391">
                  <c:v>8.5184042831589348</c:v>
                </c:pt>
                <c:pt idx="392">
                  <c:v>8.5557879757322652</c:v>
                </c:pt>
                <c:pt idx="393">
                  <c:v>8.5590197177169198</c:v>
                </c:pt>
                <c:pt idx="394">
                  <c:v>8.5777669210121186</c:v>
                </c:pt>
                <c:pt idx="395">
                  <c:v>8.6005618593179083</c:v>
                </c:pt>
                <c:pt idx="396">
                  <c:v>8.612800869550215</c:v>
                </c:pt>
                <c:pt idx="397">
                  <c:v>8.6178724705734844</c:v>
                </c:pt>
                <c:pt idx="398">
                  <c:v>8.6038438469648</c:v>
                </c:pt>
                <c:pt idx="399">
                  <c:v>8.5894777530084312</c:v>
                </c:pt>
                <c:pt idx="400">
                  <c:v>8.617759361426403</c:v>
                </c:pt>
                <c:pt idx="401">
                  <c:v>8.6005729150992014</c:v>
                </c:pt>
                <c:pt idx="402">
                  <c:v>8.5815085479933888</c:v>
                </c:pt>
                <c:pt idx="403">
                  <c:v>8.5423454126682312</c:v>
                </c:pt>
                <c:pt idx="404">
                  <c:v>8.4920092214588241</c:v>
                </c:pt>
                <c:pt idx="405">
                  <c:v>8.4267426749027194</c:v>
                </c:pt>
                <c:pt idx="406">
                  <c:v>8.3708099847208057</c:v>
                </c:pt>
                <c:pt idx="407">
                  <c:v>8.3157208142039671</c:v>
                </c:pt>
                <c:pt idx="408">
                  <c:v>8.2723187326554832</c:v>
                </c:pt>
                <c:pt idx="409">
                  <c:v>8.2354153591079182</c:v>
                </c:pt>
                <c:pt idx="410">
                  <c:v>8.2012887569785491</c:v>
                </c:pt>
                <c:pt idx="411">
                  <c:v>8.1689920385184109</c:v>
                </c:pt>
                <c:pt idx="412">
                  <c:v>8.1537531366223472</c:v>
                </c:pt>
                <c:pt idx="413">
                  <c:v>8.1394541583743969</c:v>
                </c:pt>
                <c:pt idx="414">
                  <c:v>8.1244754231370333</c:v>
                </c:pt>
                <c:pt idx="415">
                  <c:v>8.1074784285565862</c:v>
                </c:pt>
                <c:pt idx="416">
                  <c:v>8.101973059508186</c:v>
                </c:pt>
                <c:pt idx="417">
                  <c:v>8.0854358149067131</c:v>
                </c:pt>
                <c:pt idx="418">
                  <c:v>8.0651977283311282</c:v>
                </c:pt>
                <c:pt idx="419">
                  <c:v>8.0636486210455498</c:v>
                </c:pt>
                <c:pt idx="420">
                  <c:v>8.0642321172390456</c:v>
                </c:pt>
                <c:pt idx="421">
                  <c:v>8.0535040467891079</c:v>
                </c:pt>
                <c:pt idx="422">
                  <c:v>8.0416731052057049</c:v>
                </c:pt>
                <c:pt idx="423">
                  <c:v>8.0436219833380864</c:v>
                </c:pt>
                <c:pt idx="424">
                  <c:v>8.0403311473780086</c:v>
                </c:pt>
                <c:pt idx="425">
                  <c:v>8.0544233742716589</c:v>
                </c:pt>
                <c:pt idx="426">
                  <c:v>8.053244376946326</c:v>
                </c:pt>
                <c:pt idx="427">
                  <c:v>8.0355994107476842</c:v>
                </c:pt>
                <c:pt idx="428">
                  <c:v>8.0424748896218219</c:v>
                </c:pt>
                <c:pt idx="429">
                  <c:v>8.0355808989309985</c:v>
                </c:pt>
                <c:pt idx="430">
                  <c:v>8.0341168415406621</c:v>
                </c:pt>
                <c:pt idx="431">
                  <c:v>8.044176343122091</c:v>
                </c:pt>
                <c:pt idx="432">
                  <c:v>8.0288831686972166</c:v>
                </c:pt>
                <c:pt idx="433">
                  <c:v>8.0441113402372615</c:v>
                </c:pt>
                <c:pt idx="434">
                  <c:v>8.076479477883872</c:v>
                </c:pt>
                <c:pt idx="435">
                  <c:v>8.1921718290917145</c:v>
                </c:pt>
                <c:pt idx="436">
                  <c:v>8.126127676674944</c:v>
                </c:pt>
                <c:pt idx="437">
                  <c:v>8.1379163417186842</c:v>
                </c:pt>
                <c:pt idx="438">
                  <c:v>8.1320992130887131</c:v>
                </c:pt>
                <c:pt idx="439">
                  <c:v>8.0913040721861638</c:v>
                </c:pt>
                <c:pt idx="440">
                  <c:v>8.1474098647490916</c:v>
                </c:pt>
                <c:pt idx="441">
                  <c:v>8.1660560658021364</c:v>
                </c:pt>
                <c:pt idx="442">
                  <c:v>8.2263154878444205</c:v>
                </c:pt>
                <c:pt idx="443">
                  <c:v>8.2418670670213263</c:v>
                </c:pt>
                <c:pt idx="444">
                  <c:v>8.2920374562233583</c:v>
                </c:pt>
                <c:pt idx="445">
                  <c:v>8.2728058292049447</c:v>
                </c:pt>
                <c:pt idx="446">
                  <c:v>8.2735659011518745</c:v>
                </c:pt>
                <c:pt idx="447">
                  <c:v>8.2831852813220781</c:v>
                </c:pt>
                <c:pt idx="448">
                  <c:v>8.258525638842789</c:v>
                </c:pt>
                <c:pt idx="449">
                  <c:v>8.2638253846778387</c:v>
                </c:pt>
                <c:pt idx="450">
                  <c:v>8.2734636308359022</c:v>
                </c:pt>
                <c:pt idx="451">
                  <c:v>8.2861425900040384</c:v>
                </c:pt>
                <c:pt idx="452">
                  <c:v>8.2868743022231293</c:v>
                </c:pt>
                <c:pt idx="453">
                  <c:v>8.2830328000558993</c:v>
                </c:pt>
                <c:pt idx="454">
                  <c:v>8.2975039326125657</c:v>
                </c:pt>
                <c:pt idx="455">
                  <c:v>8.3088002856244607</c:v>
                </c:pt>
                <c:pt idx="456">
                  <c:v>8.3182484400327308</c:v>
                </c:pt>
                <c:pt idx="457">
                  <c:v>8.3189086715057314</c:v>
                </c:pt>
                <c:pt idx="458">
                  <c:v>8.3361017044404715</c:v>
                </c:pt>
                <c:pt idx="459">
                  <c:v>8.3349387733608928</c:v>
                </c:pt>
                <c:pt idx="460">
                  <c:v>8.3369132977167091</c:v>
                </c:pt>
                <c:pt idx="461">
                  <c:v>8.3414819648272029</c:v>
                </c:pt>
                <c:pt idx="462">
                  <c:v>8.3507761800640701</c:v>
                </c:pt>
                <c:pt idx="463">
                  <c:v>8.3406907909021299</c:v>
                </c:pt>
                <c:pt idx="464">
                  <c:v>8.3427625870417152</c:v>
                </c:pt>
                <c:pt idx="465">
                  <c:v>8.3422258349345118</c:v>
                </c:pt>
                <c:pt idx="466">
                  <c:v>8.3498482581000424</c:v>
                </c:pt>
                <c:pt idx="467">
                  <c:v>8.3585750097618909</c:v>
                </c:pt>
                <c:pt idx="468">
                  <c:v>8.3589206808264667</c:v>
                </c:pt>
                <c:pt idx="469">
                  <c:v>8.3717759510688126</c:v>
                </c:pt>
                <c:pt idx="470">
                  <c:v>8.368646462044115</c:v>
                </c:pt>
                <c:pt idx="471">
                  <c:v>8.3796266492162346</c:v>
                </c:pt>
                <c:pt idx="472">
                  <c:v>8.3878123271232479</c:v>
                </c:pt>
                <c:pt idx="473">
                  <c:v>8.4002569627384069</c:v>
                </c:pt>
                <c:pt idx="474">
                  <c:v>8.4114243605619006</c:v>
                </c:pt>
                <c:pt idx="475">
                  <c:v>8.4103685074143328</c:v>
                </c:pt>
                <c:pt idx="476">
                  <c:v>8.4102032781554392</c:v>
                </c:pt>
                <c:pt idx="477">
                  <c:v>8.4142858640433253</c:v>
                </c:pt>
                <c:pt idx="478">
                  <c:v>8.423877969236603</c:v>
                </c:pt>
                <c:pt idx="479">
                  <c:v>8.4359878246863413</c:v>
                </c:pt>
                <c:pt idx="480">
                  <c:v>8.4432837638614249</c:v>
                </c:pt>
                <c:pt idx="481">
                  <c:v>8.4510007859844762</c:v>
                </c:pt>
                <c:pt idx="482">
                  <c:v>8.4502431352015837</c:v>
                </c:pt>
                <c:pt idx="483">
                  <c:v>8.4468939190321777</c:v>
                </c:pt>
                <c:pt idx="484">
                  <c:v>8.459452253898915</c:v>
                </c:pt>
                <c:pt idx="485">
                  <c:v>8.4643646048103172</c:v>
                </c:pt>
                <c:pt idx="486">
                  <c:v>8.4650270057851422</c:v>
                </c:pt>
                <c:pt idx="487">
                  <c:v>8.4765165833074647</c:v>
                </c:pt>
                <c:pt idx="488">
                  <c:v>8.4787145316390955</c:v>
                </c:pt>
                <c:pt idx="489">
                  <c:v>8.4742780392577082</c:v>
                </c:pt>
                <c:pt idx="490">
                  <c:v>8.4813014282576802</c:v>
                </c:pt>
                <c:pt idx="491">
                  <c:v>8.498579479629889</c:v>
                </c:pt>
                <c:pt idx="492">
                  <c:v>8.5212296514179844</c:v>
                </c:pt>
                <c:pt idx="493">
                  <c:v>8.5357359646162241</c:v>
                </c:pt>
                <c:pt idx="494">
                  <c:v>8.533861376192414</c:v>
                </c:pt>
                <c:pt idx="495">
                  <c:v>8.540199653872472</c:v>
                </c:pt>
                <c:pt idx="496">
                  <c:v>8.5512577608720939</c:v>
                </c:pt>
                <c:pt idx="497">
                  <c:v>8.5592582240694117</c:v>
                </c:pt>
                <c:pt idx="498">
                  <c:v>8.5738979529518016</c:v>
                </c:pt>
                <c:pt idx="499">
                  <c:v>8.5902090660391845</c:v>
                </c:pt>
                <c:pt idx="500">
                  <c:v>8.5976978739263963</c:v>
                </c:pt>
                <c:pt idx="501">
                  <c:v>8.5943678274751054</c:v>
                </c:pt>
                <c:pt idx="502">
                  <c:v>8.5995397983307473</c:v>
                </c:pt>
                <c:pt idx="503">
                  <c:v>8.6067294579504896</c:v>
                </c:pt>
                <c:pt idx="504">
                  <c:v>8.624140022494089</c:v>
                </c:pt>
                <c:pt idx="505">
                  <c:v>8.6434488490653987</c:v>
                </c:pt>
                <c:pt idx="506">
                  <c:v>8.6587592317075508</c:v>
                </c:pt>
                <c:pt idx="507">
                  <c:v>8.6777472323491676</c:v>
                </c:pt>
                <c:pt idx="508">
                  <c:v>8.6912193700620612</c:v>
                </c:pt>
                <c:pt idx="509">
                  <c:v>8.7081378221679842</c:v>
                </c:pt>
                <c:pt idx="510">
                  <c:v>8.7293592121230237</c:v>
                </c:pt>
                <c:pt idx="511">
                  <c:v>8.7601163783259892</c:v>
                </c:pt>
                <c:pt idx="512">
                  <c:v>8.7897735376802721</c:v>
                </c:pt>
                <c:pt idx="513">
                  <c:v>8.8219185428778779</c:v>
                </c:pt>
                <c:pt idx="514">
                  <c:v>8.8692860919277976</c:v>
                </c:pt>
                <c:pt idx="515">
                  <c:v>8.9200612514582094</c:v>
                </c:pt>
                <c:pt idx="516">
                  <c:v>8.9599890754301761</c:v>
                </c:pt>
                <c:pt idx="517">
                  <c:v>8.994738732449294</c:v>
                </c:pt>
                <c:pt idx="518">
                  <c:v>9.0139842269233643</c:v>
                </c:pt>
                <c:pt idx="519">
                  <c:v>9.0357596382201244</c:v>
                </c:pt>
                <c:pt idx="520">
                  <c:v>9.0715801960514586</c:v>
                </c:pt>
                <c:pt idx="521">
                  <c:v>9.0954163563845114</c:v>
                </c:pt>
                <c:pt idx="522">
                  <c:v>9.1130533301384329</c:v>
                </c:pt>
                <c:pt idx="523">
                  <c:v>9.1309150295692731</c:v>
                </c:pt>
                <c:pt idx="524">
                  <c:v>9.1464856309381641</c:v>
                </c:pt>
                <c:pt idx="525">
                  <c:v>9.149957389248577</c:v>
                </c:pt>
                <c:pt idx="526">
                  <c:v>9.1503499475865766</c:v>
                </c:pt>
                <c:pt idx="527">
                  <c:v>9.1562479031764923</c:v>
                </c:pt>
                <c:pt idx="528">
                  <c:v>9.1524645696921532</c:v>
                </c:pt>
                <c:pt idx="529">
                  <c:v>9.1402562796056763</c:v>
                </c:pt>
                <c:pt idx="530">
                  <c:v>9.1136891850889459</c:v>
                </c:pt>
                <c:pt idx="531">
                  <c:v>9.1061342507861482</c:v>
                </c:pt>
                <c:pt idx="532">
                  <c:v>9.1138108854632556</c:v>
                </c:pt>
                <c:pt idx="533">
                  <c:v>9.1053399701344606</c:v>
                </c:pt>
                <c:pt idx="534">
                  <c:v>9.1038927909259382</c:v>
                </c:pt>
                <c:pt idx="535">
                  <c:v>9.0999277746808822</c:v>
                </c:pt>
                <c:pt idx="536">
                  <c:v>9.1118949897247159</c:v>
                </c:pt>
                <c:pt idx="537">
                  <c:v>9.1425753555631246</c:v>
                </c:pt>
                <c:pt idx="538">
                  <c:v>9.185458422851319</c:v>
                </c:pt>
                <c:pt idx="539">
                  <c:v>9.2072864575843134</c:v>
                </c:pt>
                <c:pt idx="540">
                  <c:v>9.2216464422235482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8022-4DA3-A5C1-DAA90C22AF82}"/>
            </c:ext>
          </c:extLst>
        </c:ser>
        <c:ser>
          <c:idx val="4"/>
          <c:order val="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plot!$F$2:$F$542</c:f>
              <c:numCache>
                <c:formatCode>General</c:formatCode>
                <c:ptCount val="541"/>
                <c:pt idx="0">
                  <c:v>10.075292418851182</c:v>
                </c:pt>
                <c:pt idx="1">
                  <c:v>10.208500253862882</c:v>
                </c:pt>
                <c:pt idx="2">
                  <c:v>10.251228785384624</c:v>
                </c:pt>
                <c:pt idx="3">
                  <c:v>10.273762940669227</c:v>
                </c:pt>
                <c:pt idx="4">
                  <c:v>10.391083010542793</c:v>
                </c:pt>
                <c:pt idx="5">
                  <c:v>10.57848834953365</c:v>
                </c:pt>
                <c:pt idx="6">
                  <c:v>10.615568837162499</c:v>
                </c:pt>
                <c:pt idx="7">
                  <c:v>10.636048144249733</c:v>
                </c:pt>
                <c:pt idx="8">
                  <c:v>10.653964846053876</c:v>
                </c:pt>
                <c:pt idx="9">
                  <c:v>10.68599730700342</c:v>
                </c:pt>
                <c:pt idx="10">
                  <c:v>10.722136859351105</c:v>
                </c:pt>
                <c:pt idx="11">
                  <c:v>10.751399899709451</c:v>
                </c:pt>
                <c:pt idx="12">
                  <c:v>10.750973884749422</c:v>
                </c:pt>
                <c:pt idx="13">
                  <c:v>10.714602182541736</c:v>
                </c:pt>
                <c:pt idx="14">
                  <c:v>10.702681427079948</c:v>
                </c:pt>
                <c:pt idx="15">
                  <c:v>10.731004114188954</c:v>
                </c:pt>
                <c:pt idx="16">
                  <c:v>10.745815466034175</c:v>
                </c:pt>
                <c:pt idx="17">
                  <c:v>10.726705081629316</c:v>
                </c:pt>
                <c:pt idx="18">
                  <c:v>10.732314995364439</c:v>
                </c:pt>
                <c:pt idx="19">
                  <c:v>10.748361127724166</c:v>
                </c:pt>
                <c:pt idx="20">
                  <c:v>10.787226949470323</c:v>
                </c:pt>
                <c:pt idx="21">
                  <c:v>10.791795753780359</c:v>
                </c:pt>
                <c:pt idx="22">
                  <c:v>10.809894372864589</c:v>
                </c:pt>
                <c:pt idx="23">
                  <c:v>10.807436355466754</c:v>
                </c:pt>
                <c:pt idx="24">
                  <c:v>10.81659257293764</c:v>
                </c:pt>
                <c:pt idx="25">
                  <c:v>10.846061329210652</c:v>
                </c:pt>
                <c:pt idx="26">
                  <c:v>10.875617891451324</c:v>
                </c:pt>
                <c:pt idx="27">
                  <c:v>10.890459670626898</c:v>
                </c:pt>
                <c:pt idx="28">
                  <c:v>10.89148027959774</c:v>
                </c:pt>
                <c:pt idx="29">
                  <c:v>10.918292804301759</c:v>
                </c:pt>
                <c:pt idx="30">
                  <c:v>10.940532127121958</c:v>
                </c:pt>
                <c:pt idx="31">
                  <c:v>10.95866775372966</c:v>
                </c:pt>
                <c:pt idx="32">
                  <c:v>10.971777955893888</c:v>
                </c:pt>
                <c:pt idx="33">
                  <c:v>11.002173646349185</c:v>
                </c:pt>
                <c:pt idx="34">
                  <c:v>11.021398044321334</c:v>
                </c:pt>
                <c:pt idx="35">
                  <c:v>11.040671349134247</c:v>
                </c:pt>
                <c:pt idx="36">
                  <c:v>11.057242926890595</c:v>
                </c:pt>
                <c:pt idx="37">
                  <c:v>11.107181419060844</c:v>
                </c:pt>
                <c:pt idx="38">
                  <c:v>11.136804090416186</c:v>
                </c:pt>
                <c:pt idx="39">
                  <c:v>11.179346057497501</c:v>
                </c:pt>
                <c:pt idx="40">
                  <c:v>11.232631070979943</c:v>
                </c:pt>
                <c:pt idx="41">
                  <c:v>11.280204315158073</c:v>
                </c:pt>
                <c:pt idx="42">
                  <c:v>11.324398153225957</c:v>
                </c:pt>
                <c:pt idx="43">
                  <c:v>11.366553812851677</c:v>
                </c:pt>
                <c:pt idx="44">
                  <c:v>11.412513082781997</c:v>
                </c:pt>
                <c:pt idx="45">
                  <c:v>11.445806337835069</c:v>
                </c:pt>
                <c:pt idx="46">
                  <c:v>11.503229468245378</c:v>
                </c:pt>
                <c:pt idx="47">
                  <c:v>11.530302678536321</c:v>
                </c:pt>
                <c:pt idx="48">
                  <c:v>11.540330569501325</c:v>
                </c:pt>
                <c:pt idx="49">
                  <c:v>11.584114527824742</c:v>
                </c:pt>
                <c:pt idx="50">
                  <c:v>11.624563799483052</c:v>
                </c:pt>
                <c:pt idx="51">
                  <c:v>11.634137155928654</c:v>
                </c:pt>
                <c:pt idx="52">
                  <c:v>11.653319437431319</c:v>
                </c:pt>
                <c:pt idx="53">
                  <c:v>11.703574425573391</c:v>
                </c:pt>
                <c:pt idx="54">
                  <c:v>11.71909197603167</c:v>
                </c:pt>
                <c:pt idx="55">
                  <c:v>11.736765566376461</c:v>
                </c:pt>
                <c:pt idx="56">
                  <c:v>11.785779727340078</c:v>
                </c:pt>
                <c:pt idx="57">
                  <c:v>11.804229198441291</c:v>
                </c:pt>
                <c:pt idx="58">
                  <c:v>11.838917486771061</c:v>
                </c:pt>
                <c:pt idx="59">
                  <c:v>11.883225241400933</c:v>
                </c:pt>
                <c:pt idx="60">
                  <c:v>11.925483047611754</c:v>
                </c:pt>
                <c:pt idx="61">
                  <c:v>11.964695533979276</c:v>
                </c:pt>
                <c:pt idx="62">
                  <c:v>11.974649215886727</c:v>
                </c:pt>
                <c:pt idx="63">
                  <c:v>12.043817328147991</c:v>
                </c:pt>
                <c:pt idx="64">
                  <c:v>12.133358753034328</c:v>
                </c:pt>
                <c:pt idx="65">
                  <c:v>12.168149252619408</c:v>
                </c:pt>
                <c:pt idx="66">
                  <c:v>12.200166208887854</c:v>
                </c:pt>
                <c:pt idx="67">
                  <c:v>12.259376079992382</c:v>
                </c:pt>
                <c:pt idx="68">
                  <c:v>12.346283972550863</c:v>
                </c:pt>
                <c:pt idx="69">
                  <c:v>12.362776393979143</c:v>
                </c:pt>
                <c:pt idx="70">
                  <c:v>12.40854530716795</c:v>
                </c:pt>
                <c:pt idx="71">
                  <c:v>12.47522080347294</c:v>
                </c:pt>
                <c:pt idx="72">
                  <c:v>12.521606056028185</c:v>
                </c:pt>
                <c:pt idx="73">
                  <c:v>12.590571782890223</c:v>
                </c:pt>
                <c:pt idx="74">
                  <c:v>12.62521405837081</c:v>
                </c:pt>
                <c:pt idx="75">
                  <c:v>12.68676531416267</c:v>
                </c:pt>
                <c:pt idx="76">
                  <c:v>12.73065539628865</c:v>
                </c:pt>
                <c:pt idx="77">
                  <c:v>12.77516737941853</c:v>
                </c:pt>
                <c:pt idx="78">
                  <c:v>12.828113068347616</c:v>
                </c:pt>
                <c:pt idx="79">
                  <c:v>12.836180870140154</c:v>
                </c:pt>
                <c:pt idx="80">
                  <c:v>12.882966851606199</c:v>
                </c:pt>
                <c:pt idx="81">
                  <c:v>12.938825415803532</c:v>
                </c:pt>
                <c:pt idx="82">
                  <c:v>12.943718945368676</c:v>
                </c:pt>
                <c:pt idx="83">
                  <c:v>12.940162924934963</c:v>
                </c:pt>
                <c:pt idx="84">
                  <c:v>12.975737744737916</c:v>
                </c:pt>
                <c:pt idx="85">
                  <c:v>12.974527635905719</c:v>
                </c:pt>
                <c:pt idx="86">
                  <c:v>12.968988956398828</c:v>
                </c:pt>
                <c:pt idx="87">
                  <c:v>12.993270936072729</c:v>
                </c:pt>
                <c:pt idx="88">
                  <c:v>12.980308440651378</c:v>
                </c:pt>
                <c:pt idx="89">
                  <c:v>12.942295748218722</c:v>
                </c:pt>
                <c:pt idx="90">
                  <c:v>12.940809691631785</c:v>
                </c:pt>
                <c:pt idx="91">
                  <c:v>12.96654034851549</c:v>
                </c:pt>
                <c:pt idx="92">
                  <c:v>12.947310534413864</c:v>
                </c:pt>
                <c:pt idx="93">
                  <c:v>12.905780882349895</c:v>
                </c:pt>
                <c:pt idx="94">
                  <c:v>12.900548804273827</c:v>
                </c:pt>
                <c:pt idx="95">
                  <c:v>12.889135095535986</c:v>
                </c:pt>
                <c:pt idx="96">
                  <c:v>12.848748424633868</c:v>
                </c:pt>
                <c:pt idx="97">
                  <c:v>12.823323593138547</c:v>
                </c:pt>
                <c:pt idx="98">
                  <c:v>12.792385238845167</c:v>
                </c:pt>
                <c:pt idx="99">
                  <c:v>12.766697264295214</c:v>
                </c:pt>
                <c:pt idx="100">
                  <c:v>12.756262791766076</c:v>
                </c:pt>
                <c:pt idx="101">
                  <c:v>12.72451166236567</c:v>
                </c:pt>
                <c:pt idx="102">
                  <c:v>12.722694623681511</c:v>
                </c:pt>
                <c:pt idx="103">
                  <c:v>12.71669025404524</c:v>
                </c:pt>
                <c:pt idx="104">
                  <c:v>12.671340597780315</c:v>
                </c:pt>
                <c:pt idx="105">
                  <c:v>12.57958192266064</c:v>
                </c:pt>
                <c:pt idx="106">
                  <c:v>12.472697533840631</c:v>
                </c:pt>
                <c:pt idx="107">
                  <c:v>12.355176384097538</c:v>
                </c:pt>
                <c:pt idx="108">
                  <c:v>12.203543836567533</c:v>
                </c:pt>
                <c:pt idx="109">
                  <c:v>12.067674198244696</c:v>
                </c:pt>
                <c:pt idx="110">
                  <c:v>11.936376613909577</c:v>
                </c:pt>
                <c:pt idx="111">
                  <c:v>11.828156947080114</c:v>
                </c:pt>
                <c:pt idx="112">
                  <c:v>11.735745814285803</c:v>
                </c:pt>
                <c:pt idx="113">
                  <c:v>11.655736550925972</c:v>
                </c:pt>
                <c:pt idx="114">
                  <c:v>11.596786945052056</c:v>
                </c:pt>
                <c:pt idx="115">
                  <c:v>11.532767421635235</c:v>
                </c:pt>
                <c:pt idx="116">
                  <c:v>11.486319729999316</c:v>
                </c:pt>
                <c:pt idx="117">
                  <c:v>11.444306441824754</c:v>
                </c:pt>
                <c:pt idx="118">
                  <c:v>11.39472386211485</c:v>
                </c:pt>
                <c:pt idx="119">
                  <c:v>11.369701764306601</c:v>
                </c:pt>
                <c:pt idx="120">
                  <c:v>11.346883853350745</c:v>
                </c:pt>
                <c:pt idx="121">
                  <c:v>11.32733634687855</c:v>
                </c:pt>
                <c:pt idx="122">
                  <c:v>11.315407895662647</c:v>
                </c:pt>
                <c:pt idx="123">
                  <c:v>11.28984292383816</c:v>
                </c:pt>
                <c:pt idx="124">
                  <c:v>11.260514307894317</c:v>
                </c:pt>
                <c:pt idx="125">
                  <c:v>11.23748544273738</c:v>
                </c:pt>
                <c:pt idx="126">
                  <c:v>11.234797555104185</c:v>
                </c:pt>
                <c:pt idx="127">
                  <c:v>11.209465687025192</c:v>
                </c:pt>
                <c:pt idx="128">
                  <c:v>11.186356533811651</c:v>
                </c:pt>
                <c:pt idx="129">
                  <c:v>11.161142656517411</c:v>
                </c:pt>
                <c:pt idx="130">
                  <c:v>11.159519628441231</c:v>
                </c:pt>
                <c:pt idx="131">
                  <c:v>11.136338464957028</c:v>
                </c:pt>
                <c:pt idx="132">
                  <c:v>11.094556405092082</c:v>
                </c:pt>
                <c:pt idx="133">
                  <c:v>11.067439898100455</c:v>
                </c:pt>
                <c:pt idx="134">
                  <c:v>11.044736906094727</c:v>
                </c:pt>
                <c:pt idx="135">
                  <c:v>11.027614823238229</c:v>
                </c:pt>
                <c:pt idx="136">
                  <c:v>11.037388236955762</c:v>
                </c:pt>
                <c:pt idx="137">
                  <c:v>11.05595760661271</c:v>
                </c:pt>
                <c:pt idx="138">
                  <c:v>11.066535161965231</c:v>
                </c:pt>
                <c:pt idx="139">
                  <c:v>11.07468648532452</c:v>
                </c:pt>
                <c:pt idx="140">
                  <c:v>11.081987169173111</c:v>
                </c:pt>
                <c:pt idx="141">
                  <c:v>11.088563740762508</c:v>
                </c:pt>
                <c:pt idx="142">
                  <c:v>11.077569482959142</c:v>
                </c:pt>
                <c:pt idx="143">
                  <c:v>11.083635224617721</c:v>
                </c:pt>
                <c:pt idx="144">
                  <c:v>11.097062634125999</c:v>
                </c:pt>
                <c:pt idx="145">
                  <c:v>11.119483405367315</c:v>
                </c:pt>
                <c:pt idx="146">
                  <c:v>11.135419760058026</c:v>
                </c:pt>
                <c:pt idx="147">
                  <c:v>11.16555985770486</c:v>
                </c:pt>
                <c:pt idx="148">
                  <c:v>11.204021426014183</c:v>
                </c:pt>
                <c:pt idx="149">
                  <c:v>11.239167773389401</c:v>
                </c:pt>
                <c:pt idx="150">
                  <c:v>11.285375764919158</c:v>
                </c:pt>
                <c:pt idx="151">
                  <c:v>11.334978133711076</c:v>
                </c:pt>
                <c:pt idx="152">
                  <c:v>11.333838483064683</c:v>
                </c:pt>
                <c:pt idx="153">
                  <c:v>11.334440045289837</c:v>
                </c:pt>
                <c:pt idx="154">
                  <c:v>11.342766430887728</c:v>
                </c:pt>
                <c:pt idx="155">
                  <c:v>11.361396816880887</c:v>
                </c:pt>
                <c:pt idx="156">
                  <c:v>11.381564187245585</c:v>
                </c:pt>
                <c:pt idx="157">
                  <c:v>11.390120281403334</c:v>
                </c:pt>
                <c:pt idx="158">
                  <c:v>11.393544277618314</c:v>
                </c:pt>
                <c:pt idx="159">
                  <c:v>11.399154191353439</c:v>
                </c:pt>
                <c:pt idx="160">
                  <c:v>11.385033872958749</c:v>
                </c:pt>
                <c:pt idx="161">
                  <c:v>11.354938882778274</c:v>
                </c:pt>
                <c:pt idx="162">
                  <c:v>11.309624665784391</c:v>
                </c:pt>
                <c:pt idx="163">
                  <c:v>11.279919992612076</c:v>
                </c:pt>
                <c:pt idx="164">
                  <c:v>11.263964754222187</c:v>
                </c:pt>
                <c:pt idx="165">
                  <c:v>11.242795739423576</c:v>
                </c:pt>
                <c:pt idx="166">
                  <c:v>11.215604603018079</c:v>
                </c:pt>
                <c:pt idx="167">
                  <c:v>11.184432886298401</c:v>
                </c:pt>
                <c:pt idx="168">
                  <c:v>11.163384804778765</c:v>
                </c:pt>
                <c:pt idx="169">
                  <c:v>11.137076934001213</c:v>
                </c:pt>
                <c:pt idx="170">
                  <c:v>11.105611258875339</c:v>
                </c:pt>
                <c:pt idx="171">
                  <c:v>11.07695210886944</c:v>
                </c:pt>
                <c:pt idx="172">
                  <c:v>11.067405687563246</c:v>
                </c:pt>
                <c:pt idx="173">
                  <c:v>11.043399687979207</c:v>
                </c:pt>
                <c:pt idx="174">
                  <c:v>11.021811642602453</c:v>
                </c:pt>
                <c:pt idx="175">
                  <c:v>11.020607063072589</c:v>
                </c:pt>
                <c:pt idx="176">
                  <c:v>11.019272658110884</c:v>
                </c:pt>
                <c:pt idx="177">
                  <c:v>11.013317243818046</c:v>
                </c:pt>
                <c:pt idx="178">
                  <c:v>11.012253418984274</c:v>
                </c:pt>
                <c:pt idx="179">
                  <c:v>11.002346234952537</c:v>
                </c:pt>
                <c:pt idx="180">
                  <c:v>11.001167911524954</c:v>
                </c:pt>
                <c:pt idx="181">
                  <c:v>11.012033087603808</c:v>
                </c:pt>
                <c:pt idx="182">
                  <c:v>11.018146070845431</c:v>
                </c:pt>
                <c:pt idx="183">
                  <c:v>11.018083987450876</c:v>
                </c:pt>
                <c:pt idx="184">
                  <c:v>11.023621438223918</c:v>
                </c:pt>
                <c:pt idx="185">
                  <c:v>11.02823416976911</c:v>
                </c:pt>
                <c:pt idx="186">
                  <c:v>11.039435210545484</c:v>
                </c:pt>
                <c:pt idx="187">
                  <c:v>11.03574092521848</c:v>
                </c:pt>
                <c:pt idx="188">
                  <c:v>11.01409606706869</c:v>
                </c:pt>
                <c:pt idx="189">
                  <c:v>11.009451226767876</c:v>
                </c:pt>
                <c:pt idx="190">
                  <c:v>11.001859138986095</c:v>
                </c:pt>
                <c:pt idx="191">
                  <c:v>10.99483883280114</c:v>
                </c:pt>
                <c:pt idx="192">
                  <c:v>10.983718953129106</c:v>
                </c:pt>
                <c:pt idx="193">
                  <c:v>10.987720098567735</c:v>
                </c:pt>
                <c:pt idx="194">
                  <c:v>10.984439217511243</c:v>
                </c:pt>
                <c:pt idx="195">
                  <c:v>10.98403425270218</c:v>
                </c:pt>
                <c:pt idx="196">
                  <c:v>10.995991385152962</c:v>
                </c:pt>
                <c:pt idx="197">
                  <c:v>10.999124462461277</c:v>
                </c:pt>
                <c:pt idx="198">
                  <c:v>10.991189428594783</c:v>
                </c:pt>
                <c:pt idx="199">
                  <c:v>10.994908191593495</c:v>
                </c:pt>
                <c:pt idx="200">
                  <c:v>10.996404175056549</c:v>
                </c:pt>
                <c:pt idx="201">
                  <c:v>10.991215652361964</c:v>
                </c:pt>
                <c:pt idx="202">
                  <c:v>11.00299523277134</c:v>
                </c:pt>
                <c:pt idx="203">
                  <c:v>11.017378079853732</c:v>
                </c:pt>
                <c:pt idx="204">
                  <c:v>11.048320540704976</c:v>
                </c:pt>
                <c:pt idx="205">
                  <c:v>11.084661443728645</c:v>
                </c:pt>
                <c:pt idx="206">
                  <c:v>11.100655807591142</c:v>
                </c:pt>
                <c:pt idx="207">
                  <c:v>11.096868397172308</c:v>
                </c:pt>
                <c:pt idx="208">
                  <c:v>11.089908557626842</c:v>
                </c:pt>
                <c:pt idx="209">
                  <c:v>11.076854424528321</c:v>
                </c:pt>
                <c:pt idx="210">
                  <c:v>11.052753650762281</c:v>
                </c:pt>
                <c:pt idx="211">
                  <c:v>11.028367325716392</c:v>
                </c:pt>
                <c:pt idx="212">
                  <c:v>11.01273333655822</c:v>
                </c:pt>
                <c:pt idx="213">
                  <c:v>10.99552734411377</c:v>
                </c:pt>
                <c:pt idx="214">
                  <c:v>10.995732413326408</c:v>
                </c:pt>
                <c:pt idx="215">
                  <c:v>10.995740561771942</c:v>
                </c:pt>
                <c:pt idx="216">
                  <c:v>10.996687818565418</c:v>
                </c:pt>
                <c:pt idx="217">
                  <c:v>11.004038007454145</c:v>
                </c:pt>
                <c:pt idx="218">
                  <c:v>11.016779524793002</c:v>
                </c:pt>
                <c:pt idx="219">
                  <c:v>11.0137779220067</c:v>
                </c:pt>
                <c:pt idx="220">
                  <c:v>11.017365824850327</c:v>
                </c:pt>
                <c:pt idx="221">
                  <c:v>11.013083946061947</c:v>
                </c:pt>
                <c:pt idx="222">
                  <c:v>10.999273139257193</c:v>
                </c:pt>
                <c:pt idx="223">
                  <c:v>10.971748918972892</c:v>
                </c:pt>
                <c:pt idx="224">
                  <c:v>10.960850276064161</c:v>
                </c:pt>
                <c:pt idx="225">
                  <c:v>10.945356815256373</c:v>
                </c:pt>
                <c:pt idx="226">
                  <c:v>10.925068705623307</c:v>
                </c:pt>
                <c:pt idx="227">
                  <c:v>10.933284505174651</c:v>
                </c:pt>
                <c:pt idx="228">
                  <c:v>10.944651877712268</c:v>
                </c:pt>
                <c:pt idx="229">
                  <c:v>10.931561690975764</c:v>
                </c:pt>
                <c:pt idx="230">
                  <c:v>10.934826178135882</c:v>
                </c:pt>
                <c:pt idx="231">
                  <c:v>10.940268305030203</c:v>
                </c:pt>
                <c:pt idx="232">
                  <c:v>10.952840709789102</c:v>
                </c:pt>
                <c:pt idx="233">
                  <c:v>10.965653073334975</c:v>
                </c:pt>
                <c:pt idx="234">
                  <c:v>10.963206470227908</c:v>
                </c:pt>
                <c:pt idx="235">
                  <c:v>10.951455732728917</c:v>
                </c:pt>
                <c:pt idx="236">
                  <c:v>10.956096207791052</c:v>
                </c:pt>
                <c:pt idx="237">
                  <c:v>10.953487735166725</c:v>
                </c:pt>
                <c:pt idx="238">
                  <c:v>10.938870959793759</c:v>
                </c:pt>
                <c:pt idx="239">
                  <c:v>10.934141466197662</c:v>
                </c:pt>
                <c:pt idx="240">
                  <c:v>10.928866657285177</c:v>
                </c:pt>
                <c:pt idx="241">
                  <c:v>10.897821580989858</c:v>
                </c:pt>
                <c:pt idx="242">
                  <c:v>10.893374324325723</c:v>
                </c:pt>
                <c:pt idx="243">
                  <c:v>10.924700311813849</c:v>
                </c:pt>
                <c:pt idx="244">
                  <c:v>10.938521950877549</c:v>
                </c:pt>
                <c:pt idx="245">
                  <c:v>10.940874006148325</c:v>
                </c:pt>
                <c:pt idx="246">
                  <c:v>10.945144858667152</c:v>
                </c:pt>
                <c:pt idx="247">
                  <c:v>10.947092951517007</c:v>
                </c:pt>
                <c:pt idx="248">
                  <c:v>10.948636726259826</c:v>
                </c:pt>
                <c:pt idx="249">
                  <c:v>10.948980254376362</c:v>
                </c:pt>
                <c:pt idx="250">
                  <c:v>10.934862619795084</c:v>
                </c:pt>
                <c:pt idx="251">
                  <c:v>10.979893387290701</c:v>
                </c:pt>
                <c:pt idx="252">
                  <c:v>11.011091812804079</c:v>
                </c:pt>
                <c:pt idx="253">
                  <c:v>11.030962702624679</c:v>
                </c:pt>
                <c:pt idx="254">
                  <c:v>11.03964044143363</c:v>
                </c:pt>
                <c:pt idx="255">
                  <c:v>11.02202324350556</c:v>
                </c:pt>
                <c:pt idx="256">
                  <c:v>11.001486412273058</c:v>
                </c:pt>
                <c:pt idx="257">
                  <c:v>11.000965946482046</c:v>
                </c:pt>
                <c:pt idx="258">
                  <c:v>11.000471122426385</c:v>
                </c:pt>
                <c:pt idx="259">
                  <c:v>11</c:v>
                </c:pt>
                <c:pt idx="260">
                  <c:v>10.975532546184871</c:v>
                </c:pt>
                <c:pt idx="261">
                  <c:v>10.933219479285876</c:v>
                </c:pt>
                <c:pt idx="262">
                  <c:v>10.943256553419655</c:v>
                </c:pt>
                <c:pt idx="263">
                  <c:v>10.926635050266855</c:v>
                </c:pt>
                <c:pt idx="264">
                  <c:v>10.910075468833099</c:v>
                </c:pt>
                <c:pt idx="265">
                  <c:v>10.909162454911936</c:v>
                </c:pt>
                <c:pt idx="266">
                  <c:v>10.898960213080558</c:v>
                </c:pt>
                <c:pt idx="267">
                  <c:v>10.860001476420727</c:v>
                </c:pt>
                <c:pt idx="268">
                  <c:v>10.788424916471966</c:v>
                </c:pt>
                <c:pt idx="269">
                  <c:v>10.771874049348019</c:v>
                </c:pt>
                <c:pt idx="270">
                  <c:v>10.722325567002468</c:v>
                </c:pt>
                <c:pt idx="271">
                  <c:v>10.69605158341111</c:v>
                </c:pt>
                <c:pt idx="272">
                  <c:v>10.703113779719837</c:v>
                </c:pt>
                <c:pt idx="273">
                  <c:v>10.703110546209704</c:v>
                </c:pt>
                <c:pt idx="274">
                  <c:v>10.680540968832066</c:v>
                </c:pt>
                <c:pt idx="275">
                  <c:v>10.642832161681715</c:v>
                </c:pt>
                <c:pt idx="276">
                  <c:v>10.609135461569345</c:v>
                </c:pt>
                <c:pt idx="277">
                  <c:v>10.581323992412374</c:v>
                </c:pt>
                <c:pt idx="278">
                  <c:v>10.582476027402574</c:v>
                </c:pt>
                <c:pt idx="279">
                  <c:v>10.580780116007997</c:v>
                </c:pt>
                <c:pt idx="280">
                  <c:v>10.544614356060684</c:v>
                </c:pt>
                <c:pt idx="281">
                  <c:v>10.541241918164774</c:v>
                </c:pt>
                <c:pt idx="282">
                  <c:v>10.604864560547865</c:v>
                </c:pt>
                <c:pt idx="283">
                  <c:v>10.619244174120123</c:v>
                </c:pt>
                <c:pt idx="284">
                  <c:v>10.626034011870345</c:v>
                </c:pt>
                <c:pt idx="285">
                  <c:v>10.5618936360123</c:v>
                </c:pt>
                <c:pt idx="286">
                  <c:v>10.56469776833478</c:v>
                </c:pt>
                <c:pt idx="287">
                  <c:v>10.693168133085068</c:v>
                </c:pt>
                <c:pt idx="288">
                  <c:v>10.700182473443828</c:v>
                </c:pt>
                <c:pt idx="289">
                  <c:v>10.689596074441095</c:v>
                </c:pt>
                <c:pt idx="290">
                  <c:v>10.642476863588296</c:v>
                </c:pt>
                <c:pt idx="291">
                  <c:v>10.67140743443476</c:v>
                </c:pt>
                <c:pt idx="292">
                  <c:v>10.63056099072681</c:v>
                </c:pt>
                <c:pt idx="293">
                  <c:v>10.655879569079158</c:v>
                </c:pt>
                <c:pt idx="294">
                  <c:v>10.754111408134166</c:v>
                </c:pt>
                <c:pt idx="295">
                  <c:v>10.84383554251057</c:v>
                </c:pt>
                <c:pt idx="296">
                  <c:v>10.852159777824225</c:v>
                </c:pt>
                <c:pt idx="297">
                  <c:v>10.842937289563162</c:v>
                </c:pt>
                <c:pt idx="298">
                  <c:v>10.858519203040636</c:v>
                </c:pt>
                <c:pt idx="299">
                  <c:v>10.8590177294654</c:v>
                </c:pt>
                <c:pt idx="300">
                  <c:v>10.903689884519713</c:v>
                </c:pt>
                <c:pt idx="301">
                  <c:v>10.874308190507035</c:v>
                </c:pt>
                <c:pt idx="302">
                  <c:v>10.812230648605917</c:v>
                </c:pt>
                <c:pt idx="303">
                  <c:v>10.818304619547785</c:v>
                </c:pt>
                <c:pt idx="304">
                  <c:v>10.880168474931759</c:v>
                </c:pt>
                <c:pt idx="305">
                  <c:v>10.994037568990171</c:v>
                </c:pt>
                <c:pt idx="306">
                  <c:v>11.028719745985791</c:v>
                </c:pt>
                <c:pt idx="307">
                  <c:v>11.018553169771181</c:v>
                </c:pt>
                <c:pt idx="308">
                  <c:v>11.046644774078528</c:v>
                </c:pt>
                <c:pt idx="309">
                  <c:v>11.027700543591855</c:v>
                </c:pt>
                <c:pt idx="310">
                  <c:v>11.013674255671834</c:v>
                </c:pt>
                <c:pt idx="311">
                  <c:v>10.953971532952831</c:v>
                </c:pt>
                <c:pt idx="312">
                  <c:v>10.971326040517692</c:v>
                </c:pt>
                <c:pt idx="313">
                  <c:v>11.073195093445856</c:v>
                </c:pt>
                <c:pt idx="314">
                  <c:v>11.078261939154135</c:v>
                </c:pt>
                <c:pt idx="315">
                  <c:v>11.106430306992038</c:v>
                </c:pt>
                <c:pt idx="316">
                  <c:v>11.106396646151552</c:v>
                </c:pt>
                <c:pt idx="317">
                  <c:v>11.124824743750789</c:v>
                </c:pt>
                <c:pt idx="318">
                  <c:v>11.152793280662472</c:v>
                </c:pt>
                <c:pt idx="319">
                  <c:v>11.162535038315802</c:v>
                </c:pt>
                <c:pt idx="320">
                  <c:v>11.1557128816318</c:v>
                </c:pt>
                <c:pt idx="321">
                  <c:v>11.207837194316886</c:v>
                </c:pt>
                <c:pt idx="322">
                  <c:v>11.23059211649535</c:v>
                </c:pt>
                <c:pt idx="323">
                  <c:v>11.260588613957173</c:v>
                </c:pt>
                <c:pt idx="324">
                  <c:v>11.29026479990522</c:v>
                </c:pt>
                <c:pt idx="325">
                  <c:v>11.305406002119113</c:v>
                </c:pt>
                <c:pt idx="326">
                  <c:v>11.334890925942789</c:v>
                </c:pt>
                <c:pt idx="327">
                  <c:v>11.358389943473068</c:v>
                </c:pt>
                <c:pt idx="328">
                  <c:v>11.386080075162297</c:v>
                </c:pt>
                <c:pt idx="329">
                  <c:v>11.406119495531032</c:v>
                </c:pt>
                <c:pt idx="330">
                  <c:v>11.413031770142441</c:v>
                </c:pt>
                <c:pt idx="331">
                  <c:v>11.431400468160529</c:v>
                </c:pt>
                <c:pt idx="332">
                  <c:v>11.430833957185222</c:v>
                </c:pt>
                <c:pt idx="333">
                  <c:v>11.410368845207472</c:v>
                </c:pt>
                <c:pt idx="334">
                  <c:v>11.401768645971512</c:v>
                </c:pt>
                <c:pt idx="335">
                  <c:v>11.366578355193585</c:v>
                </c:pt>
                <c:pt idx="336">
                  <c:v>11.342163995614841</c:v>
                </c:pt>
                <c:pt idx="337">
                  <c:v>11.306426142230986</c:v>
                </c:pt>
                <c:pt idx="338">
                  <c:v>11.246053468547517</c:v>
                </c:pt>
                <c:pt idx="339">
                  <c:v>11.21444555131089</c:v>
                </c:pt>
                <c:pt idx="340">
                  <c:v>11.176038823333423</c:v>
                </c:pt>
                <c:pt idx="341">
                  <c:v>11.146364415815951</c:v>
                </c:pt>
                <c:pt idx="342">
                  <c:v>11.129489987500541</c:v>
                </c:pt>
                <c:pt idx="343">
                  <c:v>11.097201481051114</c:v>
                </c:pt>
                <c:pt idx="344">
                  <c:v>11.110677199200779</c:v>
                </c:pt>
                <c:pt idx="345">
                  <c:v>11.124891160048922</c:v>
                </c:pt>
                <c:pt idx="346">
                  <c:v>11.157796814242344</c:v>
                </c:pt>
                <c:pt idx="347">
                  <c:v>11.199363748678142</c:v>
                </c:pt>
                <c:pt idx="348">
                  <c:v>11.208314040056205</c:v>
                </c:pt>
                <c:pt idx="349">
                  <c:v>11.175011407823749</c:v>
                </c:pt>
                <c:pt idx="350">
                  <c:v>11.194835476417623</c:v>
                </c:pt>
                <c:pt idx="351">
                  <c:v>11.222482796432686</c:v>
                </c:pt>
                <c:pt idx="352">
                  <c:v>11.240654347337966</c:v>
                </c:pt>
                <c:pt idx="353">
                  <c:v>11.239254011104649</c:v>
                </c:pt>
                <c:pt idx="354">
                  <c:v>11.214339330503019</c:v>
                </c:pt>
                <c:pt idx="355">
                  <c:v>11.207689455238906</c:v>
                </c:pt>
                <c:pt idx="356">
                  <c:v>11.235919680125658</c:v>
                </c:pt>
                <c:pt idx="357">
                  <c:v>11.24171503566691</c:v>
                </c:pt>
                <c:pt idx="358">
                  <c:v>11.190924222560692</c:v>
                </c:pt>
                <c:pt idx="359">
                  <c:v>11.238395352488819</c:v>
                </c:pt>
                <c:pt idx="360">
                  <c:v>11.312121000277305</c:v>
                </c:pt>
                <c:pt idx="361">
                  <c:v>11.292529518067303</c:v>
                </c:pt>
                <c:pt idx="362">
                  <c:v>11.285939915432069</c:v>
                </c:pt>
                <c:pt idx="363">
                  <c:v>11.258638128309819</c:v>
                </c:pt>
                <c:pt idx="364">
                  <c:v>11.23735684603939</c:v>
                </c:pt>
                <c:pt idx="365">
                  <c:v>11.237161121671036</c:v>
                </c:pt>
                <c:pt idx="366">
                  <c:v>11.183691442424895</c:v>
                </c:pt>
                <c:pt idx="367">
                  <c:v>11.158725381347249</c:v>
                </c:pt>
                <c:pt idx="368">
                  <c:v>11.164538068502816</c:v>
                </c:pt>
                <c:pt idx="369">
                  <c:v>11.107191960303878</c:v>
                </c:pt>
                <c:pt idx="370">
                  <c:v>11.099672270813974</c:v>
                </c:pt>
                <c:pt idx="371">
                  <c:v>11.059881147808145</c:v>
                </c:pt>
                <c:pt idx="372">
                  <c:v>11.020512709246907</c:v>
                </c:pt>
                <c:pt idx="373">
                  <c:v>10.982156327022212</c:v>
                </c:pt>
                <c:pt idx="374">
                  <c:v>10.927227170642418</c:v>
                </c:pt>
                <c:pt idx="375">
                  <c:v>10.930427731307207</c:v>
                </c:pt>
                <c:pt idx="376">
                  <c:v>10.900039817443778</c:v>
                </c:pt>
                <c:pt idx="377">
                  <c:v>10.868593139189935</c:v>
                </c:pt>
                <c:pt idx="378">
                  <c:v>10.847911398200823</c:v>
                </c:pt>
                <c:pt idx="379">
                  <c:v>10.801094342702406</c:v>
                </c:pt>
                <c:pt idx="380">
                  <c:v>10.751966054998645</c:v>
                </c:pt>
                <c:pt idx="381">
                  <c:v>10.70096655114844</c:v>
                </c:pt>
                <c:pt idx="382">
                  <c:v>10.647730218161049</c:v>
                </c:pt>
                <c:pt idx="383">
                  <c:v>10.67061921783718</c:v>
                </c:pt>
                <c:pt idx="384">
                  <c:v>10.665416128179444</c:v>
                </c:pt>
                <c:pt idx="385">
                  <c:v>10.6695309153317</c:v>
                </c:pt>
                <c:pt idx="386">
                  <c:v>10.697922670217148</c:v>
                </c:pt>
                <c:pt idx="387">
                  <c:v>10.714733479220687</c:v>
                </c:pt>
                <c:pt idx="388">
                  <c:v>10.727891893020997</c:v>
                </c:pt>
                <c:pt idx="389">
                  <c:v>10.727674261621495</c:v>
                </c:pt>
                <c:pt idx="390">
                  <c:v>10.738276165305315</c:v>
                </c:pt>
                <c:pt idx="391">
                  <c:v>10.769187584459285</c:v>
                </c:pt>
                <c:pt idx="392">
                  <c:v>10.841406772211887</c:v>
                </c:pt>
                <c:pt idx="393">
                  <c:v>10.875907306775783</c:v>
                </c:pt>
                <c:pt idx="394">
                  <c:v>10.913671067430844</c:v>
                </c:pt>
                <c:pt idx="395">
                  <c:v>10.923373505600956</c:v>
                </c:pt>
                <c:pt idx="396">
                  <c:v>10.925903468599254</c:v>
                </c:pt>
                <c:pt idx="397">
                  <c:v>10.927373939667358</c:v>
                </c:pt>
                <c:pt idx="398">
                  <c:v>10.90658246951188</c:v>
                </c:pt>
                <c:pt idx="399">
                  <c:v>10.880368629208997</c:v>
                </c:pt>
                <c:pt idx="400">
                  <c:v>10.885712425060168</c:v>
                </c:pt>
                <c:pt idx="401">
                  <c:v>10.840870801739783</c:v>
                </c:pt>
                <c:pt idx="402">
                  <c:v>10.791159528326583</c:v>
                </c:pt>
                <c:pt idx="403">
                  <c:v>10.728264150875065</c:v>
                </c:pt>
                <c:pt idx="404">
                  <c:v>10.67537650345287</c:v>
                </c:pt>
                <c:pt idx="405">
                  <c:v>10.589230587557244</c:v>
                </c:pt>
                <c:pt idx="406">
                  <c:v>10.507132589824323</c:v>
                </c:pt>
                <c:pt idx="407">
                  <c:v>10.437298083459742</c:v>
                </c:pt>
                <c:pt idx="408">
                  <c:v>10.363594067854047</c:v>
                </c:pt>
                <c:pt idx="409">
                  <c:v>10.317368025253971</c:v>
                </c:pt>
                <c:pt idx="410">
                  <c:v>10.293689814675895</c:v>
                </c:pt>
                <c:pt idx="411">
                  <c:v>10.265722910686829</c:v>
                </c:pt>
                <c:pt idx="412">
                  <c:v>10.225146133640198</c:v>
                </c:pt>
                <c:pt idx="413">
                  <c:v>10.196387031794199</c:v>
                </c:pt>
                <c:pt idx="414">
                  <c:v>10.17187662888073</c:v>
                </c:pt>
                <c:pt idx="415">
                  <c:v>10.157503542957052</c:v>
                </c:pt>
                <c:pt idx="416">
                  <c:v>10.136903423847473</c:v>
                </c:pt>
                <c:pt idx="417">
                  <c:v>10.121728884144108</c:v>
                </c:pt>
                <c:pt idx="418">
                  <c:v>10.084990406902975</c:v>
                </c:pt>
                <c:pt idx="419">
                  <c:v>10.079328761047611</c:v>
                </c:pt>
                <c:pt idx="420">
                  <c:v>10.074242968990896</c:v>
                </c:pt>
                <c:pt idx="421">
                  <c:v>10.082402105319046</c:v>
                </c:pt>
                <c:pt idx="422">
                  <c:v>10.071806486770546</c:v>
                </c:pt>
                <c:pt idx="423">
                  <c:v>10.081575824244368</c:v>
                </c:pt>
                <c:pt idx="424">
                  <c:v>10.103158366591062</c:v>
                </c:pt>
                <c:pt idx="425">
                  <c:v>10.104555152026066</c:v>
                </c:pt>
                <c:pt idx="426">
                  <c:v>10.081245811189717</c:v>
                </c:pt>
                <c:pt idx="427">
                  <c:v>10.077241225094211</c:v>
                </c:pt>
                <c:pt idx="428">
                  <c:v>10.028565398421478</c:v>
                </c:pt>
                <c:pt idx="429">
                  <c:v>10.008637282544827</c:v>
                </c:pt>
                <c:pt idx="430">
                  <c:v>9.9999919892312636</c:v>
                </c:pt>
                <c:pt idx="431">
                  <c:v>10.025516883465976</c:v>
                </c:pt>
                <c:pt idx="432">
                  <c:v>10.02922330304499</c:v>
                </c:pt>
                <c:pt idx="433">
                  <c:v>10.06165352060218</c:v>
                </c:pt>
                <c:pt idx="434">
                  <c:v>10.130585353204719</c:v>
                </c:pt>
                <c:pt idx="435">
                  <c:v>10.376966119668847</c:v>
                </c:pt>
                <c:pt idx="436">
                  <c:v>10.283493352743879</c:v>
                </c:pt>
                <c:pt idx="437">
                  <c:v>10.149254005769357</c:v>
                </c:pt>
                <c:pt idx="438">
                  <c:v>10.050464479179816</c:v>
                </c:pt>
                <c:pt idx="439">
                  <c:v>10.121867233917039</c:v>
                </c:pt>
                <c:pt idx="440">
                  <c:v>10.200344621851338</c:v>
                </c:pt>
                <c:pt idx="441">
                  <c:v>10.109561359946175</c:v>
                </c:pt>
                <c:pt idx="442">
                  <c:v>10.013005897653192</c:v>
                </c:pt>
                <c:pt idx="443">
                  <c:v>10.079958131965142</c:v>
                </c:pt>
                <c:pt idx="444">
                  <c:v>10.17166478950625</c:v>
                </c:pt>
                <c:pt idx="445">
                  <c:v>10.24280436076997</c:v>
                </c:pt>
                <c:pt idx="446">
                  <c:v>10.27665875512964</c:v>
                </c:pt>
                <c:pt idx="447">
                  <c:v>10.29792260069668</c:v>
                </c:pt>
                <c:pt idx="448">
                  <c:v>10.279661829163054</c:v>
                </c:pt>
                <c:pt idx="449">
                  <c:v>10.281072318618188</c:v>
                </c:pt>
                <c:pt idx="450">
                  <c:v>10.200513904190577</c:v>
                </c:pt>
                <c:pt idx="451">
                  <c:v>10.196836651378199</c:v>
                </c:pt>
                <c:pt idx="452">
                  <c:v>10.241759104368136</c:v>
                </c:pt>
                <c:pt idx="453">
                  <c:v>10.251303718950542</c:v>
                </c:pt>
                <c:pt idx="454">
                  <c:v>10.25943712057992</c:v>
                </c:pt>
                <c:pt idx="455">
                  <c:v>10.263491279417183</c:v>
                </c:pt>
                <c:pt idx="456">
                  <c:v>10.30021037378601</c:v>
                </c:pt>
                <c:pt idx="457">
                  <c:v>10.296058360848349</c:v>
                </c:pt>
                <c:pt idx="458">
                  <c:v>10.312631013746817</c:v>
                </c:pt>
                <c:pt idx="459">
                  <c:v>10.317292312614207</c:v>
                </c:pt>
                <c:pt idx="460">
                  <c:v>10.316063069485804</c:v>
                </c:pt>
                <c:pt idx="461">
                  <c:v>10.319241989884029</c:v>
                </c:pt>
                <c:pt idx="462">
                  <c:v>10.337514765824022</c:v>
                </c:pt>
                <c:pt idx="463">
                  <c:v>10.335004260472951</c:v>
                </c:pt>
                <c:pt idx="464">
                  <c:v>10.343501731091985</c:v>
                </c:pt>
                <c:pt idx="465">
                  <c:v>10.378356763455541</c:v>
                </c:pt>
                <c:pt idx="466">
                  <c:v>10.377062728867847</c:v>
                </c:pt>
                <c:pt idx="467">
                  <c:v>10.37908149008166</c:v>
                </c:pt>
                <c:pt idx="468">
                  <c:v>10.354736004268752</c:v>
                </c:pt>
                <c:pt idx="469">
                  <c:v>10.340278244840354</c:v>
                </c:pt>
                <c:pt idx="470">
                  <c:v>10.362584016293788</c:v>
                </c:pt>
                <c:pt idx="471">
                  <c:v>10.36618668011117</c:v>
                </c:pt>
                <c:pt idx="472">
                  <c:v>10.368393219342185</c:v>
                </c:pt>
                <c:pt idx="473">
                  <c:v>10.373649120304167</c:v>
                </c:pt>
                <c:pt idx="474">
                  <c:v>10.395625017137604</c:v>
                </c:pt>
                <c:pt idx="475">
                  <c:v>10.413030808173176</c:v>
                </c:pt>
                <c:pt idx="476">
                  <c:v>10.421375907710965</c:v>
                </c:pt>
                <c:pt idx="477">
                  <c:v>10.413846614695967</c:v>
                </c:pt>
                <c:pt idx="478">
                  <c:v>10.431065056154431</c:v>
                </c:pt>
                <c:pt idx="479">
                  <c:v>10.427408845409243</c:v>
                </c:pt>
                <c:pt idx="480">
                  <c:v>10.423182356649441</c:v>
                </c:pt>
                <c:pt idx="481">
                  <c:v>10.448552347812905</c:v>
                </c:pt>
                <c:pt idx="482">
                  <c:v>10.457424258905345</c:v>
                </c:pt>
                <c:pt idx="483">
                  <c:v>10.457969558054181</c:v>
                </c:pt>
                <c:pt idx="484">
                  <c:v>10.460994765464458</c:v>
                </c:pt>
                <c:pt idx="485">
                  <c:v>10.475553062806666</c:v>
                </c:pt>
                <c:pt idx="486">
                  <c:v>10.480276040879845</c:v>
                </c:pt>
                <c:pt idx="487">
                  <c:v>10.494427400971812</c:v>
                </c:pt>
                <c:pt idx="488">
                  <c:v>10.501613699399446</c:v>
                </c:pt>
                <c:pt idx="489">
                  <c:v>10.512348096160968</c:v>
                </c:pt>
                <c:pt idx="490">
                  <c:v>10.515276605450715</c:v>
                </c:pt>
                <c:pt idx="491">
                  <c:v>10.508339238800673</c:v>
                </c:pt>
                <c:pt idx="492">
                  <c:v>10.51816813955209</c:v>
                </c:pt>
                <c:pt idx="493">
                  <c:v>10.542664177596794</c:v>
                </c:pt>
                <c:pt idx="494">
                  <c:v>10.570003635112091</c:v>
                </c:pt>
                <c:pt idx="495">
                  <c:v>10.574569739441166</c:v>
                </c:pt>
                <c:pt idx="496">
                  <c:v>10.585289132715671</c:v>
                </c:pt>
                <c:pt idx="497">
                  <c:v>10.598134946923871</c:v>
                </c:pt>
                <c:pt idx="498">
                  <c:v>10.619457019924631</c:v>
                </c:pt>
                <c:pt idx="499">
                  <c:v>10.646178133297187</c:v>
                </c:pt>
                <c:pt idx="500">
                  <c:v>10.657014029941786</c:v>
                </c:pt>
                <c:pt idx="501">
                  <c:v>10.678853626239338</c:v>
                </c:pt>
                <c:pt idx="502">
                  <c:v>10.676441314507233</c:v>
                </c:pt>
                <c:pt idx="503">
                  <c:v>10.688398964319639</c:v>
                </c:pt>
                <c:pt idx="504">
                  <c:v>10.708860939792558</c:v>
                </c:pt>
                <c:pt idx="505">
                  <c:v>10.733387599178224</c:v>
                </c:pt>
                <c:pt idx="506">
                  <c:v>10.770459922193986</c:v>
                </c:pt>
                <c:pt idx="507">
                  <c:v>10.787300172307289</c:v>
                </c:pt>
                <c:pt idx="508">
                  <c:v>10.814327612262298</c:v>
                </c:pt>
                <c:pt idx="509">
                  <c:v>10.853937400019866</c:v>
                </c:pt>
                <c:pt idx="510">
                  <c:v>10.891929656668481</c:v>
                </c:pt>
                <c:pt idx="511">
                  <c:v>10.937888667917992</c:v>
                </c:pt>
                <c:pt idx="512">
                  <c:v>10.970113765233714</c:v>
                </c:pt>
                <c:pt idx="513">
                  <c:v>11.010161402598396</c:v>
                </c:pt>
                <c:pt idx="514">
                  <c:v>11.087681218841897</c:v>
                </c:pt>
                <c:pt idx="515">
                  <c:v>11.125328977320935</c:v>
                </c:pt>
                <c:pt idx="516">
                  <c:v>11.179942866462756</c:v>
                </c:pt>
                <c:pt idx="517">
                  <c:v>11.239039985068944</c:v>
                </c:pt>
                <c:pt idx="518">
                  <c:v>11.273398972726763</c:v>
                </c:pt>
                <c:pt idx="519">
                  <c:v>11.308790775856181</c:v>
                </c:pt>
                <c:pt idx="520">
                  <c:v>11.338045991120005</c:v>
                </c:pt>
                <c:pt idx="521">
                  <c:v>11.351730788034873</c:v>
                </c:pt>
                <c:pt idx="522">
                  <c:v>11.372238032649657</c:v>
                </c:pt>
                <c:pt idx="523">
                  <c:v>11.384699334000384</c:v>
                </c:pt>
                <c:pt idx="524">
                  <c:v>11.41586177054598</c:v>
                </c:pt>
                <c:pt idx="525">
                  <c:v>11.416719071087554</c:v>
                </c:pt>
                <c:pt idx="526">
                  <c:v>11.407969127997333</c:v>
                </c:pt>
                <c:pt idx="527">
                  <c:v>11.383961252977414</c:v>
                </c:pt>
                <c:pt idx="528">
                  <c:v>11.385522100653738</c:v>
                </c:pt>
                <c:pt idx="529">
                  <c:v>11.390980750784838</c:v>
                </c:pt>
                <c:pt idx="530">
                  <c:v>11.3770318084272</c:v>
                </c:pt>
                <c:pt idx="531">
                  <c:v>11.355577759710359</c:v>
                </c:pt>
                <c:pt idx="532">
                  <c:v>11.374637038487565</c:v>
                </c:pt>
                <c:pt idx="533">
                  <c:v>11.362009761061708</c:v>
                </c:pt>
                <c:pt idx="534">
                  <c:v>11.372770106742049</c:v>
                </c:pt>
                <c:pt idx="535">
                  <c:v>11.381645995051953</c:v>
                </c:pt>
                <c:pt idx="536">
                  <c:v>11.384612708263921</c:v>
                </c:pt>
                <c:pt idx="537">
                  <c:v>11.431493625587464</c:v>
                </c:pt>
                <c:pt idx="538">
                  <c:v>11.471946227761212</c:v>
                </c:pt>
                <c:pt idx="539">
                  <c:v>11.483702623902936</c:v>
                </c:pt>
                <c:pt idx="540">
                  <c:v>11.533246789512459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8022-4DA3-A5C1-DAA90C22AF82}"/>
            </c:ext>
          </c:extLst>
        </c:ser>
        <c:ser>
          <c:idx val="5"/>
          <c:order val="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plot!$G$2:$G$542</c:f>
              <c:numCache>
                <c:formatCode>General</c:formatCode>
                <c:ptCount val="541"/>
                <c:pt idx="0">
                  <c:v>12.124355971228267</c:v>
                </c:pt>
                <c:pt idx="1">
                  <c:v>11.835400039875063</c:v>
                </c:pt>
                <c:pt idx="2">
                  <c:v>11.752963414587024</c:v>
                </c:pt>
                <c:pt idx="3">
                  <c:v>11.811086098650653</c:v>
                </c:pt>
                <c:pt idx="4">
                  <c:v>11.961633925755512</c:v>
                </c:pt>
                <c:pt idx="5">
                  <c:v>12.139337181823175</c:v>
                </c:pt>
                <c:pt idx="6">
                  <c:v>12.180247757126022</c:v>
                </c:pt>
                <c:pt idx="7">
                  <c:v>12.31060297448615</c:v>
                </c:pt>
                <c:pt idx="8">
                  <c:v>12.414817012238577</c:v>
                </c:pt>
                <c:pt idx="9">
                  <c:v>12.41018750751654</c:v>
                </c:pt>
                <c:pt idx="10">
                  <c:v>12.362732780211738</c:v>
                </c:pt>
                <c:pt idx="11">
                  <c:v>12.370286567349345</c:v>
                </c:pt>
                <c:pt idx="12">
                  <c:v>12.38996161619125</c:v>
                </c:pt>
                <c:pt idx="13">
                  <c:v>12.37529535706339</c:v>
                </c:pt>
                <c:pt idx="14">
                  <c:v>12.314156415020859</c:v>
                </c:pt>
                <c:pt idx="15">
                  <c:v>12.285764970989959</c:v>
                </c:pt>
                <c:pt idx="16">
                  <c:v>12.320943972441924</c:v>
                </c:pt>
                <c:pt idx="17">
                  <c:v>12.341436475461618</c:v>
                </c:pt>
                <c:pt idx="18">
                  <c:v>12.332726188396387</c:v>
                </c:pt>
                <c:pt idx="19">
                  <c:v>12.330775469952801</c:v>
                </c:pt>
                <c:pt idx="20">
                  <c:v>12.376254482097616</c:v>
                </c:pt>
                <c:pt idx="21">
                  <c:v>12.406495738709562</c:v>
                </c:pt>
                <c:pt idx="22">
                  <c:v>12.421604868867945</c:v>
                </c:pt>
                <c:pt idx="23">
                  <c:v>12.428462945411308</c:v>
                </c:pt>
                <c:pt idx="24">
                  <c:v>12.414060673493609</c:v>
                </c:pt>
                <c:pt idx="25">
                  <c:v>12.408626862661441</c:v>
                </c:pt>
                <c:pt idx="26">
                  <c:v>12.434757834991649</c:v>
                </c:pt>
                <c:pt idx="27">
                  <c:v>12.45742189782799</c:v>
                </c:pt>
                <c:pt idx="28">
                  <c:v>12.472606838821205</c:v>
                </c:pt>
                <c:pt idx="29">
                  <c:v>12.488173629449019</c:v>
                </c:pt>
                <c:pt idx="30">
                  <c:v>12.502383561721594</c:v>
                </c:pt>
                <c:pt idx="31">
                  <c:v>12.525196724329065</c:v>
                </c:pt>
                <c:pt idx="32">
                  <c:v>12.550963072874046</c:v>
                </c:pt>
                <c:pt idx="33">
                  <c:v>12.576410927005108</c:v>
                </c:pt>
                <c:pt idx="34">
                  <c:v>12.6042244245549</c:v>
                </c:pt>
                <c:pt idx="35">
                  <c:v>12.635223669831879</c:v>
                </c:pt>
                <c:pt idx="36">
                  <c:v>12.678745329657618</c:v>
                </c:pt>
                <c:pt idx="37">
                  <c:v>12.726583197467116</c:v>
                </c:pt>
                <c:pt idx="38">
                  <c:v>12.772244931847359</c:v>
                </c:pt>
                <c:pt idx="39">
                  <c:v>12.824973402091743</c:v>
                </c:pt>
                <c:pt idx="40">
                  <c:v>12.878142460834743</c:v>
                </c:pt>
                <c:pt idx="41">
                  <c:v>12.931528932878551</c:v>
                </c:pt>
                <c:pt idx="42">
                  <c:v>12.977895140381866</c:v>
                </c:pt>
                <c:pt idx="43">
                  <c:v>13.021622980373884</c:v>
                </c:pt>
                <c:pt idx="44">
                  <c:v>13.077705934729982</c:v>
                </c:pt>
                <c:pt idx="45">
                  <c:v>13.131138860999824</c:v>
                </c:pt>
                <c:pt idx="46">
                  <c:v>13.169964335396298</c:v>
                </c:pt>
                <c:pt idx="47">
                  <c:v>13.201243502862706</c:v>
                </c:pt>
                <c:pt idx="48">
                  <c:v>13.221729354909295</c:v>
                </c:pt>
                <c:pt idx="49">
                  <c:v>13.239978428278281</c:v>
                </c:pt>
                <c:pt idx="50">
                  <c:v>13.256372478567368</c:v>
                </c:pt>
                <c:pt idx="51">
                  <c:v>13.26253045897767</c:v>
                </c:pt>
                <c:pt idx="52">
                  <c:v>13.266927829350459</c:v>
                </c:pt>
                <c:pt idx="53">
                  <c:v>13.262773484509097</c:v>
                </c:pt>
                <c:pt idx="54">
                  <c:v>13.255802204641997</c:v>
                </c:pt>
                <c:pt idx="55">
                  <c:v>13.258351972300765</c:v>
                </c:pt>
                <c:pt idx="56">
                  <c:v>13.272571410848526</c:v>
                </c:pt>
                <c:pt idx="57">
                  <c:v>13.292965004152498</c:v>
                </c:pt>
                <c:pt idx="58">
                  <c:v>13.309596266783149</c:v>
                </c:pt>
                <c:pt idx="59">
                  <c:v>13.326328576331679</c:v>
                </c:pt>
                <c:pt idx="60">
                  <c:v>13.348517385250453</c:v>
                </c:pt>
                <c:pt idx="61">
                  <c:v>13.393049770719243</c:v>
                </c:pt>
                <c:pt idx="62">
                  <c:v>13.444436112205642</c:v>
                </c:pt>
                <c:pt idx="63">
                  <c:v>13.510032967283607</c:v>
                </c:pt>
                <c:pt idx="64">
                  <c:v>13.580702275053403</c:v>
                </c:pt>
                <c:pt idx="65">
                  <c:v>13.651359853857773</c:v>
                </c:pt>
                <c:pt idx="66">
                  <c:v>13.720662583276937</c:v>
                </c:pt>
                <c:pt idx="67">
                  <c:v>13.790038114350301</c:v>
                </c:pt>
                <c:pt idx="68">
                  <c:v>13.846911217989456</c:v>
                </c:pt>
                <c:pt idx="69">
                  <c:v>13.884468527920118</c:v>
                </c:pt>
                <c:pt idx="70">
                  <c:v>13.923279435146702</c:v>
                </c:pt>
                <c:pt idx="71">
                  <c:v>13.949310967735052</c:v>
                </c:pt>
                <c:pt idx="72">
                  <c:v>13.954244245822565</c:v>
                </c:pt>
                <c:pt idx="73">
                  <c:v>13.959716851148245</c:v>
                </c:pt>
                <c:pt idx="74">
                  <c:v>13.968839045459179</c:v>
                </c:pt>
                <c:pt idx="75">
                  <c:v>13.976707984426533</c:v>
                </c:pt>
                <c:pt idx="76">
                  <c:v>13.994764367649241</c:v>
                </c:pt>
                <c:pt idx="77">
                  <c:v>13.992117314548386</c:v>
                </c:pt>
                <c:pt idx="78">
                  <c:v>14.005357298995026</c:v>
                </c:pt>
                <c:pt idx="79">
                  <c:v>14.013855977400507</c:v>
                </c:pt>
                <c:pt idx="80">
                  <c:v>14.01264628678565</c:v>
                </c:pt>
                <c:pt idx="81">
                  <c:v>14.010587802060611</c:v>
                </c:pt>
                <c:pt idx="82">
                  <c:v>14.013444129996465</c:v>
                </c:pt>
                <c:pt idx="83">
                  <c:v>14.025078101060663</c:v>
                </c:pt>
                <c:pt idx="84">
                  <c:v>14.047481998004297</c:v>
                </c:pt>
                <c:pt idx="85">
                  <c:v>14.070001816792805</c:v>
                </c:pt>
                <c:pt idx="86">
                  <c:v>14.079315025683528</c:v>
                </c:pt>
                <c:pt idx="87">
                  <c:v>14.08139676316801</c:v>
                </c:pt>
                <c:pt idx="88">
                  <c:v>14.079561504933636</c:v>
                </c:pt>
                <c:pt idx="89">
                  <c:v>14.060670005694531</c:v>
                </c:pt>
                <c:pt idx="90">
                  <c:v>14.047913678644333</c:v>
                </c:pt>
                <c:pt idx="91">
                  <c:v>14.013034949820716</c:v>
                </c:pt>
                <c:pt idx="92">
                  <c:v>13.953270091982786</c:v>
                </c:pt>
                <c:pt idx="93">
                  <c:v>13.891376238846325</c:v>
                </c:pt>
                <c:pt idx="94">
                  <c:v>13.823354394520198</c:v>
                </c:pt>
                <c:pt idx="95">
                  <c:v>13.748957122287731</c:v>
                </c:pt>
                <c:pt idx="96">
                  <c:v>13.681917023143438</c:v>
                </c:pt>
                <c:pt idx="97">
                  <c:v>13.611421290383845</c:v>
                </c:pt>
                <c:pt idx="98">
                  <c:v>13.533319443229088</c:v>
                </c:pt>
                <c:pt idx="99">
                  <c:v>13.480461612412679</c:v>
                </c:pt>
                <c:pt idx="100">
                  <c:v>13.440864351574064</c:v>
                </c:pt>
                <c:pt idx="101">
                  <c:v>13.407178728676577</c:v>
                </c:pt>
                <c:pt idx="102">
                  <c:v>13.38154324529394</c:v>
                </c:pt>
                <c:pt idx="103">
                  <c:v>13.356948254505966</c:v>
                </c:pt>
                <c:pt idx="104">
                  <c:v>13.322700325172743</c:v>
                </c:pt>
                <c:pt idx="105">
                  <c:v>13.285560128712229</c:v>
                </c:pt>
                <c:pt idx="106">
                  <c:v>13.24908516634323</c:v>
                </c:pt>
                <c:pt idx="107">
                  <c:v>13.213845541014942</c:v>
                </c:pt>
                <c:pt idx="108">
                  <c:v>13.161253372975185</c:v>
                </c:pt>
                <c:pt idx="109">
                  <c:v>13.115056021539713</c:v>
                </c:pt>
                <c:pt idx="110">
                  <c:v>13.072116518483329</c:v>
                </c:pt>
                <c:pt idx="111">
                  <c:v>12.999216792349541</c:v>
                </c:pt>
                <c:pt idx="112">
                  <c:v>12.929486725085122</c:v>
                </c:pt>
                <c:pt idx="113">
                  <c:v>12.868910345942586</c:v>
                </c:pt>
                <c:pt idx="114">
                  <c:v>12.81141625684533</c:v>
                </c:pt>
                <c:pt idx="115">
                  <c:v>12.751215033620243</c:v>
                </c:pt>
                <c:pt idx="116">
                  <c:v>12.704904940496702</c:v>
                </c:pt>
                <c:pt idx="117">
                  <c:v>12.668664557436214</c:v>
                </c:pt>
                <c:pt idx="118">
                  <c:v>12.6356349017217</c:v>
                </c:pt>
                <c:pt idx="119">
                  <c:v>12.604657028466267</c:v>
                </c:pt>
                <c:pt idx="120">
                  <c:v>12.584325636293809</c:v>
                </c:pt>
                <c:pt idx="121">
                  <c:v>12.569895503808819</c:v>
                </c:pt>
                <c:pt idx="122">
                  <c:v>12.55505468655776</c:v>
                </c:pt>
                <c:pt idx="123">
                  <c:v>12.525518022752209</c:v>
                </c:pt>
                <c:pt idx="124">
                  <c:v>12.507907391508521</c:v>
                </c:pt>
                <c:pt idx="125">
                  <c:v>12.496922976020832</c:v>
                </c:pt>
                <c:pt idx="126">
                  <c:v>12.48036396792063</c:v>
                </c:pt>
                <c:pt idx="127">
                  <c:v>12.464101158941467</c:v>
                </c:pt>
                <c:pt idx="128">
                  <c:v>12.44272033212053</c:v>
                </c:pt>
                <c:pt idx="129">
                  <c:v>12.44460732774467</c:v>
                </c:pt>
                <c:pt idx="130">
                  <c:v>12.45474206004608</c:v>
                </c:pt>
                <c:pt idx="131">
                  <c:v>12.446309087783646</c:v>
                </c:pt>
                <c:pt idx="132">
                  <c:v>12.426338215968279</c:v>
                </c:pt>
                <c:pt idx="133">
                  <c:v>12.420183278933845</c:v>
                </c:pt>
                <c:pt idx="134">
                  <c:v>12.439335670714392</c:v>
                </c:pt>
                <c:pt idx="135">
                  <c:v>12.418179207375665</c:v>
                </c:pt>
                <c:pt idx="136">
                  <c:v>12.396026038440025</c:v>
                </c:pt>
                <c:pt idx="137">
                  <c:v>12.416673659592117</c:v>
                </c:pt>
                <c:pt idx="138">
                  <c:v>12.387540448260541</c:v>
                </c:pt>
                <c:pt idx="139">
                  <c:v>12.390357682494582</c:v>
                </c:pt>
                <c:pt idx="140">
                  <c:v>12.392880889004971</c:v>
                </c:pt>
                <c:pt idx="141">
                  <c:v>12.39515384624065</c:v>
                </c:pt>
                <c:pt idx="142">
                  <c:v>12.421547343934744</c:v>
                </c:pt>
                <c:pt idx="143">
                  <c:v>12.419242260276276</c:v>
                </c:pt>
                <c:pt idx="144">
                  <c:v>12.435466343152392</c:v>
                </c:pt>
                <c:pt idx="145">
                  <c:v>12.452431812907204</c:v>
                </c:pt>
                <c:pt idx="146">
                  <c:v>12.467615796433854</c:v>
                </c:pt>
                <c:pt idx="147">
                  <c:v>12.508338063389141</c:v>
                </c:pt>
                <c:pt idx="148">
                  <c:v>12.531621119811177</c:v>
                </c:pt>
                <c:pt idx="149">
                  <c:v>12.552668953438777</c:v>
                </c:pt>
                <c:pt idx="150">
                  <c:v>12.582272827977691</c:v>
                </c:pt>
                <c:pt idx="151">
                  <c:v>12.610560972479641</c:v>
                </c:pt>
                <c:pt idx="152">
                  <c:v>12.61012665880655</c:v>
                </c:pt>
                <c:pt idx="153">
                  <c:v>12.616630387232648</c:v>
                </c:pt>
                <c:pt idx="154">
                  <c:v>12.639854285899037</c:v>
                </c:pt>
                <c:pt idx="155">
                  <c:v>12.664443036056721</c:v>
                </c:pt>
                <c:pt idx="156">
                  <c:v>12.686823321190946</c:v>
                </c:pt>
                <c:pt idx="157">
                  <c:v>12.692846845939286</c:v>
                </c:pt>
                <c:pt idx="158">
                  <c:v>12.692291327257591</c:v>
                </c:pt>
                <c:pt idx="159">
                  <c:v>12.704617922796119</c:v>
                </c:pt>
                <c:pt idx="160">
                  <c:v>12.707287698630285</c:v>
                </c:pt>
                <c:pt idx="161">
                  <c:v>12.679397655048117</c:v>
                </c:pt>
                <c:pt idx="162">
                  <c:v>12.654930776706111</c:v>
                </c:pt>
                <c:pt idx="163">
                  <c:v>12.642144255263869</c:v>
                </c:pt>
                <c:pt idx="164">
                  <c:v>12.643830405178308</c:v>
                </c:pt>
                <c:pt idx="165">
                  <c:v>12.649146772477664</c:v>
                </c:pt>
                <c:pt idx="166">
                  <c:v>12.641789394218085</c:v>
                </c:pt>
                <c:pt idx="167">
                  <c:v>12.622380418495641</c:v>
                </c:pt>
                <c:pt idx="168">
                  <c:v>12.614042252520795</c:v>
                </c:pt>
                <c:pt idx="169">
                  <c:v>12.615863559099504</c:v>
                </c:pt>
                <c:pt idx="170">
                  <c:v>12.610673679972477</c:v>
                </c:pt>
                <c:pt idx="171">
                  <c:v>12.619907829481086</c:v>
                </c:pt>
                <c:pt idx="172">
                  <c:v>12.637043745382147</c:v>
                </c:pt>
                <c:pt idx="173">
                  <c:v>12.645583970997516</c:v>
                </c:pt>
                <c:pt idx="174">
                  <c:v>12.655242500463602</c:v>
                </c:pt>
                <c:pt idx="175">
                  <c:v>12.655052545936082</c:v>
                </c:pt>
                <c:pt idx="176">
                  <c:v>12.643771401301217</c:v>
                </c:pt>
                <c:pt idx="177">
                  <c:v>12.650440822735973</c:v>
                </c:pt>
                <c:pt idx="178">
                  <c:v>12.658512368467603</c:v>
                </c:pt>
                <c:pt idx="179">
                  <c:v>12.665481408546844</c:v>
                </c:pt>
                <c:pt idx="180">
                  <c:v>12.67108048494724</c:v>
                </c:pt>
                <c:pt idx="181">
                  <c:v>12.676025081657365</c:v>
                </c:pt>
                <c:pt idx="182">
                  <c:v>12.685239397929976</c:v>
                </c:pt>
                <c:pt idx="183">
                  <c:v>12.697067084997485</c:v>
                </c:pt>
                <c:pt idx="184">
                  <c:v>12.708520368442709</c:v>
                </c:pt>
                <c:pt idx="185">
                  <c:v>12.709043521334971</c:v>
                </c:pt>
                <c:pt idx="186">
                  <c:v>12.720203580644554</c:v>
                </c:pt>
                <c:pt idx="187">
                  <c:v>12.725201983556127</c:v>
                </c:pt>
                <c:pt idx="188">
                  <c:v>12.717999954246777</c:v>
                </c:pt>
                <c:pt idx="189">
                  <c:v>12.711694677863964</c:v>
                </c:pt>
                <c:pt idx="190">
                  <c:v>12.727854969530165</c:v>
                </c:pt>
                <c:pt idx="191">
                  <c:v>12.730032282695012</c:v>
                </c:pt>
                <c:pt idx="192">
                  <c:v>12.732875086415632</c:v>
                </c:pt>
                <c:pt idx="193">
                  <c:v>12.737087751229396</c:v>
                </c:pt>
                <c:pt idx="194">
                  <c:v>12.733900362130953</c:v>
                </c:pt>
                <c:pt idx="195">
                  <c:v>12.745830361340015</c:v>
                </c:pt>
                <c:pt idx="196">
                  <c:v>12.758256071765675</c:v>
                </c:pt>
                <c:pt idx="197">
                  <c:v>12.768682609100495</c:v>
                </c:pt>
                <c:pt idx="198">
                  <c:v>12.775327939992561</c:v>
                </c:pt>
                <c:pt idx="199">
                  <c:v>12.784055931640443</c:v>
                </c:pt>
                <c:pt idx="200">
                  <c:v>12.80306882396194</c:v>
                </c:pt>
                <c:pt idx="201">
                  <c:v>12.820685148712169</c:v>
                </c:pt>
                <c:pt idx="202">
                  <c:v>12.847140479939005</c:v>
                </c:pt>
                <c:pt idx="203">
                  <c:v>12.885380890971197</c:v>
                </c:pt>
                <c:pt idx="204">
                  <c:v>12.937430278054103</c:v>
                </c:pt>
                <c:pt idx="205">
                  <c:v>12.995677824947823</c:v>
                </c:pt>
                <c:pt idx="206">
                  <c:v>13.03477135578736</c:v>
                </c:pt>
                <c:pt idx="207">
                  <c:v>13.046699200696652</c:v>
                </c:pt>
                <c:pt idx="208">
                  <c:v>13.036290034540949</c:v>
                </c:pt>
                <c:pt idx="209">
                  <c:v>13.009003605237766</c:v>
                </c:pt>
                <c:pt idx="210">
                  <c:v>12.975457293725539</c:v>
                </c:pt>
                <c:pt idx="211">
                  <c:v>12.937147928003029</c:v>
                </c:pt>
                <c:pt idx="212">
                  <c:v>12.901011703626756</c:v>
                </c:pt>
                <c:pt idx="213">
                  <c:v>12.877391242826137</c:v>
                </c:pt>
                <c:pt idx="214">
                  <c:v>12.888167118676373</c:v>
                </c:pt>
                <c:pt idx="215">
                  <c:v>12.906942285727787</c:v>
                </c:pt>
                <c:pt idx="216">
                  <c:v>12.93863754080731</c:v>
                </c:pt>
                <c:pt idx="217">
                  <c:v>12.969115821687033</c:v>
                </c:pt>
                <c:pt idx="218">
                  <c:v>12.984402835455162</c:v>
                </c:pt>
                <c:pt idx="219">
                  <c:v>12.99437488392855</c:v>
                </c:pt>
                <c:pt idx="220">
                  <c:v>13.027776857356049</c:v>
                </c:pt>
                <c:pt idx="221">
                  <c:v>13.048221914487907</c:v>
                </c:pt>
                <c:pt idx="222">
                  <c:v>13.059085501114577</c:v>
                </c:pt>
                <c:pt idx="223">
                  <c:v>13.080265345444873</c:v>
                </c:pt>
                <c:pt idx="224">
                  <c:v>13.09956404153613</c:v>
                </c:pt>
                <c:pt idx="225">
                  <c:v>13.095544186551964</c:v>
                </c:pt>
                <c:pt idx="226">
                  <c:v>13.115042753788739</c:v>
                </c:pt>
                <c:pt idx="227">
                  <c:v>13.136924899844722</c:v>
                </c:pt>
                <c:pt idx="228">
                  <c:v>13.1467212873986</c:v>
                </c:pt>
                <c:pt idx="229">
                  <c:v>13.140833346754961</c:v>
                </c:pt>
                <c:pt idx="230">
                  <c:v>13.151057106349331</c:v>
                </c:pt>
                <c:pt idx="231">
                  <c:v>13.137918066234869</c:v>
                </c:pt>
                <c:pt idx="232">
                  <c:v>13.15361487569297</c:v>
                </c:pt>
                <c:pt idx="233">
                  <c:v>13.156957562448788</c:v>
                </c:pt>
                <c:pt idx="234">
                  <c:v>13.13569383720832</c:v>
                </c:pt>
                <c:pt idx="235">
                  <c:v>13.127582830176104</c:v>
                </c:pt>
                <c:pt idx="236">
                  <c:v>13.103822989599758</c:v>
                </c:pt>
                <c:pt idx="237">
                  <c:v>13.077446153533661</c:v>
                </c:pt>
                <c:pt idx="238">
                  <c:v>13.04379171669002</c:v>
                </c:pt>
                <c:pt idx="239">
                  <c:v>13.011693607553124</c:v>
                </c:pt>
                <c:pt idx="240">
                  <c:v>12.979864546521094</c:v>
                </c:pt>
                <c:pt idx="241">
                  <c:v>12.94340292029354</c:v>
                </c:pt>
                <c:pt idx="242">
                  <c:v>12.936344818726102</c:v>
                </c:pt>
                <c:pt idx="243">
                  <c:v>12.922059622742443</c:v>
                </c:pt>
                <c:pt idx="244">
                  <c:v>12.911607165419891</c:v>
                </c:pt>
                <c:pt idx="245">
                  <c:v>12.920888538547313</c:v>
                </c:pt>
                <c:pt idx="246">
                  <c:v>12.918346669987706</c:v>
                </c:pt>
                <c:pt idx="247">
                  <c:v>12.915244033777915</c:v>
                </c:pt>
                <c:pt idx="248">
                  <c:v>12.937846639229095</c:v>
                </c:pt>
                <c:pt idx="249">
                  <c:v>12.952209390004548</c:v>
                </c:pt>
                <c:pt idx="250">
                  <c:v>12.928049430989587</c:v>
                </c:pt>
                <c:pt idx="251">
                  <c:v>12.968816408213954</c:v>
                </c:pt>
                <c:pt idx="252">
                  <c:v>13.009871548679259</c:v>
                </c:pt>
                <c:pt idx="253">
                  <c:v>13.018639309384836</c:v>
                </c:pt>
                <c:pt idx="254">
                  <c:v>13.029087150350735</c:v>
                </c:pt>
                <c:pt idx="255">
                  <c:v>13.035644120756913</c:v>
                </c:pt>
                <c:pt idx="256">
                  <c:v>13.048284081424187</c:v>
                </c:pt>
                <c:pt idx="257">
                  <c:v>13.031377786522638</c:v>
                </c:pt>
                <c:pt idx="258">
                  <c:v>13.015303017137864</c:v>
                </c:pt>
                <c:pt idx="259">
                  <c:v>13</c:v>
                </c:pt>
                <c:pt idx="260">
                  <c:v>12.985142615157837</c:v>
                </c:pt>
                <c:pt idx="261">
                  <c:v>12.97854334524661</c:v>
                </c:pt>
                <c:pt idx="262">
                  <c:v>12.945643734008812</c:v>
                </c:pt>
                <c:pt idx="263">
                  <c:v>12.957830334257391</c:v>
                </c:pt>
                <c:pt idx="264">
                  <c:v>12.941145350913377</c:v>
                </c:pt>
                <c:pt idx="265">
                  <c:v>12.930397446764944</c:v>
                </c:pt>
                <c:pt idx="266">
                  <c:v>12.92046314983042</c:v>
                </c:pt>
                <c:pt idx="267">
                  <c:v>12.912605392704741</c:v>
                </c:pt>
                <c:pt idx="268">
                  <c:v>12.870957648825952</c:v>
                </c:pt>
                <c:pt idx="269">
                  <c:v>12.838456514655514</c:v>
                </c:pt>
                <c:pt idx="270">
                  <c:v>12.798491295996309</c:v>
                </c:pt>
                <c:pt idx="271">
                  <c:v>12.787029309863913</c:v>
                </c:pt>
                <c:pt idx="272">
                  <c:v>12.767658906365959</c:v>
                </c:pt>
                <c:pt idx="273">
                  <c:v>12.781215196731511</c:v>
                </c:pt>
                <c:pt idx="274">
                  <c:v>12.780483384518471</c:v>
                </c:pt>
                <c:pt idx="275">
                  <c:v>12.756724005577789</c:v>
                </c:pt>
                <c:pt idx="276">
                  <c:v>12.736164291824728</c:v>
                </c:pt>
                <c:pt idx="277">
                  <c:v>12.722602940564476</c:v>
                </c:pt>
                <c:pt idx="278">
                  <c:v>12.803969047704781</c:v>
                </c:pt>
                <c:pt idx="279">
                  <c:v>12.853222102390722</c:v>
                </c:pt>
                <c:pt idx="280">
                  <c:v>12.843459585216591</c:v>
                </c:pt>
                <c:pt idx="281">
                  <c:v>12.89721808431389</c:v>
                </c:pt>
                <c:pt idx="282">
                  <c:v>12.97771407661531</c:v>
                </c:pt>
                <c:pt idx="283">
                  <c:v>13.026488688678072</c:v>
                </c:pt>
                <c:pt idx="284">
                  <c:v>13.058587242353013</c:v>
                </c:pt>
                <c:pt idx="285">
                  <c:v>12.965115218619879</c:v>
                </c:pt>
                <c:pt idx="286">
                  <c:v>12.944134253773298</c:v>
                </c:pt>
                <c:pt idx="287">
                  <c:v>13.208197240574519</c:v>
                </c:pt>
                <c:pt idx="288">
                  <c:v>13.302243333904052</c:v>
                </c:pt>
                <c:pt idx="289">
                  <c:v>13.413252999152879</c:v>
                </c:pt>
                <c:pt idx="290">
                  <c:v>13.416597087913313</c:v>
                </c:pt>
                <c:pt idx="291">
                  <c:v>13.486787799181371</c:v>
                </c:pt>
                <c:pt idx="292">
                  <c:v>13.50597683115566</c:v>
                </c:pt>
                <c:pt idx="293">
                  <c:v>13.549097568954775</c:v>
                </c:pt>
                <c:pt idx="294">
                  <c:v>13.619671848167959</c:v>
                </c:pt>
                <c:pt idx="295">
                  <c:v>13.640656335123692</c:v>
                </c:pt>
                <c:pt idx="296">
                  <c:v>13.722281966996057</c:v>
                </c:pt>
                <c:pt idx="297">
                  <c:v>13.823837162840544</c:v>
                </c:pt>
                <c:pt idx="298">
                  <c:v>13.80194776739485</c:v>
                </c:pt>
                <c:pt idx="299">
                  <c:v>13.853321935377778</c:v>
                </c:pt>
                <c:pt idx="300">
                  <c:v>13.965664223109407</c:v>
                </c:pt>
                <c:pt idx="301">
                  <c:v>13.92899017608528</c:v>
                </c:pt>
                <c:pt idx="302">
                  <c:v>13.890106774961605</c:v>
                </c:pt>
                <c:pt idx="303">
                  <c:v>13.900155591736391</c:v>
                </c:pt>
                <c:pt idx="304">
                  <c:v>13.959674038714681</c:v>
                </c:pt>
                <c:pt idx="305">
                  <c:v>14.066675235992424</c:v>
                </c:pt>
                <c:pt idx="306">
                  <c:v>14.086140941608866</c:v>
                </c:pt>
                <c:pt idx="307">
                  <c:v>14.074646418710865</c:v>
                </c:pt>
                <c:pt idx="308">
                  <c:v>14.098319369196405</c:v>
                </c:pt>
                <c:pt idx="309">
                  <c:v>14.068696447911886</c:v>
                </c:pt>
                <c:pt idx="310">
                  <c:v>14.055495856375364</c:v>
                </c:pt>
                <c:pt idx="311">
                  <c:v>13.952078114499392</c:v>
                </c:pt>
                <c:pt idx="312">
                  <c:v>14.041594399313002</c:v>
                </c:pt>
                <c:pt idx="313">
                  <c:v>14.139563062184614</c:v>
                </c:pt>
                <c:pt idx="314">
                  <c:v>14.112456157862436</c:v>
                </c:pt>
                <c:pt idx="315">
                  <c:v>14.138067225847657</c:v>
                </c:pt>
                <c:pt idx="316">
                  <c:v>14.110529324790132</c:v>
                </c:pt>
                <c:pt idx="317">
                  <c:v>14.142859824740533</c:v>
                </c:pt>
                <c:pt idx="318">
                  <c:v>14.169306419084958</c:v>
                </c:pt>
                <c:pt idx="319">
                  <c:v>14.149091837833478</c:v>
                </c:pt>
                <c:pt idx="320">
                  <c:v>14.118344372067948</c:v>
                </c:pt>
                <c:pt idx="321">
                  <c:v>14.221380084784352</c:v>
                </c:pt>
                <c:pt idx="322">
                  <c:v>14.2736219226469</c:v>
                </c:pt>
                <c:pt idx="323">
                  <c:v>14.304546040993726</c:v>
                </c:pt>
                <c:pt idx="324">
                  <c:v>14.345212928766777</c:v>
                </c:pt>
                <c:pt idx="325">
                  <c:v>14.38070382067799</c:v>
                </c:pt>
                <c:pt idx="326">
                  <c:v>14.405127288169846</c:v>
                </c:pt>
                <c:pt idx="327">
                  <c:v>14.441670709398265</c:v>
                </c:pt>
                <c:pt idx="328">
                  <c:v>14.487328323252742</c:v>
                </c:pt>
                <c:pt idx="329">
                  <c:v>14.509065960247829</c:v>
                </c:pt>
                <c:pt idx="330">
                  <c:v>14.517884706048012</c:v>
                </c:pt>
                <c:pt idx="331">
                  <c:v>14.522509885072898</c:v>
                </c:pt>
                <c:pt idx="332">
                  <c:v>14.510698714303642</c:v>
                </c:pt>
                <c:pt idx="333">
                  <c:v>14.484935545915469</c:v>
                </c:pt>
                <c:pt idx="334">
                  <c:v>14.45721935090538</c:v>
                </c:pt>
                <c:pt idx="335">
                  <c:v>14.40609829604805</c:v>
                </c:pt>
                <c:pt idx="336">
                  <c:v>14.351323206824977</c:v>
                </c:pt>
                <c:pt idx="337">
                  <c:v>14.309680797402784</c:v>
                </c:pt>
                <c:pt idx="338">
                  <c:v>14.265852833764214</c:v>
                </c:pt>
                <c:pt idx="339">
                  <c:v>14.227764266670711</c:v>
                </c:pt>
                <c:pt idx="340">
                  <c:v>14.172952314984897</c:v>
                </c:pt>
                <c:pt idx="341">
                  <c:v>14.206651992123735</c:v>
                </c:pt>
                <c:pt idx="342">
                  <c:v>14.228287111805876</c:v>
                </c:pt>
                <c:pt idx="343">
                  <c:v>14.220019798356855</c:v>
                </c:pt>
                <c:pt idx="344">
                  <c:v>14.333647416562007</c:v>
                </c:pt>
                <c:pt idx="345">
                  <c:v>14.420818318633303</c:v>
                </c:pt>
                <c:pt idx="346">
                  <c:v>14.531938400294258</c:v>
                </c:pt>
                <c:pt idx="347">
                  <c:v>14.66353335733155</c:v>
                </c:pt>
                <c:pt idx="348">
                  <c:v>14.735430274019066</c:v>
                </c:pt>
                <c:pt idx="349">
                  <c:v>14.695251762584816</c:v>
                </c:pt>
                <c:pt idx="350">
                  <c:v>14.736750825584089</c:v>
                </c:pt>
                <c:pt idx="351">
                  <c:v>14.857214549894444</c:v>
                </c:pt>
                <c:pt idx="352">
                  <c:v>14.894548428163038</c:v>
                </c:pt>
                <c:pt idx="353">
                  <c:v>14.906446591608814</c:v>
                </c:pt>
                <c:pt idx="354">
                  <c:v>14.882709969596664</c:v>
                </c:pt>
                <c:pt idx="355">
                  <c:v>14.822365707705774</c:v>
                </c:pt>
                <c:pt idx="356">
                  <c:v>14.883313241923311</c:v>
                </c:pt>
                <c:pt idx="357">
                  <c:v>14.936252389007306</c:v>
                </c:pt>
                <c:pt idx="358">
                  <c:v>14.840289550199655</c:v>
                </c:pt>
                <c:pt idx="359">
                  <c:v>14.96013023733784</c:v>
                </c:pt>
                <c:pt idx="360">
                  <c:v>15.089794326265135</c:v>
                </c:pt>
                <c:pt idx="361">
                  <c:v>15.079959913610534</c:v>
                </c:pt>
                <c:pt idx="362">
                  <c:v>15.043784569886014</c:v>
                </c:pt>
                <c:pt idx="363">
                  <c:v>14.969944885146917</c:v>
                </c:pt>
                <c:pt idx="364">
                  <c:v>14.961745551824066</c:v>
                </c:pt>
                <c:pt idx="365">
                  <c:v>14.910864615903225</c:v>
                </c:pt>
                <c:pt idx="366">
                  <c:v>14.78338067834523</c:v>
                </c:pt>
                <c:pt idx="367">
                  <c:v>14.695184876706168</c:v>
                </c:pt>
                <c:pt idx="368">
                  <c:v>14.635384729386274</c:v>
                </c:pt>
                <c:pt idx="369">
                  <c:v>14.518876914971607</c:v>
                </c:pt>
                <c:pt idx="370">
                  <c:v>14.474049971753022</c:v>
                </c:pt>
                <c:pt idx="371">
                  <c:v>14.370208140579068</c:v>
                </c:pt>
                <c:pt idx="372">
                  <c:v>14.263620432076619</c:v>
                </c:pt>
                <c:pt idx="373">
                  <c:v>14.120506058010641</c:v>
                </c:pt>
                <c:pt idx="374">
                  <c:v>13.992738436787423</c:v>
                </c:pt>
                <c:pt idx="375">
                  <c:v>13.929964056363183</c:v>
                </c:pt>
                <c:pt idx="376">
                  <c:v>13.814034278192114</c:v>
                </c:pt>
                <c:pt idx="377">
                  <c:v>13.717500310578217</c:v>
                </c:pt>
                <c:pt idx="378">
                  <c:v>13.622917317872163</c:v>
                </c:pt>
                <c:pt idx="379">
                  <c:v>13.494869056359594</c:v>
                </c:pt>
                <c:pt idx="380">
                  <c:v>13.377297496590819</c:v>
                </c:pt>
                <c:pt idx="381">
                  <c:v>13.199919600164698</c:v>
                </c:pt>
                <c:pt idx="382">
                  <c:v>13.052007395334968</c:v>
                </c:pt>
                <c:pt idx="383">
                  <c:v>12.890179918568153</c:v>
                </c:pt>
                <c:pt idx="384">
                  <c:v>12.782131577722639</c:v>
                </c:pt>
                <c:pt idx="385">
                  <c:v>12.687304157480543</c:v>
                </c:pt>
                <c:pt idx="386">
                  <c:v>12.613215907582045</c:v>
                </c:pt>
                <c:pt idx="387">
                  <c:v>12.550843509236696</c:v>
                </c:pt>
                <c:pt idx="388">
                  <c:v>12.496759762166672</c:v>
                </c:pt>
                <c:pt idx="389">
                  <c:v>12.446991761444743</c:v>
                </c:pt>
                <c:pt idx="390">
                  <c:v>12.398732941750026</c:v>
                </c:pt>
                <c:pt idx="391">
                  <c:v>12.34667543329893</c:v>
                </c:pt>
                <c:pt idx="392">
                  <c:v>12.36748725141817</c:v>
                </c:pt>
                <c:pt idx="393">
                  <c:v>12.437479673070307</c:v>
                </c:pt>
                <c:pt idx="394">
                  <c:v>12.529857329616858</c:v>
                </c:pt>
                <c:pt idx="395">
                  <c:v>12.567155131913076</c:v>
                </c:pt>
                <c:pt idx="396">
                  <c:v>12.549352255061159</c:v>
                </c:pt>
                <c:pt idx="397">
                  <c:v>12.517944103170304</c:v>
                </c:pt>
                <c:pt idx="398">
                  <c:v>12.457598627348574</c:v>
                </c:pt>
                <c:pt idx="399">
                  <c:v>12.384967427842327</c:v>
                </c:pt>
                <c:pt idx="400">
                  <c:v>12.373405839540709</c:v>
                </c:pt>
                <c:pt idx="401">
                  <c:v>12.352887202813063</c:v>
                </c:pt>
                <c:pt idx="402">
                  <c:v>12.309524268716958</c:v>
                </c:pt>
                <c:pt idx="403">
                  <c:v>12.289651468834069</c:v>
                </c:pt>
                <c:pt idx="404">
                  <c:v>12.281614203825004</c:v>
                </c:pt>
                <c:pt idx="405">
                  <c:v>12.253024423159733</c:v>
                </c:pt>
                <c:pt idx="406">
                  <c:v>12.204691211732412</c:v>
                </c:pt>
                <c:pt idx="407">
                  <c:v>12.169713560369857</c:v>
                </c:pt>
                <c:pt idx="408">
                  <c:v>12.159434579746211</c:v>
                </c:pt>
                <c:pt idx="409">
                  <c:v>12.153955246508145</c:v>
                </c:pt>
                <c:pt idx="410">
                  <c:v>12.134047965005692</c:v>
                </c:pt>
                <c:pt idx="411">
                  <c:v>12.128247576985526</c:v>
                </c:pt>
                <c:pt idx="412">
                  <c:v>12.124425646155716</c:v>
                </c:pt>
                <c:pt idx="413">
                  <c:v>12.124255450062117</c:v>
                </c:pt>
                <c:pt idx="414">
                  <c:v>12.131470054668947</c:v>
                </c:pt>
                <c:pt idx="415">
                  <c:v>12.141623816618344</c:v>
                </c:pt>
                <c:pt idx="416">
                  <c:v>12.112358359491832</c:v>
                </c:pt>
                <c:pt idx="417">
                  <c:v>12.084184001769808</c:v>
                </c:pt>
                <c:pt idx="418">
                  <c:v>12.046209356634273</c:v>
                </c:pt>
                <c:pt idx="419">
                  <c:v>12.04730897439225</c:v>
                </c:pt>
                <c:pt idx="420">
                  <c:v>12.067198585507287</c:v>
                </c:pt>
                <c:pt idx="421">
                  <c:v>12.054274714631365</c:v>
                </c:pt>
                <c:pt idx="422">
                  <c:v>12.050447678025606</c:v>
                </c:pt>
                <c:pt idx="423">
                  <c:v>12.040363572837439</c:v>
                </c:pt>
                <c:pt idx="424">
                  <c:v>12.06699976586523</c:v>
                </c:pt>
                <c:pt idx="425">
                  <c:v>12.063435419187924</c:v>
                </c:pt>
                <c:pt idx="426">
                  <c:v>12.055175796460869</c:v>
                </c:pt>
                <c:pt idx="427">
                  <c:v>12.048855739722255</c:v>
                </c:pt>
                <c:pt idx="428">
                  <c:v>12.05153663274773</c:v>
                </c:pt>
                <c:pt idx="429">
                  <c:v>12.037777302300166</c:v>
                </c:pt>
                <c:pt idx="430">
                  <c:v>12.040939612934224</c:v>
                </c:pt>
                <c:pt idx="431">
                  <c:v>12.016584765760753</c:v>
                </c:pt>
                <c:pt idx="432">
                  <c:v>11.990374864317584</c:v>
                </c:pt>
                <c:pt idx="433">
                  <c:v>12.009106010881915</c:v>
                </c:pt>
                <c:pt idx="434">
                  <c:v>12.048919880899025</c:v>
                </c:pt>
                <c:pt idx="435">
                  <c:v>12.191225289754174</c:v>
                </c:pt>
                <c:pt idx="436">
                  <c:v>12.172447680949299</c:v>
                </c:pt>
                <c:pt idx="437">
                  <c:v>12.075790061230329</c:v>
                </c:pt>
                <c:pt idx="438">
                  <c:v>12.123473729102907</c:v>
                </c:pt>
                <c:pt idx="439">
                  <c:v>12.214591313432459</c:v>
                </c:pt>
                <c:pt idx="440">
                  <c:v>12.239525538044063</c:v>
                </c:pt>
                <c:pt idx="441">
                  <c:v>12.242559617083133</c:v>
                </c:pt>
                <c:pt idx="442">
                  <c:v>12.332726479055882</c:v>
                </c:pt>
                <c:pt idx="443">
                  <c:v>12.428145682025832</c:v>
                </c:pt>
                <c:pt idx="444">
                  <c:v>12.415488273240166</c:v>
                </c:pt>
                <c:pt idx="445">
                  <c:v>12.399633456152356</c:v>
                </c:pt>
                <c:pt idx="446">
                  <c:v>12.448951669857594</c:v>
                </c:pt>
                <c:pt idx="447">
                  <c:v>12.460238448157341</c:v>
                </c:pt>
                <c:pt idx="448">
                  <c:v>12.487913728569376</c:v>
                </c:pt>
                <c:pt idx="449">
                  <c:v>12.477920393562528</c:v>
                </c:pt>
                <c:pt idx="450">
                  <c:v>12.484045298632283</c:v>
                </c:pt>
                <c:pt idx="451">
                  <c:v>12.500029083046922</c:v>
                </c:pt>
                <c:pt idx="452">
                  <c:v>12.466970463968806</c:v>
                </c:pt>
                <c:pt idx="453">
                  <c:v>12.480788980489944</c:v>
                </c:pt>
                <c:pt idx="454">
                  <c:v>12.468037312540442</c:v>
                </c:pt>
                <c:pt idx="455">
                  <c:v>12.456701677799439</c:v>
                </c:pt>
                <c:pt idx="456">
                  <c:v>12.486431023202458</c:v>
                </c:pt>
                <c:pt idx="457">
                  <c:v>12.518597095367877</c:v>
                </c:pt>
                <c:pt idx="458">
                  <c:v>12.517801816799647</c:v>
                </c:pt>
                <c:pt idx="459">
                  <c:v>12.530712740504915</c:v>
                </c:pt>
                <c:pt idx="460">
                  <c:v>12.572641996651534</c:v>
                </c:pt>
                <c:pt idx="461">
                  <c:v>12.586806158602764</c:v>
                </c:pt>
                <c:pt idx="462">
                  <c:v>12.580453128575003</c:v>
                </c:pt>
                <c:pt idx="463">
                  <c:v>12.548211587527096</c:v>
                </c:pt>
                <c:pt idx="464">
                  <c:v>12.566725520084725</c:v>
                </c:pt>
                <c:pt idx="465">
                  <c:v>12.580649084366174</c:v>
                </c:pt>
                <c:pt idx="466">
                  <c:v>12.589206646965424</c:v>
                </c:pt>
                <c:pt idx="467">
                  <c:v>12.597398149579599</c:v>
                </c:pt>
                <c:pt idx="468">
                  <c:v>12.597242424481792</c:v>
                </c:pt>
                <c:pt idx="469">
                  <c:v>12.590571156504373</c:v>
                </c:pt>
                <c:pt idx="470">
                  <c:v>12.626295413793283</c:v>
                </c:pt>
                <c:pt idx="471">
                  <c:v>12.645229571587398</c:v>
                </c:pt>
                <c:pt idx="472">
                  <c:v>12.630568535781602</c:v>
                </c:pt>
                <c:pt idx="473">
                  <c:v>12.658768353992897</c:v>
                </c:pt>
                <c:pt idx="474">
                  <c:v>12.677891902093162</c:v>
                </c:pt>
                <c:pt idx="475">
                  <c:v>12.678445198084615</c:v>
                </c:pt>
                <c:pt idx="476">
                  <c:v>12.691981638116552</c:v>
                </c:pt>
                <c:pt idx="477">
                  <c:v>12.70682356671273</c:v>
                </c:pt>
                <c:pt idx="478">
                  <c:v>12.718317542486979</c:v>
                </c:pt>
                <c:pt idx="479">
                  <c:v>12.722854873954486</c:v>
                </c:pt>
                <c:pt idx="480">
                  <c:v>12.730681769881048</c:v>
                </c:pt>
                <c:pt idx="481">
                  <c:v>12.727756264985848</c:v>
                </c:pt>
                <c:pt idx="482">
                  <c:v>12.724435480277709</c:v>
                </c:pt>
                <c:pt idx="483">
                  <c:v>12.744944516693275</c:v>
                </c:pt>
                <c:pt idx="484">
                  <c:v>12.758591390234955</c:v>
                </c:pt>
                <c:pt idx="485">
                  <c:v>12.756001511566145</c:v>
                </c:pt>
                <c:pt idx="486">
                  <c:v>12.761517049008713</c:v>
                </c:pt>
                <c:pt idx="487">
                  <c:v>12.783276707734801</c:v>
                </c:pt>
                <c:pt idx="488">
                  <c:v>12.784351258783003</c:v>
                </c:pt>
                <c:pt idx="489">
                  <c:v>12.791963323148966</c:v>
                </c:pt>
                <c:pt idx="490">
                  <c:v>12.818061450956458</c:v>
                </c:pt>
                <c:pt idx="491">
                  <c:v>12.829102493752444</c:v>
                </c:pt>
                <c:pt idx="492">
                  <c:v>12.830229329314161</c:v>
                </c:pt>
                <c:pt idx="493">
                  <c:v>12.838417395307271</c:v>
                </c:pt>
                <c:pt idx="494">
                  <c:v>12.842759044545483</c:v>
                </c:pt>
                <c:pt idx="495">
                  <c:v>12.857058670918093</c:v>
                </c:pt>
                <c:pt idx="496">
                  <c:v>12.882441673786969</c:v>
                </c:pt>
                <c:pt idx="497">
                  <c:v>12.892213064624446</c:v>
                </c:pt>
                <c:pt idx="498">
                  <c:v>12.88536594765373</c:v>
                </c:pt>
                <c:pt idx="499">
                  <c:v>12.879419772525777</c:v>
                </c:pt>
                <c:pt idx="500">
                  <c:v>12.883384709963373</c:v>
                </c:pt>
                <c:pt idx="501">
                  <c:v>12.917238368243078</c:v>
                </c:pt>
                <c:pt idx="502">
                  <c:v>12.94029327406068</c:v>
                </c:pt>
                <c:pt idx="503">
                  <c:v>12.951225798280054</c:v>
                </c:pt>
                <c:pt idx="504">
                  <c:v>12.95735064350815</c:v>
                </c:pt>
                <c:pt idx="505">
                  <c:v>12.95910284151798</c:v>
                </c:pt>
                <c:pt idx="506">
                  <c:v>12.985694252680419</c:v>
                </c:pt>
                <c:pt idx="507">
                  <c:v>13.006101045344897</c:v>
                </c:pt>
                <c:pt idx="508">
                  <c:v>13.033917637563409</c:v>
                </c:pt>
                <c:pt idx="509">
                  <c:v>13.053544402734236</c:v>
                </c:pt>
                <c:pt idx="510">
                  <c:v>13.081011964194444</c:v>
                </c:pt>
                <c:pt idx="511">
                  <c:v>13.120996041525462</c:v>
                </c:pt>
                <c:pt idx="512">
                  <c:v>13.175767027320385</c:v>
                </c:pt>
                <c:pt idx="513">
                  <c:v>13.24402816989738</c:v>
                </c:pt>
                <c:pt idx="514">
                  <c:v>13.301463340605633</c:v>
                </c:pt>
                <c:pt idx="515">
                  <c:v>13.365474391684732</c:v>
                </c:pt>
                <c:pt idx="516">
                  <c:v>13.41895358410682</c:v>
                </c:pt>
                <c:pt idx="517">
                  <c:v>13.467712432166485</c:v>
                </c:pt>
                <c:pt idx="518">
                  <c:v>13.49380466129603</c:v>
                </c:pt>
                <c:pt idx="519">
                  <c:v>13.524373080813836</c:v>
                </c:pt>
                <c:pt idx="520">
                  <c:v>13.585273972731557</c:v>
                </c:pt>
                <c:pt idx="521">
                  <c:v>13.645401573616818</c:v>
                </c:pt>
                <c:pt idx="522">
                  <c:v>13.686758999954897</c:v>
                </c:pt>
                <c:pt idx="523">
                  <c:v>13.710925524454876</c:v>
                </c:pt>
                <c:pt idx="524">
                  <c:v>13.744379064295964</c:v>
                </c:pt>
                <c:pt idx="525">
                  <c:v>13.768391163117046</c:v>
                </c:pt>
                <c:pt idx="526">
                  <c:v>13.791396349063721</c:v>
                </c:pt>
                <c:pt idx="527">
                  <c:v>13.797786412530419</c:v>
                </c:pt>
                <c:pt idx="528">
                  <c:v>13.787497681990541</c:v>
                </c:pt>
                <c:pt idx="529">
                  <c:v>13.763737191704742</c:v>
                </c:pt>
                <c:pt idx="530">
                  <c:v>13.713519198794714</c:v>
                </c:pt>
                <c:pt idx="531">
                  <c:v>13.676392167499474</c:v>
                </c:pt>
                <c:pt idx="532">
                  <c:v>13.672285012081689</c:v>
                </c:pt>
                <c:pt idx="533">
                  <c:v>13.655261153964009</c:v>
                </c:pt>
                <c:pt idx="534">
                  <c:v>13.644325791540174</c:v>
                </c:pt>
                <c:pt idx="535">
                  <c:v>13.630850338708925</c:v>
                </c:pt>
                <c:pt idx="536">
                  <c:v>13.622292399962097</c:v>
                </c:pt>
                <c:pt idx="537">
                  <c:v>13.634238847078944</c:v>
                </c:pt>
                <c:pt idx="538">
                  <c:v>13.658004808602263</c:v>
                </c:pt>
                <c:pt idx="539">
                  <c:v>13.677437994550715</c:v>
                </c:pt>
                <c:pt idx="540">
                  <c:v>13.68179515132776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8022-4DA3-A5C1-DAA90C22AF82}"/>
            </c:ext>
          </c:extLst>
        </c:ser>
        <c:ser>
          <c:idx val="6"/>
          <c:order val="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plot!$H$2:$H$542</c:f>
              <c:numCache>
                <c:formatCode>General</c:formatCode>
                <c:ptCount val="541"/>
                <c:pt idx="0">
                  <c:v>13.606221083322897</c:v>
                </c:pt>
                <c:pt idx="1">
                  <c:v>13.752662874774753</c:v>
                </c:pt>
                <c:pt idx="2">
                  <c:v>14.037819008677319</c:v>
                </c:pt>
                <c:pt idx="3">
                  <c:v>14.0806120454093</c:v>
                </c:pt>
                <c:pt idx="4">
                  <c:v>14.317852431196473</c:v>
                </c:pt>
                <c:pt idx="5">
                  <c:v>14.461565464759168</c:v>
                </c:pt>
                <c:pt idx="6">
                  <c:v>14.551525200691936</c:v>
                </c:pt>
                <c:pt idx="7">
                  <c:v>14.601990925841053</c:v>
                </c:pt>
                <c:pt idx="8">
                  <c:v>14.622158989760596</c:v>
                </c:pt>
                <c:pt idx="9">
                  <c:v>14.653900064312875</c:v>
                </c:pt>
                <c:pt idx="10">
                  <c:v>14.664522532238145</c:v>
                </c:pt>
                <c:pt idx="11">
                  <c:v>14.668157109408838</c:v>
                </c:pt>
                <c:pt idx="12">
                  <c:v>14.633995025667636</c:v>
                </c:pt>
                <c:pt idx="13">
                  <c:v>14.645980356059333</c:v>
                </c:pt>
                <c:pt idx="14">
                  <c:v>14.673288770042085</c:v>
                </c:pt>
                <c:pt idx="15">
                  <c:v>14.689704914855991</c:v>
                </c:pt>
                <c:pt idx="16">
                  <c:v>14.721052212271802</c:v>
                </c:pt>
                <c:pt idx="17">
                  <c:v>14.773940417441498</c:v>
                </c:pt>
                <c:pt idx="18">
                  <c:v>14.79473276317677</c:v>
                </c:pt>
                <c:pt idx="19">
                  <c:v>14.853270828330393</c:v>
                </c:pt>
                <c:pt idx="20">
                  <c:v>14.876123170161165</c:v>
                </c:pt>
                <c:pt idx="21">
                  <c:v>14.910086823496814</c:v>
                </c:pt>
                <c:pt idx="22">
                  <c:v>14.995477892578613</c:v>
                </c:pt>
                <c:pt idx="23">
                  <c:v>15.060397703546922</c:v>
                </c:pt>
                <c:pt idx="24">
                  <c:v>15.051195774976227</c:v>
                </c:pt>
                <c:pt idx="25">
                  <c:v>15.025117645737762</c:v>
                </c:pt>
                <c:pt idx="26">
                  <c:v>14.960620338769656</c:v>
                </c:pt>
                <c:pt idx="27">
                  <c:v>14.977303789485161</c:v>
                </c:pt>
                <c:pt idx="28">
                  <c:v>15.009327223140234</c:v>
                </c:pt>
                <c:pt idx="29">
                  <c:v>15.034319209136456</c:v>
                </c:pt>
                <c:pt idx="30">
                  <c:v>15.04891876527801</c:v>
                </c:pt>
                <c:pt idx="31">
                  <c:v>15.086698668852723</c:v>
                </c:pt>
                <c:pt idx="32">
                  <c:v>15.107751280784989</c:v>
                </c:pt>
                <c:pt idx="33">
                  <c:v>15.120493308415888</c:v>
                </c:pt>
                <c:pt idx="34">
                  <c:v>15.177898346300356</c:v>
                </c:pt>
                <c:pt idx="35">
                  <c:v>15.21937076766924</c:v>
                </c:pt>
                <c:pt idx="36">
                  <c:v>15.27111787121118</c:v>
                </c:pt>
                <c:pt idx="37">
                  <c:v>15.353181959667523</c:v>
                </c:pt>
                <c:pt idx="38">
                  <c:v>15.39432276428872</c:v>
                </c:pt>
                <c:pt idx="39">
                  <c:v>15.428531224873502</c:v>
                </c:pt>
                <c:pt idx="40">
                  <c:v>15.505278409057595</c:v>
                </c:pt>
                <c:pt idx="41">
                  <c:v>15.566573299625793</c:v>
                </c:pt>
                <c:pt idx="42">
                  <c:v>15.627285578560558</c:v>
                </c:pt>
                <c:pt idx="43">
                  <c:v>15.706018446338817</c:v>
                </c:pt>
                <c:pt idx="44">
                  <c:v>15.76671506345239</c:v>
                </c:pt>
                <c:pt idx="45">
                  <c:v>15.805273939758102</c:v>
                </c:pt>
                <c:pt idx="46">
                  <c:v>15.843690723582428</c:v>
                </c:pt>
                <c:pt idx="47">
                  <c:v>15.877972177991891</c:v>
                </c:pt>
                <c:pt idx="48">
                  <c:v>15.915215339593423</c:v>
                </c:pt>
                <c:pt idx="49">
                  <c:v>15.943379513863158</c:v>
                </c:pt>
                <c:pt idx="50">
                  <c:v>16.015382748637851</c:v>
                </c:pt>
                <c:pt idx="51">
                  <c:v>16.059259137835816</c:v>
                </c:pt>
                <c:pt idx="52">
                  <c:v>16.089521590398704</c:v>
                </c:pt>
                <c:pt idx="53">
                  <c:v>16.137618110064096</c:v>
                </c:pt>
                <c:pt idx="54">
                  <c:v>16.204703046088298</c:v>
                </c:pt>
                <c:pt idx="55">
                  <c:v>16.266357063027936</c:v>
                </c:pt>
                <c:pt idx="56">
                  <c:v>16.257970928697919</c:v>
                </c:pt>
                <c:pt idx="57">
                  <c:v>16.281732508225854</c:v>
                </c:pt>
                <c:pt idx="58">
                  <c:v>16.382831755056582</c:v>
                </c:pt>
                <c:pt idx="59">
                  <c:v>16.439786657593089</c:v>
                </c:pt>
                <c:pt idx="60">
                  <c:v>16.513799312141742</c:v>
                </c:pt>
                <c:pt idx="61">
                  <c:v>16.60939777031254</c:v>
                </c:pt>
                <c:pt idx="62">
                  <c:v>16.652085727534498</c:v>
                </c:pt>
                <c:pt idx="63">
                  <c:v>16.675350510848233</c:v>
                </c:pt>
                <c:pt idx="64">
                  <c:v>16.662501406672952</c:v>
                </c:pt>
                <c:pt idx="65">
                  <c:v>16.640335547621365</c:v>
                </c:pt>
                <c:pt idx="66">
                  <c:v>16.647142434789551</c:v>
                </c:pt>
                <c:pt idx="67">
                  <c:v>16.619320142658083</c:v>
                </c:pt>
                <c:pt idx="68">
                  <c:v>16.634494986705818</c:v>
                </c:pt>
                <c:pt idx="69">
                  <c:v>16.627531805923013</c:v>
                </c:pt>
                <c:pt idx="70">
                  <c:v>16.610281648843259</c:v>
                </c:pt>
                <c:pt idx="71">
                  <c:v>16.655221500045009</c:v>
                </c:pt>
                <c:pt idx="72">
                  <c:v>16.686870064358125</c:v>
                </c:pt>
                <c:pt idx="73">
                  <c:v>16.674217828463735</c:v>
                </c:pt>
                <c:pt idx="74">
                  <c:v>16.675865403363609</c:v>
                </c:pt>
                <c:pt idx="75">
                  <c:v>16.685907065228097</c:v>
                </c:pt>
                <c:pt idx="76">
                  <c:v>16.701600047764497</c:v>
                </c:pt>
                <c:pt idx="77">
                  <c:v>16.696804446804908</c:v>
                </c:pt>
                <c:pt idx="78">
                  <c:v>16.719386845380765</c:v>
                </c:pt>
                <c:pt idx="79">
                  <c:v>16.759691203256139</c:v>
                </c:pt>
                <c:pt idx="80">
                  <c:v>16.746333130466759</c:v>
                </c:pt>
                <c:pt idx="81">
                  <c:v>16.801036382471484</c:v>
                </c:pt>
                <c:pt idx="82">
                  <c:v>16.850831560541625</c:v>
                </c:pt>
                <c:pt idx="83">
                  <c:v>16.850473286238177</c:v>
                </c:pt>
                <c:pt idx="84">
                  <c:v>16.846135610962463</c:v>
                </c:pt>
                <c:pt idx="85">
                  <c:v>16.802902167926742</c:v>
                </c:pt>
                <c:pt idx="86">
                  <c:v>16.769053969804041</c:v>
                </c:pt>
                <c:pt idx="87">
                  <c:v>16.707027315129093</c:v>
                </c:pt>
                <c:pt idx="88">
                  <c:v>16.649232760448111</c:v>
                </c:pt>
                <c:pt idx="89">
                  <c:v>16.630885545540892</c:v>
                </c:pt>
                <c:pt idx="90">
                  <c:v>16.605444337126698</c:v>
                </c:pt>
                <c:pt idx="91">
                  <c:v>16.542415975090076</c:v>
                </c:pt>
                <c:pt idx="92">
                  <c:v>16.538713212192661</c:v>
                </c:pt>
                <c:pt idx="93">
                  <c:v>16.510445491374526</c:v>
                </c:pt>
                <c:pt idx="94">
                  <c:v>16.495736769093284</c:v>
                </c:pt>
                <c:pt idx="95">
                  <c:v>16.483626691890045</c:v>
                </c:pt>
                <c:pt idx="96">
                  <c:v>16.448457382632554</c:v>
                </c:pt>
                <c:pt idx="97">
                  <c:v>16.448220345432016</c:v>
                </c:pt>
                <c:pt idx="98">
                  <c:v>16.467270881604929</c:v>
                </c:pt>
                <c:pt idx="99">
                  <c:v>16.421718596390019</c:v>
                </c:pt>
                <c:pt idx="100">
                  <c:v>16.337392429712658</c:v>
                </c:pt>
                <c:pt idx="101">
                  <c:v>16.262838265667536</c:v>
                </c:pt>
                <c:pt idx="102">
                  <c:v>16.171599636540254</c:v>
                </c:pt>
                <c:pt idx="103">
                  <c:v>16.096351158805369</c:v>
                </c:pt>
                <c:pt idx="104">
                  <c:v>16.01400357515557</c:v>
                </c:pt>
                <c:pt idx="105">
                  <c:v>15.94777135631838</c:v>
                </c:pt>
                <c:pt idx="106">
                  <c:v>15.876182023714636</c:v>
                </c:pt>
                <c:pt idx="107">
                  <c:v>15.796538498125887</c:v>
                </c:pt>
                <c:pt idx="108">
                  <c:v>15.705592128319978</c:v>
                </c:pt>
                <c:pt idx="109">
                  <c:v>15.612344688038736</c:v>
                </c:pt>
                <c:pt idx="110">
                  <c:v>15.540199198483986</c:v>
                </c:pt>
                <c:pt idx="111">
                  <c:v>15.466052404088538</c:v>
                </c:pt>
                <c:pt idx="112">
                  <c:v>15.385271814051334</c:v>
                </c:pt>
                <c:pt idx="113">
                  <c:v>15.315889499846435</c:v>
                </c:pt>
                <c:pt idx="114">
                  <c:v>15.253059913100021</c:v>
                </c:pt>
                <c:pt idx="115">
                  <c:v>15.215144713300523</c:v>
                </c:pt>
                <c:pt idx="116">
                  <c:v>15.171523985074932</c:v>
                </c:pt>
                <c:pt idx="117">
                  <c:v>15.149560512458848</c:v>
                </c:pt>
                <c:pt idx="118">
                  <c:v>15.136238469973154</c:v>
                </c:pt>
                <c:pt idx="119">
                  <c:v>15.115068759553939</c:v>
                </c:pt>
                <c:pt idx="120">
                  <c:v>15.113899843992435</c:v>
                </c:pt>
                <c:pt idx="121">
                  <c:v>15.115925412483579</c:v>
                </c:pt>
                <c:pt idx="122">
                  <c:v>15.074456480535996</c:v>
                </c:pt>
                <c:pt idx="123">
                  <c:v>15.049884969806666</c:v>
                </c:pt>
                <c:pt idx="124">
                  <c:v>15.034204524842155</c:v>
                </c:pt>
                <c:pt idx="125">
                  <c:v>15.011356179616014</c:v>
                </c:pt>
                <c:pt idx="126">
                  <c:v>14.984534621054223</c:v>
                </c:pt>
                <c:pt idx="127">
                  <c:v>14.936830661285303</c:v>
                </c:pt>
                <c:pt idx="128">
                  <c:v>14.917962853122081</c:v>
                </c:pt>
                <c:pt idx="129">
                  <c:v>14.914158836144912</c:v>
                </c:pt>
                <c:pt idx="130">
                  <c:v>14.873439338571265</c:v>
                </c:pt>
                <c:pt idx="131">
                  <c:v>14.860619448155731</c:v>
                </c:pt>
                <c:pt idx="132">
                  <c:v>14.839665716685243</c:v>
                </c:pt>
                <c:pt idx="133">
                  <c:v>14.828544809271781</c:v>
                </c:pt>
                <c:pt idx="134">
                  <c:v>14.811304207525948</c:v>
                </c:pt>
                <c:pt idx="135">
                  <c:v>14.790467148508412</c:v>
                </c:pt>
                <c:pt idx="136">
                  <c:v>14.760404303016395</c:v>
                </c:pt>
                <c:pt idx="137">
                  <c:v>14.725461785856202</c:v>
                </c:pt>
                <c:pt idx="138">
                  <c:v>14.719388610378743</c:v>
                </c:pt>
                <c:pt idx="139">
                  <c:v>14.708728002267149</c:v>
                </c:pt>
                <c:pt idx="140">
                  <c:v>14.699179910930898</c:v>
                </c:pt>
                <c:pt idx="141">
                  <c:v>14.690578893168142</c:v>
                </c:pt>
                <c:pt idx="142">
                  <c:v>14.745083816203984</c:v>
                </c:pt>
                <c:pt idx="143">
                  <c:v>14.762567318189637</c:v>
                </c:pt>
                <c:pt idx="144">
                  <c:v>14.817170979675927</c:v>
                </c:pt>
                <c:pt idx="145">
                  <c:v>14.883703897365084</c:v>
                </c:pt>
                <c:pt idx="146">
                  <c:v>14.902690041542575</c:v>
                </c:pt>
                <c:pt idx="147">
                  <c:v>14.925615904668685</c:v>
                </c:pt>
                <c:pt idx="148">
                  <c:v>14.930434227441413</c:v>
                </c:pt>
                <c:pt idx="149">
                  <c:v>14.936167164054595</c:v>
                </c:pt>
                <c:pt idx="150">
                  <c:v>14.934494412574285</c:v>
                </c:pt>
                <c:pt idx="151">
                  <c:v>14.888725052894657</c:v>
                </c:pt>
                <c:pt idx="152">
                  <c:v>14.86605629114157</c:v>
                </c:pt>
                <c:pt idx="153">
                  <c:v>14.870068943052868</c:v>
                </c:pt>
                <c:pt idx="154">
                  <c:v>14.885619001327218</c:v>
                </c:pt>
                <c:pt idx="155">
                  <c:v>14.913367934462013</c:v>
                </c:pt>
                <c:pt idx="156">
                  <c:v>14.937151627183088</c:v>
                </c:pt>
                <c:pt idx="157">
                  <c:v>14.973372834664463</c:v>
                </c:pt>
                <c:pt idx="158">
                  <c:v>15.003267944485986</c:v>
                </c:pt>
                <c:pt idx="159">
                  <c:v>15.03188298444767</c:v>
                </c:pt>
                <c:pt idx="160">
                  <c:v>15.066306003867862</c:v>
                </c:pt>
                <c:pt idx="161">
                  <c:v>15.090728991031193</c:v>
                </c:pt>
                <c:pt idx="162">
                  <c:v>15.107199140725948</c:v>
                </c:pt>
                <c:pt idx="163">
                  <c:v>15.136237739629163</c:v>
                </c:pt>
                <c:pt idx="164">
                  <c:v>15.135962846264963</c:v>
                </c:pt>
                <c:pt idx="165">
                  <c:v>15.119142496625354</c:v>
                </c:pt>
                <c:pt idx="166">
                  <c:v>15.097816695464873</c:v>
                </c:pt>
                <c:pt idx="167">
                  <c:v>15.098096173766365</c:v>
                </c:pt>
                <c:pt idx="168">
                  <c:v>15.146941052577038</c:v>
                </c:pt>
                <c:pt idx="169">
                  <c:v>15.173535108984874</c:v>
                </c:pt>
                <c:pt idx="170">
                  <c:v>15.2027243210494</c:v>
                </c:pt>
                <c:pt idx="171">
                  <c:v>15.279326815973459</c:v>
                </c:pt>
                <c:pt idx="172">
                  <c:v>15.321066543243941</c:v>
                </c:pt>
                <c:pt idx="173">
                  <c:v>15.337590616670212</c:v>
                </c:pt>
                <c:pt idx="174">
                  <c:v>15.320034120859882</c:v>
                </c:pt>
                <c:pt idx="175">
                  <c:v>15.299388148233295</c:v>
                </c:pt>
                <c:pt idx="176">
                  <c:v>15.300907710060983</c:v>
                </c:pt>
                <c:pt idx="177">
                  <c:v>15.295700844283743</c:v>
                </c:pt>
                <c:pt idx="178">
                  <c:v>15.298520661867752</c:v>
                </c:pt>
                <c:pt idx="179">
                  <c:v>15.287074102182551</c:v>
                </c:pt>
                <c:pt idx="180">
                  <c:v>15.22337771883992</c:v>
                </c:pt>
                <c:pt idx="181">
                  <c:v>15.171335272301961</c:v>
                </c:pt>
                <c:pt idx="182">
                  <c:v>15.121913300012471</c:v>
                </c:pt>
                <c:pt idx="183">
                  <c:v>15.083627328912304</c:v>
                </c:pt>
                <c:pt idx="184">
                  <c:v>15.059412368063104</c:v>
                </c:pt>
                <c:pt idx="185">
                  <c:v>15.040693692085878</c:v>
                </c:pt>
                <c:pt idx="186">
                  <c:v>15.024352894427295</c:v>
                </c:pt>
                <c:pt idx="187">
                  <c:v>15.0159677541766</c:v>
                </c:pt>
                <c:pt idx="188">
                  <c:v>15.006175281625207</c:v>
                </c:pt>
                <c:pt idx="189">
                  <c:v>14.97757225176475</c:v>
                </c:pt>
                <c:pt idx="190">
                  <c:v>14.964122399080205</c:v>
                </c:pt>
                <c:pt idx="191">
                  <c:v>14.944200400224451</c:v>
                </c:pt>
                <c:pt idx="192">
                  <c:v>14.914662874937052</c:v>
                </c:pt>
                <c:pt idx="193">
                  <c:v>14.902029627986506</c:v>
                </c:pt>
                <c:pt idx="194">
                  <c:v>14.909313896391089</c:v>
                </c:pt>
                <c:pt idx="195">
                  <c:v>14.893797129630439</c:v>
                </c:pt>
                <c:pt idx="196">
                  <c:v>14.888382075240404</c:v>
                </c:pt>
                <c:pt idx="197">
                  <c:v>14.915796267378207</c:v>
                </c:pt>
                <c:pt idx="198">
                  <c:v>14.925286478952977</c:v>
                </c:pt>
                <c:pt idx="199">
                  <c:v>14.92316726413201</c:v>
                </c:pt>
                <c:pt idx="200">
                  <c:v>14.929497155523162</c:v>
                </c:pt>
                <c:pt idx="201">
                  <c:v>14.927866906005804</c:v>
                </c:pt>
                <c:pt idx="202">
                  <c:v>14.957385807521371</c:v>
                </c:pt>
                <c:pt idx="203">
                  <c:v>15.017331022389689</c:v>
                </c:pt>
                <c:pt idx="204">
                  <c:v>15.063697904892617</c:v>
                </c:pt>
                <c:pt idx="205">
                  <c:v>15.113190598825472</c:v>
                </c:pt>
                <c:pt idx="206">
                  <c:v>15.150767568206675</c:v>
                </c:pt>
                <c:pt idx="207">
                  <c:v>15.156316681294172</c:v>
                </c:pt>
                <c:pt idx="208">
                  <c:v>15.142222421759415</c:v>
                </c:pt>
                <c:pt idx="209">
                  <c:v>15.118290874954335</c:v>
                </c:pt>
                <c:pt idx="210">
                  <c:v>15.083906117444467</c:v>
                </c:pt>
                <c:pt idx="211">
                  <c:v>15.046816693253556</c:v>
                </c:pt>
                <c:pt idx="212">
                  <c:v>15.017553554147025</c:v>
                </c:pt>
                <c:pt idx="213">
                  <c:v>14.990044052118078</c:v>
                </c:pt>
                <c:pt idx="214">
                  <c:v>14.977775571417588</c:v>
                </c:pt>
                <c:pt idx="215">
                  <c:v>15.0048363582119</c:v>
                </c:pt>
                <c:pt idx="216">
                  <c:v>15.038231885069987</c:v>
                </c:pt>
                <c:pt idx="217">
                  <c:v>15.077108156702851</c:v>
                </c:pt>
                <c:pt idx="218">
                  <c:v>15.110654073561587</c:v>
                </c:pt>
                <c:pt idx="219">
                  <c:v>15.140148812863369</c:v>
                </c:pt>
                <c:pt idx="220">
                  <c:v>15.186673794553544</c:v>
                </c:pt>
                <c:pt idx="221">
                  <c:v>15.250084451096074</c:v>
                </c:pt>
                <c:pt idx="222">
                  <c:v>15.293396608984438</c:v>
                </c:pt>
                <c:pt idx="223">
                  <c:v>15.270603506166466</c:v>
                </c:pt>
                <c:pt idx="224">
                  <c:v>15.21754705814295</c:v>
                </c:pt>
                <c:pt idx="225">
                  <c:v>15.154521455183627</c:v>
                </c:pt>
                <c:pt idx="226">
                  <c:v>15.12937741562544</c:v>
                </c:pt>
                <c:pt idx="227">
                  <c:v>15.104700715073717</c:v>
                </c:pt>
                <c:pt idx="228">
                  <c:v>15.093668869052792</c:v>
                </c:pt>
                <c:pt idx="229">
                  <c:v>15.077755038607709</c:v>
                </c:pt>
                <c:pt idx="230">
                  <c:v>15.082968396331555</c:v>
                </c:pt>
                <c:pt idx="231">
                  <c:v>15.079633118186843</c:v>
                </c:pt>
                <c:pt idx="232">
                  <c:v>15.101102878263362</c:v>
                </c:pt>
                <c:pt idx="233">
                  <c:v>15.128136277157918</c:v>
                </c:pt>
                <c:pt idx="234">
                  <c:v>15.109234812308999</c:v>
                </c:pt>
                <c:pt idx="235">
                  <c:v>15.084973880362879</c:v>
                </c:pt>
                <c:pt idx="236">
                  <c:v>15.06700080445362</c:v>
                </c:pt>
                <c:pt idx="237">
                  <c:v>15.052481322416018</c:v>
                </c:pt>
                <c:pt idx="238">
                  <c:v>15.036182986145718</c:v>
                </c:pt>
                <c:pt idx="239">
                  <c:v>15.00911647832346</c:v>
                </c:pt>
                <c:pt idx="240">
                  <c:v>14.96152653336685</c:v>
                </c:pt>
                <c:pt idx="241">
                  <c:v>14.917809379446794</c:v>
                </c:pt>
                <c:pt idx="242">
                  <c:v>14.930280916064792</c:v>
                </c:pt>
                <c:pt idx="243">
                  <c:v>14.916471531262141</c:v>
                </c:pt>
                <c:pt idx="244">
                  <c:v>14.905707498326144</c:v>
                </c:pt>
                <c:pt idx="245">
                  <c:v>14.907255908741572</c:v>
                </c:pt>
                <c:pt idx="246">
                  <c:v>14.903718203586674</c:v>
                </c:pt>
                <c:pt idx="247">
                  <c:v>14.913551981148363</c:v>
                </c:pt>
                <c:pt idx="248">
                  <c:v>14.920383415989676</c:v>
                </c:pt>
                <c:pt idx="249">
                  <c:v>14.92966645331831</c:v>
                </c:pt>
                <c:pt idx="250">
                  <c:v>14.910162190939472</c:v>
                </c:pt>
                <c:pt idx="251">
                  <c:v>14.91068053230148</c:v>
                </c:pt>
                <c:pt idx="252">
                  <c:v>14.951976413297285</c:v>
                </c:pt>
                <c:pt idx="253">
                  <c:v>14.982688392588136</c:v>
                </c:pt>
                <c:pt idx="254">
                  <c:v>15.019817153918028</c:v>
                </c:pt>
                <c:pt idx="255">
                  <c:v>15.017123442396887</c:v>
                </c:pt>
                <c:pt idx="256">
                  <c:v>15.001323809350112</c:v>
                </c:pt>
                <c:pt idx="257">
                  <c:v>15.000860284362274</c:v>
                </c:pt>
                <c:pt idx="258">
                  <c:v>15.000419582624232</c:v>
                </c:pt>
                <c:pt idx="259">
                  <c:v>15</c:v>
                </c:pt>
                <c:pt idx="260">
                  <c:v>14.956062424205255</c:v>
                </c:pt>
                <c:pt idx="261">
                  <c:v>14.858173181237033</c:v>
                </c:pt>
                <c:pt idx="262">
                  <c:v>14.895022200530104</c:v>
                </c:pt>
                <c:pt idx="263">
                  <c:v>14.935491068389998</c:v>
                </c:pt>
                <c:pt idx="264">
                  <c:v>14.896654843952776</c:v>
                </c:pt>
                <c:pt idx="265">
                  <c:v>14.839015142485751</c:v>
                </c:pt>
                <c:pt idx="266">
                  <c:v>14.846102197724772</c:v>
                </c:pt>
                <c:pt idx="267">
                  <c:v>14.826698966265026</c:v>
                </c:pt>
                <c:pt idx="268">
                  <c:v>14.771227047494534</c:v>
                </c:pt>
                <c:pt idx="269">
                  <c:v>14.732910665681974</c:v>
                </c:pt>
                <c:pt idx="270">
                  <c:v>14.70735895216411</c:v>
                </c:pt>
                <c:pt idx="271">
                  <c:v>14.72652991394661</c:v>
                </c:pt>
                <c:pt idx="272">
                  <c:v>14.719114325634541</c:v>
                </c:pt>
                <c:pt idx="273">
                  <c:v>14.679735739632852</c:v>
                </c:pt>
                <c:pt idx="274">
                  <c:v>14.682286141432614</c:v>
                </c:pt>
                <c:pt idx="275">
                  <c:v>14.668151611541553</c:v>
                </c:pt>
                <c:pt idx="276">
                  <c:v>14.656800503758827</c:v>
                </c:pt>
                <c:pt idx="277">
                  <c:v>14.635340562751551</c:v>
                </c:pt>
                <c:pt idx="278">
                  <c:v>14.648292970027232</c:v>
                </c:pt>
                <c:pt idx="279">
                  <c:v>14.678031826808823</c:v>
                </c:pt>
                <c:pt idx="280">
                  <c:v>14.663265042180104</c:v>
                </c:pt>
                <c:pt idx="281">
                  <c:v>14.67670846378004</c:v>
                </c:pt>
                <c:pt idx="282">
                  <c:v>14.706735319543046</c:v>
                </c:pt>
                <c:pt idx="283">
                  <c:v>14.725772121191415</c:v>
                </c:pt>
                <c:pt idx="284">
                  <c:v>14.737545692399681</c:v>
                </c:pt>
                <c:pt idx="285">
                  <c:v>14.650675555007167</c:v>
                </c:pt>
                <c:pt idx="286">
                  <c:v>14.652673411001224</c:v>
                </c:pt>
                <c:pt idx="287">
                  <c:v>14.828524217628635</c:v>
                </c:pt>
                <c:pt idx="288">
                  <c:v>14.908659447310967</c:v>
                </c:pt>
                <c:pt idx="289">
                  <c:v>15.000814962460014</c:v>
                </c:pt>
                <c:pt idx="290">
                  <c:v>15.011316741040368</c:v>
                </c:pt>
                <c:pt idx="291">
                  <c:v>15.041834692276963</c:v>
                </c:pt>
                <c:pt idx="292">
                  <c:v>14.981690012349102</c:v>
                </c:pt>
                <c:pt idx="293">
                  <c:v>14.979878860682035</c:v>
                </c:pt>
                <c:pt idx="294">
                  <c:v>15.05085038312933</c:v>
                </c:pt>
                <c:pt idx="295">
                  <c:v>15.152905406799475</c:v>
                </c:pt>
                <c:pt idx="296">
                  <c:v>15.232321998279593</c:v>
                </c:pt>
                <c:pt idx="297">
                  <c:v>15.318745510032787</c:v>
                </c:pt>
                <c:pt idx="298">
                  <c:v>15.309169280165454</c:v>
                </c:pt>
                <c:pt idx="299">
                  <c:v>15.315444720354428</c:v>
                </c:pt>
                <c:pt idx="300">
                  <c:v>15.369088648971339</c:v>
                </c:pt>
                <c:pt idx="301">
                  <c:v>15.310683770159851</c:v>
                </c:pt>
                <c:pt idx="302">
                  <c:v>15.245304511957668</c:v>
                </c:pt>
                <c:pt idx="303">
                  <c:v>15.293222016195337</c:v>
                </c:pt>
                <c:pt idx="304">
                  <c:v>15.392848767811289</c:v>
                </c:pt>
                <c:pt idx="305">
                  <c:v>15.468751958361628</c:v>
                </c:pt>
                <c:pt idx="306">
                  <c:v>15.477278115865058</c:v>
                </c:pt>
                <c:pt idx="307">
                  <c:v>15.487198418902635</c:v>
                </c:pt>
                <c:pt idx="308">
                  <c:v>15.523966978632426</c:v>
                </c:pt>
                <c:pt idx="309">
                  <c:v>15.493398390212286</c:v>
                </c:pt>
                <c:pt idx="310">
                  <c:v>15.513752468689495</c:v>
                </c:pt>
                <c:pt idx="311">
                  <c:v>15.45167176855902</c:v>
                </c:pt>
                <c:pt idx="312">
                  <c:v>15.480571358655482</c:v>
                </c:pt>
                <c:pt idx="313">
                  <c:v>15.62946573653031</c:v>
                </c:pt>
                <c:pt idx="314">
                  <c:v>15.634501052618424</c:v>
                </c:pt>
                <c:pt idx="315">
                  <c:v>15.658525271961338</c:v>
                </c:pt>
                <c:pt idx="316">
                  <c:v>15.638943045361199</c:v>
                </c:pt>
                <c:pt idx="317">
                  <c:v>15.683553592571235</c:v>
                </c:pt>
                <c:pt idx="318">
                  <c:v>15.740238308404834</c:v>
                </c:pt>
                <c:pt idx="319">
                  <c:v>15.737564316171516</c:v>
                </c:pt>
                <c:pt idx="320">
                  <c:v>15.726621815565785</c:v>
                </c:pt>
                <c:pt idx="321">
                  <c:v>15.796425091933571</c:v>
                </c:pt>
                <c:pt idx="322">
                  <c:v>15.852755712654352</c:v>
                </c:pt>
                <c:pt idx="323">
                  <c:v>15.866253484019799</c:v>
                </c:pt>
                <c:pt idx="324">
                  <c:v>15.886145498197157</c:v>
                </c:pt>
                <c:pt idx="325">
                  <c:v>15.938457563392692</c:v>
                </c:pt>
                <c:pt idx="326">
                  <c:v>15.977256722872248</c:v>
                </c:pt>
                <c:pt idx="327">
                  <c:v>15.986317411029546</c:v>
                </c:pt>
                <c:pt idx="328">
                  <c:v>16.016277866351146</c:v>
                </c:pt>
                <c:pt idx="329">
                  <c:v>16.062397304251633</c:v>
                </c:pt>
                <c:pt idx="330">
                  <c:v>16.093803434933584</c:v>
                </c:pt>
                <c:pt idx="331">
                  <c:v>16.08318192051297</c:v>
                </c:pt>
                <c:pt idx="332">
                  <c:v>16.092635168566741</c:v>
                </c:pt>
                <c:pt idx="333">
                  <c:v>16.07723176742374</c:v>
                </c:pt>
                <c:pt idx="334">
                  <c:v>16.055267199291663</c:v>
                </c:pt>
                <c:pt idx="335">
                  <c:v>16.010909269954027</c:v>
                </c:pt>
                <c:pt idx="336">
                  <c:v>15.946300646388922</c:v>
                </c:pt>
                <c:pt idx="337">
                  <c:v>15.894014264957157</c:v>
                </c:pt>
                <c:pt idx="338">
                  <c:v>15.873723442384716</c:v>
                </c:pt>
                <c:pt idx="339">
                  <c:v>15.816820069674412</c:v>
                </c:pt>
                <c:pt idx="340">
                  <c:v>15.723521018417632</c:v>
                </c:pt>
                <c:pt idx="341">
                  <c:v>15.736615518174702</c:v>
                </c:pt>
                <c:pt idx="342">
                  <c:v>15.764643239841661</c:v>
                </c:pt>
                <c:pt idx="343">
                  <c:v>15.731267858305394</c:v>
                </c:pt>
                <c:pt idx="344">
                  <c:v>15.760820659954657</c:v>
                </c:pt>
                <c:pt idx="345">
                  <c:v>15.828163488557873</c:v>
                </c:pt>
                <c:pt idx="346">
                  <c:v>15.879432419657444</c:v>
                </c:pt>
                <c:pt idx="347">
                  <c:v>15.923743322956835</c:v>
                </c:pt>
                <c:pt idx="348">
                  <c:v>15.963625257981336</c:v>
                </c:pt>
                <c:pt idx="349">
                  <c:v>15.921067707736865</c:v>
                </c:pt>
                <c:pt idx="350">
                  <c:v>15.894669626967271</c:v>
                </c:pt>
                <c:pt idx="351">
                  <c:v>15.963425224876465</c:v>
                </c:pt>
                <c:pt idx="352">
                  <c:v>15.977828379345784</c:v>
                </c:pt>
                <c:pt idx="353">
                  <c:v>15.954031946179493</c:v>
                </c:pt>
                <c:pt idx="354">
                  <c:v>15.92359275037019</c:v>
                </c:pt>
                <c:pt idx="355">
                  <c:v>15.878961915827002</c:v>
                </c:pt>
                <c:pt idx="356">
                  <c:v>15.927799166600412</c:v>
                </c:pt>
                <c:pt idx="357">
                  <c:v>15.941375571669154</c:v>
                </c:pt>
                <c:pt idx="358">
                  <c:v>15.861236223658191</c:v>
                </c:pt>
                <c:pt idx="359">
                  <c:v>15.915581485382136</c:v>
                </c:pt>
                <c:pt idx="360">
                  <c:v>16.008550015407216</c:v>
                </c:pt>
                <c:pt idx="361">
                  <c:v>16.012496429175773</c:v>
                </c:pt>
                <c:pt idx="362">
                  <c:v>15.99103494633118</c:v>
                </c:pt>
                <c:pt idx="363">
                  <c:v>15.926781797417549</c:v>
                </c:pt>
                <c:pt idx="364">
                  <c:v>15.908592986007562</c:v>
                </c:pt>
                <c:pt idx="365">
                  <c:v>15.874765237516691</c:v>
                </c:pt>
                <c:pt idx="366">
                  <c:v>15.788419385674802</c:v>
                </c:pt>
                <c:pt idx="367">
                  <c:v>15.723406273261329</c:v>
                </c:pt>
                <c:pt idx="368">
                  <c:v>15.688084849579871</c:v>
                </c:pt>
                <c:pt idx="369">
                  <c:v>15.611447014121463</c:v>
                </c:pt>
                <c:pt idx="370">
                  <c:v>15.586220770289346</c:v>
                </c:pt>
                <c:pt idx="371">
                  <c:v>15.511747958450163</c:v>
                </c:pt>
                <c:pt idx="372">
                  <c:v>15.433171830607828</c:v>
                </c:pt>
                <c:pt idx="373">
                  <c:v>15.354967407283489</c:v>
                </c:pt>
                <c:pt idx="374">
                  <c:v>15.262585100037144</c:v>
                </c:pt>
                <c:pt idx="375">
                  <c:v>15.260530682958262</c:v>
                </c:pt>
                <c:pt idx="376">
                  <c:v>15.214682811299339</c:v>
                </c:pt>
                <c:pt idx="377">
                  <c:v>15.142747336217367</c:v>
                </c:pt>
                <c:pt idx="378">
                  <c:v>15.070788753862939</c:v>
                </c:pt>
                <c:pt idx="379">
                  <c:v>14.987812120874123</c:v>
                </c:pt>
                <c:pt idx="380">
                  <c:v>14.908256743747915</c:v>
                </c:pt>
                <c:pt idx="381">
                  <c:v>14.817064694337548</c:v>
                </c:pt>
                <c:pt idx="382">
                  <c:v>14.743254953695075</c:v>
                </c:pt>
                <c:pt idx="383">
                  <c:v>14.699054677223357</c:v>
                </c:pt>
                <c:pt idx="384">
                  <c:v>14.64382208812205</c:v>
                </c:pt>
                <c:pt idx="385">
                  <c:v>14.579351053250376</c:v>
                </c:pt>
                <c:pt idx="386">
                  <c:v>14.583299374028249</c:v>
                </c:pt>
                <c:pt idx="387">
                  <c:v>14.593638874230725</c:v>
                </c:pt>
                <c:pt idx="388">
                  <c:v>14.604806320786436</c:v>
                </c:pt>
                <c:pt idx="389">
                  <c:v>14.615443131856242</c:v>
                </c:pt>
                <c:pt idx="390">
                  <c:v>14.64884748370425</c:v>
                </c:pt>
                <c:pt idx="391">
                  <c:v>14.846993765154764</c:v>
                </c:pt>
                <c:pt idx="392">
                  <c:v>15.446524141794582</c:v>
                </c:pt>
                <c:pt idx="393">
                  <c:v>16.027144776353555</c:v>
                </c:pt>
                <c:pt idx="394">
                  <c:v>16.589057122049883</c:v>
                </c:pt>
                <c:pt idx="395">
                  <c:v>16.875621302113672</c:v>
                </c:pt>
                <c:pt idx="396">
                  <c:v>16.832314094334603</c:v>
                </c:pt>
                <c:pt idx="397">
                  <c:v>16.600267334303865</c:v>
                </c:pt>
                <c:pt idx="398">
                  <c:v>16.270813297478583</c:v>
                </c:pt>
                <c:pt idx="399">
                  <c:v>16.007503310740617</c:v>
                </c:pt>
                <c:pt idx="400">
                  <c:v>15.75882016660729</c:v>
                </c:pt>
                <c:pt idx="401">
                  <c:v>15.567702046267657</c:v>
                </c:pt>
                <c:pt idx="402">
                  <c:v>15.419547912604846</c:v>
                </c:pt>
                <c:pt idx="403">
                  <c:v>15.270489207331494</c:v>
                </c:pt>
                <c:pt idx="404">
                  <c:v>15.151747770995204</c:v>
                </c:pt>
                <c:pt idx="405">
                  <c:v>15.023700149483156</c:v>
                </c:pt>
                <c:pt idx="406">
                  <c:v>14.881875542039504</c:v>
                </c:pt>
                <c:pt idx="407">
                  <c:v>14.743145564394723</c:v>
                </c:pt>
                <c:pt idx="408">
                  <c:v>14.590006761971011</c:v>
                </c:pt>
                <c:pt idx="409">
                  <c:v>14.469769155102158</c:v>
                </c:pt>
                <c:pt idx="410">
                  <c:v>14.367666953238771</c:v>
                </c:pt>
                <c:pt idx="411">
                  <c:v>14.303129497638363</c:v>
                </c:pt>
                <c:pt idx="412">
                  <c:v>14.249365503512031</c:v>
                </c:pt>
                <c:pt idx="413">
                  <c:v>14.214426759795805</c:v>
                </c:pt>
                <c:pt idx="414">
                  <c:v>14.191519515369693</c:v>
                </c:pt>
                <c:pt idx="415">
                  <c:v>14.159928044683905</c:v>
                </c:pt>
                <c:pt idx="416">
                  <c:v>14.136332884685723</c:v>
                </c:pt>
                <c:pt idx="417">
                  <c:v>14.108130532190916</c:v>
                </c:pt>
                <c:pt idx="418">
                  <c:v>14.062620434485293</c:v>
                </c:pt>
                <c:pt idx="419">
                  <c:v>14.056792536669507</c:v>
                </c:pt>
                <c:pt idx="420">
                  <c:v>14.085121665977134</c:v>
                </c:pt>
                <c:pt idx="421">
                  <c:v>14.110467054780932</c:v>
                </c:pt>
                <c:pt idx="422">
                  <c:v>14.113691465185891</c:v>
                </c:pt>
                <c:pt idx="423">
                  <c:v>14.095804988294107</c:v>
                </c:pt>
                <c:pt idx="424">
                  <c:v>14.08510546146978</c:v>
                </c:pt>
                <c:pt idx="425">
                  <c:v>14.074897760463035</c:v>
                </c:pt>
                <c:pt idx="426">
                  <c:v>14.054253250743363</c:v>
                </c:pt>
                <c:pt idx="427">
                  <c:v>14.059825964656097</c:v>
                </c:pt>
                <c:pt idx="428">
                  <c:v>14.073664263346341</c:v>
                </c:pt>
                <c:pt idx="429">
                  <c:v>14.08538112321672</c:v>
                </c:pt>
                <c:pt idx="430">
                  <c:v>14.059412473303645</c:v>
                </c:pt>
                <c:pt idx="431">
                  <c:v>14.003844305322634</c:v>
                </c:pt>
                <c:pt idx="432">
                  <c:v>13.954647900678937</c:v>
                </c:pt>
                <c:pt idx="433">
                  <c:v>13.981306708548379</c:v>
                </c:pt>
                <c:pt idx="434">
                  <c:v>14.037971139584744</c:v>
                </c:pt>
                <c:pt idx="435">
                  <c:v>14.240504968281668</c:v>
                </c:pt>
                <c:pt idx="436">
                  <c:v>14.355448509977544</c:v>
                </c:pt>
                <c:pt idx="437">
                  <c:v>14.242803050813217</c:v>
                </c:pt>
                <c:pt idx="438">
                  <c:v>14.207888485794232</c:v>
                </c:pt>
                <c:pt idx="439">
                  <c:v>14.252329023250521</c:v>
                </c:pt>
                <c:pt idx="440">
                  <c:v>14.294832806356329</c:v>
                </c:pt>
                <c:pt idx="441">
                  <c:v>14.261039755544939</c:v>
                </c:pt>
                <c:pt idx="442">
                  <c:v>14.297349798722268</c:v>
                </c:pt>
                <c:pt idx="443">
                  <c:v>14.317879332200231</c:v>
                </c:pt>
                <c:pt idx="444">
                  <c:v>14.319642301451067</c:v>
                </c:pt>
                <c:pt idx="445">
                  <c:v>14.292304582415579</c:v>
                </c:pt>
                <c:pt idx="446">
                  <c:v>14.318852383703826</c:v>
                </c:pt>
                <c:pt idx="447">
                  <c:v>14.347652099259186</c:v>
                </c:pt>
                <c:pt idx="448">
                  <c:v>14.426109698357584</c:v>
                </c:pt>
                <c:pt idx="449">
                  <c:v>14.431267996259258</c:v>
                </c:pt>
                <c:pt idx="450">
                  <c:v>14.445695607108691</c:v>
                </c:pt>
                <c:pt idx="451">
                  <c:v>14.385759764988286</c:v>
                </c:pt>
                <c:pt idx="452">
                  <c:v>14.429080727579235</c:v>
                </c:pt>
                <c:pt idx="453">
                  <c:v>14.459219031806906</c:v>
                </c:pt>
                <c:pt idx="454">
                  <c:v>14.434782462274029</c:v>
                </c:pt>
                <c:pt idx="455">
                  <c:v>14.439877473839941</c:v>
                </c:pt>
                <c:pt idx="456">
                  <c:v>14.435477344009124</c:v>
                </c:pt>
                <c:pt idx="457">
                  <c:v>14.465884069941719</c:v>
                </c:pt>
                <c:pt idx="458">
                  <c:v>14.459463686901042</c:v>
                </c:pt>
                <c:pt idx="459">
                  <c:v>14.464835569846132</c:v>
                </c:pt>
                <c:pt idx="460">
                  <c:v>14.465535827724512</c:v>
                </c:pt>
                <c:pt idx="461">
                  <c:v>14.449612644818846</c:v>
                </c:pt>
                <c:pt idx="462">
                  <c:v>14.470516104277786</c:v>
                </c:pt>
                <c:pt idx="463">
                  <c:v>14.468321116267498</c:v>
                </c:pt>
                <c:pt idx="464">
                  <c:v>14.492302275745796</c:v>
                </c:pt>
                <c:pt idx="465">
                  <c:v>14.516217998431017</c:v>
                </c:pt>
                <c:pt idx="466">
                  <c:v>14.53206180714573</c:v>
                </c:pt>
                <c:pt idx="467">
                  <c:v>14.517748251683274</c:v>
                </c:pt>
                <c:pt idx="468">
                  <c:v>14.520848764808763</c:v>
                </c:pt>
                <c:pt idx="469">
                  <c:v>14.538028443693147</c:v>
                </c:pt>
                <c:pt idx="470">
                  <c:v>14.526008229232096</c:v>
                </c:pt>
                <c:pt idx="471">
                  <c:v>14.503610607686575</c:v>
                </c:pt>
                <c:pt idx="472">
                  <c:v>14.545045335190464</c:v>
                </c:pt>
                <c:pt idx="473">
                  <c:v>14.595005875313117</c:v>
                </c:pt>
                <c:pt idx="474">
                  <c:v>14.599076812732557</c:v>
                </c:pt>
                <c:pt idx="475">
                  <c:v>14.602677652068218</c:v>
                </c:pt>
                <c:pt idx="476">
                  <c:v>14.619685132068813</c:v>
                </c:pt>
                <c:pt idx="477">
                  <c:v>14.602218265696346</c:v>
                </c:pt>
                <c:pt idx="478">
                  <c:v>14.602058868119776</c:v>
                </c:pt>
                <c:pt idx="479">
                  <c:v>14.606976558250281</c:v>
                </c:pt>
                <c:pt idx="480">
                  <c:v>14.626418051620348</c:v>
                </c:pt>
                <c:pt idx="481">
                  <c:v>14.639003055292658</c:v>
                </c:pt>
                <c:pt idx="482">
                  <c:v>14.645040565638439</c:v>
                </c:pt>
                <c:pt idx="483">
                  <c:v>14.639844918756435</c:v>
                </c:pt>
                <c:pt idx="484">
                  <c:v>14.657175920858789</c:v>
                </c:pt>
                <c:pt idx="485">
                  <c:v>14.661937743408689</c:v>
                </c:pt>
                <c:pt idx="486">
                  <c:v>14.678780956872762</c:v>
                </c:pt>
                <c:pt idx="487">
                  <c:v>14.67474702354899</c:v>
                </c:pt>
                <c:pt idx="488">
                  <c:v>14.668799304939737</c:v>
                </c:pt>
                <c:pt idx="489">
                  <c:v>14.67655632906874</c:v>
                </c:pt>
                <c:pt idx="490">
                  <c:v>14.698414571287772</c:v>
                </c:pt>
                <c:pt idx="491">
                  <c:v>14.698678935526065</c:v>
                </c:pt>
                <c:pt idx="492">
                  <c:v>14.70836644141573</c:v>
                </c:pt>
                <c:pt idx="493">
                  <c:v>14.728290712452797</c:v>
                </c:pt>
                <c:pt idx="494">
                  <c:v>14.724191007594948</c:v>
                </c:pt>
                <c:pt idx="495">
                  <c:v>14.741646594210184</c:v>
                </c:pt>
                <c:pt idx="496">
                  <c:v>14.760750790379285</c:v>
                </c:pt>
                <c:pt idx="497">
                  <c:v>14.766805646394909</c:v>
                </c:pt>
                <c:pt idx="498">
                  <c:v>14.749193116970412</c:v>
                </c:pt>
                <c:pt idx="499">
                  <c:v>14.765072256075809</c:v>
                </c:pt>
                <c:pt idx="500">
                  <c:v>14.783787422344398</c:v>
                </c:pt>
                <c:pt idx="501">
                  <c:v>14.782129926938618</c:v>
                </c:pt>
                <c:pt idx="502">
                  <c:v>14.793422810075201</c:v>
                </c:pt>
                <c:pt idx="503">
                  <c:v>14.822462991390401</c:v>
                </c:pt>
                <c:pt idx="504">
                  <c:v>14.839981468738404</c:v>
                </c:pt>
                <c:pt idx="505">
                  <c:v>14.844074174466318</c:v>
                </c:pt>
                <c:pt idx="506">
                  <c:v>14.839916285536992</c:v>
                </c:pt>
                <c:pt idx="507">
                  <c:v>14.860163977239154</c:v>
                </c:pt>
                <c:pt idx="508">
                  <c:v>14.863906300436213</c:v>
                </c:pt>
                <c:pt idx="509">
                  <c:v>14.896345178099557</c:v>
                </c:pt>
                <c:pt idx="510">
                  <c:v>14.92615518255851</c:v>
                </c:pt>
                <c:pt idx="511">
                  <c:v>14.961388072318096</c:v>
                </c:pt>
                <c:pt idx="512">
                  <c:v>14.990811339345186</c:v>
                </c:pt>
                <c:pt idx="513">
                  <c:v>15.032214296885362</c:v>
                </c:pt>
                <c:pt idx="514">
                  <c:v>15.080098022713333</c:v>
                </c:pt>
                <c:pt idx="515">
                  <c:v>15.110303427295401</c:v>
                </c:pt>
                <c:pt idx="516">
                  <c:v>15.152285628771708</c:v>
                </c:pt>
                <c:pt idx="517">
                  <c:v>15.206760323681154</c:v>
                </c:pt>
                <c:pt idx="518">
                  <c:v>15.228491952653989</c:v>
                </c:pt>
                <c:pt idx="519">
                  <c:v>15.251695508796272</c:v>
                </c:pt>
                <c:pt idx="520">
                  <c:v>15.302503673985315</c:v>
                </c:pt>
                <c:pt idx="521">
                  <c:v>15.32111429962618</c:v>
                </c:pt>
                <c:pt idx="522">
                  <c:v>15.347176381584124</c:v>
                </c:pt>
                <c:pt idx="523">
                  <c:v>15.37452845390782</c:v>
                </c:pt>
                <c:pt idx="524">
                  <c:v>15.382216622828105</c:v>
                </c:pt>
                <c:pt idx="525">
                  <c:v>15.392317117958731</c:v>
                </c:pt>
                <c:pt idx="526">
                  <c:v>15.430750009925578</c:v>
                </c:pt>
                <c:pt idx="527">
                  <c:v>15.429745624635933</c:v>
                </c:pt>
                <c:pt idx="528">
                  <c:v>15.428294065948968</c:v>
                </c:pt>
                <c:pt idx="529">
                  <c:v>15.445822849262214</c:v>
                </c:pt>
                <c:pt idx="530">
                  <c:v>15.395653167022106</c:v>
                </c:pt>
                <c:pt idx="531">
                  <c:v>15.359749862051208</c:v>
                </c:pt>
                <c:pt idx="532">
                  <c:v>15.346275380544217</c:v>
                </c:pt>
                <c:pt idx="533">
                  <c:v>15.361885022716033</c:v>
                </c:pt>
                <c:pt idx="534">
                  <c:v>15.365216649140779</c:v>
                </c:pt>
                <c:pt idx="535">
                  <c:v>15.359454275607195</c:v>
                </c:pt>
                <c:pt idx="536">
                  <c:v>15.364616225228836</c:v>
                </c:pt>
                <c:pt idx="537">
                  <c:v>15.383425382711918</c:v>
                </c:pt>
                <c:pt idx="538">
                  <c:v>15.415344377175931</c:v>
                </c:pt>
                <c:pt idx="539">
                  <c:v>15.455232885296372</c:v>
                </c:pt>
                <c:pt idx="540">
                  <c:v>15.473643112660369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8022-4DA3-A5C1-DAA90C22AF82}"/>
            </c:ext>
          </c:extLst>
        </c:ser>
        <c:ser>
          <c:idx val="7"/>
          <c:order val="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plot!$I$2:$I$542</c:f>
              <c:numCache>
                <c:formatCode>General</c:formatCode>
                <c:ptCount val="541"/>
                <c:pt idx="0">
                  <c:v>16.280470468527621</c:v>
                </c:pt>
                <c:pt idx="1">
                  <c:v>16.067942004840212</c:v>
                </c:pt>
                <c:pt idx="2">
                  <c:v>15.684536422378839</c:v>
                </c:pt>
                <c:pt idx="3">
                  <c:v>15.945587064565677</c:v>
                </c:pt>
                <c:pt idx="4">
                  <c:v>15.904242132736901</c:v>
                </c:pt>
                <c:pt idx="5">
                  <c:v>16.08403218791884</c:v>
                </c:pt>
                <c:pt idx="6">
                  <c:v>16.275006664793846</c:v>
                </c:pt>
                <c:pt idx="7">
                  <c:v>16.393312699551345</c:v>
                </c:pt>
                <c:pt idx="8">
                  <c:v>16.421106582144155</c:v>
                </c:pt>
                <c:pt idx="9">
                  <c:v>16.292923129205491</c:v>
                </c:pt>
                <c:pt idx="10">
                  <c:v>16.304723376070839</c:v>
                </c:pt>
                <c:pt idx="11">
                  <c:v>16.372983808074732</c:v>
                </c:pt>
                <c:pt idx="12">
                  <c:v>16.380963279243662</c:v>
                </c:pt>
                <c:pt idx="13">
                  <c:v>16.414149394892593</c:v>
                </c:pt>
                <c:pt idx="14">
                  <c:v>16.478512161094407</c:v>
                </c:pt>
                <c:pt idx="15">
                  <c:v>16.544365152073944</c:v>
                </c:pt>
                <c:pt idx="16">
                  <c:v>16.560932834475505</c:v>
                </c:pt>
                <c:pt idx="17">
                  <c:v>16.56754948549294</c:v>
                </c:pt>
                <c:pt idx="18">
                  <c:v>16.593056136427997</c:v>
                </c:pt>
                <c:pt idx="19">
                  <c:v>16.606444214616271</c:v>
                </c:pt>
                <c:pt idx="20">
                  <c:v>16.608060206623886</c:v>
                </c:pt>
                <c:pt idx="21">
                  <c:v>16.621395466120479</c:v>
                </c:pt>
                <c:pt idx="22">
                  <c:v>16.692910911190459</c:v>
                </c:pt>
                <c:pt idx="23">
                  <c:v>16.737928084608217</c:v>
                </c:pt>
                <c:pt idx="24">
                  <c:v>16.746218002743802</c:v>
                </c:pt>
                <c:pt idx="25">
                  <c:v>16.710959846450713</c:v>
                </c:pt>
                <c:pt idx="26">
                  <c:v>16.743892055947235</c:v>
                </c:pt>
                <c:pt idx="27">
                  <c:v>16.749674377576703</c:v>
                </c:pt>
                <c:pt idx="28">
                  <c:v>16.727480196282293</c:v>
                </c:pt>
                <c:pt idx="29">
                  <c:v>16.716768771550331</c:v>
                </c:pt>
                <c:pt idx="30">
                  <c:v>16.716634505051889</c:v>
                </c:pt>
                <c:pt idx="31">
                  <c:v>16.743615082763124</c:v>
                </c:pt>
                <c:pt idx="32">
                  <c:v>16.769681824522703</c:v>
                </c:pt>
                <c:pt idx="33">
                  <c:v>16.770193333629528</c:v>
                </c:pt>
                <c:pt idx="34">
                  <c:v>16.765487625402614</c:v>
                </c:pt>
                <c:pt idx="35">
                  <c:v>16.80871399365487</c:v>
                </c:pt>
                <c:pt idx="36">
                  <c:v>16.852209029947002</c:v>
                </c:pt>
                <c:pt idx="37">
                  <c:v>16.884485487536949</c:v>
                </c:pt>
                <c:pt idx="38">
                  <c:v>16.908368128286522</c:v>
                </c:pt>
                <c:pt idx="39">
                  <c:v>16.923184336795067</c:v>
                </c:pt>
                <c:pt idx="40">
                  <c:v>16.950179667953581</c:v>
                </c:pt>
                <c:pt idx="41">
                  <c:v>16.993340287147319</c:v>
                </c:pt>
                <c:pt idx="42">
                  <c:v>17.041090578873956</c:v>
                </c:pt>
                <c:pt idx="43">
                  <c:v>17.099809163990678</c:v>
                </c:pt>
                <c:pt idx="44">
                  <c:v>17.117737202009064</c:v>
                </c:pt>
                <c:pt idx="45">
                  <c:v>17.139202623777368</c:v>
                </c:pt>
                <c:pt idx="46">
                  <c:v>17.177024385659028</c:v>
                </c:pt>
                <c:pt idx="47">
                  <c:v>17.192518341202064</c:v>
                </c:pt>
                <c:pt idx="48">
                  <c:v>17.216141648758843</c:v>
                </c:pt>
                <c:pt idx="49">
                  <c:v>17.264799800784573</c:v>
                </c:pt>
                <c:pt idx="50">
                  <c:v>17.285154561435043</c:v>
                </c:pt>
                <c:pt idx="51">
                  <c:v>17.262075105782554</c:v>
                </c:pt>
                <c:pt idx="52">
                  <c:v>17.263386609595695</c:v>
                </c:pt>
                <c:pt idx="53">
                  <c:v>17.290397740784702</c:v>
                </c:pt>
                <c:pt idx="54">
                  <c:v>17.303880062103573</c:v>
                </c:pt>
                <c:pt idx="55">
                  <c:v>17.339739986865716</c:v>
                </c:pt>
                <c:pt idx="56">
                  <c:v>17.350354467607168</c:v>
                </c:pt>
                <c:pt idx="57">
                  <c:v>17.348622946316762</c:v>
                </c:pt>
                <c:pt idx="58">
                  <c:v>17.352891385323716</c:v>
                </c:pt>
                <c:pt idx="59">
                  <c:v>17.338649075785995</c:v>
                </c:pt>
                <c:pt idx="60">
                  <c:v>17.371638560393052</c:v>
                </c:pt>
                <c:pt idx="61">
                  <c:v>17.371274720801981</c:v>
                </c:pt>
                <c:pt idx="62">
                  <c:v>17.378440777366901</c:v>
                </c:pt>
                <c:pt idx="63">
                  <c:v>17.399177473369857</c:v>
                </c:pt>
                <c:pt idx="64">
                  <c:v>17.392768265274139</c:v>
                </c:pt>
                <c:pt idx="65">
                  <c:v>17.366308345832685</c:v>
                </c:pt>
                <c:pt idx="66">
                  <c:v>17.357121877248886</c:v>
                </c:pt>
                <c:pt idx="67">
                  <c:v>17.332649790703609</c:v>
                </c:pt>
                <c:pt idx="68">
                  <c:v>17.325303553021726</c:v>
                </c:pt>
                <c:pt idx="69">
                  <c:v>17.318503901864794</c:v>
                </c:pt>
                <c:pt idx="70">
                  <c:v>17.289745753201633</c:v>
                </c:pt>
                <c:pt idx="71">
                  <c:v>17.28474035080659</c:v>
                </c:pt>
                <c:pt idx="72">
                  <c:v>17.259322997052415</c:v>
                </c:pt>
                <c:pt idx="73">
                  <c:v>17.238442514019823</c:v>
                </c:pt>
                <c:pt idx="74">
                  <c:v>17.234846690413526</c:v>
                </c:pt>
                <c:pt idx="75">
                  <c:v>17.232336004798885</c:v>
                </c:pt>
                <c:pt idx="76">
                  <c:v>17.207177764792643</c:v>
                </c:pt>
                <c:pt idx="77">
                  <c:v>17.20079391101936</c:v>
                </c:pt>
                <c:pt idx="78">
                  <c:v>17.201265717485459</c:v>
                </c:pt>
                <c:pt idx="79">
                  <c:v>17.17619397251794</c:v>
                </c:pt>
                <c:pt idx="80">
                  <c:v>17.182122731395832</c:v>
                </c:pt>
                <c:pt idx="81">
                  <c:v>17.202190829527257</c:v>
                </c:pt>
                <c:pt idx="82">
                  <c:v>17.208830319691334</c:v>
                </c:pt>
                <c:pt idx="83">
                  <c:v>17.204308607546011</c:v>
                </c:pt>
                <c:pt idx="84">
                  <c:v>17.237926582254889</c:v>
                </c:pt>
                <c:pt idx="85">
                  <c:v>17.258140155453393</c:v>
                </c:pt>
                <c:pt idx="86">
                  <c:v>17.228482991807347</c:v>
                </c:pt>
                <c:pt idx="87">
                  <c:v>17.177803347418767</c:v>
                </c:pt>
                <c:pt idx="88">
                  <c:v>17.188803375912837</c:v>
                </c:pt>
                <c:pt idx="89">
                  <c:v>17.174043007683</c:v>
                </c:pt>
                <c:pt idx="90">
                  <c:v>17.12931940085744</c:v>
                </c:pt>
                <c:pt idx="91">
                  <c:v>17.120115342923455</c:v>
                </c:pt>
                <c:pt idx="92">
                  <c:v>17.081522620579552</c:v>
                </c:pt>
                <c:pt idx="93">
                  <c:v>17.057320012332124</c:v>
                </c:pt>
                <c:pt idx="94">
                  <c:v>17.052630441743194</c:v>
                </c:pt>
                <c:pt idx="95">
                  <c:v>17.020773731544516</c:v>
                </c:pt>
                <c:pt idx="96">
                  <c:v>17.007007516088009</c:v>
                </c:pt>
                <c:pt idx="97">
                  <c:v>17.00505033795185</c:v>
                </c:pt>
                <c:pt idx="98">
                  <c:v>16.983839809837853</c:v>
                </c:pt>
                <c:pt idx="99">
                  <c:v>16.970731456334725</c:v>
                </c:pt>
                <c:pt idx="100">
                  <c:v>16.974320325226746</c:v>
                </c:pt>
                <c:pt idx="101">
                  <c:v>16.929233418982101</c:v>
                </c:pt>
                <c:pt idx="102">
                  <c:v>16.86421582085412</c:v>
                </c:pt>
                <c:pt idx="103">
                  <c:v>16.816757424562621</c:v>
                </c:pt>
                <c:pt idx="104">
                  <c:v>16.785728713611483</c:v>
                </c:pt>
                <c:pt idx="105">
                  <c:v>16.732096573567574</c:v>
                </c:pt>
                <c:pt idx="106">
                  <c:v>16.718019691699542</c:v>
                </c:pt>
                <c:pt idx="107">
                  <c:v>16.675757159068091</c:v>
                </c:pt>
                <c:pt idx="108">
                  <c:v>16.616095889439759</c:v>
                </c:pt>
                <c:pt idx="109">
                  <c:v>16.567382437307302</c:v>
                </c:pt>
                <c:pt idx="110">
                  <c:v>16.513910525777749</c:v>
                </c:pt>
                <c:pt idx="111">
                  <c:v>16.486111832278223</c:v>
                </c:pt>
                <c:pt idx="112">
                  <c:v>16.477570016754783</c:v>
                </c:pt>
                <c:pt idx="113">
                  <c:v>16.451051775619582</c:v>
                </c:pt>
                <c:pt idx="114">
                  <c:v>16.410772256537399</c:v>
                </c:pt>
                <c:pt idx="115">
                  <c:v>16.374277832260123</c:v>
                </c:pt>
                <c:pt idx="116">
                  <c:v>16.334133575618473</c:v>
                </c:pt>
                <c:pt idx="117">
                  <c:v>16.314120760713401</c:v>
                </c:pt>
                <c:pt idx="118">
                  <c:v>16.31129641242077</c:v>
                </c:pt>
                <c:pt idx="119">
                  <c:v>16.292377348718421</c:v>
                </c:pt>
                <c:pt idx="120">
                  <c:v>16.283686171421689</c:v>
                </c:pt>
                <c:pt idx="121">
                  <c:v>16.272541452797949</c:v>
                </c:pt>
                <c:pt idx="122">
                  <c:v>16.285753595283435</c:v>
                </c:pt>
                <c:pt idx="123">
                  <c:v>16.285073417475022</c:v>
                </c:pt>
                <c:pt idx="124">
                  <c:v>16.247114013020035</c:v>
                </c:pt>
                <c:pt idx="125">
                  <c:v>16.22595586048789</c:v>
                </c:pt>
                <c:pt idx="126">
                  <c:v>16.232309831778291</c:v>
                </c:pt>
                <c:pt idx="127">
                  <c:v>16.22097832759108</c:v>
                </c:pt>
                <c:pt idx="128">
                  <c:v>16.203794747847041</c:v>
                </c:pt>
                <c:pt idx="129">
                  <c:v>16.174510543414364</c:v>
                </c:pt>
                <c:pt idx="130">
                  <c:v>16.188509805100548</c:v>
                </c:pt>
                <c:pt idx="131">
                  <c:v>16.19544437687043</c:v>
                </c:pt>
                <c:pt idx="132">
                  <c:v>16.209947842681391</c:v>
                </c:pt>
                <c:pt idx="133">
                  <c:v>16.168615760510161</c:v>
                </c:pt>
                <c:pt idx="134">
                  <c:v>16.189553548193942</c:v>
                </c:pt>
                <c:pt idx="135">
                  <c:v>16.244282980099118</c:v>
                </c:pt>
                <c:pt idx="136">
                  <c:v>16.243994435418319</c:v>
                </c:pt>
                <c:pt idx="137">
                  <c:v>16.281003103423082</c:v>
                </c:pt>
                <c:pt idx="138">
                  <c:v>16.275400996671326</c:v>
                </c:pt>
                <c:pt idx="139">
                  <c:v>16.305352224880618</c:v>
                </c:pt>
                <c:pt idx="140">
                  <c:v>16.332177764792643</c:v>
                </c:pt>
                <c:pt idx="141">
                  <c:v>16.356342670723716</c:v>
                </c:pt>
                <c:pt idx="142">
                  <c:v>16.368432572154486</c:v>
                </c:pt>
                <c:pt idx="143">
                  <c:v>16.394502217338466</c:v>
                </c:pt>
                <c:pt idx="144">
                  <c:v>16.441589768683503</c:v>
                </c:pt>
                <c:pt idx="145">
                  <c:v>16.490534836433898</c:v>
                </c:pt>
                <c:pt idx="146">
                  <c:v>16.557220502524697</c:v>
                </c:pt>
                <c:pt idx="147">
                  <c:v>16.613035241225276</c:v>
                </c:pt>
                <c:pt idx="148">
                  <c:v>16.6380314465171</c:v>
                </c:pt>
                <c:pt idx="149">
                  <c:v>16.650945287465348</c:v>
                </c:pt>
                <c:pt idx="150">
                  <c:v>16.658270323396916</c:v>
                </c:pt>
                <c:pt idx="151">
                  <c:v>16.698942387146932</c:v>
                </c:pt>
                <c:pt idx="152">
                  <c:v>16.738938999593383</c:v>
                </c:pt>
                <c:pt idx="153">
                  <c:v>16.769528094952513</c:v>
                </c:pt>
                <c:pt idx="154">
                  <c:v>16.779645583709168</c:v>
                </c:pt>
                <c:pt idx="155">
                  <c:v>16.796646467160446</c:v>
                </c:pt>
                <c:pt idx="156">
                  <c:v>16.829761288547854</c:v>
                </c:pt>
                <c:pt idx="157">
                  <c:v>16.858878803502851</c:v>
                </c:pt>
                <c:pt idx="158">
                  <c:v>16.89770883015089</c:v>
                </c:pt>
                <c:pt idx="159">
                  <c:v>16.918395171996835</c:v>
                </c:pt>
                <c:pt idx="160">
                  <c:v>16.918365395016291</c:v>
                </c:pt>
                <c:pt idx="161">
                  <c:v>16.945830642038963</c:v>
                </c:pt>
                <c:pt idx="162">
                  <c:v>16.958809151701765</c:v>
                </c:pt>
                <c:pt idx="163">
                  <c:v>16.981709911710237</c:v>
                </c:pt>
                <c:pt idx="164">
                  <c:v>16.957650246473722</c:v>
                </c:pt>
                <c:pt idx="165">
                  <c:v>16.951352431969049</c:v>
                </c:pt>
                <c:pt idx="166">
                  <c:v>16.946981816055501</c:v>
                </c:pt>
                <c:pt idx="167">
                  <c:v>16.935620817634021</c:v>
                </c:pt>
                <c:pt idx="168">
                  <c:v>16.937744334980096</c:v>
                </c:pt>
                <c:pt idx="169">
                  <c:v>16.947717766621125</c:v>
                </c:pt>
                <c:pt idx="170">
                  <c:v>16.968534880727997</c:v>
                </c:pt>
                <c:pt idx="171">
                  <c:v>17.013776006073694</c:v>
                </c:pt>
                <c:pt idx="172">
                  <c:v>17.049843728245417</c:v>
                </c:pt>
                <c:pt idx="173">
                  <c:v>17.036852220694286</c:v>
                </c:pt>
                <c:pt idx="174">
                  <c:v>17.042028351196596</c:v>
                </c:pt>
                <c:pt idx="175">
                  <c:v>17.03451310720564</c:v>
                </c:pt>
                <c:pt idx="176">
                  <c:v>17.024810099163425</c:v>
                </c:pt>
                <c:pt idx="177">
                  <c:v>17.02522312816566</c:v>
                </c:pt>
                <c:pt idx="178">
                  <c:v>17.036487165716252</c:v>
                </c:pt>
                <c:pt idx="179">
                  <c:v>17.014656351362429</c:v>
                </c:pt>
                <c:pt idx="180">
                  <c:v>16.995627375321892</c:v>
                </c:pt>
                <c:pt idx="181">
                  <c:v>16.976849477971044</c:v>
                </c:pt>
                <c:pt idx="182">
                  <c:v>16.977326888721464</c:v>
                </c:pt>
                <c:pt idx="183">
                  <c:v>16.971719430891007</c:v>
                </c:pt>
                <c:pt idx="184">
                  <c:v>16.977499372387676</c:v>
                </c:pt>
                <c:pt idx="185">
                  <c:v>16.990086392406045</c:v>
                </c:pt>
                <c:pt idx="186">
                  <c:v>16.973400581144027</c:v>
                </c:pt>
                <c:pt idx="187">
                  <c:v>16.961129224128026</c:v>
                </c:pt>
                <c:pt idx="188">
                  <c:v>16.944269342444592</c:v>
                </c:pt>
                <c:pt idx="189">
                  <c:v>16.939350907738756</c:v>
                </c:pt>
                <c:pt idx="190">
                  <c:v>16.952981404984623</c:v>
                </c:pt>
                <c:pt idx="191">
                  <c:v>16.95026508264834</c:v>
                </c:pt>
                <c:pt idx="192">
                  <c:v>16.930980639020753</c:v>
                </c:pt>
                <c:pt idx="193">
                  <c:v>16.935448840379046</c:v>
                </c:pt>
                <c:pt idx="194">
                  <c:v>16.953814248899636</c:v>
                </c:pt>
                <c:pt idx="195">
                  <c:v>16.960159142768671</c:v>
                </c:pt>
                <c:pt idx="196">
                  <c:v>16.973474685987895</c:v>
                </c:pt>
                <c:pt idx="197">
                  <c:v>16.998629853765991</c:v>
                </c:pt>
                <c:pt idx="198">
                  <c:v>17.037099720744589</c:v>
                </c:pt>
                <c:pt idx="199">
                  <c:v>17.073334592384192</c:v>
                </c:pt>
                <c:pt idx="200">
                  <c:v>17.095953956550456</c:v>
                </c:pt>
                <c:pt idx="201">
                  <c:v>17.111750070796287</c:v>
                </c:pt>
                <c:pt idx="202">
                  <c:v>17.171478811281329</c:v>
                </c:pt>
                <c:pt idx="203">
                  <c:v>17.269223235389799</c:v>
                </c:pt>
                <c:pt idx="204">
                  <c:v>17.344785328226724</c:v>
                </c:pt>
                <c:pt idx="205">
                  <c:v>17.420205187028468</c:v>
                </c:pt>
                <c:pt idx="206">
                  <c:v>17.454487471993772</c:v>
                </c:pt>
                <c:pt idx="207">
                  <c:v>17.476590701830602</c:v>
                </c:pt>
                <c:pt idx="208">
                  <c:v>17.46117854858219</c:v>
                </c:pt>
                <c:pt idx="209">
                  <c:v>17.403309316386697</c:v>
                </c:pt>
                <c:pt idx="210">
                  <c:v>17.333171934446348</c:v>
                </c:pt>
                <c:pt idx="211">
                  <c:v>17.288757204712621</c:v>
                </c:pt>
                <c:pt idx="212">
                  <c:v>17.236205965686384</c:v>
                </c:pt>
                <c:pt idx="213">
                  <c:v>17.159368357994659</c:v>
                </c:pt>
                <c:pt idx="214">
                  <c:v>17.176553625776144</c:v>
                </c:pt>
                <c:pt idx="215">
                  <c:v>17.212785999120328</c:v>
                </c:pt>
                <c:pt idx="216">
                  <c:v>17.225632402972622</c:v>
                </c:pt>
                <c:pt idx="217">
                  <c:v>17.251680103669806</c:v>
                </c:pt>
                <c:pt idx="218">
                  <c:v>17.283847851648247</c:v>
                </c:pt>
                <c:pt idx="219">
                  <c:v>17.3157800508815</c:v>
                </c:pt>
                <c:pt idx="220">
                  <c:v>17.395873612720184</c:v>
                </c:pt>
                <c:pt idx="221">
                  <c:v>17.438178700775648</c:v>
                </c:pt>
                <c:pt idx="222">
                  <c:v>17.473660977800417</c:v>
                </c:pt>
                <c:pt idx="223">
                  <c:v>17.476869363052156</c:v>
                </c:pt>
                <c:pt idx="224">
                  <c:v>17.444549590421346</c:v>
                </c:pt>
                <c:pt idx="225">
                  <c:v>17.426060583798971</c:v>
                </c:pt>
                <c:pt idx="226">
                  <c:v>17.396170065856417</c:v>
                </c:pt>
                <c:pt idx="227">
                  <c:v>17.396169019273202</c:v>
                </c:pt>
                <c:pt idx="228">
                  <c:v>17.431690458766713</c:v>
                </c:pt>
                <c:pt idx="229">
                  <c:v>17.422327522748329</c:v>
                </c:pt>
                <c:pt idx="230">
                  <c:v>17.403730718054668</c:v>
                </c:pt>
                <c:pt idx="231">
                  <c:v>17.405377533626041</c:v>
                </c:pt>
                <c:pt idx="232">
                  <c:v>17.435794111558209</c:v>
                </c:pt>
                <c:pt idx="233">
                  <c:v>17.463107941621992</c:v>
                </c:pt>
                <c:pt idx="234">
                  <c:v>17.459491523958857</c:v>
                </c:pt>
                <c:pt idx="235">
                  <c:v>17.429168632104933</c:v>
                </c:pt>
                <c:pt idx="236">
                  <c:v>17.420027200360185</c:v>
                </c:pt>
                <c:pt idx="237">
                  <c:v>17.367475049793725</c:v>
                </c:pt>
                <c:pt idx="238">
                  <c:v>17.323739518806693</c:v>
                </c:pt>
                <c:pt idx="239">
                  <c:v>17.257318553867773</c:v>
                </c:pt>
                <c:pt idx="240">
                  <c:v>17.203073335503923</c:v>
                </c:pt>
                <c:pt idx="241">
                  <c:v>17.110345286033894</c:v>
                </c:pt>
                <c:pt idx="242">
                  <c:v>17.068172607635681</c:v>
                </c:pt>
                <c:pt idx="243">
                  <c:v>17.073638607928185</c:v>
                </c:pt>
                <c:pt idx="244">
                  <c:v>17.055571306820521</c:v>
                </c:pt>
                <c:pt idx="245">
                  <c:v>17.047580643963329</c:v>
                </c:pt>
                <c:pt idx="246">
                  <c:v>17.022649343711294</c:v>
                </c:pt>
                <c:pt idx="247">
                  <c:v>17.014515231431957</c:v>
                </c:pt>
                <c:pt idx="248">
                  <c:v>17.032554916247012</c:v>
                </c:pt>
                <c:pt idx="249">
                  <c:v>17.036710358027339</c:v>
                </c:pt>
                <c:pt idx="250">
                  <c:v>16.989085284918438</c:v>
                </c:pt>
                <c:pt idx="251">
                  <c:v>17.027467576514347</c:v>
                </c:pt>
                <c:pt idx="252">
                  <c:v>17.066907929981284</c:v>
                </c:pt>
                <c:pt idx="253">
                  <c:v>17.086092914442563</c:v>
                </c:pt>
                <c:pt idx="254">
                  <c:v>17.11525646217871</c:v>
                </c:pt>
                <c:pt idx="255">
                  <c:v>17.091631162737748</c:v>
                </c:pt>
                <c:pt idx="256">
                  <c:v>17.063548431617399</c:v>
                </c:pt>
                <c:pt idx="257">
                  <c:v>17.04129743098256</c:v>
                </c:pt>
                <c:pt idx="258">
                  <c:v>17.020140920066837</c:v>
                </c:pt>
                <c:pt idx="259">
                  <c:v>17</c:v>
                </c:pt>
                <c:pt idx="260">
                  <c:v>16.902762662340248</c:v>
                </c:pt>
                <c:pt idx="261">
                  <c:v>16.847421873913323</c:v>
                </c:pt>
                <c:pt idx="262">
                  <c:v>16.867046862215226</c:v>
                </c:pt>
                <c:pt idx="263">
                  <c:v>16.906362604757916</c:v>
                </c:pt>
                <c:pt idx="264">
                  <c:v>16.874584624625712</c:v>
                </c:pt>
                <c:pt idx="265">
                  <c:v>16.877634857649149</c:v>
                </c:pt>
                <c:pt idx="266">
                  <c:v>16.874359744277182</c:v>
                </c:pt>
                <c:pt idx="267">
                  <c:v>16.818529019861987</c:v>
                </c:pt>
                <c:pt idx="268">
                  <c:v>16.725958227960408</c:v>
                </c:pt>
                <c:pt idx="269">
                  <c:v>16.729810650138845</c:v>
                </c:pt>
                <c:pt idx="270">
                  <c:v>16.723624684995333</c:v>
                </c:pt>
                <c:pt idx="271">
                  <c:v>16.746976556130825</c:v>
                </c:pt>
                <c:pt idx="272">
                  <c:v>16.713210793743567</c:v>
                </c:pt>
                <c:pt idx="273">
                  <c:v>16.708853074436107</c:v>
                </c:pt>
                <c:pt idx="274">
                  <c:v>16.702626613274269</c:v>
                </c:pt>
                <c:pt idx="275">
                  <c:v>16.7119226354883</c:v>
                </c:pt>
                <c:pt idx="276">
                  <c:v>16.672526576123936</c:v>
                </c:pt>
                <c:pt idx="277">
                  <c:v>16.692522274329313</c:v>
                </c:pt>
                <c:pt idx="278">
                  <c:v>16.732697278573038</c:v>
                </c:pt>
                <c:pt idx="279">
                  <c:v>16.79578293472467</c:v>
                </c:pt>
                <c:pt idx="280">
                  <c:v>16.792283633099522</c:v>
                </c:pt>
                <c:pt idx="281">
                  <c:v>16.770433828324432</c:v>
                </c:pt>
                <c:pt idx="282">
                  <c:v>16.849071576028734</c:v>
                </c:pt>
                <c:pt idx="283">
                  <c:v>16.899908866234377</c:v>
                </c:pt>
                <c:pt idx="284">
                  <c:v>16.922303923984838</c:v>
                </c:pt>
                <c:pt idx="285">
                  <c:v>16.840172006289219</c:v>
                </c:pt>
                <c:pt idx="286">
                  <c:v>16.906701866523772</c:v>
                </c:pt>
                <c:pt idx="287">
                  <c:v>17.074297719029271</c:v>
                </c:pt>
                <c:pt idx="288">
                  <c:v>17.197690352893005</c:v>
                </c:pt>
                <c:pt idx="289">
                  <c:v>17.27657419957653</c:v>
                </c:pt>
                <c:pt idx="290">
                  <c:v>17.253558382935751</c:v>
                </c:pt>
                <c:pt idx="291">
                  <c:v>17.270837775685212</c:v>
                </c:pt>
                <c:pt idx="292">
                  <c:v>17.197506525615157</c:v>
                </c:pt>
                <c:pt idx="293">
                  <c:v>17.147496188073838</c:v>
                </c:pt>
                <c:pt idx="294">
                  <c:v>17.333493708144267</c:v>
                </c:pt>
                <c:pt idx="295">
                  <c:v>17.379172203992166</c:v>
                </c:pt>
                <c:pt idx="296">
                  <c:v>17.463271309885997</c:v>
                </c:pt>
                <c:pt idx="297">
                  <c:v>17.604313320546563</c:v>
                </c:pt>
                <c:pt idx="298">
                  <c:v>17.596968602098379</c:v>
                </c:pt>
                <c:pt idx="299">
                  <c:v>17.582696718144604</c:v>
                </c:pt>
                <c:pt idx="300">
                  <c:v>17.682279752639044</c:v>
                </c:pt>
                <c:pt idx="301">
                  <c:v>17.656089007648696</c:v>
                </c:pt>
                <c:pt idx="302">
                  <c:v>17.592466167340689</c:v>
                </c:pt>
                <c:pt idx="303">
                  <c:v>17.650903592940438</c:v>
                </c:pt>
                <c:pt idx="304">
                  <c:v>17.751577369710851</c:v>
                </c:pt>
                <c:pt idx="305">
                  <c:v>17.870972359534687</c:v>
                </c:pt>
                <c:pt idx="306">
                  <c:v>17.952181680364305</c:v>
                </c:pt>
                <c:pt idx="307">
                  <c:v>18.000353677605645</c:v>
                </c:pt>
                <c:pt idx="308">
                  <c:v>18.03601299599773</c:v>
                </c:pt>
                <c:pt idx="309">
                  <c:v>17.993648522784927</c:v>
                </c:pt>
                <c:pt idx="310">
                  <c:v>17.98662446392995</c:v>
                </c:pt>
                <c:pt idx="311">
                  <c:v>17.90152421678776</c:v>
                </c:pt>
                <c:pt idx="312">
                  <c:v>18.022177571005944</c:v>
                </c:pt>
                <c:pt idx="313">
                  <c:v>18.175291412656417</c:v>
                </c:pt>
                <c:pt idx="314">
                  <c:v>18.185070956316427</c:v>
                </c:pt>
                <c:pt idx="315">
                  <c:v>18.256813425542489</c:v>
                </c:pt>
                <c:pt idx="316">
                  <c:v>18.221518385631207</c:v>
                </c:pt>
                <c:pt idx="317">
                  <c:v>18.291404486317372</c:v>
                </c:pt>
                <c:pt idx="318">
                  <c:v>18.415020616338932</c:v>
                </c:pt>
                <c:pt idx="319">
                  <c:v>18.416309669254044</c:v>
                </c:pt>
                <c:pt idx="320">
                  <c:v>18.399589455788881</c:v>
                </c:pt>
                <c:pt idx="321">
                  <c:v>18.573233546462689</c:v>
                </c:pt>
                <c:pt idx="322">
                  <c:v>18.717322869841912</c:v>
                </c:pt>
                <c:pt idx="323">
                  <c:v>18.847867178191528</c:v>
                </c:pt>
                <c:pt idx="324">
                  <c:v>18.949677443052707</c:v>
                </c:pt>
                <c:pt idx="325">
                  <c:v>19.016023864258017</c:v>
                </c:pt>
                <c:pt idx="326">
                  <c:v>19.096172017227705</c:v>
                </c:pt>
                <c:pt idx="327">
                  <c:v>19.215223896560303</c:v>
                </c:pt>
                <c:pt idx="328">
                  <c:v>19.253824721483948</c:v>
                </c:pt>
                <c:pt idx="329">
                  <c:v>19.313340803011563</c:v>
                </c:pt>
                <c:pt idx="330">
                  <c:v>19.395316155234081</c:v>
                </c:pt>
                <c:pt idx="331">
                  <c:v>19.401922120974483</c:v>
                </c:pt>
                <c:pt idx="332">
                  <c:v>19.38016365590558</c:v>
                </c:pt>
                <c:pt idx="333">
                  <c:v>19.398501819501799</c:v>
                </c:pt>
                <c:pt idx="334">
                  <c:v>19.358354279627317</c:v>
                </c:pt>
                <c:pt idx="335">
                  <c:v>19.310215908091894</c:v>
                </c:pt>
                <c:pt idx="336">
                  <c:v>19.255942803349441</c:v>
                </c:pt>
                <c:pt idx="337">
                  <c:v>19.203462934546412</c:v>
                </c:pt>
                <c:pt idx="338">
                  <c:v>19.098178621100278</c:v>
                </c:pt>
                <c:pt idx="339">
                  <c:v>18.973729410838466</c:v>
                </c:pt>
                <c:pt idx="340">
                  <c:v>18.883335613309242</c:v>
                </c:pt>
                <c:pt idx="341">
                  <c:v>18.826301554520434</c:v>
                </c:pt>
                <c:pt idx="342">
                  <c:v>18.756223692780424</c:v>
                </c:pt>
                <c:pt idx="343">
                  <c:v>18.704174476090568</c:v>
                </c:pt>
                <c:pt idx="344">
                  <c:v>18.746117885242892</c:v>
                </c:pt>
                <c:pt idx="345">
                  <c:v>18.766318156706319</c:v>
                </c:pt>
                <c:pt idx="346">
                  <c:v>18.825819923676399</c:v>
                </c:pt>
                <c:pt idx="347">
                  <c:v>18.884514066010905</c:v>
                </c:pt>
                <c:pt idx="348">
                  <c:v>18.861448857394461</c:v>
                </c:pt>
                <c:pt idx="349">
                  <c:v>18.778848458666509</c:v>
                </c:pt>
                <c:pt idx="350">
                  <c:v>18.728849599779824</c:v>
                </c:pt>
                <c:pt idx="351">
                  <c:v>18.75209515831698</c:v>
                </c:pt>
                <c:pt idx="352">
                  <c:v>18.749010371167021</c:v>
                </c:pt>
                <c:pt idx="353">
                  <c:v>18.747740021706811</c:v>
                </c:pt>
                <c:pt idx="354">
                  <c:v>18.696616929881216</c:v>
                </c:pt>
                <c:pt idx="355">
                  <c:v>18.579372938653069</c:v>
                </c:pt>
                <c:pt idx="356">
                  <c:v>18.571029847337943</c:v>
                </c:pt>
                <c:pt idx="357">
                  <c:v>18.606447371246293</c:v>
                </c:pt>
                <c:pt idx="358">
                  <c:v>18.514702468545444</c:v>
                </c:pt>
                <c:pt idx="359">
                  <c:v>18.593455492326921</c:v>
                </c:pt>
                <c:pt idx="360">
                  <c:v>18.649118121973263</c:v>
                </c:pt>
                <c:pt idx="361">
                  <c:v>18.633176904028588</c:v>
                </c:pt>
                <c:pt idx="362">
                  <c:v>18.635215648134128</c:v>
                </c:pt>
                <c:pt idx="363">
                  <c:v>18.570654157724004</c:v>
                </c:pt>
                <c:pt idx="364">
                  <c:v>18.55650097656342</c:v>
                </c:pt>
                <c:pt idx="365">
                  <c:v>18.494409152458005</c:v>
                </c:pt>
                <c:pt idx="366">
                  <c:v>18.387933894833104</c:v>
                </c:pt>
                <c:pt idx="367">
                  <c:v>18.302120688195313</c:v>
                </c:pt>
                <c:pt idx="368">
                  <c:v>18.266455697997408</c:v>
                </c:pt>
                <c:pt idx="369">
                  <c:v>18.165830908073666</c:v>
                </c:pt>
                <c:pt idx="370">
                  <c:v>18.096127925689618</c:v>
                </c:pt>
                <c:pt idx="371">
                  <c:v>18.017761665047725</c:v>
                </c:pt>
                <c:pt idx="372">
                  <c:v>17.927832617988077</c:v>
                </c:pt>
                <c:pt idx="373">
                  <c:v>17.808176151163888</c:v>
                </c:pt>
                <c:pt idx="374">
                  <c:v>17.675677331777276</c:v>
                </c:pt>
                <c:pt idx="375">
                  <c:v>17.62240661743089</c:v>
                </c:pt>
                <c:pt idx="376">
                  <c:v>17.546544357775346</c:v>
                </c:pt>
                <c:pt idx="377">
                  <c:v>17.455008569153286</c:v>
                </c:pt>
                <c:pt idx="378">
                  <c:v>17.363867241121564</c:v>
                </c:pt>
                <c:pt idx="379">
                  <c:v>17.253519456792251</c:v>
                </c:pt>
                <c:pt idx="380">
                  <c:v>17.149156879313018</c:v>
                </c:pt>
                <c:pt idx="381">
                  <c:v>17.034960031999788</c:v>
                </c:pt>
                <c:pt idx="382">
                  <c:v>16.887694092233556</c:v>
                </c:pt>
                <c:pt idx="383">
                  <c:v>16.775574746365621</c:v>
                </c:pt>
                <c:pt idx="384">
                  <c:v>16.713263612435245</c:v>
                </c:pt>
                <c:pt idx="385">
                  <c:v>16.633299759393893</c:v>
                </c:pt>
                <c:pt idx="386">
                  <c:v>16.602676363113869</c:v>
                </c:pt>
                <c:pt idx="387">
                  <c:v>16.587001973248253</c:v>
                </c:pt>
                <c:pt idx="388">
                  <c:v>16.59154222004473</c:v>
                </c:pt>
                <c:pt idx="389">
                  <c:v>16.586968094336715</c:v>
                </c:pt>
                <c:pt idx="390">
                  <c:v>16.547157571138289</c:v>
                </c:pt>
                <c:pt idx="391">
                  <c:v>16.588711212444373</c:v>
                </c:pt>
                <c:pt idx="392">
                  <c:v>16.868621851793286</c:v>
                </c:pt>
                <c:pt idx="393">
                  <c:v>17.144893200571662</c:v>
                </c:pt>
                <c:pt idx="394">
                  <c:v>17.382133629365583</c:v>
                </c:pt>
                <c:pt idx="395">
                  <c:v>17.493232792922772</c:v>
                </c:pt>
                <c:pt idx="396">
                  <c:v>17.480963157704963</c:v>
                </c:pt>
                <c:pt idx="397">
                  <c:v>17.408574609026893</c:v>
                </c:pt>
                <c:pt idx="398">
                  <c:v>17.28434602525925</c:v>
                </c:pt>
                <c:pt idx="399">
                  <c:v>17.14501784525666</c:v>
                </c:pt>
                <c:pt idx="400">
                  <c:v>16.999014827585881</c:v>
                </c:pt>
                <c:pt idx="401">
                  <c:v>16.897721743637348</c:v>
                </c:pt>
                <c:pt idx="402">
                  <c:v>16.846710906301901</c:v>
                </c:pt>
                <c:pt idx="403">
                  <c:v>16.76251153098379</c:v>
                </c:pt>
                <c:pt idx="404">
                  <c:v>16.682599078682664</c:v>
                </c:pt>
                <c:pt idx="405">
                  <c:v>16.640199004760131</c:v>
                </c:pt>
                <c:pt idx="406">
                  <c:v>16.539398017487798</c:v>
                </c:pt>
                <c:pt idx="407">
                  <c:v>16.396554533265075</c:v>
                </c:pt>
                <c:pt idx="408">
                  <c:v>16.333295507227568</c:v>
                </c:pt>
                <c:pt idx="409">
                  <c:v>16.318641156189514</c:v>
                </c:pt>
                <c:pt idx="410">
                  <c:v>16.267433012597216</c:v>
                </c:pt>
                <c:pt idx="411">
                  <c:v>16.196300865969963</c:v>
                </c:pt>
                <c:pt idx="412">
                  <c:v>16.163006053369802</c:v>
                </c:pt>
                <c:pt idx="413">
                  <c:v>16.154665878139362</c:v>
                </c:pt>
                <c:pt idx="414">
                  <c:v>16.157686308861695</c:v>
                </c:pt>
                <c:pt idx="415">
                  <c:v>16.135552766092431</c:v>
                </c:pt>
                <c:pt idx="416">
                  <c:v>16.097743959898171</c:v>
                </c:pt>
                <c:pt idx="417">
                  <c:v>16.056588053975066</c:v>
                </c:pt>
                <c:pt idx="418">
                  <c:v>16.014466630921664</c:v>
                </c:pt>
                <c:pt idx="419">
                  <c:v>16.012981943236465</c:v>
                </c:pt>
                <c:pt idx="420">
                  <c:v>16.066868158764041</c:v>
                </c:pt>
                <c:pt idx="421">
                  <c:v>16.087249369906264</c:v>
                </c:pt>
                <c:pt idx="422">
                  <c:v>16.064068956245389</c:v>
                </c:pt>
                <c:pt idx="423">
                  <c:v>16.059372605729887</c:v>
                </c:pt>
                <c:pt idx="424">
                  <c:v>16.049039422713477</c:v>
                </c:pt>
                <c:pt idx="425">
                  <c:v>16.04066926200349</c:v>
                </c:pt>
                <c:pt idx="426">
                  <c:v>16.043495572046201</c:v>
                </c:pt>
                <c:pt idx="427">
                  <c:v>16.057042598148236</c:v>
                </c:pt>
                <c:pt idx="428">
                  <c:v>16.058054492063246</c:v>
                </c:pt>
                <c:pt idx="429">
                  <c:v>15.987717481495777</c:v>
                </c:pt>
                <c:pt idx="430">
                  <c:v>15.924997490521331</c:v>
                </c:pt>
                <c:pt idx="431">
                  <c:v>16.00200127072927</c:v>
                </c:pt>
                <c:pt idx="432">
                  <c:v>15.956382543012207</c:v>
                </c:pt>
                <c:pt idx="433">
                  <c:v>16.001915312697459</c:v>
                </c:pt>
                <c:pt idx="434">
                  <c:v>16.098697150332832</c:v>
                </c:pt>
                <c:pt idx="435">
                  <c:v>16.444621281371671</c:v>
                </c:pt>
                <c:pt idx="436">
                  <c:v>16.252972152851385</c:v>
                </c:pt>
                <c:pt idx="437">
                  <c:v>16.135538231035</c:v>
                </c:pt>
                <c:pt idx="438">
                  <c:v>16.089817366502235</c:v>
                </c:pt>
                <c:pt idx="439">
                  <c:v>16.173423919949752</c:v>
                </c:pt>
                <c:pt idx="440">
                  <c:v>16.184375915338304</c:v>
                </c:pt>
                <c:pt idx="441">
                  <c:v>16.232710259580998</c:v>
                </c:pt>
                <c:pt idx="442">
                  <c:v>16.268679018447415</c:v>
                </c:pt>
                <c:pt idx="443">
                  <c:v>16.146732762588741</c:v>
                </c:pt>
                <c:pt idx="444">
                  <c:v>16.210177751798977</c:v>
                </c:pt>
                <c:pt idx="445">
                  <c:v>16.252765064417535</c:v>
                </c:pt>
                <c:pt idx="446">
                  <c:v>16.200378740319611</c:v>
                </c:pt>
                <c:pt idx="447">
                  <c:v>16.182193097236762</c:v>
                </c:pt>
                <c:pt idx="448">
                  <c:v>16.283151249235488</c:v>
                </c:pt>
                <c:pt idx="449">
                  <c:v>16.364089690696172</c:v>
                </c:pt>
                <c:pt idx="450">
                  <c:v>16.461982256970888</c:v>
                </c:pt>
                <c:pt idx="451">
                  <c:v>16.421613330985384</c:v>
                </c:pt>
                <c:pt idx="452">
                  <c:v>16.41931764226003</c:v>
                </c:pt>
                <c:pt idx="453">
                  <c:v>16.418058205961906</c:v>
                </c:pt>
                <c:pt idx="454">
                  <c:v>16.425422092075284</c:v>
                </c:pt>
                <c:pt idx="455">
                  <c:v>16.453339674052124</c:v>
                </c:pt>
                <c:pt idx="456">
                  <c:v>16.461343866529443</c:v>
                </c:pt>
                <c:pt idx="457">
                  <c:v>16.442340970667445</c:v>
                </c:pt>
                <c:pt idx="458">
                  <c:v>16.43029096600171</c:v>
                </c:pt>
                <c:pt idx="459">
                  <c:v>16.413028065378096</c:v>
                </c:pt>
                <c:pt idx="460">
                  <c:v>16.397686910984653</c:v>
                </c:pt>
                <c:pt idx="461">
                  <c:v>16.337497209674101</c:v>
                </c:pt>
                <c:pt idx="462">
                  <c:v>16.389804873337098</c:v>
                </c:pt>
                <c:pt idx="463">
                  <c:v>16.474615461693769</c:v>
                </c:pt>
                <c:pt idx="464">
                  <c:v>16.49932978161252</c:v>
                </c:pt>
                <c:pt idx="465">
                  <c:v>16.486074568851603</c:v>
                </c:pt>
                <c:pt idx="466">
                  <c:v>16.424819808754812</c:v>
                </c:pt>
                <c:pt idx="467">
                  <c:v>16.464738990923625</c:v>
                </c:pt>
                <c:pt idx="468">
                  <c:v>16.465072125113554</c:v>
                </c:pt>
                <c:pt idx="469">
                  <c:v>16.52298354136482</c:v>
                </c:pt>
                <c:pt idx="470">
                  <c:v>16.575692527490364</c:v>
                </c:pt>
                <c:pt idx="471">
                  <c:v>16.568446525472012</c:v>
                </c:pt>
                <c:pt idx="472">
                  <c:v>16.562016402592338</c:v>
                </c:pt>
                <c:pt idx="473">
                  <c:v>16.572398322414884</c:v>
                </c:pt>
                <c:pt idx="474">
                  <c:v>16.587064160547754</c:v>
                </c:pt>
                <c:pt idx="475">
                  <c:v>16.60166352376601</c:v>
                </c:pt>
                <c:pt idx="476">
                  <c:v>16.586131367935579</c:v>
                </c:pt>
                <c:pt idx="477">
                  <c:v>16.621961583238679</c:v>
                </c:pt>
                <c:pt idx="478">
                  <c:v>16.647750592197294</c:v>
                </c:pt>
                <c:pt idx="479">
                  <c:v>16.652517407379747</c:v>
                </c:pt>
                <c:pt idx="480">
                  <c:v>16.665285098045942</c:v>
                </c:pt>
                <c:pt idx="481">
                  <c:v>16.640314888530785</c:v>
                </c:pt>
                <c:pt idx="482">
                  <c:v>16.648797681824924</c:v>
                </c:pt>
                <c:pt idx="483">
                  <c:v>16.636737683977511</c:v>
                </c:pt>
                <c:pt idx="484">
                  <c:v>16.673566187745685</c:v>
                </c:pt>
                <c:pt idx="485">
                  <c:v>16.724569952204234</c:v>
                </c:pt>
                <c:pt idx="486">
                  <c:v>16.756079821348919</c:v>
                </c:pt>
                <c:pt idx="487">
                  <c:v>16.764199416506223</c:v>
                </c:pt>
                <c:pt idx="488">
                  <c:v>16.772875388805666</c:v>
                </c:pt>
                <c:pt idx="489">
                  <c:v>16.756734189064787</c:v>
                </c:pt>
                <c:pt idx="490">
                  <c:v>16.729361649058635</c:v>
                </c:pt>
                <c:pt idx="491">
                  <c:v>16.720799450483039</c:v>
                </c:pt>
                <c:pt idx="492">
                  <c:v>16.765937402980047</c:v>
                </c:pt>
                <c:pt idx="493">
                  <c:v>16.791203846186566</c:v>
                </c:pt>
                <c:pt idx="494">
                  <c:v>16.772743654363396</c:v>
                </c:pt>
                <c:pt idx="495">
                  <c:v>16.803549392448314</c:v>
                </c:pt>
                <c:pt idx="496">
                  <c:v>16.804508315880149</c:v>
                </c:pt>
                <c:pt idx="497">
                  <c:v>16.773625029354971</c:v>
                </c:pt>
                <c:pt idx="498">
                  <c:v>16.766280580992781</c:v>
                </c:pt>
                <c:pt idx="499">
                  <c:v>16.742105369593098</c:v>
                </c:pt>
                <c:pt idx="500">
                  <c:v>16.795376843556337</c:v>
                </c:pt>
                <c:pt idx="501">
                  <c:v>16.829802983072764</c:v>
                </c:pt>
                <c:pt idx="502">
                  <c:v>16.844716304375567</c:v>
                </c:pt>
                <c:pt idx="503">
                  <c:v>16.833643268261966</c:v>
                </c:pt>
                <c:pt idx="504">
                  <c:v>16.8276317449081</c:v>
                </c:pt>
                <c:pt idx="505">
                  <c:v>16.851608510625653</c:v>
                </c:pt>
                <c:pt idx="506">
                  <c:v>16.832031884596574</c:v>
                </c:pt>
                <c:pt idx="507">
                  <c:v>16.880679739593887</c:v>
                </c:pt>
                <c:pt idx="508">
                  <c:v>16.92997458558343</c:v>
                </c:pt>
                <c:pt idx="509">
                  <c:v>16.940031862044396</c:v>
                </c:pt>
                <c:pt idx="510">
                  <c:v>16.939860509363271</c:v>
                </c:pt>
                <c:pt idx="511">
                  <c:v>16.982343499685147</c:v>
                </c:pt>
                <c:pt idx="512">
                  <c:v>17.067130953488626</c:v>
                </c:pt>
                <c:pt idx="513">
                  <c:v>17.120213789267297</c:v>
                </c:pt>
                <c:pt idx="514">
                  <c:v>17.166669221230002</c:v>
                </c:pt>
                <c:pt idx="515">
                  <c:v>17.195551710731419</c:v>
                </c:pt>
                <c:pt idx="516">
                  <c:v>17.236846035725083</c:v>
                </c:pt>
                <c:pt idx="517">
                  <c:v>17.282158227447248</c:v>
                </c:pt>
                <c:pt idx="518">
                  <c:v>17.346097912383833</c:v>
                </c:pt>
                <c:pt idx="519">
                  <c:v>17.319539782923787</c:v>
                </c:pt>
                <c:pt idx="520">
                  <c:v>17.330384208126102</c:v>
                </c:pt>
                <c:pt idx="521">
                  <c:v>17.352489328564875</c:v>
                </c:pt>
                <c:pt idx="522">
                  <c:v>17.392827819235226</c:v>
                </c:pt>
                <c:pt idx="523">
                  <c:v>17.414633549352612</c:v>
                </c:pt>
                <c:pt idx="524">
                  <c:v>17.439772613253471</c:v>
                </c:pt>
                <c:pt idx="525">
                  <c:v>17.448990107965521</c:v>
                </c:pt>
                <c:pt idx="526">
                  <c:v>17.441538401704022</c:v>
                </c:pt>
                <c:pt idx="527">
                  <c:v>17.480955122646723</c:v>
                </c:pt>
                <c:pt idx="528">
                  <c:v>17.494868602490001</c:v>
                </c:pt>
                <c:pt idx="529">
                  <c:v>17.4376225937195</c:v>
                </c:pt>
                <c:pt idx="530">
                  <c:v>17.393208741765246</c:v>
                </c:pt>
                <c:pt idx="531">
                  <c:v>17.400478984001321</c:v>
                </c:pt>
                <c:pt idx="532">
                  <c:v>17.387869918213912</c:v>
                </c:pt>
                <c:pt idx="533">
                  <c:v>17.383092434634801</c:v>
                </c:pt>
                <c:pt idx="534">
                  <c:v>17.395470914507115</c:v>
                </c:pt>
                <c:pt idx="535">
                  <c:v>17.350790555200916</c:v>
                </c:pt>
                <c:pt idx="536">
                  <c:v>17.347246925712444</c:v>
                </c:pt>
                <c:pt idx="537">
                  <c:v>17.398546620015615</c:v>
                </c:pt>
                <c:pt idx="538">
                  <c:v>17.349285433492742</c:v>
                </c:pt>
                <c:pt idx="539">
                  <c:v>17.385584349273042</c:v>
                </c:pt>
                <c:pt idx="540">
                  <c:v>17.449586559116621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8022-4DA3-A5C1-DAA90C22AF82}"/>
            </c:ext>
          </c:extLst>
        </c:ser>
        <c:ser>
          <c:idx val="8"/>
          <c:order val="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plot!$J$2:$J$542</c:f>
              <c:numCache>
                <c:formatCode>General</c:formatCode>
                <c:ptCount val="541"/>
                <c:pt idx="0">
                  <c:v>18.365341832347749</c:v>
                </c:pt>
                <c:pt idx="1">
                  <c:v>18.438880013879707</c:v>
                </c:pt>
                <c:pt idx="2">
                  <c:v>18.409991669697948</c:v>
                </c:pt>
                <c:pt idx="3">
                  <c:v>18.173139833467612</c:v>
                </c:pt>
                <c:pt idx="4">
                  <c:v>18.167092396933594</c:v>
                </c:pt>
                <c:pt idx="5">
                  <c:v>18.277376859333639</c:v>
                </c:pt>
                <c:pt idx="6">
                  <c:v>18.314967183861956</c:v>
                </c:pt>
                <c:pt idx="7">
                  <c:v>18.347386433123599</c:v>
                </c:pt>
                <c:pt idx="8">
                  <c:v>18.338686552216906</c:v>
                </c:pt>
                <c:pt idx="9">
                  <c:v>18.336460397388173</c:v>
                </c:pt>
                <c:pt idx="10">
                  <c:v>18.35351578222944</c:v>
                </c:pt>
                <c:pt idx="11">
                  <c:v>18.361413178060136</c:v>
                </c:pt>
                <c:pt idx="12">
                  <c:v>18.346562652499784</c:v>
                </c:pt>
                <c:pt idx="13">
                  <c:v>18.359077112391862</c:v>
                </c:pt>
                <c:pt idx="14">
                  <c:v>18.360430098134358</c:v>
                </c:pt>
                <c:pt idx="15">
                  <c:v>18.366847776051305</c:v>
                </c:pt>
                <c:pt idx="16">
                  <c:v>18.393435633187107</c:v>
                </c:pt>
                <c:pt idx="17">
                  <c:v>18.412593693096792</c:v>
                </c:pt>
                <c:pt idx="18">
                  <c:v>18.402927209425563</c:v>
                </c:pt>
                <c:pt idx="19">
                  <c:v>18.45123092396452</c:v>
                </c:pt>
                <c:pt idx="20">
                  <c:v>18.486071300626055</c:v>
                </c:pt>
                <c:pt idx="21">
                  <c:v>18.54227660987544</c:v>
                </c:pt>
                <c:pt idx="22">
                  <c:v>18.60799115991265</c:v>
                </c:pt>
                <c:pt idx="23">
                  <c:v>18.64367151902287</c:v>
                </c:pt>
                <c:pt idx="24">
                  <c:v>18.636291919059779</c:v>
                </c:pt>
                <c:pt idx="25">
                  <c:v>18.58110194711346</c:v>
                </c:pt>
                <c:pt idx="26">
                  <c:v>18.506451372205944</c:v>
                </c:pt>
                <c:pt idx="27">
                  <c:v>18.451374348403561</c:v>
                </c:pt>
                <c:pt idx="28">
                  <c:v>18.43247384846498</c:v>
                </c:pt>
                <c:pt idx="29">
                  <c:v>18.437583695805067</c:v>
                </c:pt>
                <c:pt idx="30">
                  <c:v>18.443531426153974</c:v>
                </c:pt>
                <c:pt idx="31">
                  <c:v>18.448134843856227</c:v>
                </c:pt>
                <c:pt idx="32">
                  <c:v>18.452079897866724</c:v>
                </c:pt>
                <c:pt idx="33">
                  <c:v>18.46017741161711</c:v>
                </c:pt>
                <c:pt idx="34">
                  <c:v>18.455601441509831</c:v>
                </c:pt>
                <c:pt idx="35">
                  <c:v>18.45837111034453</c:v>
                </c:pt>
                <c:pt idx="36">
                  <c:v>18.472109646929628</c:v>
                </c:pt>
                <c:pt idx="37">
                  <c:v>18.490384944001228</c:v>
                </c:pt>
                <c:pt idx="38">
                  <c:v>18.512235105325974</c:v>
                </c:pt>
                <c:pt idx="39">
                  <c:v>18.53610575381094</c:v>
                </c:pt>
                <c:pt idx="40">
                  <c:v>18.559233888924282</c:v>
                </c:pt>
                <c:pt idx="41">
                  <c:v>18.576475814160201</c:v>
                </c:pt>
                <c:pt idx="42">
                  <c:v>18.587140934262443</c:v>
                </c:pt>
                <c:pt idx="43">
                  <c:v>18.608901267094559</c:v>
                </c:pt>
                <c:pt idx="44">
                  <c:v>18.627651450580441</c:v>
                </c:pt>
                <c:pt idx="45">
                  <c:v>18.649428406846255</c:v>
                </c:pt>
                <c:pt idx="46">
                  <c:v>18.673329084204713</c:v>
                </c:pt>
                <c:pt idx="47">
                  <c:v>18.686625921013086</c:v>
                </c:pt>
                <c:pt idx="48">
                  <c:v>18.696941243458308</c:v>
                </c:pt>
                <c:pt idx="49">
                  <c:v>18.717173424987305</c:v>
                </c:pt>
                <c:pt idx="50">
                  <c:v>18.731288785215565</c:v>
                </c:pt>
                <c:pt idx="51">
                  <c:v>18.749110654901681</c:v>
                </c:pt>
                <c:pt idx="52">
                  <c:v>18.784112946560757</c:v>
                </c:pt>
                <c:pt idx="53">
                  <c:v>18.818482773355935</c:v>
                </c:pt>
                <c:pt idx="54">
                  <c:v>18.859863490289868</c:v>
                </c:pt>
                <c:pt idx="55">
                  <c:v>18.895324750478991</c:v>
                </c:pt>
                <c:pt idx="56">
                  <c:v>18.889442378102306</c:v>
                </c:pt>
                <c:pt idx="57">
                  <c:v>18.887368888689728</c:v>
                </c:pt>
                <c:pt idx="58">
                  <c:v>18.892861625677515</c:v>
                </c:pt>
                <c:pt idx="59">
                  <c:v>18.94116756872026</c:v>
                </c:pt>
                <c:pt idx="60">
                  <c:v>19.004717097208438</c:v>
                </c:pt>
                <c:pt idx="61">
                  <c:v>19.032892543887503</c:v>
                </c:pt>
                <c:pt idx="62">
                  <c:v>19.043439888854966</c:v>
                </c:pt>
                <c:pt idx="63">
                  <c:v>19.04481065100223</c:v>
                </c:pt>
                <c:pt idx="64">
                  <c:v>18.98909488982914</c:v>
                </c:pt>
                <c:pt idx="65">
                  <c:v>18.950413398638993</c:v>
                </c:pt>
                <c:pt idx="66">
                  <c:v>18.941266552147386</c:v>
                </c:pt>
                <c:pt idx="67">
                  <c:v>18.901024161833913</c:v>
                </c:pt>
                <c:pt idx="68">
                  <c:v>18.883198678357864</c:v>
                </c:pt>
                <c:pt idx="69">
                  <c:v>18.878066012515625</c:v>
                </c:pt>
                <c:pt idx="70">
                  <c:v>18.83751708677319</c:v>
                </c:pt>
                <c:pt idx="71">
                  <c:v>18.83931866430607</c:v>
                </c:pt>
                <c:pt idx="72">
                  <c:v>18.850086140706043</c:v>
                </c:pt>
                <c:pt idx="73">
                  <c:v>18.854816195932671</c:v>
                </c:pt>
                <c:pt idx="74">
                  <c:v>18.860199056497958</c:v>
                </c:pt>
                <c:pt idx="75">
                  <c:v>18.87327343872315</c:v>
                </c:pt>
                <c:pt idx="76">
                  <c:v>18.866174544195257</c:v>
                </c:pt>
                <c:pt idx="77">
                  <c:v>18.871772717806476</c:v>
                </c:pt>
                <c:pt idx="78">
                  <c:v>18.882532433162353</c:v>
                </c:pt>
                <c:pt idx="79">
                  <c:v>18.880216062649215</c:v>
                </c:pt>
                <c:pt idx="80">
                  <c:v>18.916622277280318</c:v>
                </c:pt>
                <c:pt idx="81">
                  <c:v>18.950925902885626</c:v>
                </c:pt>
                <c:pt idx="82">
                  <c:v>18.968136801153687</c:v>
                </c:pt>
                <c:pt idx="83">
                  <c:v>18.991847152242329</c:v>
                </c:pt>
                <c:pt idx="84">
                  <c:v>18.992220164197537</c:v>
                </c:pt>
                <c:pt idx="85">
                  <c:v>18.968212002401348</c:v>
                </c:pt>
                <c:pt idx="86">
                  <c:v>18.938548156108428</c:v>
                </c:pt>
                <c:pt idx="87">
                  <c:v>18.907746430616662</c:v>
                </c:pt>
                <c:pt idx="88">
                  <c:v>18.88187577311443</c:v>
                </c:pt>
                <c:pt idx="89">
                  <c:v>18.855857552523254</c:v>
                </c:pt>
                <c:pt idx="90">
                  <c:v>18.836893570341509</c:v>
                </c:pt>
                <c:pt idx="91">
                  <c:v>18.839915851696809</c:v>
                </c:pt>
                <c:pt idx="92">
                  <c:v>18.821090260460984</c:v>
                </c:pt>
                <c:pt idx="93">
                  <c:v>18.802725117688233</c:v>
                </c:pt>
                <c:pt idx="94">
                  <c:v>18.80325429699413</c:v>
                </c:pt>
                <c:pt idx="95">
                  <c:v>18.823958542739554</c:v>
                </c:pt>
                <c:pt idx="96">
                  <c:v>18.816326648613551</c:v>
                </c:pt>
                <c:pt idx="97">
                  <c:v>18.822046589736996</c:v>
                </c:pt>
                <c:pt idx="98">
                  <c:v>18.850311038899559</c:v>
                </c:pt>
                <c:pt idx="99">
                  <c:v>18.841235125941783</c:v>
                </c:pt>
                <c:pt idx="100">
                  <c:v>18.793585120188975</c:v>
                </c:pt>
                <c:pt idx="101">
                  <c:v>18.737360606227373</c:v>
                </c:pt>
                <c:pt idx="102">
                  <c:v>18.693738048895543</c:v>
                </c:pt>
                <c:pt idx="103">
                  <c:v>18.641734252282255</c:v>
                </c:pt>
                <c:pt idx="104">
                  <c:v>18.594548979914865</c:v>
                </c:pt>
                <c:pt idx="105">
                  <c:v>18.554620920491494</c:v>
                </c:pt>
                <c:pt idx="106">
                  <c:v>18.523042161329975</c:v>
                </c:pt>
                <c:pt idx="107">
                  <c:v>18.477684279280709</c:v>
                </c:pt>
                <c:pt idx="108">
                  <c:v>18.438358767703139</c:v>
                </c:pt>
                <c:pt idx="109">
                  <c:v>18.411302356889703</c:v>
                </c:pt>
                <c:pt idx="110">
                  <c:v>18.384982135315507</c:v>
                </c:pt>
                <c:pt idx="111">
                  <c:v>18.352466380654121</c:v>
                </c:pt>
                <c:pt idx="112">
                  <c:v>18.333400756328373</c:v>
                </c:pt>
                <c:pt idx="113">
                  <c:v>18.321198269758682</c:v>
                </c:pt>
                <c:pt idx="114">
                  <c:v>18.306291205594395</c:v>
                </c:pt>
                <c:pt idx="115">
                  <c:v>18.281165401822982</c:v>
                </c:pt>
                <c:pt idx="116">
                  <c:v>18.275084718421574</c:v>
                </c:pt>
                <c:pt idx="117">
                  <c:v>18.290874330317404</c:v>
                </c:pt>
                <c:pt idx="118">
                  <c:v>18.293312124172299</c:v>
                </c:pt>
                <c:pt idx="119">
                  <c:v>18.291512603057974</c:v>
                </c:pt>
                <c:pt idx="120">
                  <c:v>18.293342712322808</c:v>
                </c:pt>
                <c:pt idx="121">
                  <c:v>18.29650871926631</c:v>
                </c:pt>
                <c:pt idx="122">
                  <c:v>18.285956951708304</c:v>
                </c:pt>
                <c:pt idx="123">
                  <c:v>18.29958394264413</c:v>
                </c:pt>
                <c:pt idx="124">
                  <c:v>18.315972944621699</c:v>
                </c:pt>
                <c:pt idx="125">
                  <c:v>18.309275679823582</c:v>
                </c:pt>
                <c:pt idx="126">
                  <c:v>18.305313271017141</c:v>
                </c:pt>
                <c:pt idx="127">
                  <c:v>18.317616771619733</c:v>
                </c:pt>
                <c:pt idx="128">
                  <c:v>18.312776452778831</c:v>
                </c:pt>
                <c:pt idx="129">
                  <c:v>18.309969639346175</c:v>
                </c:pt>
                <c:pt idx="130">
                  <c:v>18.322210733238322</c:v>
                </c:pt>
                <c:pt idx="131">
                  <c:v>18.310912124365036</c:v>
                </c:pt>
                <c:pt idx="132">
                  <c:v>18.315720168620128</c:v>
                </c:pt>
                <c:pt idx="133">
                  <c:v>18.330857327952021</c:v>
                </c:pt>
                <c:pt idx="134">
                  <c:v>18.339021765650266</c:v>
                </c:pt>
                <c:pt idx="135">
                  <c:v>18.370154978930056</c:v>
                </c:pt>
                <c:pt idx="136">
                  <c:v>18.396841656012008</c:v>
                </c:pt>
                <c:pt idx="137">
                  <c:v>18.385272477523863</c:v>
                </c:pt>
                <c:pt idx="138">
                  <c:v>18.382542646421047</c:v>
                </c:pt>
                <c:pt idx="139">
                  <c:v>18.449823877645471</c:v>
                </c:pt>
                <c:pt idx="140">
                  <c:v>18.510083678510505</c:v>
                </c:pt>
                <c:pt idx="141">
                  <c:v>18.564366726851755</c:v>
                </c:pt>
                <c:pt idx="142">
                  <c:v>18.612437308918707</c:v>
                </c:pt>
                <c:pt idx="143">
                  <c:v>18.664980644369031</c:v>
                </c:pt>
                <c:pt idx="144">
                  <c:v>18.722103340005766</c:v>
                </c:pt>
                <c:pt idx="145">
                  <c:v>18.814166858455661</c:v>
                </c:pt>
                <c:pt idx="146">
                  <c:v>18.885580079881279</c:v>
                </c:pt>
                <c:pt idx="147">
                  <c:v>18.935480805630107</c:v>
                </c:pt>
                <c:pt idx="148">
                  <c:v>18.948857094191439</c:v>
                </c:pt>
                <c:pt idx="149">
                  <c:v>18.947434947393027</c:v>
                </c:pt>
                <c:pt idx="150">
                  <c:v>18.951559830474018</c:v>
                </c:pt>
                <c:pt idx="151">
                  <c:v>18.946048663157576</c:v>
                </c:pt>
                <c:pt idx="152">
                  <c:v>18.94415975236797</c:v>
                </c:pt>
                <c:pt idx="153">
                  <c:v>18.972594600330151</c:v>
                </c:pt>
                <c:pt idx="154">
                  <c:v>18.994143767370499</c:v>
                </c:pt>
                <c:pt idx="155">
                  <c:v>19.025031105266638</c:v>
                </c:pt>
                <c:pt idx="156">
                  <c:v>19.053406274069349</c:v>
                </c:pt>
                <c:pt idx="157">
                  <c:v>19.076563164625444</c:v>
                </c:pt>
                <c:pt idx="158">
                  <c:v>19.088999592467747</c:v>
                </c:pt>
                <c:pt idx="159">
                  <c:v>19.130044467857218</c:v>
                </c:pt>
                <c:pt idx="160">
                  <c:v>19.1662854806628</c:v>
                </c:pt>
                <c:pt idx="161">
                  <c:v>19.193965115363017</c:v>
                </c:pt>
                <c:pt idx="162">
                  <c:v>19.221778770044189</c:v>
                </c:pt>
                <c:pt idx="163">
                  <c:v>19.244381305224518</c:v>
                </c:pt>
                <c:pt idx="164">
                  <c:v>19.249952151700434</c:v>
                </c:pt>
                <c:pt idx="165">
                  <c:v>19.222491960091784</c:v>
                </c:pt>
                <c:pt idx="166">
                  <c:v>19.195485626081709</c:v>
                </c:pt>
                <c:pt idx="167">
                  <c:v>19.212381746038055</c:v>
                </c:pt>
                <c:pt idx="168">
                  <c:v>19.265704799687796</c:v>
                </c:pt>
                <c:pt idx="169">
                  <c:v>19.314295991215946</c:v>
                </c:pt>
                <c:pt idx="170">
                  <c:v>19.361318763496001</c:v>
                </c:pt>
                <c:pt idx="171">
                  <c:v>19.451910316471977</c:v>
                </c:pt>
                <c:pt idx="172">
                  <c:v>19.521439634788326</c:v>
                </c:pt>
                <c:pt idx="173">
                  <c:v>19.513265586129712</c:v>
                </c:pt>
                <c:pt idx="174">
                  <c:v>19.483003502726124</c:v>
                </c:pt>
                <c:pt idx="175">
                  <c:v>19.44960141445803</c:v>
                </c:pt>
                <c:pt idx="176">
                  <c:v>19.43556067038763</c:v>
                </c:pt>
                <c:pt idx="177">
                  <c:v>19.438865395239002</c:v>
                </c:pt>
                <c:pt idx="178">
                  <c:v>19.446617525318644</c:v>
                </c:pt>
                <c:pt idx="179">
                  <c:v>19.406270627642005</c:v>
                </c:pt>
                <c:pt idx="180">
                  <c:v>19.364047106061534</c:v>
                </c:pt>
                <c:pt idx="181">
                  <c:v>19.286844025281525</c:v>
                </c:pt>
                <c:pt idx="182">
                  <c:v>19.21995611207003</c:v>
                </c:pt>
                <c:pt idx="183">
                  <c:v>19.195860152386985</c:v>
                </c:pt>
                <c:pt idx="184">
                  <c:v>19.165835959612146</c:v>
                </c:pt>
                <c:pt idx="185">
                  <c:v>19.138877499714425</c:v>
                </c:pt>
                <c:pt idx="186">
                  <c:v>19.128377340518377</c:v>
                </c:pt>
                <c:pt idx="187">
                  <c:v>19.107792160546989</c:v>
                </c:pt>
                <c:pt idx="188">
                  <c:v>19.076746538651772</c:v>
                </c:pt>
                <c:pt idx="189">
                  <c:v>19.049688992075787</c:v>
                </c:pt>
                <c:pt idx="190">
                  <c:v>19.022530156130525</c:v>
                </c:pt>
                <c:pt idx="191">
                  <c:v>19.00256021529102</c:v>
                </c:pt>
                <c:pt idx="192">
                  <c:v>18.989333262296551</c:v>
                </c:pt>
                <c:pt idx="193">
                  <c:v>18.975873099391716</c:v>
                </c:pt>
                <c:pt idx="194">
                  <c:v>18.976395515747882</c:v>
                </c:pt>
                <c:pt idx="195">
                  <c:v>18.97502052030384</c:v>
                </c:pt>
                <c:pt idx="196">
                  <c:v>18.977354856515504</c:v>
                </c:pt>
                <c:pt idx="197">
                  <c:v>18.991302502473815</c:v>
                </c:pt>
                <c:pt idx="198">
                  <c:v>19.014688025473021</c:v>
                </c:pt>
                <c:pt idx="199">
                  <c:v>19.033568494690257</c:v>
                </c:pt>
                <c:pt idx="200">
                  <c:v>19.053316583244907</c:v>
                </c:pt>
                <c:pt idx="201">
                  <c:v>19.083931028375513</c:v>
                </c:pt>
                <c:pt idx="202">
                  <c:v>19.112173553879149</c:v>
                </c:pt>
                <c:pt idx="203">
                  <c:v>19.180425449079653</c:v>
                </c:pt>
                <c:pt idx="204">
                  <c:v>19.24289411020731</c:v>
                </c:pt>
                <c:pt idx="205">
                  <c:v>19.297324945348311</c:v>
                </c:pt>
                <c:pt idx="206">
                  <c:v>19.335700400156682</c:v>
                </c:pt>
                <c:pt idx="207">
                  <c:v>19.345553312367159</c:v>
                </c:pt>
                <c:pt idx="208">
                  <c:v>19.332126189827431</c:v>
                </c:pt>
                <c:pt idx="209">
                  <c:v>19.293768356547119</c:v>
                </c:pt>
                <c:pt idx="210">
                  <c:v>19.242420049802156</c:v>
                </c:pt>
                <c:pt idx="211">
                  <c:v>19.194957289993461</c:v>
                </c:pt>
                <c:pt idx="212">
                  <c:v>19.159807228743166</c:v>
                </c:pt>
                <c:pt idx="213">
                  <c:v>19.104052369804702</c:v>
                </c:pt>
                <c:pt idx="214">
                  <c:v>19.102121160464353</c:v>
                </c:pt>
                <c:pt idx="215">
                  <c:v>19.124000386985276</c:v>
                </c:pt>
                <c:pt idx="216">
                  <c:v>19.139927047562193</c:v>
                </c:pt>
                <c:pt idx="217">
                  <c:v>19.166627173105255</c:v>
                </c:pt>
                <c:pt idx="218">
                  <c:v>19.176844148838722</c:v>
                </c:pt>
                <c:pt idx="219">
                  <c:v>19.192283498447395</c:v>
                </c:pt>
                <c:pt idx="220">
                  <c:v>19.265889240642583</c:v>
                </c:pt>
                <c:pt idx="221">
                  <c:v>19.348550624154868</c:v>
                </c:pt>
                <c:pt idx="222">
                  <c:v>19.412006435024111</c:v>
                </c:pt>
                <c:pt idx="223">
                  <c:v>19.413842963068202</c:v>
                </c:pt>
                <c:pt idx="224">
                  <c:v>19.352087973826801</c:v>
                </c:pt>
                <c:pt idx="225">
                  <c:v>19.29643815571573</c:v>
                </c:pt>
                <c:pt idx="226">
                  <c:v>19.27607190258021</c:v>
                </c:pt>
                <c:pt idx="227">
                  <c:v>19.265819993544053</c:v>
                </c:pt>
                <c:pt idx="228">
                  <c:v>19.257695471016046</c:v>
                </c:pt>
                <c:pt idx="229">
                  <c:v>19.238461160138769</c:v>
                </c:pt>
                <c:pt idx="230">
                  <c:v>19.240608955955786</c:v>
                </c:pt>
                <c:pt idx="231">
                  <c:v>19.22769203172054</c:v>
                </c:pt>
                <c:pt idx="232">
                  <c:v>19.234565735510021</c:v>
                </c:pt>
                <c:pt idx="233">
                  <c:v>19.246334575891982</c:v>
                </c:pt>
                <c:pt idx="234">
                  <c:v>19.229546146875645</c:v>
                </c:pt>
                <c:pt idx="235">
                  <c:v>19.204046900935936</c:v>
                </c:pt>
                <c:pt idx="236">
                  <c:v>19.170408195469829</c:v>
                </c:pt>
                <c:pt idx="237">
                  <c:v>19.137239867784849</c:v>
                </c:pt>
                <c:pt idx="238">
                  <c:v>19.117171631859158</c:v>
                </c:pt>
                <c:pt idx="239">
                  <c:v>19.070523902140085</c:v>
                </c:pt>
                <c:pt idx="240">
                  <c:v>18.99724811617433</c:v>
                </c:pt>
                <c:pt idx="241">
                  <c:v>18.956973322211123</c:v>
                </c:pt>
                <c:pt idx="242">
                  <c:v>18.931237459073401</c:v>
                </c:pt>
                <c:pt idx="243">
                  <c:v>18.918081439612763</c:v>
                </c:pt>
                <c:pt idx="244">
                  <c:v>18.909838797779511</c:v>
                </c:pt>
                <c:pt idx="245">
                  <c:v>18.906628857475532</c:v>
                </c:pt>
                <c:pt idx="246">
                  <c:v>18.904200872479024</c:v>
                </c:pt>
                <c:pt idx="247">
                  <c:v>18.897669342970659</c:v>
                </c:pt>
                <c:pt idx="248">
                  <c:v>18.90286673006975</c:v>
                </c:pt>
                <c:pt idx="249">
                  <c:v>18.89330378148011</c:v>
                </c:pt>
                <c:pt idx="250">
                  <c:v>18.858968784736479</c:v>
                </c:pt>
                <c:pt idx="251">
                  <c:v>18.876170080648436</c:v>
                </c:pt>
                <c:pt idx="252">
                  <c:v>18.93444815655241</c:v>
                </c:pt>
                <c:pt idx="253">
                  <c:v>18.967828527663855</c:v>
                </c:pt>
                <c:pt idx="254">
                  <c:v>18.973193491364714</c:v>
                </c:pt>
                <c:pt idx="255">
                  <c:v>18.967741177198612</c:v>
                </c:pt>
                <c:pt idx="256">
                  <c:v>18.967905931602523</c:v>
                </c:pt>
                <c:pt idx="257">
                  <c:v>18.97914344161315</c:v>
                </c:pt>
                <c:pt idx="258">
                  <c:v>18.989828145015128</c:v>
                </c:pt>
                <c:pt idx="259">
                  <c:v>19</c:v>
                </c:pt>
                <c:pt idx="260">
                  <c:v>18.966208964683947</c:v>
                </c:pt>
                <c:pt idx="261">
                  <c:v>18.92859667347539</c:v>
                </c:pt>
                <c:pt idx="262">
                  <c:v>18.959714812088603</c:v>
                </c:pt>
                <c:pt idx="263">
                  <c:v>18.955720231947492</c:v>
                </c:pt>
                <c:pt idx="264">
                  <c:v>18.903932626014836</c:v>
                </c:pt>
                <c:pt idx="265">
                  <c:v>18.899445124926828</c:v>
                </c:pt>
                <c:pt idx="266">
                  <c:v>18.890219876402188</c:v>
                </c:pt>
                <c:pt idx="267">
                  <c:v>18.852619958122027</c:v>
                </c:pt>
                <c:pt idx="268">
                  <c:v>18.782230901972024</c:v>
                </c:pt>
                <c:pt idx="269">
                  <c:v>18.783214523966294</c:v>
                </c:pt>
                <c:pt idx="270">
                  <c:v>18.769138278711932</c:v>
                </c:pt>
                <c:pt idx="271">
                  <c:v>18.759875154227093</c:v>
                </c:pt>
                <c:pt idx="272">
                  <c:v>18.736521604664532</c:v>
                </c:pt>
                <c:pt idx="273">
                  <c:v>18.720281852211205</c:v>
                </c:pt>
                <c:pt idx="274">
                  <c:v>18.726240096967967</c:v>
                </c:pt>
                <c:pt idx="275">
                  <c:v>18.702450758756498</c:v>
                </c:pt>
                <c:pt idx="276">
                  <c:v>18.698492505808481</c:v>
                </c:pt>
                <c:pt idx="277">
                  <c:v>18.692356789548949</c:v>
                </c:pt>
                <c:pt idx="278">
                  <c:v>18.756789992926954</c:v>
                </c:pt>
                <c:pt idx="279">
                  <c:v>18.801121300507319</c:v>
                </c:pt>
                <c:pt idx="280">
                  <c:v>18.796157484697581</c:v>
                </c:pt>
                <c:pt idx="281">
                  <c:v>18.771330747855931</c:v>
                </c:pt>
                <c:pt idx="282">
                  <c:v>18.817453652025552</c:v>
                </c:pt>
                <c:pt idx="283">
                  <c:v>18.914765529221125</c:v>
                </c:pt>
                <c:pt idx="284">
                  <c:v>18.955518272715793</c:v>
                </c:pt>
                <c:pt idx="285">
                  <c:v>18.90246594355763</c:v>
                </c:pt>
                <c:pt idx="286">
                  <c:v>18.964122431210562</c:v>
                </c:pt>
                <c:pt idx="287">
                  <c:v>19.101635122926851</c:v>
                </c:pt>
                <c:pt idx="288">
                  <c:v>19.192610391559647</c:v>
                </c:pt>
                <c:pt idx="289">
                  <c:v>19.238641367796777</c:v>
                </c:pt>
                <c:pt idx="290">
                  <c:v>19.238151165796587</c:v>
                </c:pt>
                <c:pt idx="291">
                  <c:v>19.315991960040158</c:v>
                </c:pt>
                <c:pt idx="292">
                  <c:v>19.325131200364382</c:v>
                </c:pt>
                <c:pt idx="293">
                  <c:v>19.289733611712176</c:v>
                </c:pt>
                <c:pt idx="294">
                  <c:v>19.337125506821131</c:v>
                </c:pt>
                <c:pt idx="295">
                  <c:v>19.360439167026239</c:v>
                </c:pt>
                <c:pt idx="296">
                  <c:v>19.391716415647657</c:v>
                </c:pt>
                <c:pt idx="297">
                  <c:v>19.528672927884688</c:v>
                </c:pt>
                <c:pt idx="298">
                  <c:v>19.529193967558975</c:v>
                </c:pt>
                <c:pt idx="299">
                  <c:v>19.554782284816277</c:v>
                </c:pt>
                <c:pt idx="300">
                  <c:v>19.618043708204155</c:v>
                </c:pt>
                <c:pt idx="301">
                  <c:v>19.553270378359333</c:v>
                </c:pt>
                <c:pt idx="302">
                  <c:v>19.501702972693277</c:v>
                </c:pt>
                <c:pt idx="303">
                  <c:v>19.538543977878927</c:v>
                </c:pt>
                <c:pt idx="304">
                  <c:v>19.623916116845738</c:v>
                </c:pt>
                <c:pt idx="305">
                  <c:v>19.701839167831601</c:v>
                </c:pt>
                <c:pt idx="306">
                  <c:v>19.70389493246498</c:v>
                </c:pt>
                <c:pt idx="307">
                  <c:v>19.71098047317864</c:v>
                </c:pt>
                <c:pt idx="308">
                  <c:v>19.722077114215967</c:v>
                </c:pt>
                <c:pt idx="309">
                  <c:v>19.704978243435836</c:v>
                </c:pt>
                <c:pt idx="310">
                  <c:v>19.688448974783284</c:v>
                </c:pt>
                <c:pt idx="311">
                  <c:v>19.561746298937042</c:v>
                </c:pt>
                <c:pt idx="312">
                  <c:v>19.619672081948092</c:v>
                </c:pt>
                <c:pt idx="313">
                  <c:v>19.776787966451227</c:v>
                </c:pt>
                <c:pt idx="314">
                  <c:v>19.782263580958137</c:v>
                </c:pt>
                <c:pt idx="315">
                  <c:v>19.801897886755459</c:v>
                </c:pt>
                <c:pt idx="316">
                  <c:v>19.782707973868789</c:v>
                </c:pt>
                <c:pt idx="317">
                  <c:v>19.834186790055913</c:v>
                </c:pt>
                <c:pt idx="318">
                  <c:v>19.883437515455405</c:v>
                </c:pt>
                <c:pt idx="319">
                  <c:v>19.871252504141321</c:v>
                </c:pt>
                <c:pt idx="320">
                  <c:v>19.871220496287624</c:v>
                </c:pt>
                <c:pt idx="321">
                  <c:v>20.009545567980915</c:v>
                </c:pt>
                <c:pt idx="322">
                  <c:v>20.075324804857928</c:v>
                </c:pt>
                <c:pt idx="323">
                  <c:v>20.128033204465584</c:v>
                </c:pt>
                <c:pt idx="324">
                  <c:v>20.181558045261788</c:v>
                </c:pt>
                <c:pt idx="325">
                  <c:v>20.237099862679429</c:v>
                </c:pt>
                <c:pt idx="326">
                  <c:v>20.302641553098152</c:v>
                </c:pt>
                <c:pt idx="327">
                  <c:v>20.364758403171553</c:v>
                </c:pt>
                <c:pt idx="328">
                  <c:v>20.423649412265256</c:v>
                </c:pt>
                <c:pt idx="329">
                  <c:v>20.475021948611285</c:v>
                </c:pt>
                <c:pt idx="330">
                  <c:v>20.499481868566189</c:v>
                </c:pt>
                <c:pt idx="331">
                  <c:v>20.512146447012952</c:v>
                </c:pt>
                <c:pt idx="332">
                  <c:v>20.516139375135801</c:v>
                </c:pt>
                <c:pt idx="333">
                  <c:v>20.488530433050084</c:v>
                </c:pt>
                <c:pt idx="334">
                  <c:v>20.456586457394511</c:v>
                </c:pt>
                <c:pt idx="335">
                  <c:v>20.410300898260839</c:v>
                </c:pt>
                <c:pt idx="336">
                  <c:v>20.36414633040798</c:v>
                </c:pt>
                <c:pt idx="337">
                  <c:v>20.311000490133168</c:v>
                </c:pt>
                <c:pt idx="338">
                  <c:v>20.269923882226372</c:v>
                </c:pt>
                <c:pt idx="339">
                  <c:v>20.200971324783389</c:v>
                </c:pt>
                <c:pt idx="340">
                  <c:v>20.101452230739181</c:v>
                </c:pt>
                <c:pt idx="341">
                  <c:v>20.098928153347497</c:v>
                </c:pt>
                <c:pt idx="342">
                  <c:v>20.086153027345826</c:v>
                </c:pt>
                <c:pt idx="343">
                  <c:v>20.035031735442768</c:v>
                </c:pt>
                <c:pt idx="344">
                  <c:v>20.083545660700441</c:v>
                </c:pt>
                <c:pt idx="345">
                  <c:v>20.140767030010878</c:v>
                </c:pt>
                <c:pt idx="346">
                  <c:v>20.179399408074978</c:v>
                </c:pt>
                <c:pt idx="347">
                  <c:v>20.228087345922198</c:v>
                </c:pt>
                <c:pt idx="348">
                  <c:v>20.26563076861974</c:v>
                </c:pt>
                <c:pt idx="349">
                  <c:v>20.223243077725165</c:v>
                </c:pt>
                <c:pt idx="350">
                  <c:v>20.192172331385631</c:v>
                </c:pt>
                <c:pt idx="351">
                  <c:v>20.224157538663501</c:v>
                </c:pt>
                <c:pt idx="352">
                  <c:v>20.23442641530384</c:v>
                </c:pt>
                <c:pt idx="353">
                  <c:v>20.210175200321835</c:v>
                </c:pt>
                <c:pt idx="354">
                  <c:v>20.159192402615847</c:v>
                </c:pt>
                <c:pt idx="355">
                  <c:v>20.095221919226017</c:v>
                </c:pt>
                <c:pt idx="356">
                  <c:v>20.106008015248406</c:v>
                </c:pt>
                <c:pt idx="357">
                  <c:v>20.117781605182852</c:v>
                </c:pt>
                <c:pt idx="358">
                  <c:v>20.032124940488625</c:v>
                </c:pt>
                <c:pt idx="359">
                  <c:v>20.05951354463955</c:v>
                </c:pt>
                <c:pt idx="360">
                  <c:v>20.196735756479303</c:v>
                </c:pt>
                <c:pt idx="361">
                  <c:v>20.223433335160877</c:v>
                </c:pt>
                <c:pt idx="362">
                  <c:v>20.185803181504937</c:v>
                </c:pt>
                <c:pt idx="363">
                  <c:v>20.131212169427279</c:v>
                </c:pt>
                <c:pt idx="364">
                  <c:v>20.139188664236205</c:v>
                </c:pt>
                <c:pt idx="365">
                  <c:v>20.08761644018357</c:v>
                </c:pt>
                <c:pt idx="366">
                  <c:v>19.975198249934461</c:v>
                </c:pt>
                <c:pt idx="367">
                  <c:v>19.911543783870034</c:v>
                </c:pt>
                <c:pt idx="368">
                  <c:v>19.878232143601412</c:v>
                </c:pt>
                <c:pt idx="369">
                  <c:v>19.773674600381089</c:v>
                </c:pt>
                <c:pt idx="370">
                  <c:v>19.747167692139794</c:v>
                </c:pt>
                <c:pt idx="371">
                  <c:v>19.678738480313228</c:v>
                </c:pt>
                <c:pt idx="372">
                  <c:v>19.60001874352379</c:v>
                </c:pt>
                <c:pt idx="373">
                  <c:v>19.504674506112796</c:v>
                </c:pt>
                <c:pt idx="374">
                  <c:v>19.402033200817378</c:v>
                </c:pt>
                <c:pt idx="375">
                  <c:v>19.37740990314045</c:v>
                </c:pt>
                <c:pt idx="376">
                  <c:v>19.314027538249473</c:v>
                </c:pt>
                <c:pt idx="377">
                  <c:v>19.249473685913266</c:v>
                </c:pt>
                <c:pt idx="378">
                  <c:v>19.170879915515787</c:v>
                </c:pt>
                <c:pt idx="379">
                  <c:v>19.069486847680373</c:v>
                </c:pt>
                <c:pt idx="380">
                  <c:v>18.978286904564868</c:v>
                </c:pt>
                <c:pt idx="381">
                  <c:v>18.864145194645438</c:v>
                </c:pt>
                <c:pt idx="382">
                  <c:v>18.769875818820267</c:v>
                </c:pt>
                <c:pt idx="383">
                  <c:v>18.677402135212944</c:v>
                </c:pt>
                <c:pt idx="384">
                  <c:v>18.614852559607829</c:v>
                </c:pt>
                <c:pt idx="385">
                  <c:v>18.563147743881693</c:v>
                </c:pt>
                <c:pt idx="386">
                  <c:v>18.538212731010233</c:v>
                </c:pt>
                <c:pt idx="387">
                  <c:v>18.535094959558077</c:v>
                </c:pt>
                <c:pt idx="388">
                  <c:v>18.527763818797141</c:v>
                </c:pt>
                <c:pt idx="389">
                  <c:v>18.522347195108757</c:v>
                </c:pt>
                <c:pt idx="390">
                  <c:v>18.563177084414242</c:v>
                </c:pt>
                <c:pt idx="391">
                  <c:v>18.70868361713114</c:v>
                </c:pt>
                <c:pt idx="392">
                  <c:v>19.180347528885282</c:v>
                </c:pt>
                <c:pt idx="393">
                  <c:v>19.596747196705714</c:v>
                </c:pt>
                <c:pt idx="394">
                  <c:v>19.938629380339311</c:v>
                </c:pt>
                <c:pt idx="395">
                  <c:v>20.088665471775631</c:v>
                </c:pt>
                <c:pt idx="396">
                  <c:v>20.058744117137184</c:v>
                </c:pt>
                <c:pt idx="397">
                  <c:v>19.899291521646138</c:v>
                </c:pt>
                <c:pt idx="398">
                  <c:v>19.698852318826173</c:v>
                </c:pt>
                <c:pt idx="399">
                  <c:v>19.53197978659297</c:v>
                </c:pt>
                <c:pt idx="400">
                  <c:v>19.369619088299999</c:v>
                </c:pt>
                <c:pt idx="401">
                  <c:v>19.253468128386189</c:v>
                </c:pt>
                <c:pt idx="402">
                  <c:v>19.160889438368518</c:v>
                </c:pt>
                <c:pt idx="403">
                  <c:v>19.045440655047265</c:v>
                </c:pt>
                <c:pt idx="404">
                  <c:v>18.943887513526331</c:v>
                </c:pt>
                <c:pt idx="405">
                  <c:v>18.846844278590989</c:v>
                </c:pt>
                <c:pt idx="406">
                  <c:v>18.730574700324748</c:v>
                </c:pt>
                <c:pt idx="407">
                  <c:v>18.61671173406884</c:v>
                </c:pt>
                <c:pt idx="408">
                  <c:v>18.501492718953251</c:v>
                </c:pt>
                <c:pt idx="409">
                  <c:v>18.404968381231022</c:v>
                </c:pt>
                <c:pt idx="410">
                  <c:v>18.326163634335533</c:v>
                </c:pt>
                <c:pt idx="411">
                  <c:v>18.253106276158462</c:v>
                </c:pt>
                <c:pt idx="412">
                  <c:v>18.20465468877714</c:v>
                </c:pt>
                <c:pt idx="413">
                  <c:v>18.183389582834071</c:v>
                </c:pt>
                <c:pt idx="414">
                  <c:v>18.162948550059717</c:v>
                </c:pt>
                <c:pt idx="415">
                  <c:v>18.141223619462551</c:v>
                </c:pt>
                <c:pt idx="416">
                  <c:v>18.135062473307428</c:v>
                </c:pt>
                <c:pt idx="417">
                  <c:v>18.116604886346479</c:v>
                </c:pt>
                <c:pt idx="418">
                  <c:v>18.088746751934213</c:v>
                </c:pt>
                <c:pt idx="419">
                  <c:v>18.078811073178937</c:v>
                </c:pt>
                <c:pt idx="420">
                  <c:v>18.085012134504296</c:v>
                </c:pt>
                <c:pt idx="421">
                  <c:v>18.085516142042458</c:v>
                </c:pt>
                <c:pt idx="422">
                  <c:v>18.057166296657599</c:v>
                </c:pt>
                <c:pt idx="423">
                  <c:v>18.060408914872152</c:v>
                </c:pt>
                <c:pt idx="424">
                  <c:v>18.047134573906117</c:v>
                </c:pt>
                <c:pt idx="425">
                  <c:v>18.035283895432975</c:v>
                </c:pt>
                <c:pt idx="426">
                  <c:v>18.049753101354522</c:v>
                </c:pt>
                <c:pt idx="427">
                  <c:v>18.053358817263689</c:v>
                </c:pt>
                <c:pt idx="428">
                  <c:v>18.01717776433161</c:v>
                </c:pt>
                <c:pt idx="429">
                  <c:v>18.005717699175495</c:v>
                </c:pt>
                <c:pt idx="430">
                  <c:v>18.016573110054978</c:v>
                </c:pt>
                <c:pt idx="431">
                  <c:v>18.018657344039411</c:v>
                </c:pt>
                <c:pt idx="432">
                  <c:v>18.007558206152879</c:v>
                </c:pt>
                <c:pt idx="433">
                  <c:v>18.009446684477499</c:v>
                </c:pt>
                <c:pt idx="434">
                  <c:v>18.013460721106313</c:v>
                </c:pt>
                <c:pt idx="435">
                  <c:v>18.027807941720255</c:v>
                </c:pt>
                <c:pt idx="436">
                  <c:v>18.076259163151569</c:v>
                </c:pt>
                <c:pt idx="437">
                  <c:v>18.149519566848387</c:v>
                </c:pt>
                <c:pt idx="438">
                  <c:v>18.128613336058475</c:v>
                </c:pt>
                <c:pt idx="439">
                  <c:v>18.198548723903663</c:v>
                </c:pt>
                <c:pt idx="440">
                  <c:v>18.323124346656897</c:v>
                </c:pt>
                <c:pt idx="441">
                  <c:v>18.353708405837146</c:v>
                </c:pt>
                <c:pt idx="442">
                  <c:v>18.340434314394699</c:v>
                </c:pt>
                <c:pt idx="443">
                  <c:v>18.381648938962023</c:v>
                </c:pt>
                <c:pt idx="444">
                  <c:v>18.381034474213699</c:v>
                </c:pt>
                <c:pt idx="445">
                  <c:v>18.373556295223786</c:v>
                </c:pt>
                <c:pt idx="446">
                  <c:v>18.402512690511692</c:v>
                </c:pt>
                <c:pt idx="447">
                  <c:v>18.436562765731871</c:v>
                </c:pt>
                <c:pt idx="448">
                  <c:v>18.388274495842747</c:v>
                </c:pt>
                <c:pt idx="449">
                  <c:v>18.368228725644475</c:v>
                </c:pt>
                <c:pt idx="450">
                  <c:v>18.446387326899892</c:v>
                </c:pt>
                <c:pt idx="451">
                  <c:v>18.474447717390891</c:v>
                </c:pt>
                <c:pt idx="452">
                  <c:v>18.452807431218648</c:v>
                </c:pt>
                <c:pt idx="453">
                  <c:v>18.480452167033224</c:v>
                </c:pt>
                <c:pt idx="454">
                  <c:v>18.442500962558764</c:v>
                </c:pt>
                <c:pt idx="455">
                  <c:v>18.43319354333445</c:v>
                </c:pt>
                <c:pt idx="456">
                  <c:v>18.449921441369408</c:v>
                </c:pt>
                <c:pt idx="457">
                  <c:v>18.430056808089411</c:v>
                </c:pt>
                <c:pt idx="458">
                  <c:v>18.436454128323067</c:v>
                </c:pt>
                <c:pt idx="459">
                  <c:v>18.429337483203192</c:v>
                </c:pt>
                <c:pt idx="460">
                  <c:v>18.496056666841849</c:v>
                </c:pt>
                <c:pt idx="461">
                  <c:v>18.518712032189303</c:v>
                </c:pt>
                <c:pt idx="462">
                  <c:v>18.509966884261562</c:v>
                </c:pt>
                <c:pt idx="463">
                  <c:v>18.499837895708708</c:v>
                </c:pt>
                <c:pt idx="464">
                  <c:v>18.48620112172728</c:v>
                </c:pt>
                <c:pt idx="465">
                  <c:v>18.503700555308729</c:v>
                </c:pt>
                <c:pt idx="466">
                  <c:v>18.549035102600143</c:v>
                </c:pt>
                <c:pt idx="467">
                  <c:v>18.51965884515182</c:v>
                </c:pt>
                <c:pt idx="468">
                  <c:v>18.508543240321607</c:v>
                </c:pt>
                <c:pt idx="469">
                  <c:v>18.534379859364375</c:v>
                </c:pt>
                <c:pt idx="470">
                  <c:v>18.546539901110876</c:v>
                </c:pt>
                <c:pt idx="471">
                  <c:v>18.564571559906881</c:v>
                </c:pt>
                <c:pt idx="472">
                  <c:v>18.575506027818818</c:v>
                </c:pt>
                <c:pt idx="473">
                  <c:v>18.590011057853026</c:v>
                </c:pt>
                <c:pt idx="474">
                  <c:v>18.596585023580325</c:v>
                </c:pt>
                <c:pt idx="475">
                  <c:v>18.605115237049649</c:v>
                </c:pt>
                <c:pt idx="476">
                  <c:v>18.60976573727217</c:v>
                </c:pt>
                <c:pt idx="477">
                  <c:v>18.607219856681223</c:v>
                </c:pt>
                <c:pt idx="478">
                  <c:v>18.619914687712278</c:v>
                </c:pt>
                <c:pt idx="479">
                  <c:v>18.637597839490525</c:v>
                </c:pt>
                <c:pt idx="480">
                  <c:v>18.6516696965714</c:v>
                </c:pt>
                <c:pt idx="481">
                  <c:v>18.659519863609376</c:v>
                </c:pt>
                <c:pt idx="482">
                  <c:v>18.656149746368737</c:v>
                </c:pt>
                <c:pt idx="483">
                  <c:v>18.652132777938562</c:v>
                </c:pt>
                <c:pt idx="484">
                  <c:v>18.664200117369013</c:v>
                </c:pt>
                <c:pt idx="485">
                  <c:v>18.677120724228285</c:v>
                </c:pt>
                <c:pt idx="486">
                  <c:v>18.688433452695094</c:v>
                </c:pt>
                <c:pt idx="487">
                  <c:v>18.69938289202247</c:v>
                </c:pt>
                <c:pt idx="488">
                  <c:v>18.7015550206917</c:v>
                </c:pt>
                <c:pt idx="489">
                  <c:v>18.699375716068175</c:v>
                </c:pt>
                <c:pt idx="490">
                  <c:v>18.703391170148279</c:v>
                </c:pt>
                <c:pt idx="491">
                  <c:v>18.706791643224356</c:v>
                </c:pt>
                <c:pt idx="492">
                  <c:v>18.726494077566183</c:v>
                </c:pt>
                <c:pt idx="493">
                  <c:v>18.736642150371591</c:v>
                </c:pt>
                <c:pt idx="494">
                  <c:v>18.737081914189424</c:v>
                </c:pt>
                <c:pt idx="495">
                  <c:v>18.748158472879833</c:v>
                </c:pt>
                <c:pt idx="496">
                  <c:v>18.750693942314072</c:v>
                </c:pt>
                <c:pt idx="497">
                  <c:v>18.757204494632301</c:v>
                </c:pt>
                <c:pt idx="498">
                  <c:v>18.746317780373051</c:v>
                </c:pt>
                <c:pt idx="499">
                  <c:v>18.736334806142025</c:v>
                </c:pt>
                <c:pt idx="500">
                  <c:v>18.745796448153868</c:v>
                </c:pt>
                <c:pt idx="501">
                  <c:v>18.778012421731763</c:v>
                </c:pt>
                <c:pt idx="502">
                  <c:v>18.794848466732603</c:v>
                </c:pt>
                <c:pt idx="503">
                  <c:v>18.794868635122135</c:v>
                </c:pt>
                <c:pt idx="504">
                  <c:v>18.799298917869535</c:v>
                </c:pt>
                <c:pt idx="505">
                  <c:v>18.816732236303729</c:v>
                </c:pt>
                <c:pt idx="506">
                  <c:v>18.832576364801977</c:v>
                </c:pt>
                <c:pt idx="507">
                  <c:v>18.854315513941678</c:v>
                </c:pt>
                <c:pt idx="508">
                  <c:v>18.870223021431944</c:v>
                </c:pt>
                <c:pt idx="509">
                  <c:v>18.886235793460411</c:v>
                </c:pt>
                <c:pt idx="510">
                  <c:v>18.90770483761538</c:v>
                </c:pt>
                <c:pt idx="511">
                  <c:v>18.92848567849887</c:v>
                </c:pt>
                <c:pt idx="512">
                  <c:v>18.943925234609825</c:v>
                </c:pt>
                <c:pt idx="513">
                  <c:v>18.993007282062052</c:v>
                </c:pt>
                <c:pt idx="514">
                  <c:v>19.054015352549818</c:v>
                </c:pt>
                <c:pt idx="515">
                  <c:v>19.102441755257008</c:v>
                </c:pt>
                <c:pt idx="516">
                  <c:v>19.133843215000987</c:v>
                </c:pt>
                <c:pt idx="517">
                  <c:v>19.16467631163108</c:v>
                </c:pt>
                <c:pt idx="518">
                  <c:v>19.199505089747788</c:v>
                </c:pt>
                <c:pt idx="519">
                  <c:v>19.216306769327211</c:v>
                </c:pt>
                <c:pt idx="520">
                  <c:v>19.236414068601228</c:v>
                </c:pt>
                <c:pt idx="521">
                  <c:v>19.277116700875492</c:v>
                </c:pt>
                <c:pt idx="522">
                  <c:v>19.300177120448893</c:v>
                </c:pt>
                <c:pt idx="523">
                  <c:v>19.342329054571636</c:v>
                </c:pt>
                <c:pt idx="524">
                  <c:v>19.366150400636801</c:v>
                </c:pt>
                <c:pt idx="525">
                  <c:v>19.372277254506734</c:v>
                </c:pt>
                <c:pt idx="526">
                  <c:v>19.376139569936282</c:v>
                </c:pt>
                <c:pt idx="527">
                  <c:v>19.367143057105903</c:v>
                </c:pt>
                <c:pt idx="528">
                  <c:v>19.38653754491984</c:v>
                </c:pt>
                <c:pt idx="529">
                  <c:v>19.374142589619154</c:v>
                </c:pt>
                <c:pt idx="530">
                  <c:v>19.331448931176887</c:v>
                </c:pt>
                <c:pt idx="531">
                  <c:v>19.323597507916695</c:v>
                </c:pt>
                <c:pt idx="532">
                  <c:v>19.294478517894579</c:v>
                </c:pt>
                <c:pt idx="533">
                  <c:v>19.266925847680685</c:v>
                </c:pt>
                <c:pt idx="534">
                  <c:v>19.27947179056649</c:v>
                </c:pt>
                <c:pt idx="535">
                  <c:v>19.293673296663346</c:v>
                </c:pt>
                <c:pt idx="536">
                  <c:v>19.286644440826066</c:v>
                </c:pt>
                <c:pt idx="537">
                  <c:v>19.284660229233367</c:v>
                </c:pt>
                <c:pt idx="538">
                  <c:v>19.294224279168507</c:v>
                </c:pt>
                <c:pt idx="539">
                  <c:v>19.317312955137485</c:v>
                </c:pt>
                <c:pt idx="540">
                  <c:v>19.337201465243826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8022-4DA3-A5C1-DAA90C22AF82}"/>
            </c:ext>
          </c:extLst>
        </c:ser>
        <c:ser>
          <c:idx val="9"/>
          <c:order val="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plot!$K$2:$K$542</c:f>
              <c:numCache>
                <c:formatCode>General</c:formatCode>
                <c:ptCount val="541"/>
                <c:pt idx="0">
                  <c:v>20.084414856202535</c:v>
                </c:pt>
                <c:pt idx="1">
                  <c:v>20.175854431964964</c:v>
                </c:pt>
                <c:pt idx="2">
                  <c:v>20.121319451960119</c:v>
                </c:pt>
                <c:pt idx="3">
                  <c:v>20.07419115009742</c:v>
                </c:pt>
                <c:pt idx="4">
                  <c:v>20.249024373408016</c:v>
                </c:pt>
                <c:pt idx="5">
                  <c:v>20.304786469886579</c:v>
                </c:pt>
                <c:pt idx="6">
                  <c:v>20.319369550476591</c:v>
                </c:pt>
                <c:pt idx="7">
                  <c:v>20.364871209474057</c:v>
                </c:pt>
                <c:pt idx="8">
                  <c:v>20.391062441626193</c:v>
                </c:pt>
                <c:pt idx="9">
                  <c:v>20.413902226314136</c:v>
                </c:pt>
                <c:pt idx="10">
                  <c:v>20.395838681479212</c:v>
                </c:pt>
                <c:pt idx="11">
                  <c:v>20.364119442856129</c:v>
                </c:pt>
                <c:pt idx="12">
                  <c:v>20.359934118015985</c:v>
                </c:pt>
                <c:pt idx="13">
                  <c:v>20.366457301793119</c:v>
                </c:pt>
                <c:pt idx="14">
                  <c:v>20.355921525398355</c:v>
                </c:pt>
                <c:pt idx="15">
                  <c:v>20.315222662049155</c:v>
                </c:pt>
                <c:pt idx="16">
                  <c:v>20.31577580566502</c:v>
                </c:pt>
                <c:pt idx="17">
                  <c:v>20.334298794151699</c:v>
                </c:pt>
                <c:pt idx="18">
                  <c:v>20.369685116114876</c:v>
                </c:pt>
                <c:pt idx="19">
                  <c:v>20.411965043068957</c:v>
                </c:pt>
                <c:pt idx="20">
                  <c:v>20.466182890912588</c:v>
                </c:pt>
                <c:pt idx="21">
                  <c:v>20.5437600949756</c:v>
                </c:pt>
                <c:pt idx="22">
                  <c:v>20.603477428336191</c:v>
                </c:pt>
                <c:pt idx="23">
                  <c:v>20.63308162564028</c:v>
                </c:pt>
                <c:pt idx="24">
                  <c:v>20.606943041809284</c:v>
                </c:pt>
                <c:pt idx="25">
                  <c:v>20.54811020921035</c:v>
                </c:pt>
                <c:pt idx="26">
                  <c:v>20.502816588043878</c:v>
                </c:pt>
                <c:pt idx="27">
                  <c:v>20.472101455870291</c:v>
                </c:pt>
                <c:pt idx="28">
                  <c:v>20.43797418047426</c:v>
                </c:pt>
                <c:pt idx="29">
                  <c:v>20.422492077122573</c:v>
                </c:pt>
                <c:pt idx="30">
                  <c:v>20.426883646492961</c:v>
                </c:pt>
                <c:pt idx="31">
                  <c:v>20.432192324810284</c:v>
                </c:pt>
                <c:pt idx="32">
                  <c:v>20.43332594493425</c:v>
                </c:pt>
                <c:pt idx="33">
                  <c:v>20.440791097289942</c:v>
                </c:pt>
                <c:pt idx="34">
                  <c:v>20.455084630793898</c:v>
                </c:pt>
                <c:pt idx="35">
                  <c:v>20.454206810077526</c:v>
                </c:pt>
                <c:pt idx="36">
                  <c:v>20.468661337156171</c:v>
                </c:pt>
                <c:pt idx="37">
                  <c:v>20.499502448707339</c:v>
                </c:pt>
                <c:pt idx="38">
                  <c:v>20.515481161868795</c:v>
                </c:pt>
                <c:pt idx="39">
                  <c:v>20.523003909066858</c:v>
                </c:pt>
                <c:pt idx="40">
                  <c:v>20.548603755464672</c:v>
                </c:pt>
                <c:pt idx="41">
                  <c:v>20.574107615439925</c:v>
                </c:pt>
                <c:pt idx="42">
                  <c:v>20.609856841697901</c:v>
                </c:pt>
                <c:pt idx="43">
                  <c:v>20.632429880371596</c:v>
                </c:pt>
                <c:pt idx="44">
                  <c:v>20.654672533270734</c:v>
                </c:pt>
                <c:pt idx="45">
                  <c:v>20.667948039828133</c:v>
                </c:pt>
                <c:pt idx="46">
                  <c:v>20.687007554010407</c:v>
                </c:pt>
                <c:pt idx="47">
                  <c:v>20.708374941646738</c:v>
                </c:pt>
                <c:pt idx="48">
                  <c:v>20.722707703604566</c:v>
                </c:pt>
                <c:pt idx="49">
                  <c:v>20.754342455346137</c:v>
                </c:pt>
                <c:pt idx="50">
                  <c:v>20.784116523063624</c:v>
                </c:pt>
                <c:pt idx="51">
                  <c:v>20.814686905978469</c:v>
                </c:pt>
                <c:pt idx="52">
                  <c:v>20.84034049162204</c:v>
                </c:pt>
                <c:pt idx="53">
                  <c:v>20.88540327014967</c:v>
                </c:pt>
                <c:pt idx="54">
                  <c:v>20.935669221133917</c:v>
                </c:pt>
                <c:pt idx="55">
                  <c:v>20.973804986972116</c:v>
                </c:pt>
                <c:pt idx="56">
                  <c:v>20.992776644361889</c:v>
                </c:pt>
                <c:pt idx="57">
                  <c:v>21.000949522857965</c:v>
                </c:pt>
                <c:pt idx="58">
                  <c:v>21.01937383497096</c:v>
                </c:pt>
                <c:pt idx="59">
                  <c:v>21.059778425139424</c:v>
                </c:pt>
                <c:pt idx="60">
                  <c:v>21.11955188881344</c:v>
                </c:pt>
                <c:pt idx="61">
                  <c:v>21.161202434453585</c:v>
                </c:pt>
                <c:pt idx="62">
                  <c:v>21.16000453944196</c:v>
                </c:pt>
                <c:pt idx="63">
                  <c:v>21.149281826388343</c:v>
                </c:pt>
                <c:pt idx="64">
                  <c:v>21.119926927776635</c:v>
                </c:pt>
                <c:pt idx="65">
                  <c:v>21.080626293548924</c:v>
                </c:pt>
                <c:pt idx="66">
                  <c:v>21.039761183748258</c:v>
                </c:pt>
                <c:pt idx="67">
                  <c:v>21.013150483606882</c:v>
                </c:pt>
                <c:pt idx="68">
                  <c:v>20.999122896603925</c:v>
                </c:pt>
                <c:pt idx="69">
                  <c:v>20.981309203395782</c:v>
                </c:pt>
                <c:pt idx="70">
                  <c:v>20.980221088278306</c:v>
                </c:pt>
                <c:pt idx="71">
                  <c:v>20.984898943169014</c:v>
                </c:pt>
                <c:pt idx="72">
                  <c:v>20.987571140614296</c:v>
                </c:pt>
                <c:pt idx="73">
                  <c:v>20.992163993049523</c:v>
                </c:pt>
                <c:pt idx="74">
                  <c:v>21.008061843291397</c:v>
                </c:pt>
                <c:pt idx="75">
                  <c:v>21.017513106114357</c:v>
                </c:pt>
                <c:pt idx="76">
                  <c:v>21.021185457275401</c:v>
                </c:pt>
                <c:pt idx="77">
                  <c:v>21.035290783865804</c:v>
                </c:pt>
                <c:pt idx="78">
                  <c:v>21.050052398753451</c:v>
                </c:pt>
                <c:pt idx="79">
                  <c:v>21.062863290975272</c:v>
                </c:pt>
                <c:pt idx="80">
                  <c:v>21.094743964026147</c:v>
                </c:pt>
                <c:pt idx="81">
                  <c:v>21.136269576380815</c:v>
                </c:pt>
                <c:pt idx="82">
                  <c:v>21.171302812370797</c:v>
                </c:pt>
                <c:pt idx="83">
                  <c:v>21.177139498205161</c:v>
                </c:pt>
                <c:pt idx="84">
                  <c:v>21.167122717991173</c:v>
                </c:pt>
                <c:pt idx="85">
                  <c:v>21.143816682580717</c:v>
                </c:pt>
                <c:pt idx="86">
                  <c:v>21.109793822120764</c:v>
                </c:pt>
                <c:pt idx="87">
                  <c:v>21.070432335220989</c:v>
                </c:pt>
                <c:pt idx="88">
                  <c:v>21.036900211510854</c:v>
                </c:pt>
                <c:pt idx="89">
                  <c:v>21.010840801907904</c:v>
                </c:pt>
                <c:pt idx="90">
                  <c:v>20.979414790373454</c:v>
                </c:pt>
                <c:pt idx="91">
                  <c:v>20.961983907098414</c:v>
                </c:pt>
                <c:pt idx="92">
                  <c:v>20.939917819602133</c:v>
                </c:pt>
                <c:pt idx="93">
                  <c:v>20.924590597658419</c:v>
                </c:pt>
                <c:pt idx="94">
                  <c:v>20.926856283712372</c:v>
                </c:pt>
                <c:pt idx="95">
                  <c:v>20.937052752661355</c:v>
                </c:pt>
                <c:pt idx="96">
                  <c:v>20.960480224420827</c:v>
                </c:pt>
                <c:pt idx="97">
                  <c:v>20.980826596276025</c:v>
                </c:pt>
                <c:pt idx="98">
                  <c:v>20.991335906540577</c:v>
                </c:pt>
                <c:pt idx="99">
                  <c:v>20.972624845637903</c:v>
                </c:pt>
                <c:pt idx="100">
                  <c:v>20.92535887758741</c:v>
                </c:pt>
                <c:pt idx="101">
                  <c:v>20.842281321245409</c:v>
                </c:pt>
                <c:pt idx="102">
                  <c:v>20.771806425019989</c:v>
                </c:pt>
                <c:pt idx="103">
                  <c:v>20.711559978273563</c:v>
                </c:pt>
                <c:pt idx="104">
                  <c:v>20.657157510117877</c:v>
                </c:pt>
                <c:pt idx="105">
                  <c:v>20.612859200755146</c:v>
                </c:pt>
                <c:pt idx="106">
                  <c:v>20.570224133004096</c:v>
                </c:pt>
                <c:pt idx="107">
                  <c:v>20.523403127701812</c:v>
                </c:pt>
                <c:pt idx="108">
                  <c:v>20.473344512172432</c:v>
                </c:pt>
                <c:pt idx="109">
                  <c:v>20.424105121257465</c:v>
                </c:pt>
                <c:pt idx="110">
                  <c:v>20.386632062238775</c:v>
                </c:pt>
                <c:pt idx="111">
                  <c:v>20.355355910870202</c:v>
                </c:pt>
                <c:pt idx="112">
                  <c:v>20.328679770195681</c:v>
                </c:pt>
                <c:pt idx="113">
                  <c:v>20.307083370581683</c:v>
                </c:pt>
                <c:pt idx="114">
                  <c:v>20.296862281107842</c:v>
                </c:pt>
                <c:pt idx="115">
                  <c:v>20.290586303838886</c:v>
                </c:pt>
                <c:pt idx="116">
                  <c:v>20.294093051147897</c:v>
                </c:pt>
                <c:pt idx="117">
                  <c:v>20.298256213779624</c:v>
                </c:pt>
                <c:pt idx="118">
                  <c:v>20.30756909356149</c:v>
                </c:pt>
                <c:pt idx="119">
                  <c:v>20.291363288748588</c:v>
                </c:pt>
                <c:pt idx="120">
                  <c:v>20.302181696813395</c:v>
                </c:pt>
                <c:pt idx="121">
                  <c:v>20.308058649721648</c:v>
                </c:pt>
                <c:pt idx="122">
                  <c:v>20.327639431598982</c:v>
                </c:pt>
                <c:pt idx="123">
                  <c:v>20.335998118468854</c:v>
                </c:pt>
                <c:pt idx="124">
                  <c:v>20.337090888696189</c:v>
                </c:pt>
                <c:pt idx="125">
                  <c:v>20.331027395149665</c:v>
                </c:pt>
                <c:pt idx="126">
                  <c:v>20.334698431223494</c:v>
                </c:pt>
                <c:pt idx="127">
                  <c:v>20.335995488294426</c:v>
                </c:pt>
                <c:pt idx="128">
                  <c:v>20.339427761317765</c:v>
                </c:pt>
                <c:pt idx="129">
                  <c:v>20.336515059825857</c:v>
                </c:pt>
                <c:pt idx="130">
                  <c:v>20.323606641931669</c:v>
                </c:pt>
                <c:pt idx="131">
                  <c:v>20.325709354308017</c:v>
                </c:pt>
                <c:pt idx="132">
                  <c:v>20.342179730758012</c:v>
                </c:pt>
                <c:pt idx="133">
                  <c:v>20.349259054457672</c:v>
                </c:pt>
                <c:pt idx="134">
                  <c:v>20.360932837091152</c:v>
                </c:pt>
                <c:pt idx="135">
                  <c:v>20.375787374845913</c:v>
                </c:pt>
                <c:pt idx="136">
                  <c:v>20.389979160948652</c:v>
                </c:pt>
                <c:pt idx="137">
                  <c:v>20.417415466866274</c:v>
                </c:pt>
                <c:pt idx="138">
                  <c:v>20.442689321076362</c:v>
                </c:pt>
                <c:pt idx="139">
                  <c:v>20.493383572056032</c:v>
                </c:pt>
                <c:pt idx="140">
                  <c:v>20.538787361665154</c:v>
                </c:pt>
                <c:pt idx="141">
                  <c:v>20.579687859267256</c:v>
                </c:pt>
                <c:pt idx="142">
                  <c:v>20.640213791935327</c:v>
                </c:pt>
                <c:pt idx="143">
                  <c:v>20.709226385897935</c:v>
                </c:pt>
                <c:pt idx="144">
                  <c:v>20.764204413928841</c:v>
                </c:pt>
                <c:pt idx="145">
                  <c:v>20.837639810583205</c:v>
                </c:pt>
                <c:pt idx="146">
                  <c:v>20.895359974788583</c:v>
                </c:pt>
                <c:pt idx="147">
                  <c:v>20.922156430999152</c:v>
                </c:pt>
                <c:pt idx="148">
                  <c:v>20.937386754925758</c:v>
                </c:pt>
                <c:pt idx="149">
                  <c:v>20.9419363589246</c:v>
                </c:pt>
                <c:pt idx="150">
                  <c:v>20.930987570423294</c:v>
                </c:pt>
                <c:pt idx="151">
                  <c:v>20.91366784190631</c:v>
                </c:pt>
                <c:pt idx="152">
                  <c:v>20.898535731084031</c:v>
                </c:pt>
                <c:pt idx="153">
                  <c:v>20.918955688046605</c:v>
                </c:pt>
                <c:pt idx="154">
                  <c:v>20.958894856894151</c:v>
                </c:pt>
                <c:pt idx="155">
                  <c:v>21.008578612790412</c:v>
                </c:pt>
                <c:pt idx="156">
                  <c:v>21.042942798159487</c:v>
                </c:pt>
                <c:pt idx="157">
                  <c:v>21.08176237946142</c:v>
                </c:pt>
                <c:pt idx="158">
                  <c:v>21.119430661682845</c:v>
                </c:pt>
                <c:pt idx="159">
                  <c:v>21.16504703215152</c:v>
                </c:pt>
                <c:pt idx="160">
                  <c:v>21.220233621059471</c:v>
                </c:pt>
                <c:pt idx="161">
                  <c:v>21.292228040785755</c:v>
                </c:pt>
                <c:pt idx="162">
                  <c:v>21.342457468211428</c:v>
                </c:pt>
                <c:pt idx="163">
                  <c:v>21.379996184453773</c:v>
                </c:pt>
                <c:pt idx="164">
                  <c:v>21.364728858755058</c:v>
                </c:pt>
                <c:pt idx="165">
                  <c:v>21.330835594162529</c:v>
                </c:pt>
                <c:pt idx="166">
                  <c:v>21.318435875913991</c:v>
                </c:pt>
                <c:pt idx="167">
                  <c:v>21.347960390888154</c:v>
                </c:pt>
                <c:pt idx="168">
                  <c:v>21.409307715075713</c:v>
                </c:pt>
                <c:pt idx="169">
                  <c:v>21.493492126528007</c:v>
                </c:pt>
                <c:pt idx="170">
                  <c:v>21.573219826960226</c:v>
                </c:pt>
                <c:pt idx="171">
                  <c:v>21.648729086265149</c:v>
                </c:pt>
                <c:pt idx="172">
                  <c:v>21.701404785130141</c:v>
                </c:pt>
                <c:pt idx="173">
                  <c:v>21.702774807125273</c:v>
                </c:pt>
                <c:pt idx="174">
                  <c:v>21.649079616784778</c:v>
                </c:pt>
                <c:pt idx="175">
                  <c:v>21.594021398322074</c:v>
                </c:pt>
                <c:pt idx="176">
                  <c:v>21.594487776070057</c:v>
                </c:pt>
                <c:pt idx="177">
                  <c:v>21.611405954661112</c:v>
                </c:pt>
                <c:pt idx="178">
                  <c:v>21.600990045477211</c:v>
                </c:pt>
                <c:pt idx="179">
                  <c:v>21.556901567246221</c:v>
                </c:pt>
                <c:pt idx="180">
                  <c:v>21.478979332119209</c:v>
                </c:pt>
                <c:pt idx="181">
                  <c:v>21.38901024055426</c:v>
                </c:pt>
                <c:pt idx="182">
                  <c:v>21.318612276930946</c:v>
                </c:pt>
                <c:pt idx="183">
                  <c:v>21.268730779738821</c:v>
                </c:pt>
                <c:pt idx="184">
                  <c:v>21.217203211789684</c:v>
                </c:pt>
                <c:pt idx="185">
                  <c:v>21.186063082282885</c:v>
                </c:pt>
                <c:pt idx="186">
                  <c:v>21.162943520261923</c:v>
                </c:pt>
                <c:pt idx="187">
                  <c:v>21.136137679110767</c:v>
                </c:pt>
                <c:pt idx="188">
                  <c:v>21.096733870313329</c:v>
                </c:pt>
                <c:pt idx="189">
                  <c:v>21.064456459360205</c:v>
                </c:pt>
                <c:pt idx="190">
                  <c:v>21.033449990535853</c:v>
                </c:pt>
                <c:pt idx="191">
                  <c:v>21.000782207898133</c:v>
                </c:pt>
                <c:pt idx="192">
                  <c:v>20.97924592121964</c:v>
                </c:pt>
                <c:pt idx="193">
                  <c:v>20.95778967553122</c:v>
                </c:pt>
                <c:pt idx="194">
                  <c:v>20.948804611126171</c:v>
                </c:pt>
                <c:pt idx="195">
                  <c:v>20.945450929508127</c:v>
                </c:pt>
                <c:pt idx="196">
                  <c:v>20.943003701641739</c:v>
                </c:pt>
                <c:pt idx="197">
                  <c:v>20.945617437482621</c:v>
                </c:pt>
                <c:pt idx="198">
                  <c:v>20.965894498263889</c:v>
                </c:pt>
                <c:pt idx="199">
                  <c:v>20.993359048668299</c:v>
                </c:pt>
                <c:pt idx="200">
                  <c:v>21.011560453498262</c:v>
                </c:pt>
                <c:pt idx="201">
                  <c:v>21.022053295284273</c:v>
                </c:pt>
                <c:pt idx="202">
                  <c:v>21.062308593165426</c:v>
                </c:pt>
                <c:pt idx="203">
                  <c:v>21.135708721571735</c:v>
                </c:pt>
                <c:pt idx="204">
                  <c:v>21.206249820483123</c:v>
                </c:pt>
                <c:pt idx="205">
                  <c:v>21.268599659565762</c:v>
                </c:pt>
                <c:pt idx="206">
                  <c:v>21.310179310049655</c:v>
                </c:pt>
                <c:pt idx="207">
                  <c:v>21.318012746602392</c:v>
                </c:pt>
                <c:pt idx="208">
                  <c:v>21.304275196107152</c:v>
                </c:pt>
                <c:pt idx="209">
                  <c:v>21.268124464755765</c:v>
                </c:pt>
                <c:pt idx="210">
                  <c:v>21.235748571703201</c:v>
                </c:pt>
                <c:pt idx="211">
                  <c:v>21.200556269936833</c:v>
                </c:pt>
                <c:pt idx="212">
                  <c:v>21.150246801521089</c:v>
                </c:pt>
                <c:pt idx="213">
                  <c:v>21.088984479789005</c:v>
                </c:pt>
                <c:pt idx="214">
                  <c:v>21.082527222230638</c:v>
                </c:pt>
                <c:pt idx="215">
                  <c:v>21.11231777337084</c:v>
                </c:pt>
                <c:pt idx="216">
                  <c:v>21.134892590401112</c:v>
                </c:pt>
                <c:pt idx="217">
                  <c:v>21.176734600784503</c:v>
                </c:pt>
                <c:pt idx="218">
                  <c:v>21.210393989071086</c:v>
                </c:pt>
                <c:pt idx="219">
                  <c:v>21.227608450834133</c:v>
                </c:pt>
                <c:pt idx="220">
                  <c:v>21.31556895589577</c:v>
                </c:pt>
                <c:pt idx="221">
                  <c:v>21.421776206407959</c:v>
                </c:pt>
                <c:pt idx="222">
                  <c:v>21.502894940342411</c:v>
                </c:pt>
                <c:pt idx="223">
                  <c:v>21.482717975631253</c:v>
                </c:pt>
                <c:pt idx="224">
                  <c:v>21.409234428851793</c:v>
                </c:pt>
                <c:pt idx="225">
                  <c:v>21.331266524332385</c:v>
                </c:pt>
                <c:pt idx="226">
                  <c:v>21.283618314227358</c:v>
                </c:pt>
                <c:pt idx="227">
                  <c:v>21.267360668078652</c:v>
                </c:pt>
                <c:pt idx="228">
                  <c:v>21.256090370641491</c:v>
                </c:pt>
                <c:pt idx="229">
                  <c:v>21.222656489924024</c:v>
                </c:pt>
                <c:pt idx="230">
                  <c:v>21.214523392816222</c:v>
                </c:pt>
                <c:pt idx="231">
                  <c:v>21.208011589026754</c:v>
                </c:pt>
                <c:pt idx="232">
                  <c:v>21.232054192831296</c:v>
                </c:pt>
                <c:pt idx="233">
                  <c:v>21.258772192134124</c:v>
                </c:pt>
                <c:pt idx="234">
                  <c:v>21.240084743024635</c:v>
                </c:pt>
                <c:pt idx="235">
                  <c:v>21.208597579934661</c:v>
                </c:pt>
                <c:pt idx="236">
                  <c:v>21.178430435637285</c:v>
                </c:pt>
                <c:pt idx="237">
                  <c:v>21.131443953508438</c:v>
                </c:pt>
                <c:pt idx="238">
                  <c:v>21.09242997840537</c:v>
                </c:pt>
                <c:pt idx="239">
                  <c:v>21.049948716081843</c:v>
                </c:pt>
                <c:pt idx="240">
                  <c:v>21.003765034921393</c:v>
                </c:pt>
                <c:pt idx="241">
                  <c:v>20.950291795436868</c:v>
                </c:pt>
                <c:pt idx="242">
                  <c:v>20.91556410800608</c:v>
                </c:pt>
                <c:pt idx="243">
                  <c:v>20.922362301925077</c:v>
                </c:pt>
                <c:pt idx="244">
                  <c:v>20.915073789693107</c:v>
                </c:pt>
                <c:pt idx="245">
                  <c:v>20.917077803279511</c:v>
                </c:pt>
                <c:pt idx="246">
                  <c:v>20.922437560779819</c:v>
                </c:pt>
                <c:pt idx="247">
                  <c:v>20.913564398341471</c:v>
                </c:pt>
                <c:pt idx="248">
                  <c:v>20.930759133796286</c:v>
                </c:pt>
                <c:pt idx="249">
                  <c:v>20.925976968578709</c:v>
                </c:pt>
                <c:pt idx="250">
                  <c:v>20.898993231993309</c:v>
                </c:pt>
                <c:pt idx="251">
                  <c:v>20.946210870588633</c:v>
                </c:pt>
                <c:pt idx="252">
                  <c:v>20.978326406260866</c:v>
                </c:pt>
                <c:pt idx="253">
                  <c:v>21.003482321058399</c:v>
                </c:pt>
                <c:pt idx="254">
                  <c:v>21.027744125991092</c:v>
                </c:pt>
                <c:pt idx="255">
                  <c:v>21.047809188735549</c:v>
                </c:pt>
                <c:pt idx="256">
                  <c:v>21.051351196820526</c:v>
                </c:pt>
                <c:pt idx="257">
                  <c:v>21.033370935861193</c:v>
                </c:pt>
                <c:pt idx="258">
                  <c:v>21.016275071054313</c:v>
                </c:pt>
                <c:pt idx="259">
                  <c:v>21</c:v>
                </c:pt>
                <c:pt idx="260">
                  <c:v>20.946859985682885</c:v>
                </c:pt>
                <c:pt idx="261">
                  <c:v>20.904565555409004</c:v>
                </c:pt>
                <c:pt idx="262">
                  <c:v>20.971645494210822</c:v>
                </c:pt>
                <c:pt idx="263">
                  <c:v>20.967832070057565</c:v>
                </c:pt>
                <c:pt idx="264">
                  <c:v>20.926730961878402</c:v>
                </c:pt>
                <c:pt idx="265">
                  <c:v>20.900154035567788</c:v>
                </c:pt>
                <c:pt idx="266">
                  <c:v>20.887900501218592</c:v>
                </c:pt>
                <c:pt idx="267">
                  <c:v>20.848043585098711</c:v>
                </c:pt>
                <c:pt idx="268">
                  <c:v>20.77599524679659</c:v>
                </c:pt>
                <c:pt idx="269">
                  <c:v>20.740932182237493</c:v>
                </c:pt>
                <c:pt idx="270">
                  <c:v>20.724195635123912</c:v>
                </c:pt>
                <c:pt idx="271">
                  <c:v>20.73028891240703</c:v>
                </c:pt>
                <c:pt idx="272">
                  <c:v>20.721676929278523</c:v>
                </c:pt>
                <c:pt idx="273">
                  <c:v>20.703477392470173</c:v>
                </c:pt>
                <c:pt idx="274">
                  <c:v>20.687425886242504</c:v>
                </c:pt>
                <c:pt idx="275">
                  <c:v>20.675852177262879</c:v>
                </c:pt>
                <c:pt idx="276">
                  <c:v>20.685720800946694</c:v>
                </c:pt>
                <c:pt idx="277">
                  <c:v>20.681407494209807</c:v>
                </c:pt>
                <c:pt idx="278">
                  <c:v>20.737838454507113</c:v>
                </c:pt>
                <c:pt idx="279">
                  <c:v>20.761892296329677</c:v>
                </c:pt>
                <c:pt idx="280">
                  <c:v>20.743856532712183</c:v>
                </c:pt>
                <c:pt idx="281">
                  <c:v>20.745262928824161</c:v>
                </c:pt>
                <c:pt idx="282">
                  <c:v>20.832959743954909</c:v>
                </c:pt>
                <c:pt idx="283">
                  <c:v>20.898885305176599</c:v>
                </c:pt>
                <c:pt idx="284">
                  <c:v>20.909246100250829</c:v>
                </c:pt>
                <c:pt idx="285">
                  <c:v>20.839330504640508</c:v>
                </c:pt>
                <c:pt idx="286">
                  <c:v>20.889390495033798</c:v>
                </c:pt>
                <c:pt idx="287">
                  <c:v>21.012495659838585</c:v>
                </c:pt>
                <c:pt idx="288">
                  <c:v>21.084407946390588</c:v>
                </c:pt>
                <c:pt idx="289">
                  <c:v>21.144893529791819</c:v>
                </c:pt>
                <c:pt idx="290">
                  <c:v>21.136096702188667</c:v>
                </c:pt>
                <c:pt idx="291">
                  <c:v>21.215212498517165</c:v>
                </c:pt>
                <c:pt idx="292">
                  <c:v>21.216565992257067</c:v>
                </c:pt>
                <c:pt idx="293">
                  <c:v>21.257766987287919</c:v>
                </c:pt>
                <c:pt idx="294">
                  <c:v>21.31909362874018</c:v>
                </c:pt>
                <c:pt idx="295">
                  <c:v>21.338193566910157</c:v>
                </c:pt>
                <c:pt idx="296">
                  <c:v>21.392232562892477</c:v>
                </c:pt>
                <c:pt idx="297">
                  <c:v>21.445905815187146</c:v>
                </c:pt>
                <c:pt idx="298">
                  <c:v>21.433958008727217</c:v>
                </c:pt>
                <c:pt idx="299">
                  <c:v>21.476612205019588</c:v>
                </c:pt>
                <c:pt idx="300">
                  <c:v>21.555876695868477</c:v>
                </c:pt>
                <c:pt idx="301">
                  <c:v>21.513843340295224</c:v>
                </c:pt>
                <c:pt idx="302">
                  <c:v>21.468502839258356</c:v>
                </c:pt>
                <c:pt idx="303">
                  <c:v>21.49164054350522</c:v>
                </c:pt>
                <c:pt idx="304">
                  <c:v>21.536238976692381</c:v>
                </c:pt>
                <c:pt idx="305">
                  <c:v>21.610850748749389</c:v>
                </c:pt>
                <c:pt idx="306">
                  <c:v>21.645966805345601</c:v>
                </c:pt>
                <c:pt idx="307">
                  <c:v>21.647525901016316</c:v>
                </c:pt>
                <c:pt idx="308">
                  <c:v>21.657211219475293</c:v>
                </c:pt>
                <c:pt idx="309">
                  <c:v>21.635609656649557</c:v>
                </c:pt>
                <c:pt idx="310">
                  <c:v>21.601001044388468</c:v>
                </c:pt>
                <c:pt idx="311">
                  <c:v>21.494729474156099</c:v>
                </c:pt>
                <c:pt idx="312">
                  <c:v>21.538417209446497</c:v>
                </c:pt>
                <c:pt idx="313">
                  <c:v>21.697101879537591</c:v>
                </c:pt>
                <c:pt idx="314">
                  <c:v>21.685939000815264</c:v>
                </c:pt>
                <c:pt idx="315">
                  <c:v>21.733452324815662</c:v>
                </c:pt>
                <c:pt idx="316">
                  <c:v>21.716833687226291</c:v>
                </c:pt>
                <c:pt idx="317">
                  <c:v>21.743993466168497</c:v>
                </c:pt>
                <c:pt idx="318">
                  <c:v>21.822363339050675</c:v>
                </c:pt>
                <c:pt idx="319">
                  <c:v>21.829147395782101</c:v>
                </c:pt>
                <c:pt idx="320">
                  <c:v>21.805801728425102</c:v>
                </c:pt>
                <c:pt idx="321">
                  <c:v>21.917448149772408</c:v>
                </c:pt>
                <c:pt idx="322">
                  <c:v>22.00813847701005</c:v>
                </c:pt>
                <c:pt idx="323">
                  <c:v>22.062113721150752</c:v>
                </c:pt>
                <c:pt idx="324">
                  <c:v>22.11572689787036</c:v>
                </c:pt>
                <c:pt idx="325">
                  <c:v>22.176637254442198</c:v>
                </c:pt>
                <c:pt idx="326">
                  <c:v>22.227879747349021</c:v>
                </c:pt>
                <c:pt idx="327">
                  <c:v>22.278781931550483</c:v>
                </c:pt>
                <c:pt idx="328">
                  <c:v>22.345491822742865</c:v>
                </c:pt>
                <c:pt idx="329">
                  <c:v>22.366728090206134</c:v>
                </c:pt>
                <c:pt idx="330">
                  <c:v>22.394722112656527</c:v>
                </c:pt>
                <c:pt idx="331">
                  <c:v>22.424593840543949</c:v>
                </c:pt>
                <c:pt idx="332">
                  <c:v>22.407192247847796</c:v>
                </c:pt>
                <c:pt idx="333">
                  <c:v>22.381948252095171</c:v>
                </c:pt>
                <c:pt idx="334">
                  <c:v>22.349442284961647</c:v>
                </c:pt>
                <c:pt idx="335">
                  <c:v>22.280250047096558</c:v>
                </c:pt>
                <c:pt idx="336">
                  <c:v>22.211737410438456</c:v>
                </c:pt>
                <c:pt idx="337">
                  <c:v>22.14682374905243</c:v>
                </c:pt>
                <c:pt idx="338">
                  <c:v>22.104179774574316</c:v>
                </c:pt>
                <c:pt idx="339">
                  <c:v>22.04157403147488</c:v>
                </c:pt>
                <c:pt idx="340">
                  <c:v>21.945768672512415</c:v>
                </c:pt>
                <c:pt idx="341">
                  <c:v>21.935171161739369</c:v>
                </c:pt>
                <c:pt idx="342">
                  <c:v>21.922336149622492</c:v>
                </c:pt>
                <c:pt idx="343">
                  <c:v>21.878476257460242</c:v>
                </c:pt>
                <c:pt idx="344">
                  <c:v>21.93290813574821</c:v>
                </c:pt>
                <c:pt idx="345">
                  <c:v>21.992932362643543</c:v>
                </c:pt>
                <c:pt idx="346">
                  <c:v>22.071618035787534</c:v>
                </c:pt>
                <c:pt idx="347">
                  <c:v>22.167801542101149</c:v>
                </c:pt>
                <c:pt idx="348">
                  <c:v>22.199876459511433</c:v>
                </c:pt>
                <c:pt idx="349">
                  <c:v>22.132866190443696</c:v>
                </c:pt>
                <c:pt idx="350">
                  <c:v>22.097084161726205</c:v>
                </c:pt>
                <c:pt idx="351">
                  <c:v>22.152079256002551</c:v>
                </c:pt>
                <c:pt idx="352">
                  <c:v>22.173758648080778</c:v>
                </c:pt>
                <c:pt idx="353">
                  <c:v>22.180944045519716</c:v>
                </c:pt>
                <c:pt idx="354">
                  <c:v>22.141556585647432</c:v>
                </c:pt>
                <c:pt idx="355">
                  <c:v>22.052957964402804</c:v>
                </c:pt>
                <c:pt idx="356">
                  <c:v>22.061323413510905</c:v>
                </c:pt>
                <c:pt idx="357">
                  <c:v>22.105482488014705</c:v>
                </c:pt>
                <c:pt idx="358">
                  <c:v>22.018991473363034</c:v>
                </c:pt>
                <c:pt idx="359">
                  <c:v>22.094447471635728</c:v>
                </c:pt>
                <c:pt idx="360">
                  <c:v>22.214316894235044</c:v>
                </c:pt>
                <c:pt idx="361">
                  <c:v>22.229482898441468</c:v>
                </c:pt>
                <c:pt idx="362">
                  <c:v>22.226182447967304</c:v>
                </c:pt>
                <c:pt idx="363">
                  <c:v>22.148944207634095</c:v>
                </c:pt>
                <c:pt idx="364">
                  <c:v>22.135418595398981</c:v>
                </c:pt>
                <c:pt idx="365">
                  <c:v>22.10749684296875</c:v>
                </c:pt>
                <c:pt idx="366">
                  <c:v>21.990056087573095</c:v>
                </c:pt>
                <c:pt idx="367">
                  <c:v>21.913591776066234</c:v>
                </c:pt>
                <c:pt idx="368">
                  <c:v>21.880924352088659</c:v>
                </c:pt>
                <c:pt idx="369">
                  <c:v>21.78992826707341</c:v>
                </c:pt>
                <c:pt idx="370">
                  <c:v>21.753443563345972</c:v>
                </c:pt>
                <c:pt idx="371">
                  <c:v>21.68999096385641</c:v>
                </c:pt>
                <c:pt idx="372">
                  <c:v>21.605267785082589</c:v>
                </c:pt>
                <c:pt idx="373">
                  <c:v>21.50837171071656</c:v>
                </c:pt>
                <c:pt idx="374">
                  <c:v>21.411199348481883</c:v>
                </c:pt>
                <c:pt idx="375">
                  <c:v>21.398342846644361</c:v>
                </c:pt>
                <c:pt idx="376">
                  <c:v>21.334263249436447</c:v>
                </c:pt>
                <c:pt idx="377">
                  <c:v>21.265733367202806</c:v>
                </c:pt>
                <c:pt idx="378">
                  <c:v>21.199459337757347</c:v>
                </c:pt>
                <c:pt idx="379">
                  <c:v>21.103041865472733</c:v>
                </c:pt>
                <c:pt idx="380">
                  <c:v>21.004343254859389</c:v>
                </c:pt>
                <c:pt idx="381">
                  <c:v>20.883620818870735</c:v>
                </c:pt>
                <c:pt idx="382">
                  <c:v>20.79348557799144</c:v>
                </c:pt>
                <c:pt idx="383">
                  <c:v>20.716995442953802</c:v>
                </c:pt>
                <c:pt idx="384">
                  <c:v>20.654183993314334</c:v>
                </c:pt>
                <c:pt idx="385">
                  <c:v>20.61464520874723</c:v>
                </c:pt>
                <c:pt idx="386">
                  <c:v>20.613196430960894</c:v>
                </c:pt>
                <c:pt idx="387">
                  <c:v>20.611780829238405</c:v>
                </c:pt>
                <c:pt idx="388">
                  <c:v>20.62210752171007</c:v>
                </c:pt>
                <c:pt idx="389">
                  <c:v>20.636595942172868</c:v>
                </c:pt>
                <c:pt idx="390">
                  <c:v>20.700719011979757</c:v>
                </c:pt>
                <c:pt idx="391">
                  <c:v>20.95572743944718</c:v>
                </c:pt>
                <c:pt idx="392">
                  <c:v>21.703144466186224</c:v>
                </c:pt>
                <c:pt idx="393">
                  <c:v>22.369679504577949</c:v>
                </c:pt>
                <c:pt idx="394">
                  <c:v>22.929386003413192</c:v>
                </c:pt>
                <c:pt idx="395">
                  <c:v>23.197371786244414</c:v>
                </c:pt>
                <c:pt idx="396">
                  <c:v>23.127558707660206</c:v>
                </c:pt>
                <c:pt idx="397">
                  <c:v>22.886255865102186</c:v>
                </c:pt>
                <c:pt idx="398">
                  <c:v>22.578122681318177</c:v>
                </c:pt>
                <c:pt idx="399">
                  <c:v>22.317649812419241</c:v>
                </c:pt>
                <c:pt idx="400">
                  <c:v>22.034576273070922</c:v>
                </c:pt>
                <c:pt idx="401">
                  <c:v>21.826774858891888</c:v>
                </c:pt>
                <c:pt idx="402">
                  <c:v>21.679913868960586</c:v>
                </c:pt>
                <c:pt idx="403">
                  <c:v>21.515158576952491</c:v>
                </c:pt>
                <c:pt idx="404">
                  <c:v>21.382360531937238</c:v>
                </c:pt>
                <c:pt idx="405">
                  <c:v>21.243315434099678</c:v>
                </c:pt>
                <c:pt idx="406">
                  <c:v>21.096754254165173</c:v>
                </c:pt>
                <c:pt idx="407">
                  <c:v>20.91510505290282</c:v>
                </c:pt>
                <c:pt idx="408">
                  <c:v>20.734847467965448</c:v>
                </c:pt>
                <c:pt idx="409">
                  <c:v>20.582877961968695</c:v>
                </c:pt>
                <c:pt idx="410">
                  <c:v>20.464109282312968</c:v>
                </c:pt>
                <c:pt idx="411">
                  <c:v>20.368555575750115</c:v>
                </c:pt>
                <c:pt idx="412">
                  <c:v>20.296291817195584</c:v>
                </c:pt>
                <c:pt idx="413">
                  <c:v>20.244772827201697</c:v>
                </c:pt>
                <c:pt idx="414">
                  <c:v>20.203567139700549</c:v>
                </c:pt>
                <c:pt idx="415">
                  <c:v>20.183946083277242</c:v>
                </c:pt>
                <c:pt idx="416">
                  <c:v>20.149913807988359</c:v>
                </c:pt>
                <c:pt idx="417">
                  <c:v>20.14100888918259</c:v>
                </c:pt>
                <c:pt idx="418">
                  <c:v>20.13738227466272</c:v>
                </c:pt>
                <c:pt idx="419">
                  <c:v>20.106092497944502</c:v>
                </c:pt>
                <c:pt idx="420">
                  <c:v>20.090870477373969</c:v>
                </c:pt>
                <c:pt idx="421">
                  <c:v>20.098024041856597</c:v>
                </c:pt>
                <c:pt idx="422">
                  <c:v>20.085664430032086</c:v>
                </c:pt>
                <c:pt idx="423">
                  <c:v>20.081656739103163</c:v>
                </c:pt>
                <c:pt idx="424">
                  <c:v>20.074108751197066</c:v>
                </c:pt>
                <c:pt idx="425">
                  <c:v>20.081750549280546</c:v>
                </c:pt>
                <c:pt idx="426">
                  <c:v>20.074646580771745</c:v>
                </c:pt>
                <c:pt idx="427">
                  <c:v>20.054541291115864</c:v>
                </c:pt>
                <c:pt idx="428">
                  <c:v>20.039700772863306</c:v>
                </c:pt>
                <c:pt idx="429">
                  <c:v>20.036235245319208</c:v>
                </c:pt>
                <c:pt idx="430">
                  <c:v>20.062957763366313</c:v>
                </c:pt>
                <c:pt idx="431">
                  <c:v>20.079628013458841</c:v>
                </c:pt>
                <c:pt idx="432">
                  <c:v>20.059251562719634</c:v>
                </c:pt>
                <c:pt idx="433">
                  <c:v>20.057352869125779</c:v>
                </c:pt>
                <c:pt idx="434">
                  <c:v>20.053317129852338</c:v>
                </c:pt>
                <c:pt idx="435">
                  <c:v>20.038892344479802</c:v>
                </c:pt>
                <c:pt idx="436">
                  <c:v>20.248513836096109</c:v>
                </c:pt>
                <c:pt idx="437">
                  <c:v>20.36763831736145</c:v>
                </c:pt>
                <c:pt idx="438">
                  <c:v>20.299814143804848</c:v>
                </c:pt>
                <c:pt idx="439">
                  <c:v>20.153050074306911</c:v>
                </c:pt>
                <c:pt idx="440">
                  <c:v>20.219812143078979</c:v>
                </c:pt>
                <c:pt idx="441">
                  <c:v>20.206642437529695</c:v>
                </c:pt>
                <c:pt idx="442">
                  <c:v>20.195787229439112</c:v>
                </c:pt>
                <c:pt idx="443">
                  <c:v>20.266710073511284</c:v>
                </c:pt>
                <c:pt idx="444">
                  <c:v>20.296748570896217</c:v>
                </c:pt>
                <c:pt idx="445">
                  <c:v>20.299787752395499</c:v>
                </c:pt>
                <c:pt idx="446">
                  <c:v>20.304398575198643</c:v>
                </c:pt>
                <c:pt idx="447">
                  <c:v>20.296476273121737</c:v>
                </c:pt>
                <c:pt idx="448">
                  <c:v>20.299820487606244</c:v>
                </c:pt>
                <c:pt idx="449">
                  <c:v>20.291027097162857</c:v>
                </c:pt>
                <c:pt idx="450">
                  <c:v>20.265650733398736</c:v>
                </c:pt>
                <c:pt idx="451">
                  <c:v>20.261570555759146</c:v>
                </c:pt>
                <c:pt idx="452">
                  <c:v>20.297102239692158</c:v>
                </c:pt>
                <c:pt idx="453">
                  <c:v>20.284196676134997</c:v>
                </c:pt>
                <c:pt idx="454">
                  <c:v>20.297132830414093</c:v>
                </c:pt>
                <c:pt idx="455">
                  <c:v>20.286889802894429</c:v>
                </c:pt>
                <c:pt idx="456">
                  <c:v>20.314987635041899</c:v>
                </c:pt>
                <c:pt idx="457">
                  <c:v>20.344797165281683</c:v>
                </c:pt>
                <c:pt idx="458">
                  <c:v>20.350597103394875</c:v>
                </c:pt>
                <c:pt idx="459">
                  <c:v>20.35872356528991</c:v>
                </c:pt>
                <c:pt idx="460">
                  <c:v>20.340302391453225</c:v>
                </c:pt>
                <c:pt idx="461">
                  <c:v>20.374401541915848</c:v>
                </c:pt>
                <c:pt idx="462">
                  <c:v>20.384308370377695</c:v>
                </c:pt>
                <c:pt idx="463">
                  <c:v>20.379005348429818</c:v>
                </c:pt>
                <c:pt idx="464">
                  <c:v>20.3732812594662</c:v>
                </c:pt>
                <c:pt idx="465">
                  <c:v>20.376039983672595</c:v>
                </c:pt>
                <c:pt idx="466">
                  <c:v>20.392054211660955</c:v>
                </c:pt>
                <c:pt idx="467">
                  <c:v>20.397548892626325</c:v>
                </c:pt>
                <c:pt idx="468">
                  <c:v>20.397667818354297</c:v>
                </c:pt>
                <c:pt idx="469">
                  <c:v>20.418584489735849</c:v>
                </c:pt>
                <c:pt idx="470">
                  <c:v>20.413958296850872</c:v>
                </c:pt>
                <c:pt idx="471">
                  <c:v>20.421158593630189</c:v>
                </c:pt>
                <c:pt idx="472">
                  <c:v>20.430295774771228</c:v>
                </c:pt>
                <c:pt idx="473">
                  <c:v>20.432980734540173</c:v>
                </c:pt>
                <c:pt idx="474">
                  <c:v>20.436631730478137</c:v>
                </c:pt>
                <c:pt idx="475">
                  <c:v>20.455611427832931</c:v>
                </c:pt>
                <c:pt idx="476">
                  <c:v>20.471858762502332</c:v>
                </c:pt>
                <c:pt idx="477">
                  <c:v>20.487245163370744</c:v>
                </c:pt>
                <c:pt idx="478">
                  <c:v>20.493498985903372</c:v>
                </c:pt>
                <c:pt idx="479">
                  <c:v>20.504241843702061</c:v>
                </c:pt>
                <c:pt idx="480">
                  <c:v>20.491058692133212</c:v>
                </c:pt>
                <c:pt idx="481">
                  <c:v>20.488683554956911</c:v>
                </c:pt>
                <c:pt idx="482">
                  <c:v>20.489561719389261</c:v>
                </c:pt>
                <c:pt idx="483">
                  <c:v>20.494417394993349</c:v>
                </c:pt>
                <c:pt idx="484">
                  <c:v>20.514857167929193</c:v>
                </c:pt>
                <c:pt idx="485">
                  <c:v>20.52180235273287</c:v>
                </c:pt>
                <c:pt idx="486">
                  <c:v>20.518189001166451</c:v>
                </c:pt>
                <c:pt idx="487">
                  <c:v>20.519563207529998</c:v>
                </c:pt>
                <c:pt idx="488">
                  <c:v>20.526446508513679</c:v>
                </c:pt>
                <c:pt idx="489">
                  <c:v>20.532876134296348</c:v>
                </c:pt>
                <c:pt idx="490">
                  <c:v>20.545796612138069</c:v>
                </c:pt>
                <c:pt idx="491">
                  <c:v>20.557614045633585</c:v>
                </c:pt>
                <c:pt idx="492">
                  <c:v>20.553788158040128</c:v>
                </c:pt>
                <c:pt idx="493">
                  <c:v>20.550244401486921</c:v>
                </c:pt>
                <c:pt idx="494">
                  <c:v>20.5494293164084</c:v>
                </c:pt>
                <c:pt idx="495">
                  <c:v>20.559413578102149</c:v>
                </c:pt>
                <c:pt idx="496">
                  <c:v>20.57784878451719</c:v>
                </c:pt>
                <c:pt idx="497">
                  <c:v>20.586320740745588</c:v>
                </c:pt>
                <c:pt idx="498">
                  <c:v>20.578250991986724</c:v>
                </c:pt>
                <c:pt idx="499">
                  <c:v>20.597433601321207</c:v>
                </c:pt>
                <c:pt idx="500">
                  <c:v>20.614111343114413</c:v>
                </c:pt>
                <c:pt idx="501">
                  <c:v>20.619016932256002</c:v>
                </c:pt>
                <c:pt idx="502">
                  <c:v>20.62571417828703</c:v>
                </c:pt>
                <c:pt idx="503">
                  <c:v>20.621618921976982</c:v>
                </c:pt>
                <c:pt idx="504">
                  <c:v>20.634741295594633</c:v>
                </c:pt>
                <c:pt idx="505">
                  <c:v>20.651621904535009</c:v>
                </c:pt>
                <c:pt idx="506">
                  <c:v>20.669551982961728</c:v>
                </c:pt>
                <c:pt idx="507">
                  <c:v>20.679226392174492</c:v>
                </c:pt>
                <c:pt idx="508">
                  <c:v>20.694373760997305</c:v>
                </c:pt>
                <c:pt idx="509">
                  <c:v>20.714397278941089</c:v>
                </c:pt>
                <c:pt idx="510">
                  <c:v>20.735276724387937</c:v>
                </c:pt>
                <c:pt idx="511">
                  <c:v>20.750634432444372</c:v>
                </c:pt>
                <c:pt idx="512">
                  <c:v>20.782798999947904</c:v>
                </c:pt>
                <c:pt idx="513">
                  <c:v>20.8266863893883</c:v>
                </c:pt>
                <c:pt idx="514">
                  <c:v>20.854432727116983</c:v>
                </c:pt>
                <c:pt idx="515">
                  <c:v>20.874424234642404</c:v>
                </c:pt>
                <c:pt idx="516">
                  <c:v>20.919040570948699</c:v>
                </c:pt>
                <c:pt idx="517">
                  <c:v>20.954025895920349</c:v>
                </c:pt>
                <c:pt idx="518">
                  <c:v>20.984259302680382</c:v>
                </c:pt>
                <c:pt idx="519">
                  <c:v>21.015157097479374</c:v>
                </c:pt>
                <c:pt idx="520">
                  <c:v>21.063982998074263</c:v>
                </c:pt>
                <c:pt idx="521">
                  <c:v>21.089139570415401</c:v>
                </c:pt>
                <c:pt idx="522">
                  <c:v>21.140684862153602</c:v>
                </c:pt>
                <c:pt idx="523">
                  <c:v>21.16930110018702</c:v>
                </c:pt>
                <c:pt idx="524">
                  <c:v>21.179240320143638</c:v>
                </c:pt>
                <c:pt idx="525">
                  <c:v>21.183332124349747</c:v>
                </c:pt>
                <c:pt idx="526">
                  <c:v>21.179280878628894</c:v>
                </c:pt>
                <c:pt idx="527">
                  <c:v>21.170115527721933</c:v>
                </c:pt>
                <c:pt idx="528">
                  <c:v>21.168261942179978</c:v>
                </c:pt>
                <c:pt idx="529">
                  <c:v>21.147798109125755</c:v>
                </c:pt>
                <c:pt idx="530">
                  <c:v>21.13280793805772</c:v>
                </c:pt>
                <c:pt idx="531">
                  <c:v>21.129894093336581</c:v>
                </c:pt>
                <c:pt idx="532">
                  <c:v>21.116734523672569</c:v>
                </c:pt>
                <c:pt idx="533">
                  <c:v>21.117988040895746</c:v>
                </c:pt>
                <c:pt idx="534">
                  <c:v>21.098099767716743</c:v>
                </c:pt>
                <c:pt idx="535">
                  <c:v>21.08900193458296</c:v>
                </c:pt>
                <c:pt idx="536">
                  <c:v>21.103871416510628</c:v>
                </c:pt>
                <c:pt idx="537">
                  <c:v>21.107199155044508</c:v>
                </c:pt>
                <c:pt idx="538">
                  <c:v>21.139143490271955</c:v>
                </c:pt>
                <c:pt idx="539">
                  <c:v>21.148789445779506</c:v>
                </c:pt>
                <c:pt idx="540">
                  <c:v>21.179636490167319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8022-4DA3-A5C1-DAA90C22AF82}"/>
            </c:ext>
          </c:extLst>
        </c:ser>
        <c:ser>
          <c:idx val="10"/>
          <c:order val="1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plot!$L$2:$L$542</c:f>
              <c:numCache>
                <c:formatCode>General</c:formatCode>
                <c:ptCount val="541"/>
                <c:pt idx="0">
                  <c:v>21.802595880769637</c:v>
                </c:pt>
                <c:pt idx="1">
                  <c:v>22.042600508447645</c:v>
                </c:pt>
                <c:pt idx="2">
                  <c:v>22.312345668857233</c:v>
                </c:pt>
                <c:pt idx="3">
                  <c:v>22.359844589042012</c:v>
                </c:pt>
                <c:pt idx="4">
                  <c:v>22.472791427880281</c:v>
                </c:pt>
                <c:pt idx="5">
                  <c:v>22.565190480968674</c:v>
                </c:pt>
                <c:pt idx="6">
                  <c:v>22.701304021673906</c:v>
                </c:pt>
                <c:pt idx="7">
                  <c:v>22.742694906114703</c:v>
                </c:pt>
                <c:pt idx="8">
                  <c:v>22.776443157588638</c:v>
                </c:pt>
                <c:pt idx="9">
                  <c:v>22.816154291560199</c:v>
                </c:pt>
                <c:pt idx="10">
                  <c:v>22.901463034147884</c:v>
                </c:pt>
                <c:pt idx="11">
                  <c:v>22.90414714424228</c:v>
                </c:pt>
                <c:pt idx="12">
                  <c:v>22.928774833618203</c:v>
                </c:pt>
                <c:pt idx="13">
                  <c:v>22.964683483026967</c:v>
                </c:pt>
                <c:pt idx="14">
                  <c:v>22.978056335441845</c:v>
                </c:pt>
                <c:pt idx="15">
                  <c:v>23.021558555334437</c:v>
                </c:pt>
                <c:pt idx="16">
                  <c:v>23.047902635701398</c:v>
                </c:pt>
                <c:pt idx="17">
                  <c:v>23.069624069383334</c:v>
                </c:pt>
                <c:pt idx="18">
                  <c:v>23.132358071986545</c:v>
                </c:pt>
                <c:pt idx="19">
                  <c:v>23.205348322310382</c:v>
                </c:pt>
                <c:pt idx="20">
                  <c:v>23.265335621778853</c:v>
                </c:pt>
                <c:pt idx="21">
                  <c:v>23.340420493336627</c:v>
                </c:pt>
                <c:pt idx="22">
                  <c:v>23.410787606350606</c:v>
                </c:pt>
                <c:pt idx="23">
                  <c:v>23.442524580275574</c:v>
                </c:pt>
                <c:pt idx="24">
                  <c:v>23.461428275396869</c:v>
                </c:pt>
                <c:pt idx="25">
                  <c:v>23.507763214109982</c:v>
                </c:pt>
                <c:pt idx="26">
                  <c:v>23.558400756346781</c:v>
                </c:pt>
                <c:pt idx="27">
                  <c:v>23.588625576789749</c:v>
                </c:pt>
                <c:pt idx="28">
                  <c:v>23.630618855286425</c:v>
                </c:pt>
                <c:pt idx="29">
                  <c:v>23.685860993989987</c:v>
                </c:pt>
                <c:pt idx="30">
                  <c:v>23.738844098132926</c:v>
                </c:pt>
                <c:pt idx="31">
                  <c:v>23.785831687257652</c:v>
                </c:pt>
                <c:pt idx="32">
                  <c:v>23.841609704252154</c:v>
                </c:pt>
                <c:pt idx="33">
                  <c:v>23.89165701856443</c:v>
                </c:pt>
                <c:pt idx="34">
                  <c:v>23.928549902315627</c:v>
                </c:pt>
                <c:pt idx="35">
                  <c:v>23.993379293642377</c:v>
                </c:pt>
                <c:pt idx="36">
                  <c:v>24.08300559158808</c:v>
                </c:pt>
                <c:pt idx="37">
                  <c:v>24.164405651793377</c:v>
                </c:pt>
                <c:pt idx="38">
                  <c:v>24.2323577593056</c:v>
                </c:pt>
                <c:pt idx="39">
                  <c:v>24.30950297089538</c:v>
                </c:pt>
                <c:pt idx="40">
                  <c:v>24.389210631265868</c:v>
                </c:pt>
                <c:pt idx="41">
                  <c:v>24.473283886157976</c:v>
                </c:pt>
                <c:pt idx="42">
                  <c:v>24.548263867471032</c:v>
                </c:pt>
                <c:pt idx="43">
                  <c:v>24.616603813058866</c:v>
                </c:pt>
                <c:pt idx="44">
                  <c:v>24.6912655988707</c:v>
                </c:pt>
                <c:pt idx="45">
                  <c:v>24.775083194450886</c:v>
                </c:pt>
                <c:pt idx="46">
                  <c:v>24.870419614987419</c:v>
                </c:pt>
                <c:pt idx="47">
                  <c:v>24.939281282946983</c:v>
                </c:pt>
                <c:pt idx="48">
                  <c:v>25.001507974927531</c:v>
                </c:pt>
                <c:pt idx="49">
                  <c:v>25.069913810918422</c:v>
                </c:pt>
                <c:pt idx="50">
                  <c:v>25.096545813585873</c:v>
                </c:pt>
                <c:pt idx="51">
                  <c:v>25.125750668781897</c:v>
                </c:pt>
                <c:pt idx="52">
                  <c:v>25.160580369947048</c:v>
                </c:pt>
                <c:pt idx="53">
                  <c:v>25.180178188343653</c:v>
                </c:pt>
                <c:pt idx="54">
                  <c:v>25.215475773906654</c:v>
                </c:pt>
                <c:pt idx="55">
                  <c:v>25.267039590808665</c:v>
                </c:pt>
                <c:pt idx="56">
                  <c:v>25.296610908073788</c:v>
                </c:pt>
                <c:pt idx="57">
                  <c:v>25.345785387737173</c:v>
                </c:pt>
                <c:pt idx="58">
                  <c:v>25.410356049793585</c:v>
                </c:pt>
                <c:pt idx="59">
                  <c:v>25.488427365495319</c:v>
                </c:pt>
                <c:pt idx="60">
                  <c:v>25.556738260180673</c:v>
                </c:pt>
                <c:pt idx="61">
                  <c:v>25.613052553423664</c:v>
                </c:pt>
                <c:pt idx="62">
                  <c:v>25.677979216950266</c:v>
                </c:pt>
                <c:pt idx="63">
                  <c:v>25.72395263963833</c:v>
                </c:pt>
                <c:pt idx="64">
                  <c:v>25.750240579562657</c:v>
                </c:pt>
                <c:pt idx="65">
                  <c:v>25.780635100482861</c:v>
                </c:pt>
                <c:pt idx="66">
                  <c:v>25.811902854009542</c:v>
                </c:pt>
                <c:pt idx="67">
                  <c:v>25.833899901732906</c:v>
                </c:pt>
                <c:pt idx="68">
                  <c:v>25.865460210923199</c:v>
                </c:pt>
                <c:pt idx="69">
                  <c:v>25.884727156027509</c:v>
                </c:pt>
                <c:pt idx="70">
                  <c:v>25.905071542821801</c:v>
                </c:pt>
                <c:pt idx="71">
                  <c:v>25.916732722885378</c:v>
                </c:pt>
                <c:pt idx="72">
                  <c:v>25.919754244146393</c:v>
                </c:pt>
                <c:pt idx="73">
                  <c:v>25.943419757399372</c:v>
                </c:pt>
                <c:pt idx="74">
                  <c:v>25.952460671132705</c:v>
                </c:pt>
                <c:pt idx="75">
                  <c:v>25.973766182304924</c:v>
                </c:pt>
                <c:pt idx="76">
                  <c:v>25.990710988148535</c:v>
                </c:pt>
                <c:pt idx="77">
                  <c:v>25.987381902538477</c:v>
                </c:pt>
                <c:pt idx="78">
                  <c:v>26.002188084411348</c:v>
                </c:pt>
                <c:pt idx="79">
                  <c:v>26.020026930357144</c:v>
                </c:pt>
                <c:pt idx="80">
                  <c:v>26.046345797269616</c:v>
                </c:pt>
                <c:pt idx="81">
                  <c:v>26.070633943563369</c:v>
                </c:pt>
                <c:pt idx="82">
                  <c:v>26.066033554076608</c:v>
                </c:pt>
                <c:pt idx="83">
                  <c:v>26.077271648394248</c:v>
                </c:pt>
                <c:pt idx="84">
                  <c:v>26.077748742667282</c:v>
                </c:pt>
                <c:pt idx="85">
                  <c:v>26.041717095944442</c:v>
                </c:pt>
                <c:pt idx="86">
                  <c:v>26.020204874241138</c:v>
                </c:pt>
                <c:pt idx="87">
                  <c:v>25.980478816860771</c:v>
                </c:pt>
                <c:pt idx="88">
                  <c:v>25.946703475846665</c:v>
                </c:pt>
                <c:pt idx="89">
                  <c:v>25.906540461056576</c:v>
                </c:pt>
                <c:pt idx="90">
                  <c:v>25.841939895331482</c:v>
                </c:pt>
                <c:pt idx="91">
                  <c:v>25.783647070762264</c:v>
                </c:pt>
                <c:pt idx="92">
                  <c:v>25.70457221977605</c:v>
                </c:pt>
                <c:pt idx="93">
                  <c:v>25.650694563871191</c:v>
                </c:pt>
                <c:pt idx="94">
                  <c:v>25.591738514589256</c:v>
                </c:pt>
                <c:pt idx="95">
                  <c:v>25.523796469718405</c:v>
                </c:pt>
                <c:pt idx="96">
                  <c:v>25.458638422291539</c:v>
                </c:pt>
                <c:pt idx="97">
                  <c:v>25.412828503312848</c:v>
                </c:pt>
                <c:pt idx="98">
                  <c:v>25.33958213886843</c:v>
                </c:pt>
                <c:pt idx="99">
                  <c:v>25.28599442347744</c:v>
                </c:pt>
                <c:pt idx="100">
                  <c:v>25.213231179520655</c:v>
                </c:pt>
                <c:pt idx="101">
                  <c:v>25.128664968903877</c:v>
                </c:pt>
                <c:pt idx="102">
                  <c:v>25.075087373005335</c:v>
                </c:pt>
                <c:pt idx="103">
                  <c:v>25.023905140560039</c:v>
                </c:pt>
                <c:pt idx="104">
                  <c:v>24.975563415533362</c:v>
                </c:pt>
                <c:pt idx="105">
                  <c:v>24.901063655302792</c:v>
                </c:pt>
                <c:pt idx="106">
                  <c:v>24.803753706335172</c:v>
                </c:pt>
                <c:pt idx="107">
                  <c:v>24.703951235416636</c:v>
                </c:pt>
                <c:pt idx="108">
                  <c:v>24.577879301175145</c:v>
                </c:pt>
                <c:pt idx="109">
                  <c:v>24.461454768000682</c:v>
                </c:pt>
                <c:pt idx="110">
                  <c:v>24.384451001900814</c:v>
                </c:pt>
                <c:pt idx="111">
                  <c:v>24.281886478055622</c:v>
                </c:pt>
                <c:pt idx="112">
                  <c:v>24.205470211028377</c:v>
                </c:pt>
                <c:pt idx="113">
                  <c:v>24.11591150901814</c:v>
                </c:pt>
                <c:pt idx="114">
                  <c:v>24.039466361641669</c:v>
                </c:pt>
                <c:pt idx="115">
                  <c:v>23.994374130711442</c:v>
                </c:pt>
                <c:pt idx="116">
                  <c:v>23.928510788771796</c:v>
                </c:pt>
                <c:pt idx="117">
                  <c:v>23.865665841283722</c:v>
                </c:pt>
                <c:pt idx="118">
                  <c:v>23.806032809327448</c:v>
                </c:pt>
                <c:pt idx="119">
                  <c:v>23.757243382036705</c:v>
                </c:pt>
                <c:pt idx="120">
                  <c:v>23.71860966132958</c:v>
                </c:pt>
                <c:pt idx="121">
                  <c:v>23.669106525566072</c:v>
                </c:pt>
                <c:pt idx="122">
                  <c:v>23.626341323089527</c:v>
                </c:pt>
                <c:pt idx="123">
                  <c:v>23.591957561804943</c:v>
                </c:pt>
                <c:pt idx="124">
                  <c:v>23.557699157154296</c:v>
                </c:pt>
                <c:pt idx="125">
                  <c:v>23.529434164031855</c:v>
                </c:pt>
                <c:pt idx="126">
                  <c:v>23.488205475725582</c:v>
                </c:pt>
                <c:pt idx="127">
                  <c:v>23.453055589271404</c:v>
                </c:pt>
                <c:pt idx="128">
                  <c:v>23.424891990052195</c:v>
                </c:pt>
                <c:pt idx="129">
                  <c:v>23.399185409283724</c:v>
                </c:pt>
                <c:pt idx="130">
                  <c:v>23.379899362216147</c:v>
                </c:pt>
                <c:pt idx="131">
                  <c:v>23.379620706641884</c:v>
                </c:pt>
                <c:pt idx="132">
                  <c:v>23.362097583175263</c:v>
                </c:pt>
                <c:pt idx="133">
                  <c:v>23.339671537193539</c:v>
                </c:pt>
                <c:pt idx="134">
                  <c:v>23.328961788398569</c:v>
                </c:pt>
                <c:pt idx="135">
                  <c:v>23.30415709318148</c:v>
                </c:pt>
                <c:pt idx="136">
                  <c:v>23.281692047358089</c:v>
                </c:pt>
                <c:pt idx="137">
                  <c:v>23.274555644843336</c:v>
                </c:pt>
                <c:pt idx="138">
                  <c:v>23.272141691086574</c:v>
                </c:pt>
                <c:pt idx="139">
                  <c:v>23.180776034313038</c:v>
                </c:pt>
                <c:pt idx="140">
                  <c:v>23.0989452418914</c:v>
                </c:pt>
                <c:pt idx="141">
                  <c:v>23.025230708793696</c:v>
                </c:pt>
                <c:pt idx="142">
                  <c:v>23.052898339180942</c:v>
                </c:pt>
                <c:pt idx="143">
                  <c:v>23.0698457033232</c:v>
                </c:pt>
                <c:pt idx="144">
                  <c:v>23.111244035255631</c:v>
                </c:pt>
                <c:pt idx="145">
                  <c:v>23.148058009706183</c:v>
                </c:pt>
                <c:pt idx="146">
                  <c:v>23.157381615440524</c:v>
                </c:pt>
                <c:pt idx="147">
                  <c:v>23.182352969602011</c:v>
                </c:pt>
                <c:pt idx="148">
                  <c:v>23.21838691879363</c:v>
                </c:pt>
                <c:pt idx="149">
                  <c:v>23.228170364497863</c:v>
                </c:pt>
                <c:pt idx="150">
                  <c:v>23.233816216941452</c:v>
                </c:pt>
                <c:pt idx="151">
                  <c:v>23.229081061966824</c:v>
                </c:pt>
                <c:pt idx="152">
                  <c:v>23.223857300375244</c:v>
                </c:pt>
                <c:pt idx="153">
                  <c:v>23.247291486579023</c:v>
                </c:pt>
                <c:pt idx="154">
                  <c:v>23.251096586291556</c:v>
                </c:pt>
                <c:pt idx="155">
                  <c:v>23.261897097837583</c:v>
                </c:pt>
                <c:pt idx="156">
                  <c:v>23.295371526079155</c:v>
                </c:pt>
                <c:pt idx="157">
                  <c:v>23.299494082228836</c:v>
                </c:pt>
                <c:pt idx="158">
                  <c:v>23.290679975883769</c:v>
                </c:pt>
                <c:pt idx="159">
                  <c:v>23.291455964715944</c:v>
                </c:pt>
                <c:pt idx="160">
                  <c:v>23.296776401571023</c:v>
                </c:pt>
                <c:pt idx="161">
                  <c:v>23.287193981289739</c:v>
                </c:pt>
                <c:pt idx="162">
                  <c:v>23.268350320910137</c:v>
                </c:pt>
                <c:pt idx="163">
                  <c:v>23.253480067868821</c:v>
                </c:pt>
                <c:pt idx="164">
                  <c:v>23.233228035655859</c:v>
                </c:pt>
                <c:pt idx="165">
                  <c:v>23.202270347925772</c:v>
                </c:pt>
                <c:pt idx="166">
                  <c:v>23.166540552018311</c:v>
                </c:pt>
                <c:pt idx="167">
                  <c:v>23.146204238077548</c:v>
                </c:pt>
                <c:pt idx="168">
                  <c:v>23.119798360585371</c:v>
                </c:pt>
                <c:pt idx="169">
                  <c:v>23.137680356501761</c:v>
                </c:pt>
                <c:pt idx="170">
                  <c:v>23.163345180151126</c:v>
                </c:pt>
                <c:pt idx="171">
                  <c:v>23.158244444299157</c:v>
                </c:pt>
                <c:pt idx="172">
                  <c:v>23.162425642339045</c:v>
                </c:pt>
                <c:pt idx="173">
                  <c:v>23.159963109333439</c:v>
                </c:pt>
                <c:pt idx="174">
                  <c:v>23.144428210302383</c:v>
                </c:pt>
                <c:pt idx="175">
                  <c:v>23.12357162369246</c:v>
                </c:pt>
                <c:pt idx="176">
                  <c:v>23.119910556194025</c:v>
                </c:pt>
                <c:pt idx="177">
                  <c:v>23.134001750444789</c:v>
                </c:pt>
                <c:pt idx="178">
                  <c:v>23.125081929514323</c:v>
                </c:pt>
                <c:pt idx="179">
                  <c:v>23.13187790775514</c:v>
                </c:pt>
                <c:pt idx="180">
                  <c:v>23.121683059202159</c:v>
                </c:pt>
                <c:pt idx="181">
                  <c:v>23.093548823566366</c:v>
                </c:pt>
                <c:pt idx="182">
                  <c:v>23.082756953384671</c:v>
                </c:pt>
                <c:pt idx="183">
                  <c:v>23.078807963585746</c:v>
                </c:pt>
                <c:pt idx="184">
                  <c:v>23.071222693359765</c:v>
                </c:pt>
                <c:pt idx="185">
                  <c:v>23.070567257245173</c:v>
                </c:pt>
                <c:pt idx="186">
                  <c:v>23.063740721548236</c:v>
                </c:pt>
                <c:pt idx="187">
                  <c:v>23.058826570944603</c:v>
                </c:pt>
                <c:pt idx="188">
                  <c:v>23.055241797597073</c:v>
                </c:pt>
                <c:pt idx="189">
                  <c:v>23.042700022712005</c:v>
                </c:pt>
                <c:pt idx="190">
                  <c:v>23.033098784722863</c:v>
                </c:pt>
                <c:pt idx="191">
                  <c:v>23.022817636228691</c:v>
                </c:pt>
                <c:pt idx="192">
                  <c:v>23.01600855381367</c:v>
                </c:pt>
                <c:pt idx="193">
                  <c:v>23.027553558692912</c:v>
                </c:pt>
                <c:pt idx="194">
                  <c:v>23.022652000603756</c:v>
                </c:pt>
                <c:pt idx="195">
                  <c:v>23.026873676613427</c:v>
                </c:pt>
                <c:pt idx="196">
                  <c:v>23.041235595712632</c:v>
                </c:pt>
                <c:pt idx="197">
                  <c:v>23.053314659648212</c:v>
                </c:pt>
                <c:pt idx="198">
                  <c:v>23.071505925446061</c:v>
                </c:pt>
                <c:pt idx="199">
                  <c:v>23.08118848890679</c:v>
                </c:pt>
                <c:pt idx="200">
                  <c:v>23.100610552186023</c:v>
                </c:pt>
                <c:pt idx="201">
                  <c:v>23.12608970020435</c:v>
                </c:pt>
                <c:pt idx="202">
                  <c:v>23.1536992572122</c:v>
                </c:pt>
                <c:pt idx="203">
                  <c:v>23.21020715681205</c:v>
                </c:pt>
                <c:pt idx="204">
                  <c:v>23.257236304077104</c:v>
                </c:pt>
                <c:pt idx="205">
                  <c:v>23.297694489680534</c:v>
                </c:pt>
                <c:pt idx="206">
                  <c:v>23.331125028887456</c:v>
                </c:pt>
                <c:pt idx="207">
                  <c:v>23.341707374409566</c:v>
                </c:pt>
                <c:pt idx="208">
                  <c:v>23.341640517538131</c:v>
                </c:pt>
                <c:pt idx="209">
                  <c:v>23.303831222784321</c:v>
                </c:pt>
                <c:pt idx="210">
                  <c:v>23.24866711218964</c:v>
                </c:pt>
                <c:pt idx="211">
                  <c:v>23.205918766058655</c:v>
                </c:pt>
                <c:pt idx="212">
                  <c:v>23.16538044885634</c:v>
                </c:pt>
                <c:pt idx="213">
                  <c:v>23.11736610078048</c:v>
                </c:pt>
                <c:pt idx="214">
                  <c:v>23.112968044291538</c:v>
                </c:pt>
                <c:pt idx="215">
                  <c:v>23.122058873274106</c:v>
                </c:pt>
                <c:pt idx="216">
                  <c:v>23.140338713056391</c:v>
                </c:pt>
                <c:pt idx="217">
                  <c:v>23.172061161530124</c:v>
                </c:pt>
                <c:pt idx="218">
                  <c:v>23.181927410834053</c:v>
                </c:pt>
                <c:pt idx="219">
                  <c:v>23.187120501267351</c:v>
                </c:pt>
                <c:pt idx="220">
                  <c:v>23.225892853335864</c:v>
                </c:pt>
                <c:pt idx="221">
                  <c:v>23.269478843296532</c:v>
                </c:pt>
                <c:pt idx="222">
                  <c:v>23.290826594822061</c:v>
                </c:pt>
                <c:pt idx="223">
                  <c:v>23.280203117542737</c:v>
                </c:pt>
                <c:pt idx="224">
                  <c:v>23.269766083384049</c:v>
                </c:pt>
                <c:pt idx="225">
                  <c:v>23.230588468383552</c:v>
                </c:pt>
                <c:pt idx="226">
                  <c:v>23.210881211655721</c:v>
                </c:pt>
                <c:pt idx="227">
                  <c:v>23.223242228528271</c:v>
                </c:pt>
                <c:pt idx="228">
                  <c:v>23.211717832165942</c:v>
                </c:pt>
                <c:pt idx="229">
                  <c:v>23.198504589161399</c:v>
                </c:pt>
                <c:pt idx="230">
                  <c:v>23.21308709045547</c:v>
                </c:pt>
                <c:pt idx="231">
                  <c:v>23.213588687544465</c:v>
                </c:pt>
                <c:pt idx="232">
                  <c:v>23.246612997351022</c:v>
                </c:pt>
                <c:pt idx="233">
                  <c:v>23.255434977570825</c:v>
                </c:pt>
                <c:pt idx="234">
                  <c:v>23.236773780736183</c:v>
                </c:pt>
                <c:pt idx="235">
                  <c:v>23.249227493296544</c:v>
                </c:pt>
                <c:pt idx="236">
                  <c:v>23.248266283641982</c:v>
                </c:pt>
                <c:pt idx="237">
                  <c:v>23.243084222318426</c:v>
                </c:pt>
                <c:pt idx="238">
                  <c:v>23.199500477975466</c:v>
                </c:pt>
                <c:pt idx="239">
                  <c:v>23.166976116576553</c:v>
                </c:pt>
                <c:pt idx="240">
                  <c:v>23.127513165999755</c:v>
                </c:pt>
                <c:pt idx="241">
                  <c:v>23.081928775260003</c:v>
                </c:pt>
                <c:pt idx="242">
                  <c:v>23.076933157057081</c:v>
                </c:pt>
                <c:pt idx="243">
                  <c:v>23.075370775644881</c:v>
                </c:pt>
                <c:pt idx="244">
                  <c:v>23.053645049706322</c:v>
                </c:pt>
                <c:pt idx="245">
                  <c:v>23.040351333996405</c:v>
                </c:pt>
                <c:pt idx="246">
                  <c:v>23.033687022859535</c:v>
                </c:pt>
                <c:pt idx="247">
                  <c:v>23.029770864559975</c:v>
                </c:pt>
                <c:pt idx="248">
                  <c:v>23.044271557148271</c:v>
                </c:pt>
                <c:pt idx="249">
                  <c:v>23.047572131941127</c:v>
                </c:pt>
                <c:pt idx="250">
                  <c:v>23.01654824112704</c:v>
                </c:pt>
                <c:pt idx="251">
                  <c:v>23.062241956495846</c:v>
                </c:pt>
                <c:pt idx="252">
                  <c:v>23.096493396889052</c:v>
                </c:pt>
                <c:pt idx="253">
                  <c:v>23.095244719742645</c:v>
                </c:pt>
                <c:pt idx="254">
                  <c:v>23.088174491886356</c:v>
                </c:pt>
                <c:pt idx="255">
                  <c:v>23.087037754518736</c:v>
                </c:pt>
                <c:pt idx="256">
                  <c:v>23.093796381599237</c:v>
                </c:pt>
                <c:pt idx="257">
                  <c:v>23.060954279507772</c:v>
                </c:pt>
                <c:pt idx="258">
                  <c:v>23.029727600887217</c:v>
                </c:pt>
                <c:pt idx="259">
                  <c:v>23</c:v>
                </c:pt>
                <c:pt idx="260">
                  <c:v>22.955663945300163</c:v>
                </c:pt>
                <c:pt idx="261">
                  <c:v>22.910687122064672</c:v>
                </c:pt>
                <c:pt idx="262">
                  <c:v>22.918266906161321</c:v>
                </c:pt>
                <c:pt idx="263">
                  <c:v>22.933283437034444</c:v>
                </c:pt>
                <c:pt idx="264">
                  <c:v>22.923275998070473</c:v>
                </c:pt>
                <c:pt idx="265">
                  <c:v>22.917993793567469</c:v>
                </c:pt>
                <c:pt idx="266">
                  <c:v>22.900653730582157</c:v>
                </c:pt>
                <c:pt idx="267">
                  <c:v>22.862645002235666</c:v>
                </c:pt>
                <c:pt idx="268">
                  <c:v>22.79316345851278</c:v>
                </c:pt>
                <c:pt idx="269">
                  <c:v>22.756097633772725</c:v>
                </c:pt>
                <c:pt idx="270">
                  <c:v>22.729658342057604</c:v>
                </c:pt>
                <c:pt idx="271">
                  <c:v>22.730480223925039</c:v>
                </c:pt>
                <c:pt idx="272">
                  <c:v>22.750743967460714</c:v>
                </c:pt>
                <c:pt idx="273">
                  <c:v>22.727447360873324</c:v>
                </c:pt>
                <c:pt idx="274">
                  <c:v>22.721193315563578</c:v>
                </c:pt>
                <c:pt idx="275">
                  <c:v>22.695034853976576</c:v>
                </c:pt>
                <c:pt idx="276">
                  <c:v>22.680086999209486</c:v>
                </c:pt>
                <c:pt idx="277">
                  <c:v>22.656873039881319</c:v>
                </c:pt>
                <c:pt idx="278">
                  <c:v>22.680060222350264</c:v>
                </c:pt>
                <c:pt idx="279">
                  <c:v>22.690602175179215</c:v>
                </c:pt>
                <c:pt idx="280">
                  <c:v>22.679621843663508</c:v>
                </c:pt>
                <c:pt idx="281">
                  <c:v>22.693352644698081</c:v>
                </c:pt>
                <c:pt idx="282">
                  <c:v>22.761289388205618</c:v>
                </c:pt>
                <c:pt idx="283">
                  <c:v>22.786767711883268</c:v>
                </c:pt>
                <c:pt idx="284">
                  <c:v>22.799582201404618</c:v>
                </c:pt>
                <c:pt idx="285">
                  <c:v>22.736739613236409</c:v>
                </c:pt>
                <c:pt idx="286">
                  <c:v>22.796482410417617</c:v>
                </c:pt>
                <c:pt idx="287">
                  <c:v>22.917247793680605</c:v>
                </c:pt>
                <c:pt idx="288">
                  <c:v>22.962822008076834</c:v>
                </c:pt>
                <c:pt idx="289">
                  <c:v>23.01079366099075</c:v>
                </c:pt>
                <c:pt idx="290">
                  <c:v>23.038741737761313</c:v>
                </c:pt>
                <c:pt idx="291">
                  <c:v>23.083803041703394</c:v>
                </c:pt>
                <c:pt idx="292">
                  <c:v>23.068700296165705</c:v>
                </c:pt>
                <c:pt idx="293">
                  <c:v>23.053336376761209</c:v>
                </c:pt>
                <c:pt idx="294">
                  <c:v>23.173354921583883</c:v>
                </c:pt>
                <c:pt idx="295">
                  <c:v>23.229049651744489</c:v>
                </c:pt>
                <c:pt idx="296">
                  <c:v>23.253126908952709</c:v>
                </c:pt>
                <c:pt idx="297">
                  <c:v>23.283170630276668</c:v>
                </c:pt>
                <c:pt idx="298">
                  <c:v>23.28006502626662</c:v>
                </c:pt>
                <c:pt idx="299">
                  <c:v>23.323302831780776</c:v>
                </c:pt>
                <c:pt idx="300">
                  <c:v>23.424269868671161</c:v>
                </c:pt>
                <c:pt idx="301">
                  <c:v>23.389627719222744</c:v>
                </c:pt>
                <c:pt idx="302">
                  <c:v>23.339448794657589</c:v>
                </c:pt>
                <c:pt idx="303">
                  <c:v>23.383794570892302</c:v>
                </c:pt>
                <c:pt idx="304">
                  <c:v>23.427640768251401</c:v>
                </c:pt>
                <c:pt idx="305">
                  <c:v>23.519113703015066</c:v>
                </c:pt>
                <c:pt idx="306">
                  <c:v>23.556945368669311</c:v>
                </c:pt>
                <c:pt idx="307">
                  <c:v>23.564203205093403</c:v>
                </c:pt>
                <c:pt idx="308">
                  <c:v>23.608720842146436</c:v>
                </c:pt>
                <c:pt idx="309">
                  <c:v>23.58269765770703</c:v>
                </c:pt>
                <c:pt idx="310">
                  <c:v>23.572034214117657</c:v>
                </c:pt>
                <c:pt idx="311">
                  <c:v>23.515467615776515</c:v>
                </c:pt>
                <c:pt idx="312">
                  <c:v>23.587999930641679</c:v>
                </c:pt>
                <c:pt idx="313">
                  <c:v>23.731100526071479</c:v>
                </c:pt>
                <c:pt idx="314">
                  <c:v>23.727526526003825</c:v>
                </c:pt>
                <c:pt idx="315">
                  <c:v>23.76670738151595</c:v>
                </c:pt>
                <c:pt idx="316">
                  <c:v>23.763013766773554</c:v>
                </c:pt>
                <c:pt idx="317">
                  <c:v>23.80615520970516</c:v>
                </c:pt>
                <c:pt idx="318">
                  <c:v>23.869678504293532</c:v>
                </c:pt>
                <c:pt idx="319">
                  <c:v>23.88055070505289</c:v>
                </c:pt>
                <c:pt idx="320">
                  <c:v>23.88285340124385</c:v>
                </c:pt>
                <c:pt idx="321">
                  <c:v>23.997353752725651</c:v>
                </c:pt>
                <c:pt idx="322">
                  <c:v>24.055931571764678</c:v>
                </c:pt>
                <c:pt idx="323">
                  <c:v>24.093678358754762</c:v>
                </c:pt>
                <c:pt idx="324">
                  <c:v>24.150326197290877</c:v>
                </c:pt>
                <c:pt idx="325">
                  <c:v>24.197583885902155</c:v>
                </c:pt>
                <c:pt idx="326">
                  <c:v>24.250720431113116</c:v>
                </c:pt>
                <c:pt idx="327">
                  <c:v>24.31026397946767</c:v>
                </c:pt>
                <c:pt idx="328">
                  <c:v>24.348246812146694</c:v>
                </c:pt>
                <c:pt idx="329">
                  <c:v>24.385816223763584</c:v>
                </c:pt>
                <c:pt idx="330">
                  <c:v>24.422860615646044</c:v>
                </c:pt>
                <c:pt idx="331">
                  <c:v>24.438119730082445</c:v>
                </c:pt>
                <c:pt idx="332">
                  <c:v>24.431584812006257</c:v>
                </c:pt>
                <c:pt idx="333">
                  <c:v>24.394723651158355</c:v>
                </c:pt>
                <c:pt idx="334">
                  <c:v>24.368000629909986</c:v>
                </c:pt>
                <c:pt idx="335">
                  <c:v>24.319315069544501</c:v>
                </c:pt>
                <c:pt idx="336">
                  <c:v>24.242977939222214</c:v>
                </c:pt>
                <c:pt idx="337">
                  <c:v>24.195265441961727</c:v>
                </c:pt>
                <c:pt idx="338">
                  <c:v>24.134692206825378</c:v>
                </c:pt>
                <c:pt idx="339">
                  <c:v>24.061104565340791</c:v>
                </c:pt>
                <c:pt idx="340">
                  <c:v>23.990484834547715</c:v>
                </c:pt>
                <c:pt idx="341">
                  <c:v>23.96617593760935</c:v>
                </c:pt>
                <c:pt idx="342">
                  <c:v>23.936156349569345</c:v>
                </c:pt>
                <c:pt idx="343">
                  <c:v>23.892615584643732</c:v>
                </c:pt>
                <c:pt idx="344">
                  <c:v>23.925528665310001</c:v>
                </c:pt>
                <c:pt idx="345">
                  <c:v>23.95900349150914</c:v>
                </c:pt>
                <c:pt idx="346">
                  <c:v>23.994295846772687</c:v>
                </c:pt>
                <c:pt idx="347">
                  <c:v>24.048090670652314</c:v>
                </c:pt>
                <c:pt idx="348">
                  <c:v>24.061945449682096</c:v>
                </c:pt>
                <c:pt idx="349">
                  <c:v>23.989105570467917</c:v>
                </c:pt>
                <c:pt idx="350">
                  <c:v>23.981850008087068</c:v>
                </c:pt>
                <c:pt idx="351">
                  <c:v>24.026445758525593</c:v>
                </c:pt>
                <c:pt idx="352">
                  <c:v>24.025893279718982</c:v>
                </c:pt>
                <c:pt idx="353">
                  <c:v>24.015439787172287</c:v>
                </c:pt>
                <c:pt idx="354">
                  <c:v>23.968460782560808</c:v>
                </c:pt>
                <c:pt idx="355">
                  <c:v>23.905640281037634</c:v>
                </c:pt>
                <c:pt idx="356">
                  <c:v>23.932180810315518</c:v>
                </c:pt>
                <c:pt idx="357">
                  <c:v>23.946848332401451</c:v>
                </c:pt>
                <c:pt idx="358">
                  <c:v>23.877106837109995</c:v>
                </c:pt>
                <c:pt idx="359">
                  <c:v>23.935237579246856</c:v>
                </c:pt>
                <c:pt idx="360">
                  <c:v>24.0211910130948</c:v>
                </c:pt>
                <c:pt idx="361">
                  <c:v>24.029506677585868</c:v>
                </c:pt>
                <c:pt idx="362">
                  <c:v>23.986654834061646</c:v>
                </c:pt>
                <c:pt idx="363">
                  <c:v>23.918896190778575</c:v>
                </c:pt>
                <c:pt idx="364">
                  <c:v>23.914858001633331</c:v>
                </c:pt>
                <c:pt idx="365">
                  <c:v>23.868157737872746</c:v>
                </c:pt>
                <c:pt idx="366">
                  <c:v>23.774177272472734</c:v>
                </c:pt>
                <c:pt idx="367">
                  <c:v>23.711372234443626</c:v>
                </c:pt>
                <c:pt idx="368">
                  <c:v>23.673364955799705</c:v>
                </c:pt>
                <c:pt idx="369">
                  <c:v>23.591610031145862</c:v>
                </c:pt>
                <c:pt idx="370">
                  <c:v>23.555037560088039</c:v>
                </c:pt>
                <c:pt idx="371">
                  <c:v>23.484537955629435</c:v>
                </c:pt>
                <c:pt idx="372">
                  <c:v>23.424184904730378</c:v>
                </c:pt>
                <c:pt idx="373">
                  <c:v>23.34619897935254</c:v>
                </c:pt>
                <c:pt idx="374">
                  <c:v>23.277802609066665</c:v>
                </c:pt>
                <c:pt idx="375">
                  <c:v>23.235187635572061</c:v>
                </c:pt>
                <c:pt idx="376">
                  <c:v>23.187791912535747</c:v>
                </c:pt>
                <c:pt idx="377">
                  <c:v>23.127612882796093</c:v>
                </c:pt>
                <c:pt idx="378">
                  <c:v>23.053205420295779</c:v>
                </c:pt>
                <c:pt idx="379">
                  <c:v>22.980531802068413</c:v>
                </c:pt>
                <c:pt idx="380">
                  <c:v>22.919235961265084</c:v>
                </c:pt>
                <c:pt idx="381">
                  <c:v>22.818850795190286</c:v>
                </c:pt>
                <c:pt idx="382">
                  <c:v>22.74924940938833</c:v>
                </c:pt>
                <c:pt idx="383">
                  <c:v>22.679701136708942</c:v>
                </c:pt>
                <c:pt idx="384">
                  <c:v>22.637936271643561</c:v>
                </c:pt>
                <c:pt idx="385">
                  <c:v>22.608962402390247</c:v>
                </c:pt>
                <c:pt idx="386">
                  <c:v>22.582141597282291</c:v>
                </c:pt>
                <c:pt idx="387">
                  <c:v>22.576416153325091</c:v>
                </c:pt>
                <c:pt idx="388">
                  <c:v>22.570923088162097</c:v>
                </c:pt>
                <c:pt idx="389">
                  <c:v>22.549343000480675</c:v>
                </c:pt>
                <c:pt idx="390">
                  <c:v>22.536023517018229</c:v>
                </c:pt>
                <c:pt idx="391">
                  <c:v>22.57872027079307</c:v>
                </c:pt>
                <c:pt idx="392">
                  <c:v>22.783628849990748</c:v>
                </c:pt>
                <c:pt idx="393">
                  <c:v>22.946561945080148</c:v>
                </c:pt>
                <c:pt idx="394">
                  <c:v>23.086915752098584</c:v>
                </c:pt>
                <c:pt idx="395">
                  <c:v>23.160562802962964</c:v>
                </c:pt>
                <c:pt idx="396">
                  <c:v>23.143811944582701</c:v>
                </c:pt>
                <c:pt idx="397">
                  <c:v>23.089860609676677</c:v>
                </c:pt>
                <c:pt idx="398">
                  <c:v>23.021544996351579</c:v>
                </c:pt>
                <c:pt idx="399">
                  <c:v>22.953983683171199</c:v>
                </c:pt>
                <c:pt idx="400">
                  <c:v>22.894536184718259</c:v>
                </c:pt>
                <c:pt idx="401">
                  <c:v>22.823731090975087</c:v>
                </c:pt>
                <c:pt idx="402">
                  <c:v>22.764126939368037</c:v>
                </c:pt>
                <c:pt idx="403">
                  <c:v>22.698437703864425</c:v>
                </c:pt>
                <c:pt idx="404">
                  <c:v>22.642900863368943</c:v>
                </c:pt>
                <c:pt idx="405">
                  <c:v>22.581083627087608</c:v>
                </c:pt>
                <c:pt idx="406">
                  <c:v>22.512272997186155</c:v>
                </c:pt>
                <c:pt idx="407">
                  <c:v>22.412924936959257</c:v>
                </c:pt>
                <c:pt idx="408">
                  <c:v>22.343582834725662</c:v>
                </c:pt>
                <c:pt idx="409">
                  <c:v>22.297934095668431</c:v>
                </c:pt>
                <c:pt idx="410">
                  <c:v>22.255405379476702</c:v>
                </c:pt>
                <c:pt idx="411">
                  <c:v>22.217763575114347</c:v>
                </c:pt>
                <c:pt idx="412">
                  <c:v>22.201991678138743</c:v>
                </c:pt>
                <c:pt idx="413">
                  <c:v>22.183430375760061</c:v>
                </c:pt>
                <c:pt idx="414">
                  <c:v>22.168510495278092</c:v>
                </c:pt>
                <c:pt idx="415">
                  <c:v>22.152387443386981</c:v>
                </c:pt>
                <c:pt idx="416">
                  <c:v>22.136633326587006</c:v>
                </c:pt>
                <c:pt idx="417">
                  <c:v>22.102515068734377</c:v>
                </c:pt>
                <c:pt idx="418">
                  <c:v>22.069515819595033</c:v>
                </c:pt>
                <c:pt idx="419">
                  <c:v>22.09888661066077</c:v>
                </c:pt>
                <c:pt idx="420">
                  <c:v>22.110036470323877</c:v>
                </c:pt>
                <c:pt idx="421">
                  <c:v>22.117622461847951</c:v>
                </c:pt>
                <c:pt idx="422">
                  <c:v>22.114050279238299</c:v>
                </c:pt>
                <c:pt idx="423">
                  <c:v>22.08739429962737</c:v>
                </c:pt>
                <c:pt idx="424">
                  <c:v>22.082868626674017</c:v>
                </c:pt>
                <c:pt idx="425">
                  <c:v>22.074116163778584</c:v>
                </c:pt>
                <c:pt idx="426">
                  <c:v>22.083390441428747</c:v>
                </c:pt>
                <c:pt idx="427">
                  <c:v>22.079322799870265</c:v>
                </c:pt>
                <c:pt idx="428">
                  <c:v>22.064288297837415</c:v>
                </c:pt>
                <c:pt idx="429">
                  <c:v>22.056507086807052</c:v>
                </c:pt>
                <c:pt idx="430">
                  <c:v>22.048668341594269</c:v>
                </c:pt>
                <c:pt idx="431">
                  <c:v>22.016688304425031</c:v>
                </c:pt>
                <c:pt idx="432">
                  <c:v>22.009312114126619</c:v>
                </c:pt>
                <c:pt idx="433">
                  <c:v>22.054328341518232</c:v>
                </c:pt>
                <c:pt idx="434">
                  <c:v>22.150012279833529</c:v>
                </c:pt>
                <c:pt idx="435">
                  <c:v>22.492012259651393</c:v>
                </c:pt>
                <c:pt idx="436">
                  <c:v>22.516878815951163</c:v>
                </c:pt>
                <c:pt idx="437">
                  <c:v>22.385147974836574</c:v>
                </c:pt>
                <c:pt idx="438">
                  <c:v>22.382043507848149</c:v>
                </c:pt>
                <c:pt idx="439">
                  <c:v>22.345454834232196</c:v>
                </c:pt>
                <c:pt idx="440">
                  <c:v>22.315793756216312</c:v>
                </c:pt>
                <c:pt idx="441">
                  <c:v>22.297422698874321</c:v>
                </c:pt>
                <c:pt idx="442">
                  <c:v>22.345783120800306</c:v>
                </c:pt>
                <c:pt idx="443">
                  <c:v>22.324511364957505</c:v>
                </c:pt>
                <c:pt idx="444">
                  <c:v>22.381755080994314</c:v>
                </c:pt>
                <c:pt idx="445">
                  <c:v>22.419509116497245</c:v>
                </c:pt>
                <c:pt idx="446">
                  <c:v>22.399994961572933</c:v>
                </c:pt>
                <c:pt idx="447">
                  <c:v>22.427166317553652</c:v>
                </c:pt>
                <c:pt idx="448">
                  <c:v>22.414639274204987</c:v>
                </c:pt>
                <c:pt idx="449">
                  <c:v>22.477149702825187</c:v>
                </c:pt>
                <c:pt idx="450">
                  <c:v>22.498635844095006</c:v>
                </c:pt>
                <c:pt idx="451">
                  <c:v>22.514123926260737</c:v>
                </c:pt>
                <c:pt idx="452">
                  <c:v>22.503059469357694</c:v>
                </c:pt>
                <c:pt idx="453">
                  <c:v>22.496475801479434</c:v>
                </c:pt>
                <c:pt idx="454">
                  <c:v>22.514453520403709</c:v>
                </c:pt>
                <c:pt idx="455">
                  <c:v>22.531337339250015</c:v>
                </c:pt>
                <c:pt idx="456">
                  <c:v>22.521133252396343</c:v>
                </c:pt>
                <c:pt idx="457">
                  <c:v>22.568977288845844</c:v>
                </c:pt>
                <c:pt idx="458">
                  <c:v>22.580458194131094</c:v>
                </c:pt>
                <c:pt idx="459">
                  <c:v>22.548859382546091</c:v>
                </c:pt>
                <c:pt idx="460">
                  <c:v>22.550700519021945</c:v>
                </c:pt>
                <c:pt idx="461">
                  <c:v>22.57491477312297</c:v>
                </c:pt>
                <c:pt idx="462">
                  <c:v>22.609012431341661</c:v>
                </c:pt>
                <c:pt idx="463">
                  <c:v>22.634774456127026</c:v>
                </c:pt>
                <c:pt idx="464">
                  <c:v>22.607829587747226</c:v>
                </c:pt>
                <c:pt idx="465">
                  <c:v>22.607384813313839</c:v>
                </c:pt>
                <c:pt idx="466">
                  <c:v>22.615857258873955</c:v>
                </c:pt>
                <c:pt idx="467">
                  <c:v>22.626547280343768</c:v>
                </c:pt>
                <c:pt idx="468">
                  <c:v>22.62627196477052</c:v>
                </c:pt>
                <c:pt idx="469">
                  <c:v>22.644524530246624</c:v>
                </c:pt>
                <c:pt idx="470">
                  <c:v>22.654850932201391</c:v>
                </c:pt>
                <c:pt idx="471">
                  <c:v>22.670866549761893</c:v>
                </c:pt>
                <c:pt idx="472">
                  <c:v>22.673010517734269</c:v>
                </c:pt>
                <c:pt idx="473">
                  <c:v>22.689487225988447</c:v>
                </c:pt>
                <c:pt idx="474">
                  <c:v>22.684977698742141</c:v>
                </c:pt>
                <c:pt idx="475">
                  <c:v>22.696249875282941</c:v>
                </c:pt>
                <c:pt idx="476">
                  <c:v>22.697994862367796</c:v>
                </c:pt>
                <c:pt idx="477">
                  <c:v>22.71036444954083</c:v>
                </c:pt>
                <c:pt idx="478">
                  <c:v>22.730462088430151</c:v>
                </c:pt>
                <c:pt idx="479">
                  <c:v>22.753914893363007</c:v>
                </c:pt>
                <c:pt idx="480">
                  <c:v>22.75385883819699</c:v>
                </c:pt>
                <c:pt idx="481">
                  <c:v>22.752966645754945</c:v>
                </c:pt>
                <c:pt idx="482">
                  <c:v>22.760318485441719</c:v>
                </c:pt>
                <c:pt idx="483">
                  <c:v>22.765693897292266</c:v>
                </c:pt>
                <c:pt idx="484">
                  <c:v>22.760988418582002</c:v>
                </c:pt>
                <c:pt idx="485">
                  <c:v>22.776866811845377</c:v>
                </c:pt>
                <c:pt idx="486">
                  <c:v>22.809118970267736</c:v>
                </c:pt>
                <c:pt idx="487">
                  <c:v>22.807894596958523</c:v>
                </c:pt>
                <c:pt idx="488">
                  <c:v>22.828131791039304</c:v>
                </c:pt>
                <c:pt idx="489">
                  <c:v>22.850545898293984</c:v>
                </c:pt>
                <c:pt idx="490">
                  <c:v>22.853999345644056</c:v>
                </c:pt>
                <c:pt idx="491">
                  <c:v>22.852694044820822</c:v>
                </c:pt>
                <c:pt idx="492">
                  <c:v>22.852318912961845</c:v>
                </c:pt>
                <c:pt idx="493">
                  <c:v>22.871545550649621</c:v>
                </c:pt>
                <c:pt idx="494">
                  <c:v>22.885369260563571</c:v>
                </c:pt>
                <c:pt idx="495">
                  <c:v>22.892979545265256</c:v>
                </c:pt>
                <c:pt idx="496">
                  <c:v>22.902134189586416</c:v>
                </c:pt>
                <c:pt idx="497">
                  <c:v>22.918423331911107</c:v>
                </c:pt>
                <c:pt idx="498">
                  <c:v>22.919570700430903</c:v>
                </c:pt>
                <c:pt idx="499">
                  <c:v>22.924856685530802</c:v>
                </c:pt>
                <c:pt idx="500">
                  <c:v>22.923488365284115</c:v>
                </c:pt>
                <c:pt idx="501">
                  <c:v>22.942960116408273</c:v>
                </c:pt>
                <c:pt idx="502">
                  <c:v>22.955127441647338</c:v>
                </c:pt>
                <c:pt idx="503">
                  <c:v>22.954126635214752</c:v>
                </c:pt>
                <c:pt idx="504">
                  <c:v>22.98188224265008</c:v>
                </c:pt>
                <c:pt idx="505">
                  <c:v>22.990189407904516</c:v>
                </c:pt>
                <c:pt idx="506">
                  <c:v>23.000604696524665</c:v>
                </c:pt>
                <c:pt idx="507">
                  <c:v>23.022872781777409</c:v>
                </c:pt>
                <c:pt idx="508">
                  <c:v>23.039277786605489</c:v>
                </c:pt>
                <c:pt idx="509">
                  <c:v>23.089149573204718</c:v>
                </c:pt>
                <c:pt idx="510">
                  <c:v>23.116411855383355</c:v>
                </c:pt>
                <c:pt idx="511">
                  <c:v>23.128850388705054</c:v>
                </c:pt>
                <c:pt idx="512">
                  <c:v>23.157335253383849</c:v>
                </c:pt>
                <c:pt idx="513">
                  <c:v>23.20656163808431</c:v>
                </c:pt>
                <c:pt idx="514">
                  <c:v>23.253911397021515</c:v>
                </c:pt>
                <c:pt idx="515">
                  <c:v>23.300748273930111</c:v>
                </c:pt>
                <c:pt idx="516">
                  <c:v>23.335047611359187</c:v>
                </c:pt>
                <c:pt idx="517">
                  <c:v>23.365083998893677</c:v>
                </c:pt>
                <c:pt idx="518">
                  <c:v>23.40501838706092</c:v>
                </c:pt>
                <c:pt idx="519">
                  <c:v>23.451446106738473</c:v>
                </c:pt>
                <c:pt idx="520">
                  <c:v>23.497081635025722</c:v>
                </c:pt>
                <c:pt idx="521">
                  <c:v>23.516465011144234</c:v>
                </c:pt>
                <c:pt idx="522">
                  <c:v>23.554077231625232</c:v>
                </c:pt>
                <c:pt idx="523">
                  <c:v>23.587603166946327</c:v>
                </c:pt>
                <c:pt idx="524">
                  <c:v>23.609603398330226</c:v>
                </c:pt>
                <c:pt idx="525">
                  <c:v>23.619248297949692</c:v>
                </c:pt>
                <c:pt idx="526">
                  <c:v>23.611830766838651</c:v>
                </c:pt>
                <c:pt idx="527">
                  <c:v>23.615907842123409</c:v>
                </c:pt>
                <c:pt idx="528">
                  <c:v>23.637845707871289</c:v>
                </c:pt>
                <c:pt idx="529">
                  <c:v>23.618085693340149</c:v>
                </c:pt>
                <c:pt idx="530">
                  <c:v>23.614660017743223</c:v>
                </c:pt>
                <c:pt idx="531">
                  <c:v>23.601540436894872</c:v>
                </c:pt>
                <c:pt idx="532">
                  <c:v>23.598654221206989</c:v>
                </c:pt>
                <c:pt idx="533">
                  <c:v>23.594927348582122</c:v>
                </c:pt>
                <c:pt idx="534">
                  <c:v>23.591890363827019</c:v>
                </c:pt>
                <c:pt idx="535">
                  <c:v>23.591304683989001</c:v>
                </c:pt>
                <c:pt idx="536">
                  <c:v>23.595148783543202</c:v>
                </c:pt>
                <c:pt idx="537">
                  <c:v>23.637178787838302</c:v>
                </c:pt>
                <c:pt idx="538">
                  <c:v>23.677824297754125</c:v>
                </c:pt>
                <c:pt idx="539">
                  <c:v>23.705766945246438</c:v>
                </c:pt>
                <c:pt idx="540">
                  <c:v>23.730570503441907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8022-4DA3-A5C1-DAA90C22AF82}"/>
            </c:ext>
          </c:extLst>
        </c:ser>
        <c:ser>
          <c:idx val="11"/>
          <c:order val="11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plot!$M$2:$M$542</c:f>
              <c:numCache>
                <c:formatCode>General</c:formatCode>
                <c:ptCount val="541"/>
                <c:pt idx="0">
                  <c:v>23.982540282197153</c:v>
                </c:pt>
                <c:pt idx="1">
                  <c:v>24.269118072573029</c:v>
                </c:pt>
                <c:pt idx="2">
                  <c:v>24.11690241042907</c:v>
                </c:pt>
                <c:pt idx="3">
                  <c:v>24.071620393508972</c:v>
                </c:pt>
                <c:pt idx="4">
                  <c:v>24.214497806346014</c:v>
                </c:pt>
                <c:pt idx="5">
                  <c:v>24.328450965062114</c:v>
                </c:pt>
                <c:pt idx="6">
                  <c:v>24.405660542631427</c:v>
                </c:pt>
                <c:pt idx="7">
                  <c:v>24.462100019871208</c:v>
                </c:pt>
                <c:pt idx="8">
                  <c:v>24.46617769773427</c:v>
                </c:pt>
                <c:pt idx="9">
                  <c:v>24.561668784456099</c:v>
                </c:pt>
                <c:pt idx="10">
                  <c:v>24.571373791683303</c:v>
                </c:pt>
                <c:pt idx="11">
                  <c:v>24.523975548825089</c:v>
                </c:pt>
                <c:pt idx="12">
                  <c:v>24.550457711984876</c:v>
                </c:pt>
                <c:pt idx="13">
                  <c:v>24.518705258566413</c:v>
                </c:pt>
                <c:pt idx="14">
                  <c:v>24.469460175587535</c:v>
                </c:pt>
                <c:pt idx="15">
                  <c:v>24.398422280684848</c:v>
                </c:pt>
                <c:pt idx="16">
                  <c:v>24.427327720130123</c:v>
                </c:pt>
                <c:pt idx="17">
                  <c:v>24.462755924441765</c:v>
                </c:pt>
                <c:pt idx="18">
                  <c:v>24.468344322847219</c:v>
                </c:pt>
                <c:pt idx="19">
                  <c:v>24.483000409924234</c:v>
                </c:pt>
                <c:pt idx="20">
                  <c:v>24.513153739035982</c:v>
                </c:pt>
                <c:pt idx="21">
                  <c:v>24.578819607234941</c:v>
                </c:pt>
                <c:pt idx="22">
                  <c:v>24.637622076405197</c:v>
                </c:pt>
                <c:pt idx="23">
                  <c:v>24.690231310167242</c:v>
                </c:pt>
                <c:pt idx="24">
                  <c:v>24.682811374322178</c:v>
                </c:pt>
                <c:pt idx="25">
                  <c:v>24.653410550153779</c:v>
                </c:pt>
                <c:pt idx="26">
                  <c:v>24.627749548793709</c:v>
                </c:pt>
                <c:pt idx="27">
                  <c:v>24.620051690463139</c:v>
                </c:pt>
                <c:pt idx="28">
                  <c:v>24.614160791472958</c:v>
                </c:pt>
                <c:pt idx="29">
                  <c:v>24.607082310623692</c:v>
                </c:pt>
                <c:pt idx="30">
                  <c:v>24.609490331132896</c:v>
                </c:pt>
                <c:pt idx="31">
                  <c:v>24.637473400012063</c:v>
                </c:pt>
                <c:pt idx="32">
                  <c:v>24.644291172426225</c:v>
                </c:pt>
                <c:pt idx="33">
                  <c:v>24.624998079835997</c:v>
                </c:pt>
                <c:pt idx="34">
                  <c:v>24.648549656449536</c:v>
                </c:pt>
                <c:pt idx="35">
                  <c:v>24.678770270453136</c:v>
                </c:pt>
                <c:pt idx="36">
                  <c:v>24.690510628069639</c:v>
                </c:pt>
                <c:pt idx="37">
                  <c:v>24.705856484960798</c:v>
                </c:pt>
                <c:pt idx="38">
                  <c:v>24.74111163412535</c:v>
                </c:pt>
                <c:pt idx="39">
                  <c:v>24.751688049886599</c:v>
                </c:pt>
                <c:pt idx="40">
                  <c:v>24.770699350347837</c:v>
                </c:pt>
                <c:pt idx="41">
                  <c:v>24.816936876053703</c:v>
                </c:pt>
                <c:pt idx="42">
                  <c:v>24.856355667797626</c:v>
                </c:pt>
                <c:pt idx="43">
                  <c:v>24.89000904253599</c:v>
                </c:pt>
                <c:pt idx="44">
                  <c:v>24.912998195784589</c:v>
                </c:pt>
                <c:pt idx="45">
                  <c:v>24.936861888460598</c:v>
                </c:pt>
                <c:pt idx="46">
                  <c:v>24.986219495981516</c:v>
                </c:pt>
                <c:pt idx="47">
                  <c:v>25.00115139482941</c:v>
                </c:pt>
                <c:pt idx="48">
                  <c:v>25.019668436281993</c:v>
                </c:pt>
                <c:pt idx="49">
                  <c:v>25.036311960526259</c:v>
                </c:pt>
                <c:pt idx="50">
                  <c:v>25.04905884759156</c:v>
                </c:pt>
                <c:pt idx="51">
                  <c:v>25.070739052889984</c:v>
                </c:pt>
                <c:pt idx="52">
                  <c:v>25.087119488282099</c:v>
                </c:pt>
                <c:pt idx="53">
                  <c:v>25.107505989680437</c:v>
                </c:pt>
                <c:pt idx="54">
                  <c:v>25.12373783076276</c:v>
                </c:pt>
                <c:pt idx="55">
                  <c:v>25.138968888230558</c:v>
                </c:pt>
                <c:pt idx="56">
                  <c:v>25.135317703710406</c:v>
                </c:pt>
                <c:pt idx="57">
                  <c:v>25.119652659862773</c:v>
                </c:pt>
                <c:pt idx="58">
                  <c:v>25.132925091417981</c:v>
                </c:pt>
                <c:pt idx="59">
                  <c:v>25.167907583157408</c:v>
                </c:pt>
                <c:pt idx="60">
                  <c:v>25.195446076905014</c:v>
                </c:pt>
                <c:pt idx="61">
                  <c:v>25.223750971133938</c:v>
                </c:pt>
                <c:pt idx="62">
                  <c:v>25.261305134123369</c:v>
                </c:pt>
                <c:pt idx="63">
                  <c:v>25.285108108575255</c:v>
                </c:pt>
                <c:pt idx="64">
                  <c:v>25.290959806904322</c:v>
                </c:pt>
                <c:pt idx="65">
                  <c:v>25.274862136915161</c:v>
                </c:pt>
                <c:pt idx="66">
                  <c:v>25.262446913475031</c:v>
                </c:pt>
                <c:pt idx="67">
                  <c:v>25.259548245624426</c:v>
                </c:pt>
                <c:pt idx="68">
                  <c:v>25.255442788411624</c:v>
                </c:pt>
                <c:pt idx="69">
                  <c:v>25.249380980167562</c:v>
                </c:pt>
                <c:pt idx="70">
                  <c:v>25.243171656423407</c:v>
                </c:pt>
                <c:pt idx="71">
                  <c:v>25.238417975296056</c:v>
                </c:pt>
                <c:pt idx="72">
                  <c:v>25.250080400638026</c:v>
                </c:pt>
                <c:pt idx="73">
                  <c:v>25.234447345843197</c:v>
                </c:pt>
                <c:pt idx="74">
                  <c:v>25.236980860063209</c:v>
                </c:pt>
                <c:pt idx="75">
                  <c:v>25.245671281947455</c:v>
                </c:pt>
                <c:pt idx="76">
                  <c:v>25.260596707937157</c:v>
                </c:pt>
                <c:pt idx="77">
                  <c:v>25.273019295426103</c:v>
                </c:pt>
                <c:pt idx="78">
                  <c:v>25.302699273330205</c:v>
                </c:pt>
                <c:pt idx="79">
                  <c:v>25.333592044406998</c:v>
                </c:pt>
                <c:pt idx="80">
                  <c:v>25.355733018708648</c:v>
                </c:pt>
                <c:pt idx="81">
                  <c:v>25.403968664143019</c:v>
                </c:pt>
                <c:pt idx="82">
                  <c:v>25.436845671136545</c:v>
                </c:pt>
                <c:pt idx="83">
                  <c:v>25.483671312294842</c:v>
                </c:pt>
                <c:pt idx="84">
                  <c:v>25.516913848157113</c:v>
                </c:pt>
                <c:pt idx="85">
                  <c:v>25.527400675808611</c:v>
                </c:pt>
                <c:pt idx="86">
                  <c:v>25.516087995880447</c:v>
                </c:pt>
                <c:pt idx="87">
                  <c:v>25.496805820375325</c:v>
                </c:pt>
                <c:pt idx="88">
                  <c:v>25.466038965152269</c:v>
                </c:pt>
                <c:pt idx="89">
                  <c:v>25.428596341704718</c:v>
                </c:pt>
                <c:pt idx="90">
                  <c:v>25.392298429156924</c:v>
                </c:pt>
                <c:pt idx="91">
                  <c:v>25.368153260959119</c:v>
                </c:pt>
                <c:pt idx="92">
                  <c:v>25.325820721481193</c:v>
                </c:pt>
                <c:pt idx="93">
                  <c:v>25.282170275242112</c:v>
                </c:pt>
                <c:pt idx="94">
                  <c:v>25.266776200247907</c:v>
                </c:pt>
                <c:pt idx="95">
                  <c:v>25.263257662415914</c:v>
                </c:pt>
                <c:pt idx="96">
                  <c:v>25.258421686870467</c:v>
                </c:pt>
                <c:pt idx="97">
                  <c:v>25.257322473597132</c:v>
                </c:pt>
                <c:pt idx="98">
                  <c:v>25.279037576044065</c:v>
                </c:pt>
                <c:pt idx="99">
                  <c:v>25.267372828916002</c:v>
                </c:pt>
                <c:pt idx="100">
                  <c:v>25.221645627102344</c:v>
                </c:pt>
                <c:pt idx="101">
                  <c:v>25.161598704039982</c:v>
                </c:pt>
                <c:pt idx="102">
                  <c:v>25.102671280563762</c:v>
                </c:pt>
                <c:pt idx="103">
                  <c:v>25.040015209340559</c:v>
                </c:pt>
                <c:pt idx="104">
                  <c:v>24.975711701898053</c:v>
                </c:pt>
                <c:pt idx="105">
                  <c:v>24.950541781748498</c:v>
                </c:pt>
                <c:pt idx="106">
                  <c:v>24.909886064327971</c:v>
                </c:pt>
                <c:pt idx="107">
                  <c:v>24.844832479263928</c:v>
                </c:pt>
                <c:pt idx="108">
                  <c:v>24.775391140631825</c:v>
                </c:pt>
                <c:pt idx="109">
                  <c:v>24.704667472506241</c:v>
                </c:pt>
                <c:pt idx="110">
                  <c:v>24.63700194844758</c:v>
                </c:pt>
                <c:pt idx="111">
                  <c:v>24.584804081240282</c:v>
                </c:pt>
                <c:pt idx="112">
                  <c:v>24.541540364825767</c:v>
                </c:pt>
                <c:pt idx="113">
                  <c:v>24.497759499875084</c:v>
                </c:pt>
                <c:pt idx="114">
                  <c:v>24.461695044091304</c:v>
                </c:pt>
                <c:pt idx="115">
                  <c:v>24.442807642578714</c:v>
                </c:pt>
                <c:pt idx="116">
                  <c:v>24.433269334902327</c:v>
                </c:pt>
                <c:pt idx="117">
                  <c:v>24.426117436362599</c:v>
                </c:pt>
                <c:pt idx="118">
                  <c:v>24.408134053925053</c:v>
                </c:pt>
                <c:pt idx="119">
                  <c:v>24.408938236198207</c:v>
                </c:pt>
                <c:pt idx="120">
                  <c:v>24.390755930633194</c:v>
                </c:pt>
                <c:pt idx="121">
                  <c:v>24.367254547986125</c:v>
                </c:pt>
                <c:pt idx="122">
                  <c:v>24.357437033806168</c:v>
                </c:pt>
                <c:pt idx="123">
                  <c:v>24.357097712977378</c:v>
                </c:pt>
                <c:pt idx="124">
                  <c:v>24.348109181967452</c:v>
                </c:pt>
                <c:pt idx="125">
                  <c:v>24.354962150548033</c:v>
                </c:pt>
                <c:pt idx="126">
                  <c:v>24.375971172047233</c:v>
                </c:pt>
                <c:pt idx="127">
                  <c:v>24.374190432472997</c:v>
                </c:pt>
                <c:pt idx="128">
                  <c:v>24.349323048086745</c:v>
                </c:pt>
                <c:pt idx="129">
                  <c:v>24.34298889902475</c:v>
                </c:pt>
                <c:pt idx="130">
                  <c:v>24.347216554888302</c:v>
                </c:pt>
                <c:pt idx="131">
                  <c:v>24.34228274771986</c:v>
                </c:pt>
                <c:pt idx="132">
                  <c:v>24.342649589922154</c:v>
                </c:pt>
                <c:pt idx="133">
                  <c:v>24.347205755065122</c:v>
                </c:pt>
                <c:pt idx="134">
                  <c:v>24.351093855576043</c:v>
                </c:pt>
                <c:pt idx="135">
                  <c:v>24.381559382833608</c:v>
                </c:pt>
                <c:pt idx="136">
                  <c:v>24.42019925052276</c:v>
                </c:pt>
                <c:pt idx="137">
                  <c:v>24.454708226887846</c:v>
                </c:pt>
                <c:pt idx="138">
                  <c:v>24.479338132426093</c:v>
                </c:pt>
                <c:pt idx="139">
                  <c:v>24.391645972086923</c:v>
                </c:pt>
                <c:pt idx="140">
                  <c:v>24.313105319242421</c:v>
                </c:pt>
                <c:pt idx="141">
                  <c:v>24.242354610517218</c:v>
                </c:pt>
                <c:pt idx="142">
                  <c:v>24.268063818254149</c:v>
                </c:pt>
                <c:pt idx="143">
                  <c:v>24.3044519286737</c:v>
                </c:pt>
                <c:pt idx="144">
                  <c:v>24.358617966914174</c:v>
                </c:pt>
                <c:pt idx="145">
                  <c:v>24.4384904103316</c:v>
                </c:pt>
                <c:pt idx="146">
                  <c:v>24.484853101414892</c:v>
                </c:pt>
                <c:pt idx="147">
                  <c:v>24.53100887210751</c:v>
                </c:pt>
                <c:pt idx="148">
                  <c:v>24.548841807496867</c:v>
                </c:pt>
                <c:pt idx="149">
                  <c:v>24.594854917333041</c:v>
                </c:pt>
                <c:pt idx="150">
                  <c:v>24.633248886768065</c:v>
                </c:pt>
                <c:pt idx="151">
                  <c:v>24.673114610608213</c:v>
                </c:pt>
                <c:pt idx="152">
                  <c:v>24.712952027419966</c:v>
                </c:pt>
                <c:pt idx="153">
                  <c:v>24.768019047651656</c:v>
                </c:pt>
                <c:pt idx="154">
                  <c:v>24.821729112901586</c:v>
                </c:pt>
                <c:pt idx="155">
                  <c:v>24.860223036400424</c:v>
                </c:pt>
                <c:pt idx="156">
                  <c:v>24.90452257429229</c:v>
                </c:pt>
                <c:pt idx="157">
                  <c:v>24.95091523752329</c:v>
                </c:pt>
                <c:pt idx="158">
                  <c:v>24.993849823170194</c:v>
                </c:pt>
                <c:pt idx="159">
                  <c:v>25.000365153630593</c:v>
                </c:pt>
                <c:pt idx="160">
                  <c:v>25.019002904507495</c:v>
                </c:pt>
                <c:pt idx="161">
                  <c:v>25.025521377587452</c:v>
                </c:pt>
                <c:pt idx="162">
                  <c:v>25.042785053241722</c:v>
                </c:pt>
                <c:pt idx="163">
                  <c:v>25.083543116869308</c:v>
                </c:pt>
                <c:pt idx="164">
                  <c:v>25.08369241475064</c:v>
                </c:pt>
                <c:pt idx="165">
                  <c:v>25.089880584443748</c:v>
                </c:pt>
                <c:pt idx="166">
                  <c:v>25.087110576375892</c:v>
                </c:pt>
                <c:pt idx="167">
                  <c:v>25.080513092211707</c:v>
                </c:pt>
                <c:pt idx="168">
                  <c:v>25.105373769215916</c:v>
                </c:pt>
                <c:pt idx="169">
                  <c:v>25.157238366309691</c:v>
                </c:pt>
                <c:pt idx="170">
                  <c:v>25.198158908058844</c:v>
                </c:pt>
                <c:pt idx="171">
                  <c:v>25.247571276898157</c:v>
                </c:pt>
                <c:pt idx="172">
                  <c:v>25.300450588323006</c:v>
                </c:pt>
                <c:pt idx="173">
                  <c:v>25.316236669928344</c:v>
                </c:pt>
                <c:pt idx="174">
                  <c:v>25.309272437371405</c:v>
                </c:pt>
                <c:pt idx="175">
                  <c:v>25.305345992211418</c:v>
                </c:pt>
                <c:pt idx="176">
                  <c:v>25.301873022362997</c:v>
                </c:pt>
                <c:pt idx="177">
                  <c:v>25.335185399427065</c:v>
                </c:pt>
                <c:pt idx="178">
                  <c:v>25.371105447151727</c:v>
                </c:pt>
                <c:pt idx="179">
                  <c:v>25.353138059240585</c:v>
                </c:pt>
                <c:pt idx="180">
                  <c:v>25.340402804558121</c:v>
                </c:pt>
                <c:pt idx="181">
                  <c:v>25.319637828574653</c:v>
                </c:pt>
                <c:pt idx="182">
                  <c:v>25.29714966516913</c:v>
                </c:pt>
                <c:pt idx="183">
                  <c:v>25.299886089422021</c:v>
                </c:pt>
                <c:pt idx="184">
                  <c:v>25.306211385208773</c:v>
                </c:pt>
                <c:pt idx="185">
                  <c:v>25.293745786046195</c:v>
                </c:pt>
                <c:pt idx="186">
                  <c:v>25.300197021139066</c:v>
                </c:pt>
                <c:pt idx="187">
                  <c:v>25.297252152090497</c:v>
                </c:pt>
                <c:pt idx="188">
                  <c:v>25.281365928802266</c:v>
                </c:pt>
                <c:pt idx="189">
                  <c:v>25.254245309646173</c:v>
                </c:pt>
                <c:pt idx="190">
                  <c:v>25.218495596591968</c:v>
                </c:pt>
                <c:pt idx="191">
                  <c:v>25.200095324563065</c:v>
                </c:pt>
                <c:pt idx="192">
                  <c:v>25.193380812998964</c:v>
                </c:pt>
                <c:pt idx="193">
                  <c:v>25.17983122116075</c:v>
                </c:pt>
                <c:pt idx="194">
                  <c:v>25.176082943767724</c:v>
                </c:pt>
                <c:pt idx="195">
                  <c:v>25.17694284890705</c:v>
                </c:pt>
                <c:pt idx="196">
                  <c:v>25.201375871675307</c:v>
                </c:pt>
                <c:pt idx="197">
                  <c:v>25.231856771971081</c:v>
                </c:pt>
                <c:pt idx="198">
                  <c:v>25.25815393099375</c:v>
                </c:pt>
                <c:pt idx="199">
                  <c:v>25.28161841717651</c:v>
                </c:pt>
                <c:pt idx="200">
                  <c:v>25.299458083400292</c:v>
                </c:pt>
                <c:pt idx="201">
                  <c:v>25.32019275890266</c:v>
                </c:pt>
                <c:pt idx="202">
                  <c:v>25.361268813415101</c:v>
                </c:pt>
                <c:pt idx="203">
                  <c:v>25.448927729998886</c:v>
                </c:pt>
                <c:pt idx="204">
                  <c:v>25.536658973737246</c:v>
                </c:pt>
                <c:pt idx="205">
                  <c:v>25.605240125801409</c:v>
                </c:pt>
                <c:pt idx="206">
                  <c:v>25.658747210661303</c:v>
                </c:pt>
                <c:pt idx="207">
                  <c:v>25.675760180322573</c:v>
                </c:pt>
                <c:pt idx="208">
                  <c:v>25.635748864077883</c:v>
                </c:pt>
                <c:pt idx="209">
                  <c:v>25.585081534678093</c:v>
                </c:pt>
                <c:pt idx="210">
                  <c:v>25.524910783024236</c:v>
                </c:pt>
                <c:pt idx="211">
                  <c:v>25.478254374274311</c:v>
                </c:pt>
                <c:pt idx="212">
                  <c:v>25.43008397337432</c:v>
                </c:pt>
                <c:pt idx="213">
                  <c:v>25.38192121795176</c:v>
                </c:pt>
                <c:pt idx="214">
                  <c:v>25.372247249955777</c:v>
                </c:pt>
                <c:pt idx="215">
                  <c:v>25.393463590536186</c:v>
                </c:pt>
                <c:pt idx="216">
                  <c:v>25.397843182674354</c:v>
                </c:pt>
                <c:pt idx="217">
                  <c:v>25.416681170012271</c:v>
                </c:pt>
                <c:pt idx="218">
                  <c:v>25.432425224944136</c:v>
                </c:pt>
                <c:pt idx="219">
                  <c:v>25.438629459520797</c:v>
                </c:pt>
                <c:pt idx="220">
                  <c:v>25.498916488098253</c:v>
                </c:pt>
                <c:pt idx="221">
                  <c:v>25.561029472447753</c:v>
                </c:pt>
                <c:pt idx="222">
                  <c:v>25.623689084981052</c:v>
                </c:pt>
                <c:pt idx="223">
                  <c:v>25.648193215379877</c:v>
                </c:pt>
                <c:pt idx="224">
                  <c:v>25.629561890456401</c:v>
                </c:pt>
                <c:pt idx="225">
                  <c:v>25.585882386712612</c:v>
                </c:pt>
                <c:pt idx="226">
                  <c:v>25.596262412203949</c:v>
                </c:pt>
                <c:pt idx="227">
                  <c:v>25.624063385041701</c:v>
                </c:pt>
                <c:pt idx="228">
                  <c:v>25.640228738613253</c:v>
                </c:pt>
                <c:pt idx="229">
                  <c:v>25.619869770314615</c:v>
                </c:pt>
                <c:pt idx="230">
                  <c:v>25.606408054562067</c:v>
                </c:pt>
                <c:pt idx="231">
                  <c:v>25.595082335107985</c:v>
                </c:pt>
                <c:pt idx="232">
                  <c:v>25.640223063136144</c:v>
                </c:pt>
                <c:pt idx="233">
                  <c:v>25.662011923333125</c:v>
                </c:pt>
                <c:pt idx="234">
                  <c:v>25.625848205330882</c:v>
                </c:pt>
                <c:pt idx="235">
                  <c:v>25.590043261910584</c:v>
                </c:pt>
                <c:pt idx="236">
                  <c:v>25.551067415357469</c:v>
                </c:pt>
                <c:pt idx="237">
                  <c:v>25.48181172580307</c:v>
                </c:pt>
                <c:pt idx="238">
                  <c:v>25.424320878154845</c:v>
                </c:pt>
                <c:pt idx="239">
                  <c:v>25.376366895861352</c:v>
                </c:pt>
                <c:pt idx="240">
                  <c:v>25.305677280598424</c:v>
                </c:pt>
                <c:pt idx="241">
                  <c:v>25.217583603706107</c:v>
                </c:pt>
                <c:pt idx="242">
                  <c:v>25.176185102355706</c:v>
                </c:pt>
                <c:pt idx="243">
                  <c:v>25.183342723277317</c:v>
                </c:pt>
                <c:pt idx="244">
                  <c:v>25.178735596102282</c:v>
                </c:pt>
                <c:pt idx="245">
                  <c:v>25.173730669577076</c:v>
                </c:pt>
                <c:pt idx="246">
                  <c:v>25.165997292609799</c:v>
                </c:pt>
                <c:pt idx="247">
                  <c:v>25.148219939372304</c:v>
                </c:pt>
                <c:pt idx="248">
                  <c:v>25.160428406588458</c:v>
                </c:pt>
                <c:pt idx="249">
                  <c:v>25.178800723374739</c:v>
                </c:pt>
                <c:pt idx="250">
                  <c:v>25.138263041806667</c:v>
                </c:pt>
                <c:pt idx="251">
                  <c:v>25.19392443927752</c:v>
                </c:pt>
                <c:pt idx="252">
                  <c:v>25.26604697179642</c:v>
                </c:pt>
                <c:pt idx="253">
                  <c:v>25.307498780417362</c:v>
                </c:pt>
                <c:pt idx="254">
                  <c:v>25.306504024065713</c:v>
                </c:pt>
                <c:pt idx="255">
                  <c:v>25.267131926019829</c:v>
                </c:pt>
                <c:pt idx="256">
                  <c:v>25.248257962723702</c:v>
                </c:pt>
                <c:pt idx="257">
                  <c:v>25.16133230840158</c:v>
                </c:pt>
                <c:pt idx="258">
                  <c:v>25.07868232870079</c:v>
                </c:pt>
                <c:pt idx="259">
                  <c:v>25</c:v>
                </c:pt>
                <c:pt idx="260">
                  <c:v>24.967456790798654</c:v>
                </c:pt>
                <c:pt idx="261">
                  <c:v>24.914831984653134</c:v>
                </c:pt>
                <c:pt idx="262">
                  <c:v>24.938593354574468</c:v>
                </c:pt>
                <c:pt idx="263">
                  <c:v>24.98033705157604</c:v>
                </c:pt>
                <c:pt idx="264">
                  <c:v>24.97832434446422</c:v>
                </c:pt>
                <c:pt idx="265">
                  <c:v>24.955828535581269</c:v>
                </c:pt>
                <c:pt idx="266">
                  <c:v>24.93591605378354</c:v>
                </c:pt>
                <c:pt idx="267">
                  <c:v>24.921346517732452</c:v>
                </c:pt>
                <c:pt idx="268">
                  <c:v>24.882967745442752</c:v>
                </c:pt>
                <c:pt idx="269">
                  <c:v>24.849699716838252</c:v>
                </c:pt>
                <c:pt idx="270">
                  <c:v>24.804769872653786</c:v>
                </c:pt>
                <c:pt idx="271">
                  <c:v>24.796189512811182</c:v>
                </c:pt>
                <c:pt idx="272">
                  <c:v>24.794180323557075</c:v>
                </c:pt>
                <c:pt idx="273">
                  <c:v>24.804626719297257</c:v>
                </c:pt>
                <c:pt idx="274">
                  <c:v>24.778653461160399</c:v>
                </c:pt>
                <c:pt idx="275">
                  <c:v>24.792710304628418</c:v>
                </c:pt>
                <c:pt idx="276">
                  <c:v>24.773942791706684</c:v>
                </c:pt>
                <c:pt idx="277">
                  <c:v>24.780828927822402</c:v>
                </c:pt>
                <c:pt idx="278">
                  <c:v>24.909639181073683</c:v>
                </c:pt>
                <c:pt idx="279">
                  <c:v>24.960632826954914</c:v>
                </c:pt>
                <c:pt idx="280">
                  <c:v>24.944611541382894</c:v>
                </c:pt>
                <c:pt idx="281">
                  <c:v>24.897293728478189</c:v>
                </c:pt>
                <c:pt idx="282">
                  <c:v>25.015969174373101</c:v>
                </c:pt>
                <c:pt idx="283">
                  <c:v>25.13692782718557</c:v>
                </c:pt>
                <c:pt idx="284">
                  <c:v>25.196734199137531</c:v>
                </c:pt>
                <c:pt idx="285">
                  <c:v>25.057055172696678</c:v>
                </c:pt>
                <c:pt idx="286">
                  <c:v>25.096943223207113</c:v>
                </c:pt>
                <c:pt idx="287">
                  <c:v>25.327067075016462</c:v>
                </c:pt>
                <c:pt idx="288">
                  <c:v>25.441627237149365</c:v>
                </c:pt>
                <c:pt idx="289">
                  <c:v>25.552933146374052</c:v>
                </c:pt>
                <c:pt idx="290">
                  <c:v>25.554322324932464</c:v>
                </c:pt>
                <c:pt idx="291">
                  <c:v>25.643177688376767</c:v>
                </c:pt>
                <c:pt idx="292">
                  <c:v>25.688309269974873</c:v>
                </c:pt>
                <c:pt idx="293">
                  <c:v>25.689450509921684</c:v>
                </c:pt>
                <c:pt idx="294">
                  <c:v>25.784897916576917</c:v>
                </c:pt>
                <c:pt idx="295">
                  <c:v>25.899113891511192</c:v>
                </c:pt>
                <c:pt idx="296">
                  <c:v>25.948713621452292</c:v>
                </c:pt>
                <c:pt idx="297">
                  <c:v>26.023312420920025</c:v>
                </c:pt>
                <c:pt idx="298">
                  <c:v>26.039300427558082</c:v>
                </c:pt>
                <c:pt idx="299">
                  <c:v>26.082602347907358</c:v>
                </c:pt>
                <c:pt idx="300">
                  <c:v>26.157024222584521</c:v>
                </c:pt>
                <c:pt idx="301">
                  <c:v>26.129436666448015</c:v>
                </c:pt>
                <c:pt idx="302">
                  <c:v>26.157795571519024</c:v>
                </c:pt>
                <c:pt idx="303">
                  <c:v>26.251220116179834</c:v>
                </c:pt>
                <c:pt idx="304">
                  <c:v>26.211724846209229</c:v>
                </c:pt>
                <c:pt idx="305">
                  <c:v>26.303981884252305</c:v>
                </c:pt>
                <c:pt idx="306">
                  <c:v>26.34166156440493</c:v>
                </c:pt>
                <c:pt idx="307">
                  <c:v>26.334975758559764</c:v>
                </c:pt>
                <c:pt idx="308">
                  <c:v>26.332150684292511</c:v>
                </c:pt>
                <c:pt idx="309">
                  <c:v>26.284775835188086</c:v>
                </c:pt>
                <c:pt idx="310">
                  <c:v>26.229399220025279</c:v>
                </c:pt>
                <c:pt idx="311">
                  <c:v>26.129557915277182</c:v>
                </c:pt>
                <c:pt idx="312">
                  <c:v>26.21427651257504</c:v>
                </c:pt>
                <c:pt idx="313">
                  <c:v>26.350428722492083</c:v>
                </c:pt>
                <c:pt idx="314">
                  <c:v>26.328045062913016</c:v>
                </c:pt>
                <c:pt idx="315">
                  <c:v>26.37971737390421</c:v>
                </c:pt>
                <c:pt idx="316">
                  <c:v>26.352040323467488</c:v>
                </c:pt>
                <c:pt idx="317">
                  <c:v>26.406833068059502</c:v>
                </c:pt>
                <c:pt idx="318">
                  <c:v>26.485509815092726</c:v>
                </c:pt>
                <c:pt idx="319">
                  <c:v>26.485653578211256</c:v>
                </c:pt>
                <c:pt idx="320">
                  <c:v>26.467256073563753</c:v>
                </c:pt>
                <c:pt idx="321">
                  <c:v>26.634623548300315</c:v>
                </c:pt>
                <c:pt idx="322">
                  <c:v>26.737828675498196</c:v>
                </c:pt>
                <c:pt idx="323">
                  <c:v>26.781175812045273</c:v>
                </c:pt>
                <c:pt idx="324">
                  <c:v>26.84087526457515</c:v>
                </c:pt>
                <c:pt idx="325">
                  <c:v>26.901661031566746</c:v>
                </c:pt>
                <c:pt idx="326">
                  <c:v>26.98627376479984</c:v>
                </c:pt>
                <c:pt idx="327">
                  <c:v>27.054606227776091</c:v>
                </c:pt>
                <c:pt idx="328">
                  <c:v>27.082157057478064</c:v>
                </c:pt>
                <c:pt idx="329">
                  <c:v>27.119194001574183</c:v>
                </c:pt>
                <c:pt idx="330">
                  <c:v>27.181961495077321</c:v>
                </c:pt>
                <c:pt idx="331">
                  <c:v>27.183278393385955</c:v>
                </c:pt>
                <c:pt idx="332">
                  <c:v>27.174385155278365</c:v>
                </c:pt>
                <c:pt idx="333">
                  <c:v>27.150223476601695</c:v>
                </c:pt>
                <c:pt idx="334">
                  <c:v>27.116220239187577</c:v>
                </c:pt>
                <c:pt idx="335">
                  <c:v>27.050949250516911</c:v>
                </c:pt>
                <c:pt idx="336">
                  <c:v>26.987812710287269</c:v>
                </c:pt>
                <c:pt idx="337">
                  <c:v>26.953239017066455</c:v>
                </c:pt>
                <c:pt idx="338">
                  <c:v>26.907576942525267</c:v>
                </c:pt>
                <c:pt idx="339">
                  <c:v>26.818588463345108</c:v>
                </c:pt>
                <c:pt idx="340">
                  <c:v>26.724067378982824</c:v>
                </c:pt>
                <c:pt idx="341">
                  <c:v>26.734542339727636</c:v>
                </c:pt>
                <c:pt idx="342">
                  <c:v>26.755597796948646</c:v>
                </c:pt>
                <c:pt idx="343">
                  <c:v>26.746116185412397</c:v>
                </c:pt>
                <c:pt idx="344">
                  <c:v>26.872914599290095</c:v>
                </c:pt>
                <c:pt idx="345">
                  <c:v>26.986204720979117</c:v>
                </c:pt>
                <c:pt idx="346">
                  <c:v>27.125386369244154</c:v>
                </c:pt>
                <c:pt idx="347">
                  <c:v>27.281089659709899</c:v>
                </c:pt>
                <c:pt idx="348">
                  <c:v>27.376797528550163</c:v>
                </c:pt>
                <c:pt idx="349">
                  <c:v>27.345065326265953</c:v>
                </c:pt>
                <c:pt idx="350">
                  <c:v>27.352231530760374</c:v>
                </c:pt>
                <c:pt idx="351">
                  <c:v>27.474426804368452</c:v>
                </c:pt>
                <c:pt idx="352">
                  <c:v>27.521888145867827</c:v>
                </c:pt>
                <c:pt idx="353">
                  <c:v>27.587652947951877</c:v>
                </c:pt>
                <c:pt idx="354">
                  <c:v>27.542012918652347</c:v>
                </c:pt>
                <c:pt idx="355">
                  <c:v>27.425372764515746</c:v>
                </c:pt>
                <c:pt idx="356">
                  <c:v>27.470165130820799</c:v>
                </c:pt>
                <c:pt idx="357">
                  <c:v>27.553918850105202</c:v>
                </c:pt>
                <c:pt idx="358">
                  <c:v>27.435333555177269</c:v>
                </c:pt>
                <c:pt idx="359">
                  <c:v>27.536261924863396</c:v>
                </c:pt>
                <c:pt idx="360">
                  <c:v>27.773041797989261</c:v>
                </c:pt>
                <c:pt idx="361">
                  <c:v>27.785528973345837</c:v>
                </c:pt>
                <c:pt idx="362">
                  <c:v>27.756316495279371</c:v>
                </c:pt>
                <c:pt idx="363">
                  <c:v>27.66441157134096</c:v>
                </c:pt>
                <c:pt idx="364">
                  <c:v>27.66397169841256</c:v>
                </c:pt>
                <c:pt idx="365">
                  <c:v>27.642350006814091</c:v>
                </c:pt>
                <c:pt idx="366">
                  <c:v>27.483328860572694</c:v>
                </c:pt>
                <c:pt idx="367">
                  <c:v>27.342517177757848</c:v>
                </c:pt>
                <c:pt idx="368">
                  <c:v>27.289632425379743</c:v>
                </c:pt>
                <c:pt idx="369">
                  <c:v>27.153327915676094</c:v>
                </c:pt>
                <c:pt idx="370">
                  <c:v>27.092394680089196</c:v>
                </c:pt>
                <c:pt idx="371">
                  <c:v>26.988587014222254</c:v>
                </c:pt>
                <c:pt idx="372">
                  <c:v>26.866264253450673</c:v>
                </c:pt>
                <c:pt idx="373">
                  <c:v>26.714625355072041</c:v>
                </c:pt>
                <c:pt idx="374">
                  <c:v>26.563044524798048</c:v>
                </c:pt>
                <c:pt idx="375">
                  <c:v>26.486228489971069</c:v>
                </c:pt>
                <c:pt idx="376">
                  <c:v>26.373707606501913</c:v>
                </c:pt>
                <c:pt idx="377">
                  <c:v>26.241333951006609</c:v>
                </c:pt>
                <c:pt idx="378">
                  <c:v>26.101725141005705</c:v>
                </c:pt>
                <c:pt idx="379">
                  <c:v>25.945733198588439</c:v>
                </c:pt>
                <c:pt idx="380">
                  <c:v>25.778092269045665</c:v>
                </c:pt>
                <c:pt idx="381">
                  <c:v>25.535132504918494</c:v>
                </c:pt>
                <c:pt idx="382">
                  <c:v>25.390579932211821</c:v>
                </c:pt>
                <c:pt idx="383">
                  <c:v>25.185511130771509</c:v>
                </c:pt>
                <c:pt idx="384">
                  <c:v>25.043706169105249</c:v>
                </c:pt>
                <c:pt idx="385">
                  <c:v>24.932069956493716</c:v>
                </c:pt>
                <c:pt idx="386">
                  <c:v>24.861885177264966</c:v>
                </c:pt>
                <c:pt idx="387">
                  <c:v>24.797665230669331</c:v>
                </c:pt>
                <c:pt idx="388">
                  <c:v>24.757258835551106</c:v>
                </c:pt>
                <c:pt idx="389">
                  <c:v>24.721599578344883</c:v>
                </c:pt>
                <c:pt idx="390">
                  <c:v>24.694673520172699</c:v>
                </c:pt>
                <c:pt idx="391">
                  <c:v>24.76829285424364</c:v>
                </c:pt>
                <c:pt idx="392">
                  <c:v>25.154932434031316</c:v>
                </c:pt>
                <c:pt idx="393">
                  <c:v>25.463135372300865</c:v>
                </c:pt>
                <c:pt idx="394">
                  <c:v>25.708239857013623</c:v>
                </c:pt>
                <c:pt idx="395">
                  <c:v>25.777927774019012</c:v>
                </c:pt>
                <c:pt idx="396">
                  <c:v>25.721475820110548</c:v>
                </c:pt>
                <c:pt idx="397">
                  <c:v>25.594576467168878</c:v>
                </c:pt>
                <c:pt idx="398">
                  <c:v>25.408977014716395</c:v>
                </c:pt>
                <c:pt idx="399">
                  <c:v>25.232304431091229</c:v>
                </c:pt>
                <c:pt idx="400">
                  <c:v>25.100374846501211</c:v>
                </c:pt>
                <c:pt idx="401">
                  <c:v>25.014473475083143</c:v>
                </c:pt>
                <c:pt idx="402">
                  <c:v>24.91834353367447</c:v>
                </c:pt>
                <c:pt idx="403">
                  <c:v>24.824983178190728</c:v>
                </c:pt>
                <c:pt idx="404">
                  <c:v>24.746323223064991</c:v>
                </c:pt>
                <c:pt idx="405">
                  <c:v>24.654875644081638</c:v>
                </c:pt>
                <c:pt idx="406">
                  <c:v>24.543628225104527</c:v>
                </c:pt>
                <c:pt idx="407">
                  <c:v>24.446241329682675</c:v>
                </c:pt>
                <c:pt idx="408">
                  <c:v>24.404228082696953</c:v>
                </c:pt>
                <c:pt idx="409">
                  <c:v>24.334163403130521</c:v>
                </c:pt>
                <c:pt idx="410">
                  <c:v>24.27601198388718</c:v>
                </c:pt>
                <c:pt idx="411">
                  <c:v>24.212508472467146</c:v>
                </c:pt>
                <c:pt idx="412">
                  <c:v>24.174458555379534</c:v>
                </c:pt>
                <c:pt idx="413">
                  <c:v>24.145470191233326</c:v>
                </c:pt>
                <c:pt idx="414">
                  <c:v>24.140290822938788</c:v>
                </c:pt>
                <c:pt idx="415">
                  <c:v>24.122688128405184</c:v>
                </c:pt>
                <c:pt idx="416">
                  <c:v>24.111204413166572</c:v>
                </c:pt>
                <c:pt idx="417">
                  <c:v>24.066525313085233</c:v>
                </c:pt>
                <c:pt idx="418">
                  <c:v>24.065589412691779</c:v>
                </c:pt>
                <c:pt idx="419">
                  <c:v>24.093274486042748</c:v>
                </c:pt>
                <c:pt idx="420">
                  <c:v>24.096614998287858</c:v>
                </c:pt>
                <c:pt idx="421">
                  <c:v>24.071586823618858</c:v>
                </c:pt>
                <c:pt idx="422">
                  <c:v>24.065993241503488</c:v>
                </c:pt>
                <c:pt idx="423">
                  <c:v>24.071876286876325</c:v>
                </c:pt>
                <c:pt idx="424">
                  <c:v>24.057481920351385</c:v>
                </c:pt>
                <c:pt idx="425">
                  <c:v>24.036583569006837</c:v>
                </c:pt>
                <c:pt idx="426">
                  <c:v>24.046432804552609</c:v>
                </c:pt>
                <c:pt idx="427">
                  <c:v>24.049309954714239</c:v>
                </c:pt>
                <c:pt idx="428">
                  <c:v>24.037200934163597</c:v>
                </c:pt>
                <c:pt idx="429">
                  <c:v>24.009628984123367</c:v>
                </c:pt>
                <c:pt idx="430">
                  <c:v>24.023979035168658</c:v>
                </c:pt>
                <c:pt idx="431">
                  <c:v>24.02764790388624</c:v>
                </c:pt>
                <c:pt idx="432">
                  <c:v>23.984443077142725</c:v>
                </c:pt>
                <c:pt idx="433">
                  <c:v>23.977835432599289</c:v>
                </c:pt>
                <c:pt idx="434">
                  <c:v>23.963790599683811</c:v>
                </c:pt>
                <c:pt idx="435">
                  <c:v>23.913590613100627</c:v>
                </c:pt>
                <c:pt idx="436">
                  <c:v>24.120379985739543</c:v>
                </c:pt>
                <c:pt idx="437">
                  <c:v>23.839119108963228</c:v>
                </c:pt>
                <c:pt idx="438">
                  <c:v>23.871862284923164</c:v>
                </c:pt>
                <c:pt idx="439">
                  <c:v>23.971920900934148</c:v>
                </c:pt>
                <c:pt idx="440">
                  <c:v>24.048595673253121</c:v>
                </c:pt>
                <c:pt idx="441">
                  <c:v>24.187583320459929</c:v>
                </c:pt>
                <c:pt idx="442">
                  <c:v>24.221489712716963</c:v>
                </c:pt>
                <c:pt idx="443">
                  <c:v>24.250248642183145</c:v>
                </c:pt>
                <c:pt idx="444">
                  <c:v>24.309866544908139</c:v>
                </c:pt>
                <c:pt idx="445">
                  <c:v>24.312471067086086</c:v>
                </c:pt>
                <c:pt idx="446">
                  <c:v>24.273291143743958</c:v>
                </c:pt>
                <c:pt idx="447">
                  <c:v>24.31399739519053</c:v>
                </c:pt>
                <c:pt idx="448">
                  <c:v>24.372052647930197</c:v>
                </c:pt>
                <c:pt idx="449">
                  <c:v>24.385104011443637</c:v>
                </c:pt>
                <c:pt idx="450">
                  <c:v>24.346813889168299</c:v>
                </c:pt>
                <c:pt idx="451">
                  <c:v>24.333318577874593</c:v>
                </c:pt>
                <c:pt idx="452">
                  <c:v>24.354488945917794</c:v>
                </c:pt>
                <c:pt idx="453">
                  <c:v>24.380466149918384</c:v>
                </c:pt>
                <c:pt idx="454">
                  <c:v>24.374304305527161</c:v>
                </c:pt>
                <c:pt idx="455">
                  <c:v>24.402675570004934</c:v>
                </c:pt>
                <c:pt idx="456">
                  <c:v>24.417610658377157</c:v>
                </c:pt>
                <c:pt idx="457">
                  <c:v>24.409246212914773</c:v>
                </c:pt>
                <c:pt idx="458">
                  <c:v>24.436562835376431</c:v>
                </c:pt>
                <c:pt idx="459">
                  <c:v>24.462351663959595</c:v>
                </c:pt>
                <c:pt idx="460">
                  <c:v>24.496435002993813</c:v>
                </c:pt>
                <c:pt idx="461">
                  <c:v>24.501458984581632</c:v>
                </c:pt>
                <c:pt idx="462">
                  <c:v>24.486443114470127</c:v>
                </c:pt>
                <c:pt idx="463">
                  <c:v>24.491835943439135</c:v>
                </c:pt>
                <c:pt idx="464">
                  <c:v>24.499534528793632</c:v>
                </c:pt>
                <c:pt idx="465">
                  <c:v>24.510287388571562</c:v>
                </c:pt>
                <c:pt idx="466">
                  <c:v>24.542945948327315</c:v>
                </c:pt>
                <c:pt idx="467">
                  <c:v>24.542859702182387</c:v>
                </c:pt>
                <c:pt idx="468">
                  <c:v>24.557528043130436</c:v>
                </c:pt>
                <c:pt idx="469">
                  <c:v>24.571067315919361</c:v>
                </c:pt>
                <c:pt idx="470">
                  <c:v>24.574146262251556</c:v>
                </c:pt>
                <c:pt idx="471">
                  <c:v>24.583106398286642</c:v>
                </c:pt>
                <c:pt idx="472">
                  <c:v>24.600651080415016</c:v>
                </c:pt>
                <c:pt idx="473">
                  <c:v>24.601966360509074</c:v>
                </c:pt>
                <c:pt idx="474">
                  <c:v>24.609915522868455</c:v>
                </c:pt>
                <c:pt idx="475">
                  <c:v>24.631943831913759</c:v>
                </c:pt>
                <c:pt idx="476">
                  <c:v>24.662200128720759</c:v>
                </c:pt>
                <c:pt idx="477">
                  <c:v>24.647740936139929</c:v>
                </c:pt>
                <c:pt idx="478">
                  <c:v>24.65239818106118</c:v>
                </c:pt>
                <c:pt idx="479">
                  <c:v>24.677805697320661</c:v>
                </c:pt>
                <c:pt idx="480">
                  <c:v>24.702029477912159</c:v>
                </c:pt>
                <c:pt idx="481">
                  <c:v>24.742636109491396</c:v>
                </c:pt>
                <c:pt idx="482">
                  <c:v>24.755293150470713</c:v>
                </c:pt>
                <c:pt idx="483">
                  <c:v>24.771046281475474</c:v>
                </c:pt>
                <c:pt idx="484">
                  <c:v>24.782965885668641</c:v>
                </c:pt>
                <c:pt idx="485">
                  <c:v>24.788136339125423</c:v>
                </c:pt>
                <c:pt idx="486">
                  <c:v>24.805933134389882</c:v>
                </c:pt>
                <c:pt idx="487">
                  <c:v>24.790566287614372</c:v>
                </c:pt>
                <c:pt idx="488">
                  <c:v>24.782728993130256</c:v>
                </c:pt>
                <c:pt idx="489">
                  <c:v>24.784127693356879</c:v>
                </c:pt>
                <c:pt idx="490">
                  <c:v>24.805816693299587</c:v>
                </c:pt>
                <c:pt idx="491">
                  <c:v>24.831429371020878</c:v>
                </c:pt>
                <c:pt idx="492">
                  <c:v>24.86520005458777</c:v>
                </c:pt>
                <c:pt idx="493">
                  <c:v>24.874305513324977</c:v>
                </c:pt>
                <c:pt idx="494">
                  <c:v>24.864540010671305</c:v>
                </c:pt>
                <c:pt idx="495">
                  <c:v>24.888121524253975</c:v>
                </c:pt>
                <c:pt idx="496">
                  <c:v>24.899007370779646</c:v>
                </c:pt>
                <c:pt idx="497">
                  <c:v>24.887881934691347</c:v>
                </c:pt>
                <c:pt idx="498">
                  <c:v>24.904987377105694</c:v>
                </c:pt>
                <c:pt idx="499">
                  <c:v>24.91116356263019</c:v>
                </c:pt>
                <c:pt idx="500">
                  <c:v>24.951007100514367</c:v>
                </c:pt>
                <c:pt idx="501">
                  <c:v>24.979495134415817</c:v>
                </c:pt>
                <c:pt idx="502">
                  <c:v>24.966590600420215</c:v>
                </c:pt>
                <c:pt idx="503">
                  <c:v>24.97341758962159</c:v>
                </c:pt>
                <c:pt idx="504">
                  <c:v>25.000797826676884</c:v>
                </c:pt>
                <c:pt idx="505">
                  <c:v>25.022417032322569</c:v>
                </c:pt>
                <c:pt idx="506">
                  <c:v>25.06334207692959</c:v>
                </c:pt>
                <c:pt idx="507">
                  <c:v>25.108462776621174</c:v>
                </c:pt>
                <c:pt idx="508">
                  <c:v>25.146270717866006</c:v>
                </c:pt>
                <c:pt idx="509">
                  <c:v>25.167585605367144</c:v>
                </c:pt>
                <c:pt idx="510">
                  <c:v>25.191696415821287</c:v>
                </c:pt>
                <c:pt idx="511">
                  <c:v>25.223633052543402</c:v>
                </c:pt>
                <c:pt idx="512">
                  <c:v>25.275065773971967</c:v>
                </c:pt>
                <c:pt idx="513">
                  <c:v>25.313649215223403</c:v>
                </c:pt>
                <c:pt idx="514">
                  <c:v>25.395759954241584</c:v>
                </c:pt>
                <c:pt idx="515">
                  <c:v>25.472064164223731</c:v>
                </c:pt>
                <c:pt idx="516">
                  <c:v>25.53833713258058</c:v>
                </c:pt>
                <c:pt idx="517">
                  <c:v>25.608037526254652</c:v>
                </c:pt>
                <c:pt idx="518">
                  <c:v>25.670509378995629</c:v>
                </c:pt>
                <c:pt idx="519">
                  <c:v>25.755732249470427</c:v>
                </c:pt>
                <c:pt idx="520">
                  <c:v>25.825976363232598</c:v>
                </c:pt>
                <c:pt idx="521">
                  <c:v>25.870216238257655</c:v>
                </c:pt>
                <c:pt idx="522">
                  <c:v>25.944108604991882</c:v>
                </c:pt>
                <c:pt idx="523">
                  <c:v>26.008920255254822</c:v>
                </c:pt>
                <c:pt idx="524">
                  <c:v>26.013206413092135</c:v>
                </c:pt>
                <c:pt idx="525">
                  <c:v>26.051816261728803</c:v>
                </c:pt>
                <c:pt idx="526">
                  <c:v>26.068665158506342</c:v>
                </c:pt>
                <c:pt idx="527">
                  <c:v>26.072423637686736</c:v>
                </c:pt>
                <c:pt idx="528">
                  <c:v>26.116054688803622</c:v>
                </c:pt>
                <c:pt idx="529">
                  <c:v>26.114449091638718</c:v>
                </c:pt>
                <c:pt idx="530">
                  <c:v>26.055866254051665</c:v>
                </c:pt>
                <c:pt idx="531">
                  <c:v>26.018887753298362</c:v>
                </c:pt>
                <c:pt idx="532">
                  <c:v>26.015253431042847</c:v>
                </c:pt>
                <c:pt idx="533">
                  <c:v>25.995254738278774</c:v>
                </c:pt>
                <c:pt idx="534">
                  <c:v>25.948355315918047</c:v>
                </c:pt>
                <c:pt idx="535">
                  <c:v>25.936868853818872</c:v>
                </c:pt>
                <c:pt idx="536">
                  <c:v>25.973467285224881</c:v>
                </c:pt>
                <c:pt idx="537">
                  <c:v>25.994406418617515</c:v>
                </c:pt>
                <c:pt idx="538">
                  <c:v>26.016431866471876</c:v>
                </c:pt>
                <c:pt idx="539">
                  <c:v>26.028632594401071</c:v>
                </c:pt>
                <c:pt idx="540">
                  <c:v>26.107659297919561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8022-4DA3-A5C1-DAA90C22AF82}"/>
            </c:ext>
          </c:extLst>
        </c:ser>
        <c:ser>
          <c:idx val="12"/>
          <c:order val="1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plot!$N$2:$N$542</c:f>
              <c:numCache>
                <c:formatCode>General</c:formatCode>
                <c:ptCount val="541"/>
                <c:pt idx="0">
                  <c:v>25.806575068797425</c:v>
                </c:pt>
                <c:pt idx="1">
                  <c:v>26.016963801469039</c:v>
                </c:pt>
                <c:pt idx="2">
                  <c:v>26.286015852771712</c:v>
                </c:pt>
                <c:pt idx="3">
                  <c:v>26.424912864025355</c:v>
                </c:pt>
                <c:pt idx="4">
                  <c:v>26.504721940775831</c:v>
                </c:pt>
                <c:pt idx="5">
                  <c:v>26.700032561856812</c:v>
                </c:pt>
                <c:pt idx="6">
                  <c:v>26.825956155176883</c:v>
                </c:pt>
                <c:pt idx="7">
                  <c:v>26.921584224354795</c:v>
                </c:pt>
                <c:pt idx="8">
                  <c:v>26.970343144357393</c:v>
                </c:pt>
                <c:pt idx="9">
                  <c:v>27.015510795052862</c:v>
                </c:pt>
                <c:pt idx="10">
                  <c:v>27.031453964924758</c:v>
                </c:pt>
                <c:pt idx="11">
                  <c:v>27.042430620011018</c:v>
                </c:pt>
                <c:pt idx="12">
                  <c:v>27.063367225213682</c:v>
                </c:pt>
                <c:pt idx="13">
                  <c:v>27.024867965014266</c:v>
                </c:pt>
                <c:pt idx="14">
                  <c:v>26.996645922986321</c:v>
                </c:pt>
                <c:pt idx="15">
                  <c:v>26.99241142411913</c:v>
                </c:pt>
                <c:pt idx="16">
                  <c:v>27.004376834819478</c:v>
                </c:pt>
                <c:pt idx="17">
                  <c:v>27.040286269990435</c:v>
                </c:pt>
                <c:pt idx="18">
                  <c:v>27.073122270543934</c:v>
                </c:pt>
                <c:pt idx="19">
                  <c:v>27.10905763174306</c:v>
                </c:pt>
                <c:pt idx="20">
                  <c:v>27.122837521478566</c:v>
                </c:pt>
                <c:pt idx="21">
                  <c:v>27.1321475033252</c:v>
                </c:pt>
                <c:pt idx="22">
                  <c:v>27.179170631159899</c:v>
                </c:pt>
                <c:pt idx="23">
                  <c:v>27.188381504248046</c:v>
                </c:pt>
                <c:pt idx="24">
                  <c:v>27.192854224219335</c:v>
                </c:pt>
                <c:pt idx="25">
                  <c:v>27.200502402530052</c:v>
                </c:pt>
                <c:pt idx="26">
                  <c:v>27.231006020771346</c:v>
                </c:pt>
                <c:pt idx="27">
                  <c:v>27.246927791381893</c:v>
                </c:pt>
                <c:pt idx="28">
                  <c:v>27.278050479280012</c:v>
                </c:pt>
                <c:pt idx="29">
                  <c:v>27.295086554696631</c:v>
                </c:pt>
                <c:pt idx="30">
                  <c:v>27.307958621921863</c:v>
                </c:pt>
                <c:pt idx="31">
                  <c:v>27.329580689361428</c:v>
                </c:pt>
                <c:pt idx="32">
                  <c:v>27.360388252559982</c:v>
                </c:pt>
                <c:pt idx="33">
                  <c:v>27.371122828502241</c:v>
                </c:pt>
                <c:pt idx="34">
                  <c:v>27.400399075647933</c:v>
                </c:pt>
                <c:pt idx="35">
                  <c:v>27.422300328001981</c:v>
                </c:pt>
                <c:pt idx="36">
                  <c:v>27.455683175705254</c:v>
                </c:pt>
                <c:pt idx="37">
                  <c:v>27.474019907828854</c:v>
                </c:pt>
                <c:pt idx="38">
                  <c:v>27.50872546308053</c:v>
                </c:pt>
                <c:pt idx="39">
                  <c:v>27.575421302244507</c:v>
                </c:pt>
                <c:pt idx="40">
                  <c:v>27.623796012912948</c:v>
                </c:pt>
                <c:pt idx="41">
                  <c:v>27.672476726159928</c:v>
                </c:pt>
                <c:pt idx="42">
                  <c:v>27.708778378241206</c:v>
                </c:pt>
                <c:pt idx="43">
                  <c:v>27.76208949383717</c:v>
                </c:pt>
                <c:pt idx="44">
                  <c:v>27.807641902565805</c:v>
                </c:pt>
                <c:pt idx="45">
                  <c:v>27.856059686106448</c:v>
                </c:pt>
                <c:pt idx="46">
                  <c:v>27.895752469531345</c:v>
                </c:pt>
                <c:pt idx="47">
                  <c:v>27.930925104814371</c:v>
                </c:pt>
                <c:pt idx="48">
                  <c:v>27.969664489417568</c:v>
                </c:pt>
                <c:pt idx="49">
                  <c:v>27.995449501944197</c:v>
                </c:pt>
                <c:pt idx="50">
                  <c:v>28.017268518034278</c:v>
                </c:pt>
                <c:pt idx="51">
                  <c:v>28.050124408926855</c:v>
                </c:pt>
                <c:pt idx="52">
                  <c:v>28.081417467867247</c:v>
                </c:pt>
                <c:pt idx="53">
                  <c:v>28.097811771205546</c:v>
                </c:pt>
                <c:pt idx="54">
                  <c:v>28.116548333438217</c:v>
                </c:pt>
                <c:pt idx="55">
                  <c:v>28.142573401781249</c:v>
                </c:pt>
                <c:pt idx="56">
                  <c:v>28.167419796065715</c:v>
                </c:pt>
                <c:pt idx="57">
                  <c:v>28.194795006907611</c:v>
                </c:pt>
                <c:pt idx="58">
                  <c:v>28.226959742811058</c:v>
                </c:pt>
                <c:pt idx="59">
                  <c:v>28.263996651564305</c:v>
                </c:pt>
                <c:pt idx="60">
                  <c:v>28.302761139147158</c:v>
                </c:pt>
                <c:pt idx="61">
                  <c:v>28.348799180792383</c:v>
                </c:pt>
                <c:pt idx="62">
                  <c:v>28.406302425403936</c:v>
                </c:pt>
                <c:pt idx="63">
                  <c:v>28.478964097423574</c:v>
                </c:pt>
                <c:pt idx="64">
                  <c:v>28.542978478824601</c:v>
                </c:pt>
                <c:pt idx="65">
                  <c:v>28.614712095057996</c:v>
                </c:pt>
                <c:pt idx="66">
                  <c:v>28.691711438505337</c:v>
                </c:pt>
                <c:pt idx="67">
                  <c:v>28.758453128330242</c:v>
                </c:pt>
                <c:pt idx="68">
                  <c:v>28.817857203483488</c:v>
                </c:pt>
                <c:pt idx="69">
                  <c:v>28.892594466679146</c:v>
                </c:pt>
                <c:pt idx="70">
                  <c:v>28.959039653277088</c:v>
                </c:pt>
                <c:pt idx="71">
                  <c:v>29.010343490723649</c:v>
                </c:pt>
                <c:pt idx="72">
                  <c:v>29.071835022668985</c:v>
                </c:pt>
                <c:pt idx="73">
                  <c:v>29.138290908897609</c:v>
                </c:pt>
                <c:pt idx="74">
                  <c:v>29.20316647339315</c:v>
                </c:pt>
                <c:pt idx="75">
                  <c:v>29.258790904010777</c:v>
                </c:pt>
                <c:pt idx="76">
                  <c:v>29.305459743754131</c:v>
                </c:pt>
                <c:pt idx="77">
                  <c:v>29.343999607680217</c:v>
                </c:pt>
                <c:pt idx="78">
                  <c:v>29.383716911092069</c:v>
                </c:pt>
                <c:pt idx="79">
                  <c:v>29.413725602827313</c:v>
                </c:pt>
                <c:pt idx="80">
                  <c:v>29.435598665769774</c:v>
                </c:pt>
                <c:pt idx="81">
                  <c:v>29.448042061894274</c:v>
                </c:pt>
                <c:pt idx="82">
                  <c:v>29.446207966869551</c:v>
                </c:pt>
                <c:pt idx="83">
                  <c:v>29.433941800524945</c:v>
                </c:pt>
                <c:pt idx="84">
                  <c:v>29.400716086500342</c:v>
                </c:pt>
                <c:pt idx="85">
                  <c:v>29.354630993915105</c:v>
                </c:pt>
                <c:pt idx="86">
                  <c:v>29.301636477647296</c:v>
                </c:pt>
                <c:pt idx="87">
                  <c:v>29.247308005501392</c:v>
                </c:pt>
                <c:pt idx="88">
                  <c:v>29.19723819212593</c:v>
                </c:pt>
                <c:pt idx="89">
                  <c:v>29.131094858570258</c:v>
                </c:pt>
                <c:pt idx="90">
                  <c:v>29.054533994218438</c:v>
                </c:pt>
                <c:pt idx="91">
                  <c:v>28.97297180698758</c:v>
                </c:pt>
                <c:pt idx="92">
                  <c:v>28.898012526455432</c:v>
                </c:pt>
                <c:pt idx="93">
                  <c:v>28.823048993505985</c:v>
                </c:pt>
                <c:pt idx="94">
                  <c:v>28.744744775228014</c:v>
                </c:pt>
                <c:pt idx="95">
                  <c:v>28.67768154778388</c:v>
                </c:pt>
                <c:pt idx="96">
                  <c:v>28.603158757313349</c:v>
                </c:pt>
                <c:pt idx="97">
                  <c:v>28.530813204510245</c:v>
                </c:pt>
                <c:pt idx="98">
                  <c:v>28.452260974280261</c:v>
                </c:pt>
                <c:pt idx="99">
                  <c:v>28.377270692254093</c:v>
                </c:pt>
                <c:pt idx="100">
                  <c:v>28.324074117576249</c:v>
                </c:pt>
                <c:pt idx="101">
                  <c:v>28.273949434299901</c:v>
                </c:pt>
                <c:pt idx="102">
                  <c:v>28.235938447631064</c:v>
                </c:pt>
                <c:pt idx="103">
                  <c:v>28.196802490819156</c:v>
                </c:pt>
                <c:pt idx="104">
                  <c:v>28.138091353926811</c:v>
                </c:pt>
                <c:pt idx="105">
                  <c:v>28.062615267515632</c:v>
                </c:pt>
                <c:pt idx="106">
                  <c:v>27.973045366948465</c:v>
                </c:pt>
                <c:pt idx="107">
                  <c:v>27.860033570091243</c:v>
                </c:pt>
                <c:pt idx="108">
                  <c:v>27.742059750921516</c:v>
                </c:pt>
                <c:pt idx="109">
                  <c:v>27.622043982683746</c:v>
                </c:pt>
                <c:pt idx="110">
                  <c:v>27.517138939333954</c:v>
                </c:pt>
                <c:pt idx="111">
                  <c:v>27.425067897215644</c:v>
                </c:pt>
                <c:pt idx="112">
                  <c:v>27.362485242997359</c:v>
                </c:pt>
                <c:pt idx="113">
                  <c:v>27.305052814851638</c:v>
                </c:pt>
                <c:pt idx="114">
                  <c:v>27.2611246580705</c:v>
                </c:pt>
                <c:pt idx="115">
                  <c:v>27.216924346580928</c:v>
                </c:pt>
                <c:pt idx="116">
                  <c:v>27.174815092720703</c:v>
                </c:pt>
                <c:pt idx="117">
                  <c:v>27.146642107813527</c:v>
                </c:pt>
                <c:pt idx="118">
                  <c:v>27.115033855586194</c:v>
                </c:pt>
                <c:pt idx="119">
                  <c:v>27.082264041850646</c:v>
                </c:pt>
                <c:pt idx="120">
                  <c:v>27.060181375886771</c:v>
                </c:pt>
                <c:pt idx="121">
                  <c:v>27.037286326746489</c:v>
                </c:pt>
                <c:pt idx="122">
                  <c:v>26.996345115901523</c:v>
                </c:pt>
                <c:pt idx="123">
                  <c:v>26.969654201311151</c:v>
                </c:pt>
                <c:pt idx="124">
                  <c:v>26.954464549500113</c:v>
                </c:pt>
                <c:pt idx="125">
                  <c:v>26.936342598744819</c:v>
                </c:pt>
                <c:pt idx="126">
                  <c:v>26.920429967402136</c:v>
                </c:pt>
                <c:pt idx="127">
                  <c:v>26.902806218200109</c:v>
                </c:pt>
                <c:pt idx="128">
                  <c:v>26.884535072754918</c:v>
                </c:pt>
                <c:pt idx="129">
                  <c:v>26.868415839088527</c:v>
                </c:pt>
                <c:pt idx="130">
                  <c:v>26.852528482193947</c:v>
                </c:pt>
                <c:pt idx="131">
                  <c:v>26.839034636110533</c:v>
                </c:pt>
                <c:pt idx="132">
                  <c:v>26.834941958790303</c:v>
                </c:pt>
                <c:pt idx="133">
                  <c:v>26.838282352622446</c:v>
                </c:pt>
                <c:pt idx="134">
                  <c:v>26.836236991332445</c:v>
                </c:pt>
                <c:pt idx="135">
                  <c:v>26.846795726389182</c:v>
                </c:pt>
                <c:pt idx="136">
                  <c:v>26.802682572307813</c:v>
                </c:pt>
                <c:pt idx="137">
                  <c:v>26.763457091823238</c:v>
                </c:pt>
                <c:pt idx="138">
                  <c:v>26.766531709572931</c:v>
                </c:pt>
                <c:pt idx="139">
                  <c:v>26.868457180129482</c:v>
                </c:pt>
                <c:pt idx="140">
                  <c:v>26.959745760314213</c:v>
                </c:pt>
                <c:pt idx="141">
                  <c:v>27.041980035243625</c:v>
                </c:pt>
                <c:pt idx="142">
                  <c:v>27.058957674215794</c:v>
                </c:pt>
                <c:pt idx="143">
                  <c:v>27.052365844378329</c:v>
                </c:pt>
                <c:pt idx="144">
                  <c:v>27.057445734096689</c:v>
                </c:pt>
                <c:pt idx="145">
                  <c:v>27.072464791956484</c:v>
                </c:pt>
                <c:pt idx="146">
                  <c:v>27.105675656814149</c:v>
                </c:pt>
                <c:pt idx="147">
                  <c:v>27.112479147294305</c:v>
                </c:pt>
                <c:pt idx="148">
                  <c:v>27.100100909177112</c:v>
                </c:pt>
                <c:pt idx="149">
                  <c:v>27.097900351801801</c:v>
                </c:pt>
                <c:pt idx="150">
                  <c:v>27.151590275476053</c:v>
                </c:pt>
                <c:pt idx="151">
                  <c:v>27.201715678919861</c:v>
                </c:pt>
                <c:pt idx="152">
                  <c:v>27.203772957266466</c:v>
                </c:pt>
                <c:pt idx="153">
                  <c:v>27.205953658596393</c:v>
                </c:pt>
                <c:pt idx="154">
                  <c:v>27.209934607080928</c:v>
                </c:pt>
                <c:pt idx="155">
                  <c:v>27.231400158128196</c:v>
                </c:pt>
                <c:pt idx="156">
                  <c:v>27.262350657418573</c:v>
                </c:pt>
                <c:pt idx="157">
                  <c:v>27.273256907563251</c:v>
                </c:pt>
                <c:pt idx="158">
                  <c:v>27.270964408810254</c:v>
                </c:pt>
                <c:pt idx="159">
                  <c:v>27.257825159461362</c:v>
                </c:pt>
                <c:pt idx="160">
                  <c:v>27.246659237510709</c:v>
                </c:pt>
                <c:pt idx="161">
                  <c:v>27.219733514038207</c:v>
                </c:pt>
                <c:pt idx="162">
                  <c:v>27.198087441017002</c:v>
                </c:pt>
                <c:pt idx="163">
                  <c:v>27.175386185507936</c:v>
                </c:pt>
                <c:pt idx="164">
                  <c:v>27.156322770134384</c:v>
                </c:pt>
                <c:pt idx="165">
                  <c:v>27.124668392896613</c:v>
                </c:pt>
                <c:pt idx="166">
                  <c:v>27.09459426880456</c:v>
                </c:pt>
                <c:pt idx="167">
                  <c:v>27.060072321958746</c:v>
                </c:pt>
                <c:pt idx="168">
                  <c:v>27.03851699003614</c:v>
                </c:pt>
                <c:pt idx="169">
                  <c:v>27.015229278167595</c:v>
                </c:pt>
                <c:pt idx="170">
                  <c:v>26.972698486293758</c:v>
                </c:pt>
                <c:pt idx="171">
                  <c:v>26.941629262255322</c:v>
                </c:pt>
                <c:pt idx="172">
                  <c:v>26.932240473513527</c:v>
                </c:pt>
                <c:pt idx="173">
                  <c:v>26.913755232573791</c:v>
                </c:pt>
                <c:pt idx="174">
                  <c:v>26.897856010063141</c:v>
                </c:pt>
                <c:pt idx="175">
                  <c:v>26.905282016715773</c:v>
                </c:pt>
                <c:pt idx="176">
                  <c:v>26.900817647257526</c:v>
                </c:pt>
                <c:pt idx="177">
                  <c:v>26.898823675059074</c:v>
                </c:pt>
                <c:pt idx="178">
                  <c:v>26.896666945017103</c:v>
                </c:pt>
                <c:pt idx="179">
                  <c:v>26.90031016926164</c:v>
                </c:pt>
                <c:pt idx="180">
                  <c:v>26.897576979470255</c:v>
                </c:pt>
                <c:pt idx="181">
                  <c:v>26.894602104912281</c:v>
                </c:pt>
                <c:pt idx="182">
                  <c:v>26.919419572470879</c:v>
                </c:pt>
                <c:pt idx="183">
                  <c:v>26.922759263282419</c:v>
                </c:pt>
                <c:pt idx="184">
                  <c:v>26.925789693615048</c:v>
                </c:pt>
                <c:pt idx="185">
                  <c:v>26.934866032564944</c:v>
                </c:pt>
                <c:pt idx="186">
                  <c:v>26.952313014951876</c:v>
                </c:pt>
                <c:pt idx="187">
                  <c:v>26.954402495071569</c:v>
                </c:pt>
                <c:pt idx="188">
                  <c:v>26.937759116676901</c:v>
                </c:pt>
                <c:pt idx="189">
                  <c:v>26.918001682791274</c:v>
                </c:pt>
                <c:pt idx="190">
                  <c:v>26.9096587143605</c:v>
                </c:pt>
                <c:pt idx="191">
                  <c:v>26.893121526370905</c:v>
                </c:pt>
                <c:pt idx="192">
                  <c:v>26.882601748943799</c:v>
                </c:pt>
                <c:pt idx="193">
                  <c:v>26.884944350775047</c:v>
                </c:pt>
                <c:pt idx="194">
                  <c:v>26.888977288490679</c:v>
                </c:pt>
                <c:pt idx="195">
                  <c:v>26.888870360771314</c:v>
                </c:pt>
                <c:pt idx="196">
                  <c:v>26.89084248789047</c:v>
                </c:pt>
                <c:pt idx="197">
                  <c:v>26.882215104757787</c:v>
                </c:pt>
                <c:pt idx="198">
                  <c:v>26.892601668353631</c:v>
                </c:pt>
                <c:pt idx="199">
                  <c:v>26.907128457468197</c:v>
                </c:pt>
                <c:pt idx="200">
                  <c:v>26.910595617918247</c:v>
                </c:pt>
                <c:pt idx="201">
                  <c:v>26.901382687208816</c:v>
                </c:pt>
                <c:pt idx="202">
                  <c:v>26.90307132555564</c:v>
                </c:pt>
                <c:pt idx="203">
                  <c:v>26.929328939397394</c:v>
                </c:pt>
                <c:pt idx="204">
                  <c:v>26.959364037272437</c:v>
                </c:pt>
                <c:pt idx="205">
                  <c:v>26.9923713005041</c:v>
                </c:pt>
                <c:pt idx="206">
                  <c:v>27.008677400476717</c:v>
                </c:pt>
                <c:pt idx="207">
                  <c:v>27.017325308381704</c:v>
                </c:pt>
                <c:pt idx="208">
                  <c:v>27.007036344622072</c:v>
                </c:pt>
                <c:pt idx="209">
                  <c:v>26.986359205463259</c:v>
                </c:pt>
                <c:pt idx="210">
                  <c:v>26.959303097388759</c:v>
                </c:pt>
                <c:pt idx="211">
                  <c:v>26.926540193831354</c:v>
                </c:pt>
                <c:pt idx="212">
                  <c:v>26.898346581270811</c:v>
                </c:pt>
                <c:pt idx="213">
                  <c:v>26.869191459431342</c:v>
                </c:pt>
                <c:pt idx="214">
                  <c:v>26.860368430808286</c:v>
                </c:pt>
                <c:pt idx="215">
                  <c:v>26.86085132022983</c:v>
                </c:pt>
                <c:pt idx="216">
                  <c:v>26.858419520515945</c:v>
                </c:pt>
                <c:pt idx="217">
                  <c:v>26.865711593169866</c:v>
                </c:pt>
                <c:pt idx="218">
                  <c:v>26.861557272945351</c:v>
                </c:pt>
                <c:pt idx="219">
                  <c:v>26.849978437843632</c:v>
                </c:pt>
                <c:pt idx="220">
                  <c:v>26.865675944881129</c:v>
                </c:pt>
                <c:pt idx="221">
                  <c:v>26.866701068951404</c:v>
                </c:pt>
                <c:pt idx="222">
                  <c:v>26.874307306081626</c:v>
                </c:pt>
                <c:pt idx="223">
                  <c:v>26.874033865359895</c:v>
                </c:pt>
                <c:pt idx="224">
                  <c:v>26.875318009656073</c:v>
                </c:pt>
                <c:pt idx="225">
                  <c:v>26.858086786007558</c:v>
                </c:pt>
                <c:pt idx="226">
                  <c:v>26.84773641939946</c:v>
                </c:pt>
                <c:pt idx="227">
                  <c:v>26.847302552804994</c:v>
                </c:pt>
                <c:pt idx="228">
                  <c:v>26.847249088945311</c:v>
                </c:pt>
                <c:pt idx="229">
                  <c:v>26.835202865169052</c:v>
                </c:pt>
                <c:pt idx="230">
                  <c:v>26.862472211395897</c:v>
                </c:pt>
                <c:pt idx="231">
                  <c:v>26.857598461036456</c:v>
                </c:pt>
                <c:pt idx="232">
                  <c:v>26.870194206870156</c:v>
                </c:pt>
                <c:pt idx="233">
                  <c:v>26.879595495661249</c:v>
                </c:pt>
                <c:pt idx="234">
                  <c:v>26.865402041194606</c:v>
                </c:pt>
                <c:pt idx="235">
                  <c:v>26.853302027768631</c:v>
                </c:pt>
                <c:pt idx="236">
                  <c:v>26.834943673474708</c:v>
                </c:pt>
                <c:pt idx="237">
                  <c:v>26.825665961988534</c:v>
                </c:pt>
                <c:pt idx="238">
                  <c:v>26.82363022007803</c:v>
                </c:pt>
                <c:pt idx="239">
                  <c:v>26.81319562817206</c:v>
                </c:pt>
                <c:pt idx="240">
                  <c:v>26.788295221328891</c:v>
                </c:pt>
                <c:pt idx="241">
                  <c:v>26.73951485062441</c:v>
                </c:pt>
                <c:pt idx="242">
                  <c:v>26.72667520808124</c:v>
                </c:pt>
                <c:pt idx="243">
                  <c:v>26.736522006173892</c:v>
                </c:pt>
                <c:pt idx="244">
                  <c:v>26.726132184677684</c:v>
                </c:pt>
                <c:pt idx="245">
                  <c:v>26.736952409105868</c:v>
                </c:pt>
                <c:pt idx="246">
                  <c:v>26.762265746246943</c:v>
                </c:pt>
                <c:pt idx="247">
                  <c:v>26.78881591954152</c:v>
                </c:pt>
                <c:pt idx="248">
                  <c:v>26.784093009969006</c:v>
                </c:pt>
                <c:pt idx="249">
                  <c:v>26.768255138866291</c:v>
                </c:pt>
                <c:pt idx="250">
                  <c:v>26.73866453862901</c:v>
                </c:pt>
                <c:pt idx="251">
                  <c:v>26.789328421562704</c:v>
                </c:pt>
                <c:pt idx="252">
                  <c:v>26.831870427472538</c:v>
                </c:pt>
                <c:pt idx="253">
                  <c:v>26.840144602765069</c:v>
                </c:pt>
                <c:pt idx="254">
                  <c:v>26.855720504384706</c:v>
                </c:pt>
                <c:pt idx="255">
                  <c:v>26.826352847413496</c:v>
                </c:pt>
                <c:pt idx="256">
                  <c:v>26.803477980108632</c:v>
                </c:pt>
                <c:pt idx="257">
                  <c:v>26.872288711015148</c:v>
                </c:pt>
                <c:pt idx="258">
                  <c:v>26.937714774938243</c:v>
                </c:pt>
                <c:pt idx="259">
                  <c:v>27</c:v>
                </c:pt>
                <c:pt idx="260">
                  <c:v>26.968584889823813</c:v>
                </c:pt>
                <c:pt idx="261">
                  <c:v>26.98363885865805</c:v>
                </c:pt>
                <c:pt idx="262">
                  <c:v>26.969512396911032</c:v>
                </c:pt>
                <c:pt idx="263">
                  <c:v>26.961685377017091</c:v>
                </c:pt>
                <c:pt idx="264">
                  <c:v>26.932921186074637</c:v>
                </c:pt>
                <c:pt idx="265">
                  <c:v>26.926620766851446</c:v>
                </c:pt>
                <c:pt idx="266">
                  <c:v>26.890621259308809</c:v>
                </c:pt>
                <c:pt idx="267">
                  <c:v>26.840366157136767</c:v>
                </c:pt>
                <c:pt idx="268">
                  <c:v>26.782618827200452</c:v>
                </c:pt>
                <c:pt idx="269">
                  <c:v>26.742965395782598</c:v>
                </c:pt>
                <c:pt idx="270">
                  <c:v>26.72816556032371</c:v>
                </c:pt>
                <c:pt idx="271">
                  <c:v>26.723365730008883</c:v>
                </c:pt>
                <c:pt idx="272">
                  <c:v>26.716572613369362</c:v>
                </c:pt>
                <c:pt idx="273">
                  <c:v>26.695724022917101</c:v>
                </c:pt>
                <c:pt idx="274">
                  <c:v>26.663378439249676</c:v>
                </c:pt>
                <c:pt idx="275">
                  <c:v>26.599084015591966</c:v>
                </c:pt>
                <c:pt idx="276">
                  <c:v>26.548472070448838</c:v>
                </c:pt>
                <c:pt idx="277">
                  <c:v>26.525232987029955</c:v>
                </c:pt>
                <c:pt idx="278">
                  <c:v>26.586822341720485</c:v>
                </c:pt>
                <c:pt idx="279">
                  <c:v>26.648706982212037</c:v>
                </c:pt>
                <c:pt idx="280">
                  <c:v>26.623800316770797</c:v>
                </c:pt>
                <c:pt idx="281">
                  <c:v>26.651843362893921</c:v>
                </c:pt>
                <c:pt idx="282">
                  <c:v>26.689820964657439</c:v>
                </c:pt>
                <c:pt idx="283">
                  <c:v>26.727865301937921</c:v>
                </c:pt>
                <c:pt idx="284">
                  <c:v>26.758014306297849</c:v>
                </c:pt>
                <c:pt idx="285">
                  <c:v>26.729354899719254</c:v>
                </c:pt>
                <c:pt idx="286">
                  <c:v>26.710821098917229</c:v>
                </c:pt>
                <c:pt idx="287">
                  <c:v>26.799094595194735</c:v>
                </c:pt>
                <c:pt idx="288">
                  <c:v>26.86693529484084</c:v>
                </c:pt>
                <c:pt idx="289">
                  <c:v>26.906288999425069</c:v>
                </c:pt>
                <c:pt idx="290">
                  <c:v>26.853869999830248</c:v>
                </c:pt>
                <c:pt idx="291">
                  <c:v>26.888139819481456</c:v>
                </c:pt>
                <c:pt idx="292">
                  <c:v>26.945081899328478</c:v>
                </c:pt>
                <c:pt idx="293">
                  <c:v>26.930056548576925</c:v>
                </c:pt>
                <c:pt idx="294">
                  <c:v>26.988666587676875</c:v>
                </c:pt>
                <c:pt idx="295">
                  <c:v>27.053225912927985</c:v>
                </c:pt>
                <c:pt idx="296">
                  <c:v>27.103155550853511</c:v>
                </c:pt>
                <c:pt idx="297">
                  <c:v>27.163824994508726</c:v>
                </c:pt>
                <c:pt idx="298">
                  <c:v>27.178588564392488</c:v>
                </c:pt>
                <c:pt idx="299">
                  <c:v>27.196149710466965</c:v>
                </c:pt>
                <c:pt idx="300">
                  <c:v>27.24335507496</c:v>
                </c:pt>
                <c:pt idx="301">
                  <c:v>27.223403521653122</c:v>
                </c:pt>
                <c:pt idx="302">
                  <c:v>27.181370914185706</c:v>
                </c:pt>
                <c:pt idx="303">
                  <c:v>27.245413519292001</c:v>
                </c:pt>
                <c:pt idx="304">
                  <c:v>27.335995426593762</c:v>
                </c:pt>
                <c:pt idx="305">
                  <c:v>27.422497310946184</c:v>
                </c:pt>
                <c:pt idx="306">
                  <c:v>27.446201999767833</c:v>
                </c:pt>
                <c:pt idx="307">
                  <c:v>27.436213688771407</c:v>
                </c:pt>
                <c:pt idx="308">
                  <c:v>27.449201360019082</c:v>
                </c:pt>
                <c:pt idx="309">
                  <c:v>27.420360848473855</c:v>
                </c:pt>
                <c:pt idx="310">
                  <c:v>27.387854067325712</c:v>
                </c:pt>
                <c:pt idx="311">
                  <c:v>27.286728839979993</c:v>
                </c:pt>
                <c:pt idx="312">
                  <c:v>27.273186056803723</c:v>
                </c:pt>
                <c:pt idx="313">
                  <c:v>27.422791207852843</c:v>
                </c:pt>
                <c:pt idx="314">
                  <c:v>27.421011605498446</c:v>
                </c:pt>
                <c:pt idx="315">
                  <c:v>27.445188689873092</c:v>
                </c:pt>
                <c:pt idx="316">
                  <c:v>27.424311858568718</c:v>
                </c:pt>
                <c:pt idx="317">
                  <c:v>27.428489584235329</c:v>
                </c:pt>
                <c:pt idx="318">
                  <c:v>27.450210863314449</c:v>
                </c:pt>
                <c:pt idx="319">
                  <c:v>27.424741832829589</c:v>
                </c:pt>
                <c:pt idx="320">
                  <c:v>27.380936858975954</c:v>
                </c:pt>
                <c:pt idx="321">
                  <c:v>27.433447079781008</c:v>
                </c:pt>
                <c:pt idx="322">
                  <c:v>27.485330377674675</c:v>
                </c:pt>
                <c:pt idx="323">
                  <c:v>27.487232511376504</c:v>
                </c:pt>
                <c:pt idx="324">
                  <c:v>27.50069611042705</c:v>
                </c:pt>
                <c:pt idx="325">
                  <c:v>27.52842694681409</c:v>
                </c:pt>
                <c:pt idx="326">
                  <c:v>27.546062407310593</c:v>
                </c:pt>
                <c:pt idx="327">
                  <c:v>27.565842663645622</c:v>
                </c:pt>
                <c:pt idx="328">
                  <c:v>27.577396412914524</c:v>
                </c:pt>
                <c:pt idx="329">
                  <c:v>27.572879934197275</c:v>
                </c:pt>
                <c:pt idx="330">
                  <c:v>27.578817268998147</c:v>
                </c:pt>
                <c:pt idx="331">
                  <c:v>27.581708638425702</c:v>
                </c:pt>
                <c:pt idx="332">
                  <c:v>27.577387050737684</c:v>
                </c:pt>
                <c:pt idx="333">
                  <c:v>27.552333968395281</c:v>
                </c:pt>
                <c:pt idx="334">
                  <c:v>27.528377186672721</c:v>
                </c:pt>
                <c:pt idx="335">
                  <c:v>27.492566517323372</c:v>
                </c:pt>
                <c:pt idx="336">
                  <c:v>27.444824559493291</c:v>
                </c:pt>
                <c:pt idx="337">
                  <c:v>27.403838286742214</c:v>
                </c:pt>
                <c:pt idx="338">
                  <c:v>27.371327356057819</c:v>
                </c:pt>
                <c:pt idx="339">
                  <c:v>27.335824232502976</c:v>
                </c:pt>
                <c:pt idx="340">
                  <c:v>27.272697097399391</c:v>
                </c:pt>
                <c:pt idx="341">
                  <c:v>27.268764537308705</c:v>
                </c:pt>
                <c:pt idx="342">
                  <c:v>27.279986289383515</c:v>
                </c:pt>
                <c:pt idx="343">
                  <c:v>27.252407922733578</c:v>
                </c:pt>
                <c:pt idx="344">
                  <c:v>27.294969133108722</c:v>
                </c:pt>
                <c:pt idx="345">
                  <c:v>27.364235558542156</c:v>
                </c:pt>
                <c:pt idx="346">
                  <c:v>27.441217172152772</c:v>
                </c:pt>
                <c:pt idx="347">
                  <c:v>27.519363227941401</c:v>
                </c:pt>
                <c:pt idx="348">
                  <c:v>27.566889889997853</c:v>
                </c:pt>
                <c:pt idx="349">
                  <c:v>27.536389804006429</c:v>
                </c:pt>
                <c:pt idx="350">
                  <c:v>27.53887475893681</c:v>
                </c:pt>
                <c:pt idx="351">
                  <c:v>27.638638492572934</c:v>
                </c:pt>
                <c:pt idx="352">
                  <c:v>27.707966235120612</c:v>
                </c:pt>
                <c:pt idx="353">
                  <c:v>27.742578785890274</c:v>
                </c:pt>
                <c:pt idx="354">
                  <c:v>27.721636213585892</c:v>
                </c:pt>
                <c:pt idx="355">
                  <c:v>27.68066842513268</c:v>
                </c:pt>
                <c:pt idx="356">
                  <c:v>27.74611611122609</c:v>
                </c:pt>
                <c:pt idx="357">
                  <c:v>27.808609396093299</c:v>
                </c:pt>
                <c:pt idx="358">
                  <c:v>27.749097090060541</c:v>
                </c:pt>
                <c:pt idx="359">
                  <c:v>27.826860736933636</c:v>
                </c:pt>
                <c:pt idx="360">
                  <c:v>27.953129787720357</c:v>
                </c:pt>
                <c:pt idx="361">
                  <c:v>27.953390831273854</c:v>
                </c:pt>
                <c:pt idx="362">
                  <c:v>27.916694733192536</c:v>
                </c:pt>
                <c:pt idx="363">
                  <c:v>27.848954273996625</c:v>
                </c:pt>
                <c:pt idx="364">
                  <c:v>27.834418962900575</c:v>
                </c:pt>
                <c:pt idx="365">
                  <c:v>27.786456188013087</c:v>
                </c:pt>
                <c:pt idx="366">
                  <c:v>27.697782244340129</c:v>
                </c:pt>
                <c:pt idx="367">
                  <c:v>27.627836220890448</c:v>
                </c:pt>
                <c:pt idx="368">
                  <c:v>27.588778487981006</c:v>
                </c:pt>
                <c:pt idx="369">
                  <c:v>27.505393591229868</c:v>
                </c:pt>
                <c:pt idx="370">
                  <c:v>27.475352320490977</c:v>
                </c:pt>
                <c:pt idx="371">
                  <c:v>27.419614857877527</c:v>
                </c:pt>
                <c:pt idx="372">
                  <c:v>27.354413709107565</c:v>
                </c:pt>
                <c:pt idx="373">
                  <c:v>27.273326969567954</c:v>
                </c:pt>
                <c:pt idx="374">
                  <c:v>27.17830385819423</c:v>
                </c:pt>
                <c:pt idx="375">
                  <c:v>27.150713557340847</c:v>
                </c:pt>
                <c:pt idx="376">
                  <c:v>27.09493353626052</c:v>
                </c:pt>
                <c:pt idx="377">
                  <c:v>27.044444036730596</c:v>
                </c:pt>
                <c:pt idx="378">
                  <c:v>26.99402871444795</c:v>
                </c:pt>
                <c:pt idx="379">
                  <c:v>26.921158656832837</c:v>
                </c:pt>
                <c:pt idx="380">
                  <c:v>26.828243784226174</c:v>
                </c:pt>
                <c:pt idx="381">
                  <c:v>26.73080636291947</c:v>
                </c:pt>
                <c:pt idx="382">
                  <c:v>26.678724470278262</c:v>
                </c:pt>
                <c:pt idx="383">
                  <c:v>26.621295248592372</c:v>
                </c:pt>
                <c:pt idx="384">
                  <c:v>26.577519853044688</c:v>
                </c:pt>
                <c:pt idx="385">
                  <c:v>26.56272769937193</c:v>
                </c:pt>
                <c:pt idx="386">
                  <c:v>26.538844048939151</c:v>
                </c:pt>
                <c:pt idx="387">
                  <c:v>26.537806201910605</c:v>
                </c:pt>
                <c:pt idx="388">
                  <c:v>26.530842868550408</c:v>
                </c:pt>
                <c:pt idx="389">
                  <c:v>26.512050030375633</c:v>
                </c:pt>
                <c:pt idx="390">
                  <c:v>26.506010311769064</c:v>
                </c:pt>
                <c:pt idx="391">
                  <c:v>26.521118601805185</c:v>
                </c:pt>
                <c:pt idx="392">
                  <c:v>26.545425161999098</c:v>
                </c:pt>
                <c:pt idx="393">
                  <c:v>26.554712269955797</c:v>
                </c:pt>
                <c:pt idx="394">
                  <c:v>26.561514080045239</c:v>
                </c:pt>
                <c:pt idx="395">
                  <c:v>26.570769020522544</c:v>
                </c:pt>
                <c:pt idx="396">
                  <c:v>26.577716613079922</c:v>
                </c:pt>
                <c:pt idx="397">
                  <c:v>26.588248684794195</c:v>
                </c:pt>
                <c:pt idx="398">
                  <c:v>26.586885939364986</c:v>
                </c:pt>
                <c:pt idx="399">
                  <c:v>26.579884540011047</c:v>
                </c:pt>
                <c:pt idx="400">
                  <c:v>26.603454197435966</c:v>
                </c:pt>
                <c:pt idx="401">
                  <c:v>26.57618344516791</c:v>
                </c:pt>
                <c:pt idx="402">
                  <c:v>26.551070263137184</c:v>
                </c:pt>
                <c:pt idx="403">
                  <c:v>26.515502598861417</c:v>
                </c:pt>
                <c:pt idx="404">
                  <c:v>26.466379325570045</c:v>
                </c:pt>
                <c:pt idx="405">
                  <c:v>26.393312130689129</c:v>
                </c:pt>
                <c:pt idx="406">
                  <c:v>26.329016532472608</c:v>
                </c:pt>
                <c:pt idx="407">
                  <c:v>26.280339934468191</c:v>
                </c:pt>
                <c:pt idx="408">
                  <c:v>26.243157500449676</c:v>
                </c:pt>
                <c:pt idx="409">
                  <c:v>26.227714341123086</c:v>
                </c:pt>
                <c:pt idx="410">
                  <c:v>26.189064115822131</c:v>
                </c:pt>
                <c:pt idx="411">
                  <c:v>26.170999697015265</c:v>
                </c:pt>
                <c:pt idx="412">
                  <c:v>26.145231998514397</c:v>
                </c:pt>
                <c:pt idx="413">
                  <c:v>26.128750902138332</c:v>
                </c:pt>
                <c:pt idx="414">
                  <c:v>26.112937767501485</c:v>
                </c:pt>
                <c:pt idx="415">
                  <c:v>26.101251788201498</c:v>
                </c:pt>
                <c:pt idx="416">
                  <c:v>26.082276636207585</c:v>
                </c:pt>
                <c:pt idx="417">
                  <c:v>26.062022625432164</c:v>
                </c:pt>
                <c:pt idx="418">
                  <c:v>26.058914357536903</c:v>
                </c:pt>
                <c:pt idx="419">
                  <c:v>26.059708602031524</c:v>
                </c:pt>
                <c:pt idx="420">
                  <c:v>26.05219547735485</c:v>
                </c:pt>
                <c:pt idx="421">
                  <c:v>26.042749827802819</c:v>
                </c:pt>
                <c:pt idx="422">
                  <c:v>26.043999864882871</c:v>
                </c:pt>
                <c:pt idx="423">
                  <c:v>26.034081031023014</c:v>
                </c:pt>
                <c:pt idx="424">
                  <c:v>26.024569698743452</c:v>
                </c:pt>
                <c:pt idx="425">
                  <c:v>26.014368385765668</c:v>
                </c:pt>
                <c:pt idx="426">
                  <c:v>26.026041781157573</c:v>
                </c:pt>
                <c:pt idx="427">
                  <c:v>26.024434342059038</c:v>
                </c:pt>
                <c:pt idx="428">
                  <c:v>26.007662921381549</c:v>
                </c:pt>
                <c:pt idx="429">
                  <c:v>26.009539606755563</c:v>
                </c:pt>
                <c:pt idx="430">
                  <c:v>26.022321465773956</c:v>
                </c:pt>
                <c:pt idx="431">
                  <c:v>26.013171149712612</c:v>
                </c:pt>
                <c:pt idx="432">
                  <c:v>26.010337922654433</c:v>
                </c:pt>
                <c:pt idx="433">
                  <c:v>25.999876795036123</c:v>
                </c:pt>
                <c:pt idx="434">
                  <c:v>25.977641230597062</c:v>
                </c:pt>
                <c:pt idx="435">
                  <c:v>25.898165353597072</c:v>
                </c:pt>
                <c:pt idx="436">
                  <c:v>26.076988893517584</c:v>
                </c:pt>
                <c:pt idx="437">
                  <c:v>26.11703461659528</c:v>
                </c:pt>
                <c:pt idx="438">
                  <c:v>26.116913781445813</c:v>
                </c:pt>
                <c:pt idx="439">
                  <c:v>26.06679659401949</c:v>
                </c:pt>
                <c:pt idx="440">
                  <c:v>26.02332832524031</c:v>
                </c:pt>
                <c:pt idx="441">
                  <c:v>26.029263315210262</c:v>
                </c:pt>
                <c:pt idx="442">
                  <c:v>26.20128133221376</c:v>
                </c:pt>
                <c:pt idx="443">
                  <c:v>26.247309282941274</c:v>
                </c:pt>
                <c:pt idx="444">
                  <c:v>26.115603448024572</c:v>
                </c:pt>
                <c:pt idx="445">
                  <c:v>26.090398028833103</c:v>
                </c:pt>
                <c:pt idx="446">
                  <c:v>26.188175660672186</c:v>
                </c:pt>
                <c:pt idx="447">
                  <c:v>26.153322077251847</c:v>
                </c:pt>
                <c:pt idx="448">
                  <c:v>26.206296732651722</c:v>
                </c:pt>
                <c:pt idx="449">
                  <c:v>26.22206055939521</c:v>
                </c:pt>
                <c:pt idx="450">
                  <c:v>26.177831807721464</c:v>
                </c:pt>
                <c:pt idx="451">
                  <c:v>26.171791171758738</c:v>
                </c:pt>
                <c:pt idx="452">
                  <c:v>26.163084460895508</c:v>
                </c:pt>
                <c:pt idx="453">
                  <c:v>26.240692915970005</c:v>
                </c:pt>
                <c:pt idx="454">
                  <c:v>26.299288465986749</c:v>
                </c:pt>
                <c:pt idx="455">
                  <c:v>26.28208868965018</c:v>
                </c:pt>
                <c:pt idx="456">
                  <c:v>26.266391251200066</c:v>
                </c:pt>
                <c:pt idx="457">
                  <c:v>26.270735558456419</c:v>
                </c:pt>
                <c:pt idx="458">
                  <c:v>26.247669186624023</c:v>
                </c:pt>
                <c:pt idx="459">
                  <c:v>26.273262051616459</c:v>
                </c:pt>
                <c:pt idx="460">
                  <c:v>26.298042087614544</c:v>
                </c:pt>
                <c:pt idx="461">
                  <c:v>26.306638066302391</c:v>
                </c:pt>
                <c:pt idx="462">
                  <c:v>26.269586899948337</c:v>
                </c:pt>
                <c:pt idx="463">
                  <c:v>26.272902387989529</c:v>
                </c:pt>
                <c:pt idx="464">
                  <c:v>26.291809569893708</c:v>
                </c:pt>
                <c:pt idx="465">
                  <c:v>26.295590187512744</c:v>
                </c:pt>
                <c:pt idx="466">
                  <c:v>26.302930751441579</c:v>
                </c:pt>
                <c:pt idx="467">
                  <c:v>26.328446408482062</c:v>
                </c:pt>
                <c:pt idx="468">
                  <c:v>26.348059645982829</c:v>
                </c:pt>
                <c:pt idx="469">
                  <c:v>26.348395604097892</c:v>
                </c:pt>
                <c:pt idx="470">
                  <c:v>26.336630622857395</c:v>
                </c:pt>
                <c:pt idx="471">
                  <c:v>26.337639200223183</c:v>
                </c:pt>
                <c:pt idx="472">
                  <c:v>26.350218656555061</c:v>
                </c:pt>
                <c:pt idx="473">
                  <c:v>26.361096391498116</c:v>
                </c:pt>
                <c:pt idx="474">
                  <c:v>26.370680791436591</c:v>
                </c:pt>
                <c:pt idx="475">
                  <c:v>26.366144791037414</c:v>
                </c:pt>
                <c:pt idx="476">
                  <c:v>26.359221761334105</c:v>
                </c:pt>
                <c:pt idx="477">
                  <c:v>26.358474827661357</c:v>
                </c:pt>
                <c:pt idx="478">
                  <c:v>26.353696053670994</c:v>
                </c:pt>
                <c:pt idx="479">
                  <c:v>26.336942292467889</c:v>
                </c:pt>
                <c:pt idx="480">
                  <c:v>26.344503922083369</c:v>
                </c:pt>
                <c:pt idx="481">
                  <c:v>26.386565061899251</c:v>
                </c:pt>
                <c:pt idx="482">
                  <c:v>26.391864534102243</c:v>
                </c:pt>
                <c:pt idx="483">
                  <c:v>26.393488563140767</c:v>
                </c:pt>
                <c:pt idx="484">
                  <c:v>26.399143618021814</c:v>
                </c:pt>
                <c:pt idx="485">
                  <c:v>26.40505575553539</c:v>
                </c:pt>
                <c:pt idx="486">
                  <c:v>26.40490426316839</c:v>
                </c:pt>
                <c:pt idx="487">
                  <c:v>26.402915872267673</c:v>
                </c:pt>
                <c:pt idx="488">
                  <c:v>26.395866881848129</c:v>
                </c:pt>
                <c:pt idx="489">
                  <c:v>26.403010119895878</c:v>
                </c:pt>
                <c:pt idx="490">
                  <c:v>26.413183393898844</c:v>
                </c:pt>
                <c:pt idx="491">
                  <c:v>26.419811592192495</c:v>
                </c:pt>
                <c:pt idx="492">
                  <c:v>26.43768527379309</c:v>
                </c:pt>
                <c:pt idx="493">
                  <c:v>26.446017465432391</c:v>
                </c:pt>
                <c:pt idx="494">
                  <c:v>26.464563140423909</c:v>
                </c:pt>
                <c:pt idx="495">
                  <c:v>26.470800810771372</c:v>
                </c:pt>
                <c:pt idx="496">
                  <c:v>26.466722005247963</c:v>
                </c:pt>
                <c:pt idx="497">
                  <c:v>26.49162554996359</c:v>
                </c:pt>
                <c:pt idx="498">
                  <c:v>26.497561564457474</c:v>
                </c:pt>
                <c:pt idx="499">
                  <c:v>26.503008722428088</c:v>
                </c:pt>
                <c:pt idx="500">
                  <c:v>26.497282533864588</c:v>
                </c:pt>
                <c:pt idx="501">
                  <c:v>26.526091340895206</c:v>
                </c:pt>
                <c:pt idx="502">
                  <c:v>26.541463658035688</c:v>
                </c:pt>
                <c:pt idx="503">
                  <c:v>26.556448559382179</c:v>
                </c:pt>
                <c:pt idx="504">
                  <c:v>26.573891683729205</c:v>
                </c:pt>
                <c:pt idx="505">
                  <c:v>26.564544750433686</c:v>
                </c:pt>
                <c:pt idx="506">
                  <c:v>26.57476030855403</c:v>
                </c:pt>
                <c:pt idx="507">
                  <c:v>26.566334349398154</c:v>
                </c:pt>
                <c:pt idx="508">
                  <c:v>26.604746503629901</c:v>
                </c:pt>
                <c:pt idx="509">
                  <c:v>26.623083150019283</c:v>
                </c:pt>
                <c:pt idx="510">
                  <c:v>26.652583266360619</c:v>
                </c:pt>
                <c:pt idx="511">
                  <c:v>26.691499280604159</c:v>
                </c:pt>
                <c:pt idx="512">
                  <c:v>26.720434408434738</c:v>
                </c:pt>
                <c:pt idx="513">
                  <c:v>26.745614068779766</c:v>
                </c:pt>
                <c:pt idx="514">
                  <c:v>26.783025687515572</c:v>
                </c:pt>
                <c:pt idx="515">
                  <c:v>26.82267382055862</c:v>
                </c:pt>
                <c:pt idx="516">
                  <c:v>26.881060419134027</c:v>
                </c:pt>
                <c:pt idx="517">
                  <c:v>26.926043432612989</c:v>
                </c:pt>
                <c:pt idx="518">
                  <c:v>26.936891760718535</c:v>
                </c:pt>
                <c:pt idx="519">
                  <c:v>26.938998696325449</c:v>
                </c:pt>
                <c:pt idx="520">
                  <c:v>26.941521545781132</c:v>
                </c:pt>
                <c:pt idx="521">
                  <c:v>26.973105552371006</c:v>
                </c:pt>
                <c:pt idx="522">
                  <c:v>26.999103357232034</c:v>
                </c:pt>
                <c:pt idx="523">
                  <c:v>27.018052025925343</c:v>
                </c:pt>
                <c:pt idx="524">
                  <c:v>26.99709004339352</c:v>
                </c:pt>
                <c:pt idx="525">
                  <c:v>27.014158834988546</c:v>
                </c:pt>
                <c:pt idx="526">
                  <c:v>27.03484108390688</c:v>
                </c:pt>
                <c:pt idx="527">
                  <c:v>27.035900827455254</c:v>
                </c:pt>
                <c:pt idx="528">
                  <c:v>27.032946494816425</c:v>
                </c:pt>
                <c:pt idx="529">
                  <c:v>27.022794294284768</c:v>
                </c:pt>
                <c:pt idx="530">
                  <c:v>27.022864562051598</c:v>
                </c:pt>
                <c:pt idx="531">
                  <c:v>26.996539458231744</c:v>
                </c:pt>
                <c:pt idx="532">
                  <c:v>26.968386500838395</c:v>
                </c:pt>
                <c:pt idx="533">
                  <c:v>26.960725359513592</c:v>
                </c:pt>
                <c:pt idx="534">
                  <c:v>26.957352849642582</c:v>
                </c:pt>
                <c:pt idx="535">
                  <c:v>26.955290050012202</c:v>
                </c:pt>
                <c:pt idx="536">
                  <c:v>26.981834736316692</c:v>
                </c:pt>
                <c:pt idx="537">
                  <c:v>27.029697476516112</c:v>
                </c:pt>
                <c:pt idx="538">
                  <c:v>27.090124841027322</c:v>
                </c:pt>
                <c:pt idx="539">
                  <c:v>27.121513545063706</c:v>
                </c:pt>
                <c:pt idx="540">
                  <c:v>27.114362830991961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8022-4DA3-A5C1-DAA90C22AF82}"/>
            </c:ext>
          </c:extLst>
        </c:ser>
        <c:ser>
          <c:idx val="13"/>
          <c:order val="1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plot!$O$2:$O$542</c:f>
              <c:numCache>
                <c:formatCode>General</c:formatCode>
                <c:ptCount val="541"/>
                <c:pt idx="0">
                  <c:v>28.069002907950324</c:v>
                </c:pt>
                <c:pt idx="1">
                  <c:v>28.255149863806782</c:v>
                </c:pt>
                <c:pt idx="2">
                  <c:v>28.315297437771868</c:v>
                </c:pt>
                <c:pt idx="3">
                  <c:v>28.242506099029764</c:v>
                </c:pt>
                <c:pt idx="4">
                  <c:v>28.19277469771432</c:v>
                </c:pt>
                <c:pt idx="5">
                  <c:v>28.116037603021301</c:v>
                </c:pt>
                <c:pt idx="6">
                  <c:v>28.190259205819803</c:v>
                </c:pt>
                <c:pt idx="7">
                  <c:v>28.340025252027111</c:v>
                </c:pt>
                <c:pt idx="8">
                  <c:v>28.381962629750618</c:v>
                </c:pt>
                <c:pt idx="9">
                  <c:v>28.313562580111238</c:v>
                </c:pt>
                <c:pt idx="10">
                  <c:v>28.248874031596486</c:v>
                </c:pt>
                <c:pt idx="11">
                  <c:v>28.290058742271896</c:v>
                </c:pt>
                <c:pt idx="12">
                  <c:v>28.313048161978571</c:v>
                </c:pt>
                <c:pt idx="13">
                  <c:v>28.334734125892126</c:v>
                </c:pt>
                <c:pt idx="14">
                  <c:v>28.328989976724998</c:v>
                </c:pt>
                <c:pt idx="15">
                  <c:v>28.313495429755154</c:v>
                </c:pt>
                <c:pt idx="16">
                  <c:v>28.258213467165131</c:v>
                </c:pt>
                <c:pt idx="17">
                  <c:v>28.260918656461087</c:v>
                </c:pt>
                <c:pt idx="18">
                  <c:v>28.337133288335146</c:v>
                </c:pt>
                <c:pt idx="19">
                  <c:v>28.365953978010722</c:v>
                </c:pt>
                <c:pt idx="20">
                  <c:v>28.324135969184898</c:v>
                </c:pt>
                <c:pt idx="21">
                  <c:v>28.328747057336631</c:v>
                </c:pt>
                <c:pt idx="22">
                  <c:v>28.332436441567236</c:v>
                </c:pt>
                <c:pt idx="23">
                  <c:v>28.319820967612813</c:v>
                </c:pt>
                <c:pt idx="24">
                  <c:v>28.307402235725515</c:v>
                </c:pt>
                <c:pt idx="25">
                  <c:v>28.313484044246611</c:v>
                </c:pt>
                <c:pt idx="26">
                  <c:v>28.298777525498608</c:v>
                </c:pt>
                <c:pt idx="27">
                  <c:v>28.294104001129011</c:v>
                </c:pt>
                <c:pt idx="28">
                  <c:v>28.289917654604828</c:v>
                </c:pt>
                <c:pt idx="29">
                  <c:v>28.233622405727374</c:v>
                </c:pt>
                <c:pt idx="30">
                  <c:v>28.165637342377575</c:v>
                </c:pt>
                <c:pt idx="31">
                  <c:v>28.20001022692303</c:v>
                </c:pt>
                <c:pt idx="32">
                  <c:v>28.187089482980582</c:v>
                </c:pt>
                <c:pt idx="33">
                  <c:v>28.15462840409068</c:v>
                </c:pt>
                <c:pt idx="34">
                  <c:v>28.126698701093787</c:v>
                </c:pt>
                <c:pt idx="35">
                  <c:v>28.240136197035483</c:v>
                </c:pt>
                <c:pt idx="36">
                  <c:v>28.268892799346165</c:v>
                </c:pt>
                <c:pt idx="37">
                  <c:v>28.451642547368373</c:v>
                </c:pt>
                <c:pt idx="38">
                  <c:v>28.472908714533652</c:v>
                </c:pt>
                <c:pt idx="39">
                  <c:v>28.488468661609478</c:v>
                </c:pt>
                <c:pt idx="40">
                  <c:v>28.631834483702924</c:v>
                </c:pt>
                <c:pt idx="41">
                  <c:v>28.608895586013169</c:v>
                </c:pt>
                <c:pt idx="42">
                  <c:v>28.650845809891756</c:v>
                </c:pt>
                <c:pt idx="43">
                  <c:v>28.669681562685891</c:v>
                </c:pt>
                <c:pt idx="44">
                  <c:v>28.599890335411843</c:v>
                </c:pt>
                <c:pt idx="45">
                  <c:v>28.710628712816217</c:v>
                </c:pt>
                <c:pt idx="46">
                  <c:v>28.720776062290376</c:v>
                </c:pt>
                <c:pt idx="47">
                  <c:v>28.646241355438335</c:v>
                </c:pt>
                <c:pt idx="48">
                  <c:v>28.706658072790976</c:v>
                </c:pt>
                <c:pt idx="49">
                  <c:v>28.669458847480911</c:v>
                </c:pt>
                <c:pt idx="50">
                  <c:v>28.66073901029413</c:v>
                </c:pt>
                <c:pt idx="51">
                  <c:v>28.613512160579305</c:v>
                </c:pt>
                <c:pt idx="52">
                  <c:v>28.514542285912302</c:v>
                </c:pt>
                <c:pt idx="53">
                  <c:v>28.568853767891326</c:v>
                </c:pt>
                <c:pt idx="54">
                  <c:v>28.565131704905262</c:v>
                </c:pt>
                <c:pt idx="55">
                  <c:v>28.643892724858333</c:v>
                </c:pt>
                <c:pt idx="56">
                  <c:v>28.685802889692411</c:v>
                </c:pt>
                <c:pt idx="57">
                  <c:v>28.726335272715755</c:v>
                </c:pt>
                <c:pt idx="58">
                  <c:v>28.812739128214368</c:v>
                </c:pt>
                <c:pt idx="59">
                  <c:v>28.891979041595594</c:v>
                </c:pt>
                <c:pt idx="60">
                  <c:v>28.950962441746743</c:v>
                </c:pt>
                <c:pt idx="61">
                  <c:v>29.041165122086898</c:v>
                </c:pt>
                <c:pt idx="62">
                  <c:v>29.152425167773316</c:v>
                </c:pt>
                <c:pt idx="63">
                  <c:v>29.158160039352044</c:v>
                </c:pt>
                <c:pt idx="64">
                  <c:v>29.211654086681452</c:v>
                </c:pt>
                <c:pt idx="65">
                  <c:v>29.361535654104433</c:v>
                </c:pt>
                <c:pt idx="66">
                  <c:v>29.306236583285223</c:v>
                </c:pt>
                <c:pt idx="67">
                  <c:v>29.434858192146859</c:v>
                </c:pt>
                <c:pt idx="68">
                  <c:v>29.421285556348995</c:v>
                </c:pt>
                <c:pt idx="69">
                  <c:v>29.485866996492639</c:v>
                </c:pt>
                <c:pt idx="70">
                  <c:v>29.737249463331409</c:v>
                </c:pt>
                <c:pt idx="71">
                  <c:v>29.633706590338516</c:v>
                </c:pt>
                <c:pt idx="72">
                  <c:v>29.721781692598157</c:v>
                </c:pt>
                <c:pt idx="73">
                  <c:v>29.809063764820575</c:v>
                </c:pt>
                <c:pt idx="74">
                  <c:v>29.717711142980257</c:v>
                </c:pt>
                <c:pt idx="75">
                  <c:v>29.845261359905273</c:v>
                </c:pt>
                <c:pt idx="76">
                  <c:v>29.78741781200533</c:v>
                </c:pt>
                <c:pt idx="77">
                  <c:v>29.84361749042062</c:v>
                </c:pt>
                <c:pt idx="78">
                  <c:v>29.960868837626457</c:v>
                </c:pt>
                <c:pt idx="79">
                  <c:v>30.105764918773119</c:v>
                </c:pt>
                <c:pt idx="80">
                  <c:v>30.091365663204897</c:v>
                </c:pt>
                <c:pt idx="81">
                  <c:v>30.113277237931033</c:v>
                </c:pt>
                <c:pt idx="82">
                  <c:v>30.161633795852449</c:v>
                </c:pt>
                <c:pt idx="83">
                  <c:v>30.497643567889398</c:v>
                </c:pt>
                <c:pt idx="84">
                  <c:v>30.53616660814491</c:v>
                </c:pt>
                <c:pt idx="85">
                  <c:v>30.662119394898212</c:v>
                </c:pt>
                <c:pt idx="86">
                  <c:v>31.064996845962408</c:v>
                </c:pt>
                <c:pt idx="87">
                  <c:v>31.103066780992307</c:v>
                </c:pt>
                <c:pt idx="88">
                  <c:v>31.371613683657255</c:v>
                </c:pt>
                <c:pt idx="89">
                  <c:v>31.628060501410864</c:v>
                </c:pt>
                <c:pt idx="90">
                  <c:v>31.651680275714174</c:v>
                </c:pt>
                <c:pt idx="91">
                  <c:v>31.539027982165539</c:v>
                </c:pt>
                <c:pt idx="92">
                  <c:v>31.371312965132866</c:v>
                </c:pt>
                <c:pt idx="93">
                  <c:v>31.266481051883588</c:v>
                </c:pt>
                <c:pt idx="94">
                  <c:v>30.810061237426037</c:v>
                </c:pt>
                <c:pt idx="95">
                  <c:v>30.458160233876598</c:v>
                </c:pt>
                <c:pt idx="96">
                  <c:v>30.221823693463492</c:v>
                </c:pt>
                <c:pt idx="97">
                  <c:v>30.043444675901267</c:v>
                </c:pt>
                <c:pt idx="98">
                  <c:v>29.948555597638613</c:v>
                </c:pt>
                <c:pt idx="99">
                  <c:v>29.909101195728741</c:v>
                </c:pt>
                <c:pt idx="100">
                  <c:v>29.912484772289005</c:v>
                </c:pt>
                <c:pt idx="101">
                  <c:v>29.924049613296141</c:v>
                </c:pt>
                <c:pt idx="102">
                  <c:v>29.901366022664355</c:v>
                </c:pt>
                <c:pt idx="103">
                  <c:v>29.832644497223608</c:v>
                </c:pt>
                <c:pt idx="104">
                  <c:v>29.751894669172358</c:v>
                </c:pt>
                <c:pt idx="105">
                  <c:v>29.738701301462427</c:v>
                </c:pt>
                <c:pt idx="106">
                  <c:v>29.842116747172433</c:v>
                </c:pt>
                <c:pt idx="107">
                  <c:v>29.858288368023359</c:v>
                </c:pt>
                <c:pt idx="108">
                  <c:v>29.7920857985896</c:v>
                </c:pt>
                <c:pt idx="109">
                  <c:v>29.711316764663202</c:v>
                </c:pt>
                <c:pt idx="110">
                  <c:v>29.631807811492443</c:v>
                </c:pt>
                <c:pt idx="111">
                  <c:v>29.546401202567239</c:v>
                </c:pt>
                <c:pt idx="112">
                  <c:v>29.45320224131741</c:v>
                </c:pt>
                <c:pt idx="113">
                  <c:v>29.404617295128929</c:v>
                </c:pt>
                <c:pt idx="114">
                  <c:v>29.326078252351937</c:v>
                </c:pt>
                <c:pt idx="115">
                  <c:v>29.273303000653598</c:v>
                </c:pt>
                <c:pt idx="116">
                  <c:v>29.212576544042768</c:v>
                </c:pt>
                <c:pt idx="117">
                  <c:v>29.118198955770264</c:v>
                </c:pt>
                <c:pt idx="118">
                  <c:v>29.07931111347828</c:v>
                </c:pt>
                <c:pt idx="119">
                  <c:v>29.085483405027961</c:v>
                </c:pt>
                <c:pt idx="120">
                  <c:v>29.152299822725112</c:v>
                </c:pt>
                <c:pt idx="121">
                  <c:v>29.172886192066201</c:v>
                </c:pt>
                <c:pt idx="122">
                  <c:v>29.175505711788908</c:v>
                </c:pt>
                <c:pt idx="123">
                  <c:v>29.159688385908662</c:v>
                </c:pt>
                <c:pt idx="124">
                  <c:v>29.157416859656944</c:v>
                </c:pt>
                <c:pt idx="125">
                  <c:v>29.168848684224944</c:v>
                </c:pt>
                <c:pt idx="126">
                  <c:v>29.172490320896472</c:v>
                </c:pt>
                <c:pt idx="127">
                  <c:v>29.153320008127288</c:v>
                </c:pt>
                <c:pt idx="128">
                  <c:v>29.160650953685401</c:v>
                </c:pt>
                <c:pt idx="129">
                  <c:v>29.182901631288402</c:v>
                </c:pt>
                <c:pt idx="130">
                  <c:v>29.175456409403282</c:v>
                </c:pt>
                <c:pt idx="131">
                  <c:v>29.175415120881389</c:v>
                </c:pt>
                <c:pt idx="132">
                  <c:v>29.21049444635133</c:v>
                </c:pt>
                <c:pt idx="133">
                  <c:v>29.223453809240119</c:v>
                </c:pt>
                <c:pt idx="134">
                  <c:v>29.227822638976011</c:v>
                </c:pt>
                <c:pt idx="135">
                  <c:v>29.255226683026454</c:v>
                </c:pt>
                <c:pt idx="136">
                  <c:v>29.284554766717381</c:v>
                </c:pt>
                <c:pt idx="137">
                  <c:v>29.32412944507788</c:v>
                </c:pt>
                <c:pt idx="138">
                  <c:v>29.394176806053647</c:v>
                </c:pt>
                <c:pt idx="139">
                  <c:v>29.395589602284407</c:v>
                </c:pt>
                <c:pt idx="140">
                  <c:v>29.396854970820218</c:v>
                </c:pt>
                <c:pt idx="141">
                  <c:v>29.397994802523051</c:v>
                </c:pt>
                <c:pt idx="142">
                  <c:v>29.444874439604892</c:v>
                </c:pt>
                <c:pt idx="143">
                  <c:v>29.472260414789915</c:v>
                </c:pt>
                <c:pt idx="144">
                  <c:v>29.497198079259054</c:v>
                </c:pt>
                <c:pt idx="145">
                  <c:v>29.522657206526553</c:v>
                </c:pt>
                <c:pt idx="146">
                  <c:v>29.574654935356474</c:v>
                </c:pt>
                <c:pt idx="147">
                  <c:v>29.586561975194662</c:v>
                </c:pt>
                <c:pt idx="148">
                  <c:v>29.573444869329908</c:v>
                </c:pt>
                <c:pt idx="149">
                  <c:v>29.594655155634985</c:v>
                </c:pt>
                <c:pt idx="150">
                  <c:v>29.601735020677687</c:v>
                </c:pt>
                <c:pt idx="151">
                  <c:v>29.602740096179513</c:v>
                </c:pt>
                <c:pt idx="152">
                  <c:v>29.596930058668605</c:v>
                </c:pt>
                <c:pt idx="153">
                  <c:v>29.612779515347821</c:v>
                </c:pt>
                <c:pt idx="154">
                  <c:v>29.605202009915381</c:v>
                </c:pt>
                <c:pt idx="155">
                  <c:v>29.625385569587621</c:v>
                </c:pt>
                <c:pt idx="156">
                  <c:v>29.64040713934709</c:v>
                </c:pt>
                <c:pt idx="157">
                  <c:v>29.628106625648833</c:v>
                </c:pt>
                <c:pt idx="158">
                  <c:v>29.608938730737684</c:v>
                </c:pt>
                <c:pt idx="159">
                  <c:v>29.590110486659889</c:v>
                </c:pt>
                <c:pt idx="160">
                  <c:v>29.588381697617436</c:v>
                </c:pt>
                <c:pt idx="161">
                  <c:v>29.599591366923502</c:v>
                </c:pt>
                <c:pt idx="162">
                  <c:v>29.580923824786744</c:v>
                </c:pt>
                <c:pt idx="163">
                  <c:v>29.545080558920006</c:v>
                </c:pt>
                <c:pt idx="164">
                  <c:v>29.512664877369527</c:v>
                </c:pt>
                <c:pt idx="165">
                  <c:v>29.480133207127992</c:v>
                </c:pt>
                <c:pt idx="166">
                  <c:v>29.461081931057866</c:v>
                </c:pt>
                <c:pt idx="167">
                  <c:v>29.440777505881762</c:v>
                </c:pt>
                <c:pt idx="168">
                  <c:v>29.417181697825665</c:v>
                </c:pt>
                <c:pt idx="169">
                  <c:v>29.414752017630605</c:v>
                </c:pt>
                <c:pt idx="170">
                  <c:v>29.430918703448352</c:v>
                </c:pt>
                <c:pt idx="171">
                  <c:v>29.434733682732308</c:v>
                </c:pt>
                <c:pt idx="172">
                  <c:v>29.428208096232556</c:v>
                </c:pt>
                <c:pt idx="173">
                  <c:v>29.402214711382545</c:v>
                </c:pt>
                <c:pt idx="174">
                  <c:v>29.375641883087564</c:v>
                </c:pt>
                <c:pt idx="175">
                  <c:v>29.339209769472507</c:v>
                </c:pt>
                <c:pt idx="176">
                  <c:v>29.323355627765263</c:v>
                </c:pt>
                <c:pt idx="177">
                  <c:v>29.331706423102194</c:v>
                </c:pt>
                <c:pt idx="178">
                  <c:v>29.326219981299339</c:v>
                </c:pt>
                <c:pt idx="179">
                  <c:v>29.320673545109749</c:v>
                </c:pt>
                <c:pt idx="180">
                  <c:v>29.332193597522885</c:v>
                </c:pt>
                <c:pt idx="181">
                  <c:v>29.307734210030844</c:v>
                </c:pt>
                <c:pt idx="182">
                  <c:v>29.298021989384548</c:v>
                </c:pt>
                <c:pt idx="183">
                  <c:v>29.297331653243923</c:v>
                </c:pt>
                <c:pt idx="184">
                  <c:v>29.292670070901185</c:v>
                </c:pt>
                <c:pt idx="185">
                  <c:v>29.279671741456148</c:v>
                </c:pt>
                <c:pt idx="186">
                  <c:v>29.272104126638443</c:v>
                </c:pt>
                <c:pt idx="187">
                  <c:v>29.274796099908684</c:v>
                </c:pt>
                <c:pt idx="188">
                  <c:v>29.256424461128621</c:v>
                </c:pt>
                <c:pt idx="189">
                  <c:v>29.228002985157392</c:v>
                </c:pt>
                <c:pt idx="190">
                  <c:v>29.218155617891085</c:v>
                </c:pt>
                <c:pt idx="191">
                  <c:v>29.202327017805956</c:v>
                </c:pt>
                <c:pt idx="192">
                  <c:v>29.200842603661311</c:v>
                </c:pt>
                <c:pt idx="193">
                  <c:v>29.203783951932376</c:v>
                </c:pt>
                <c:pt idx="194">
                  <c:v>29.193235789405851</c:v>
                </c:pt>
                <c:pt idx="195">
                  <c:v>29.201330353436319</c:v>
                </c:pt>
                <c:pt idx="196">
                  <c:v>29.204491747336817</c:v>
                </c:pt>
                <c:pt idx="197">
                  <c:v>29.207963092828649</c:v>
                </c:pt>
                <c:pt idx="198">
                  <c:v>29.220567201822895</c:v>
                </c:pt>
                <c:pt idx="199">
                  <c:v>29.214370882380919</c:v>
                </c:pt>
                <c:pt idx="200">
                  <c:v>29.224159138840339</c:v>
                </c:pt>
                <c:pt idx="201">
                  <c:v>29.243906833368182</c:v>
                </c:pt>
                <c:pt idx="202">
                  <c:v>29.245258998212783</c:v>
                </c:pt>
                <c:pt idx="203">
                  <c:v>29.291135943403546</c:v>
                </c:pt>
                <c:pt idx="204">
                  <c:v>29.330809500513542</c:v>
                </c:pt>
                <c:pt idx="205">
                  <c:v>29.379138879792809</c:v>
                </c:pt>
                <c:pt idx="206">
                  <c:v>29.421038455367626</c:v>
                </c:pt>
                <c:pt idx="207">
                  <c:v>29.388877121523159</c:v>
                </c:pt>
                <c:pt idx="208">
                  <c:v>29.380225189845003</c:v>
                </c:pt>
                <c:pt idx="209">
                  <c:v>29.36318283872588</c:v>
                </c:pt>
                <c:pt idx="210">
                  <c:v>29.33928155177334</c:v>
                </c:pt>
                <c:pt idx="211">
                  <c:v>29.325391662863847</c:v>
                </c:pt>
                <c:pt idx="212">
                  <c:v>29.306144444400605</c:v>
                </c:pt>
                <c:pt idx="213">
                  <c:v>29.274588903859058</c:v>
                </c:pt>
                <c:pt idx="214">
                  <c:v>29.287946316044646</c:v>
                </c:pt>
                <c:pt idx="215">
                  <c:v>29.290337940661132</c:v>
                </c:pt>
                <c:pt idx="216">
                  <c:v>29.277989412275012</c:v>
                </c:pt>
                <c:pt idx="217">
                  <c:v>29.295683256268731</c:v>
                </c:pt>
                <c:pt idx="218">
                  <c:v>29.302010085248877</c:v>
                </c:pt>
                <c:pt idx="219">
                  <c:v>29.296182458334481</c:v>
                </c:pt>
                <c:pt idx="220">
                  <c:v>29.321602598497368</c:v>
                </c:pt>
                <c:pt idx="221">
                  <c:v>29.33661514067358</c:v>
                </c:pt>
                <c:pt idx="222">
                  <c:v>29.358599716903754</c:v>
                </c:pt>
                <c:pt idx="223">
                  <c:v>29.360834817747477</c:v>
                </c:pt>
                <c:pt idx="224">
                  <c:v>29.36839171316625</c:v>
                </c:pt>
                <c:pt idx="225">
                  <c:v>29.352064472670776</c:v>
                </c:pt>
                <c:pt idx="226">
                  <c:v>29.290381886772021</c:v>
                </c:pt>
                <c:pt idx="227">
                  <c:v>29.281854724787753</c:v>
                </c:pt>
                <c:pt idx="228">
                  <c:v>29.270079427389845</c:v>
                </c:pt>
                <c:pt idx="229">
                  <c:v>29.198111163824525</c:v>
                </c:pt>
                <c:pt idx="230">
                  <c:v>29.141073194165532</c:v>
                </c:pt>
                <c:pt idx="231">
                  <c:v>29.11001694130794</c:v>
                </c:pt>
                <c:pt idx="232">
                  <c:v>29.085084578317886</c:v>
                </c:pt>
                <c:pt idx="233">
                  <c:v>29.04490293882219</c:v>
                </c:pt>
                <c:pt idx="234">
                  <c:v>29.008341981799187</c:v>
                </c:pt>
                <c:pt idx="235">
                  <c:v>28.984593973689538</c:v>
                </c:pt>
                <c:pt idx="236">
                  <c:v>28.953999834804815</c:v>
                </c:pt>
                <c:pt idx="237">
                  <c:v>28.967935890761364</c:v>
                </c:pt>
                <c:pt idx="238">
                  <c:v>28.950573700860904</c:v>
                </c:pt>
                <c:pt idx="239">
                  <c:v>28.867794022770003</c:v>
                </c:pt>
                <c:pt idx="240">
                  <c:v>28.885151215992177</c:v>
                </c:pt>
                <c:pt idx="241">
                  <c:v>28.820344435589465</c:v>
                </c:pt>
                <c:pt idx="242">
                  <c:v>28.74828735855051</c:v>
                </c:pt>
                <c:pt idx="243">
                  <c:v>28.743502458598599</c:v>
                </c:pt>
                <c:pt idx="244">
                  <c:v>28.7565848325834</c:v>
                </c:pt>
                <c:pt idx="245">
                  <c:v>28.774703579166889</c:v>
                </c:pt>
                <c:pt idx="246">
                  <c:v>28.773912732393828</c:v>
                </c:pt>
                <c:pt idx="247">
                  <c:v>28.772613777549605</c:v>
                </c:pt>
                <c:pt idx="248">
                  <c:v>28.809346650785791</c:v>
                </c:pt>
                <c:pt idx="249">
                  <c:v>28.815860767871161</c:v>
                </c:pt>
                <c:pt idx="250">
                  <c:v>28.790116360753512</c:v>
                </c:pt>
                <c:pt idx="251">
                  <c:v>28.854166310494943</c:v>
                </c:pt>
                <c:pt idx="252">
                  <c:v>28.907519875477981</c:v>
                </c:pt>
                <c:pt idx="253">
                  <c:v>28.926553911466886</c:v>
                </c:pt>
                <c:pt idx="254">
                  <c:v>28.883635582026237</c:v>
                </c:pt>
                <c:pt idx="255">
                  <c:v>28.840320193035211</c:v>
                </c:pt>
                <c:pt idx="256">
                  <c:v>28.841932674886888</c:v>
                </c:pt>
                <c:pt idx="257">
                  <c:v>28.897278767222819</c:v>
                </c:pt>
                <c:pt idx="258">
                  <c:v>28.949902543197602</c:v>
                </c:pt>
                <c:pt idx="259">
                  <c:v>29</c:v>
                </c:pt>
                <c:pt idx="260">
                  <c:v>28.98990891538368</c:v>
                </c:pt>
                <c:pt idx="261">
                  <c:v>28.977798131621778</c:v>
                </c:pt>
                <c:pt idx="262">
                  <c:v>28.99870578155473</c:v>
                </c:pt>
                <c:pt idx="263">
                  <c:v>28.965337655723754</c:v>
                </c:pt>
                <c:pt idx="264">
                  <c:v>28.938253268944059</c:v>
                </c:pt>
                <c:pt idx="265">
                  <c:v>28.914486272429503</c:v>
                </c:pt>
                <c:pt idx="266">
                  <c:v>28.924106258298799</c:v>
                </c:pt>
                <c:pt idx="267">
                  <c:v>28.92687254816866</c:v>
                </c:pt>
                <c:pt idx="268">
                  <c:v>28.849958977237009</c:v>
                </c:pt>
                <c:pt idx="269">
                  <c:v>28.819316578796361</c:v>
                </c:pt>
                <c:pt idx="270">
                  <c:v>28.810238021890203</c:v>
                </c:pt>
                <c:pt idx="271">
                  <c:v>28.792205191460383</c:v>
                </c:pt>
                <c:pt idx="272">
                  <c:v>28.789214136685775</c:v>
                </c:pt>
                <c:pt idx="273">
                  <c:v>28.803192184945836</c:v>
                </c:pt>
                <c:pt idx="274">
                  <c:v>28.846751787872453</c:v>
                </c:pt>
                <c:pt idx="275">
                  <c:v>28.858153810456589</c:v>
                </c:pt>
                <c:pt idx="276">
                  <c:v>28.802086566276653</c:v>
                </c:pt>
                <c:pt idx="277">
                  <c:v>28.823926516239457</c:v>
                </c:pt>
                <c:pt idx="278">
                  <c:v>28.898556362037922</c:v>
                </c:pt>
                <c:pt idx="279">
                  <c:v>28.950304982995814</c:v>
                </c:pt>
                <c:pt idx="280">
                  <c:v>28.988422624488045</c:v>
                </c:pt>
                <c:pt idx="281">
                  <c:v>28.98370084912434</c:v>
                </c:pt>
                <c:pt idx="282">
                  <c:v>29.052246925744882</c:v>
                </c:pt>
                <c:pt idx="283">
                  <c:v>29.110777296014422</c:v>
                </c:pt>
                <c:pt idx="284">
                  <c:v>29.162822012113782</c:v>
                </c:pt>
                <c:pt idx="285">
                  <c:v>29.113518475777909</c:v>
                </c:pt>
                <c:pt idx="286">
                  <c:v>29.089418842273133</c:v>
                </c:pt>
                <c:pt idx="287">
                  <c:v>29.206371827167505</c:v>
                </c:pt>
                <c:pt idx="288">
                  <c:v>29.353160371961632</c:v>
                </c:pt>
                <c:pt idx="289">
                  <c:v>29.383456338607303</c:v>
                </c:pt>
                <c:pt idx="290">
                  <c:v>29.360308574028704</c:v>
                </c:pt>
                <c:pt idx="291">
                  <c:v>29.397089290716345</c:v>
                </c:pt>
                <c:pt idx="292">
                  <c:v>29.382065638722199</c:v>
                </c:pt>
                <c:pt idx="293">
                  <c:v>29.362201462342455</c:v>
                </c:pt>
                <c:pt idx="294">
                  <c:v>29.447446424101667</c:v>
                </c:pt>
                <c:pt idx="295">
                  <c:v>29.452861974032999</c:v>
                </c:pt>
                <c:pt idx="296">
                  <c:v>29.512709713909722</c:v>
                </c:pt>
                <c:pt idx="297">
                  <c:v>29.596048472012352</c:v>
                </c:pt>
                <c:pt idx="298">
                  <c:v>29.598900421181281</c:v>
                </c:pt>
                <c:pt idx="299">
                  <c:v>29.626596197269595</c:v>
                </c:pt>
                <c:pt idx="300">
                  <c:v>29.733172721805115</c:v>
                </c:pt>
                <c:pt idx="301">
                  <c:v>29.625750878483849</c:v>
                </c:pt>
                <c:pt idx="302">
                  <c:v>29.448638887025837</c:v>
                </c:pt>
                <c:pt idx="303">
                  <c:v>29.400535567198535</c:v>
                </c:pt>
                <c:pt idx="304">
                  <c:v>29.402602870064609</c:v>
                </c:pt>
                <c:pt idx="305">
                  <c:v>29.536590055225247</c:v>
                </c:pt>
                <c:pt idx="306">
                  <c:v>29.638861573257618</c:v>
                </c:pt>
                <c:pt idx="307">
                  <c:v>29.643448448581733</c:v>
                </c:pt>
                <c:pt idx="308">
                  <c:v>29.666124545908449</c:v>
                </c:pt>
                <c:pt idx="309">
                  <c:v>29.61580364614635</c:v>
                </c:pt>
                <c:pt idx="310">
                  <c:v>29.598927038168018</c:v>
                </c:pt>
                <c:pt idx="311">
                  <c:v>29.463568482287634</c:v>
                </c:pt>
                <c:pt idx="312">
                  <c:v>29.449076937146756</c:v>
                </c:pt>
                <c:pt idx="313">
                  <c:v>29.742648971836346</c:v>
                </c:pt>
                <c:pt idx="314">
                  <c:v>29.77811645598835</c:v>
                </c:pt>
                <c:pt idx="315">
                  <c:v>29.840016649110137</c:v>
                </c:pt>
                <c:pt idx="316">
                  <c:v>29.865834989257859</c:v>
                </c:pt>
                <c:pt idx="317">
                  <c:v>29.888255231998201</c:v>
                </c:pt>
                <c:pt idx="318">
                  <c:v>30.097621408528742</c:v>
                </c:pt>
                <c:pt idx="319">
                  <c:v>30.196607338321048</c:v>
                </c:pt>
                <c:pt idx="320">
                  <c:v>30.152572157103069</c:v>
                </c:pt>
                <c:pt idx="321">
                  <c:v>30.343955004223645</c:v>
                </c:pt>
                <c:pt idx="322">
                  <c:v>30.504994020698724</c:v>
                </c:pt>
                <c:pt idx="323">
                  <c:v>30.549067065710503</c:v>
                </c:pt>
                <c:pt idx="324">
                  <c:v>30.662189231953487</c:v>
                </c:pt>
                <c:pt idx="325">
                  <c:v>30.721618620745279</c:v>
                </c:pt>
                <c:pt idx="326">
                  <c:v>30.724377609094844</c:v>
                </c:pt>
                <c:pt idx="327">
                  <c:v>30.764251773077625</c:v>
                </c:pt>
                <c:pt idx="328">
                  <c:v>30.889642657843247</c:v>
                </c:pt>
                <c:pt idx="329">
                  <c:v>30.925265967123483</c:v>
                </c:pt>
                <c:pt idx="330">
                  <c:v>30.93373797728654</c:v>
                </c:pt>
                <c:pt idx="331">
                  <c:v>30.98554600357793</c:v>
                </c:pt>
                <c:pt idx="332">
                  <c:v>30.963027895807603</c:v>
                </c:pt>
                <c:pt idx="333">
                  <c:v>30.925262076632368</c:v>
                </c:pt>
                <c:pt idx="334">
                  <c:v>30.897135579341246</c:v>
                </c:pt>
                <c:pt idx="335">
                  <c:v>30.82851942593447</c:v>
                </c:pt>
                <c:pt idx="336">
                  <c:v>30.777660789066115</c:v>
                </c:pt>
                <c:pt idx="337">
                  <c:v>30.754565902289272</c:v>
                </c:pt>
                <c:pt idx="338">
                  <c:v>30.68851555516979</c:v>
                </c:pt>
                <c:pt idx="339">
                  <c:v>30.624384206491044</c:v>
                </c:pt>
                <c:pt idx="340">
                  <c:v>30.478814440231751</c:v>
                </c:pt>
                <c:pt idx="341">
                  <c:v>30.399787277809118</c:v>
                </c:pt>
                <c:pt idx="342">
                  <c:v>30.381002041466715</c:v>
                </c:pt>
                <c:pt idx="343">
                  <c:v>30.35809735038924</c:v>
                </c:pt>
                <c:pt idx="344">
                  <c:v>30.364679705181867</c:v>
                </c:pt>
                <c:pt idx="345">
                  <c:v>30.400238519982654</c:v>
                </c:pt>
                <c:pt idx="346">
                  <c:v>30.454784547889862</c:v>
                </c:pt>
                <c:pt idx="347">
                  <c:v>30.553010708604184</c:v>
                </c:pt>
                <c:pt idx="348">
                  <c:v>30.647124757200473</c:v>
                </c:pt>
                <c:pt idx="349">
                  <c:v>30.615005026952883</c:v>
                </c:pt>
                <c:pt idx="350">
                  <c:v>30.606248134208133</c:v>
                </c:pt>
                <c:pt idx="351">
                  <c:v>30.75855335430472</c:v>
                </c:pt>
                <c:pt idx="352">
                  <c:v>30.824554056565763</c:v>
                </c:pt>
                <c:pt idx="353">
                  <c:v>30.769816572659249</c:v>
                </c:pt>
                <c:pt idx="354">
                  <c:v>30.702541104408503</c:v>
                </c:pt>
                <c:pt idx="355">
                  <c:v>30.661644590595397</c:v>
                </c:pt>
                <c:pt idx="356">
                  <c:v>30.80813259495099</c:v>
                </c:pt>
                <c:pt idx="357">
                  <c:v>30.844023608376805</c:v>
                </c:pt>
                <c:pt idx="358">
                  <c:v>30.67899582479069</c:v>
                </c:pt>
                <c:pt idx="359">
                  <c:v>30.754411323762064</c:v>
                </c:pt>
                <c:pt idx="360">
                  <c:v>31.090722033506001</c:v>
                </c:pt>
                <c:pt idx="361">
                  <c:v>31.0685701250612</c:v>
                </c:pt>
                <c:pt idx="362">
                  <c:v>31.099674765902019</c:v>
                </c:pt>
                <c:pt idx="363">
                  <c:v>31.183068538836743</c:v>
                </c:pt>
                <c:pt idx="364">
                  <c:v>31.395836867652722</c:v>
                </c:pt>
                <c:pt idx="365">
                  <c:v>31.336395259431093</c:v>
                </c:pt>
                <c:pt idx="366">
                  <c:v>31.526381475037518</c:v>
                </c:pt>
                <c:pt idx="367">
                  <c:v>31.40903023536265</c:v>
                </c:pt>
                <c:pt idx="368">
                  <c:v>31.258059344126757</c:v>
                </c:pt>
                <c:pt idx="369">
                  <c:v>31.147277993234269</c:v>
                </c:pt>
                <c:pt idx="370">
                  <c:v>31.16742399733824</c:v>
                </c:pt>
                <c:pt idx="371">
                  <c:v>30.993384850011154</c:v>
                </c:pt>
                <c:pt idx="372">
                  <c:v>30.907070523754349</c:v>
                </c:pt>
                <c:pt idx="373">
                  <c:v>30.698385731125196</c:v>
                </c:pt>
                <c:pt idx="374">
                  <c:v>30.518580656785034</c:v>
                </c:pt>
                <c:pt idx="375">
                  <c:v>30.559870384178872</c:v>
                </c:pt>
                <c:pt idx="376">
                  <c:v>30.527874766077371</c:v>
                </c:pt>
                <c:pt idx="377">
                  <c:v>30.453944366196254</c:v>
                </c:pt>
                <c:pt idx="378">
                  <c:v>30.314354366972161</c:v>
                </c:pt>
                <c:pt idx="379">
                  <c:v>30.125386638102789</c:v>
                </c:pt>
                <c:pt idx="380">
                  <c:v>29.944527733831666</c:v>
                </c:pt>
                <c:pt idx="381">
                  <c:v>29.707852200132997</c:v>
                </c:pt>
                <c:pt idx="382">
                  <c:v>29.524712728327987</c:v>
                </c:pt>
                <c:pt idx="383">
                  <c:v>29.34469619757645</c:v>
                </c:pt>
                <c:pt idx="384">
                  <c:v>29.215807870890927</c:v>
                </c:pt>
                <c:pt idx="385">
                  <c:v>29.080512151921596</c:v>
                </c:pt>
                <c:pt idx="386">
                  <c:v>29.058138019720296</c:v>
                </c:pt>
                <c:pt idx="387">
                  <c:v>28.995000746316745</c:v>
                </c:pt>
                <c:pt idx="388">
                  <c:v>28.914417688824713</c:v>
                </c:pt>
                <c:pt idx="389">
                  <c:v>28.862475358396427</c:v>
                </c:pt>
                <c:pt idx="390">
                  <c:v>28.789158916370003</c:v>
                </c:pt>
                <c:pt idx="391">
                  <c:v>28.810764375200279</c:v>
                </c:pt>
                <c:pt idx="392">
                  <c:v>28.85260049741299</c:v>
                </c:pt>
                <c:pt idx="393">
                  <c:v>28.881974527256009</c:v>
                </c:pt>
                <c:pt idx="394">
                  <c:v>28.890408235260079</c:v>
                </c:pt>
                <c:pt idx="395">
                  <c:v>28.894462948935278</c:v>
                </c:pt>
                <c:pt idx="396">
                  <c:v>28.919127676274314</c:v>
                </c:pt>
                <c:pt idx="397">
                  <c:v>28.88974197495795</c:v>
                </c:pt>
                <c:pt idx="398">
                  <c:v>28.854829159767892</c:v>
                </c:pt>
                <c:pt idx="399">
                  <c:v>28.82440976592175</c:v>
                </c:pt>
                <c:pt idx="400">
                  <c:v>28.823560474451416</c:v>
                </c:pt>
                <c:pt idx="401">
                  <c:v>28.848916462607665</c:v>
                </c:pt>
                <c:pt idx="402">
                  <c:v>28.829657709660211</c:v>
                </c:pt>
                <c:pt idx="403">
                  <c:v>28.7656338015512</c:v>
                </c:pt>
                <c:pt idx="404">
                  <c:v>28.784345118562442</c:v>
                </c:pt>
                <c:pt idx="405">
                  <c:v>28.706397252348872</c:v>
                </c:pt>
                <c:pt idx="406">
                  <c:v>28.60652289329358</c:v>
                </c:pt>
                <c:pt idx="407">
                  <c:v>28.501266286362942</c:v>
                </c:pt>
                <c:pt idx="408">
                  <c:v>28.413686797054012</c:v>
                </c:pt>
                <c:pt idx="409">
                  <c:v>28.402479018197855</c:v>
                </c:pt>
                <c:pt idx="410">
                  <c:v>28.343864707842748</c:v>
                </c:pt>
                <c:pt idx="411">
                  <c:v>28.291576582618909</c:v>
                </c:pt>
                <c:pt idx="412">
                  <c:v>28.234302015619608</c:v>
                </c:pt>
                <c:pt idx="413">
                  <c:v>28.182147201361516</c:v>
                </c:pt>
                <c:pt idx="414">
                  <c:v>28.17529092654183</c:v>
                </c:pt>
                <c:pt idx="415">
                  <c:v>28.148675898747285</c:v>
                </c:pt>
                <c:pt idx="416">
                  <c:v>28.101298229144337</c:v>
                </c:pt>
                <c:pt idx="417">
                  <c:v>28.065928044942186</c:v>
                </c:pt>
                <c:pt idx="418">
                  <c:v>28.02194519827847</c:v>
                </c:pt>
                <c:pt idx="419">
                  <c:v>28.017465448730036</c:v>
                </c:pt>
                <c:pt idx="420">
                  <c:v>28.044770299745284</c:v>
                </c:pt>
                <c:pt idx="421">
                  <c:v>28.077671376784256</c:v>
                </c:pt>
                <c:pt idx="422">
                  <c:v>28.095687454300428</c:v>
                </c:pt>
                <c:pt idx="423">
                  <c:v>28.089582674415649</c:v>
                </c:pt>
                <c:pt idx="424">
                  <c:v>28.058440458742464</c:v>
                </c:pt>
                <c:pt idx="425">
                  <c:v>28.064908309035573</c:v>
                </c:pt>
                <c:pt idx="426">
                  <c:v>28.07464836501563</c:v>
                </c:pt>
                <c:pt idx="427">
                  <c:v>28.085132063885261</c:v>
                </c:pt>
                <c:pt idx="428">
                  <c:v>28.079906818388423</c:v>
                </c:pt>
                <c:pt idx="429">
                  <c:v>28.105422717373521</c:v>
                </c:pt>
                <c:pt idx="430">
                  <c:v>28.055476499774393</c:v>
                </c:pt>
                <c:pt idx="431">
                  <c:v>28.024988002192881</c:v>
                </c:pt>
                <c:pt idx="432">
                  <c:v>28.033431058634413</c:v>
                </c:pt>
                <c:pt idx="433">
                  <c:v>28.05352513615486</c:v>
                </c:pt>
                <c:pt idx="434">
                  <c:v>28.096235955327078</c:v>
                </c:pt>
                <c:pt idx="435">
                  <c:v>28.248895885642629</c:v>
                </c:pt>
                <c:pt idx="436">
                  <c:v>28.253179063785094</c:v>
                </c:pt>
                <c:pt idx="437">
                  <c:v>28.224731588990544</c:v>
                </c:pt>
                <c:pt idx="438">
                  <c:v>28.206175103936388</c:v>
                </c:pt>
                <c:pt idx="439">
                  <c:v>28.119499564758154</c:v>
                </c:pt>
                <c:pt idx="440">
                  <c:v>28.104785917438626</c:v>
                </c:pt>
                <c:pt idx="441">
                  <c:v>28.02336981367397</c:v>
                </c:pt>
                <c:pt idx="442">
                  <c:v>28.073207405105304</c:v>
                </c:pt>
                <c:pt idx="443">
                  <c:v>28.18153142155148</c:v>
                </c:pt>
                <c:pt idx="444">
                  <c:v>28.231926052284692</c:v>
                </c:pt>
                <c:pt idx="445">
                  <c:v>28.162702915481983</c:v>
                </c:pt>
                <c:pt idx="446">
                  <c:v>28.077045735683718</c:v>
                </c:pt>
                <c:pt idx="447">
                  <c:v>28.058125312694798</c:v>
                </c:pt>
                <c:pt idx="448">
                  <c:v>28.096348551396868</c:v>
                </c:pt>
                <c:pt idx="449">
                  <c:v>28.072670080250695</c:v>
                </c:pt>
                <c:pt idx="450">
                  <c:v>28.11048764000391</c:v>
                </c:pt>
                <c:pt idx="451">
                  <c:v>28.175183941460929</c:v>
                </c:pt>
                <c:pt idx="452">
                  <c:v>28.105146272465667</c:v>
                </c:pt>
                <c:pt idx="453">
                  <c:v>28.042717388656882</c:v>
                </c:pt>
                <c:pt idx="454">
                  <c:v>28.047902016878538</c:v>
                </c:pt>
                <c:pt idx="455">
                  <c:v>28.099298895144361</c:v>
                </c:pt>
                <c:pt idx="456">
                  <c:v>28.060033305343715</c:v>
                </c:pt>
                <c:pt idx="457">
                  <c:v>28.075877467393301</c:v>
                </c:pt>
                <c:pt idx="458">
                  <c:v>28.153808970256044</c:v>
                </c:pt>
                <c:pt idx="459">
                  <c:v>28.148113663704798</c:v>
                </c:pt>
                <c:pt idx="460">
                  <c:v>28.131749231518413</c:v>
                </c:pt>
                <c:pt idx="461">
                  <c:v>28.146709776047988</c:v>
                </c:pt>
                <c:pt idx="462">
                  <c:v>28.120652686118355</c:v>
                </c:pt>
                <c:pt idx="463">
                  <c:v>28.061029961151529</c:v>
                </c:pt>
                <c:pt idx="464">
                  <c:v>28.035299600556154</c:v>
                </c:pt>
                <c:pt idx="465">
                  <c:v>28.128454552337626</c:v>
                </c:pt>
                <c:pt idx="466">
                  <c:v>28.190392950013656</c:v>
                </c:pt>
                <c:pt idx="467">
                  <c:v>28.165739615032617</c:v>
                </c:pt>
                <c:pt idx="468">
                  <c:v>28.182475951285351</c:v>
                </c:pt>
                <c:pt idx="469">
                  <c:v>28.202673295488168</c:v>
                </c:pt>
                <c:pt idx="470">
                  <c:v>28.155890002000863</c:v>
                </c:pt>
                <c:pt idx="471">
                  <c:v>28.163391761865888</c:v>
                </c:pt>
                <c:pt idx="472">
                  <c:v>28.187310540617165</c:v>
                </c:pt>
                <c:pt idx="473">
                  <c:v>28.199402293165054</c:v>
                </c:pt>
                <c:pt idx="474">
                  <c:v>28.215060331516966</c:v>
                </c:pt>
                <c:pt idx="475">
                  <c:v>28.226450542213911</c:v>
                </c:pt>
                <c:pt idx="476">
                  <c:v>28.209100681334586</c:v>
                </c:pt>
                <c:pt idx="477">
                  <c:v>28.172838074636495</c:v>
                </c:pt>
                <c:pt idx="478">
                  <c:v>28.161626675842747</c:v>
                </c:pt>
                <c:pt idx="479">
                  <c:v>28.18379356747295</c:v>
                </c:pt>
                <c:pt idx="480">
                  <c:v>28.212894238944319</c:v>
                </c:pt>
                <c:pt idx="481">
                  <c:v>28.217068895159155</c:v>
                </c:pt>
                <c:pt idx="482">
                  <c:v>28.18456352511701</c:v>
                </c:pt>
                <c:pt idx="483">
                  <c:v>28.195669147758881</c:v>
                </c:pt>
                <c:pt idx="484">
                  <c:v>28.23725762617082</c:v>
                </c:pt>
                <c:pt idx="485">
                  <c:v>28.266613393651287</c:v>
                </c:pt>
                <c:pt idx="486">
                  <c:v>28.253339407842045</c:v>
                </c:pt>
                <c:pt idx="487">
                  <c:v>28.252279430524158</c:v>
                </c:pt>
                <c:pt idx="488">
                  <c:v>28.244372219668744</c:v>
                </c:pt>
                <c:pt idx="489">
                  <c:v>28.241526541176956</c:v>
                </c:pt>
                <c:pt idx="490">
                  <c:v>28.226414839423541</c:v>
                </c:pt>
                <c:pt idx="491">
                  <c:v>28.239369304951158</c:v>
                </c:pt>
                <c:pt idx="492">
                  <c:v>28.207157315953467</c:v>
                </c:pt>
                <c:pt idx="493">
                  <c:v>28.23003093447295</c:v>
                </c:pt>
                <c:pt idx="494">
                  <c:v>28.240880223066512</c:v>
                </c:pt>
                <c:pt idx="495">
                  <c:v>28.231104494262457</c:v>
                </c:pt>
                <c:pt idx="496">
                  <c:v>28.270605835495569</c:v>
                </c:pt>
                <c:pt idx="497">
                  <c:v>28.258748940526118</c:v>
                </c:pt>
                <c:pt idx="498">
                  <c:v>28.253771776339065</c:v>
                </c:pt>
                <c:pt idx="499">
                  <c:v>28.271978541859273</c:v>
                </c:pt>
                <c:pt idx="500">
                  <c:v>28.264272451585853</c:v>
                </c:pt>
                <c:pt idx="501">
                  <c:v>28.332603955292448</c:v>
                </c:pt>
                <c:pt idx="502">
                  <c:v>28.304078710059997</c:v>
                </c:pt>
                <c:pt idx="503">
                  <c:v>28.284848142624746</c:v>
                </c:pt>
                <c:pt idx="504">
                  <c:v>28.324235193831939</c:v>
                </c:pt>
                <c:pt idx="505">
                  <c:v>28.312610214599488</c:v>
                </c:pt>
                <c:pt idx="506">
                  <c:v>28.382078337613969</c:v>
                </c:pt>
                <c:pt idx="507">
                  <c:v>28.375491729309051</c:v>
                </c:pt>
                <c:pt idx="508">
                  <c:v>28.412846272887592</c:v>
                </c:pt>
                <c:pt idx="509">
                  <c:v>28.475033704804002</c:v>
                </c:pt>
                <c:pt idx="510">
                  <c:v>28.416822430149793</c:v>
                </c:pt>
                <c:pt idx="511">
                  <c:v>28.55485191092156</c:v>
                </c:pt>
                <c:pt idx="512">
                  <c:v>28.542197629660752</c:v>
                </c:pt>
                <c:pt idx="513">
                  <c:v>28.428747429262103</c:v>
                </c:pt>
                <c:pt idx="514">
                  <c:v>28.527046790114689</c:v>
                </c:pt>
                <c:pt idx="515">
                  <c:v>28.497805434237989</c:v>
                </c:pt>
                <c:pt idx="516">
                  <c:v>28.482814413053113</c:v>
                </c:pt>
                <c:pt idx="517">
                  <c:v>28.541327721327299</c:v>
                </c:pt>
                <c:pt idx="518">
                  <c:v>28.548464656038938</c:v>
                </c:pt>
                <c:pt idx="519">
                  <c:v>28.679935515383768</c:v>
                </c:pt>
                <c:pt idx="520">
                  <c:v>28.592410451853691</c:v>
                </c:pt>
                <c:pt idx="521">
                  <c:v>28.610002499229573</c:v>
                </c:pt>
                <c:pt idx="522">
                  <c:v>28.806989872777649</c:v>
                </c:pt>
                <c:pt idx="523">
                  <c:v>28.642396865272399</c:v>
                </c:pt>
                <c:pt idx="524">
                  <c:v>28.735788871595382</c:v>
                </c:pt>
                <c:pt idx="525">
                  <c:v>28.940153027262369</c:v>
                </c:pt>
                <c:pt idx="526">
                  <c:v>28.869146530087413</c:v>
                </c:pt>
                <c:pt idx="527">
                  <c:v>28.894259328301775</c:v>
                </c:pt>
                <c:pt idx="528">
                  <c:v>28.925331447924624</c:v>
                </c:pt>
                <c:pt idx="529">
                  <c:v>29.132096433877212</c:v>
                </c:pt>
                <c:pt idx="530">
                  <c:v>29.144392152956136</c:v>
                </c:pt>
                <c:pt idx="531">
                  <c:v>29.235136282807797</c:v>
                </c:pt>
                <c:pt idx="532">
                  <c:v>29.516248430652599</c:v>
                </c:pt>
                <c:pt idx="533">
                  <c:v>29.41372589374992</c:v>
                </c:pt>
                <c:pt idx="534">
                  <c:v>29.446443006168234</c:v>
                </c:pt>
                <c:pt idx="535">
                  <c:v>29.577743409946418</c:v>
                </c:pt>
                <c:pt idx="536">
                  <c:v>29.548955405875756</c:v>
                </c:pt>
                <c:pt idx="537">
                  <c:v>29.681821211768526</c:v>
                </c:pt>
                <c:pt idx="538">
                  <c:v>29.75612433165746</c:v>
                </c:pt>
                <c:pt idx="539">
                  <c:v>29.795747312382982</c:v>
                </c:pt>
                <c:pt idx="540">
                  <c:v>29.955046156019431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8022-4DA3-A5C1-DAA90C22AF82}"/>
            </c:ext>
          </c:extLst>
        </c:ser>
        <c:ser>
          <c:idx val="14"/>
          <c:order val="1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plot!$P$2:$P$542</c:f>
              <c:numCache>
                <c:formatCode>General</c:formatCode>
                <c:ptCount val="541"/>
                <c:pt idx="0">
                  <c:v>30.59802315489986</c:v>
                </c:pt>
                <c:pt idx="1">
                  <c:v>29.543508581948497</c:v>
                </c:pt>
                <c:pt idx="2">
                  <c:v>29.87231289531406</c:v>
                </c:pt>
                <c:pt idx="3">
                  <c:v>29.811879123031662</c:v>
                </c:pt>
                <c:pt idx="4">
                  <c:v>29.987928657268505</c:v>
                </c:pt>
                <c:pt idx="5">
                  <c:v>30.105761655731015</c:v>
                </c:pt>
                <c:pt idx="6">
                  <c:v>30.075239775809919</c:v>
                </c:pt>
                <c:pt idx="7">
                  <c:v>30.363595387942876</c:v>
                </c:pt>
                <c:pt idx="8">
                  <c:v>30.277176706405058</c:v>
                </c:pt>
                <c:pt idx="9">
                  <c:v>30.558214462109564</c:v>
                </c:pt>
                <c:pt idx="10">
                  <c:v>30.705098554988879</c:v>
                </c:pt>
                <c:pt idx="11">
                  <c:v>30.741972878413296</c:v>
                </c:pt>
                <c:pt idx="12">
                  <c:v>30.837751841686021</c:v>
                </c:pt>
                <c:pt idx="13">
                  <c:v>31.020510663461561</c:v>
                </c:pt>
                <c:pt idx="14">
                  <c:v>30.925065815422201</c:v>
                </c:pt>
                <c:pt idx="15">
                  <c:v>30.92961419192337</c:v>
                </c:pt>
                <c:pt idx="16">
                  <c:v>30.957561912701653</c:v>
                </c:pt>
                <c:pt idx="17">
                  <c:v>31.073951190235839</c:v>
                </c:pt>
                <c:pt idx="18">
                  <c:v>31.188231803187001</c:v>
                </c:pt>
                <c:pt idx="19">
                  <c:v>31.154781440507403</c:v>
                </c:pt>
                <c:pt idx="20">
                  <c:v>31.285466428281453</c:v>
                </c:pt>
                <c:pt idx="21">
                  <c:v>31.397028001526994</c:v>
                </c:pt>
                <c:pt idx="22">
                  <c:v>31.406774304352524</c:v>
                </c:pt>
                <c:pt idx="23">
                  <c:v>31.409585070489314</c:v>
                </c:pt>
                <c:pt idx="24">
                  <c:v>31.43361948212263</c:v>
                </c:pt>
                <c:pt idx="25">
                  <c:v>31.479114947377781</c:v>
                </c:pt>
                <c:pt idx="26">
                  <c:v>31.455120853144003</c:v>
                </c:pt>
                <c:pt idx="27">
                  <c:v>31.607786449938082</c:v>
                </c:pt>
                <c:pt idx="28">
                  <c:v>31.635423965216251</c:v>
                </c:pt>
                <c:pt idx="29">
                  <c:v>31.533675791097</c:v>
                </c:pt>
                <c:pt idx="30">
                  <c:v>31.619046903382134</c:v>
                </c:pt>
                <c:pt idx="31">
                  <c:v>31.661453305626196</c:v>
                </c:pt>
                <c:pt idx="32">
                  <c:v>31.754029606708492</c:v>
                </c:pt>
                <c:pt idx="33">
                  <c:v>31.875313138323897</c:v>
                </c:pt>
                <c:pt idx="34">
                  <c:v>31.748187334809362</c:v>
                </c:pt>
                <c:pt idx="35">
                  <c:v>31.942761738141972</c:v>
                </c:pt>
                <c:pt idx="36">
                  <c:v>31.864236212266018</c:v>
                </c:pt>
                <c:pt idx="37">
                  <c:v>31.830109657489039</c:v>
                </c:pt>
                <c:pt idx="38">
                  <c:v>32.093116574109089</c:v>
                </c:pt>
                <c:pt idx="39">
                  <c:v>31.941467308656463</c:v>
                </c:pt>
                <c:pt idx="40">
                  <c:v>32.085902268561703</c:v>
                </c:pt>
                <c:pt idx="41">
                  <c:v>32.248750977271534</c:v>
                </c:pt>
                <c:pt idx="42">
                  <c:v>32.070211521647096</c:v>
                </c:pt>
                <c:pt idx="43">
                  <c:v>32.389968941567041</c:v>
                </c:pt>
                <c:pt idx="44">
                  <c:v>32.374326535785826</c:v>
                </c:pt>
                <c:pt idx="45">
                  <c:v>32.289033797743159</c:v>
                </c:pt>
                <c:pt idx="46">
                  <c:v>32.574527141552892</c:v>
                </c:pt>
                <c:pt idx="47">
                  <c:v>32.480575875551146</c:v>
                </c:pt>
                <c:pt idx="48">
                  <c:v>32.685202998914001</c:v>
                </c:pt>
                <c:pt idx="49">
                  <c:v>32.788310860564707</c:v>
                </c:pt>
                <c:pt idx="50">
                  <c:v>32.49891519987699</c:v>
                </c:pt>
                <c:pt idx="51">
                  <c:v>32.897343864628937</c:v>
                </c:pt>
                <c:pt idx="52">
                  <c:v>32.783174627562431</c:v>
                </c:pt>
                <c:pt idx="53">
                  <c:v>32.861572966078178</c:v>
                </c:pt>
                <c:pt idx="54">
                  <c:v>33.185053497872879</c:v>
                </c:pt>
                <c:pt idx="55">
                  <c:v>32.958900907445795</c:v>
                </c:pt>
                <c:pt idx="56">
                  <c:v>32.999110942963242</c:v>
                </c:pt>
                <c:pt idx="57">
                  <c:v>33.234014868376299</c:v>
                </c:pt>
                <c:pt idx="58">
                  <c:v>33.057300004862689</c:v>
                </c:pt>
                <c:pt idx="59">
                  <c:v>33.273962182502814</c:v>
                </c:pt>
                <c:pt idx="60">
                  <c:v>33.389447113191601</c:v>
                </c:pt>
                <c:pt idx="61">
                  <c:v>33.343358338774095</c:v>
                </c:pt>
                <c:pt idx="62">
                  <c:v>33.578533928439349</c:v>
                </c:pt>
                <c:pt idx="63">
                  <c:v>33.458983225241681</c:v>
                </c:pt>
                <c:pt idx="64">
                  <c:v>33.820668107502392</c:v>
                </c:pt>
                <c:pt idx="65">
                  <c:v>33.729625059983938</c:v>
                </c:pt>
                <c:pt idx="66">
                  <c:v>33.716534102204115</c:v>
                </c:pt>
                <c:pt idx="67">
                  <c:v>34.385397276364664</c:v>
                </c:pt>
                <c:pt idx="68">
                  <c:v>34.236096157867344</c:v>
                </c:pt>
                <c:pt idx="69">
                  <c:v>34.373771606403068</c:v>
                </c:pt>
                <c:pt idx="70">
                  <c:v>34.873067797011217</c:v>
                </c:pt>
                <c:pt idx="71">
                  <c:v>34.458624455036635</c:v>
                </c:pt>
                <c:pt idx="72">
                  <c:v>34.74489995142909</c:v>
                </c:pt>
                <c:pt idx="73">
                  <c:v>34.901110225174421</c:v>
                </c:pt>
                <c:pt idx="74">
                  <c:v>35.041274173904746</c:v>
                </c:pt>
                <c:pt idx="75">
                  <c:v>35.70851133715712</c:v>
                </c:pt>
                <c:pt idx="76">
                  <c:v>35.101942743454963</c:v>
                </c:pt>
                <c:pt idx="77">
                  <c:v>35.621593532174963</c:v>
                </c:pt>
                <c:pt idx="78">
                  <c:v>35.654017962357891</c:v>
                </c:pt>
                <c:pt idx="79">
                  <c:v>35.609265847604085</c:v>
                </c:pt>
                <c:pt idx="80">
                  <c:v>36.074239386360745</c:v>
                </c:pt>
                <c:pt idx="81">
                  <c:v>35.899887475206086</c:v>
                </c:pt>
                <c:pt idx="82">
                  <c:v>36.001498749024137</c:v>
                </c:pt>
                <c:pt idx="83">
                  <c:v>36.503246774095665</c:v>
                </c:pt>
                <c:pt idx="84">
                  <c:v>35.937955844498312</c:v>
                </c:pt>
                <c:pt idx="85">
                  <c:v>36.052491391098719</c:v>
                </c:pt>
                <c:pt idx="86">
                  <c:v>36.15632014673249</c:v>
                </c:pt>
                <c:pt idx="87">
                  <c:v>35.450725561038794</c:v>
                </c:pt>
                <c:pt idx="88">
                  <c:v>35.575308213539884</c:v>
                </c:pt>
                <c:pt idx="89">
                  <c:v>35.278430259562207</c:v>
                </c:pt>
                <c:pt idx="90">
                  <c:v>35.114152133844328</c:v>
                </c:pt>
                <c:pt idx="91">
                  <c:v>35.032122471988203</c:v>
                </c:pt>
                <c:pt idx="92">
                  <c:v>34.610086317863207</c:v>
                </c:pt>
                <c:pt idx="93">
                  <c:v>34.628634532523421</c:v>
                </c:pt>
                <c:pt idx="94">
                  <c:v>34.443014392603658</c:v>
                </c:pt>
                <c:pt idx="95">
                  <c:v>34.347122476024914</c:v>
                </c:pt>
                <c:pt idx="96">
                  <c:v>34.476656592078029</c:v>
                </c:pt>
                <c:pt idx="97">
                  <c:v>34.182986094658084</c:v>
                </c:pt>
                <c:pt idx="98">
                  <c:v>34.010505675953311</c:v>
                </c:pt>
                <c:pt idx="99">
                  <c:v>34.055072474748684</c:v>
                </c:pt>
                <c:pt idx="100">
                  <c:v>33.604199145348147</c:v>
                </c:pt>
                <c:pt idx="101">
                  <c:v>33.510143570806257</c:v>
                </c:pt>
                <c:pt idx="102">
                  <c:v>33.271409914739138</c:v>
                </c:pt>
                <c:pt idx="103">
                  <c:v>33.458927456565178</c:v>
                </c:pt>
                <c:pt idx="104">
                  <c:v>33.301775810044688</c:v>
                </c:pt>
                <c:pt idx="105">
                  <c:v>32.825593549812268</c:v>
                </c:pt>
                <c:pt idx="106">
                  <c:v>32.868330837923125</c:v>
                </c:pt>
                <c:pt idx="107">
                  <c:v>32.67546678164868</c:v>
                </c:pt>
                <c:pt idx="108">
                  <c:v>32.370854122121855</c:v>
                </c:pt>
                <c:pt idx="109">
                  <c:v>32.430832576036529</c:v>
                </c:pt>
                <c:pt idx="110">
                  <c:v>32.192030705810978</c:v>
                </c:pt>
                <c:pt idx="111">
                  <c:v>32.113307741431328</c:v>
                </c:pt>
                <c:pt idx="112">
                  <c:v>32.083061022172778</c:v>
                </c:pt>
                <c:pt idx="113">
                  <c:v>31.979371054777573</c:v>
                </c:pt>
                <c:pt idx="114">
                  <c:v>32.007592961198114</c:v>
                </c:pt>
                <c:pt idx="115">
                  <c:v>31.795501181855009</c:v>
                </c:pt>
                <c:pt idx="116">
                  <c:v>31.817158854218256</c:v>
                </c:pt>
                <c:pt idx="117">
                  <c:v>31.923885394997178</c:v>
                </c:pt>
                <c:pt idx="118">
                  <c:v>31.725712433974206</c:v>
                </c:pt>
                <c:pt idx="119">
                  <c:v>31.786835449924357</c:v>
                </c:pt>
                <c:pt idx="120">
                  <c:v>31.836656229395327</c:v>
                </c:pt>
                <c:pt idx="121">
                  <c:v>31.752396540876422</c:v>
                </c:pt>
                <c:pt idx="122">
                  <c:v>31.724985081258005</c:v>
                </c:pt>
                <c:pt idx="123">
                  <c:v>31.633571724759349</c:v>
                </c:pt>
                <c:pt idx="124">
                  <c:v>31.666506618431523</c:v>
                </c:pt>
                <c:pt idx="125">
                  <c:v>31.723108521186731</c:v>
                </c:pt>
                <c:pt idx="126">
                  <c:v>31.629505331218432</c:v>
                </c:pt>
                <c:pt idx="127">
                  <c:v>31.676167641138381</c:v>
                </c:pt>
                <c:pt idx="128">
                  <c:v>31.672824749915062</c:v>
                </c:pt>
                <c:pt idx="129">
                  <c:v>31.676019313847792</c:v>
                </c:pt>
                <c:pt idx="130">
                  <c:v>31.70301075708214</c:v>
                </c:pt>
                <c:pt idx="131">
                  <c:v>31.630146186593176</c:v>
                </c:pt>
                <c:pt idx="132">
                  <c:v>31.683944353294194</c:v>
                </c:pt>
                <c:pt idx="133">
                  <c:v>31.638911383014115</c:v>
                </c:pt>
                <c:pt idx="134">
                  <c:v>31.680518094730861</c:v>
                </c:pt>
                <c:pt idx="135">
                  <c:v>31.797225315824289</c:v>
                </c:pt>
                <c:pt idx="136">
                  <c:v>31.791725853606977</c:v>
                </c:pt>
                <c:pt idx="137">
                  <c:v>31.728850980817626</c:v>
                </c:pt>
                <c:pt idx="138">
                  <c:v>31.755625808079124</c:v>
                </c:pt>
                <c:pt idx="139">
                  <c:v>31.674776231290718</c:v>
                </c:pt>
                <c:pt idx="140">
                  <c:v>31.602363995692777</c:v>
                </c:pt>
                <c:pt idx="141">
                  <c:v>31.537133921024225</c:v>
                </c:pt>
                <c:pt idx="142">
                  <c:v>31.536434788003579</c:v>
                </c:pt>
                <c:pt idx="143">
                  <c:v>31.551176970592085</c:v>
                </c:pt>
                <c:pt idx="144">
                  <c:v>31.747144696551022</c:v>
                </c:pt>
                <c:pt idx="145">
                  <c:v>31.988869044155319</c:v>
                </c:pt>
                <c:pt idx="146">
                  <c:v>31.715885372143205</c:v>
                </c:pt>
                <c:pt idx="147">
                  <c:v>31.66760857766959</c:v>
                </c:pt>
                <c:pt idx="148">
                  <c:v>31.875504192618305</c:v>
                </c:pt>
                <c:pt idx="149">
                  <c:v>31.609069402751636</c:v>
                </c:pt>
                <c:pt idx="150">
                  <c:v>31.618829989313902</c:v>
                </c:pt>
                <c:pt idx="151">
                  <c:v>31.729703533591533</c:v>
                </c:pt>
                <c:pt idx="152">
                  <c:v>31.886752771929899</c:v>
                </c:pt>
                <c:pt idx="153">
                  <c:v>31.857176108972244</c:v>
                </c:pt>
                <c:pt idx="154">
                  <c:v>31.729661427619746</c:v>
                </c:pt>
                <c:pt idx="155">
                  <c:v>31.960979961221518</c:v>
                </c:pt>
                <c:pt idx="156">
                  <c:v>32.064296489635069</c:v>
                </c:pt>
                <c:pt idx="157">
                  <c:v>31.873073597450393</c:v>
                </c:pt>
                <c:pt idx="158">
                  <c:v>31.961969439137903</c:v>
                </c:pt>
                <c:pt idx="159">
                  <c:v>32.021283289412914</c:v>
                </c:pt>
                <c:pt idx="160">
                  <c:v>32.034584553480144</c:v>
                </c:pt>
                <c:pt idx="161">
                  <c:v>32.144540684398414</c:v>
                </c:pt>
                <c:pt idx="162">
                  <c:v>31.918850489581288</c:v>
                </c:pt>
                <c:pt idx="163">
                  <c:v>32.107149041291123</c:v>
                </c:pt>
                <c:pt idx="164">
                  <c:v>32.218363457630616</c:v>
                </c:pt>
                <c:pt idx="165">
                  <c:v>31.905226239174716</c:v>
                </c:pt>
                <c:pt idx="166">
                  <c:v>31.943131922915768</c:v>
                </c:pt>
                <c:pt idx="167">
                  <c:v>32.054200968077154</c:v>
                </c:pt>
                <c:pt idx="168">
                  <c:v>31.873356465120452</c:v>
                </c:pt>
                <c:pt idx="169">
                  <c:v>32.008032254416456</c:v>
                </c:pt>
                <c:pt idx="170">
                  <c:v>32.124341170405664</c:v>
                </c:pt>
                <c:pt idx="171">
                  <c:v>32.405991021491502</c:v>
                </c:pt>
                <c:pt idx="172">
                  <c:v>32.509019142629263</c:v>
                </c:pt>
                <c:pt idx="173">
                  <c:v>32.4170964653403</c:v>
                </c:pt>
                <c:pt idx="174">
                  <c:v>32.616715139251845</c:v>
                </c:pt>
                <c:pt idx="175">
                  <c:v>32.391601411208356</c:v>
                </c:pt>
                <c:pt idx="176">
                  <c:v>32.323368721187613</c:v>
                </c:pt>
                <c:pt idx="177">
                  <c:v>32.510931374780476</c:v>
                </c:pt>
                <c:pt idx="178">
                  <c:v>32.227475562544797</c:v>
                </c:pt>
                <c:pt idx="179">
                  <c:v>32.462200978510495</c:v>
                </c:pt>
                <c:pt idx="180">
                  <c:v>32.523433842606515</c:v>
                </c:pt>
                <c:pt idx="181">
                  <c:v>32.152560865952161</c:v>
                </c:pt>
                <c:pt idx="182">
                  <c:v>32.345663671781097</c:v>
                </c:pt>
                <c:pt idx="183">
                  <c:v>32.330721293306667</c:v>
                </c:pt>
                <c:pt idx="184">
                  <c:v>32.241272807634274</c:v>
                </c:pt>
                <c:pt idx="185">
                  <c:v>32.243977576023795</c:v>
                </c:pt>
                <c:pt idx="186">
                  <c:v>32.293393840070223</c:v>
                </c:pt>
                <c:pt idx="187">
                  <c:v>32.426945784959344</c:v>
                </c:pt>
                <c:pt idx="188">
                  <c:v>32.276156698553969</c:v>
                </c:pt>
                <c:pt idx="189">
                  <c:v>32.14064845308063</c:v>
                </c:pt>
                <c:pt idx="190">
                  <c:v>32.210125616770206</c:v>
                </c:pt>
                <c:pt idx="191">
                  <c:v>31.934711622844265</c:v>
                </c:pt>
                <c:pt idx="192">
                  <c:v>31.928531261106773</c:v>
                </c:pt>
                <c:pt idx="193">
                  <c:v>32.1203932697765</c:v>
                </c:pt>
                <c:pt idx="194">
                  <c:v>31.941962296027466</c:v>
                </c:pt>
                <c:pt idx="195">
                  <c:v>31.992832644474255</c:v>
                </c:pt>
                <c:pt idx="196">
                  <c:v>32.079121691785659</c:v>
                </c:pt>
                <c:pt idx="197">
                  <c:v>31.922609869726735</c:v>
                </c:pt>
                <c:pt idx="198">
                  <c:v>32.116587933260675</c:v>
                </c:pt>
                <c:pt idx="199">
                  <c:v>32.198362251586417</c:v>
                </c:pt>
                <c:pt idx="200">
                  <c:v>32.198939264868244</c:v>
                </c:pt>
                <c:pt idx="201">
                  <c:v>32.324003838226375</c:v>
                </c:pt>
                <c:pt idx="202">
                  <c:v>32.321045167100777</c:v>
                </c:pt>
                <c:pt idx="203">
                  <c:v>32.68206325968908</c:v>
                </c:pt>
                <c:pt idx="204">
                  <c:v>32.659214497570495</c:v>
                </c:pt>
                <c:pt idx="205">
                  <c:v>32.692253501052555</c:v>
                </c:pt>
                <c:pt idx="206">
                  <c:v>33.000023661320434</c:v>
                </c:pt>
                <c:pt idx="207">
                  <c:v>33.128332853793104</c:v>
                </c:pt>
                <c:pt idx="208">
                  <c:v>32.911143593846546</c:v>
                </c:pt>
                <c:pt idx="209">
                  <c:v>32.897616621897505</c:v>
                </c:pt>
                <c:pt idx="210">
                  <c:v>32.77100990179683</c:v>
                </c:pt>
                <c:pt idx="211">
                  <c:v>32.651920054049668</c:v>
                </c:pt>
                <c:pt idx="212">
                  <c:v>32.455990409774948</c:v>
                </c:pt>
                <c:pt idx="213">
                  <c:v>32.100029703962107</c:v>
                </c:pt>
                <c:pt idx="214">
                  <c:v>32.390507748958235</c:v>
                </c:pt>
                <c:pt idx="215">
                  <c:v>32.400825823555245</c:v>
                </c:pt>
                <c:pt idx="216">
                  <c:v>32.124076436870951</c:v>
                </c:pt>
                <c:pt idx="217">
                  <c:v>32.30958953570962</c:v>
                </c:pt>
                <c:pt idx="218">
                  <c:v>32.455844889549148</c:v>
                </c:pt>
                <c:pt idx="219">
                  <c:v>32.225559852614197</c:v>
                </c:pt>
                <c:pt idx="220">
                  <c:v>32.394563212335392</c:v>
                </c:pt>
                <c:pt idx="221">
                  <c:v>32.693061488567828</c:v>
                </c:pt>
                <c:pt idx="222">
                  <c:v>32.975273547531842</c:v>
                </c:pt>
                <c:pt idx="223">
                  <c:v>32.81303161195882</c:v>
                </c:pt>
                <c:pt idx="224">
                  <c:v>32.884085774708588</c:v>
                </c:pt>
                <c:pt idx="225">
                  <c:v>33.030700457681981</c:v>
                </c:pt>
                <c:pt idx="226">
                  <c:v>32.867012461442457</c:v>
                </c:pt>
                <c:pt idx="227">
                  <c:v>32.847007876983994</c:v>
                </c:pt>
                <c:pt idx="228">
                  <c:v>32.807145967182564</c:v>
                </c:pt>
                <c:pt idx="229">
                  <c:v>32.836109211960661</c:v>
                </c:pt>
                <c:pt idx="230">
                  <c:v>32.676867407611709</c:v>
                </c:pt>
                <c:pt idx="231">
                  <c:v>32.616682100347731</c:v>
                </c:pt>
                <c:pt idx="232">
                  <c:v>32.447975519414115</c:v>
                </c:pt>
                <c:pt idx="233">
                  <c:v>32.58196134212227</c:v>
                </c:pt>
                <c:pt idx="234">
                  <c:v>32.727743295664226</c:v>
                </c:pt>
                <c:pt idx="235">
                  <c:v>32.578465130510814</c:v>
                </c:pt>
                <c:pt idx="236">
                  <c:v>32.343438489168179</c:v>
                </c:pt>
                <c:pt idx="237">
                  <c:v>32.359104394801498</c:v>
                </c:pt>
                <c:pt idx="238">
                  <c:v>32.063233282795821</c:v>
                </c:pt>
                <c:pt idx="239">
                  <c:v>31.706960893426618</c:v>
                </c:pt>
                <c:pt idx="240">
                  <c:v>31.616248955346496</c:v>
                </c:pt>
                <c:pt idx="241">
                  <c:v>31.461304469089342</c:v>
                </c:pt>
                <c:pt idx="242">
                  <c:v>31.433613097913341</c:v>
                </c:pt>
                <c:pt idx="243">
                  <c:v>31.360069031436581</c:v>
                </c:pt>
                <c:pt idx="244">
                  <c:v>31.337928258255431</c:v>
                </c:pt>
                <c:pt idx="245">
                  <c:v>31.364854971321051</c:v>
                </c:pt>
                <c:pt idx="246">
                  <c:v>31.264359046191682</c:v>
                </c:pt>
                <c:pt idx="247">
                  <c:v>31.14979083641153</c:v>
                </c:pt>
                <c:pt idx="248">
                  <c:v>31.332404662733346</c:v>
                </c:pt>
                <c:pt idx="249">
                  <c:v>31.339750900325662</c:v>
                </c:pt>
                <c:pt idx="250">
                  <c:v>31.281993008545591</c:v>
                </c:pt>
                <c:pt idx="251">
                  <c:v>31.37852334605352</c:v>
                </c:pt>
                <c:pt idx="252">
                  <c:v>31.484815748179958</c:v>
                </c:pt>
                <c:pt idx="253">
                  <c:v>31.642051296128013</c:v>
                </c:pt>
                <c:pt idx="254">
                  <c:v>31.515612055945795</c:v>
                </c:pt>
                <c:pt idx="255">
                  <c:v>31.465153426895121</c:v>
                </c:pt>
                <c:pt idx="256">
                  <c:v>31.480809073079264</c:v>
                </c:pt>
                <c:pt idx="257">
                  <c:v>31.312457411952103</c:v>
                </c:pt>
                <c:pt idx="258">
                  <c:v>31.152386492578138</c:v>
                </c:pt>
                <c:pt idx="259">
                  <c:v>31</c:v>
                </c:pt>
                <c:pt idx="260">
                  <c:v>30.950224394399065</c:v>
                </c:pt>
                <c:pt idx="261">
                  <c:v>30.872079623262099</c:v>
                </c:pt>
                <c:pt idx="262">
                  <c:v>30.862969033666083</c:v>
                </c:pt>
                <c:pt idx="263">
                  <c:v>30.752087130297305</c:v>
                </c:pt>
                <c:pt idx="264">
                  <c:v>30.983680644462329</c:v>
                </c:pt>
                <c:pt idx="265">
                  <c:v>31.027229658701291</c:v>
                </c:pt>
                <c:pt idx="266">
                  <c:v>31.050162756969858</c:v>
                </c:pt>
                <c:pt idx="267">
                  <c:v>31.056629103958215</c:v>
                </c:pt>
                <c:pt idx="268">
                  <c:v>30.904729612279148</c:v>
                </c:pt>
                <c:pt idx="269">
                  <c:v>30.763667222718045</c:v>
                </c:pt>
                <c:pt idx="270">
                  <c:v>30.9275757660632</c:v>
                </c:pt>
                <c:pt idx="271">
                  <c:v>31.0761610457782</c:v>
                </c:pt>
                <c:pt idx="272">
                  <c:v>31.074325473821045</c:v>
                </c:pt>
                <c:pt idx="273">
                  <c:v>30.995234647327401</c:v>
                </c:pt>
                <c:pt idx="274">
                  <c:v>31.112299371720525</c:v>
                </c:pt>
                <c:pt idx="275">
                  <c:v>31.17740148894914</c:v>
                </c:pt>
                <c:pt idx="276">
                  <c:v>31.02231057575942</c:v>
                </c:pt>
                <c:pt idx="277">
                  <c:v>30.987691679207892</c:v>
                </c:pt>
                <c:pt idx="278">
                  <c:v>31.304905948114392</c:v>
                </c:pt>
                <c:pt idx="279">
                  <c:v>31.432005146616657</c:v>
                </c:pt>
                <c:pt idx="280">
                  <c:v>31.572360969403679</c:v>
                </c:pt>
                <c:pt idx="281">
                  <c:v>31.725001625551343</c:v>
                </c:pt>
                <c:pt idx="282">
                  <c:v>31.873256379598132</c:v>
                </c:pt>
                <c:pt idx="283">
                  <c:v>31.87913606246688</c:v>
                </c:pt>
                <c:pt idx="284">
                  <c:v>31.754746476403987</c:v>
                </c:pt>
                <c:pt idx="285">
                  <c:v>31.53231202959541</c:v>
                </c:pt>
                <c:pt idx="286">
                  <c:v>31.657936947735624</c:v>
                </c:pt>
                <c:pt idx="287">
                  <c:v>32.137695843227668</c:v>
                </c:pt>
                <c:pt idx="288">
                  <c:v>32.391708924273779</c:v>
                </c:pt>
                <c:pt idx="289">
                  <c:v>32.711448309423503</c:v>
                </c:pt>
                <c:pt idx="290">
                  <c:v>32.634286520207858</c:v>
                </c:pt>
                <c:pt idx="291">
                  <c:v>32.684882645750477</c:v>
                </c:pt>
                <c:pt idx="292">
                  <c:v>32.492456317693659</c:v>
                </c:pt>
                <c:pt idx="293">
                  <c:v>32.67748282551441</c:v>
                </c:pt>
                <c:pt idx="294">
                  <c:v>33.052046918473216</c:v>
                </c:pt>
                <c:pt idx="295">
                  <c:v>33.235227023538172</c:v>
                </c:pt>
                <c:pt idx="296">
                  <c:v>33.145688811157761</c:v>
                </c:pt>
                <c:pt idx="297">
                  <c:v>33.559120765205861</c:v>
                </c:pt>
                <c:pt idx="298">
                  <c:v>33.416156011692543</c:v>
                </c:pt>
                <c:pt idx="299">
                  <c:v>33.427433357207882</c:v>
                </c:pt>
                <c:pt idx="300">
                  <c:v>33.730626958540959</c:v>
                </c:pt>
                <c:pt idx="301">
                  <c:v>33.70958202122204</c:v>
                </c:pt>
                <c:pt idx="302">
                  <c:v>33.526375385668658</c:v>
                </c:pt>
                <c:pt idx="303">
                  <c:v>33.196775999148947</c:v>
                </c:pt>
                <c:pt idx="304">
                  <c:v>33.406995441438575</c:v>
                </c:pt>
                <c:pt idx="305">
                  <c:v>33.448040293055087</c:v>
                </c:pt>
                <c:pt idx="306">
                  <c:v>33.823988343477168</c:v>
                </c:pt>
                <c:pt idx="307">
                  <c:v>33.816476638110167</c:v>
                </c:pt>
                <c:pt idx="308">
                  <c:v>33.722626575488405</c:v>
                </c:pt>
                <c:pt idx="309">
                  <c:v>33.714471282205714</c:v>
                </c:pt>
                <c:pt idx="310">
                  <c:v>33.490254970290145</c:v>
                </c:pt>
                <c:pt idx="311">
                  <c:v>33.039946531626157</c:v>
                </c:pt>
                <c:pt idx="312">
                  <c:v>33.205572495584313</c:v>
                </c:pt>
                <c:pt idx="313">
                  <c:v>33.620833264761053</c:v>
                </c:pt>
                <c:pt idx="314">
                  <c:v>33.716094610255517</c:v>
                </c:pt>
                <c:pt idx="315">
                  <c:v>33.684660254179718</c:v>
                </c:pt>
                <c:pt idx="316">
                  <c:v>33.545643177724038</c:v>
                </c:pt>
                <c:pt idx="317">
                  <c:v>33.795030464415838</c:v>
                </c:pt>
                <c:pt idx="318">
                  <c:v>33.790402334981081</c:v>
                </c:pt>
                <c:pt idx="319">
                  <c:v>33.794878435774329</c:v>
                </c:pt>
                <c:pt idx="320">
                  <c:v>33.813973729972425</c:v>
                </c:pt>
                <c:pt idx="321">
                  <c:v>34.128951339594046</c:v>
                </c:pt>
                <c:pt idx="322">
                  <c:v>34.361542839814291</c:v>
                </c:pt>
                <c:pt idx="323">
                  <c:v>34.550733640665534</c:v>
                </c:pt>
                <c:pt idx="324">
                  <c:v>34.760042799043539</c:v>
                </c:pt>
                <c:pt idx="325">
                  <c:v>34.822359736655102</c:v>
                </c:pt>
                <c:pt idx="326">
                  <c:v>34.919358381997924</c:v>
                </c:pt>
                <c:pt idx="327">
                  <c:v>35.083828232724805</c:v>
                </c:pt>
                <c:pt idx="328">
                  <c:v>35.258217604531652</c:v>
                </c:pt>
                <c:pt idx="329">
                  <c:v>35.293377159149834</c:v>
                </c:pt>
                <c:pt idx="330">
                  <c:v>35.366175726354413</c:v>
                </c:pt>
                <c:pt idx="331">
                  <c:v>35.533016428967699</c:v>
                </c:pt>
                <c:pt idx="332">
                  <c:v>35.398368933891085</c:v>
                </c:pt>
                <c:pt idx="333">
                  <c:v>35.318193102333858</c:v>
                </c:pt>
                <c:pt idx="334">
                  <c:v>35.169376140408886</c:v>
                </c:pt>
                <c:pt idx="335">
                  <c:v>35.162219864094602</c:v>
                </c:pt>
                <c:pt idx="336">
                  <c:v>35.105879540031388</c:v>
                </c:pt>
                <c:pt idx="337">
                  <c:v>35.191094475181053</c:v>
                </c:pt>
                <c:pt idx="338">
                  <c:v>35.139821474405814</c:v>
                </c:pt>
                <c:pt idx="339">
                  <c:v>34.708722798564104</c:v>
                </c:pt>
                <c:pt idx="340">
                  <c:v>34.566117448708511</c:v>
                </c:pt>
                <c:pt idx="341">
                  <c:v>34.757690925896043</c:v>
                </c:pt>
                <c:pt idx="342">
                  <c:v>34.717856738964528</c:v>
                </c:pt>
                <c:pt idx="343">
                  <c:v>34.586058638217111</c:v>
                </c:pt>
                <c:pt idx="344">
                  <c:v>34.94955782829819</c:v>
                </c:pt>
                <c:pt idx="345">
                  <c:v>35.145552159269386</c:v>
                </c:pt>
                <c:pt idx="346">
                  <c:v>35.297871543126121</c:v>
                </c:pt>
                <c:pt idx="347">
                  <c:v>35.381833583412586</c:v>
                </c:pt>
                <c:pt idx="348">
                  <c:v>35.799214406899821</c:v>
                </c:pt>
                <c:pt idx="349">
                  <c:v>35.827546385037756</c:v>
                </c:pt>
                <c:pt idx="350">
                  <c:v>35.563580545277311</c:v>
                </c:pt>
                <c:pt idx="351">
                  <c:v>36.058156345931991</c:v>
                </c:pt>
                <c:pt idx="352">
                  <c:v>36.271552690003347</c:v>
                </c:pt>
                <c:pt idx="353">
                  <c:v>36.111577024522511</c:v>
                </c:pt>
                <c:pt idx="354">
                  <c:v>35.976185880849172</c:v>
                </c:pt>
                <c:pt idx="355">
                  <c:v>35.632121614963999</c:v>
                </c:pt>
                <c:pt idx="356">
                  <c:v>35.475492765628914</c:v>
                </c:pt>
                <c:pt idx="357">
                  <c:v>36.075159706150004</c:v>
                </c:pt>
                <c:pt idx="358">
                  <c:v>35.824913805411668</c:v>
                </c:pt>
                <c:pt idx="359">
                  <c:v>35.928734462787737</c:v>
                </c:pt>
                <c:pt idx="360">
                  <c:v>36.525368382228308</c:v>
                </c:pt>
                <c:pt idx="361">
                  <c:v>36.793867258998716</c:v>
                </c:pt>
                <c:pt idx="362">
                  <c:v>36.729538674428255</c:v>
                </c:pt>
                <c:pt idx="363">
                  <c:v>36.487107443323545</c:v>
                </c:pt>
                <c:pt idx="364">
                  <c:v>36.676146414263556</c:v>
                </c:pt>
                <c:pt idx="365">
                  <c:v>36.468002709438565</c:v>
                </c:pt>
                <c:pt idx="366">
                  <c:v>36.154232485452795</c:v>
                </c:pt>
                <c:pt idx="367">
                  <c:v>35.846551952527825</c:v>
                </c:pt>
                <c:pt idx="368">
                  <c:v>35.714711919697585</c:v>
                </c:pt>
                <c:pt idx="369">
                  <c:v>35.535439348179693</c:v>
                </c:pt>
                <c:pt idx="370">
                  <c:v>35.516888078041873</c:v>
                </c:pt>
                <c:pt idx="371">
                  <c:v>35.618392335620129</c:v>
                </c:pt>
                <c:pt idx="372">
                  <c:v>35.323783284910441</c:v>
                </c:pt>
                <c:pt idx="373">
                  <c:v>34.721684482316086</c:v>
                </c:pt>
                <c:pt idx="374">
                  <c:v>34.333569967238702</c:v>
                </c:pt>
                <c:pt idx="375">
                  <c:v>34.201502785732345</c:v>
                </c:pt>
                <c:pt idx="376">
                  <c:v>33.959229743906889</c:v>
                </c:pt>
                <c:pt idx="377">
                  <c:v>33.825078676995595</c:v>
                </c:pt>
                <c:pt idx="378">
                  <c:v>33.718152561362778</c:v>
                </c:pt>
                <c:pt idx="379">
                  <c:v>33.286175398449501</c:v>
                </c:pt>
                <c:pt idx="380">
                  <c:v>32.921417252232601</c:v>
                </c:pt>
                <c:pt idx="381">
                  <c:v>32.484376790318905</c:v>
                </c:pt>
                <c:pt idx="382">
                  <c:v>32.107842684388601</c:v>
                </c:pt>
                <c:pt idx="383">
                  <c:v>31.68697330040456</c:v>
                </c:pt>
                <c:pt idx="384">
                  <c:v>31.45337689583225</c:v>
                </c:pt>
                <c:pt idx="385">
                  <c:v>31.142781114341375</c:v>
                </c:pt>
                <c:pt idx="386">
                  <c:v>30.837006317572552</c:v>
                </c:pt>
                <c:pt idx="387">
                  <c:v>30.69335565902087</c:v>
                </c:pt>
                <c:pt idx="388">
                  <c:v>30.525037760300144</c:v>
                </c:pt>
                <c:pt idx="389">
                  <c:v>30.401851650476466</c:v>
                </c:pt>
                <c:pt idx="390">
                  <c:v>30.403578864764626</c:v>
                </c:pt>
                <c:pt idx="391">
                  <c:v>30.441912951927339</c:v>
                </c:pt>
                <c:pt idx="392">
                  <c:v>30.96032027615556</c:v>
                </c:pt>
                <c:pt idx="393">
                  <c:v>31.567755172280808</c:v>
                </c:pt>
                <c:pt idx="394">
                  <c:v>31.961157402493779</c:v>
                </c:pt>
                <c:pt idx="395">
                  <c:v>32.253032868927654</c:v>
                </c:pt>
                <c:pt idx="396">
                  <c:v>32.267199255457122</c:v>
                </c:pt>
                <c:pt idx="397">
                  <c:v>31.946203547347391</c:v>
                </c:pt>
                <c:pt idx="398">
                  <c:v>31.709002051827735</c:v>
                </c:pt>
                <c:pt idx="399">
                  <c:v>31.472936697149194</c:v>
                </c:pt>
                <c:pt idx="400">
                  <c:v>31.176995098007861</c:v>
                </c:pt>
                <c:pt idx="401">
                  <c:v>31.126850586959115</c:v>
                </c:pt>
                <c:pt idx="402">
                  <c:v>31.07354794171664</c:v>
                </c:pt>
                <c:pt idx="403">
                  <c:v>30.978533220462836</c:v>
                </c:pt>
                <c:pt idx="404">
                  <c:v>30.967780721538617</c:v>
                </c:pt>
                <c:pt idx="405">
                  <c:v>30.918806185156104</c:v>
                </c:pt>
                <c:pt idx="406">
                  <c:v>30.920478698942862</c:v>
                </c:pt>
                <c:pt idx="407">
                  <c:v>30.855252126894982</c:v>
                </c:pt>
                <c:pt idx="408">
                  <c:v>30.691730952279961</c:v>
                </c:pt>
                <c:pt idx="409">
                  <c:v>30.652303628274073</c:v>
                </c:pt>
                <c:pt idx="410">
                  <c:v>30.506906876060452</c:v>
                </c:pt>
                <c:pt idx="411">
                  <c:v>30.427287892874958</c:v>
                </c:pt>
                <c:pt idx="412">
                  <c:v>30.311517781171787</c:v>
                </c:pt>
                <c:pt idx="413">
                  <c:v>30.22318556952581</c:v>
                </c:pt>
                <c:pt idx="414">
                  <c:v>30.225702925973788</c:v>
                </c:pt>
                <c:pt idx="415">
                  <c:v>30.234056654516589</c:v>
                </c:pt>
                <c:pt idx="416">
                  <c:v>30.249299913695179</c:v>
                </c:pt>
                <c:pt idx="417">
                  <c:v>30.223100988068175</c:v>
                </c:pt>
                <c:pt idx="418">
                  <c:v>30.173924010768943</c:v>
                </c:pt>
                <c:pt idx="419">
                  <c:v>30.120294857935509</c:v>
                </c:pt>
                <c:pt idx="420">
                  <c:v>30.157474090233098</c:v>
                </c:pt>
                <c:pt idx="421">
                  <c:v>30.183723309362946</c:v>
                </c:pt>
                <c:pt idx="422">
                  <c:v>30.187953829249356</c:v>
                </c:pt>
                <c:pt idx="423">
                  <c:v>30.216975590770694</c:v>
                </c:pt>
                <c:pt idx="424">
                  <c:v>30.206383290164361</c:v>
                </c:pt>
                <c:pt idx="425">
                  <c:v>30.05649850480328</c:v>
                </c:pt>
                <c:pt idx="426">
                  <c:v>30.033931583323028</c:v>
                </c:pt>
                <c:pt idx="427">
                  <c:v>30.054144693259548</c:v>
                </c:pt>
                <c:pt idx="428">
                  <c:v>30.161829272208216</c:v>
                </c:pt>
                <c:pt idx="429">
                  <c:v>29.970692587032516</c:v>
                </c:pt>
                <c:pt idx="430">
                  <c:v>29.979664130661661</c:v>
                </c:pt>
                <c:pt idx="431">
                  <c:v>29.970455522027414</c:v>
                </c:pt>
                <c:pt idx="432">
                  <c:v>29.864343582494076</c:v>
                </c:pt>
                <c:pt idx="433">
                  <c:v>29.876343408729312</c:v>
                </c:pt>
                <c:pt idx="434">
                  <c:v>29.901849560703678</c:v>
                </c:pt>
                <c:pt idx="435">
                  <c:v>29.993015327256867</c:v>
                </c:pt>
                <c:pt idx="436">
                  <c:v>30.798158242563812</c:v>
                </c:pt>
                <c:pt idx="437">
                  <c:v>30.382075239396983</c:v>
                </c:pt>
                <c:pt idx="438">
                  <c:v>29.99533376714491</c:v>
                </c:pt>
                <c:pt idx="439">
                  <c:v>30.311319802370218</c:v>
                </c:pt>
                <c:pt idx="440">
                  <c:v>30.269173491446434</c:v>
                </c:pt>
                <c:pt idx="441">
                  <c:v>30.076947222648492</c:v>
                </c:pt>
                <c:pt idx="442">
                  <c:v>30.080447376260764</c:v>
                </c:pt>
                <c:pt idx="443">
                  <c:v>30.263134004615139</c:v>
                </c:pt>
                <c:pt idx="444">
                  <c:v>30.401548142030524</c:v>
                </c:pt>
                <c:pt idx="445">
                  <c:v>30.349331205946704</c:v>
                </c:pt>
                <c:pt idx="446">
                  <c:v>30.232119689764691</c:v>
                </c:pt>
                <c:pt idx="447">
                  <c:v>30.045959857483084</c:v>
                </c:pt>
                <c:pt idx="448">
                  <c:v>29.988255560767396</c:v>
                </c:pt>
                <c:pt idx="449">
                  <c:v>30.202199751351195</c:v>
                </c:pt>
                <c:pt idx="450">
                  <c:v>30.235456681183706</c:v>
                </c:pt>
                <c:pt idx="451">
                  <c:v>30.323708438129902</c:v>
                </c:pt>
                <c:pt idx="452">
                  <c:v>30.554012770530093</c:v>
                </c:pt>
                <c:pt idx="453">
                  <c:v>30.528055985292472</c:v>
                </c:pt>
                <c:pt idx="454">
                  <c:v>30.36346311277774</c:v>
                </c:pt>
                <c:pt idx="455">
                  <c:v>30.381746064473436</c:v>
                </c:pt>
                <c:pt idx="456">
                  <c:v>30.426542851613899</c:v>
                </c:pt>
                <c:pt idx="457">
                  <c:v>30.459911220986861</c:v>
                </c:pt>
                <c:pt idx="458">
                  <c:v>30.451277462890388</c:v>
                </c:pt>
                <c:pt idx="459">
                  <c:v>30.435252355434766</c:v>
                </c:pt>
                <c:pt idx="460">
                  <c:v>30.477291572489747</c:v>
                </c:pt>
                <c:pt idx="461">
                  <c:v>30.511503127920985</c:v>
                </c:pt>
                <c:pt idx="462">
                  <c:v>30.547210364478111</c:v>
                </c:pt>
                <c:pt idx="463">
                  <c:v>30.518741579193787</c:v>
                </c:pt>
                <c:pt idx="464">
                  <c:v>30.449667999380708</c:v>
                </c:pt>
                <c:pt idx="465">
                  <c:v>30.463718774587047</c:v>
                </c:pt>
                <c:pt idx="466">
                  <c:v>30.561961986753513</c:v>
                </c:pt>
                <c:pt idx="467">
                  <c:v>30.557141147973987</c:v>
                </c:pt>
                <c:pt idx="468">
                  <c:v>30.517694753724005</c:v>
                </c:pt>
                <c:pt idx="469">
                  <c:v>30.580718659354552</c:v>
                </c:pt>
                <c:pt idx="470">
                  <c:v>30.673893328681388</c:v>
                </c:pt>
                <c:pt idx="471">
                  <c:v>30.77559171466261</c:v>
                </c:pt>
                <c:pt idx="472">
                  <c:v>30.731057482787012</c:v>
                </c:pt>
                <c:pt idx="473">
                  <c:v>30.678251166344733</c:v>
                </c:pt>
                <c:pt idx="474">
                  <c:v>30.673095718611378</c:v>
                </c:pt>
                <c:pt idx="475">
                  <c:v>30.76153743683561</c:v>
                </c:pt>
                <c:pt idx="476">
                  <c:v>30.78096641154464</c:v>
                </c:pt>
                <c:pt idx="477">
                  <c:v>30.809419403984379</c:v>
                </c:pt>
                <c:pt idx="478">
                  <c:v>30.852086354007263</c:v>
                </c:pt>
                <c:pt idx="479">
                  <c:v>30.85222233518105</c:v>
                </c:pt>
                <c:pt idx="480">
                  <c:v>30.84471662898348</c:v>
                </c:pt>
                <c:pt idx="481">
                  <c:v>30.897220291675147</c:v>
                </c:pt>
                <c:pt idx="482">
                  <c:v>30.96339435987403</c:v>
                </c:pt>
                <c:pt idx="483">
                  <c:v>30.96510356423325</c:v>
                </c:pt>
                <c:pt idx="484">
                  <c:v>30.927293693314141</c:v>
                </c:pt>
                <c:pt idx="485">
                  <c:v>30.912501902686891</c:v>
                </c:pt>
                <c:pt idx="486">
                  <c:v>30.989196390139529</c:v>
                </c:pt>
                <c:pt idx="487">
                  <c:v>30.951243110503526</c:v>
                </c:pt>
                <c:pt idx="488">
                  <c:v>31.027359168721304</c:v>
                </c:pt>
                <c:pt idx="489">
                  <c:v>31.012639405389155</c:v>
                </c:pt>
                <c:pt idx="490">
                  <c:v>30.995129059461274</c:v>
                </c:pt>
                <c:pt idx="491">
                  <c:v>31.025992463527878</c:v>
                </c:pt>
                <c:pt idx="492">
                  <c:v>31.053114410433491</c:v>
                </c:pt>
                <c:pt idx="493">
                  <c:v>31.005582891660527</c:v>
                </c:pt>
                <c:pt idx="494">
                  <c:v>31.026245993644732</c:v>
                </c:pt>
                <c:pt idx="495">
                  <c:v>31.052900328271324</c:v>
                </c:pt>
                <c:pt idx="496">
                  <c:v>30.97630848499298</c:v>
                </c:pt>
                <c:pt idx="497">
                  <c:v>31.025469902334642</c:v>
                </c:pt>
                <c:pt idx="498">
                  <c:v>31.065275559054591</c:v>
                </c:pt>
                <c:pt idx="499">
                  <c:v>31.120545596513377</c:v>
                </c:pt>
                <c:pt idx="500">
                  <c:v>31.085184194064066</c:v>
                </c:pt>
                <c:pt idx="501">
                  <c:v>31.08141886443175</c:v>
                </c:pt>
                <c:pt idx="502">
                  <c:v>31.127462502241151</c:v>
                </c:pt>
                <c:pt idx="503">
                  <c:v>31.272108513672237</c:v>
                </c:pt>
                <c:pt idx="504">
                  <c:v>31.345982422681981</c:v>
                </c:pt>
                <c:pt idx="505">
                  <c:v>31.306055080945626</c:v>
                </c:pt>
                <c:pt idx="506">
                  <c:v>31.239325437490674</c:v>
                </c:pt>
                <c:pt idx="507">
                  <c:v>31.242706397977571</c:v>
                </c:pt>
                <c:pt idx="508">
                  <c:v>31.316760356594109</c:v>
                </c:pt>
                <c:pt idx="509">
                  <c:v>31.35404536850147</c:v>
                </c:pt>
                <c:pt idx="510">
                  <c:v>31.553853643492467</c:v>
                </c:pt>
                <c:pt idx="511">
                  <c:v>31.637856473162817</c:v>
                </c:pt>
                <c:pt idx="512">
                  <c:v>31.695454660345476</c:v>
                </c:pt>
                <c:pt idx="513">
                  <c:v>31.88457692410163</c:v>
                </c:pt>
                <c:pt idx="514">
                  <c:v>32.053582941839913</c:v>
                </c:pt>
                <c:pt idx="515">
                  <c:v>32.301197977000584</c:v>
                </c:pt>
                <c:pt idx="516">
                  <c:v>32.481114335164406</c:v>
                </c:pt>
                <c:pt idx="517">
                  <c:v>32.478087375356544</c:v>
                </c:pt>
                <c:pt idx="518">
                  <c:v>32.531167728393378</c:v>
                </c:pt>
                <c:pt idx="519">
                  <c:v>32.639630923147351</c:v>
                </c:pt>
                <c:pt idx="520">
                  <c:v>32.640281019478735</c:v>
                </c:pt>
                <c:pt idx="521">
                  <c:v>32.714400397609552</c:v>
                </c:pt>
                <c:pt idx="522">
                  <c:v>32.857881303265529</c:v>
                </c:pt>
                <c:pt idx="523">
                  <c:v>32.99293296598875</c:v>
                </c:pt>
                <c:pt idx="524">
                  <c:v>32.979751238167097</c:v>
                </c:pt>
                <c:pt idx="525">
                  <c:v>33.057531028778691</c:v>
                </c:pt>
                <c:pt idx="526">
                  <c:v>33.173028380108121</c:v>
                </c:pt>
                <c:pt idx="527">
                  <c:v>32.998260824634905</c:v>
                </c:pt>
                <c:pt idx="528">
                  <c:v>32.976372277403343</c:v>
                </c:pt>
                <c:pt idx="529">
                  <c:v>33.000434983256049</c:v>
                </c:pt>
                <c:pt idx="530">
                  <c:v>32.948430704842167</c:v>
                </c:pt>
                <c:pt idx="531">
                  <c:v>32.773113858957046</c:v>
                </c:pt>
                <c:pt idx="532">
                  <c:v>32.751448684526849</c:v>
                </c:pt>
                <c:pt idx="533">
                  <c:v>32.713852647357086</c:v>
                </c:pt>
                <c:pt idx="534">
                  <c:v>32.745913898007544</c:v>
                </c:pt>
                <c:pt idx="535">
                  <c:v>32.631444131119984</c:v>
                </c:pt>
                <c:pt idx="536">
                  <c:v>32.500042149444027</c:v>
                </c:pt>
                <c:pt idx="537">
                  <c:v>32.641473053202759</c:v>
                </c:pt>
                <c:pt idx="538">
                  <c:v>32.536714438727714</c:v>
                </c:pt>
                <c:pt idx="539">
                  <c:v>32.472642067132448</c:v>
                </c:pt>
                <c:pt idx="540">
                  <c:v>32.557442078360708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8022-4DA3-A5C1-DAA90C22AF82}"/>
            </c:ext>
          </c:extLst>
        </c:ser>
        <c:ser>
          <c:idx val="15"/>
          <c:order val="1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plot!$Q$2:$Q$542</c:f>
              <c:numCache>
                <c:formatCode>General</c:formatCode>
                <c:ptCount val="541"/>
                <c:pt idx="0">
                  <c:v>31.287932726819598</c:v>
                </c:pt>
                <c:pt idx="1">
                  <c:v>31.277347986563132</c:v>
                </c:pt>
                <c:pt idx="2">
                  <c:v>31.527424552677413</c:v>
                </c:pt>
                <c:pt idx="3">
                  <c:v>31.616426336959215</c:v>
                </c:pt>
                <c:pt idx="4">
                  <c:v>31.518090177100333</c:v>
                </c:pt>
                <c:pt idx="5">
                  <c:v>31.69507107137947</c:v>
                </c:pt>
                <c:pt idx="6">
                  <c:v>31.775916403536062</c:v>
                </c:pt>
                <c:pt idx="7">
                  <c:v>31.913031239930394</c:v>
                </c:pt>
                <c:pt idx="8">
                  <c:v>31.911808201577717</c:v>
                </c:pt>
                <c:pt idx="9">
                  <c:v>31.961342420749482</c:v>
                </c:pt>
                <c:pt idx="10">
                  <c:v>31.97162209754482</c:v>
                </c:pt>
                <c:pt idx="11">
                  <c:v>31.924202565072562</c:v>
                </c:pt>
                <c:pt idx="12">
                  <c:v>31.959735401656907</c:v>
                </c:pt>
                <c:pt idx="13">
                  <c:v>31.974827909274239</c:v>
                </c:pt>
                <c:pt idx="14">
                  <c:v>32.032491527769771</c:v>
                </c:pt>
                <c:pt idx="15">
                  <c:v>32.074624434930342</c:v>
                </c:pt>
                <c:pt idx="16">
                  <c:v>32.096297919802844</c:v>
                </c:pt>
                <c:pt idx="17">
                  <c:v>32.144977354707109</c:v>
                </c:pt>
                <c:pt idx="18">
                  <c:v>32.20060661070783</c:v>
                </c:pt>
                <c:pt idx="19">
                  <c:v>32.245329978447799</c:v>
                </c:pt>
                <c:pt idx="20">
                  <c:v>32.293396793262737</c:v>
                </c:pt>
                <c:pt idx="21">
                  <c:v>32.303520372019179</c:v>
                </c:pt>
                <c:pt idx="22">
                  <c:v>32.321754178179113</c:v>
                </c:pt>
                <c:pt idx="23">
                  <c:v>32.342819538837325</c:v>
                </c:pt>
                <c:pt idx="24">
                  <c:v>32.347769109497818</c:v>
                </c:pt>
                <c:pt idx="25">
                  <c:v>32.369867737518568</c:v>
                </c:pt>
                <c:pt idx="26">
                  <c:v>32.397196420114753</c:v>
                </c:pt>
                <c:pt idx="27">
                  <c:v>32.421229376886728</c:v>
                </c:pt>
                <c:pt idx="28">
                  <c:v>32.438958609628784</c:v>
                </c:pt>
                <c:pt idx="29">
                  <c:v>32.432092542806728</c:v>
                </c:pt>
                <c:pt idx="30">
                  <c:v>32.42504475460202</c:v>
                </c:pt>
                <c:pt idx="31">
                  <c:v>32.4411641580676</c:v>
                </c:pt>
                <c:pt idx="32">
                  <c:v>32.4549274714959</c:v>
                </c:pt>
                <c:pt idx="33">
                  <c:v>32.44750969268739</c:v>
                </c:pt>
                <c:pt idx="34">
                  <c:v>32.456573041406941</c:v>
                </c:pt>
                <c:pt idx="35">
                  <c:v>32.467182912452081</c:v>
                </c:pt>
                <c:pt idx="36">
                  <c:v>32.482684865644643</c:v>
                </c:pt>
                <c:pt idx="37">
                  <c:v>32.499594109467218</c:v>
                </c:pt>
                <c:pt idx="38">
                  <c:v>32.540680035536404</c:v>
                </c:pt>
                <c:pt idx="39">
                  <c:v>32.585415513843266</c:v>
                </c:pt>
                <c:pt idx="40">
                  <c:v>32.603665371010678</c:v>
                </c:pt>
                <c:pt idx="41">
                  <c:v>32.661323054741558</c:v>
                </c:pt>
                <c:pt idx="42">
                  <c:v>32.736205754113051</c:v>
                </c:pt>
                <c:pt idx="43">
                  <c:v>32.791385277987438</c:v>
                </c:pt>
                <c:pt idx="44">
                  <c:v>32.840142646632302</c:v>
                </c:pt>
                <c:pt idx="45">
                  <c:v>32.896512812359354</c:v>
                </c:pt>
                <c:pt idx="46">
                  <c:v>32.957440357533116</c:v>
                </c:pt>
                <c:pt idx="47">
                  <c:v>32.995940943761681</c:v>
                </c:pt>
                <c:pt idx="48">
                  <c:v>33.04175763704756</c:v>
                </c:pt>
                <c:pt idx="49">
                  <c:v>33.08857538669011</c:v>
                </c:pt>
                <c:pt idx="50">
                  <c:v>33.130513026417503</c:v>
                </c:pt>
                <c:pt idx="51">
                  <c:v>33.182410456715338</c:v>
                </c:pt>
                <c:pt idx="52">
                  <c:v>33.203358341940401</c:v>
                </c:pt>
                <c:pt idx="53">
                  <c:v>33.23267998201348</c:v>
                </c:pt>
                <c:pt idx="54">
                  <c:v>33.259348447980344</c:v>
                </c:pt>
                <c:pt idx="55">
                  <c:v>33.284157025987511</c:v>
                </c:pt>
                <c:pt idx="56">
                  <c:v>33.327114066080121</c:v>
                </c:pt>
                <c:pt idx="57">
                  <c:v>33.359421453445435</c:v>
                </c:pt>
                <c:pt idx="58">
                  <c:v>33.395317659959801</c:v>
                </c:pt>
                <c:pt idx="59">
                  <c:v>33.42617436154508</c:v>
                </c:pt>
                <c:pt idx="60">
                  <c:v>33.480647817152686</c:v>
                </c:pt>
                <c:pt idx="61">
                  <c:v>33.540759020410491</c:v>
                </c:pt>
                <c:pt idx="62">
                  <c:v>33.582106616886776</c:v>
                </c:pt>
                <c:pt idx="63">
                  <c:v>33.648742116624597</c:v>
                </c:pt>
                <c:pt idx="64">
                  <c:v>33.719598079754554</c:v>
                </c:pt>
                <c:pt idx="65">
                  <c:v>33.778041722089242</c:v>
                </c:pt>
                <c:pt idx="66">
                  <c:v>33.794887558353942</c:v>
                </c:pt>
                <c:pt idx="67">
                  <c:v>33.8462250604275</c:v>
                </c:pt>
                <c:pt idx="68">
                  <c:v>33.858899395370408</c:v>
                </c:pt>
                <c:pt idx="69">
                  <c:v>33.899575574305388</c:v>
                </c:pt>
                <c:pt idx="70">
                  <c:v>33.94028562426162</c:v>
                </c:pt>
                <c:pt idx="71">
                  <c:v>33.961317482790882</c:v>
                </c:pt>
                <c:pt idx="72">
                  <c:v>33.977854455584449</c:v>
                </c:pt>
                <c:pt idx="73">
                  <c:v>33.970813944618968</c:v>
                </c:pt>
                <c:pt idx="74">
                  <c:v>33.997801535970325</c:v>
                </c:pt>
                <c:pt idx="75">
                  <c:v>34.035968375264623</c:v>
                </c:pt>
                <c:pt idx="76">
                  <c:v>34.027482711903779</c:v>
                </c:pt>
                <c:pt idx="77">
                  <c:v>34.051685937628932</c:v>
                </c:pt>
                <c:pt idx="78">
                  <c:v>34.084263354165742</c:v>
                </c:pt>
                <c:pt idx="79">
                  <c:v>34.075514637051633</c:v>
                </c:pt>
                <c:pt idx="80">
                  <c:v>34.074977932275097</c:v>
                </c:pt>
                <c:pt idx="81">
                  <c:v>34.08930443527106</c:v>
                </c:pt>
                <c:pt idx="82">
                  <c:v>34.091677754256047</c:v>
                </c:pt>
                <c:pt idx="83">
                  <c:v>34.088686037615517</c:v>
                </c:pt>
                <c:pt idx="84">
                  <c:v>34.075006907089325</c:v>
                </c:pt>
                <c:pt idx="85">
                  <c:v>34.07997655722901</c:v>
                </c:pt>
                <c:pt idx="86">
                  <c:v>34.10765528509247</c:v>
                </c:pt>
                <c:pt idx="87">
                  <c:v>34.12941979728663</c:v>
                </c:pt>
                <c:pt idx="88">
                  <c:v>34.106487103751178</c:v>
                </c:pt>
                <c:pt idx="89">
                  <c:v>34.127215699265307</c:v>
                </c:pt>
                <c:pt idx="90">
                  <c:v>34.147695326005312</c:v>
                </c:pt>
                <c:pt idx="91">
                  <c:v>34.15895834603846</c:v>
                </c:pt>
                <c:pt idx="92">
                  <c:v>34.176454505911423</c:v>
                </c:pt>
                <c:pt idx="93">
                  <c:v>34.185313085862823</c:v>
                </c:pt>
                <c:pt idx="94">
                  <c:v>34.194155836980521</c:v>
                </c:pt>
                <c:pt idx="95">
                  <c:v>34.176706627038016</c:v>
                </c:pt>
                <c:pt idx="96">
                  <c:v>34.198596629689185</c:v>
                </c:pt>
                <c:pt idx="97">
                  <c:v>34.173992686307514</c:v>
                </c:pt>
                <c:pt idx="98">
                  <c:v>34.159294842897232</c:v>
                </c:pt>
                <c:pt idx="99">
                  <c:v>34.159099195829853</c:v>
                </c:pt>
                <c:pt idx="100">
                  <c:v>34.142225055464216</c:v>
                </c:pt>
                <c:pt idx="101">
                  <c:v>34.170666384341082</c:v>
                </c:pt>
                <c:pt idx="102">
                  <c:v>34.172393236319238</c:v>
                </c:pt>
                <c:pt idx="103">
                  <c:v>34.126869879491771</c:v>
                </c:pt>
                <c:pt idx="104">
                  <c:v>34.081427846650996</c:v>
                </c:pt>
                <c:pt idx="105">
                  <c:v>34.078738219277341</c:v>
                </c:pt>
                <c:pt idx="106">
                  <c:v>34.051238672469921</c:v>
                </c:pt>
                <c:pt idx="107">
                  <c:v>33.977544451900727</c:v>
                </c:pt>
                <c:pt idx="108">
                  <c:v>33.913773702777199</c:v>
                </c:pt>
                <c:pt idx="109">
                  <c:v>33.851340691315258</c:v>
                </c:pt>
                <c:pt idx="110">
                  <c:v>33.791084010344349</c:v>
                </c:pt>
                <c:pt idx="111">
                  <c:v>33.716822601079471</c:v>
                </c:pt>
                <c:pt idx="112">
                  <c:v>33.687587483021105</c:v>
                </c:pt>
                <c:pt idx="113">
                  <c:v>33.654701974333449</c:v>
                </c:pt>
                <c:pt idx="114">
                  <c:v>33.562062685501481</c:v>
                </c:pt>
                <c:pt idx="115">
                  <c:v>33.492029687581244</c:v>
                </c:pt>
                <c:pt idx="116">
                  <c:v>33.443937129951756</c:v>
                </c:pt>
                <c:pt idx="117">
                  <c:v>33.382167889899598</c:v>
                </c:pt>
                <c:pt idx="118">
                  <c:v>33.353327100953635</c:v>
                </c:pt>
                <c:pt idx="119">
                  <c:v>33.297368568741938</c:v>
                </c:pt>
                <c:pt idx="120">
                  <c:v>33.249452492547498</c:v>
                </c:pt>
                <c:pt idx="121">
                  <c:v>33.215002813390747</c:v>
                </c:pt>
                <c:pt idx="122">
                  <c:v>33.203732935314179</c:v>
                </c:pt>
                <c:pt idx="123">
                  <c:v>33.179918237031451</c:v>
                </c:pt>
                <c:pt idx="124">
                  <c:v>33.13925793723368</c:v>
                </c:pt>
                <c:pt idx="125">
                  <c:v>33.10850133960728</c:v>
                </c:pt>
                <c:pt idx="126">
                  <c:v>33.08823305462569</c:v>
                </c:pt>
                <c:pt idx="127">
                  <c:v>33.075389213665964</c:v>
                </c:pt>
                <c:pt idx="128">
                  <c:v>33.055201598725617</c:v>
                </c:pt>
                <c:pt idx="129">
                  <c:v>33.019655806370842</c:v>
                </c:pt>
                <c:pt idx="130">
                  <c:v>33.042270279984734</c:v>
                </c:pt>
                <c:pt idx="131">
                  <c:v>33.037089371925795</c:v>
                </c:pt>
                <c:pt idx="132">
                  <c:v>33.025984841443631</c:v>
                </c:pt>
                <c:pt idx="133">
                  <c:v>32.997677957046214</c:v>
                </c:pt>
                <c:pt idx="134">
                  <c:v>32.976769643905399</c:v>
                </c:pt>
                <c:pt idx="135">
                  <c:v>33.007578842221754</c:v>
                </c:pt>
                <c:pt idx="136">
                  <c:v>33.000682920274272</c:v>
                </c:pt>
                <c:pt idx="137">
                  <c:v>32.995342600433574</c:v>
                </c:pt>
                <c:pt idx="138">
                  <c:v>32.990003856769114</c:v>
                </c:pt>
                <c:pt idx="139">
                  <c:v>32.931604682725698</c:v>
                </c:pt>
                <c:pt idx="140">
                  <c:v>32.879300045620241</c:v>
                </c:pt>
                <c:pt idx="141">
                  <c:v>32.832183149465386</c:v>
                </c:pt>
                <c:pt idx="142">
                  <c:v>32.852429627881058</c:v>
                </c:pt>
                <c:pt idx="143">
                  <c:v>32.938531734153869</c:v>
                </c:pt>
                <c:pt idx="144">
                  <c:v>32.977444389861425</c:v>
                </c:pt>
                <c:pt idx="145">
                  <c:v>33.014214862768455</c:v>
                </c:pt>
                <c:pt idx="146">
                  <c:v>33.032063817833198</c:v>
                </c:pt>
                <c:pt idx="147">
                  <c:v>33.083169404018086</c:v>
                </c:pt>
                <c:pt idx="148">
                  <c:v>33.093347964496665</c:v>
                </c:pt>
                <c:pt idx="149">
                  <c:v>33.100276852002466</c:v>
                </c:pt>
                <c:pt idx="150">
                  <c:v>33.087559775854999</c:v>
                </c:pt>
                <c:pt idx="151">
                  <c:v>33.130598693272766</c:v>
                </c:pt>
                <c:pt idx="152">
                  <c:v>33.165563329327554</c:v>
                </c:pt>
                <c:pt idx="153">
                  <c:v>33.150397529253205</c:v>
                </c:pt>
                <c:pt idx="154">
                  <c:v>33.149869828802615</c:v>
                </c:pt>
                <c:pt idx="155">
                  <c:v>33.162382823663052</c:v>
                </c:pt>
                <c:pt idx="156">
                  <c:v>33.194516328607328</c:v>
                </c:pt>
                <c:pt idx="157">
                  <c:v>33.235379049676737</c:v>
                </c:pt>
                <c:pt idx="158">
                  <c:v>33.255006183054327</c:v>
                </c:pt>
                <c:pt idx="159">
                  <c:v>33.289335385335939</c:v>
                </c:pt>
                <c:pt idx="160">
                  <c:v>33.339267340634038</c:v>
                </c:pt>
                <c:pt idx="161">
                  <c:v>33.335854852009547</c:v>
                </c:pt>
                <c:pt idx="162">
                  <c:v>33.265119717879209</c:v>
                </c:pt>
                <c:pt idx="163">
                  <c:v>33.258377389275672</c:v>
                </c:pt>
                <c:pt idx="164">
                  <c:v>33.250268415267641</c:v>
                </c:pt>
                <c:pt idx="165">
                  <c:v>33.212129242896658</c:v>
                </c:pt>
                <c:pt idx="166">
                  <c:v>33.227255554725922</c:v>
                </c:pt>
                <c:pt idx="167">
                  <c:v>33.27594860196605</c:v>
                </c:pt>
                <c:pt idx="168">
                  <c:v>33.247868804321591</c:v>
                </c:pt>
                <c:pt idx="169">
                  <c:v>33.233771282843634</c:v>
                </c:pt>
                <c:pt idx="170">
                  <c:v>33.218424457251679</c:v>
                </c:pt>
                <c:pt idx="171">
                  <c:v>33.217717575745041</c:v>
                </c:pt>
                <c:pt idx="172">
                  <c:v>33.222824235842509</c:v>
                </c:pt>
                <c:pt idx="173">
                  <c:v>33.238080062408535</c:v>
                </c:pt>
                <c:pt idx="174">
                  <c:v>33.228958831131848</c:v>
                </c:pt>
                <c:pt idx="175">
                  <c:v>33.226246483345406</c:v>
                </c:pt>
                <c:pt idx="176">
                  <c:v>33.235188567101709</c:v>
                </c:pt>
                <c:pt idx="177">
                  <c:v>33.219263519580409</c:v>
                </c:pt>
                <c:pt idx="178">
                  <c:v>33.228431248056083</c:v>
                </c:pt>
                <c:pt idx="179">
                  <c:v>33.242578871816981</c:v>
                </c:pt>
                <c:pt idx="180">
                  <c:v>33.247336425645784</c:v>
                </c:pt>
                <c:pt idx="181">
                  <c:v>33.255063713486976</c:v>
                </c:pt>
                <c:pt idx="182">
                  <c:v>33.262832568784454</c:v>
                </c:pt>
                <c:pt idx="183">
                  <c:v>33.264631572745039</c:v>
                </c:pt>
                <c:pt idx="184">
                  <c:v>33.277937987894667</c:v>
                </c:pt>
                <c:pt idx="185">
                  <c:v>33.301793264331579</c:v>
                </c:pt>
                <c:pt idx="186">
                  <c:v>33.314570419622214</c:v>
                </c:pt>
                <c:pt idx="187">
                  <c:v>33.316278860520498</c:v>
                </c:pt>
                <c:pt idx="188">
                  <c:v>33.303182546309692</c:v>
                </c:pt>
                <c:pt idx="189">
                  <c:v>33.309010810070582</c:v>
                </c:pt>
                <c:pt idx="190">
                  <c:v>33.283599797384227</c:v>
                </c:pt>
                <c:pt idx="191">
                  <c:v>33.268395397759896</c:v>
                </c:pt>
                <c:pt idx="192">
                  <c:v>33.259082811980903</c:v>
                </c:pt>
                <c:pt idx="193">
                  <c:v>33.26552199494413</c:v>
                </c:pt>
                <c:pt idx="194">
                  <c:v>33.268313688113054</c:v>
                </c:pt>
                <c:pt idx="195">
                  <c:v>33.300812933015649</c:v>
                </c:pt>
                <c:pt idx="196">
                  <c:v>33.300078736710176</c:v>
                </c:pt>
                <c:pt idx="197">
                  <c:v>33.269493489562137</c:v>
                </c:pt>
                <c:pt idx="198">
                  <c:v>33.280812916583166</c:v>
                </c:pt>
                <c:pt idx="199">
                  <c:v>33.290283488878174</c:v>
                </c:pt>
                <c:pt idx="200">
                  <c:v>33.268441023031606</c:v>
                </c:pt>
                <c:pt idx="201">
                  <c:v>33.228213635128377</c:v>
                </c:pt>
                <c:pt idx="202">
                  <c:v>33.230959451508106</c:v>
                </c:pt>
                <c:pt idx="203">
                  <c:v>33.275396386944628</c:v>
                </c:pt>
                <c:pt idx="204">
                  <c:v>33.309170557208986</c:v>
                </c:pt>
                <c:pt idx="205">
                  <c:v>33.319884464269684</c:v>
                </c:pt>
                <c:pt idx="206">
                  <c:v>33.327030243686409</c:v>
                </c:pt>
                <c:pt idx="207">
                  <c:v>33.341791184449662</c:v>
                </c:pt>
                <c:pt idx="208">
                  <c:v>33.35431933743051</c:v>
                </c:pt>
                <c:pt idx="209">
                  <c:v>33.328713767585874</c:v>
                </c:pt>
                <c:pt idx="210">
                  <c:v>33.320607761484162</c:v>
                </c:pt>
                <c:pt idx="211">
                  <c:v>33.279331210313373</c:v>
                </c:pt>
                <c:pt idx="212">
                  <c:v>33.250069733222617</c:v>
                </c:pt>
                <c:pt idx="213">
                  <c:v>33.215578821966218</c:v>
                </c:pt>
                <c:pt idx="214">
                  <c:v>33.246641264853928</c:v>
                </c:pt>
                <c:pt idx="215">
                  <c:v>33.260321015789913</c:v>
                </c:pt>
                <c:pt idx="216">
                  <c:v>33.245386762711917</c:v>
                </c:pt>
                <c:pt idx="217">
                  <c:v>33.26903465459884</c:v>
                </c:pt>
                <c:pt idx="218">
                  <c:v>33.26491270222153</c:v>
                </c:pt>
                <c:pt idx="219">
                  <c:v>33.209537053396545</c:v>
                </c:pt>
                <c:pt idx="220">
                  <c:v>33.218110630502188</c:v>
                </c:pt>
                <c:pt idx="221">
                  <c:v>33.24954040629229</c:v>
                </c:pt>
                <c:pt idx="222">
                  <c:v>33.25003037912019</c:v>
                </c:pt>
                <c:pt idx="223">
                  <c:v>33.23773716023782</c:v>
                </c:pt>
                <c:pt idx="224">
                  <c:v>33.246039064924396</c:v>
                </c:pt>
                <c:pt idx="225">
                  <c:v>33.223104929355365</c:v>
                </c:pt>
                <c:pt idx="226">
                  <c:v>33.205180133385092</c:v>
                </c:pt>
                <c:pt idx="227">
                  <c:v>33.193186354452088</c:v>
                </c:pt>
                <c:pt idx="228">
                  <c:v>33.186842647526028</c:v>
                </c:pt>
                <c:pt idx="229">
                  <c:v>33.153855089810939</c:v>
                </c:pt>
                <c:pt idx="230">
                  <c:v>33.149603555625553</c:v>
                </c:pt>
                <c:pt idx="231">
                  <c:v>33.144943791794766</c:v>
                </c:pt>
                <c:pt idx="232">
                  <c:v>33.165603873946075</c:v>
                </c:pt>
                <c:pt idx="233">
                  <c:v>33.210969378400193</c:v>
                </c:pt>
                <c:pt idx="234">
                  <c:v>33.180553335447982</c:v>
                </c:pt>
                <c:pt idx="235">
                  <c:v>33.178158453030647</c:v>
                </c:pt>
                <c:pt idx="236">
                  <c:v>33.214218816623315</c:v>
                </c:pt>
                <c:pt idx="237">
                  <c:v>33.208147922328919</c:v>
                </c:pt>
                <c:pt idx="238">
                  <c:v>33.170755086173997</c:v>
                </c:pt>
                <c:pt idx="239">
                  <c:v>33.165032828648968</c:v>
                </c:pt>
                <c:pt idx="240">
                  <c:v>33.13870141287935</c:v>
                </c:pt>
                <c:pt idx="241">
                  <c:v>33.066823383298846</c:v>
                </c:pt>
                <c:pt idx="242">
                  <c:v>33.081793351859666</c:v>
                </c:pt>
                <c:pt idx="243">
                  <c:v>33.11159282485005</c:v>
                </c:pt>
                <c:pt idx="244">
                  <c:v>33.08836070813306</c:v>
                </c:pt>
                <c:pt idx="245">
                  <c:v>33.093739359238413</c:v>
                </c:pt>
                <c:pt idx="246">
                  <c:v>33.106766724122764</c:v>
                </c:pt>
                <c:pt idx="247">
                  <c:v>33.08784922217631</c:v>
                </c:pt>
                <c:pt idx="248">
                  <c:v>33.045792505687771</c:v>
                </c:pt>
                <c:pt idx="249">
                  <c:v>33.072611454565688</c:v>
                </c:pt>
                <c:pt idx="250">
                  <c:v>33.032437916555921</c:v>
                </c:pt>
                <c:pt idx="251">
                  <c:v>33.068096891778787</c:v>
                </c:pt>
                <c:pt idx="252">
                  <c:v>33.13630720955922</c:v>
                </c:pt>
                <c:pt idx="253">
                  <c:v>33.144983288423767</c:v>
                </c:pt>
                <c:pt idx="254">
                  <c:v>33.117345574678133</c:v>
                </c:pt>
                <c:pt idx="255">
                  <c:v>33.060837258780687</c:v>
                </c:pt>
                <c:pt idx="256">
                  <c:v>33.049984354774061</c:v>
                </c:pt>
                <c:pt idx="257">
                  <c:v>33.032482669900354</c:v>
                </c:pt>
                <c:pt idx="258">
                  <c:v>33.015841895840879</c:v>
                </c:pt>
                <c:pt idx="259">
                  <c:v>33</c:v>
                </c:pt>
                <c:pt idx="260">
                  <c:v>32.974571012197408</c:v>
                </c:pt>
                <c:pt idx="261">
                  <c:v>32.942793647627461</c:v>
                </c:pt>
                <c:pt idx="262">
                  <c:v>33.014630679857966</c:v>
                </c:pt>
                <c:pt idx="263">
                  <c:v>33.025172045924208</c:v>
                </c:pt>
                <c:pt idx="264">
                  <c:v>33.018417971454141</c:v>
                </c:pt>
                <c:pt idx="265">
                  <c:v>33.032809952835272</c:v>
                </c:pt>
                <c:pt idx="266">
                  <c:v>32.979923362957791</c:v>
                </c:pt>
                <c:pt idx="267">
                  <c:v>32.958380420899758</c:v>
                </c:pt>
                <c:pt idx="268">
                  <c:v>32.864696764400271</c:v>
                </c:pt>
                <c:pt idx="269">
                  <c:v>32.825127463611665</c:v>
                </c:pt>
                <c:pt idx="270">
                  <c:v>32.841058367298395</c:v>
                </c:pt>
                <c:pt idx="271">
                  <c:v>32.900958559962461</c:v>
                </c:pt>
                <c:pt idx="272">
                  <c:v>32.928123387301333</c:v>
                </c:pt>
                <c:pt idx="273">
                  <c:v>32.878392612455272</c:v>
                </c:pt>
                <c:pt idx="274">
                  <c:v>32.901859571047659</c:v>
                </c:pt>
                <c:pt idx="275">
                  <c:v>32.849665073448719</c:v>
                </c:pt>
                <c:pt idx="276">
                  <c:v>32.809619440463806</c:v>
                </c:pt>
                <c:pt idx="277">
                  <c:v>32.732905484206285</c:v>
                </c:pt>
                <c:pt idx="278">
                  <c:v>32.733197969697208</c:v>
                </c:pt>
                <c:pt idx="279">
                  <c:v>32.872497009079829</c:v>
                </c:pt>
                <c:pt idx="280">
                  <c:v>32.833774169425965</c:v>
                </c:pt>
                <c:pt idx="281">
                  <c:v>32.790571685995978</c:v>
                </c:pt>
                <c:pt idx="282">
                  <c:v>32.801473275403715</c:v>
                </c:pt>
                <c:pt idx="283">
                  <c:v>32.799577349180431</c:v>
                </c:pt>
                <c:pt idx="284">
                  <c:v>32.769947375918925</c:v>
                </c:pt>
                <c:pt idx="285">
                  <c:v>32.653075117323262</c:v>
                </c:pt>
                <c:pt idx="286">
                  <c:v>32.56722194628891</c:v>
                </c:pt>
                <c:pt idx="287">
                  <c:v>32.766675160691584</c:v>
                </c:pt>
                <c:pt idx="288">
                  <c:v>32.78745143553688</c:v>
                </c:pt>
                <c:pt idx="289">
                  <c:v>32.762567185350498</c:v>
                </c:pt>
                <c:pt idx="290">
                  <c:v>32.711346472276965</c:v>
                </c:pt>
                <c:pt idx="291">
                  <c:v>32.769113182549496</c:v>
                </c:pt>
                <c:pt idx="292">
                  <c:v>32.688907480316118</c:v>
                </c:pt>
                <c:pt idx="293">
                  <c:v>32.522676703231554</c:v>
                </c:pt>
                <c:pt idx="294">
                  <c:v>32.647246038226534</c:v>
                </c:pt>
                <c:pt idx="295">
                  <c:v>32.695501604337807</c:v>
                </c:pt>
                <c:pt idx="296">
                  <c:v>32.642607871363765</c:v>
                </c:pt>
                <c:pt idx="297">
                  <c:v>32.730004374643613</c:v>
                </c:pt>
                <c:pt idx="298">
                  <c:v>32.748125012607311</c:v>
                </c:pt>
                <c:pt idx="299">
                  <c:v>32.719265452073081</c:v>
                </c:pt>
                <c:pt idx="300">
                  <c:v>32.772380183504978</c:v>
                </c:pt>
                <c:pt idx="301">
                  <c:v>32.7063277741318</c:v>
                </c:pt>
                <c:pt idx="302">
                  <c:v>32.539388186191886</c:v>
                </c:pt>
                <c:pt idx="303">
                  <c:v>32.50372823948274</c:v>
                </c:pt>
                <c:pt idx="304">
                  <c:v>32.580352194400348</c:v>
                </c:pt>
                <c:pt idx="305">
                  <c:v>32.754970277361409</c:v>
                </c:pt>
                <c:pt idx="306">
                  <c:v>32.832764171622721</c:v>
                </c:pt>
                <c:pt idx="307">
                  <c:v>32.832436700049691</c:v>
                </c:pt>
                <c:pt idx="308">
                  <c:v>32.855505512751847</c:v>
                </c:pt>
                <c:pt idx="309">
                  <c:v>32.837861181832707</c:v>
                </c:pt>
                <c:pt idx="310">
                  <c:v>32.856284191234465</c:v>
                </c:pt>
                <c:pt idx="311">
                  <c:v>32.706658729221992</c:v>
                </c:pt>
                <c:pt idx="312">
                  <c:v>32.642302070118014</c:v>
                </c:pt>
                <c:pt idx="313">
                  <c:v>32.94555931292868</c:v>
                </c:pt>
                <c:pt idx="314">
                  <c:v>32.956318644047109</c:v>
                </c:pt>
                <c:pt idx="315">
                  <c:v>32.992170336158651</c:v>
                </c:pt>
                <c:pt idx="316">
                  <c:v>32.9466461074039</c:v>
                </c:pt>
                <c:pt idx="317">
                  <c:v>32.89978961568481</c:v>
                </c:pt>
                <c:pt idx="318">
                  <c:v>32.95756819967859</c:v>
                </c:pt>
                <c:pt idx="319">
                  <c:v>32.964899376825194</c:v>
                </c:pt>
                <c:pt idx="320">
                  <c:v>32.857531077374645</c:v>
                </c:pt>
                <c:pt idx="321">
                  <c:v>32.936567676035956</c:v>
                </c:pt>
                <c:pt idx="322">
                  <c:v>32.989795596099874</c:v>
                </c:pt>
                <c:pt idx="323">
                  <c:v>32.998040682986677</c:v>
                </c:pt>
                <c:pt idx="324">
                  <c:v>33.008932735689783</c:v>
                </c:pt>
                <c:pt idx="325">
                  <c:v>32.989012450299938</c:v>
                </c:pt>
                <c:pt idx="326">
                  <c:v>32.964669422772907</c:v>
                </c:pt>
                <c:pt idx="327">
                  <c:v>32.984815088788771</c:v>
                </c:pt>
                <c:pt idx="328">
                  <c:v>32.968212369324718</c:v>
                </c:pt>
                <c:pt idx="329">
                  <c:v>32.956336791033628</c:v>
                </c:pt>
                <c:pt idx="330">
                  <c:v>32.955713555858452</c:v>
                </c:pt>
                <c:pt idx="331">
                  <c:v>32.938940324307652</c:v>
                </c:pt>
                <c:pt idx="332">
                  <c:v>32.95048177000433</c:v>
                </c:pt>
                <c:pt idx="333">
                  <c:v>32.968241344138953</c:v>
                </c:pt>
                <c:pt idx="334">
                  <c:v>32.975568689835868</c:v>
                </c:pt>
                <c:pt idx="335">
                  <c:v>32.951963539153503</c:v>
                </c:pt>
                <c:pt idx="336">
                  <c:v>32.921944210537838</c:v>
                </c:pt>
                <c:pt idx="337">
                  <c:v>32.933042708792335</c:v>
                </c:pt>
                <c:pt idx="338">
                  <c:v>32.972010140816089</c:v>
                </c:pt>
                <c:pt idx="339">
                  <c:v>33.003843153629511</c:v>
                </c:pt>
                <c:pt idx="340">
                  <c:v>32.919512677831037</c:v>
                </c:pt>
                <c:pt idx="341">
                  <c:v>32.922067619687652</c:v>
                </c:pt>
                <c:pt idx="342">
                  <c:v>32.974186542570401</c:v>
                </c:pt>
                <c:pt idx="343">
                  <c:v>32.926360191046648</c:v>
                </c:pt>
                <c:pt idx="344">
                  <c:v>32.914057301316994</c:v>
                </c:pt>
                <c:pt idx="345">
                  <c:v>32.922330855791088</c:v>
                </c:pt>
                <c:pt idx="346">
                  <c:v>32.892425548435135</c:v>
                </c:pt>
                <c:pt idx="347">
                  <c:v>32.914137267109275</c:v>
                </c:pt>
                <c:pt idx="348">
                  <c:v>32.922678654168841</c:v>
                </c:pt>
                <c:pt idx="349">
                  <c:v>32.858063068294328</c:v>
                </c:pt>
                <c:pt idx="350">
                  <c:v>32.742858582315662</c:v>
                </c:pt>
                <c:pt idx="351">
                  <c:v>32.763519574907868</c:v>
                </c:pt>
                <c:pt idx="352">
                  <c:v>32.844389308714426</c:v>
                </c:pt>
                <c:pt idx="353">
                  <c:v>32.850008064698542</c:v>
                </c:pt>
                <c:pt idx="354">
                  <c:v>32.79952149133905</c:v>
                </c:pt>
                <c:pt idx="355">
                  <c:v>32.700879543858285</c:v>
                </c:pt>
                <c:pt idx="356">
                  <c:v>32.690946015905197</c:v>
                </c:pt>
                <c:pt idx="357">
                  <c:v>32.732017147506333</c:v>
                </c:pt>
                <c:pt idx="358">
                  <c:v>32.67936925820166</c:v>
                </c:pt>
                <c:pt idx="359">
                  <c:v>32.629510787928659</c:v>
                </c:pt>
                <c:pt idx="360">
                  <c:v>32.737876261982692</c:v>
                </c:pt>
                <c:pt idx="361">
                  <c:v>32.77694414170589</c:v>
                </c:pt>
                <c:pt idx="362">
                  <c:v>32.767654554056904</c:v>
                </c:pt>
                <c:pt idx="363">
                  <c:v>32.743199852766693</c:v>
                </c:pt>
                <c:pt idx="364">
                  <c:v>32.813062164764922</c:v>
                </c:pt>
                <c:pt idx="365">
                  <c:v>32.87791553828238</c:v>
                </c:pt>
                <c:pt idx="366">
                  <c:v>32.82212735257508</c:v>
                </c:pt>
                <c:pt idx="367">
                  <c:v>32.779615473016527</c:v>
                </c:pt>
                <c:pt idx="368">
                  <c:v>32.866917767540528</c:v>
                </c:pt>
                <c:pt idx="369">
                  <c:v>32.880514325924509</c:v>
                </c:pt>
                <c:pt idx="370">
                  <c:v>32.908224338371099</c:v>
                </c:pt>
                <c:pt idx="371">
                  <c:v>32.980536298491963</c:v>
                </c:pt>
                <c:pt idx="372">
                  <c:v>32.998106936884085</c:v>
                </c:pt>
                <c:pt idx="373">
                  <c:v>32.971882416045432</c:v>
                </c:pt>
                <c:pt idx="374">
                  <c:v>32.891408738700015</c:v>
                </c:pt>
                <c:pt idx="375">
                  <c:v>33.0116145576375</c:v>
                </c:pt>
                <c:pt idx="376">
                  <c:v>33.045581423830754</c:v>
                </c:pt>
                <c:pt idx="377">
                  <c:v>33.08992638770706</c:v>
                </c:pt>
                <c:pt idx="378">
                  <c:v>33.152668145265302</c:v>
                </c:pt>
                <c:pt idx="379">
                  <c:v>33.134883008570327</c:v>
                </c:pt>
                <c:pt idx="380">
                  <c:v>33.075913451559188</c:v>
                </c:pt>
                <c:pt idx="381">
                  <c:v>33.055378918552286</c:v>
                </c:pt>
                <c:pt idx="382">
                  <c:v>33.038524924737168</c:v>
                </c:pt>
                <c:pt idx="383">
                  <c:v>33.03095131407909</c:v>
                </c:pt>
                <c:pt idx="384">
                  <c:v>32.96503963974245</c:v>
                </c:pt>
                <c:pt idx="385">
                  <c:v>32.913076513077627</c:v>
                </c:pt>
                <c:pt idx="386">
                  <c:v>32.906306693613018</c:v>
                </c:pt>
                <c:pt idx="387">
                  <c:v>32.854949095292447</c:v>
                </c:pt>
                <c:pt idx="388">
                  <c:v>32.811716375268851</c:v>
                </c:pt>
                <c:pt idx="389">
                  <c:v>32.784077353632291</c:v>
                </c:pt>
                <c:pt idx="390">
                  <c:v>32.755015723950912</c:v>
                </c:pt>
                <c:pt idx="391">
                  <c:v>32.730232859414592</c:v>
                </c:pt>
                <c:pt idx="392">
                  <c:v>32.775999567792354</c:v>
                </c:pt>
                <c:pt idx="393">
                  <c:v>32.763554004769546</c:v>
                </c:pt>
                <c:pt idx="394">
                  <c:v>32.772803115919331</c:v>
                </c:pt>
                <c:pt idx="395">
                  <c:v>32.790093886614343</c:v>
                </c:pt>
                <c:pt idx="396">
                  <c:v>32.792377925276206</c:v>
                </c:pt>
                <c:pt idx="397">
                  <c:v>32.760557517680716</c:v>
                </c:pt>
                <c:pt idx="398">
                  <c:v>32.724949214847094</c:v>
                </c:pt>
                <c:pt idx="399">
                  <c:v>32.684997724856672</c:v>
                </c:pt>
                <c:pt idx="400">
                  <c:v>32.790718974634984</c:v>
                </c:pt>
                <c:pt idx="401">
                  <c:v>32.779085201061655</c:v>
                </c:pt>
                <c:pt idx="402">
                  <c:v>32.763440805133627</c:v>
                </c:pt>
                <c:pt idx="403">
                  <c:v>32.736812271759412</c:v>
                </c:pt>
                <c:pt idx="404">
                  <c:v>32.713422596106128</c:v>
                </c:pt>
                <c:pt idx="405">
                  <c:v>32.689012396642873</c:v>
                </c:pt>
                <c:pt idx="406">
                  <c:v>32.622082449577746</c:v>
                </c:pt>
                <c:pt idx="407">
                  <c:v>32.543666076265701</c:v>
                </c:pt>
                <c:pt idx="408">
                  <c:v>32.50176304115223</c:v>
                </c:pt>
                <c:pt idx="409">
                  <c:v>32.449065818788931</c:v>
                </c:pt>
                <c:pt idx="410">
                  <c:v>32.374587731403004</c:v>
                </c:pt>
                <c:pt idx="411">
                  <c:v>32.320417167822242</c:v>
                </c:pt>
                <c:pt idx="412">
                  <c:v>32.27928857390777</c:v>
                </c:pt>
                <c:pt idx="413">
                  <c:v>32.244979180724052</c:v>
                </c:pt>
                <c:pt idx="414">
                  <c:v>32.219777740789802</c:v>
                </c:pt>
                <c:pt idx="415">
                  <c:v>32.20694242208085</c:v>
                </c:pt>
                <c:pt idx="416">
                  <c:v>32.15991241578503</c:v>
                </c:pt>
                <c:pt idx="417">
                  <c:v>32.165348273494274</c:v>
                </c:pt>
                <c:pt idx="418">
                  <c:v>32.150972630269749</c:v>
                </c:pt>
                <c:pt idx="419">
                  <c:v>32.103943659387575</c:v>
                </c:pt>
                <c:pt idx="420">
                  <c:v>32.088053244251931</c:v>
                </c:pt>
                <c:pt idx="421">
                  <c:v>32.114789054549298</c:v>
                </c:pt>
                <c:pt idx="422">
                  <c:v>32.098311867461824</c:v>
                </c:pt>
                <c:pt idx="423">
                  <c:v>32.110627569911337</c:v>
                </c:pt>
                <c:pt idx="424">
                  <c:v>32.138797918042222</c:v>
                </c:pt>
                <c:pt idx="425">
                  <c:v>32.141748120149934</c:v>
                </c:pt>
                <c:pt idx="426">
                  <c:v>32.171940601261937</c:v>
                </c:pt>
                <c:pt idx="427">
                  <c:v>32.111656381222438</c:v>
                </c:pt>
                <c:pt idx="428">
                  <c:v>32.069564989904677</c:v>
                </c:pt>
                <c:pt idx="429">
                  <c:v>32.030502479031782</c:v>
                </c:pt>
                <c:pt idx="430">
                  <c:v>31.992614066449008</c:v>
                </c:pt>
                <c:pt idx="431">
                  <c:v>31.980553689354043</c:v>
                </c:pt>
                <c:pt idx="432">
                  <c:v>31.953235496608951</c:v>
                </c:pt>
                <c:pt idx="433">
                  <c:v>31.957218032844526</c:v>
                </c:pt>
                <c:pt idx="434">
                  <c:v>31.965683084347511</c:v>
                </c:pt>
                <c:pt idx="435">
                  <c:v>31.995939459808522</c:v>
                </c:pt>
                <c:pt idx="436">
                  <c:v>31.958333594370057</c:v>
                </c:pt>
                <c:pt idx="437">
                  <c:v>32.436912680473647</c:v>
                </c:pt>
                <c:pt idx="438">
                  <c:v>32.234047092725326</c:v>
                </c:pt>
                <c:pt idx="439">
                  <c:v>32.095029511298407</c:v>
                </c:pt>
                <c:pt idx="440">
                  <c:v>32.207877754822803</c:v>
                </c:pt>
                <c:pt idx="441">
                  <c:v>32.059477146542854</c:v>
                </c:pt>
                <c:pt idx="442">
                  <c:v>32.02850579595215</c:v>
                </c:pt>
                <c:pt idx="443">
                  <c:v>31.978316329717355</c:v>
                </c:pt>
                <c:pt idx="444">
                  <c:v>32.056779696975426</c:v>
                </c:pt>
                <c:pt idx="445">
                  <c:v>32.124673293459317</c:v>
                </c:pt>
                <c:pt idx="446">
                  <c:v>32.035840214530332</c:v>
                </c:pt>
                <c:pt idx="447">
                  <c:v>32.122969503538528</c:v>
                </c:pt>
                <c:pt idx="448">
                  <c:v>32.233463689142809</c:v>
                </c:pt>
                <c:pt idx="449">
                  <c:v>32.276014214493877</c:v>
                </c:pt>
                <c:pt idx="450">
                  <c:v>32.204421803976963</c:v>
                </c:pt>
                <c:pt idx="451">
                  <c:v>32.074425222602613</c:v>
                </c:pt>
                <c:pt idx="452">
                  <c:v>32.125896366395651</c:v>
                </c:pt>
                <c:pt idx="453">
                  <c:v>32.13044464300539</c:v>
                </c:pt>
                <c:pt idx="454">
                  <c:v>32.197641636139849</c:v>
                </c:pt>
                <c:pt idx="455">
                  <c:v>32.202324591192706</c:v>
                </c:pt>
                <c:pt idx="456">
                  <c:v>32.192255071141638</c:v>
                </c:pt>
                <c:pt idx="457">
                  <c:v>32.302251376182106</c:v>
                </c:pt>
                <c:pt idx="458">
                  <c:v>32.249179700875622</c:v>
                </c:pt>
                <c:pt idx="459">
                  <c:v>32.224410090262751</c:v>
                </c:pt>
                <c:pt idx="460">
                  <c:v>32.271016523298627</c:v>
                </c:pt>
                <c:pt idx="461">
                  <c:v>32.29484420302753</c:v>
                </c:pt>
                <c:pt idx="462">
                  <c:v>32.342181489282311</c:v>
                </c:pt>
                <c:pt idx="463">
                  <c:v>32.383111373904029</c:v>
                </c:pt>
                <c:pt idx="464">
                  <c:v>32.344590789939453</c:v>
                </c:pt>
                <c:pt idx="465">
                  <c:v>32.338488761972421</c:v>
                </c:pt>
                <c:pt idx="466">
                  <c:v>32.347604715573887</c:v>
                </c:pt>
                <c:pt idx="467">
                  <c:v>32.309847355652479</c:v>
                </c:pt>
                <c:pt idx="468">
                  <c:v>32.292304804951463</c:v>
                </c:pt>
                <c:pt idx="469">
                  <c:v>32.310488925928283</c:v>
                </c:pt>
                <c:pt idx="470">
                  <c:v>32.31739525231572</c:v>
                </c:pt>
                <c:pt idx="471">
                  <c:v>32.306660755928924</c:v>
                </c:pt>
                <c:pt idx="472">
                  <c:v>32.310658995763454</c:v>
                </c:pt>
                <c:pt idx="473">
                  <c:v>32.332775867185759</c:v>
                </c:pt>
                <c:pt idx="474">
                  <c:v>32.324702279591833</c:v>
                </c:pt>
                <c:pt idx="475">
                  <c:v>32.315525125498425</c:v>
                </c:pt>
                <c:pt idx="476">
                  <c:v>32.328443908712671</c:v>
                </c:pt>
                <c:pt idx="477">
                  <c:v>32.314999101307066</c:v>
                </c:pt>
                <c:pt idx="478">
                  <c:v>32.317313151768786</c:v>
                </c:pt>
                <c:pt idx="479">
                  <c:v>32.342573858523316</c:v>
                </c:pt>
                <c:pt idx="480">
                  <c:v>32.358313849042325</c:v>
                </c:pt>
                <c:pt idx="481">
                  <c:v>32.381971391864724</c:v>
                </c:pt>
                <c:pt idx="482">
                  <c:v>32.398305689773203</c:v>
                </c:pt>
                <c:pt idx="483">
                  <c:v>32.378206288302657</c:v>
                </c:pt>
                <c:pt idx="484">
                  <c:v>32.362578683262704</c:v>
                </c:pt>
                <c:pt idx="485">
                  <c:v>32.357924385745257</c:v>
                </c:pt>
                <c:pt idx="486">
                  <c:v>32.344930476878325</c:v>
                </c:pt>
                <c:pt idx="487">
                  <c:v>32.392999086899309</c:v>
                </c:pt>
                <c:pt idx="488">
                  <c:v>32.384992886079466</c:v>
                </c:pt>
                <c:pt idx="489">
                  <c:v>32.364697338698527</c:v>
                </c:pt>
                <c:pt idx="490">
                  <c:v>32.398357291729141</c:v>
                </c:pt>
                <c:pt idx="491">
                  <c:v>32.38419443976354</c:v>
                </c:pt>
                <c:pt idx="492">
                  <c:v>32.389372155122409</c:v>
                </c:pt>
                <c:pt idx="493">
                  <c:v>32.360127289844527</c:v>
                </c:pt>
                <c:pt idx="494">
                  <c:v>32.381774459962195</c:v>
                </c:pt>
                <c:pt idx="495">
                  <c:v>32.407747846356386</c:v>
                </c:pt>
                <c:pt idx="496">
                  <c:v>32.43690835018095</c:v>
                </c:pt>
                <c:pt idx="497">
                  <c:v>32.449587799312724</c:v>
                </c:pt>
                <c:pt idx="498">
                  <c:v>32.437140596710307</c:v>
                </c:pt>
                <c:pt idx="499">
                  <c:v>32.413587846027902</c:v>
                </c:pt>
                <c:pt idx="500">
                  <c:v>32.411474376044225</c:v>
                </c:pt>
                <c:pt idx="501">
                  <c:v>32.408079034624251</c:v>
                </c:pt>
                <c:pt idx="502">
                  <c:v>32.436272407084871</c:v>
                </c:pt>
                <c:pt idx="503">
                  <c:v>32.474173356766272</c:v>
                </c:pt>
                <c:pt idx="504">
                  <c:v>32.50221275860671</c:v>
                </c:pt>
                <c:pt idx="505">
                  <c:v>32.480245416425007</c:v>
                </c:pt>
                <c:pt idx="506">
                  <c:v>32.455730397050033</c:v>
                </c:pt>
                <c:pt idx="507">
                  <c:v>32.483716022356283</c:v>
                </c:pt>
                <c:pt idx="508">
                  <c:v>32.516696541773761</c:v>
                </c:pt>
                <c:pt idx="509">
                  <c:v>32.514603021318571</c:v>
                </c:pt>
                <c:pt idx="510">
                  <c:v>32.503625836234853</c:v>
                </c:pt>
                <c:pt idx="511">
                  <c:v>32.499337844590059</c:v>
                </c:pt>
                <c:pt idx="512">
                  <c:v>32.506514089356855</c:v>
                </c:pt>
                <c:pt idx="513">
                  <c:v>32.512890085527744</c:v>
                </c:pt>
                <c:pt idx="514">
                  <c:v>32.508244173563931</c:v>
                </c:pt>
                <c:pt idx="515">
                  <c:v>32.508094317874608</c:v>
                </c:pt>
                <c:pt idx="516">
                  <c:v>32.502052464155781</c:v>
                </c:pt>
                <c:pt idx="517">
                  <c:v>32.515547080931249</c:v>
                </c:pt>
                <c:pt idx="518">
                  <c:v>32.50370646933446</c:v>
                </c:pt>
                <c:pt idx="519">
                  <c:v>32.496019419836855</c:v>
                </c:pt>
                <c:pt idx="520">
                  <c:v>32.538318959164982</c:v>
                </c:pt>
                <c:pt idx="521">
                  <c:v>32.494302636418013</c:v>
                </c:pt>
                <c:pt idx="522">
                  <c:v>32.488922836716142</c:v>
                </c:pt>
                <c:pt idx="523">
                  <c:v>32.467289532809794</c:v>
                </c:pt>
                <c:pt idx="524">
                  <c:v>32.500316498336772</c:v>
                </c:pt>
                <c:pt idx="525">
                  <c:v>32.506721228382553</c:v>
                </c:pt>
                <c:pt idx="526">
                  <c:v>32.442451590136294</c:v>
                </c:pt>
                <c:pt idx="527">
                  <c:v>32.459189690982434</c:v>
                </c:pt>
                <c:pt idx="528">
                  <c:v>32.46168028968853</c:v>
                </c:pt>
                <c:pt idx="529">
                  <c:v>32.485323292442345</c:v>
                </c:pt>
                <c:pt idx="530">
                  <c:v>32.485919256834244</c:v>
                </c:pt>
                <c:pt idx="531">
                  <c:v>32.486851299871603</c:v>
                </c:pt>
                <c:pt idx="532">
                  <c:v>32.462798804055531</c:v>
                </c:pt>
                <c:pt idx="533">
                  <c:v>32.442430782828382</c:v>
                </c:pt>
                <c:pt idx="534">
                  <c:v>32.444959940474867</c:v>
                </c:pt>
                <c:pt idx="535">
                  <c:v>32.437767304398754</c:v>
                </c:pt>
                <c:pt idx="536">
                  <c:v>32.409900841788776</c:v>
                </c:pt>
                <c:pt idx="537">
                  <c:v>32.417519019249156</c:v>
                </c:pt>
                <c:pt idx="538">
                  <c:v>32.422099199803831</c:v>
                </c:pt>
                <c:pt idx="539">
                  <c:v>32.43599601452101</c:v>
                </c:pt>
                <c:pt idx="540">
                  <c:v>32.41800042057077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8022-4DA3-A5C1-DAA90C22AF82}"/>
            </c:ext>
          </c:extLst>
        </c:ser>
        <c:ser>
          <c:idx val="16"/>
          <c:order val="1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plot!$R$2:$R$542</c:f>
              <c:numCache>
                <c:formatCode>General</c:formatCode>
                <c:ptCount val="541"/>
                <c:pt idx="0">
                  <c:v>33.286599038279029</c:v>
                </c:pt>
                <c:pt idx="1">
                  <c:v>34.405547893082982</c:v>
                </c:pt>
                <c:pt idx="2">
                  <c:v>34.519474108436206</c:v>
                </c:pt>
                <c:pt idx="3">
                  <c:v>34.12957926221975</c:v>
                </c:pt>
                <c:pt idx="4">
                  <c:v>33.977312736658646</c:v>
                </c:pt>
                <c:pt idx="5">
                  <c:v>34.271535697056976</c:v>
                </c:pt>
                <c:pt idx="6">
                  <c:v>34.155696432422332</c:v>
                </c:pt>
                <c:pt idx="7">
                  <c:v>34.039513406442808</c:v>
                </c:pt>
                <c:pt idx="8">
                  <c:v>34.242543152685954</c:v>
                </c:pt>
                <c:pt idx="9">
                  <c:v>34.155371351071729</c:v>
                </c:pt>
                <c:pt idx="10">
                  <c:v>34.236044798465237</c:v>
                </c:pt>
                <c:pt idx="11">
                  <c:v>34.233453434504533</c:v>
                </c:pt>
                <c:pt idx="12">
                  <c:v>34.040501820493787</c:v>
                </c:pt>
                <c:pt idx="13">
                  <c:v>34.051623596923285</c:v>
                </c:pt>
                <c:pt idx="14">
                  <c:v>34.125965483608482</c:v>
                </c:pt>
                <c:pt idx="15">
                  <c:v>34.289783134619</c:v>
                </c:pt>
                <c:pt idx="16">
                  <c:v>34.288085654821415</c:v>
                </c:pt>
                <c:pt idx="17">
                  <c:v>34.238671945741267</c:v>
                </c:pt>
                <c:pt idx="18">
                  <c:v>34.255419076910293</c:v>
                </c:pt>
                <c:pt idx="19">
                  <c:v>34.261385645831339</c:v>
                </c:pt>
                <c:pt idx="20">
                  <c:v>34.250423291966968</c:v>
                </c:pt>
                <c:pt idx="21">
                  <c:v>34.305951180291835</c:v>
                </c:pt>
                <c:pt idx="22">
                  <c:v>34.306629411956884</c:v>
                </c:pt>
                <c:pt idx="23">
                  <c:v>34.348814021150432</c:v>
                </c:pt>
                <c:pt idx="24">
                  <c:v>34.432853023248917</c:v>
                </c:pt>
                <c:pt idx="25">
                  <c:v>34.398015472954953</c:v>
                </c:pt>
                <c:pt idx="26">
                  <c:v>34.43716539649872</c:v>
                </c:pt>
                <c:pt idx="27">
                  <c:v>34.449027645560193</c:v>
                </c:pt>
                <c:pt idx="28">
                  <c:v>34.52895294717873</c:v>
                </c:pt>
                <c:pt idx="29">
                  <c:v>34.628747522903041</c:v>
                </c:pt>
                <c:pt idx="30">
                  <c:v>34.625318172655234</c:v>
                </c:pt>
                <c:pt idx="31">
                  <c:v>34.643495609509763</c:v>
                </c:pt>
                <c:pt idx="32">
                  <c:v>34.650350201099414</c:v>
                </c:pt>
                <c:pt idx="33">
                  <c:v>34.67665701283989</c:v>
                </c:pt>
                <c:pt idx="34">
                  <c:v>34.717314369757659</c:v>
                </c:pt>
                <c:pt idx="35">
                  <c:v>34.732696909666984</c:v>
                </c:pt>
                <c:pt idx="36">
                  <c:v>34.76127249683347</c:v>
                </c:pt>
                <c:pt idx="37">
                  <c:v>34.805777949294345</c:v>
                </c:pt>
                <c:pt idx="38">
                  <c:v>34.846356539440414</c:v>
                </c:pt>
                <c:pt idx="39">
                  <c:v>34.877036096681529</c:v>
                </c:pt>
                <c:pt idx="40">
                  <c:v>34.897672914420625</c:v>
                </c:pt>
                <c:pt idx="41">
                  <c:v>34.996078785041995</c:v>
                </c:pt>
                <c:pt idx="42">
                  <c:v>35.101742130260199</c:v>
                </c:pt>
                <c:pt idx="43">
                  <c:v>35.11479988939972</c:v>
                </c:pt>
                <c:pt idx="44">
                  <c:v>35.223103139808067</c:v>
                </c:pt>
                <c:pt idx="45">
                  <c:v>35.320936630273607</c:v>
                </c:pt>
                <c:pt idx="46">
                  <c:v>35.327756114606295</c:v>
                </c:pt>
                <c:pt idx="47">
                  <c:v>35.337343740217463</c:v>
                </c:pt>
                <c:pt idx="48">
                  <c:v>35.443496503913472</c:v>
                </c:pt>
                <c:pt idx="49">
                  <c:v>35.498481291023602</c:v>
                </c:pt>
                <c:pt idx="50">
                  <c:v>35.50983748531592</c:v>
                </c:pt>
                <c:pt idx="51">
                  <c:v>35.601292310169121</c:v>
                </c:pt>
                <c:pt idx="52">
                  <c:v>35.61561373944766</c:v>
                </c:pt>
                <c:pt idx="53">
                  <c:v>35.678344005404341</c:v>
                </c:pt>
                <c:pt idx="54">
                  <c:v>35.749235609713097</c:v>
                </c:pt>
                <c:pt idx="55">
                  <c:v>35.858120165203246</c:v>
                </c:pt>
                <c:pt idx="56">
                  <c:v>35.96028560833328</c:v>
                </c:pt>
                <c:pt idx="57">
                  <c:v>36.000193214136068</c:v>
                </c:pt>
                <c:pt idx="58">
                  <c:v>36.057145976089153</c:v>
                </c:pt>
                <c:pt idx="59">
                  <c:v>36.176830188892708</c:v>
                </c:pt>
                <c:pt idx="60">
                  <c:v>36.277643859295466</c:v>
                </c:pt>
                <c:pt idx="61">
                  <c:v>36.480722198129385</c:v>
                </c:pt>
                <c:pt idx="62">
                  <c:v>36.709406856682357</c:v>
                </c:pt>
                <c:pt idx="63">
                  <c:v>36.87716037675343</c:v>
                </c:pt>
                <c:pt idx="64">
                  <c:v>37.038569287353639</c:v>
                </c:pt>
                <c:pt idx="65">
                  <c:v>37.241787214323061</c:v>
                </c:pt>
                <c:pt idx="66">
                  <c:v>37.512476205612252</c:v>
                </c:pt>
                <c:pt idx="67">
                  <c:v>37.713096998235883</c:v>
                </c:pt>
                <c:pt idx="68">
                  <c:v>37.951088271454744</c:v>
                </c:pt>
                <c:pt idx="69">
                  <c:v>38.292750032278803</c:v>
                </c:pt>
                <c:pt idx="70">
                  <c:v>38.592341488536995</c:v>
                </c:pt>
                <c:pt idx="71">
                  <c:v>38.778852336316291</c:v>
                </c:pt>
                <c:pt idx="72">
                  <c:v>38.976378033414164</c:v>
                </c:pt>
                <c:pt idx="73">
                  <c:v>39.440880105487665</c:v>
                </c:pt>
                <c:pt idx="74">
                  <c:v>39.636568911398307</c:v>
                </c:pt>
                <c:pt idx="75">
                  <c:v>39.878555264326501</c:v>
                </c:pt>
                <c:pt idx="76">
                  <c:v>40.273687384190971</c:v>
                </c:pt>
                <c:pt idx="77">
                  <c:v>40.743369964898868</c:v>
                </c:pt>
                <c:pt idx="78">
                  <c:v>40.874861224090104</c:v>
                </c:pt>
                <c:pt idx="79">
                  <c:v>40.999183493496588</c:v>
                </c:pt>
                <c:pt idx="80">
                  <c:v>41.340007266839088</c:v>
                </c:pt>
                <c:pt idx="81">
                  <c:v>41.34289351527493</c:v>
                </c:pt>
                <c:pt idx="82">
                  <c:v>41.34446934759977</c:v>
                </c:pt>
                <c:pt idx="83">
                  <c:v>41.434028361465394</c:v>
                </c:pt>
                <c:pt idx="84">
                  <c:v>41.623606173098004</c:v>
                </c:pt>
                <c:pt idx="85">
                  <c:v>41.378170326727215</c:v>
                </c:pt>
                <c:pt idx="86">
                  <c:v>41.344807997895636</c:v>
                </c:pt>
                <c:pt idx="87">
                  <c:v>41.328134325066529</c:v>
                </c:pt>
                <c:pt idx="88">
                  <c:v>41.281601328181878</c:v>
                </c:pt>
                <c:pt idx="89">
                  <c:v>41.269742910914104</c:v>
                </c:pt>
                <c:pt idx="90">
                  <c:v>41.191341774516857</c:v>
                </c:pt>
                <c:pt idx="91">
                  <c:v>41.136009985520602</c:v>
                </c:pt>
                <c:pt idx="92">
                  <c:v>40.989141556664563</c:v>
                </c:pt>
                <c:pt idx="93">
                  <c:v>40.888758728940715</c:v>
                </c:pt>
                <c:pt idx="94">
                  <c:v>40.660095474921114</c:v>
                </c:pt>
                <c:pt idx="95">
                  <c:v>40.565668458608343</c:v>
                </c:pt>
                <c:pt idx="96">
                  <c:v>40.47004339998476</c:v>
                </c:pt>
                <c:pt idx="97">
                  <c:v>40.420890182436196</c:v>
                </c:pt>
                <c:pt idx="98">
                  <c:v>40.136016024656804</c:v>
                </c:pt>
                <c:pt idx="99">
                  <c:v>40.006933998586234</c:v>
                </c:pt>
                <c:pt idx="100">
                  <c:v>39.909098310333782</c:v>
                </c:pt>
                <c:pt idx="101">
                  <c:v>39.895740199724173</c:v>
                </c:pt>
                <c:pt idx="102">
                  <c:v>39.883388407962151</c:v>
                </c:pt>
                <c:pt idx="103">
                  <c:v>39.857287184853611</c:v>
                </c:pt>
                <c:pt idx="104">
                  <c:v>39.780265111963686</c:v>
                </c:pt>
                <c:pt idx="105">
                  <c:v>39.397562681073758</c:v>
                </c:pt>
                <c:pt idx="106">
                  <c:v>38.825859749394198</c:v>
                </c:pt>
                <c:pt idx="107">
                  <c:v>38.148255289729093</c:v>
                </c:pt>
                <c:pt idx="108">
                  <c:v>37.596735877460887</c:v>
                </c:pt>
                <c:pt idx="109">
                  <c:v>37.042549766113432</c:v>
                </c:pt>
                <c:pt idx="110">
                  <c:v>36.672707828654573</c:v>
                </c:pt>
                <c:pt idx="111">
                  <c:v>36.41998245822046</c:v>
                </c:pt>
                <c:pt idx="112">
                  <c:v>36.225617484476558</c:v>
                </c:pt>
                <c:pt idx="113">
                  <c:v>36.00488992298267</c:v>
                </c:pt>
                <c:pt idx="114">
                  <c:v>35.912818838680224</c:v>
                </c:pt>
                <c:pt idx="115">
                  <c:v>35.803684633708428</c:v>
                </c:pt>
                <c:pt idx="116">
                  <c:v>35.633674435594948</c:v>
                </c:pt>
                <c:pt idx="117">
                  <c:v>35.653113908581695</c:v>
                </c:pt>
                <c:pt idx="118">
                  <c:v>35.616596780865201</c:v>
                </c:pt>
                <c:pt idx="119">
                  <c:v>35.573576067239586</c:v>
                </c:pt>
                <c:pt idx="120">
                  <c:v>35.465114996619995</c:v>
                </c:pt>
                <c:pt idx="121">
                  <c:v>35.419894919412314</c:v>
                </c:pt>
                <c:pt idx="122">
                  <c:v>35.417383794979429</c:v>
                </c:pt>
                <c:pt idx="123">
                  <c:v>35.35855234566548</c:v>
                </c:pt>
                <c:pt idx="124">
                  <c:v>35.318272191092639</c:v>
                </c:pt>
                <c:pt idx="125">
                  <c:v>35.31264612894045</c:v>
                </c:pt>
                <c:pt idx="126">
                  <c:v>35.305792617133058</c:v>
                </c:pt>
                <c:pt idx="127">
                  <c:v>35.311195288579363</c:v>
                </c:pt>
                <c:pt idx="128">
                  <c:v>35.290899770424915</c:v>
                </c:pt>
                <c:pt idx="129">
                  <c:v>35.175475525597875</c:v>
                </c:pt>
                <c:pt idx="130">
                  <c:v>35.200190615551662</c:v>
                </c:pt>
                <c:pt idx="131">
                  <c:v>35.187313931657499</c:v>
                </c:pt>
                <c:pt idx="132">
                  <c:v>35.153936476766553</c:v>
                </c:pt>
                <c:pt idx="133">
                  <c:v>35.142680713124136</c:v>
                </c:pt>
                <c:pt idx="134">
                  <c:v>35.169021065003967</c:v>
                </c:pt>
                <c:pt idx="135">
                  <c:v>35.1543809267624</c:v>
                </c:pt>
                <c:pt idx="136">
                  <c:v>35.14786883995685</c:v>
                </c:pt>
                <c:pt idx="137">
                  <c:v>35.026992041087382</c:v>
                </c:pt>
                <c:pt idx="138">
                  <c:v>34.959203480170729</c:v>
                </c:pt>
                <c:pt idx="139">
                  <c:v>34.922661254683291</c:v>
                </c:pt>
                <c:pt idx="140">
                  <c:v>34.889932547817537</c:v>
                </c:pt>
                <c:pt idx="141">
                  <c:v>34.860450067772106</c:v>
                </c:pt>
                <c:pt idx="142">
                  <c:v>34.9156260623433</c:v>
                </c:pt>
                <c:pt idx="143">
                  <c:v>34.873898765424741</c:v>
                </c:pt>
                <c:pt idx="144">
                  <c:v>34.919983652669863</c:v>
                </c:pt>
                <c:pt idx="145">
                  <c:v>35.123624873397922</c:v>
                </c:pt>
                <c:pt idx="146">
                  <c:v>35.197984136335869</c:v>
                </c:pt>
                <c:pt idx="147">
                  <c:v>35.245376028344495</c:v>
                </c:pt>
                <c:pt idx="148">
                  <c:v>35.295177277696538</c:v>
                </c:pt>
                <c:pt idx="149">
                  <c:v>35.335730535959577</c:v>
                </c:pt>
                <c:pt idx="150">
                  <c:v>35.433299021101888</c:v>
                </c:pt>
                <c:pt idx="151">
                  <c:v>35.617003132553464</c:v>
                </c:pt>
                <c:pt idx="152">
                  <c:v>35.699493509495703</c:v>
                </c:pt>
                <c:pt idx="153">
                  <c:v>35.751802108820492</c:v>
                </c:pt>
                <c:pt idx="154">
                  <c:v>35.819893885496903</c:v>
                </c:pt>
                <c:pt idx="155">
                  <c:v>35.873305124069468</c:v>
                </c:pt>
                <c:pt idx="156">
                  <c:v>35.861290205262591</c:v>
                </c:pt>
                <c:pt idx="157">
                  <c:v>35.906274168489304</c:v>
                </c:pt>
                <c:pt idx="158">
                  <c:v>35.912588921502767</c:v>
                </c:pt>
                <c:pt idx="159">
                  <c:v>35.96827811842838</c:v>
                </c:pt>
                <c:pt idx="160">
                  <c:v>36.017586069730925</c:v>
                </c:pt>
                <c:pt idx="161">
                  <c:v>35.933419263934795</c:v>
                </c:pt>
                <c:pt idx="162">
                  <c:v>35.904702774738467</c:v>
                </c:pt>
                <c:pt idx="163">
                  <c:v>35.965283461764351</c:v>
                </c:pt>
                <c:pt idx="164">
                  <c:v>35.991750777643894</c:v>
                </c:pt>
                <c:pt idx="165">
                  <c:v>35.956663568312692</c:v>
                </c:pt>
                <c:pt idx="166">
                  <c:v>35.921030002444176</c:v>
                </c:pt>
                <c:pt idx="167">
                  <c:v>35.898792751350946</c:v>
                </c:pt>
                <c:pt idx="168">
                  <c:v>35.864971806502865</c:v>
                </c:pt>
                <c:pt idx="169">
                  <c:v>35.867746017973232</c:v>
                </c:pt>
                <c:pt idx="170">
                  <c:v>35.90866326319297</c:v>
                </c:pt>
                <c:pt idx="171">
                  <c:v>35.854394051611372</c:v>
                </c:pt>
                <c:pt idx="172">
                  <c:v>35.801831605509712</c:v>
                </c:pt>
                <c:pt idx="173">
                  <c:v>35.821499235055491</c:v>
                </c:pt>
                <c:pt idx="174">
                  <c:v>35.858227957095529</c:v>
                </c:pt>
                <c:pt idx="175">
                  <c:v>35.838903786698936</c:v>
                </c:pt>
                <c:pt idx="176">
                  <c:v>35.871467821991644</c:v>
                </c:pt>
                <c:pt idx="177">
                  <c:v>35.902685440468218</c:v>
                </c:pt>
                <c:pt idx="178">
                  <c:v>35.871715732354964</c:v>
                </c:pt>
                <c:pt idx="179">
                  <c:v>35.882731135898069</c:v>
                </c:pt>
                <c:pt idx="180">
                  <c:v>35.936680373594726</c:v>
                </c:pt>
                <c:pt idx="181">
                  <c:v>35.993642371030617</c:v>
                </c:pt>
                <c:pt idx="182">
                  <c:v>36.003930820720136</c:v>
                </c:pt>
                <c:pt idx="183">
                  <c:v>36.055299792085542</c:v>
                </c:pt>
                <c:pt idx="184">
                  <c:v>36.105647100706271</c:v>
                </c:pt>
                <c:pt idx="185">
                  <c:v>36.182820534225044</c:v>
                </c:pt>
                <c:pt idx="186">
                  <c:v>36.209893838483382</c:v>
                </c:pt>
                <c:pt idx="187">
                  <c:v>36.209395748302875</c:v>
                </c:pt>
                <c:pt idx="188">
                  <c:v>36.243541000498347</c:v>
                </c:pt>
                <c:pt idx="189">
                  <c:v>36.215561701587021</c:v>
                </c:pt>
                <c:pt idx="190">
                  <c:v>36.227293516773244</c:v>
                </c:pt>
                <c:pt idx="191">
                  <c:v>36.199703450701271</c:v>
                </c:pt>
                <c:pt idx="192">
                  <c:v>36.185394075806144</c:v>
                </c:pt>
                <c:pt idx="193">
                  <c:v>36.28283668509215</c:v>
                </c:pt>
                <c:pt idx="194">
                  <c:v>36.319403559237543</c:v>
                </c:pt>
                <c:pt idx="195">
                  <c:v>36.384148364452848</c:v>
                </c:pt>
                <c:pt idx="196">
                  <c:v>36.370977075286085</c:v>
                </c:pt>
                <c:pt idx="197">
                  <c:v>36.320556652028259</c:v>
                </c:pt>
                <c:pt idx="198">
                  <c:v>36.330930655351011</c:v>
                </c:pt>
                <c:pt idx="199">
                  <c:v>36.325941650401134</c:v>
                </c:pt>
                <c:pt idx="200">
                  <c:v>36.258946005612117</c:v>
                </c:pt>
                <c:pt idx="201">
                  <c:v>36.092090028270036</c:v>
                </c:pt>
                <c:pt idx="202">
                  <c:v>36.015709952825176</c:v>
                </c:pt>
                <c:pt idx="203">
                  <c:v>36.181509774112612</c:v>
                </c:pt>
                <c:pt idx="204">
                  <c:v>36.361160879836405</c:v>
                </c:pt>
                <c:pt idx="205">
                  <c:v>36.546208660870477</c:v>
                </c:pt>
                <c:pt idx="206">
                  <c:v>36.502980753272922</c:v>
                </c:pt>
                <c:pt idx="207">
                  <c:v>36.439919978387536</c:v>
                </c:pt>
                <c:pt idx="208">
                  <c:v>36.525571757131019</c:v>
                </c:pt>
                <c:pt idx="209">
                  <c:v>36.489199215126348</c:v>
                </c:pt>
                <c:pt idx="210">
                  <c:v>36.472280938169874</c:v>
                </c:pt>
                <c:pt idx="211">
                  <c:v>36.412977662228968</c:v>
                </c:pt>
                <c:pt idx="212">
                  <c:v>36.279036940861033</c:v>
                </c:pt>
                <c:pt idx="213">
                  <c:v>36.132187240971703</c:v>
                </c:pt>
                <c:pt idx="214">
                  <c:v>36.215512480715859</c:v>
                </c:pt>
                <c:pt idx="215">
                  <c:v>36.386024510025386</c:v>
                </c:pt>
                <c:pt idx="216">
                  <c:v>36.278414823831902</c:v>
                </c:pt>
                <c:pt idx="217">
                  <c:v>36.309407919264551</c:v>
                </c:pt>
                <c:pt idx="218">
                  <c:v>36.259722187503563</c:v>
                </c:pt>
                <c:pt idx="219">
                  <c:v>36.016673328827679</c:v>
                </c:pt>
                <c:pt idx="220">
                  <c:v>36.020693902865155</c:v>
                </c:pt>
                <c:pt idx="221">
                  <c:v>36.079944269475128</c:v>
                </c:pt>
                <c:pt idx="222">
                  <c:v>36.128470123972768</c:v>
                </c:pt>
                <c:pt idx="223">
                  <c:v>36.041537159684168</c:v>
                </c:pt>
                <c:pt idx="224">
                  <c:v>36.00705846977003</c:v>
                </c:pt>
                <c:pt idx="225">
                  <c:v>35.813880291401318</c:v>
                </c:pt>
                <c:pt idx="226">
                  <c:v>35.687034991290268</c:v>
                </c:pt>
                <c:pt idx="227">
                  <c:v>35.766436092064261</c:v>
                </c:pt>
                <c:pt idx="228">
                  <c:v>35.830543281074938</c:v>
                </c:pt>
                <c:pt idx="229">
                  <c:v>35.718746667486151</c:v>
                </c:pt>
                <c:pt idx="230">
                  <c:v>35.63137275069888</c:v>
                </c:pt>
                <c:pt idx="231">
                  <c:v>35.656015484192338</c:v>
                </c:pt>
                <c:pt idx="232">
                  <c:v>35.753731459947424</c:v>
                </c:pt>
                <c:pt idx="233">
                  <c:v>35.885533027539005</c:v>
                </c:pt>
                <c:pt idx="234">
                  <c:v>35.86947491660068</c:v>
                </c:pt>
                <c:pt idx="235">
                  <c:v>35.95005091603376</c:v>
                </c:pt>
                <c:pt idx="236">
                  <c:v>36.045769581268473</c:v>
                </c:pt>
                <c:pt idx="237">
                  <c:v>36.019436978976394</c:v>
                </c:pt>
                <c:pt idx="238">
                  <c:v>35.986115051201551</c:v>
                </c:pt>
                <c:pt idx="239">
                  <c:v>36.043704894245934</c:v>
                </c:pt>
                <c:pt idx="240">
                  <c:v>35.937063409630554</c:v>
                </c:pt>
                <c:pt idx="241">
                  <c:v>35.768691480101317</c:v>
                </c:pt>
                <c:pt idx="242">
                  <c:v>35.740998304378728</c:v>
                </c:pt>
                <c:pt idx="243">
                  <c:v>35.795909972073972</c:v>
                </c:pt>
                <c:pt idx="244">
                  <c:v>35.821116447465137</c:v>
                </c:pt>
                <c:pt idx="245">
                  <c:v>35.861550977457135</c:v>
                </c:pt>
                <c:pt idx="246">
                  <c:v>35.88571533874088</c:v>
                </c:pt>
                <c:pt idx="247">
                  <c:v>35.75918562171875</c:v>
                </c:pt>
                <c:pt idx="248">
                  <c:v>35.801626186489599</c:v>
                </c:pt>
                <c:pt idx="249">
                  <c:v>35.835981532780167</c:v>
                </c:pt>
                <c:pt idx="250">
                  <c:v>35.60762797560281</c:v>
                </c:pt>
                <c:pt idx="251">
                  <c:v>35.634550291900503</c:v>
                </c:pt>
                <c:pt idx="252">
                  <c:v>35.710889187507611</c:v>
                </c:pt>
                <c:pt idx="253">
                  <c:v>35.826044134160256</c:v>
                </c:pt>
                <c:pt idx="254">
                  <c:v>35.787217247069698</c:v>
                </c:pt>
                <c:pt idx="255">
                  <c:v>35.625630258396292</c:v>
                </c:pt>
                <c:pt idx="256">
                  <c:v>35.521570265617264</c:v>
                </c:pt>
                <c:pt idx="257">
                  <c:v>35.338946423764959</c:v>
                </c:pt>
                <c:pt idx="258">
                  <c:v>35.165305166343423</c:v>
                </c:pt>
                <c:pt idx="259">
                  <c:v>35</c:v>
                </c:pt>
                <c:pt idx="260">
                  <c:v>34.923557562351597</c:v>
                </c:pt>
                <c:pt idx="261">
                  <c:v>34.841011777290262</c:v>
                </c:pt>
                <c:pt idx="262">
                  <c:v>34.926891155979348</c:v>
                </c:pt>
                <c:pt idx="263">
                  <c:v>35.082641489125621</c:v>
                </c:pt>
                <c:pt idx="264">
                  <c:v>35.074809665920334</c:v>
                </c:pt>
                <c:pt idx="265">
                  <c:v>35.049317057784826</c:v>
                </c:pt>
                <c:pt idx="266">
                  <c:v>34.988791831433801</c:v>
                </c:pt>
                <c:pt idx="267">
                  <c:v>35.020945989023602</c:v>
                </c:pt>
                <c:pt idx="268">
                  <c:v>34.944284099963454</c:v>
                </c:pt>
                <c:pt idx="269">
                  <c:v>34.900956742508278</c:v>
                </c:pt>
                <c:pt idx="270">
                  <c:v>34.899623507635802</c:v>
                </c:pt>
                <c:pt idx="271">
                  <c:v>34.875369295089854</c:v>
                </c:pt>
                <c:pt idx="272">
                  <c:v>34.885631727282394</c:v>
                </c:pt>
                <c:pt idx="273">
                  <c:v>34.77136632054772</c:v>
                </c:pt>
                <c:pt idx="274">
                  <c:v>34.813888920103835</c:v>
                </c:pt>
                <c:pt idx="275">
                  <c:v>34.891123022096892</c:v>
                </c:pt>
                <c:pt idx="276">
                  <c:v>34.819990975122508</c:v>
                </c:pt>
                <c:pt idx="277">
                  <c:v>34.643784713148392</c:v>
                </c:pt>
                <c:pt idx="278">
                  <c:v>34.76199034659367</c:v>
                </c:pt>
                <c:pt idx="279">
                  <c:v>34.827494874187593</c:v>
                </c:pt>
                <c:pt idx="280">
                  <c:v>34.886500741781752</c:v>
                </c:pt>
                <c:pt idx="281">
                  <c:v>34.86541216416574</c:v>
                </c:pt>
                <c:pt idx="282">
                  <c:v>34.889325796185574</c:v>
                </c:pt>
                <c:pt idx="283">
                  <c:v>34.973501923464887</c:v>
                </c:pt>
                <c:pt idx="284">
                  <c:v>35.116540326408433</c:v>
                </c:pt>
                <c:pt idx="285">
                  <c:v>35.062676754623247</c:v>
                </c:pt>
                <c:pt idx="286">
                  <c:v>34.843595411968849</c:v>
                </c:pt>
                <c:pt idx="287">
                  <c:v>35.086028202307389</c:v>
                </c:pt>
                <c:pt idx="288">
                  <c:v>35.187299967946714</c:v>
                </c:pt>
                <c:pt idx="289">
                  <c:v>35.345618599041181</c:v>
                </c:pt>
                <c:pt idx="290">
                  <c:v>35.265479815869028</c:v>
                </c:pt>
                <c:pt idx="291">
                  <c:v>35.253364888202213</c:v>
                </c:pt>
                <c:pt idx="292">
                  <c:v>35.477780680130579</c:v>
                </c:pt>
                <c:pt idx="293">
                  <c:v>35.441073778292299</c:v>
                </c:pt>
                <c:pt idx="294">
                  <c:v>35.422826279813364</c:v>
                </c:pt>
                <c:pt idx="295">
                  <c:v>35.451152599722001</c:v>
                </c:pt>
                <c:pt idx="296">
                  <c:v>35.529519259531568</c:v>
                </c:pt>
                <c:pt idx="297">
                  <c:v>35.579599694710197</c:v>
                </c:pt>
                <c:pt idx="298">
                  <c:v>35.566776506323016</c:v>
                </c:pt>
                <c:pt idx="299">
                  <c:v>35.596558831391981</c:v>
                </c:pt>
                <c:pt idx="300">
                  <c:v>35.629273090197714</c:v>
                </c:pt>
                <c:pt idx="301">
                  <c:v>35.574013522390402</c:v>
                </c:pt>
                <c:pt idx="302">
                  <c:v>35.432195655628881</c:v>
                </c:pt>
                <c:pt idx="303">
                  <c:v>35.423303887575443</c:v>
                </c:pt>
                <c:pt idx="304">
                  <c:v>35.50271704751065</c:v>
                </c:pt>
                <c:pt idx="305">
                  <c:v>35.580884979605685</c:v>
                </c:pt>
                <c:pt idx="306">
                  <c:v>35.569864817376136</c:v>
                </c:pt>
                <c:pt idx="307">
                  <c:v>35.538798602528594</c:v>
                </c:pt>
                <c:pt idx="308">
                  <c:v>35.533419337512875</c:v>
                </c:pt>
                <c:pt idx="309">
                  <c:v>35.464915982237599</c:v>
                </c:pt>
                <c:pt idx="310">
                  <c:v>35.496130499923517</c:v>
                </c:pt>
                <c:pt idx="311">
                  <c:v>35.418074817405952</c:v>
                </c:pt>
                <c:pt idx="312">
                  <c:v>35.549964449363415</c:v>
                </c:pt>
                <c:pt idx="313">
                  <c:v>35.494841851458496</c:v>
                </c:pt>
                <c:pt idx="314">
                  <c:v>35.467782450591272</c:v>
                </c:pt>
                <c:pt idx="315">
                  <c:v>35.508902718765611</c:v>
                </c:pt>
                <c:pt idx="316">
                  <c:v>35.468213541715635</c:v>
                </c:pt>
                <c:pt idx="317">
                  <c:v>35.524018810456823</c:v>
                </c:pt>
                <c:pt idx="318">
                  <c:v>35.580537366161465</c:v>
                </c:pt>
                <c:pt idx="319">
                  <c:v>35.485495084181359</c:v>
                </c:pt>
                <c:pt idx="320">
                  <c:v>35.431414944385288</c:v>
                </c:pt>
                <c:pt idx="321">
                  <c:v>35.552449133464222</c:v>
                </c:pt>
                <c:pt idx="322">
                  <c:v>35.622118309583094</c:v>
                </c:pt>
                <c:pt idx="323">
                  <c:v>35.652448170260222</c:v>
                </c:pt>
                <c:pt idx="324">
                  <c:v>35.6687694136251</c:v>
                </c:pt>
                <c:pt idx="325">
                  <c:v>35.691271483558147</c:v>
                </c:pt>
                <c:pt idx="326">
                  <c:v>35.702747447681404</c:v>
                </c:pt>
                <c:pt idx="327">
                  <c:v>35.723362039105936</c:v>
                </c:pt>
                <c:pt idx="328">
                  <c:v>35.743654912749392</c:v>
                </c:pt>
                <c:pt idx="329">
                  <c:v>35.731639516162758</c:v>
                </c:pt>
                <c:pt idx="330">
                  <c:v>35.741525352790667</c:v>
                </c:pt>
                <c:pt idx="331">
                  <c:v>35.752882636420843</c:v>
                </c:pt>
                <c:pt idx="332">
                  <c:v>35.764772931154383</c:v>
                </c:pt>
                <c:pt idx="333">
                  <c:v>35.716059118098066</c:v>
                </c:pt>
                <c:pt idx="334">
                  <c:v>35.683684149813082</c:v>
                </c:pt>
                <c:pt idx="335">
                  <c:v>35.729145008910024</c:v>
                </c:pt>
                <c:pt idx="336">
                  <c:v>35.698542909324054</c:v>
                </c:pt>
                <c:pt idx="337">
                  <c:v>35.638108776462595</c:v>
                </c:pt>
                <c:pt idx="338">
                  <c:v>35.62511784915629</c:v>
                </c:pt>
                <c:pt idx="339">
                  <c:v>35.591877010162797</c:v>
                </c:pt>
                <c:pt idx="340">
                  <c:v>35.495890214925218</c:v>
                </c:pt>
                <c:pt idx="341">
                  <c:v>35.40043558989862</c:v>
                </c:pt>
                <c:pt idx="342">
                  <c:v>35.332332824287668</c:v>
                </c:pt>
                <c:pt idx="343">
                  <c:v>35.343057603956659</c:v>
                </c:pt>
                <c:pt idx="344">
                  <c:v>35.395061389348392</c:v>
                </c:pt>
                <c:pt idx="345">
                  <c:v>35.471027607184922</c:v>
                </c:pt>
                <c:pt idx="346">
                  <c:v>35.56987056984449</c:v>
                </c:pt>
                <c:pt idx="347">
                  <c:v>35.666223172379652</c:v>
                </c:pt>
                <c:pt idx="348">
                  <c:v>35.726796052484218</c:v>
                </c:pt>
                <c:pt idx="349">
                  <c:v>35.73322884098809</c:v>
                </c:pt>
                <c:pt idx="350">
                  <c:v>35.82556153837745</c:v>
                </c:pt>
                <c:pt idx="351">
                  <c:v>35.847794732971188</c:v>
                </c:pt>
                <c:pt idx="352">
                  <c:v>35.84010660680736</c:v>
                </c:pt>
                <c:pt idx="353">
                  <c:v>35.877676073118195</c:v>
                </c:pt>
                <c:pt idx="354">
                  <c:v>35.867029878664582</c:v>
                </c:pt>
                <c:pt idx="355">
                  <c:v>35.846840434784177</c:v>
                </c:pt>
                <c:pt idx="356">
                  <c:v>36.013319926450968</c:v>
                </c:pt>
                <c:pt idx="357">
                  <c:v>36.041499109303864</c:v>
                </c:pt>
                <c:pt idx="358">
                  <c:v>35.974738025711588</c:v>
                </c:pt>
                <c:pt idx="359">
                  <c:v>36.126767737344366</c:v>
                </c:pt>
                <c:pt idx="360">
                  <c:v>36.229876623505191</c:v>
                </c:pt>
                <c:pt idx="361">
                  <c:v>36.1651928116544</c:v>
                </c:pt>
                <c:pt idx="362">
                  <c:v>36.105985387889511</c:v>
                </c:pt>
                <c:pt idx="363">
                  <c:v>36.082201167296226</c:v>
                </c:pt>
                <c:pt idx="364">
                  <c:v>36.088477817373615</c:v>
                </c:pt>
                <c:pt idx="365">
                  <c:v>35.981951506347862</c:v>
                </c:pt>
                <c:pt idx="366">
                  <c:v>35.883728357818981</c:v>
                </c:pt>
                <c:pt idx="367">
                  <c:v>35.83258421288766</c:v>
                </c:pt>
                <c:pt idx="368">
                  <c:v>35.754560828282052</c:v>
                </c:pt>
                <c:pt idx="369">
                  <c:v>35.62814875019312</c:v>
                </c:pt>
                <c:pt idx="370">
                  <c:v>35.545552917701627</c:v>
                </c:pt>
                <c:pt idx="371">
                  <c:v>35.44190249684646</c:v>
                </c:pt>
                <c:pt idx="372">
                  <c:v>35.404817613882251</c:v>
                </c:pt>
                <c:pt idx="373">
                  <c:v>35.329141484806492</c:v>
                </c:pt>
                <c:pt idx="374">
                  <c:v>35.325937417272435</c:v>
                </c:pt>
                <c:pt idx="375">
                  <c:v>35.22648901209746</c:v>
                </c:pt>
                <c:pt idx="376">
                  <c:v>35.134750290509203</c:v>
                </c:pt>
                <c:pt idx="377">
                  <c:v>35.142542553550129</c:v>
                </c:pt>
                <c:pt idx="378">
                  <c:v>35.12289097501548</c:v>
                </c:pt>
                <c:pt idx="379">
                  <c:v>35.055514128864921</c:v>
                </c:pt>
                <c:pt idx="380">
                  <c:v>35.039893731078486</c:v>
                </c:pt>
                <c:pt idx="381">
                  <c:v>34.966230602810526</c:v>
                </c:pt>
                <c:pt idx="382">
                  <c:v>34.868143554624865</c:v>
                </c:pt>
                <c:pt idx="383">
                  <c:v>34.969919014801313</c:v>
                </c:pt>
                <c:pt idx="384">
                  <c:v>34.999851878717934</c:v>
                </c:pt>
                <c:pt idx="385">
                  <c:v>35.024379171065107</c:v>
                </c:pt>
                <c:pt idx="386">
                  <c:v>35.079437211368464</c:v>
                </c:pt>
                <c:pt idx="387">
                  <c:v>35.113485459938701</c:v>
                </c:pt>
                <c:pt idx="388">
                  <c:v>35.181473501073022</c:v>
                </c:pt>
                <c:pt idx="389">
                  <c:v>35.124192399311355</c:v>
                </c:pt>
                <c:pt idx="390">
                  <c:v>35.0525297540214</c:v>
                </c:pt>
                <c:pt idx="391">
                  <c:v>34.980573398400061</c:v>
                </c:pt>
                <c:pt idx="392">
                  <c:v>35.235790151407258</c:v>
                </c:pt>
                <c:pt idx="393">
                  <c:v>35.36408707066041</c:v>
                </c:pt>
                <c:pt idx="394">
                  <c:v>35.444944033260811</c:v>
                </c:pt>
                <c:pt idx="395">
                  <c:v>35.513255913518343</c:v>
                </c:pt>
                <c:pt idx="396">
                  <c:v>35.531010524838393</c:v>
                </c:pt>
                <c:pt idx="397">
                  <c:v>35.49078525282691</c:v>
                </c:pt>
                <c:pt idx="398">
                  <c:v>35.455182070018665</c:v>
                </c:pt>
                <c:pt idx="399">
                  <c:v>35.374122098797059</c:v>
                </c:pt>
                <c:pt idx="400">
                  <c:v>35.3678331028906</c:v>
                </c:pt>
                <c:pt idx="401">
                  <c:v>35.310831559623743</c:v>
                </c:pt>
                <c:pt idx="402">
                  <c:v>35.284282475321149</c:v>
                </c:pt>
                <c:pt idx="403">
                  <c:v>35.213663492145038</c:v>
                </c:pt>
                <c:pt idx="404">
                  <c:v>35.059677511273499</c:v>
                </c:pt>
                <c:pt idx="405">
                  <c:v>34.887175089694551</c:v>
                </c:pt>
                <c:pt idx="406">
                  <c:v>34.673645719884526</c:v>
                </c:pt>
                <c:pt idx="407">
                  <c:v>34.474671006349809</c:v>
                </c:pt>
                <c:pt idx="408">
                  <c:v>34.362606543005846</c:v>
                </c:pt>
                <c:pt idx="409">
                  <c:v>34.330411797278657</c:v>
                </c:pt>
                <c:pt idx="410">
                  <c:v>34.240496105292266</c:v>
                </c:pt>
                <c:pt idx="411">
                  <c:v>34.210544715465332</c:v>
                </c:pt>
                <c:pt idx="412">
                  <c:v>34.238562755148727</c:v>
                </c:pt>
                <c:pt idx="413">
                  <c:v>34.219695323094172</c:v>
                </c:pt>
                <c:pt idx="414">
                  <c:v>34.204899601845099</c:v>
                </c:pt>
                <c:pt idx="415">
                  <c:v>34.14935155061702</c:v>
                </c:pt>
                <c:pt idx="416">
                  <c:v>34.127705777880493</c:v>
                </c:pt>
                <c:pt idx="417">
                  <c:v>34.15491594095743</c:v>
                </c:pt>
                <c:pt idx="418">
                  <c:v>34.098190848228022</c:v>
                </c:pt>
                <c:pt idx="419">
                  <c:v>34.117943944212222</c:v>
                </c:pt>
                <c:pt idx="420">
                  <c:v>34.088924947564628</c:v>
                </c:pt>
                <c:pt idx="421">
                  <c:v>34.055693866723544</c:v>
                </c:pt>
                <c:pt idx="422">
                  <c:v>34.015521620403824</c:v>
                </c:pt>
                <c:pt idx="423">
                  <c:v>34.106230559380343</c:v>
                </c:pt>
                <c:pt idx="424">
                  <c:v>34.10575795516683</c:v>
                </c:pt>
                <c:pt idx="425">
                  <c:v>34.124746552169235</c:v>
                </c:pt>
                <c:pt idx="426">
                  <c:v>34.101129448186924</c:v>
                </c:pt>
                <c:pt idx="427">
                  <c:v>34.044615987555531</c:v>
                </c:pt>
                <c:pt idx="428">
                  <c:v>34.019106036313239</c:v>
                </c:pt>
                <c:pt idx="429">
                  <c:v>34.017287831241845</c:v>
                </c:pt>
                <c:pt idx="430">
                  <c:v>33.993632154904837</c:v>
                </c:pt>
                <c:pt idx="431">
                  <c:v>33.907103357656524</c:v>
                </c:pt>
                <c:pt idx="432">
                  <c:v>33.913489101576054</c:v>
                </c:pt>
                <c:pt idx="433">
                  <c:v>33.943592212755554</c:v>
                </c:pt>
                <c:pt idx="434">
                  <c:v>34.007577737538526</c:v>
                </c:pt>
                <c:pt idx="435">
                  <c:v>34.236279001327155</c:v>
                </c:pt>
                <c:pt idx="436">
                  <c:v>34.678360746807229</c:v>
                </c:pt>
                <c:pt idx="437">
                  <c:v>34.45036672845697</c:v>
                </c:pt>
                <c:pt idx="438">
                  <c:v>33.74653702361249</c:v>
                </c:pt>
                <c:pt idx="439">
                  <c:v>33.242763951436629</c:v>
                </c:pt>
                <c:pt idx="440">
                  <c:v>33.323811693885204</c:v>
                </c:pt>
                <c:pt idx="441">
                  <c:v>33.457487472041286</c:v>
                </c:pt>
                <c:pt idx="442">
                  <c:v>33.686162127080472</c:v>
                </c:pt>
                <c:pt idx="443">
                  <c:v>33.819622592591998</c:v>
                </c:pt>
                <c:pt idx="444">
                  <c:v>34.060476731705108</c:v>
                </c:pt>
                <c:pt idx="445">
                  <c:v>34.20653807587464</c:v>
                </c:pt>
                <c:pt idx="446">
                  <c:v>34.477580681521871</c:v>
                </c:pt>
                <c:pt idx="447">
                  <c:v>34.400074713288184</c:v>
                </c:pt>
                <c:pt idx="448">
                  <c:v>34.224769753273961</c:v>
                </c:pt>
                <c:pt idx="449">
                  <c:v>34.307336184393293</c:v>
                </c:pt>
                <c:pt idx="450">
                  <c:v>34.387177815428096</c:v>
                </c:pt>
                <c:pt idx="451">
                  <c:v>34.25349279880308</c:v>
                </c:pt>
                <c:pt idx="452">
                  <c:v>34.290583078886947</c:v>
                </c:pt>
                <c:pt idx="453">
                  <c:v>34.253706285731717</c:v>
                </c:pt>
                <c:pt idx="454">
                  <c:v>34.329871035393083</c:v>
                </c:pt>
                <c:pt idx="455">
                  <c:v>34.30335125093444</c:v>
                </c:pt>
                <c:pt idx="456">
                  <c:v>34.344125365281741</c:v>
                </c:pt>
                <c:pt idx="457">
                  <c:v>34.21926132229104</c:v>
                </c:pt>
                <c:pt idx="458">
                  <c:v>34.324206916589723</c:v>
                </c:pt>
                <c:pt idx="459">
                  <c:v>34.342797471987005</c:v>
                </c:pt>
                <c:pt idx="460">
                  <c:v>34.360786064001388</c:v>
                </c:pt>
                <c:pt idx="461">
                  <c:v>34.336144671874621</c:v>
                </c:pt>
                <c:pt idx="462">
                  <c:v>34.308273005993804</c:v>
                </c:pt>
                <c:pt idx="463">
                  <c:v>34.383586034394334</c:v>
                </c:pt>
                <c:pt idx="464">
                  <c:v>34.391048115785686</c:v>
                </c:pt>
                <c:pt idx="465">
                  <c:v>34.445418984567411</c:v>
                </c:pt>
                <c:pt idx="466">
                  <c:v>34.391694771583431</c:v>
                </c:pt>
                <c:pt idx="467">
                  <c:v>34.358950020873245</c:v>
                </c:pt>
                <c:pt idx="468">
                  <c:v>34.355193104820067</c:v>
                </c:pt>
                <c:pt idx="469">
                  <c:v>34.31544831202703</c:v>
                </c:pt>
                <c:pt idx="470">
                  <c:v>34.344278398736989</c:v>
                </c:pt>
                <c:pt idx="471">
                  <c:v>34.323685542111086</c:v>
                </c:pt>
                <c:pt idx="472">
                  <c:v>34.336785812003619</c:v>
                </c:pt>
                <c:pt idx="473">
                  <c:v>34.347027679659334</c:v>
                </c:pt>
                <c:pt idx="474">
                  <c:v>34.458534813059302</c:v>
                </c:pt>
                <c:pt idx="475">
                  <c:v>34.466930626607777</c:v>
                </c:pt>
                <c:pt idx="476">
                  <c:v>34.481185768722028</c:v>
                </c:pt>
                <c:pt idx="477">
                  <c:v>34.420015668691768</c:v>
                </c:pt>
                <c:pt idx="478">
                  <c:v>34.388767276420666</c:v>
                </c:pt>
                <c:pt idx="479">
                  <c:v>34.38404826242585</c:v>
                </c:pt>
                <c:pt idx="480">
                  <c:v>34.438284762815982</c:v>
                </c:pt>
                <c:pt idx="481">
                  <c:v>34.48494256294137</c:v>
                </c:pt>
                <c:pt idx="482">
                  <c:v>34.521396511450931</c:v>
                </c:pt>
                <c:pt idx="483">
                  <c:v>34.501757438801576</c:v>
                </c:pt>
                <c:pt idx="484">
                  <c:v>34.460193123907366</c:v>
                </c:pt>
                <c:pt idx="485">
                  <c:v>34.446430692770718</c:v>
                </c:pt>
                <c:pt idx="486">
                  <c:v>34.450200363154664</c:v>
                </c:pt>
                <c:pt idx="487">
                  <c:v>34.493690526452909</c:v>
                </c:pt>
                <c:pt idx="488">
                  <c:v>34.514374778166854</c:v>
                </c:pt>
                <c:pt idx="489">
                  <c:v>34.498287305273216</c:v>
                </c:pt>
                <c:pt idx="490">
                  <c:v>34.520822463843729</c:v>
                </c:pt>
                <c:pt idx="491">
                  <c:v>34.522877069713267</c:v>
                </c:pt>
                <c:pt idx="492">
                  <c:v>34.504328240315729</c:v>
                </c:pt>
                <c:pt idx="493">
                  <c:v>34.542488634192779</c:v>
                </c:pt>
                <c:pt idx="494">
                  <c:v>34.599738178601108</c:v>
                </c:pt>
                <c:pt idx="495">
                  <c:v>34.597820662078909</c:v>
                </c:pt>
                <c:pt idx="496">
                  <c:v>34.636235096233634</c:v>
                </c:pt>
                <c:pt idx="497">
                  <c:v>34.619687227593872</c:v>
                </c:pt>
                <c:pt idx="498">
                  <c:v>34.656861541374084</c:v>
                </c:pt>
                <c:pt idx="499">
                  <c:v>34.651675588439289</c:v>
                </c:pt>
                <c:pt idx="500">
                  <c:v>34.625765864237465</c:v>
                </c:pt>
                <c:pt idx="501">
                  <c:v>34.661713734088885</c:v>
                </c:pt>
                <c:pt idx="502">
                  <c:v>34.661110322137461</c:v>
                </c:pt>
                <c:pt idx="503">
                  <c:v>34.742378696113803</c:v>
                </c:pt>
                <c:pt idx="504">
                  <c:v>34.753368242216148</c:v>
                </c:pt>
                <c:pt idx="505">
                  <c:v>34.741349147614152</c:v>
                </c:pt>
                <c:pt idx="506">
                  <c:v>34.7192902136333</c:v>
                </c:pt>
                <c:pt idx="507">
                  <c:v>34.76269195661974</c:v>
                </c:pt>
                <c:pt idx="508">
                  <c:v>34.774401306601519</c:v>
                </c:pt>
                <c:pt idx="509">
                  <c:v>34.858272610392163</c:v>
                </c:pt>
                <c:pt idx="510">
                  <c:v>34.941213414205777</c:v>
                </c:pt>
                <c:pt idx="511">
                  <c:v>34.956319238409883</c:v>
                </c:pt>
                <c:pt idx="512">
                  <c:v>35.009274331087312</c:v>
                </c:pt>
                <c:pt idx="513">
                  <c:v>35.050200004342059</c:v>
                </c:pt>
                <c:pt idx="514">
                  <c:v>35.029777537715745</c:v>
                </c:pt>
                <c:pt idx="515">
                  <c:v>35.003204225201372</c:v>
                </c:pt>
                <c:pt idx="516">
                  <c:v>34.979812801684474</c:v>
                </c:pt>
                <c:pt idx="517">
                  <c:v>35.030205895939872</c:v>
                </c:pt>
                <c:pt idx="518">
                  <c:v>35.086307598357081</c:v>
                </c:pt>
                <c:pt idx="519">
                  <c:v>35.066148579491973</c:v>
                </c:pt>
                <c:pt idx="520">
                  <c:v>35.028134424444708</c:v>
                </c:pt>
                <c:pt idx="521">
                  <c:v>35.074305894938455</c:v>
                </c:pt>
                <c:pt idx="522">
                  <c:v>35.112973662256799</c:v>
                </c:pt>
                <c:pt idx="523">
                  <c:v>35.096959120055047</c:v>
                </c:pt>
                <c:pt idx="524">
                  <c:v>35.101245650197477</c:v>
                </c:pt>
                <c:pt idx="525">
                  <c:v>35.183002940982881</c:v>
                </c:pt>
                <c:pt idx="526">
                  <c:v>35.133541039485166</c:v>
                </c:pt>
                <c:pt idx="527">
                  <c:v>35.156982730210913</c:v>
                </c:pt>
                <c:pt idx="528">
                  <c:v>35.202875320657107</c:v>
                </c:pt>
                <c:pt idx="529">
                  <c:v>35.197277423621934</c:v>
                </c:pt>
                <c:pt idx="530">
                  <c:v>35.150763213037564</c:v>
                </c:pt>
                <c:pt idx="531">
                  <c:v>35.120082767126092</c:v>
                </c:pt>
                <c:pt idx="532">
                  <c:v>35.135061602247049</c:v>
                </c:pt>
                <c:pt idx="533">
                  <c:v>35.187323235821154</c:v>
                </c:pt>
                <c:pt idx="534">
                  <c:v>35.13731802228839</c:v>
                </c:pt>
                <c:pt idx="535">
                  <c:v>35.150915916227554</c:v>
                </c:pt>
                <c:pt idx="536">
                  <c:v>35.158503168750052</c:v>
                </c:pt>
                <c:pt idx="537">
                  <c:v>35.219118533031136</c:v>
                </c:pt>
                <c:pt idx="538">
                  <c:v>35.271723155141359</c:v>
                </c:pt>
                <c:pt idx="539">
                  <c:v>35.205567361174978</c:v>
                </c:pt>
                <c:pt idx="540">
                  <c:v>35.21511180505118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8022-4DA3-A5C1-DAA90C22AF82}"/>
            </c:ext>
          </c:extLst>
        </c:ser>
        <c:ser>
          <c:idx val="17"/>
          <c:order val="1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plot!$S$2:$S$542</c:f>
              <c:numCache>
                <c:formatCode>General</c:formatCode>
                <c:ptCount val="541"/>
                <c:pt idx="0">
                  <c:v>36.30992361826182</c:v>
                </c:pt>
                <c:pt idx="1">
                  <c:v>36.096645916709129</c:v>
                </c:pt>
                <c:pt idx="2">
                  <c:v>36.046569603529292</c:v>
                </c:pt>
                <c:pt idx="3">
                  <c:v>36.085953680875491</c:v>
                </c:pt>
                <c:pt idx="4">
                  <c:v>36.050420284778099</c:v>
                </c:pt>
                <c:pt idx="5">
                  <c:v>36.118556313825607</c:v>
                </c:pt>
                <c:pt idx="6">
                  <c:v>36.157599430611874</c:v>
                </c:pt>
                <c:pt idx="7">
                  <c:v>36.209812276190171</c:v>
                </c:pt>
                <c:pt idx="8">
                  <c:v>36.239342870462764</c:v>
                </c:pt>
                <c:pt idx="9">
                  <c:v>36.310621908239739</c:v>
                </c:pt>
                <c:pt idx="10">
                  <c:v>36.311454728491256</c:v>
                </c:pt>
                <c:pt idx="11">
                  <c:v>36.283604364380089</c:v>
                </c:pt>
                <c:pt idx="12">
                  <c:v>36.273582584941579</c:v>
                </c:pt>
                <c:pt idx="13">
                  <c:v>36.285134931671656</c:v>
                </c:pt>
                <c:pt idx="14">
                  <c:v>36.243925053785127</c:v>
                </c:pt>
                <c:pt idx="15">
                  <c:v>36.249107312831292</c:v>
                </c:pt>
                <c:pt idx="16">
                  <c:v>36.286608148800802</c:v>
                </c:pt>
                <c:pt idx="17">
                  <c:v>36.299978742489543</c:v>
                </c:pt>
                <c:pt idx="18">
                  <c:v>36.286129284233169</c:v>
                </c:pt>
                <c:pt idx="19">
                  <c:v>36.324543675647369</c:v>
                </c:pt>
                <c:pt idx="20">
                  <c:v>36.410502298252688</c:v>
                </c:pt>
                <c:pt idx="21">
                  <c:v>36.465864268628408</c:v>
                </c:pt>
                <c:pt idx="22">
                  <c:v>36.506345158984594</c:v>
                </c:pt>
                <c:pt idx="23">
                  <c:v>36.525730876202203</c:v>
                </c:pt>
                <c:pt idx="24">
                  <c:v>36.510415861658984</c:v>
                </c:pt>
                <c:pt idx="25">
                  <c:v>36.465572785078876</c:v>
                </c:pt>
                <c:pt idx="26">
                  <c:v>36.42426620453918</c:v>
                </c:pt>
                <c:pt idx="27">
                  <c:v>36.40823130082164</c:v>
                </c:pt>
                <c:pt idx="28">
                  <c:v>36.401869643602751</c:v>
                </c:pt>
                <c:pt idx="29">
                  <c:v>36.40213495997962</c:v>
                </c:pt>
                <c:pt idx="30">
                  <c:v>36.384808372787553</c:v>
                </c:pt>
                <c:pt idx="31">
                  <c:v>36.403251779863133</c:v>
                </c:pt>
                <c:pt idx="32">
                  <c:v>36.414318565423237</c:v>
                </c:pt>
                <c:pt idx="33">
                  <c:v>36.409209526690873</c:v>
                </c:pt>
                <c:pt idx="34">
                  <c:v>36.401077321429838</c:v>
                </c:pt>
                <c:pt idx="35">
                  <c:v>36.417389103557603</c:v>
                </c:pt>
                <c:pt idx="36">
                  <c:v>36.444935006687757</c:v>
                </c:pt>
                <c:pt idx="37">
                  <c:v>36.475036526117634</c:v>
                </c:pt>
                <c:pt idx="38">
                  <c:v>36.491699822367536</c:v>
                </c:pt>
                <c:pt idx="39">
                  <c:v>36.50661962237178</c:v>
                </c:pt>
                <c:pt idx="40">
                  <c:v>36.523117343580815</c:v>
                </c:pt>
                <c:pt idx="41">
                  <c:v>36.52899573965167</c:v>
                </c:pt>
                <c:pt idx="42">
                  <c:v>36.547274827852206</c:v>
                </c:pt>
                <c:pt idx="43">
                  <c:v>36.567322792155863</c:v>
                </c:pt>
                <c:pt idx="44">
                  <c:v>36.579911749927462</c:v>
                </c:pt>
                <c:pt idx="45">
                  <c:v>36.603115963567653</c:v>
                </c:pt>
                <c:pt idx="46">
                  <c:v>36.633991882691802</c:v>
                </c:pt>
                <c:pt idx="47">
                  <c:v>36.642455821886301</c:v>
                </c:pt>
                <c:pt idx="48">
                  <c:v>36.654442138525013</c:v>
                </c:pt>
                <c:pt idx="49">
                  <c:v>36.667858449572904</c:v>
                </c:pt>
                <c:pt idx="50">
                  <c:v>36.692977573016847</c:v>
                </c:pt>
                <c:pt idx="51">
                  <c:v>36.710079669221457</c:v>
                </c:pt>
                <c:pt idx="52">
                  <c:v>36.724890660495532</c:v>
                </c:pt>
                <c:pt idx="53">
                  <c:v>36.772732691450287</c:v>
                </c:pt>
                <c:pt idx="54">
                  <c:v>36.795238476890084</c:v>
                </c:pt>
                <c:pt idx="55">
                  <c:v>36.832561994437484</c:v>
                </c:pt>
                <c:pt idx="56">
                  <c:v>36.832892808362175</c:v>
                </c:pt>
                <c:pt idx="57">
                  <c:v>36.814264948373356</c:v>
                </c:pt>
                <c:pt idx="58">
                  <c:v>36.850993538707598</c:v>
                </c:pt>
                <c:pt idx="59">
                  <c:v>36.898964724740452</c:v>
                </c:pt>
                <c:pt idx="60">
                  <c:v>36.939845686220394</c:v>
                </c:pt>
                <c:pt idx="61">
                  <c:v>36.974174539818684</c:v>
                </c:pt>
                <c:pt idx="62">
                  <c:v>36.980725674614128</c:v>
                </c:pt>
                <c:pt idx="63">
                  <c:v>36.977225395072999</c:v>
                </c:pt>
                <c:pt idx="64">
                  <c:v>36.939972576661503</c:v>
                </c:pt>
                <c:pt idx="65">
                  <c:v>36.924418395221615</c:v>
                </c:pt>
                <c:pt idx="66">
                  <c:v>36.90794447039341</c:v>
                </c:pt>
                <c:pt idx="67">
                  <c:v>36.881623638563937</c:v>
                </c:pt>
                <c:pt idx="68">
                  <c:v>36.884699404825092</c:v>
                </c:pt>
                <c:pt idx="69">
                  <c:v>36.873425829600222</c:v>
                </c:pt>
                <c:pt idx="70">
                  <c:v>36.871137643928293</c:v>
                </c:pt>
                <c:pt idx="71">
                  <c:v>36.877246643737216</c:v>
                </c:pt>
                <c:pt idx="72">
                  <c:v>36.899763929286713</c:v>
                </c:pt>
                <c:pt idx="73">
                  <c:v>36.922579315371934</c:v>
                </c:pt>
                <c:pt idx="74">
                  <c:v>36.928628868459974</c:v>
                </c:pt>
                <c:pt idx="75">
                  <c:v>36.957115170944711</c:v>
                </c:pt>
                <c:pt idx="76">
                  <c:v>36.955083579258755</c:v>
                </c:pt>
                <c:pt idx="77">
                  <c:v>36.943176047217683</c:v>
                </c:pt>
                <c:pt idx="78">
                  <c:v>36.932845304062901</c:v>
                </c:pt>
                <c:pt idx="79">
                  <c:v>36.964367033962475</c:v>
                </c:pt>
                <c:pt idx="80">
                  <c:v>37.003076155495634</c:v>
                </c:pt>
                <c:pt idx="81">
                  <c:v>37.023043849033634</c:v>
                </c:pt>
                <c:pt idx="82">
                  <c:v>37.072042667176213</c:v>
                </c:pt>
                <c:pt idx="83">
                  <c:v>37.089768582408013</c:v>
                </c:pt>
                <c:pt idx="84">
                  <c:v>37.052099672335338</c:v>
                </c:pt>
                <c:pt idx="85">
                  <c:v>37.01645382617496</c:v>
                </c:pt>
                <c:pt idx="86">
                  <c:v>37.010189734117461</c:v>
                </c:pt>
                <c:pt idx="87">
                  <c:v>36.979505990672529</c:v>
                </c:pt>
                <c:pt idx="88">
                  <c:v>36.934779233278839</c:v>
                </c:pt>
                <c:pt idx="89">
                  <c:v>36.910390189875656</c:v>
                </c:pt>
                <c:pt idx="90">
                  <c:v>36.892916073968706</c:v>
                </c:pt>
                <c:pt idx="91">
                  <c:v>36.85623240483217</c:v>
                </c:pt>
                <c:pt idx="92">
                  <c:v>36.826500215848213</c:v>
                </c:pt>
                <c:pt idx="93">
                  <c:v>36.822264353906142</c:v>
                </c:pt>
                <c:pt idx="94">
                  <c:v>36.843138291472933</c:v>
                </c:pt>
                <c:pt idx="95">
                  <c:v>36.841721902578151</c:v>
                </c:pt>
                <c:pt idx="96">
                  <c:v>36.851836726750314</c:v>
                </c:pt>
                <c:pt idx="97">
                  <c:v>36.876428048236768</c:v>
                </c:pt>
                <c:pt idx="98">
                  <c:v>36.859814759771552</c:v>
                </c:pt>
                <c:pt idx="99">
                  <c:v>36.838099314947314</c:v>
                </c:pt>
                <c:pt idx="100">
                  <c:v>36.797696881877954</c:v>
                </c:pt>
                <c:pt idx="101">
                  <c:v>36.732171539174679</c:v>
                </c:pt>
                <c:pt idx="102">
                  <c:v>36.691755571360837</c:v>
                </c:pt>
                <c:pt idx="103">
                  <c:v>36.641995782113611</c:v>
                </c:pt>
                <c:pt idx="104">
                  <c:v>36.59172761724804</c:v>
                </c:pt>
                <c:pt idx="105">
                  <c:v>36.531761073721007</c:v>
                </c:pt>
                <c:pt idx="106">
                  <c:v>36.506106717479462</c:v>
                </c:pt>
                <c:pt idx="107">
                  <c:v>36.466875004423116</c:v>
                </c:pt>
                <c:pt idx="108">
                  <c:v>36.435542185940847</c:v>
                </c:pt>
                <c:pt idx="109">
                  <c:v>36.408479685498541</c:v>
                </c:pt>
                <c:pt idx="110">
                  <c:v>36.378416408356514</c:v>
                </c:pt>
                <c:pt idx="111">
                  <c:v>36.344514244212789</c:v>
                </c:pt>
                <c:pt idx="112">
                  <c:v>36.311031029065198</c:v>
                </c:pt>
                <c:pt idx="113">
                  <c:v>36.321614571169754</c:v>
                </c:pt>
                <c:pt idx="114">
                  <c:v>36.314345767605779</c:v>
                </c:pt>
                <c:pt idx="115">
                  <c:v>36.30856149550965</c:v>
                </c:pt>
                <c:pt idx="116">
                  <c:v>36.323597013156125</c:v>
                </c:pt>
                <c:pt idx="117">
                  <c:v>36.340630391782199</c:v>
                </c:pt>
                <c:pt idx="118">
                  <c:v>36.354748722603198</c:v>
                </c:pt>
                <c:pt idx="119">
                  <c:v>36.347957580518461</c:v>
                </c:pt>
                <c:pt idx="120">
                  <c:v>36.346513830208842</c:v>
                </c:pt>
                <c:pt idx="121">
                  <c:v>36.369422092949193</c:v>
                </c:pt>
                <c:pt idx="122">
                  <c:v>36.386092519267109</c:v>
                </c:pt>
                <c:pt idx="123">
                  <c:v>36.397861404216471</c:v>
                </c:pt>
                <c:pt idx="124">
                  <c:v>36.392811971437268</c:v>
                </c:pt>
                <c:pt idx="125">
                  <c:v>36.395101280581443</c:v>
                </c:pt>
                <c:pt idx="126">
                  <c:v>36.399879160385836</c:v>
                </c:pt>
                <c:pt idx="127">
                  <c:v>36.393414931034727</c:v>
                </c:pt>
                <c:pt idx="128">
                  <c:v>36.411566863407003</c:v>
                </c:pt>
                <c:pt idx="129">
                  <c:v>36.422406371414617</c:v>
                </c:pt>
                <c:pt idx="130">
                  <c:v>36.420718403006305</c:v>
                </c:pt>
                <c:pt idx="131">
                  <c:v>36.43013921325096</c:v>
                </c:pt>
                <c:pt idx="132">
                  <c:v>36.449905734485469</c:v>
                </c:pt>
                <c:pt idx="133">
                  <c:v>36.466644887228156</c:v>
                </c:pt>
                <c:pt idx="134">
                  <c:v>36.480995750267155</c:v>
                </c:pt>
                <c:pt idx="135">
                  <c:v>36.496592535190338</c:v>
                </c:pt>
                <c:pt idx="136">
                  <c:v>36.514576141341657</c:v>
                </c:pt>
                <c:pt idx="137">
                  <c:v>36.536055073140695</c:v>
                </c:pt>
                <c:pt idx="138">
                  <c:v>36.575322321535992</c:v>
                </c:pt>
                <c:pt idx="139">
                  <c:v>36.678155028555658</c:v>
                </c:pt>
                <c:pt idx="140">
                  <c:v>36.77025616936654</c:v>
                </c:pt>
                <c:pt idx="141">
                  <c:v>36.853222436890938</c:v>
                </c:pt>
                <c:pt idx="142">
                  <c:v>36.919086608210726</c:v>
                </c:pt>
                <c:pt idx="143">
                  <c:v>37.008228912337316</c:v>
                </c:pt>
                <c:pt idx="144">
                  <c:v>37.06697150803592</c:v>
                </c:pt>
                <c:pt idx="145">
                  <c:v>37.126044669964543</c:v>
                </c:pt>
                <c:pt idx="146">
                  <c:v>37.181868714747743</c:v>
                </c:pt>
                <c:pt idx="147">
                  <c:v>37.22421098632018</c:v>
                </c:pt>
                <c:pt idx="148">
                  <c:v>37.229276979257342</c:v>
                </c:pt>
                <c:pt idx="149">
                  <c:v>37.196147003248335</c:v>
                </c:pt>
                <c:pt idx="150">
                  <c:v>37.175636292223096</c:v>
                </c:pt>
                <c:pt idx="151">
                  <c:v>37.159014493676708</c:v>
                </c:pt>
                <c:pt idx="152">
                  <c:v>37.164128008605623</c:v>
                </c:pt>
                <c:pt idx="153">
                  <c:v>37.187754329348991</c:v>
                </c:pt>
                <c:pt idx="154">
                  <c:v>37.202806982158904</c:v>
                </c:pt>
                <c:pt idx="155">
                  <c:v>37.213227744633869</c:v>
                </c:pt>
                <c:pt idx="156">
                  <c:v>37.253088080224764</c:v>
                </c:pt>
                <c:pt idx="157">
                  <c:v>37.277078229053878</c:v>
                </c:pt>
                <c:pt idx="158">
                  <c:v>37.291842848347166</c:v>
                </c:pt>
                <c:pt idx="159">
                  <c:v>37.314326412036543</c:v>
                </c:pt>
                <c:pt idx="160">
                  <c:v>37.350429679483099</c:v>
                </c:pt>
                <c:pt idx="161">
                  <c:v>37.378554312364209</c:v>
                </c:pt>
                <c:pt idx="162">
                  <c:v>37.395144795227274</c:v>
                </c:pt>
                <c:pt idx="163">
                  <c:v>37.409368980134886</c:v>
                </c:pt>
                <c:pt idx="164">
                  <c:v>37.397854858000187</c:v>
                </c:pt>
                <c:pt idx="165">
                  <c:v>37.368703035321261</c:v>
                </c:pt>
                <c:pt idx="166">
                  <c:v>37.342736106098243</c:v>
                </c:pt>
                <c:pt idx="167">
                  <c:v>37.358478163945563</c:v>
                </c:pt>
                <c:pt idx="168">
                  <c:v>37.386047500760775</c:v>
                </c:pt>
                <c:pt idx="169">
                  <c:v>37.441313383296887</c:v>
                </c:pt>
                <c:pt idx="170">
                  <c:v>37.525093734740238</c:v>
                </c:pt>
                <c:pt idx="171">
                  <c:v>37.579908565281698</c:v>
                </c:pt>
                <c:pt idx="172">
                  <c:v>37.601460903165538</c:v>
                </c:pt>
                <c:pt idx="173">
                  <c:v>37.586833435949693</c:v>
                </c:pt>
                <c:pt idx="174">
                  <c:v>37.53622941480365</c:v>
                </c:pt>
                <c:pt idx="175">
                  <c:v>37.505285273490301</c:v>
                </c:pt>
                <c:pt idx="176">
                  <c:v>37.500637247616822</c:v>
                </c:pt>
                <c:pt idx="177">
                  <c:v>37.505724860760211</c:v>
                </c:pt>
                <c:pt idx="178">
                  <c:v>37.481571481143355</c:v>
                </c:pt>
                <c:pt idx="179">
                  <c:v>37.464895755928751</c:v>
                </c:pt>
                <c:pt idx="180">
                  <c:v>37.404481362745308</c:v>
                </c:pt>
                <c:pt idx="181">
                  <c:v>37.313675081208466</c:v>
                </c:pt>
                <c:pt idx="182">
                  <c:v>37.272582995407035</c:v>
                </c:pt>
                <c:pt idx="183">
                  <c:v>37.24378293454491</c:v>
                </c:pt>
                <c:pt idx="184">
                  <c:v>37.204552557270546</c:v>
                </c:pt>
                <c:pt idx="185">
                  <c:v>37.177822339228463</c:v>
                </c:pt>
                <c:pt idx="186">
                  <c:v>37.165219634402668</c:v>
                </c:pt>
                <c:pt idx="187">
                  <c:v>37.146288118440516</c:v>
                </c:pt>
                <c:pt idx="188">
                  <c:v>37.117558119785144</c:v>
                </c:pt>
                <c:pt idx="189">
                  <c:v>37.088173074881638</c:v>
                </c:pt>
                <c:pt idx="190">
                  <c:v>37.069838927694384</c:v>
                </c:pt>
                <c:pt idx="191">
                  <c:v>37.048838453536014</c:v>
                </c:pt>
                <c:pt idx="192">
                  <c:v>37.024176769070721</c:v>
                </c:pt>
                <c:pt idx="193">
                  <c:v>37.012371287233819</c:v>
                </c:pt>
                <c:pt idx="194">
                  <c:v>36.991753925960523</c:v>
                </c:pt>
                <c:pt idx="195">
                  <c:v>36.987870745844035</c:v>
                </c:pt>
                <c:pt idx="196">
                  <c:v>36.994634048817083</c:v>
                </c:pt>
                <c:pt idx="197">
                  <c:v>36.998244517101547</c:v>
                </c:pt>
                <c:pt idx="198">
                  <c:v>37.033441611289213</c:v>
                </c:pt>
                <c:pt idx="199">
                  <c:v>37.055724966915072</c:v>
                </c:pt>
                <c:pt idx="200">
                  <c:v>37.070510074096092</c:v>
                </c:pt>
                <c:pt idx="201">
                  <c:v>37.09727164320644</c:v>
                </c:pt>
                <c:pt idx="202">
                  <c:v>37.136195799098388</c:v>
                </c:pt>
                <c:pt idx="203">
                  <c:v>37.182757690919516</c:v>
                </c:pt>
                <c:pt idx="204">
                  <c:v>37.24700254063962</c:v>
                </c:pt>
                <c:pt idx="205">
                  <c:v>37.316958769452874</c:v>
                </c:pt>
                <c:pt idx="206">
                  <c:v>37.34680229719114</c:v>
                </c:pt>
                <c:pt idx="207">
                  <c:v>37.35852165205268</c:v>
                </c:pt>
                <c:pt idx="208">
                  <c:v>37.344166613589238</c:v>
                </c:pt>
                <c:pt idx="209">
                  <c:v>37.304114385398755</c:v>
                </c:pt>
                <c:pt idx="210">
                  <c:v>37.257668379298387</c:v>
                </c:pt>
                <c:pt idx="211">
                  <c:v>37.213515813535452</c:v>
                </c:pt>
                <c:pt idx="212">
                  <c:v>37.161203689942887</c:v>
                </c:pt>
                <c:pt idx="213">
                  <c:v>37.114645301232102</c:v>
                </c:pt>
                <c:pt idx="214">
                  <c:v>37.111145694005081</c:v>
                </c:pt>
                <c:pt idx="215">
                  <c:v>37.122149034344638</c:v>
                </c:pt>
                <c:pt idx="216">
                  <c:v>37.130556994543639</c:v>
                </c:pt>
                <c:pt idx="217">
                  <c:v>37.157043091795643</c:v>
                </c:pt>
                <c:pt idx="218">
                  <c:v>37.194569294353272</c:v>
                </c:pt>
                <c:pt idx="219">
                  <c:v>37.205136798227919</c:v>
                </c:pt>
                <c:pt idx="220">
                  <c:v>37.278566803252588</c:v>
                </c:pt>
                <c:pt idx="221">
                  <c:v>37.336065228622182</c:v>
                </c:pt>
                <c:pt idx="222">
                  <c:v>37.391582238169043</c:v>
                </c:pt>
                <c:pt idx="223">
                  <c:v>37.401489034203095</c:v>
                </c:pt>
                <c:pt idx="224">
                  <c:v>37.349914226874162</c:v>
                </c:pt>
                <c:pt idx="225">
                  <c:v>37.279763805439373</c:v>
                </c:pt>
                <c:pt idx="226">
                  <c:v>37.264824313708836</c:v>
                </c:pt>
                <c:pt idx="227">
                  <c:v>37.270652003142182</c:v>
                </c:pt>
                <c:pt idx="228">
                  <c:v>37.262377727295245</c:v>
                </c:pt>
                <c:pt idx="229">
                  <c:v>37.226851942280064</c:v>
                </c:pt>
                <c:pt idx="230">
                  <c:v>37.226143004748657</c:v>
                </c:pt>
                <c:pt idx="231">
                  <c:v>37.224584332958251</c:v>
                </c:pt>
                <c:pt idx="232">
                  <c:v>37.229535501723248</c:v>
                </c:pt>
                <c:pt idx="233">
                  <c:v>37.239936377854683</c:v>
                </c:pt>
                <c:pt idx="234">
                  <c:v>37.235263440974357</c:v>
                </c:pt>
                <c:pt idx="235">
                  <c:v>37.204216329448066</c:v>
                </c:pt>
                <c:pt idx="236">
                  <c:v>37.164059078717365</c:v>
                </c:pt>
                <c:pt idx="237">
                  <c:v>37.135243094626439</c:v>
                </c:pt>
                <c:pt idx="238">
                  <c:v>37.089610482438445</c:v>
                </c:pt>
                <c:pt idx="239">
                  <c:v>37.044918473068513</c:v>
                </c:pt>
                <c:pt idx="240">
                  <c:v>36.991087308832789</c:v>
                </c:pt>
                <c:pt idx="241">
                  <c:v>36.946198877589296</c:v>
                </c:pt>
                <c:pt idx="242">
                  <c:v>36.925685406537724</c:v>
                </c:pt>
                <c:pt idx="243">
                  <c:v>36.916067811723742</c:v>
                </c:pt>
                <c:pt idx="244">
                  <c:v>36.86910621147463</c:v>
                </c:pt>
                <c:pt idx="245">
                  <c:v>36.874010601331889</c:v>
                </c:pt>
                <c:pt idx="246">
                  <c:v>36.888192961225172</c:v>
                </c:pt>
                <c:pt idx="247">
                  <c:v>36.889646238933359</c:v>
                </c:pt>
                <c:pt idx="248">
                  <c:v>36.881669019766036</c:v>
                </c:pt>
                <c:pt idx="249">
                  <c:v>36.883630372320475</c:v>
                </c:pt>
                <c:pt idx="250">
                  <c:v>36.875049680473872</c:v>
                </c:pt>
                <c:pt idx="251">
                  <c:v>36.911389850180107</c:v>
                </c:pt>
                <c:pt idx="252">
                  <c:v>36.916577390430497</c:v>
                </c:pt>
                <c:pt idx="253">
                  <c:v>36.94123804873216</c:v>
                </c:pt>
                <c:pt idx="254">
                  <c:v>36.969944162544316</c:v>
                </c:pt>
                <c:pt idx="255">
                  <c:v>36.967748738526431</c:v>
                </c:pt>
                <c:pt idx="256">
                  <c:v>36.991539953150323</c:v>
                </c:pt>
                <c:pt idx="257">
                  <c:v>36.994502133712658</c:v>
                </c:pt>
                <c:pt idx="258">
                  <c:v>36.997318705193805</c:v>
                </c:pt>
                <c:pt idx="259">
                  <c:v>37</c:v>
                </c:pt>
                <c:pt idx="260">
                  <c:v>36.974037847745628</c:v>
                </c:pt>
                <c:pt idx="261">
                  <c:v>36.899664780648678</c:v>
                </c:pt>
                <c:pt idx="262">
                  <c:v>36.91731334437344</c:v>
                </c:pt>
                <c:pt idx="263">
                  <c:v>36.958820053360512</c:v>
                </c:pt>
                <c:pt idx="264">
                  <c:v>36.942223731980214</c:v>
                </c:pt>
                <c:pt idx="265">
                  <c:v>36.903124013644437</c:v>
                </c:pt>
                <c:pt idx="266">
                  <c:v>36.882838474766992</c:v>
                </c:pt>
                <c:pt idx="267">
                  <c:v>36.86440187044861</c:v>
                </c:pt>
                <c:pt idx="268">
                  <c:v>36.828221446112252</c:v>
                </c:pt>
                <c:pt idx="269">
                  <c:v>36.807157261346184</c:v>
                </c:pt>
                <c:pt idx="270">
                  <c:v>36.747274863237159</c:v>
                </c:pt>
                <c:pt idx="271">
                  <c:v>36.731146065547087</c:v>
                </c:pt>
                <c:pt idx="272">
                  <c:v>36.710085260044018</c:v>
                </c:pt>
                <c:pt idx="273">
                  <c:v>36.716422298181925</c:v>
                </c:pt>
                <c:pt idx="274">
                  <c:v>36.721306960927933</c:v>
                </c:pt>
                <c:pt idx="275">
                  <c:v>36.702678074775484</c:v>
                </c:pt>
                <c:pt idx="276">
                  <c:v>36.667250341464793</c:v>
                </c:pt>
                <c:pt idx="277">
                  <c:v>36.683258600312804</c:v>
                </c:pt>
                <c:pt idx="278">
                  <c:v>36.740628666765744</c:v>
                </c:pt>
                <c:pt idx="279">
                  <c:v>36.774296440981438</c:v>
                </c:pt>
                <c:pt idx="280">
                  <c:v>36.784512324579097</c:v>
                </c:pt>
                <c:pt idx="281">
                  <c:v>36.800756158751049</c:v>
                </c:pt>
                <c:pt idx="282">
                  <c:v>36.850375682044969</c:v>
                </c:pt>
                <c:pt idx="283">
                  <c:v>36.904999787690279</c:v>
                </c:pt>
                <c:pt idx="284">
                  <c:v>36.94163620022222</c:v>
                </c:pt>
                <c:pt idx="285">
                  <c:v>36.882617584198492</c:v>
                </c:pt>
                <c:pt idx="286">
                  <c:v>36.910711821405066</c:v>
                </c:pt>
                <c:pt idx="287">
                  <c:v>37.043977905635408</c:v>
                </c:pt>
                <c:pt idx="288">
                  <c:v>37.112980085348504</c:v>
                </c:pt>
                <c:pt idx="289">
                  <c:v>37.173848149013111</c:v>
                </c:pt>
                <c:pt idx="290">
                  <c:v>37.19426692993072</c:v>
                </c:pt>
                <c:pt idx="291">
                  <c:v>37.266334649653579</c:v>
                </c:pt>
                <c:pt idx="292">
                  <c:v>37.220231311437125</c:v>
                </c:pt>
                <c:pt idx="293">
                  <c:v>37.152202890242954</c:v>
                </c:pt>
                <c:pt idx="294">
                  <c:v>37.229717663460789</c:v>
                </c:pt>
                <c:pt idx="295">
                  <c:v>37.308055986072482</c:v>
                </c:pt>
                <c:pt idx="296">
                  <c:v>37.363253327954823</c:v>
                </c:pt>
                <c:pt idx="297">
                  <c:v>37.452696298026225</c:v>
                </c:pt>
                <c:pt idx="298">
                  <c:v>37.441252804257516</c:v>
                </c:pt>
                <c:pt idx="299">
                  <c:v>37.452202005619128</c:v>
                </c:pt>
                <c:pt idx="300">
                  <c:v>37.521305421682484</c:v>
                </c:pt>
                <c:pt idx="301">
                  <c:v>37.476304466288752</c:v>
                </c:pt>
                <c:pt idx="302">
                  <c:v>37.409105114541092</c:v>
                </c:pt>
                <c:pt idx="303">
                  <c:v>37.457645556003762</c:v>
                </c:pt>
                <c:pt idx="304">
                  <c:v>37.547478043636723</c:v>
                </c:pt>
                <c:pt idx="305">
                  <c:v>37.622164143719523</c:v>
                </c:pt>
                <c:pt idx="306">
                  <c:v>37.651448412277162</c:v>
                </c:pt>
                <c:pt idx="307">
                  <c:v>37.638260864949785</c:v>
                </c:pt>
                <c:pt idx="308">
                  <c:v>37.661893661139537</c:v>
                </c:pt>
                <c:pt idx="309">
                  <c:v>37.635052405115246</c:v>
                </c:pt>
                <c:pt idx="310">
                  <c:v>37.582197087110679</c:v>
                </c:pt>
                <c:pt idx="311">
                  <c:v>37.470461915175193</c:v>
                </c:pt>
                <c:pt idx="312">
                  <c:v>37.568529790591846</c:v>
                </c:pt>
                <c:pt idx="313">
                  <c:v>37.701174178892167</c:v>
                </c:pt>
                <c:pt idx="314">
                  <c:v>37.695565557702238</c:v>
                </c:pt>
                <c:pt idx="315">
                  <c:v>37.724228572641771</c:v>
                </c:pt>
                <c:pt idx="316">
                  <c:v>37.705550589867165</c:v>
                </c:pt>
                <c:pt idx="317">
                  <c:v>37.741789841687719</c:v>
                </c:pt>
                <c:pt idx="318">
                  <c:v>37.823068583115713</c:v>
                </c:pt>
                <c:pt idx="319">
                  <c:v>37.818995067337568</c:v>
                </c:pt>
                <c:pt idx="320">
                  <c:v>37.797935252613179</c:v>
                </c:pt>
                <c:pt idx="321">
                  <c:v>37.921298415461806</c:v>
                </c:pt>
                <c:pt idx="322">
                  <c:v>37.971313489451745</c:v>
                </c:pt>
                <c:pt idx="323">
                  <c:v>38.0168145757698</c:v>
                </c:pt>
                <c:pt idx="324">
                  <c:v>38.097857936491081</c:v>
                </c:pt>
                <c:pt idx="325">
                  <c:v>38.135431873350178</c:v>
                </c:pt>
                <c:pt idx="326">
                  <c:v>38.198900377203593</c:v>
                </c:pt>
                <c:pt idx="327">
                  <c:v>38.262590037012671</c:v>
                </c:pt>
                <c:pt idx="328">
                  <c:v>38.298065221545194</c:v>
                </c:pt>
                <c:pt idx="329">
                  <c:v>38.330236229945591</c:v>
                </c:pt>
                <c:pt idx="330">
                  <c:v>38.363370558303785</c:v>
                </c:pt>
                <c:pt idx="331">
                  <c:v>38.36609151964219</c:v>
                </c:pt>
                <c:pt idx="332">
                  <c:v>38.364812990523916</c:v>
                </c:pt>
                <c:pt idx="333">
                  <c:v>38.374551212642338</c:v>
                </c:pt>
                <c:pt idx="334">
                  <c:v>38.354344564517383</c:v>
                </c:pt>
                <c:pt idx="335">
                  <c:v>38.289939137881014</c:v>
                </c:pt>
                <c:pt idx="336">
                  <c:v>38.251334932733194</c:v>
                </c:pt>
                <c:pt idx="337">
                  <c:v>38.22803931975966</c:v>
                </c:pt>
                <c:pt idx="338">
                  <c:v>38.179720034252632</c:v>
                </c:pt>
                <c:pt idx="339">
                  <c:v>38.102463500421081</c:v>
                </c:pt>
                <c:pt idx="340">
                  <c:v>38.017720784413633</c:v>
                </c:pt>
                <c:pt idx="341">
                  <c:v>38.014612074761331</c:v>
                </c:pt>
                <c:pt idx="342">
                  <c:v>37.984399977353632</c:v>
                </c:pt>
                <c:pt idx="343">
                  <c:v>37.934732029751665</c:v>
                </c:pt>
                <c:pt idx="344">
                  <c:v>37.992627049673395</c:v>
                </c:pt>
                <c:pt idx="345">
                  <c:v>38.030971670806707</c:v>
                </c:pt>
                <c:pt idx="346">
                  <c:v>38.096931558424096</c:v>
                </c:pt>
                <c:pt idx="347">
                  <c:v>38.138046325980341</c:v>
                </c:pt>
                <c:pt idx="348">
                  <c:v>38.146687614558786</c:v>
                </c:pt>
                <c:pt idx="349">
                  <c:v>38.08563073678549</c:v>
                </c:pt>
                <c:pt idx="350">
                  <c:v>38.06569124505495</c:v>
                </c:pt>
                <c:pt idx="351">
                  <c:v>38.077863951933082</c:v>
                </c:pt>
                <c:pt idx="352">
                  <c:v>38.0858039815149</c:v>
                </c:pt>
                <c:pt idx="353">
                  <c:v>38.072978846875152</c:v>
                </c:pt>
                <c:pt idx="354">
                  <c:v>38.007416615358487</c:v>
                </c:pt>
                <c:pt idx="355">
                  <c:v>37.938364224397219</c:v>
                </c:pt>
                <c:pt idx="356">
                  <c:v>37.976722928741779</c:v>
                </c:pt>
                <c:pt idx="357">
                  <c:v>37.979821376757748</c:v>
                </c:pt>
                <c:pt idx="358">
                  <c:v>37.88074280093133</c:v>
                </c:pt>
                <c:pt idx="359">
                  <c:v>37.941374493110551</c:v>
                </c:pt>
                <c:pt idx="360">
                  <c:v>38.01221488574199</c:v>
                </c:pt>
                <c:pt idx="361">
                  <c:v>38.010128588918846</c:v>
                </c:pt>
                <c:pt idx="362">
                  <c:v>37.986672611338754</c:v>
                </c:pt>
                <c:pt idx="363">
                  <c:v>37.942840845558834</c:v>
                </c:pt>
                <c:pt idx="364">
                  <c:v>37.931175346595616</c:v>
                </c:pt>
                <c:pt idx="365">
                  <c:v>37.888977728710643</c:v>
                </c:pt>
                <c:pt idx="366">
                  <c:v>37.793572641769813</c:v>
                </c:pt>
                <c:pt idx="367">
                  <c:v>37.72721577036581</c:v>
                </c:pt>
                <c:pt idx="368">
                  <c:v>37.712202076389033</c:v>
                </c:pt>
                <c:pt idx="369">
                  <c:v>37.635508941777601</c:v>
                </c:pt>
                <c:pt idx="370">
                  <c:v>37.600978075483184</c:v>
                </c:pt>
                <c:pt idx="371">
                  <c:v>37.537762927892544</c:v>
                </c:pt>
                <c:pt idx="372">
                  <c:v>37.47902167682215</c:v>
                </c:pt>
                <c:pt idx="373">
                  <c:v>37.385963532267539</c:v>
                </c:pt>
                <c:pt idx="374">
                  <c:v>37.298127463677346</c:v>
                </c:pt>
                <c:pt idx="375">
                  <c:v>37.282149954353407</c:v>
                </c:pt>
                <c:pt idx="376">
                  <c:v>37.206304183209134</c:v>
                </c:pt>
                <c:pt idx="377">
                  <c:v>37.14828669596541</c:v>
                </c:pt>
                <c:pt idx="378">
                  <c:v>37.093803740897222</c:v>
                </c:pt>
                <c:pt idx="379">
                  <c:v>36.994332852097976</c:v>
                </c:pt>
                <c:pt idx="380">
                  <c:v>36.907538799600857</c:v>
                </c:pt>
                <c:pt idx="381">
                  <c:v>36.805154455319418</c:v>
                </c:pt>
                <c:pt idx="382">
                  <c:v>36.729345112984156</c:v>
                </c:pt>
                <c:pt idx="383">
                  <c:v>36.639528690119811</c:v>
                </c:pt>
                <c:pt idx="384">
                  <c:v>36.575425521751129</c:v>
                </c:pt>
                <c:pt idx="385">
                  <c:v>36.520361351139037</c:v>
                </c:pt>
                <c:pt idx="386">
                  <c:v>36.502203739481821</c:v>
                </c:pt>
                <c:pt idx="387">
                  <c:v>36.485362111915528</c:v>
                </c:pt>
                <c:pt idx="388">
                  <c:v>36.46759707861829</c:v>
                </c:pt>
                <c:pt idx="389">
                  <c:v>36.466477728710643</c:v>
                </c:pt>
                <c:pt idx="390">
                  <c:v>36.495241449226128</c:v>
                </c:pt>
                <c:pt idx="391">
                  <c:v>36.623974084060492</c:v>
                </c:pt>
                <c:pt idx="392">
                  <c:v>36.993417478751333</c:v>
                </c:pt>
                <c:pt idx="393">
                  <c:v>37.358376396821015</c:v>
                </c:pt>
                <c:pt idx="394">
                  <c:v>37.653527525954864</c:v>
                </c:pt>
                <c:pt idx="395">
                  <c:v>37.747256250751931</c:v>
                </c:pt>
                <c:pt idx="396">
                  <c:v>37.690184850993958</c:v>
                </c:pt>
                <c:pt idx="397">
                  <c:v>37.613916548127072</c:v>
                </c:pt>
                <c:pt idx="398">
                  <c:v>37.452523548686159</c:v>
                </c:pt>
                <c:pt idx="399">
                  <c:v>37.30135832218707</c:v>
                </c:pt>
                <c:pt idx="400">
                  <c:v>37.14998768603639</c:v>
                </c:pt>
                <c:pt idx="401">
                  <c:v>37.032662682320968</c:v>
                </c:pt>
                <c:pt idx="402">
                  <c:v>36.939951770309193</c:v>
                </c:pt>
                <c:pt idx="403">
                  <c:v>36.854986076021035</c:v>
                </c:pt>
                <c:pt idx="404">
                  <c:v>36.795446168871145</c:v>
                </c:pt>
                <c:pt idx="405">
                  <c:v>36.695955641423041</c:v>
                </c:pt>
                <c:pt idx="406">
                  <c:v>36.601403756466603</c:v>
                </c:pt>
                <c:pt idx="407">
                  <c:v>36.501967828000822</c:v>
                </c:pt>
                <c:pt idx="408">
                  <c:v>36.413507922690954</c:v>
                </c:pt>
                <c:pt idx="409">
                  <c:v>36.35301571799608</c:v>
                </c:pt>
                <c:pt idx="410">
                  <c:v>36.290171590482863</c:v>
                </c:pt>
                <c:pt idx="411">
                  <c:v>36.224357612718769</c:v>
                </c:pt>
                <c:pt idx="412">
                  <c:v>36.176112361379445</c:v>
                </c:pt>
                <c:pt idx="413">
                  <c:v>36.139617024231619</c:v>
                </c:pt>
                <c:pt idx="414">
                  <c:v>36.111031845130675</c:v>
                </c:pt>
                <c:pt idx="415">
                  <c:v>36.114793210335236</c:v>
                </c:pt>
                <c:pt idx="416">
                  <c:v>36.110112471072803</c:v>
                </c:pt>
                <c:pt idx="417">
                  <c:v>36.079879516446923</c:v>
                </c:pt>
                <c:pt idx="418">
                  <c:v>36.07692601404429</c:v>
                </c:pt>
                <c:pt idx="419">
                  <c:v>36.087232819278427</c:v>
                </c:pt>
                <c:pt idx="420">
                  <c:v>36.08661320000283</c:v>
                </c:pt>
                <c:pt idx="421">
                  <c:v>36.079002230578972</c:v>
                </c:pt>
                <c:pt idx="422">
                  <c:v>36.058719553459589</c:v>
                </c:pt>
                <c:pt idx="423">
                  <c:v>36.049655060844429</c:v>
                </c:pt>
                <c:pt idx="424">
                  <c:v>36.064152424223124</c:v>
                </c:pt>
                <c:pt idx="425">
                  <c:v>36.065742411143958</c:v>
                </c:pt>
                <c:pt idx="426">
                  <c:v>36.049237119213679</c:v>
                </c:pt>
                <c:pt idx="427">
                  <c:v>36.048062386533175</c:v>
                </c:pt>
                <c:pt idx="428">
                  <c:v>36.037483322629384</c:v>
                </c:pt>
                <c:pt idx="429">
                  <c:v>36.014009526513945</c:v>
                </c:pt>
                <c:pt idx="430">
                  <c:v>36.003248316560864</c:v>
                </c:pt>
                <c:pt idx="431">
                  <c:v>36.010049728298853</c:v>
                </c:pt>
                <c:pt idx="432">
                  <c:v>36.025172972707587</c:v>
                </c:pt>
                <c:pt idx="433">
                  <c:v>36.01838396823338</c:v>
                </c:pt>
                <c:pt idx="434">
                  <c:v>36.003953645518187</c:v>
                </c:pt>
                <c:pt idx="435">
                  <c:v>35.952375834200268</c:v>
                </c:pt>
                <c:pt idx="436">
                  <c:v>36.124606658651977</c:v>
                </c:pt>
                <c:pt idx="437">
                  <c:v>36.096209232111136</c:v>
                </c:pt>
                <c:pt idx="438">
                  <c:v>36.197365384028473</c:v>
                </c:pt>
                <c:pt idx="439">
                  <c:v>36.199924933586864</c:v>
                </c:pt>
                <c:pt idx="440">
                  <c:v>36.260271460089314</c:v>
                </c:pt>
                <c:pt idx="441">
                  <c:v>36.272583004253271</c:v>
                </c:pt>
                <c:pt idx="442">
                  <c:v>36.28333810145574</c:v>
                </c:pt>
                <c:pt idx="443">
                  <c:v>36.242840283822709</c:v>
                </c:pt>
                <c:pt idx="444">
                  <c:v>36.260513019893423</c:v>
                </c:pt>
                <c:pt idx="445">
                  <c:v>36.304248458985299</c:v>
                </c:pt>
                <c:pt idx="446">
                  <c:v>36.317615770719655</c:v>
                </c:pt>
                <c:pt idx="447">
                  <c:v>36.284213949809981</c:v>
                </c:pt>
                <c:pt idx="448">
                  <c:v>36.286210753664115</c:v>
                </c:pt>
                <c:pt idx="449">
                  <c:v>36.315392949901984</c:v>
                </c:pt>
                <c:pt idx="450">
                  <c:v>36.303188334642577</c:v>
                </c:pt>
                <c:pt idx="451">
                  <c:v>36.291422563569064</c:v>
                </c:pt>
                <c:pt idx="452">
                  <c:v>36.293865567256177</c:v>
                </c:pt>
                <c:pt idx="453">
                  <c:v>36.301641251424243</c:v>
                </c:pt>
                <c:pt idx="454">
                  <c:v>36.354796235748708</c:v>
                </c:pt>
                <c:pt idx="455">
                  <c:v>36.356402049142623</c:v>
                </c:pt>
                <c:pt idx="456">
                  <c:v>36.387295041506547</c:v>
                </c:pt>
                <c:pt idx="457">
                  <c:v>36.412081086388824</c:v>
                </c:pt>
                <c:pt idx="458">
                  <c:v>36.395998103366523</c:v>
                </c:pt>
                <c:pt idx="459">
                  <c:v>36.394119746219118</c:v>
                </c:pt>
                <c:pt idx="460">
                  <c:v>36.424580652923154</c:v>
                </c:pt>
                <c:pt idx="461">
                  <c:v>36.424083397026244</c:v>
                </c:pt>
                <c:pt idx="462">
                  <c:v>36.423103331139465</c:v>
                </c:pt>
                <c:pt idx="463">
                  <c:v>36.436190606356554</c:v>
                </c:pt>
                <c:pt idx="464">
                  <c:v>36.436871846316073</c:v>
                </c:pt>
                <c:pt idx="465">
                  <c:v>36.431400377203595</c:v>
                </c:pt>
                <c:pt idx="466">
                  <c:v>36.43419172805956</c:v>
                </c:pt>
                <c:pt idx="467">
                  <c:v>36.4355247942365</c:v>
                </c:pt>
                <c:pt idx="468">
                  <c:v>36.413410127527371</c:v>
                </c:pt>
                <c:pt idx="469">
                  <c:v>36.436623045865979</c:v>
                </c:pt>
                <c:pt idx="470">
                  <c:v>36.449002745872349</c:v>
                </c:pt>
                <c:pt idx="471">
                  <c:v>36.446170967707694</c:v>
                </c:pt>
                <c:pt idx="472">
                  <c:v>36.467669246229732</c:v>
                </c:pt>
                <c:pt idx="473">
                  <c:v>36.471151107902877</c:v>
                </c:pt>
                <c:pt idx="474">
                  <c:v>36.468187441172518</c:v>
                </c:pt>
                <c:pt idx="475">
                  <c:v>36.463825679568018</c:v>
                </c:pt>
                <c:pt idx="476">
                  <c:v>36.472721633652505</c:v>
                </c:pt>
                <c:pt idx="477">
                  <c:v>36.498561990898992</c:v>
                </c:pt>
                <c:pt idx="478">
                  <c:v>36.501487548035072</c:v>
                </c:pt>
                <c:pt idx="479">
                  <c:v>36.531128426148065</c:v>
                </c:pt>
                <c:pt idx="480">
                  <c:v>36.541637544850424</c:v>
                </c:pt>
                <c:pt idx="481">
                  <c:v>36.55258586158822</c:v>
                </c:pt>
                <c:pt idx="482">
                  <c:v>36.549251342858966</c:v>
                </c:pt>
                <c:pt idx="483">
                  <c:v>36.5427416969208</c:v>
                </c:pt>
                <c:pt idx="484">
                  <c:v>36.556100666652512</c:v>
                </c:pt>
                <c:pt idx="485">
                  <c:v>36.55252128404917</c:v>
                </c:pt>
                <c:pt idx="486">
                  <c:v>36.544865944105929</c:v>
                </c:pt>
                <c:pt idx="487">
                  <c:v>36.552828248515603</c:v>
                </c:pt>
                <c:pt idx="488">
                  <c:v>36.580935188920265</c:v>
                </c:pt>
                <c:pt idx="489">
                  <c:v>36.593692472912821</c:v>
                </c:pt>
                <c:pt idx="490">
                  <c:v>36.600789827533738</c:v>
                </c:pt>
                <c:pt idx="491">
                  <c:v>36.608153701619926</c:v>
                </c:pt>
                <c:pt idx="492">
                  <c:v>36.609161164306492</c:v>
                </c:pt>
                <c:pt idx="493">
                  <c:v>36.609653652080986</c:v>
                </c:pt>
                <c:pt idx="494">
                  <c:v>36.599077585047731</c:v>
                </c:pt>
                <c:pt idx="495">
                  <c:v>36.601170870399073</c:v>
                </c:pt>
                <c:pt idx="496">
                  <c:v>36.609363743161857</c:v>
                </c:pt>
                <c:pt idx="497">
                  <c:v>36.614655067479106</c:v>
                </c:pt>
                <c:pt idx="498">
                  <c:v>36.614337682144047</c:v>
                </c:pt>
                <c:pt idx="499">
                  <c:v>36.624181970658796</c:v>
                </c:pt>
                <c:pt idx="500">
                  <c:v>36.621450393834529</c:v>
                </c:pt>
                <c:pt idx="501">
                  <c:v>36.635414145488774</c:v>
                </c:pt>
                <c:pt idx="502">
                  <c:v>36.642076371343848</c:v>
                </c:pt>
                <c:pt idx="503">
                  <c:v>36.648131232174826</c:v>
                </c:pt>
                <c:pt idx="504">
                  <c:v>36.650221456727742</c:v>
                </c:pt>
                <c:pt idx="505">
                  <c:v>36.652489136819462</c:v>
                </c:pt>
                <c:pt idx="506">
                  <c:v>36.665632612187991</c:v>
                </c:pt>
                <c:pt idx="507">
                  <c:v>36.69336634749439</c:v>
                </c:pt>
                <c:pt idx="508">
                  <c:v>36.713948412277162</c:v>
                </c:pt>
                <c:pt idx="509">
                  <c:v>36.713391647735719</c:v>
                </c:pt>
                <c:pt idx="510">
                  <c:v>36.736691294593882</c:v>
                </c:pt>
                <c:pt idx="511">
                  <c:v>36.751803164122492</c:v>
                </c:pt>
                <c:pt idx="512">
                  <c:v>36.782821949993981</c:v>
                </c:pt>
                <c:pt idx="513">
                  <c:v>36.808588600383572</c:v>
                </c:pt>
                <c:pt idx="514">
                  <c:v>36.859064050303246</c:v>
                </c:pt>
                <c:pt idx="515">
                  <c:v>36.886742408158355</c:v>
                </c:pt>
                <c:pt idx="516">
                  <c:v>36.906793380183011</c:v>
                </c:pt>
                <c:pt idx="517">
                  <c:v>36.946315117159578</c:v>
                </c:pt>
                <c:pt idx="518">
                  <c:v>36.954231155743329</c:v>
                </c:pt>
                <c:pt idx="519">
                  <c:v>36.975657806274462</c:v>
                </c:pt>
                <c:pt idx="520">
                  <c:v>36.999180413720872</c:v>
                </c:pt>
                <c:pt idx="521">
                  <c:v>37.01642470435872</c:v>
                </c:pt>
                <c:pt idx="522">
                  <c:v>37.041001889556483</c:v>
                </c:pt>
                <c:pt idx="523">
                  <c:v>37.068965945521327</c:v>
                </c:pt>
                <c:pt idx="524">
                  <c:v>37.066890547263682</c:v>
                </c:pt>
                <c:pt idx="525">
                  <c:v>37.090373629717696</c:v>
                </c:pt>
                <c:pt idx="526">
                  <c:v>37.104643602754365</c:v>
                </c:pt>
                <c:pt idx="527">
                  <c:v>37.106260199712672</c:v>
                </c:pt>
                <c:pt idx="528">
                  <c:v>37.10185367614276</c:v>
                </c:pt>
                <c:pt idx="529">
                  <c:v>37.104186924552202</c:v>
                </c:pt>
                <c:pt idx="530">
                  <c:v>37.096023297452987</c:v>
                </c:pt>
                <c:pt idx="531">
                  <c:v>37.087237815191465</c:v>
                </c:pt>
                <c:pt idx="532">
                  <c:v>37.06163276788179</c:v>
                </c:pt>
                <c:pt idx="533">
                  <c:v>37.025015180144798</c:v>
                </c:pt>
                <c:pt idx="534">
                  <c:v>37.021025491320067</c:v>
                </c:pt>
                <c:pt idx="535">
                  <c:v>37.021843308351556</c:v>
                </c:pt>
                <c:pt idx="536">
                  <c:v>37.024638401166285</c:v>
                </c:pt>
                <c:pt idx="537">
                  <c:v>37.02557659780755</c:v>
                </c:pt>
                <c:pt idx="538">
                  <c:v>37.039088235918555</c:v>
                </c:pt>
                <c:pt idx="539">
                  <c:v>37.059391591119791</c:v>
                </c:pt>
                <c:pt idx="540">
                  <c:v>37.046008294232962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8022-4DA3-A5C1-DAA90C22AF82}"/>
            </c:ext>
          </c:extLst>
        </c:ser>
        <c:ser>
          <c:idx val="18"/>
          <c:order val="1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plot!$T$2:$T$542</c:f>
              <c:numCache>
                <c:formatCode>General</c:formatCode>
                <c:ptCount val="541"/>
                <c:pt idx="0">
                  <c:v>38.929076022035233</c:v>
                </c:pt>
                <c:pt idx="1">
                  <c:v>38.494788789117877</c:v>
                </c:pt>
                <c:pt idx="2">
                  <c:v>38.604381323813122</c:v>
                </c:pt>
                <c:pt idx="3">
                  <c:v>38.321919855790043</c:v>
                </c:pt>
                <c:pt idx="4">
                  <c:v>38.156166798566616</c:v>
                </c:pt>
                <c:pt idx="5">
                  <c:v>37.908314304619672</c:v>
                </c:pt>
                <c:pt idx="6">
                  <c:v>38.116313780807417</c:v>
                </c:pt>
                <c:pt idx="7">
                  <c:v>37.913477458746158</c:v>
                </c:pt>
                <c:pt idx="8">
                  <c:v>37.792011403775042</c:v>
                </c:pt>
                <c:pt idx="9">
                  <c:v>37.927005355142889</c:v>
                </c:pt>
                <c:pt idx="10">
                  <c:v>37.89337269401971</c:v>
                </c:pt>
                <c:pt idx="11">
                  <c:v>37.918922886267026</c:v>
                </c:pt>
                <c:pt idx="12">
                  <c:v>38.001644263965566</c:v>
                </c:pt>
                <c:pt idx="13">
                  <c:v>37.975365175697966</c:v>
                </c:pt>
                <c:pt idx="14">
                  <c:v>38.032780678414589</c:v>
                </c:pt>
                <c:pt idx="15">
                  <c:v>38.187639810134904</c:v>
                </c:pt>
                <c:pt idx="16">
                  <c:v>38.226524886271648</c:v>
                </c:pt>
                <c:pt idx="17">
                  <c:v>38.228942687845404</c:v>
                </c:pt>
                <c:pt idx="18">
                  <c:v>38.288477328088227</c:v>
                </c:pt>
                <c:pt idx="19">
                  <c:v>38.202971657546314</c:v>
                </c:pt>
                <c:pt idx="20">
                  <c:v>38.111267680815693</c:v>
                </c:pt>
                <c:pt idx="21">
                  <c:v>38.06122165048771</c:v>
                </c:pt>
                <c:pt idx="22">
                  <c:v>38.015095930574326</c:v>
                </c:pt>
                <c:pt idx="23">
                  <c:v>38.042880226753795</c:v>
                </c:pt>
                <c:pt idx="24">
                  <c:v>38.086386841463735</c:v>
                </c:pt>
                <c:pt idx="25">
                  <c:v>38.124007499297953</c:v>
                </c:pt>
                <c:pt idx="26">
                  <c:v>38.193670875708925</c:v>
                </c:pt>
                <c:pt idx="27">
                  <c:v>38.260431852192568</c:v>
                </c:pt>
                <c:pt idx="28">
                  <c:v>38.251021511374212</c:v>
                </c:pt>
                <c:pt idx="29">
                  <c:v>38.334246094268593</c:v>
                </c:pt>
                <c:pt idx="30">
                  <c:v>38.373024974713232</c:v>
                </c:pt>
                <c:pt idx="31">
                  <c:v>38.371096217705599</c:v>
                </c:pt>
                <c:pt idx="32">
                  <c:v>38.400760265606117</c:v>
                </c:pt>
                <c:pt idx="33">
                  <c:v>38.389222758331698</c:v>
                </c:pt>
                <c:pt idx="34">
                  <c:v>38.363413248519919</c:v>
                </c:pt>
                <c:pt idx="35">
                  <c:v>38.385083490479467</c:v>
                </c:pt>
                <c:pt idx="36">
                  <c:v>38.354550853247325</c:v>
                </c:pt>
                <c:pt idx="37">
                  <c:v>38.372913463549054</c:v>
                </c:pt>
                <c:pt idx="38">
                  <c:v>38.356443007588418</c:v>
                </c:pt>
                <c:pt idx="39">
                  <c:v>38.324641604987512</c:v>
                </c:pt>
                <c:pt idx="40">
                  <c:v>38.339089666781327</c:v>
                </c:pt>
                <c:pt idx="41">
                  <c:v>38.347212808702572</c:v>
                </c:pt>
                <c:pt idx="42">
                  <c:v>38.346820084778983</c:v>
                </c:pt>
                <c:pt idx="43">
                  <c:v>38.381970978764528</c:v>
                </c:pt>
                <c:pt idx="44">
                  <c:v>38.43397131049425</c:v>
                </c:pt>
                <c:pt idx="45">
                  <c:v>38.476611467902565</c:v>
                </c:pt>
                <c:pt idx="46">
                  <c:v>38.521922125856307</c:v>
                </c:pt>
                <c:pt idx="47">
                  <c:v>38.519806561824531</c:v>
                </c:pt>
                <c:pt idx="48">
                  <c:v>38.546573963358128</c:v>
                </c:pt>
                <c:pt idx="49">
                  <c:v>38.562289499312904</c:v>
                </c:pt>
                <c:pt idx="50">
                  <c:v>38.595795640518503</c:v>
                </c:pt>
                <c:pt idx="51">
                  <c:v>38.628839185013256</c:v>
                </c:pt>
                <c:pt idx="52">
                  <c:v>38.688963316565342</c:v>
                </c:pt>
                <c:pt idx="53">
                  <c:v>38.768231472779149</c:v>
                </c:pt>
                <c:pt idx="54">
                  <c:v>38.835608933347757</c:v>
                </c:pt>
                <c:pt idx="55">
                  <c:v>38.856908008405192</c:v>
                </c:pt>
                <c:pt idx="56">
                  <c:v>38.882606166916617</c:v>
                </c:pt>
                <c:pt idx="57">
                  <c:v>38.906770050846035</c:v>
                </c:pt>
                <c:pt idx="58">
                  <c:v>38.925794903177362</c:v>
                </c:pt>
                <c:pt idx="59">
                  <c:v>38.938838536703969</c:v>
                </c:pt>
                <c:pt idx="60">
                  <c:v>38.95330085097234</c:v>
                </c:pt>
                <c:pt idx="61">
                  <c:v>38.964422798391105</c:v>
                </c:pt>
                <c:pt idx="62">
                  <c:v>38.9733579808914</c:v>
                </c:pt>
                <c:pt idx="63">
                  <c:v>38.949486573972209</c:v>
                </c:pt>
                <c:pt idx="64">
                  <c:v>38.939620910246894</c:v>
                </c:pt>
                <c:pt idx="65">
                  <c:v>38.903335142991793</c:v>
                </c:pt>
                <c:pt idx="66">
                  <c:v>38.881577799843903</c:v>
                </c:pt>
                <c:pt idx="67">
                  <c:v>38.895054959460253</c:v>
                </c:pt>
                <c:pt idx="68">
                  <c:v>38.916979028276863</c:v>
                </c:pt>
                <c:pt idx="69">
                  <c:v>38.883512889918308</c:v>
                </c:pt>
                <c:pt idx="70">
                  <c:v>38.853684071606594</c:v>
                </c:pt>
                <c:pt idx="71">
                  <c:v>38.855762178315253</c:v>
                </c:pt>
                <c:pt idx="72">
                  <c:v>38.863747228637678</c:v>
                </c:pt>
                <c:pt idx="73">
                  <c:v>38.895112387463861</c:v>
                </c:pt>
                <c:pt idx="74">
                  <c:v>38.913307743316544</c:v>
                </c:pt>
                <c:pt idx="75">
                  <c:v>38.92220755902062</c:v>
                </c:pt>
                <c:pt idx="76">
                  <c:v>38.916624794642622</c:v>
                </c:pt>
                <c:pt idx="77">
                  <c:v>38.905317405190793</c:v>
                </c:pt>
                <c:pt idx="78">
                  <c:v>38.91218026067444</c:v>
                </c:pt>
                <c:pt idx="79">
                  <c:v>38.945999575106555</c:v>
                </c:pt>
                <c:pt idx="80">
                  <c:v>38.945222932066777</c:v>
                </c:pt>
                <c:pt idx="81">
                  <c:v>38.976592665457702</c:v>
                </c:pt>
                <c:pt idx="82">
                  <c:v>38.994050089909869</c:v>
                </c:pt>
                <c:pt idx="83">
                  <c:v>38.982243556418133</c:v>
                </c:pt>
                <c:pt idx="84">
                  <c:v>38.950424900821716</c:v>
                </c:pt>
                <c:pt idx="85">
                  <c:v>38.915752159526583</c:v>
                </c:pt>
                <c:pt idx="86">
                  <c:v>38.904185052850728</c:v>
                </c:pt>
                <c:pt idx="87">
                  <c:v>38.913933942202981</c:v>
                </c:pt>
                <c:pt idx="88">
                  <c:v>38.904645559034684</c:v>
                </c:pt>
                <c:pt idx="89">
                  <c:v>38.922779699340914</c:v>
                </c:pt>
                <c:pt idx="90">
                  <c:v>38.944621573558777</c:v>
                </c:pt>
                <c:pt idx="91">
                  <c:v>38.94070163886979</c:v>
                </c:pt>
                <c:pt idx="92">
                  <c:v>38.950502988149957</c:v>
                </c:pt>
                <c:pt idx="93">
                  <c:v>38.988215281771296</c:v>
                </c:pt>
                <c:pt idx="94">
                  <c:v>38.984346897016167</c:v>
                </c:pt>
                <c:pt idx="95">
                  <c:v>39.025591664611802</c:v>
                </c:pt>
                <c:pt idx="96">
                  <c:v>39.112443047283826</c:v>
                </c:pt>
                <c:pt idx="97">
                  <c:v>39.155617223639595</c:v>
                </c:pt>
                <c:pt idx="98">
                  <c:v>39.174441434577602</c:v>
                </c:pt>
                <c:pt idx="99">
                  <c:v>39.159080439687486</c:v>
                </c:pt>
                <c:pt idx="100">
                  <c:v>39.103496354588387</c:v>
                </c:pt>
                <c:pt idx="101">
                  <c:v>39.025601035091192</c:v>
                </c:pt>
                <c:pt idx="102">
                  <c:v>38.975408984533694</c:v>
                </c:pt>
                <c:pt idx="103">
                  <c:v>38.928603636739616</c:v>
                </c:pt>
                <c:pt idx="104">
                  <c:v>38.908283469347928</c:v>
                </c:pt>
                <c:pt idx="105">
                  <c:v>38.913269843293612</c:v>
                </c:pt>
                <c:pt idx="106">
                  <c:v>38.914834737946052</c:v>
                </c:pt>
                <c:pt idx="107">
                  <c:v>38.922520867516525</c:v>
                </c:pt>
                <c:pt idx="108">
                  <c:v>38.891251356444528</c:v>
                </c:pt>
                <c:pt idx="109">
                  <c:v>38.856579303793545</c:v>
                </c:pt>
                <c:pt idx="110">
                  <c:v>38.867413324172396</c:v>
                </c:pt>
                <c:pt idx="111">
                  <c:v>38.871045331821463</c:v>
                </c:pt>
                <c:pt idx="112">
                  <c:v>38.890834702136559</c:v>
                </c:pt>
                <c:pt idx="113">
                  <c:v>38.913302676863125</c:v>
                </c:pt>
                <c:pt idx="114">
                  <c:v>38.907511302495159</c:v>
                </c:pt>
                <c:pt idx="115">
                  <c:v>38.934626690676737</c:v>
                </c:pt>
                <c:pt idx="116">
                  <c:v>38.961459931510397</c:v>
                </c:pt>
                <c:pt idx="117">
                  <c:v>38.979319351987819</c:v>
                </c:pt>
                <c:pt idx="118">
                  <c:v>38.989532116961485</c:v>
                </c:pt>
                <c:pt idx="119">
                  <c:v>38.996688261071689</c:v>
                </c:pt>
                <c:pt idx="120">
                  <c:v>39.010141637870269</c:v>
                </c:pt>
                <c:pt idx="121">
                  <c:v>38.985524749059302</c:v>
                </c:pt>
                <c:pt idx="122">
                  <c:v>38.969286101788583</c:v>
                </c:pt>
                <c:pt idx="123">
                  <c:v>38.973807714713224</c:v>
                </c:pt>
                <c:pt idx="124">
                  <c:v>38.951275671485845</c:v>
                </c:pt>
                <c:pt idx="125">
                  <c:v>38.914373961223333</c:v>
                </c:pt>
                <c:pt idx="126">
                  <c:v>38.893502976885706</c:v>
                </c:pt>
                <c:pt idx="127">
                  <c:v>38.840787709551343</c:v>
                </c:pt>
                <c:pt idx="128">
                  <c:v>38.788960498043188</c:v>
                </c:pt>
                <c:pt idx="129">
                  <c:v>38.726707189440056</c:v>
                </c:pt>
                <c:pt idx="130">
                  <c:v>38.656999935021503</c:v>
                </c:pt>
                <c:pt idx="131">
                  <c:v>38.650727665683725</c:v>
                </c:pt>
                <c:pt idx="132">
                  <c:v>38.719379400774315</c:v>
                </c:pt>
                <c:pt idx="133">
                  <c:v>38.657447024941654</c:v>
                </c:pt>
                <c:pt idx="134">
                  <c:v>38.545991050675703</c:v>
                </c:pt>
                <c:pt idx="135">
                  <c:v>38.455647897817798</c:v>
                </c:pt>
                <c:pt idx="136">
                  <c:v>38.420791768124857</c:v>
                </c:pt>
                <c:pt idx="137">
                  <c:v>38.361831531274554</c:v>
                </c:pt>
                <c:pt idx="138">
                  <c:v>38.265433671442857</c:v>
                </c:pt>
                <c:pt idx="139">
                  <c:v>38.188725217848891</c:v>
                </c:pt>
                <c:pt idx="140">
                  <c:v>38.120021988161909</c:v>
                </c:pt>
                <c:pt idx="141">
                  <c:v>38.058132999601007</c:v>
                </c:pt>
                <c:pt idx="142">
                  <c:v>38.032970103497036</c:v>
                </c:pt>
                <c:pt idx="143">
                  <c:v>38.041762810920993</c:v>
                </c:pt>
                <c:pt idx="144">
                  <c:v>38.036087407764107</c:v>
                </c:pt>
                <c:pt idx="145">
                  <c:v>38.001216074099439</c:v>
                </c:pt>
                <c:pt idx="146">
                  <c:v>37.978178405430192</c:v>
                </c:pt>
                <c:pt idx="147">
                  <c:v>38.040058683334266</c:v>
                </c:pt>
                <c:pt idx="148">
                  <c:v>38.065138400966063</c:v>
                </c:pt>
                <c:pt idx="149">
                  <c:v>38.091828602492484</c:v>
                </c:pt>
                <c:pt idx="150">
                  <c:v>38.145318330494888</c:v>
                </c:pt>
                <c:pt idx="151">
                  <c:v>38.164936641909421</c:v>
                </c:pt>
                <c:pt idx="152">
                  <c:v>38.228229129913359</c:v>
                </c:pt>
                <c:pt idx="153">
                  <c:v>38.28464844199425</c:v>
                </c:pt>
                <c:pt idx="154">
                  <c:v>38.377474107840591</c:v>
                </c:pt>
                <c:pt idx="155">
                  <c:v>38.480691291007588</c:v>
                </c:pt>
                <c:pt idx="156">
                  <c:v>38.493229828641233</c:v>
                </c:pt>
                <c:pt idx="157">
                  <c:v>38.517701499616102</c:v>
                </c:pt>
                <c:pt idx="158">
                  <c:v>38.574524603115925</c:v>
                </c:pt>
                <c:pt idx="159">
                  <c:v>38.621136331227611</c:v>
                </c:pt>
                <c:pt idx="160">
                  <c:v>38.669226234017117</c:v>
                </c:pt>
                <c:pt idx="161">
                  <c:v>38.704149002329238</c:v>
                </c:pt>
                <c:pt idx="162">
                  <c:v>38.731440609631093</c:v>
                </c:pt>
                <c:pt idx="163">
                  <c:v>38.770463909561734</c:v>
                </c:pt>
                <c:pt idx="164">
                  <c:v>38.778288038501898</c:v>
                </c:pt>
                <c:pt idx="165">
                  <c:v>38.752605399078384</c:v>
                </c:pt>
                <c:pt idx="166">
                  <c:v>38.784110155912479</c:v>
                </c:pt>
                <c:pt idx="167">
                  <c:v>38.792802492970544</c:v>
                </c:pt>
                <c:pt idx="168">
                  <c:v>38.843064932798413</c:v>
                </c:pt>
                <c:pt idx="169">
                  <c:v>38.879565999729557</c:v>
                </c:pt>
                <c:pt idx="170">
                  <c:v>38.968074629154053</c:v>
                </c:pt>
                <c:pt idx="171">
                  <c:v>39.073631038136476</c:v>
                </c:pt>
                <c:pt idx="172">
                  <c:v>39.142945236606572</c:v>
                </c:pt>
                <c:pt idx="173">
                  <c:v>39.185033322752808</c:v>
                </c:pt>
                <c:pt idx="174">
                  <c:v>39.185008015080122</c:v>
                </c:pt>
                <c:pt idx="175">
                  <c:v>39.11697282556058</c:v>
                </c:pt>
                <c:pt idx="176">
                  <c:v>39.089529224656033</c:v>
                </c:pt>
                <c:pt idx="177">
                  <c:v>39.111218170682712</c:v>
                </c:pt>
                <c:pt idx="178">
                  <c:v>39.148538625780091</c:v>
                </c:pt>
                <c:pt idx="179">
                  <c:v>39.143022684479533</c:v>
                </c:pt>
                <c:pt idx="180">
                  <c:v>39.078921989553955</c:v>
                </c:pt>
                <c:pt idx="181">
                  <c:v>38.997076484213842</c:v>
                </c:pt>
                <c:pt idx="182">
                  <c:v>38.954477374916031</c:v>
                </c:pt>
                <c:pt idx="183">
                  <c:v>38.914157628581052</c:v>
                </c:pt>
                <c:pt idx="184">
                  <c:v>38.874780685282587</c:v>
                </c:pt>
                <c:pt idx="185">
                  <c:v>38.876792288641461</c:v>
                </c:pt>
                <c:pt idx="186">
                  <c:v>38.893926616012955</c:v>
                </c:pt>
                <c:pt idx="187">
                  <c:v>38.874481125075334</c:v>
                </c:pt>
                <c:pt idx="188">
                  <c:v>38.828695831435255</c:v>
                </c:pt>
                <c:pt idx="189">
                  <c:v>38.816474389840373</c:v>
                </c:pt>
                <c:pt idx="190">
                  <c:v>38.829234056030941</c:v>
                </c:pt>
                <c:pt idx="191">
                  <c:v>38.787013012374004</c:v>
                </c:pt>
                <c:pt idx="192">
                  <c:v>38.772146980470005</c:v>
                </c:pt>
                <c:pt idx="193">
                  <c:v>38.784693732644627</c:v>
                </c:pt>
                <c:pt idx="194">
                  <c:v>38.789429317145867</c:v>
                </c:pt>
                <c:pt idx="195">
                  <c:v>38.804538981513986</c:v>
                </c:pt>
                <c:pt idx="196">
                  <c:v>38.819899853431927</c:v>
                </c:pt>
                <c:pt idx="197">
                  <c:v>38.82817934831931</c:v>
                </c:pt>
                <c:pt idx="198">
                  <c:v>38.843752568581209</c:v>
                </c:pt>
                <c:pt idx="199">
                  <c:v>38.854077582552073</c:v>
                </c:pt>
                <c:pt idx="200">
                  <c:v>38.887529308572248</c:v>
                </c:pt>
                <c:pt idx="201">
                  <c:v>38.922913419279077</c:v>
                </c:pt>
                <c:pt idx="202">
                  <c:v>38.950239335816484</c:v>
                </c:pt>
                <c:pt idx="203">
                  <c:v>38.994223628236831</c:v>
                </c:pt>
                <c:pt idx="204">
                  <c:v>39.06564433998696</c:v>
                </c:pt>
                <c:pt idx="205">
                  <c:v>39.158481319272994</c:v>
                </c:pt>
                <c:pt idx="206">
                  <c:v>39.220257766393502</c:v>
                </c:pt>
                <c:pt idx="207">
                  <c:v>39.212660422730117</c:v>
                </c:pt>
                <c:pt idx="208">
                  <c:v>39.174277856996447</c:v>
                </c:pt>
                <c:pt idx="209">
                  <c:v>39.121206904956239</c:v>
                </c:pt>
                <c:pt idx="210">
                  <c:v>39.053567931769926</c:v>
                </c:pt>
                <c:pt idx="211">
                  <c:v>39.033802270489289</c:v>
                </c:pt>
                <c:pt idx="212">
                  <c:v>38.987365273534621</c:v>
                </c:pt>
                <c:pt idx="213">
                  <c:v>38.94272935158299</c:v>
                </c:pt>
                <c:pt idx="214">
                  <c:v>38.940518361146928</c:v>
                </c:pt>
                <c:pt idx="215">
                  <c:v>38.94489666230411</c:v>
                </c:pt>
                <c:pt idx="216">
                  <c:v>38.978415506534908</c:v>
                </c:pt>
                <c:pt idx="217">
                  <c:v>39.030876713365103</c:v>
                </c:pt>
                <c:pt idx="218">
                  <c:v>39.037956049057634</c:v>
                </c:pt>
                <c:pt idx="219">
                  <c:v>39.031510093826284</c:v>
                </c:pt>
                <c:pt idx="220">
                  <c:v>39.101199185255261</c:v>
                </c:pt>
                <c:pt idx="221">
                  <c:v>39.175270685111904</c:v>
                </c:pt>
                <c:pt idx="222">
                  <c:v>39.237541283602205</c:v>
                </c:pt>
                <c:pt idx="223">
                  <c:v>39.258035825531607</c:v>
                </c:pt>
                <c:pt idx="224">
                  <c:v>39.216856725075004</c:v>
                </c:pt>
                <c:pt idx="225">
                  <c:v>39.196978421286225</c:v>
                </c:pt>
                <c:pt idx="226">
                  <c:v>39.179680049039334</c:v>
                </c:pt>
                <c:pt idx="227">
                  <c:v>39.174689346473251</c:v>
                </c:pt>
                <c:pt idx="228">
                  <c:v>39.161547925476704</c:v>
                </c:pt>
                <c:pt idx="229">
                  <c:v>39.153337491760247</c:v>
                </c:pt>
                <c:pt idx="230">
                  <c:v>39.169774911247295</c:v>
                </c:pt>
                <c:pt idx="231">
                  <c:v>39.177445816863049</c:v>
                </c:pt>
                <c:pt idx="232">
                  <c:v>39.193103322250593</c:v>
                </c:pt>
                <c:pt idx="233">
                  <c:v>39.199755009923116</c:v>
                </c:pt>
                <c:pt idx="234">
                  <c:v>39.176130383555609</c:v>
                </c:pt>
                <c:pt idx="235">
                  <c:v>39.152924428239665</c:v>
                </c:pt>
                <c:pt idx="236">
                  <c:v>39.114858196117297</c:v>
                </c:pt>
                <c:pt idx="237">
                  <c:v>39.06083519353335</c:v>
                </c:pt>
                <c:pt idx="238">
                  <c:v>39.032501249520223</c:v>
                </c:pt>
                <c:pt idx="239">
                  <c:v>38.979707894857611</c:v>
                </c:pt>
                <c:pt idx="240">
                  <c:v>38.933910869672467</c:v>
                </c:pt>
                <c:pt idx="241">
                  <c:v>38.883754726988748</c:v>
                </c:pt>
                <c:pt idx="242">
                  <c:v>38.841497086813874</c:v>
                </c:pt>
                <c:pt idx="243">
                  <c:v>38.841319687160762</c:v>
                </c:pt>
                <c:pt idx="244">
                  <c:v>38.801345148302715</c:v>
                </c:pt>
                <c:pt idx="245">
                  <c:v>38.806745348196436</c:v>
                </c:pt>
                <c:pt idx="246">
                  <c:v>38.787152684165214</c:v>
                </c:pt>
                <c:pt idx="247">
                  <c:v>38.766700247906975</c:v>
                </c:pt>
                <c:pt idx="248">
                  <c:v>38.750182921103558</c:v>
                </c:pt>
                <c:pt idx="249">
                  <c:v>38.751560258601621</c:v>
                </c:pt>
                <c:pt idx="250">
                  <c:v>38.731008952718334</c:v>
                </c:pt>
                <c:pt idx="251">
                  <c:v>38.806422251115762</c:v>
                </c:pt>
                <c:pt idx="252">
                  <c:v>38.81646565881627</c:v>
                </c:pt>
                <c:pt idx="253">
                  <c:v>38.844461453955063</c:v>
                </c:pt>
                <c:pt idx="254">
                  <c:v>38.859191503232964</c:v>
                </c:pt>
                <c:pt idx="255">
                  <c:v>38.871425635555838</c:v>
                </c:pt>
                <c:pt idx="256">
                  <c:v>38.851274997598352</c:v>
                </c:pt>
                <c:pt idx="257">
                  <c:v>38.903349948841118</c:v>
                </c:pt>
                <c:pt idx="258">
                  <c:v>38.952863463556433</c:v>
                </c:pt>
                <c:pt idx="259">
                  <c:v>39</c:v>
                </c:pt>
                <c:pt idx="260">
                  <c:v>38.951768543945064</c:v>
                </c:pt>
                <c:pt idx="261">
                  <c:v>38.822507970195282</c:v>
                </c:pt>
                <c:pt idx="262">
                  <c:v>38.830287165104352</c:v>
                </c:pt>
                <c:pt idx="263">
                  <c:v>38.876755913473431</c:v>
                </c:pt>
                <c:pt idx="264">
                  <c:v>38.84520317289843</c:v>
                </c:pt>
                <c:pt idx="265">
                  <c:v>38.792459130076175</c:v>
                </c:pt>
                <c:pt idx="266">
                  <c:v>38.821788755159112</c:v>
                </c:pt>
                <c:pt idx="267">
                  <c:v>38.831573576979572</c:v>
                </c:pt>
                <c:pt idx="268">
                  <c:v>38.69511064617793</c:v>
                </c:pt>
                <c:pt idx="269">
                  <c:v>38.567220535781878</c:v>
                </c:pt>
                <c:pt idx="270">
                  <c:v>38.570234030305166</c:v>
                </c:pt>
                <c:pt idx="271">
                  <c:v>38.59816730639249</c:v>
                </c:pt>
                <c:pt idx="272">
                  <c:v>38.588952952470812</c:v>
                </c:pt>
                <c:pt idx="273">
                  <c:v>38.58843364099495</c:v>
                </c:pt>
                <c:pt idx="274">
                  <c:v>38.587245360911758</c:v>
                </c:pt>
                <c:pt idx="275">
                  <c:v>38.485653550110641</c:v>
                </c:pt>
                <c:pt idx="276">
                  <c:v>38.409810636138481</c:v>
                </c:pt>
                <c:pt idx="277">
                  <c:v>38.466459500369972</c:v>
                </c:pt>
                <c:pt idx="278">
                  <c:v>38.583030674227388</c:v>
                </c:pt>
                <c:pt idx="279">
                  <c:v>38.676050968127925</c:v>
                </c:pt>
                <c:pt idx="280">
                  <c:v>38.657913433789787</c:v>
                </c:pt>
                <c:pt idx="281">
                  <c:v>38.691220372376456</c:v>
                </c:pt>
                <c:pt idx="282">
                  <c:v>38.79191881495359</c:v>
                </c:pt>
                <c:pt idx="283">
                  <c:v>38.817887364673425</c:v>
                </c:pt>
                <c:pt idx="284">
                  <c:v>38.840769239131333</c:v>
                </c:pt>
                <c:pt idx="285">
                  <c:v>38.678913010126067</c:v>
                </c:pt>
                <c:pt idx="286">
                  <c:v>38.570022936277347</c:v>
                </c:pt>
                <c:pt idx="287">
                  <c:v>38.996363344002887</c:v>
                </c:pt>
                <c:pt idx="288">
                  <c:v>39.126369178294546</c:v>
                </c:pt>
                <c:pt idx="289">
                  <c:v>39.178544991311519</c:v>
                </c:pt>
                <c:pt idx="290">
                  <c:v>39.212459978092262</c:v>
                </c:pt>
                <c:pt idx="291">
                  <c:v>39.271669823854168</c:v>
                </c:pt>
                <c:pt idx="292">
                  <c:v>39.233202604078357</c:v>
                </c:pt>
                <c:pt idx="293">
                  <c:v>39.325184311918811</c:v>
                </c:pt>
                <c:pt idx="294">
                  <c:v>39.485752714868902</c:v>
                </c:pt>
                <c:pt idx="295">
                  <c:v>39.540597220740402</c:v>
                </c:pt>
                <c:pt idx="296">
                  <c:v>39.572390150558761</c:v>
                </c:pt>
                <c:pt idx="297">
                  <c:v>39.701626277441051</c:v>
                </c:pt>
                <c:pt idx="298">
                  <c:v>39.701137684413368</c:v>
                </c:pt>
                <c:pt idx="299">
                  <c:v>39.665174620728003</c:v>
                </c:pt>
                <c:pt idx="300">
                  <c:v>39.782472806057193</c:v>
                </c:pt>
                <c:pt idx="301">
                  <c:v>39.747473794999387</c:v>
                </c:pt>
                <c:pt idx="302">
                  <c:v>39.61166082130751</c:v>
                </c:pt>
                <c:pt idx="303">
                  <c:v>39.698248281107297</c:v>
                </c:pt>
                <c:pt idx="304">
                  <c:v>39.829082701883536</c:v>
                </c:pt>
                <c:pt idx="305">
                  <c:v>39.96677287035196</c:v>
                </c:pt>
                <c:pt idx="306">
                  <c:v>40.021971240941191</c:v>
                </c:pt>
                <c:pt idx="307">
                  <c:v>39.975614766163744</c:v>
                </c:pt>
                <c:pt idx="308">
                  <c:v>39.982891816511945</c:v>
                </c:pt>
                <c:pt idx="309">
                  <c:v>39.981479850050683</c:v>
                </c:pt>
                <c:pt idx="310">
                  <c:v>39.974676045803299</c:v>
                </c:pt>
                <c:pt idx="311">
                  <c:v>39.79653644454892</c:v>
                </c:pt>
                <c:pt idx="312">
                  <c:v>39.777900602381628</c:v>
                </c:pt>
                <c:pt idx="313">
                  <c:v>40.069425758823144</c:v>
                </c:pt>
                <c:pt idx="314">
                  <c:v>40.101836599203637</c:v>
                </c:pt>
                <c:pt idx="315">
                  <c:v>40.151415879435717</c:v>
                </c:pt>
                <c:pt idx="316">
                  <c:v>40.128986788509458</c:v>
                </c:pt>
                <c:pt idx="317">
                  <c:v>40.169655997158458</c:v>
                </c:pt>
                <c:pt idx="318">
                  <c:v>40.272866982528058</c:v>
                </c:pt>
                <c:pt idx="319">
                  <c:v>40.249873547717108</c:v>
                </c:pt>
                <c:pt idx="320">
                  <c:v>40.261869089434853</c:v>
                </c:pt>
                <c:pt idx="321">
                  <c:v>40.421736452635564</c:v>
                </c:pt>
                <c:pt idx="322">
                  <c:v>40.477307969978852</c:v>
                </c:pt>
                <c:pt idx="323">
                  <c:v>40.547063146652228</c:v>
                </c:pt>
                <c:pt idx="324">
                  <c:v>40.611767167640529</c:v>
                </c:pt>
                <c:pt idx="325">
                  <c:v>40.687056534684565</c:v>
                </c:pt>
                <c:pt idx="326">
                  <c:v>40.768690478702624</c:v>
                </c:pt>
                <c:pt idx="327">
                  <c:v>40.886953700436742</c:v>
                </c:pt>
                <c:pt idx="328">
                  <c:v>40.961336713395596</c:v>
                </c:pt>
                <c:pt idx="329">
                  <c:v>40.988703530476904</c:v>
                </c:pt>
                <c:pt idx="330">
                  <c:v>41.018419312769531</c:v>
                </c:pt>
                <c:pt idx="331">
                  <c:v>41.014202744610948</c:v>
                </c:pt>
                <c:pt idx="332">
                  <c:v>41.018315721013131</c:v>
                </c:pt>
                <c:pt idx="333">
                  <c:v>41.018241642577642</c:v>
                </c:pt>
                <c:pt idx="334">
                  <c:v>40.959505510210796</c:v>
                </c:pt>
                <c:pt idx="335">
                  <c:v>40.845338147152724</c:v>
                </c:pt>
                <c:pt idx="336">
                  <c:v>40.749111636743351</c:v>
                </c:pt>
                <c:pt idx="337">
                  <c:v>40.704912290591302</c:v>
                </c:pt>
                <c:pt idx="338">
                  <c:v>40.63568840288319</c:v>
                </c:pt>
                <c:pt idx="339">
                  <c:v>40.565069518873344</c:v>
                </c:pt>
                <c:pt idx="340">
                  <c:v>40.460538353470518</c:v>
                </c:pt>
                <c:pt idx="341">
                  <c:v>40.469056832473974</c:v>
                </c:pt>
                <c:pt idx="342">
                  <c:v>40.443629237332004</c:v>
                </c:pt>
                <c:pt idx="343">
                  <c:v>40.362963674561918</c:v>
                </c:pt>
                <c:pt idx="344">
                  <c:v>40.443214575173208</c:v>
                </c:pt>
                <c:pt idx="345">
                  <c:v>40.485012274836109</c:v>
                </c:pt>
                <c:pt idx="346">
                  <c:v>40.571022454078872</c:v>
                </c:pt>
                <c:pt idx="347">
                  <c:v>40.681417129324863</c:v>
                </c:pt>
                <c:pt idx="348">
                  <c:v>40.724005146532896</c:v>
                </c:pt>
                <c:pt idx="349">
                  <c:v>40.676545758952997</c:v>
                </c:pt>
                <c:pt idx="350">
                  <c:v>40.64032435533192</c:v>
                </c:pt>
                <c:pt idx="351">
                  <c:v>40.67827366551461</c:v>
                </c:pt>
                <c:pt idx="352">
                  <c:v>40.649087450576864</c:v>
                </c:pt>
                <c:pt idx="353">
                  <c:v>40.601657379562404</c:v>
                </c:pt>
                <c:pt idx="354">
                  <c:v>40.571621180982419</c:v>
                </c:pt>
                <c:pt idx="355">
                  <c:v>40.518559181316213</c:v>
                </c:pt>
                <c:pt idx="356">
                  <c:v>40.590256088561212</c:v>
                </c:pt>
                <c:pt idx="357">
                  <c:v>40.592624926075281</c:v>
                </c:pt>
                <c:pt idx="358">
                  <c:v>40.446945304880714</c:v>
                </c:pt>
                <c:pt idx="359">
                  <c:v>40.514171140763139</c:v>
                </c:pt>
                <c:pt idx="360">
                  <c:v>40.646099718723292</c:v>
                </c:pt>
                <c:pt idx="361">
                  <c:v>40.630327701650621</c:v>
                </c:pt>
                <c:pt idx="362">
                  <c:v>40.565215314678653</c:v>
                </c:pt>
                <c:pt idx="363">
                  <c:v>40.523723520586984</c:v>
                </c:pt>
                <c:pt idx="364">
                  <c:v>40.493188448505869</c:v>
                </c:pt>
                <c:pt idx="365">
                  <c:v>40.415475988626156</c:v>
                </c:pt>
                <c:pt idx="366">
                  <c:v>40.327557576431012</c:v>
                </c:pt>
                <c:pt idx="367">
                  <c:v>40.264102165672732</c:v>
                </c:pt>
                <c:pt idx="368">
                  <c:v>40.197703096286766</c:v>
                </c:pt>
                <c:pt idx="369">
                  <c:v>40.075720113962731</c:v>
                </c:pt>
                <c:pt idx="370">
                  <c:v>39.997268099449855</c:v>
                </c:pt>
                <c:pt idx="371">
                  <c:v>39.867406880430664</c:v>
                </c:pt>
                <c:pt idx="372">
                  <c:v>39.806338064367864</c:v>
                </c:pt>
                <c:pt idx="373">
                  <c:v>39.705281305480433</c:v>
                </c:pt>
                <c:pt idx="374">
                  <c:v>39.569457756181897</c:v>
                </c:pt>
                <c:pt idx="375">
                  <c:v>39.526557930738434</c:v>
                </c:pt>
                <c:pt idx="376">
                  <c:v>39.465841897238256</c:v>
                </c:pt>
                <c:pt idx="377">
                  <c:v>39.368568155825216</c:v>
                </c:pt>
                <c:pt idx="378">
                  <c:v>39.250188872956613</c:v>
                </c:pt>
                <c:pt idx="379">
                  <c:v>39.110810173615555</c:v>
                </c:pt>
                <c:pt idx="380">
                  <c:v>38.999378867566989</c:v>
                </c:pt>
                <c:pt idx="381">
                  <c:v>38.861110090442097</c:v>
                </c:pt>
                <c:pt idx="382">
                  <c:v>38.704748934360062</c:v>
                </c:pt>
                <c:pt idx="383">
                  <c:v>38.640506526305245</c:v>
                </c:pt>
                <c:pt idx="384">
                  <c:v>38.57910459092988</c:v>
                </c:pt>
                <c:pt idx="385">
                  <c:v>38.503745019073719</c:v>
                </c:pt>
                <c:pt idx="386">
                  <c:v>38.45128474683203</c:v>
                </c:pt>
                <c:pt idx="387">
                  <c:v>38.442483026028341</c:v>
                </c:pt>
                <c:pt idx="388">
                  <c:v>38.472411218151009</c:v>
                </c:pt>
                <c:pt idx="389">
                  <c:v>38.462484597120785</c:v>
                </c:pt>
                <c:pt idx="390">
                  <c:v>38.464342694319271</c:v>
                </c:pt>
                <c:pt idx="391">
                  <c:v>38.604187618050211</c:v>
                </c:pt>
                <c:pt idx="392">
                  <c:v>39.225532805212126</c:v>
                </c:pt>
                <c:pt idx="393">
                  <c:v>39.844644633300177</c:v>
                </c:pt>
                <c:pt idx="394">
                  <c:v>40.36210227910226</c:v>
                </c:pt>
                <c:pt idx="395">
                  <c:v>40.555782463804491</c:v>
                </c:pt>
                <c:pt idx="396">
                  <c:v>40.459720637725802</c:v>
                </c:pt>
                <c:pt idx="397">
                  <c:v>40.312429687587226</c:v>
                </c:pt>
                <c:pt idx="398">
                  <c:v>40.085528620223222</c:v>
                </c:pt>
                <c:pt idx="399">
                  <c:v>39.793769078824816</c:v>
                </c:pt>
                <c:pt idx="400">
                  <c:v>39.470255220869575</c:v>
                </c:pt>
                <c:pt idx="401">
                  <c:v>39.278331521461375</c:v>
                </c:pt>
                <c:pt idx="402">
                  <c:v>39.116594636947539</c:v>
                </c:pt>
                <c:pt idx="403">
                  <c:v>38.957418869233507</c:v>
                </c:pt>
                <c:pt idx="404">
                  <c:v>38.848227648836534</c:v>
                </c:pt>
                <c:pt idx="405">
                  <c:v>38.763996434200564</c:v>
                </c:pt>
                <c:pt idx="406">
                  <c:v>38.621703355905616</c:v>
                </c:pt>
                <c:pt idx="407">
                  <c:v>38.419482028428902</c:v>
                </c:pt>
                <c:pt idx="408">
                  <c:v>38.29023675856574</c:v>
                </c:pt>
                <c:pt idx="409">
                  <c:v>38.225094243412002</c:v>
                </c:pt>
                <c:pt idx="410">
                  <c:v>38.143470576793092</c:v>
                </c:pt>
                <c:pt idx="411">
                  <c:v>38.036999514256856</c:v>
                </c:pt>
                <c:pt idx="412">
                  <c:v>38.014860418992996</c:v>
                </c:pt>
                <c:pt idx="413">
                  <c:v>38.003184727314192</c:v>
                </c:pt>
                <c:pt idx="414">
                  <c:v>38.019636428289544</c:v>
                </c:pt>
                <c:pt idx="415">
                  <c:v>38.037236868223097</c:v>
                </c:pt>
                <c:pt idx="416">
                  <c:v>38.018067457878217</c:v>
                </c:pt>
                <c:pt idx="417">
                  <c:v>37.936470023529004</c:v>
                </c:pt>
                <c:pt idx="418">
                  <c:v>37.950593540244832</c:v>
                </c:pt>
                <c:pt idx="419">
                  <c:v>37.95595141696036</c:v>
                </c:pt>
                <c:pt idx="420">
                  <c:v>37.968634822343702</c:v>
                </c:pt>
                <c:pt idx="421">
                  <c:v>37.96536162731293</c:v>
                </c:pt>
                <c:pt idx="422">
                  <c:v>38.01834057580237</c:v>
                </c:pt>
                <c:pt idx="423">
                  <c:v>38.00243152776585</c:v>
                </c:pt>
                <c:pt idx="424">
                  <c:v>38.015082048661512</c:v>
                </c:pt>
                <c:pt idx="425">
                  <c:v>38.04465951877399</c:v>
                </c:pt>
                <c:pt idx="426">
                  <c:v>38.072222146459836</c:v>
                </c:pt>
                <c:pt idx="427">
                  <c:v>38.074080871873178</c:v>
                </c:pt>
                <c:pt idx="428">
                  <c:v>38.055673962384191</c:v>
                </c:pt>
                <c:pt idx="429">
                  <c:v>38.069397121678946</c:v>
                </c:pt>
                <c:pt idx="430">
                  <c:v>37.994749486059334</c:v>
                </c:pt>
                <c:pt idx="431">
                  <c:v>38.069090450605941</c:v>
                </c:pt>
                <c:pt idx="432">
                  <c:v>38.035004437204826</c:v>
                </c:pt>
                <c:pt idx="433">
                  <c:v>38.108270277200916</c:v>
                </c:pt>
                <c:pt idx="434">
                  <c:v>38.264000040359463</c:v>
                </c:pt>
                <c:pt idx="435">
                  <c:v>38.820619720220598</c:v>
                </c:pt>
                <c:pt idx="436">
                  <c:v>38.397105102297353</c:v>
                </c:pt>
                <c:pt idx="437">
                  <c:v>38.243358974014654</c:v>
                </c:pt>
                <c:pt idx="438">
                  <c:v>38.014392392292244</c:v>
                </c:pt>
                <c:pt idx="439">
                  <c:v>38.044268130635601</c:v>
                </c:pt>
                <c:pt idx="440">
                  <c:v>38.258590220967712</c:v>
                </c:pt>
                <c:pt idx="441">
                  <c:v>38.217443248912076</c:v>
                </c:pt>
                <c:pt idx="442">
                  <c:v>38.272151844019341</c:v>
                </c:pt>
                <c:pt idx="443">
                  <c:v>38.272038268459859</c:v>
                </c:pt>
                <c:pt idx="444">
                  <c:v>38.232120331386142</c:v>
                </c:pt>
                <c:pt idx="445">
                  <c:v>38.218136198245503</c:v>
                </c:pt>
                <c:pt idx="446">
                  <c:v>38.233136085357046</c:v>
                </c:pt>
                <c:pt idx="447">
                  <c:v>38.2567395359168</c:v>
                </c:pt>
                <c:pt idx="448">
                  <c:v>38.122289881664123</c:v>
                </c:pt>
                <c:pt idx="449">
                  <c:v>38.201810406746191</c:v>
                </c:pt>
                <c:pt idx="450">
                  <c:v>38.282057953291527</c:v>
                </c:pt>
                <c:pt idx="451">
                  <c:v>38.367999434131264</c:v>
                </c:pt>
                <c:pt idx="452">
                  <c:v>38.370898589130448</c:v>
                </c:pt>
                <c:pt idx="453">
                  <c:v>38.365159422597451</c:v>
                </c:pt>
                <c:pt idx="454">
                  <c:v>38.3482631140105</c:v>
                </c:pt>
                <c:pt idx="455">
                  <c:v>38.400081139497516</c:v>
                </c:pt>
                <c:pt idx="456">
                  <c:v>38.506982986996974</c:v>
                </c:pt>
                <c:pt idx="457">
                  <c:v>38.621172288290254</c:v>
                </c:pt>
                <c:pt idx="458">
                  <c:v>38.583195088019295</c:v>
                </c:pt>
                <c:pt idx="459">
                  <c:v>38.49112824654523</c:v>
                </c:pt>
                <c:pt idx="460">
                  <c:v>38.510101573537135</c:v>
                </c:pt>
                <c:pt idx="461">
                  <c:v>38.544369084638937</c:v>
                </c:pt>
                <c:pt idx="462">
                  <c:v>38.494885636619301</c:v>
                </c:pt>
                <c:pt idx="463">
                  <c:v>38.513911128405915</c:v>
                </c:pt>
                <c:pt idx="464">
                  <c:v>38.646685385982344</c:v>
                </c:pt>
                <c:pt idx="465">
                  <c:v>38.637708208485833</c:v>
                </c:pt>
                <c:pt idx="466">
                  <c:v>38.592656640598044</c:v>
                </c:pt>
                <c:pt idx="467">
                  <c:v>38.543837537432111</c:v>
                </c:pt>
                <c:pt idx="468">
                  <c:v>38.542484954231973</c:v>
                </c:pt>
                <c:pt idx="469">
                  <c:v>38.605556347496332</c:v>
                </c:pt>
                <c:pt idx="470">
                  <c:v>38.645482472210873</c:v>
                </c:pt>
                <c:pt idx="471">
                  <c:v>38.681520401353616</c:v>
                </c:pt>
                <c:pt idx="472">
                  <c:v>38.682029432356032</c:v>
                </c:pt>
                <c:pt idx="473">
                  <c:v>38.654380689276721</c:v>
                </c:pt>
                <c:pt idx="474">
                  <c:v>38.757968510565497</c:v>
                </c:pt>
                <c:pt idx="475">
                  <c:v>38.812059147843193</c:v>
                </c:pt>
                <c:pt idx="476">
                  <c:v>38.74954885199822</c:v>
                </c:pt>
                <c:pt idx="477">
                  <c:v>38.744054775149564</c:v>
                </c:pt>
                <c:pt idx="478">
                  <c:v>38.785507931385268</c:v>
                </c:pt>
                <c:pt idx="479">
                  <c:v>38.832029533193214</c:v>
                </c:pt>
                <c:pt idx="480">
                  <c:v>38.841678372387577</c:v>
                </c:pt>
                <c:pt idx="481">
                  <c:v>38.836752746694096</c:v>
                </c:pt>
                <c:pt idx="482">
                  <c:v>38.839026108615016</c:v>
                </c:pt>
                <c:pt idx="483">
                  <c:v>38.800136110517158</c:v>
                </c:pt>
                <c:pt idx="484">
                  <c:v>38.784383768991759</c:v>
                </c:pt>
                <c:pt idx="485">
                  <c:v>38.789515520637359</c:v>
                </c:pt>
                <c:pt idx="486">
                  <c:v>38.839291728503227</c:v>
                </c:pt>
                <c:pt idx="487">
                  <c:v>38.846232474559642</c:v>
                </c:pt>
                <c:pt idx="488">
                  <c:v>38.839728599436015</c:v>
                </c:pt>
                <c:pt idx="489">
                  <c:v>38.851525787042796</c:v>
                </c:pt>
                <c:pt idx="490">
                  <c:v>38.849144357178474</c:v>
                </c:pt>
                <c:pt idx="491">
                  <c:v>38.852656762094547</c:v>
                </c:pt>
                <c:pt idx="492">
                  <c:v>38.945169660522531</c:v>
                </c:pt>
                <c:pt idx="493">
                  <c:v>38.946864020276045</c:v>
                </c:pt>
                <c:pt idx="494">
                  <c:v>38.911743070014012</c:v>
                </c:pt>
                <c:pt idx="495">
                  <c:v>38.9274641028248</c:v>
                </c:pt>
                <c:pt idx="496">
                  <c:v>38.976902555327264</c:v>
                </c:pt>
                <c:pt idx="497">
                  <c:v>38.994639372550736</c:v>
                </c:pt>
                <c:pt idx="498">
                  <c:v>38.974594712009747</c:v>
                </c:pt>
                <c:pt idx="499">
                  <c:v>38.980148356577779</c:v>
                </c:pt>
                <c:pt idx="500">
                  <c:v>38.964842256464557</c:v>
                </c:pt>
                <c:pt idx="501">
                  <c:v>38.978407046049583</c:v>
                </c:pt>
                <c:pt idx="502">
                  <c:v>38.984126850614338</c:v>
                </c:pt>
                <c:pt idx="503">
                  <c:v>39.006027087424307</c:v>
                </c:pt>
                <c:pt idx="504">
                  <c:v>39.028647055753559</c:v>
                </c:pt>
                <c:pt idx="505">
                  <c:v>39.06604845113354</c:v>
                </c:pt>
                <c:pt idx="506">
                  <c:v>39.046277182321937</c:v>
                </c:pt>
                <c:pt idx="507">
                  <c:v>39.037919870645084</c:v>
                </c:pt>
                <c:pt idx="508">
                  <c:v>39.084610780537325</c:v>
                </c:pt>
                <c:pt idx="509">
                  <c:v>39.136820386306745</c:v>
                </c:pt>
                <c:pt idx="510">
                  <c:v>39.150959234577918</c:v>
                </c:pt>
                <c:pt idx="511">
                  <c:v>39.18705619036249</c:v>
                </c:pt>
                <c:pt idx="512">
                  <c:v>39.210047362485511</c:v>
                </c:pt>
                <c:pt idx="513">
                  <c:v>39.249302120635406</c:v>
                </c:pt>
                <c:pt idx="514">
                  <c:v>39.303124924525832</c:v>
                </c:pt>
                <c:pt idx="515">
                  <c:v>39.429903083664904</c:v>
                </c:pt>
                <c:pt idx="516">
                  <c:v>39.492665177326117</c:v>
                </c:pt>
                <c:pt idx="517">
                  <c:v>39.528209397798882</c:v>
                </c:pt>
                <c:pt idx="518">
                  <c:v>39.50704977318275</c:v>
                </c:pt>
                <c:pt idx="519">
                  <c:v>39.562710765077263</c:v>
                </c:pt>
                <c:pt idx="520">
                  <c:v>39.637517736891006</c:v>
                </c:pt>
                <c:pt idx="521">
                  <c:v>39.66486271411484</c:v>
                </c:pt>
                <c:pt idx="522">
                  <c:v>39.676713148671432</c:v>
                </c:pt>
                <c:pt idx="523">
                  <c:v>39.736788989052179</c:v>
                </c:pt>
                <c:pt idx="524">
                  <c:v>39.783189684622123</c:v>
                </c:pt>
                <c:pt idx="525">
                  <c:v>39.766004077855541</c:v>
                </c:pt>
                <c:pt idx="526">
                  <c:v>39.794536769490584</c:v>
                </c:pt>
                <c:pt idx="527">
                  <c:v>39.851895515170511</c:v>
                </c:pt>
                <c:pt idx="528">
                  <c:v>39.811216222803537</c:v>
                </c:pt>
                <c:pt idx="529">
                  <c:v>39.758960330309151</c:v>
                </c:pt>
                <c:pt idx="530">
                  <c:v>39.757331736072409</c:v>
                </c:pt>
                <c:pt idx="531">
                  <c:v>39.756227790303726</c:v>
                </c:pt>
                <c:pt idx="532">
                  <c:v>39.706722932829202</c:v>
                </c:pt>
                <c:pt idx="533">
                  <c:v>39.639609001621899</c:v>
                </c:pt>
                <c:pt idx="534">
                  <c:v>39.607942044494969</c:v>
                </c:pt>
                <c:pt idx="535">
                  <c:v>39.592274799711532</c:v>
                </c:pt>
                <c:pt idx="536">
                  <c:v>39.662934313726502</c:v>
                </c:pt>
                <c:pt idx="537">
                  <c:v>39.706216926942183</c:v>
                </c:pt>
                <c:pt idx="538">
                  <c:v>39.721450276719352</c:v>
                </c:pt>
                <c:pt idx="539">
                  <c:v>39.776557500335834</c:v>
                </c:pt>
                <c:pt idx="540">
                  <c:v>39.824406955640441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8022-4DA3-A5C1-DAA90C22AF82}"/>
            </c:ext>
          </c:extLst>
        </c:ser>
        <c:ser>
          <c:idx val="19"/>
          <c:order val="1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plot!$U$2:$U$542</c:f>
              <c:numCache>
                <c:formatCode>General</c:formatCode>
                <c:ptCount val="541"/>
                <c:pt idx="0">
                  <c:v>39.482621646433557</c:v>
                </c:pt>
                <c:pt idx="1">
                  <c:v>39.670432512378113</c:v>
                </c:pt>
                <c:pt idx="2">
                  <c:v>39.821095758628999</c:v>
                </c:pt>
                <c:pt idx="3">
                  <c:v>39.874694014575681</c:v>
                </c:pt>
                <c:pt idx="4">
                  <c:v>39.907196379745578</c:v>
                </c:pt>
                <c:pt idx="5">
                  <c:v>39.925192618634014</c:v>
                </c:pt>
                <c:pt idx="6">
                  <c:v>39.964893141866256</c:v>
                </c:pt>
                <c:pt idx="7">
                  <c:v>39.899887370174447</c:v>
                </c:pt>
                <c:pt idx="8">
                  <c:v>39.830133745663765</c:v>
                </c:pt>
                <c:pt idx="9">
                  <c:v>39.885983077045566</c:v>
                </c:pt>
                <c:pt idx="10">
                  <c:v>39.897760676081241</c:v>
                </c:pt>
                <c:pt idx="11">
                  <c:v>39.959267203118046</c:v>
                </c:pt>
                <c:pt idx="12">
                  <c:v>39.947771239127952</c:v>
                </c:pt>
                <c:pt idx="13">
                  <c:v>39.90910845483679</c:v>
                </c:pt>
                <c:pt idx="14">
                  <c:v>39.909706796569402</c:v>
                </c:pt>
                <c:pt idx="15">
                  <c:v>39.920515701468481</c:v>
                </c:pt>
                <c:pt idx="16">
                  <c:v>39.936735110084051</c:v>
                </c:pt>
                <c:pt idx="17">
                  <c:v>39.98441346698327</c:v>
                </c:pt>
                <c:pt idx="18">
                  <c:v>40.016374358766676</c:v>
                </c:pt>
                <c:pt idx="19">
                  <c:v>40.033582323949155</c:v>
                </c:pt>
                <c:pt idx="20">
                  <c:v>40.040295635431484</c:v>
                </c:pt>
                <c:pt idx="21">
                  <c:v>40.058007545472876</c:v>
                </c:pt>
                <c:pt idx="22">
                  <c:v>40.074796886113838</c:v>
                </c:pt>
                <c:pt idx="23">
                  <c:v>40.099985750064725</c:v>
                </c:pt>
                <c:pt idx="24">
                  <c:v>40.121295779431264</c:v>
                </c:pt>
                <c:pt idx="25">
                  <c:v>40.124633444091522</c:v>
                </c:pt>
                <c:pt idx="26">
                  <c:v>40.124804019340708</c:v>
                </c:pt>
                <c:pt idx="27">
                  <c:v>40.137503203207054</c:v>
                </c:pt>
                <c:pt idx="28">
                  <c:v>40.141012280052415</c:v>
                </c:pt>
                <c:pt idx="29">
                  <c:v>40.136740005746226</c:v>
                </c:pt>
                <c:pt idx="30">
                  <c:v>40.152444797193354</c:v>
                </c:pt>
                <c:pt idx="31">
                  <c:v>40.172077584950927</c:v>
                </c:pt>
                <c:pt idx="32">
                  <c:v>40.176852720091297</c:v>
                </c:pt>
                <c:pt idx="33">
                  <c:v>40.189626812475588</c:v>
                </c:pt>
                <c:pt idx="34">
                  <c:v>40.211254844454906</c:v>
                </c:pt>
                <c:pt idx="35">
                  <c:v>40.227227772000596</c:v>
                </c:pt>
                <c:pt idx="36">
                  <c:v>40.239070982407497</c:v>
                </c:pt>
                <c:pt idx="37">
                  <c:v>40.277747217380778</c:v>
                </c:pt>
                <c:pt idx="38">
                  <c:v>40.339053885788864</c:v>
                </c:pt>
                <c:pt idx="39">
                  <c:v>40.40990812095442</c:v>
                </c:pt>
                <c:pt idx="40">
                  <c:v>40.455888741703184</c:v>
                </c:pt>
                <c:pt idx="41">
                  <c:v>40.480550611332134</c:v>
                </c:pt>
                <c:pt idx="42">
                  <c:v>40.509449634242486</c:v>
                </c:pt>
                <c:pt idx="43">
                  <c:v>40.538994199042961</c:v>
                </c:pt>
                <c:pt idx="44">
                  <c:v>40.577222634755771</c:v>
                </c:pt>
                <c:pt idx="45">
                  <c:v>40.630059038120557</c:v>
                </c:pt>
                <c:pt idx="46">
                  <c:v>40.685550929037412</c:v>
                </c:pt>
                <c:pt idx="47">
                  <c:v>40.727819056215992</c:v>
                </c:pt>
                <c:pt idx="48">
                  <c:v>40.77126045743173</c:v>
                </c:pt>
                <c:pt idx="49">
                  <c:v>40.818504587124643</c:v>
                </c:pt>
                <c:pt idx="50">
                  <c:v>40.852883954539841</c:v>
                </c:pt>
                <c:pt idx="51">
                  <c:v>40.885459945293022</c:v>
                </c:pt>
                <c:pt idx="52">
                  <c:v>40.937416574833136</c:v>
                </c:pt>
                <c:pt idx="53">
                  <c:v>41.010503369603128</c:v>
                </c:pt>
                <c:pt idx="54">
                  <c:v>41.076945487830677</c:v>
                </c:pt>
                <c:pt idx="55">
                  <c:v>41.143190882067692</c:v>
                </c:pt>
                <c:pt idx="56">
                  <c:v>41.202360996231256</c:v>
                </c:pt>
                <c:pt idx="57">
                  <c:v>41.243696997040885</c:v>
                </c:pt>
                <c:pt idx="58">
                  <c:v>41.280291403467757</c:v>
                </c:pt>
                <c:pt idx="59">
                  <c:v>41.332945156580251</c:v>
                </c:pt>
                <c:pt idx="60">
                  <c:v>41.393463772733135</c:v>
                </c:pt>
                <c:pt idx="61">
                  <c:v>41.438506430586131</c:v>
                </c:pt>
                <c:pt idx="62">
                  <c:v>41.490202156365399</c:v>
                </c:pt>
                <c:pt idx="63">
                  <c:v>41.538883767550743</c:v>
                </c:pt>
                <c:pt idx="64">
                  <c:v>41.564462026950878</c:v>
                </c:pt>
                <c:pt idx="65">
                  <c:v>41.58403491872857</c:v>
                </c:pt>
                <c:pt idx="66">
                  <c:v>41.616765015814238</c:v>
                </c:pt>
                <c:pt idx="67">
                  <c:v>41.671784037936106</c:v>
                </c:pt>
                <c:pt idx="68">
                  <c:v>41.746442466216699</c:v>
                </c:pt>
                <c:pt idx="69">
                  <c:v>41.811884556142601</c:v>
                </c:pt>
                <c:pt idx="70">
                  <c:v>41.86383532713127</c:v>
                </c:pt>
                <c:pt idx="71">
                  <c:v>41.904074501392671</c:v>
                </c:pt>
                <c:pt idx="72">
                  <c:v>41.949243580618905</c:v>
                </c:pt>
                <c:pt idx="73">
                  <c:v>42.011908056422257</c:v>
                </c:pt>
                <c:pt idx="74">
                  <c:v>42.089974663967475</c:v>
                </c:pt>
                <c:pt idx="75">
                  <c:v>42.171382451854434</c:v>
                </c:pt>
                <c:pt idx="76">
                  <c:v>42.245250724527722</c:v>
                </c:pt>
                <c:pt idx="77">
                  <c:v>42.324086299986689</c:v>
                </c:pt>
                <c:pt idx="78">
                  <c:v>42.409731450389032</c:v>
                </c:pt>
                <c:pt idx="79">
                  <c:v>42.473932981034707</c:v>
                </c:pt>
                <c:pt idx="80">
                  <c:v>42.534417459011891</c:v>
                </c:pt>
                <c:pt idx="81">
                  <c:v>42.588429603172344</c:v>
                </c:pt>
                <c:pt idx="82">
                  <c:v>42.624385603689035</c:v>
                </c:pt>
                <c:pt idx="83">
                  <c:v>42.642200533590703</c:v>
                </c:pt>
                <c:pt idx="84">
                  <c:v>42.632203113776043</c:v>
                </c:pt>
                <c:pt idx="85">
                  <c:v>42.609862651106859</c:v>
                </c:pt>
                <c:pt idx="86">
                  <c:v>42.578531822781464</c:v>
                </c:pt>
                <c:pt idx="87">
                  <c:v>42.532215877048827</c:v>
                </c:pt>
                <c:pt idx="88">
                  <c:v>42.463404591452488</c:v>
                </c:pt>
                <c:pt idx="89">
                  <c:v>42.39393159788797</c:v>
                </c:pt>
                <c:pt idx="90">
                  <c:v>42.319826824743309</c:v>
                </c:pt>
                <c:pt idx="91">
                  <c:v>42.245995861792366</c:v>
                </c:pt>
                <c:pt idx="92">
                  <c:v>42.178490240281</c:v>
                </c:pt>
                <c:pt idx="93">
                  <c:v>42.09790331033485</c:v>
                </c:pt>
                <c:pt idx="94">
                  <c:v>42.024689477502008</c:v>
                </c:pt>
                <c:pt idx="95">
                  <c:v>41.973458207109267</c:v>
                </c:pt>
                <c:pt idx="96">
                  <c:v>41.920931315862589</c:v>
                </c:pt>
                <c:pt idx="97">
                  <c:v>41.87870886776556</c:v>
                </c:pt>
                <c:pt idx="98">
                  <c:v>41.829990167104171</c:v>
                </c:pt>
                <c:pt idx="99">
                  <c:v>41.774059942011355</c:v>
                </c:pt>
                <c:pt idx="100">
                  <c:v>41.738315642233239</c:v>
                </c:pt>
                <c:pt idx="101">
                  <c:v>41.692617443308329</c:v>
                </c:pt>
                <c:pt idx="102">
                  <c:v>41.643966138013155</c:v>
                </c:pt>
                <c:pt idx="103">
                  <c:v>41.622807781257549</c:v>
                </c:pt>
                <c:pt idx="104">
                  <c:v>41.593610126396044</c:v>
                </c:pt>
                <c:pt idx="105">
                  <c:v>41.546294174386396</c:v>
                </c:pt>
                <c:pt idx="106">
                  <c:v>41.48091137476306</c:v>
                </c:pt>
                <c:pt idx="107">
                  <c:v>41.40729960092473</c:v>
                </c:pt>
                <c:pt idx="108">
                  <c:v>41.343659169739745</c:v>
                </c:pt>
                <c:pt idx="109">
                  <c:v>41.274998004017952</c:v>
                </c:pt>
                <c:pt idx="110">
                  <c:v>41.194123696706313</c:v>
                </c:pt>
                <c:pt idx="111">
                  <c:v>41.122033119977075</c:v>
                </c:pt>
                <c:pt idx="112">
                  <c:v>41.052423749906808</c:v>
                </c:pt>
                <c:pt idx="113">
                  <c:v>40.996922894965756</c:v>
                </c:pt>
                <c:pt idx="114">
                  <c:v>40.952562119641534</c:v>
                </c:pt>
                <c:pt idx="115">
                  <c:v>40.926095298589551</c:v>
                </c:pt>
                <c:pt idx="116">
                  <c:v>40.886510299873038</c:v>
                </c:pt>
                <c:pt idx="117">
                  <c:v>40.867871274410035</c:v>
                </c:pt>
                <c:pt idx="118">
                  <c:v>40.860914222547649</c:v>
                </c:pt>
                <c:pt idx="119">
                  <c:v>40.860620391965725</c:v>
                </c:pt>
                <c:pt idx="120">
                  <c:v>40.853120675257522</c:v>
                </c:pt>
                <c:pt idx="121">
                  <c:v>40.8499122593823</c:v>
                </c:pt>
                <c:pt idx="122">
                  <c:v>40.862988017610455</c:v>
                </c:pt>
                <c:pt idx="123">
                  <c:v>40.873544598718411</c:v>
                </c:pt>
                <c:pt idx="124">
                  <c:v>40.889802277192516</c:v>
                </c:pt>
                <c:pt idx="125">
                  <c:v>40.902649243569606</c:v>
                </c:pt>
                <c:pt idx="126">
                  <c:v>40.905025723115386</c:v>
                </c:pt>
                <c:pt idx="127">
                  <c:v>40.91379672346195</c:v>
                </c:pt>
                <c:pt idx="128">
                  <c:v>40.929332126236808</c:v>
                </c:pt>
                <c:pt idx="129">
                  <c:v>40.937980867865107</c:v>
                </c:pt>
                <c:pt idx="130">
                  <c:v>40.952499129201215</c:v>
                </c:pt>
                <c:pt idx="131">
                  <c:v>40.957759051214204</c:v>
                </c:pt>
                <c:pt idx="132">
                  <c:v>40.958003260305901</c:v>
                </c:pt>
                <c:pt idx="133">
                  <c:v>40.978821402609896</c:v>
                </c:pt>
                <c:pt idx="134">
                  <c:v>41.020588006950533</c:v>
                </c:pt>
                <c:pt idx="135">
                  <c:v>41.04728245254821</c:v>
                </c:pt>
                <c:pt idx="136">
                  <c:v>41.040762633630308</c:v>
                </c:pt>
                <c:pt idx="137">
                  <c:v>41.028408468337886</c:v>
                </c:pt>
                <c:pt idx="138">
                  <c:v>41.001537913802871</c:v>
                </c:pt>
                <c:pt idx="139">
                  <c:v>40.956748583238181</c:v>
                </c:pt>
                <c:pt idx="140">
                  <c:v>40.916633407640767</c:v>
                </c:pt>
                <c:pt idx="141">
                  <c:v>40.880496981359343</c:v>
                </c:pt>
                <c:pt idx="142">
                  <c:v>40.903755188314435</c:v>
                </c:pt>
                <c:pt idx="143">
                  <c:v>40.923725250235584</c:v>
                </c:pt>
                <c:pt idx="144">
                  <c:v>40.96405437308379</c:v>
                </c:pt>
                <c:pt idx="145">
                  <c:v>41.016428127081674</c:v>
                </c:pt>
                <c:pt idx="146">
                  <c:v>41.073662056067441</c:v>
                </c:pt>
                <c:pt idx="147">
                  <c:v>41.109886294546605</c:v>
                </c:pt>
                <c:pt idx="148">
                  <c:v>41.161000856427719</c:v>
                </c:pt>
                <c:pt idx="149">
                  <c:v>41.197220976301168</c:v>
                </c:pt>
                <c:pt idx="150">
                  <c:v>41.217872854677196</c:v>
                </c:pt>
                <c:pt idx="151">
                  <c:v>41.22198013973086</c:v>
                </c:pt>
                <c:pt idx="152">
                  <c:v>41.243271216903729</c:v>
                </c:pt>
                <c:pt idx="153">
                  <c:v>41.268575842307179</c:v>
                </c:pt>
                <c:pt idx="154">
                  <c:v>41.289415458624916</c:v>
                </c:pt>
                <c:pt idx="155">
                  <c:v>41.298934371339435</c:v>
                </c:pt>
                <c:pt idx="156">
                  <c:v>41.30834382164543</c:v>
                </c:pt>
                <c:pt idx="157">
                  <c:v>41.324886212504857</c:v>
                </c:pt>
                <c:pt idx="158">
                  <c:v>41.334398958323121</c:v>
                </c:pt>
                <c:pt idx="159">
                  <c:v>41.31894405556902</c:v>
                </c:pt>
                <c:pt idx="160">
                  <c:v>41.314235894573827</c:v>
                </c:pt>
                <c:pt idx="161">
                  <c:v>41.321596173352773</c:v>
                </c:pt>
                <c:pt idx="162">
                  <c:v>41.334401865574222</c:v>
                </c:pt>
                <c:pt idx="163">
                  <c:v>41.315180707129365</c:v>
                </c:pt>
                <c:pt idx="164">
                  <c:v>41.304223277764827</c:v>
                </c:pt>
                <c:pt idx="165">
                  <c:v>41.266567988985045</c:v>
                </c:pt>
                <c:pt idx="166">
                  <c:v>41.233070730005245</c:v>
                </c:pt>
                <c:pt idx="167">
                  <c:v>41.227474447850803</c:v>
                </c:pt>
                <c:pt idx="168">
                  <c:v>41.222083831686462</c:v>
                </c:pt>
                <c:pt idx="169">
                  <c:v>41.206202355908545</c:v>
                </c:pt>
                <c:pt idx="170">
                  <c:v>41.208504810674633</c:v>
                </c:pt>
                <c:pt idx="171">
                  <c:v>41.233714201580199</c:v>
                </c:pt>
                <c:pt idx="172">
                  <c:v>41.250254301878165</c:v>
                </c:pt>
                <c:pt idx="173">
                  <c:v>41.251689074341165</c:v>
                </c:pt>
                <c:pt idx="174">
                  <c:v>41.25027064415324</c:v>
                </c:pt>
                <c:pt idx="175">
                  <c:v>41.245030059764936</c:v>
                </c:pt>
                <c:pt idx="176">
                  <c:v>41.262169185935555</c:v>
                </c:pt>
                <c:pt idx="177">
                  <c:v>41.266754889990828</c:v>
                </c:pt>
                <c:pt idx="178">
                  <c:v>41.271162458842852</c:v>
                </c:pt>
                <c:pt idx="179">
                  <c:v>41.278197037401014</c:v>
                </c:pt>
                <c:pt idx="180">
                  <c:v>41.27652254887073</c:v>
                </c:pt>
                <c:pt idx="181">
                  <c:v>41.256908250789614</c:v>
                </c:pt>
                <c:pt idx="182">
                  <c:v>41.250929092476241</c:v>
                </c:pt>
                <c:pt idx="183">
                  <c:v>41.246079269064218</c:v>
                </c:pt>
                <c:pt idx="184">
                  <c:v>41.245219823972555</c:v>
                </c:pt>
                <c:pt idx="185">
                  <c:v>41.26155685718669</c:v>
                </c:pt>
                <c:pt idx="186">
                  <c:v>41.253984349078046</c:v>
                </c:pt>
                <c:pt idx="187">
                  <c:v>41.251028952146321</c:v>
                </c:pt>
                <c:pt idx="188">
                  <c:v>41.257369578678748</c:v>
                </c:pt>
                <c:pt idx="189">
                  <c:v>41.234587610286958</c:v>
                </c:pt>
                <c:pt idx="190">
                  <c:v>41.217650185673136</c:v>
                </c:pt>
                <c:pt idx="191">
                  <c:v>41.197572269141411</c:v>
                </c:pt>
                <c:pt idx="192">
                  <c:v>41.192761473372833</c:v>
                </c:pt>
                <c:pt idx="193">
                  <c:v>41.202926632765625</c:v>
                </c:pt>
                <c:pt idx="194">
                  <c:v>41.204496328108831</c:v>
                </c:pt>
                <c:pt idx="195">
                  <c:v>41.198591304698304</c:v>
                </c:pt>
                <c:pt idx="196">
                  <c:v>41.1981684758615</c:v>
                </c:pt>
                <c:pt idx="197">
                  <c:v>41.206284639924291</c:v>
                </c:pt>
                <c:pt idx="198">
                  <c:v>41.209176561873846</c:v>
                </c:pt>
                <c:pt idx="199">
                  <c:v>41.211709614510617</c:v>
                </c:pt>
                <c:pt idx="200">
                  <c:v>41.219814017421264</c:v>
                </c:pt>
                <c:pt idx="201">
                  <c:v>41.226609584700284</c:v>
                </c:pt>
                <c:pt idx="202">
                  <c:v>41.242269801050419</c:v>
                </c:pt>
                <c:pt idx="203">
                  <c:v>41.280531560027633</c:v>
                </c:pt>
                <c:pt idx="204">
                  <c:v>41.335326635716925</c:v>
                </c:pt>
                <c:pt idx="205">
                  <c:v>41.390147744518266</c:v>
                </c:pt>
                <c:pt idx="206">
                  <c:v>41.405787786307798</c:v>
                </c:pt>
                <c:pt idx="207">
                  <c:v>41.416368682606702</c:v>
                </c:pt>
                <c:pt idx="208">
                  <c:v>41.408598129029748</c:v>
                </c:pt>
                <c:pt idx="209">
                  <c:v>41.375639504388573</c:v>
                </c:pt>
                <c:pt idx="210">
                  <c:v>41.337224321842392</c:v>
                </c:pt>
                <c:pt idx="211">
                  <c:v>41.292462081571962</c:v>
                </c:pt>
                <c:pt idx="212">
                  <c:v>41.262325604854141</c:v>
                </c:pt>
                <c:pt idx="213">
                  <c:v>41.233013862411923</c:v>
                </c:pt>
                <c:pt idx="214">
                  <c:v>41.228294292658653</c:v>
                </c:pt>
                <c:pt idx="215">
                  <c:v>41.250310464683338</c:v>
                </c:pt>
                <c:pt idx="216">
                  <c:v>41.263013610229912</c:v>
                </c:pt>
                <c:pt idx="217">
                  <c:v>41.283621659593273</c:v>
                </c:pt>
                <c:pt idx="218">
                  <c:v>41.298742228471838</c:v>
                </c:pt>
                <c:pt idx="219">
                  <c:v>41.300025647681032</c:v>
                </c:pt>
                <c:pt idx="220">
                  <c:v>41.345440918215616</c:v>
                </c:pt>
                <c:pt idx="221">
                  <c:v>41.380199439627354</c:v>
                </c:pt>
                <c:pt idx="222">
                  <c:v>41.398872933635495</c:v>
                </c:pt>
                <c:pt idx="223">
                  <c:v>41.393545924601106</c:v>
                </c:pt>
                <c:pt idx="224">
                  <c:v>41.360765875655773</c:v>
                </c:pt>
                <c:pt idx="225">
                  <c:v>41.313027667449681</c:v>
                </c:pt>
                <c:pt idx="226">
                  <c:v>41.295374750722488</c:v>
                </c:pt>
                <c:pt idx="227">
                  <c:v>41.291091753174825</c:v>
                </c:pt>
                <c:pt idx="228">
                  <c:v>41.280142649120229</c:v>
                </c:pt>
                <c:pt idx="229">
                  <c:v>41.248865648989295</c:v>
                </c:pt>
                <c:pt idx="230">
                  <c:v>41.24785493874235</c:v>
                </c:pt>
                <c:pt idx="231">
                  <c:v>41.255549066854989</c:v>
                </c:pt>
                <c:pt idx="232">
                  <c:v>41.29536933266364</c:v>
                </c:pt>
                <c:pt idx="233">
                  <c:v>41.286830207616269</c:v>
                </c:pt>
                <c:pt idx="234">
                  <c:v>41.262087738855733</c:v>
                </c:pt>
                <c:pt idx="235">
                  <c:v>41.253429284365829</c:v>
                </c:pt>
                <c:pt idx="236">
                  <c:v>41.229427636042558</c:v>
                </c:pt>
                <c:pt idx="237">
                  <c:v>41.20417961393688</c:v>
                </c:pt>
                <c:pt idx="238">
                  <c:v>41.198017122607702</c:v>
                </c:pt>
                <c:pt idx="239">
                  <c:v>41.183798418257183</c:v>
                </c:pt>
                <c:pt idx="240">
                  <c:v>41.129312524316568</c:v>
                </c:pt>
                <c:pt idx="241">
                  <c:v>41.07022042139063</c:v>
                </c:pt>
                <c:pt idx="242">
                  <c:v>41.097103706161491</c:v>
                </c:pt>
                <c:pt idx="243">
                  <c:v>41.118547524139821</c:v>
                </c:pt>
                <c:pt idx="244">
                  <c:v>41.100647204749656</c:v>
                </c:pt>
                <c:pt idx="245">
                  <c:v>41.108030036749199</c:v>
                </c:pt>
                <c:pt idx="246">
                  <c:v>41.108482356564878</c:v>
                </c:pt>
                <c:pt idx="247">
                  <c:v>41.107636941162191</c:v>
                </c:pt>
                <c:pt idx="248">
                  <c:v>41.124977945086655</c:v>
                </c:pt>
                <c:pt idx="249">
                  <c:v>41.147307747835171</c:v>
                </c:pt>
                <c:pt idx="250">
                  <c:v>41.14056807906578</c:v>
                </c:pt>
                <c:pt idx="251">
                  <c:v>41.171451499067864</c:v>
                </c:pt>
                <c:pt idx="252">
                  <c:v>41.205584476953042</c:v>
                </c:pt>
                <c:pt idx="253">
                  <c:v>41.220687514226533</c:v>
                </c:pt>
                <c:pt idx="254">
                  <c:v>41.225314404338938</c:v>
                </c:pt>
                <c:pt idx="255">
                  <c:v>41.223364475792344</c:v>
                </c:pt>
                <c:pt idx="256">
                  <c:v>41.216508913422615</c:v>
                </c:pt>
                <c:pt idx="257">
                  <c:v>41.140699962547117</c:v>
                </c:pt>
                <c:pt idx="258">
                  <c:v>41.068619825492256</c:v>
                </c:pt>
                <c:pt idx="259">
                  <c:v>41</c:v>
                </c:pt>
                <c:pt idx="260">
                  <c:v>40.973331741686778</c:v>
                </c:pt>
                <c:pt idx="261">
                  <c:v>40.890575055367165</c:v>
                </c:pt>
                <c:pt idx="262">
                  <c:v>40.929149916477101</c:v>
                </c:pt>
                <c:pt idx="263">
                  <c:v>40.959647398896763</c:v>
                </c:pt>
                <c:pt idx="264">
                  <c:v>40.938404797933387</c:v>
                </c:pt>
                <c:pt idx="265">
                  <c:v>40.927592554926399</c:v>
                </c:pt>
                <c:pt idx="266">
                  <c:v>40.916294558716174</c:v>
                </c:pt>
                <c:pt idx="267">
                  <c:v>40.901279355665061</c:v>
                </c:pt>
                <c:pt idx="268">
                  <c:v>40.834677360652094</c:v>
                </c:pt>
                <c:pt idx="269">
                  <c:v>40.835107083197926</c:v>
                </c:pt>
                <c:pt idx="270">
                  <c:v>40.779885544607971</c:v>
                </c:pt>
                <c:pt idx="271">
                  <c:v>40.771339371679169</c:v>
                </c:pt>
                <c:pt idx="272">
                  <c:v>40.791151032465073</c:v>
                </c:pt>
                <c:pt idx="273">
                  <c:v>40.80793631093843</c:v>
                </c:pt>
                <c:pt idx="274">
                  <c:v>40.785591487392608</c:v>
                </c:pt>
                <c:pt idx="275">
                  <c:v>40.723756106741483</c:v>
                </c:pt>
                <c:pt idx="276">
                  <c:v>40.696229504568073</c:v>
                </c:pt>
                <c:pt idx="277">
                  <c:v>40.662472288886498</c:v>
                </c:pt>
                <c:pt idx="278">
                  <c:v>40.709801852117167</c:v>
                </c:pt>
                <c:pt idx="279">
                  <c:v>40.749710723010217</c:v>
                </c:pt>
                <c:pt idx="280">
                  <c:v>40.766840004171463</c:v>
                </c:pt>
                <c:pt idx="281">
                  <c:v>40.785128992198104</c:v>
                </c:pt>
                <c:pt idx="282">
                  <c:v>40.836171753787106</c:v>
                </c:pt>
                <c:pt idx="283">
                  <c:v>40.865090929233432</c:v>
                </c:pt>
                <c:pt idx="284">
                  <c:v>40.849169588876151</c:v>
                </c:pt>
                <c:pt idx="285">
                  <c:v>40.776821279932712</c:v>
                </c:pt>
                <c:pt idx="286">
                  <c:v>40.791742217569642</c:v>
                </c:pt>
                <c:pt idx="287">
                  <c:v>40.95690116987123</c:v>
                </c:pt>
                <c:pt idx="288">
                  <c:v>40.975324398014571</c:v>
                </c:pt>
                <c:pt idx="289">
                  <c:v>41.018319227842923</c:v>
                </c:pt>
                <c:pt idx="290">
                  <c:v>41.013862059525302</c:v>
                </c:pt>
                <c:pt idx="291">
                  <c:v>41.058226424864131</c:v>
                </c:pt>
                <c:pt idx="292">
                  <c:v>41.066013805258009</c:v>
                </c:pt>
                <c:pt idx="293">
                  <c:v>41.049921245431129</c:v>
                </c:pt>
                <c:pt idx="294">
                  <c:v>41.119528038619748</c:v>
                </c:pt>
                <c:pt idx="295">
                  <c:v>41.181340359483798</c:v>
                </c:pt>
                <c:pt idx="296">
                  <c:v>41.23664484282839</c:v>
                </c:pt>
                <c:pt idx="297">
                  <c:v>41.244553622979971</c:v>
                </c:pt>
                <c:pt idx="298">
                  <c:v>41.217463504913638</c:v>
                </c:pt>
                <c:pt idx="299">
                  <c:v>41.23089443231683</c:v>
                </c:pt>
                <c:pt idx="300">
                  <c:v>41.312441371812859</c:v>
                </c:pt>
                <c:pt idx="301">
                  <c:v>41.278334162744173</c:v>
                </c:pt>
                <c:pt idx="302">
                  <c:v>41.251983675785119</c:v>
                </c:pt>
                <c:pt idx="303">
                  <c:v>41.283797900678394</c:v>
                </c:pt>
                <c:pt idx="304">
                  <c:v>41.258906721619589</c:v>
                </c:pt>
                <c:pt idx="305">
                  <c:v>41.363984863353146</c:v>
                </c:pt>
                <c:pt idx="306">
                  <c:v>41.41309049270528</c:v>
                </c:pt>
                <c:pt idx="307">
                  <c:v>41.426579124637712</c:v>
                </c:pt>
                <c:pt idx="308">
                  <c:v>41.465781159096785</c:v>
                </c:pt>
                <c:pt idx="309">
                  <c:v>41.45501085098433</c:v>
                </c:pt>
                <c:pt idx="310">
                  <c:v>41.457126977385002</c:v>
                </c:pt>
                <c:pt idx="311">
                  <c:v>41.367979866845701</c:v>
                </c:pt>
                <c:pt idx="312">
                  <c:v>41.417544225180691</c:v>
                </c:pt>
                <c:pt idx="313">
                  <c:v>41.567593709016982</c:v>
                </c:pt>
                <c:pt idx="314">
                  <c:v>41.580384380441117</c:v>
                </c:pt>
                <c:pt idx="315">
                  <c:v>41.618356647688415</c:v>
                </c:pt>
                <c:pt idx="316">
                  <c:v>41.609090930114419</c:v>
                </c:pt>
                <c:pt idx="317">
                  <c:v>41.643659511121506</c:v>
                </c:pt>
                <c:pt idx="318">
                  <c:v>41.715896287341245</c:v>
                </c:pt>
                <c:pt idx="319">
                  <c:v>41.71999093025758</c:v>
                </c:pt>
                <c:pt idx="320">
                  <c:v>41.710059231937301</c:v>
                </c:pt>
                <c:pt idx="321">
                  <c:v>41.802259749009522</c:v>
                </c:pt>
                <c:pt idx="322">
                  <c:v>41.879233186095014</c:v>
                </c:pt>
                <c:pt idx="323">
                  <c:v>41.921247149049371</c:v>
                </c:pt>
                <c:pt idx="324">
                  <c:v>41.967967202683745</c:v>
                </c:pt>
                <c:pt idx="325">
                  <c:v>42.013272129824621</c:v>
                </c:pt>
                <c:pt idx="326">
                  <c:v>42.06617066466918</c:v>
                </c:pt>
                <c:pt idx="327">
                  <c:v>42.114183960497506</c:v>
                </c:pt>
                <c:pt idx="328">
                  <c:v>42.158044292190631</c:v>
                </c:pt>
                <c:pt idx="329">
                  <c:v>42.17783205625355</c:v>
                </c:pt>
                <c:pt idx="330">
                  <c:v>42.211067266191769</c:v>
                </c:pt>
                <c:pt idx="331">
                  <c:v>42.246071186025198</c:v>
                </c:pt>
                <c:pt idx="332">
                  <c:v>42.261073394544923</c:v>
                </c:pt>
                <c:pt idx="333">
                  <c:v>42.224121792677103</c:v>
                </c:pt>
                <c:pt idx="334">
                  <c:v>42.187692703119119</c:v>
                </c:pt>
                <c:pt idx="335">
                  <c:v>42.137425318611044</c:v>
                </c:pt>
                <c:pt idx="336">
                  <c:v>42.077925121325428</c:v>
                </c:pt>
                <c:pt idx="337">
                  <c:v>42.033857317622576</c:v>
                </c:pt>
                <c:pt idx="338">
                  <c:v>41.989215331829129</c:v>
                </c:pt>
                <c:pt idx="339">
                  <c:v>41.933805372533946</c:v>
                </c:pt>
                <c:pt idx="340">
                  <c:v>41.840554456832443</c:v>
                </c:pt>
                <c:pt idx="341">
                  <c:v>41.835005835976197</c:v>
                </c:pt>
                <c:pt idx="342">
                  <c:v>41.852497884809644</c:v>
                </c:pt>
                <c:pt idx="343">
                  <c:v>41.828672345423719</c:v>
                </c:pt>
                <c:pt idx="344">
                  <c:v>41.867004539166018</c:v>
                </c:pt>
                <c:pt idx="345">
                  <c:v>41.900989731787369</c:v>
                </c:pt>
                <c:pt idx="346">
                  <c:v>41.92568167604788</c:v>
                </c:pt>
                <c:pt idx="347">
                  <c:v>41.941580551283081</c:v>
                </c:pt>
                <c:pt idx="348">
                  <c:v>41.919869993017095</c:v>
                </c:pt>
                <c:pt idx="349">
                  <c:v>41.86454557738282</c:v>
                </c:pt>
                <c:pt idx="350">
                  <c:v>41.857001657243245</c:v>
                </c:pt>
                <c:pt idx="351">
                  <c:v>41.888084928733257</c:v>
                </c:pt>
                <c:pt idx="352">
                  <c:v>41.894955423801775</c:v>
                </c:pt>
                <c:pt idx="353">
                  <c:v>41.905402057959357</c:v>
                </c:pt>
                <c:pt idx="354">
                  <c:v>41.883724492588328</c:v>
                </c:pt>
                <c:pt idx="355">
                  <c:v>41.81939530719017</c:v>
                </c:pt>
                <c:pt idx="356">
                  <c:v>41.857636274917155</c:v>
                </c:pt>
                <c:pt idx="357">
                  <c:v>41.918296201092801</c:v>
                </c:pt>
                <c:pt idx="358">
                  <c:v>41.864900438213041</c:v>
                </c:pt>
                <c:pt idx="359">
                  <c:v>41.938133652719827</c:v>
                </c:pt>
                <c:pt idx="360">
                  <c:v>42.014640079561772</c:v>
                </c:pt>
                <c:pt idx="361">
                  <c:v>42.021269404937463</c:v>
                </c:pt>
                <c:pt idx="362">
                  <c:v>41.988898353361613</c:v>
                </c:pt>
                <c:pt idx="363">
                  <c:v>41.915505019798488</c:v>
                </c:pt>
                <c:pt idx="364">
                  <c:v>41.918658462198529</c:v>
                </c:pt>
                <c:pt idx="365">
                  <c:v>41.882660835132107</c:v>
                </c:pt>
                <c:pt idx="366">
                  <c:v>41.792925006246733</c:v>
                </c:pt>
                <c:pt idx="367">
                  <c:v>41.718639366844762</c:v>
                </c:pt>
                <c:pt idx="368">
                  <c:v>41.688523769475694</c:v>
                </c:pt>
                <c:pt idx="369">
                  <c:v>41.611180362664157</c:v>
                </c:pt>
                <c:pt idx="370">
                  <c:v>41.58296566701646</c:v>
                </c:pt>
                <c:pt idx="371">
                  <c:v>41.529976214501389</c:v>
                </c:pt>
                <c:pt idx="372">
                  <c:v>41.463770971163925</c:v>
                </c:pt>
                <c:pt idx="373">
                  <c:v>41.375707956937006</c:v>
                </c:pt>
                <c:pt idx="374">
                  <c:v>41.290532503783005</c:v>
                </c:pt>
                <c:pt idx="375">
                  <c:v>41.244043532561157</c:v>
                </c:pt>
                <c:pt idx="376">
                  <c:v>41.194255227793583</c:v>
                </c:pt>
                <c:pt idx="377">
                  <c:v>41.143012108150181</c:v>
                </c:pt>
                <c:pt idx="378">
                  <c:v>41.088162785798474</c:v>
                </c:pt>
                <c:pt idx="379">
                  <c:v>41.017930603255707</c:v>
                </c:pt>
                <c:pt idx="380">
                  <c:v>40.952797298635147</c:v>
                </c:pt>
                <c:pt idx="381">
                  <c:v>40.845012704356904</c:v>
                </c:pt>
                <c:pt idx="382">
                  <c:v>40.762876165529626</c:v>
                </c:pt>
                <c:pt idx="383">
                  <c:v>40.731178869394277</c:v>
                </c:pt>
                <c:pt idx="384">
                  <c:v>40.691236300818119</c:v>
                </c:pt>
                <c:pt idx="385">
                  <c:v>40.650491000571208</c:v>
                </c:pt>
                <c:pt idx="386">
                  <c:v>40.634501670182715</c:v>
                </c:pt>
                <c:pt idx="387">
                  <c:v>40.619899737279205</c:v>
                </c:pt>
                <c:pt idx="388">
                  <c:v>40.601357466013518</c:v>
                </c:pt>
                <c:pt idx="389">
                  <c:v>40.570348571697274</c:v>
                </c:pt>
                <c:pt idx="390">
                  <c:v>40.569937448951038</c:v>
                </c:pt>
                <c:pt idx="391">
                  <c:v>40.599325605845252</c:v>
                </c:pt>
                <c:pt idx="392">
                  <c:v>40.76389187536747</c:v>
                </c:pt>
                <c:pt idx="393">
                  <c:v>40.879704050648719</c:v>
                </c:pt>
                <c:pt idx="394">
                  <c:v>41.012188716275752</c:v>
                </c:pt>
                <c:pt idx="395">
                  <c:v>41.082085089292804</c:v>
                </c:pt>
                <c:pt idx="396">
                  <c:v>41.106132636943919</c:v>
                </c:pt>
                <c:pt idx="397">
                  <c:v>41.066086200215118</c:v>
                </c:pt>
                <c:pt idx="398">
                  <c:v>40.985896242190755</c:v>
                </c:pt>
                <c:pt idx="399">
                  <c:v>40.901168527729503</c:v>
                </c:pt>
                <c:pt idx="400">
                  <c:v>40.855207508900975</c:v>
                </c:pt>
                <c:pt idx="401">
                  <c:v>40.807981791798312</c:v>
                </c:pt>
                <c:pt idx="402">
                  <c:v>40.753481185405199</c:v>
                </c:pt>
                <c:pt idx="403">
                  <c:v>40.695042773482299</c:v>
                </c:pt>
                <c:pt idx="404">
                  <c:v>40.615410368953292</c:v>
                </c:pt>
                <c:pt idx="405">
                  <c:v>40.549297662096592</c:v>
                </c:pt>
                <c:pt idx="406">
                  <c:v>40.482981150330978</c:v>
                </c:pt>
                <c:pt idx="407">
                  <c:v>40.411741924642072</c:v>
                </c:pt>
                <c:pt idx="408">
                  <c:v>40.387685490052959</c:v>
                </c:pt>
                <c:pt idx="409">
                  <c:v>40.343228984676699</c:v>
                </c:pt>
                <c:pt idx="410">
                  <c:v>40.302058697179298</c:v>
                </c:pt>
                <c:pt idx="411">
                  <c:v>40.260506106163341</c:v>
                </c:pt>
                <c:pt idx="412">
                  <c:v>40.233759087775084</c:v>
                </c:pt>
                <c:pt idx="413">
                  <c:v>40.215442178024418</c:v>
                </c:pt>
                <c:pt idx="414">
                  <c:v>40.197169791062251</c:v>
                </c:pt>
                <c:pt idx="415">
                  <c:v>40.184965095917811</c:v>
                </c:pt>
                <c:pt idx="416">
                  <c:v>40.172649776565642</c:v>
                </c:pt>
                <c:pt idx="417">
                  <c:v>40.14961864629359</c:v>
                </c:pt>
                <c:pt idx="418">
                  <c:v>40.123417557902478</c:v>
                </c:pt>
                <c:pt idx="419">
                  <c:v>40.110422141393059</c:v>
                </c:pt>
                <c:pt idx="420">
                  <c:v>40.083781040824526</c:v>
                </c:pt>
                <c:pt idx="421">
                  <c:v>40.087384522114547</c:v>
                </c:pt>
                <c:pt idx="422">
                  <c:v>40.091123716418359</c:v>
                </c:pt>
                <c:pt idx="423">
                  <c:v>40.096818688184435</c:v>
                </c:pt>
                <c:pt idx="424">
                  <c:v>40.095429548000645</c:v>
                </c:pt>
                <c:pt idx="425">
                  <c:v>40.077250395424691</c:v>
                </c:pt>
                <c:pt idx="426">
                  <c:v>40.059876442654527</c:v>
                </c:pt>
                <c:pt idx="427">
                  <c:v>40.053346946148842</c:v>
                </c:pt>
                <c:pt idx="428">
                  <c:v>40.048281612253533</c:v>
                </c:pt>
                <c:pt idx="429">
                  <c:v>40.036094598756954</c:v>
                </c:pt>
                <c:pt idx="430">
                  <c:v>40.018557414575</c:v>
                </c:pt>
                <c:pt idx="431">
                  <c:v>39.9904443729164</c:v>
                </c:pt>
                <c:pt idx="432">
                  <c:v>39.968613483345337</c:v>
                </c:pt>
                <c:pt idx="433">
                  <c:v>39.96936259338856</c:v>
                </c:pt>
                <c:pt idx="434">
                  <c:v>39.970954842296493</c:v>
                </c:pt>
                <c:pt idx="435">
                  <c:v>39.976645996230708</c:v>
                </c:pt>
                <c:pt idx="436">
                  <c:v>39.802321709798413</c:v>
                </c:pt>
                <c:pt idx="437">
                  <c:v>39.904178292459108</c:v>
                </c:pt>
                <c:pt idx="438">
                  <c:v>39.933898492667396</c:v>
                </c:pt>
                <c:pt idx="439">
                  <c:v>40.074700749982682</c:v>
                </c:pt>
                <c:pt idx="440">
                  <c:v>40.089276978767046</c:v>
                </c:pt>
                <c:pt idx="441">
                  <c:v>40.205891317208298</c:v>
                </c:pt>
                <c:pt idx="442">
                  <c:v>40.260668383633366</c:v>
                </c:pt>
                <c:pt idx="443">
                  <c:v>40.172951976506766</c:v>
                </c:pt>
                <c:pt idx="444">
                  <c:v>40.177525864348326</c:v>
                </c:pt>
                <c:pt idx="445">
                  <c:v>40.178397637726341</c:v>
                </c:pt>
                <c:pt idx="446">
                  <c:v>40.211685830663853</c:v>
                </c:pt>
                <c:pt idx="447">
                  <c:v>40.203109729016667</c:v>
                </c:pt>
                <c:pt idx="448">
                  <c:v>40.218797624819906</c:v>
                </c:pt>
                <c:pt idx="449">
                  <c:v>40.135517079934978</c:v>
                </c:pt>
                <c:pt idx="450">
                  <c:v>40.151418804606628</c:v>
                </c:pt>
                <c:pt idx="451">
                  <c:v>40.198668401913807</c:v>
                </c:pt>
                <c:pt idx="452">
                  <c:v>40.248619826593483</c:v>
                </c:pt>
                <c:pt idx="453">
                  <c:v>40.263209563358416</c:v>
                </c:pt>
                <c:pt idx="454">
                  <c:v>40.287724242388535</c:v>
                </c:pt>
                <c:pt idx="455">
                  <c:v>40.286303185763543</c:v>
                </c:pt>
                <c:pt idx="456">
                  <c:v>40.269262482155924</c:v>
                </c:pt>
                <c:pt idx="457">
                  <c:v>40.279203964917848</c:v>
                </c:pt>
                <c:pt idx="458">
                  <c:v>40.299018901867392</c:v>
                </c:pt>
                <c:pt idx="459">
                  <c:v>40.292281854028907</c:v>
                </c:pt>
                <c:pt idx="460">
                  <c:v>40.312226714267766</c:v>
                </c:pt>
                <c:pt idx="461">
                  <c:v>40.320548659949964</c:v>
                </c:pt>
                <c:pt idx="462">
                  <c:v>40.301886084651883</c:v>
                </c:pt>
                <c:pt idx="463">
                  <c:v>40.303957132142159</c:v>
                </c:pt>
                <c:pt idx="464">
                  <c:v>40.328765950099019</c:v>
                </c:pt>
                <c:pt idx="465">
                  <c:v>40.341562876517926</c:v>
                </c:pt>
                <c:pt idx="466">
                  <c:v>40.339007204586672</c:v>
                </c:pt>
                <c:pt idx="467">
                  <c:v>40.368031889020536</c:v>
                </c:pt>
                <c:pt idx="468">
                  <c:v>40.379381279703658</c:v>
                </c:pt>
                <c:pt idx="469">
                  <c:v>40.356312914042384</c:v>
                </c:pt>
                <c:pt idx="470">
                  <c:v>40.39224311270565</c:v>
                </c:pt>
                <c:pt idx="471">
                  <c:v>40.389872414625103</c:v>
                </c:pt>
                <c:pt idx="472">
                  <c:v>40.392112396529669</c:v>
                </c:pt>
                <c:pt idx="473">
                  <c:v>40.411931391517193</c:v>
                </c:pt>
                <c:pt idx="474">
                  <c:v>40.425227197818508</c:v>
                </c:pt>
                <c:pt idx="475">
                  <c:v>40.422438461258075</c:v>
                </c:pt>
                <c:pt idx="476">
                  <c:v>40.405456161461679</c:v>
                </c:pt>
                <c:pt idx="477">
                  <c:v>40.415954245153728</c:v>
                </c:pt>
                <c:pt idx="478">
                  <c:v>40.428078495338987</c:v>
                </c:pt>
                <c:pt idx="479">
                  <c:v>40.437509507757241</c:v>
                </c:pt>
                <c:pt idx="480">
                  <c:v>40.446066230483567</c:v>
                </c:pt>
                <c:pt idx="481">
                  <c:v>40.469124784172394</c:v>
                </c:pt>
                <c:pt idx="482">
                  <c:v>40.484822023924693</c:v>
                </c:pt>
                <c:pt idx="483">
                  <c:v>40.47139634939564</c:v>
                </c:pt>
                <c:pt idx="484">
                  <c:v>40.475556229264498</c:v>
                </c:pt>
                <c:pt idx="485">
                  <c:v>40.490784828950673</c:v>
                </c:pt>
                <c:pt idx="486">
                  <c:v>40.510983209193341</c:v>
                </c:pt>
                <c:pt idx="487">
                  <c:v>40.507082063659333</c:v>
                </c:pt>
                <c:pt idx="488">
                  <c:v>40.500240519966262</c:v>
                </c:pt>
                <c:pt idx="489">
                  <c:v>40.506837700395224</c:v>
                </c:pt>
                <c:pt idx="490">
                  <c:v>40.522637266576098</c:v>
                </c:pt>
                <c:pt idx="491">
                  <c:v>40.512156505255135</c:v>
                </c:pt>
                <c:pt idx="492">
                  <c:v>40.527980573836302</c:v>
                </c:pt>
                <c:pt idx="493">
                  <c:v>40.52808326367127</c:v>
                </c:pt>
                <c:pt idx="494">
                  <c:v>40.53456622437173</c:v>
                </c:pt>
                <c:pt idx="495">
                  <c:v>40.527770910375949</c:v>
                </c:pt>
                <c:pt idx="496">
                  <c:v>40.543055672867297</c:v>
                </c:pt>
                <c:pt idx="497">
                  <c:v>40.552247718055668</c:v>
                </c:pt>
                <c:pt idx="498">
                  <c:v>40.568235264449179</c:v>
                </c:pt>
                <c:pt idx="499">
                  <c:v>40.580153584348771</c:v>
                </c:pt>
                <c:pt idx="500">
                  <c:v>40.588917371629172</c:v>
                </c:pt>
                <c:pt idx="501">
                  <c:v>40.593465776974419</c:v>
                </c:pt>
                <c:pt idx="502">
                  <c:v>40.593279184313445</c:v>
                </c:pt>
                <c:pt idx="503">
                  <c:v>40.602103175918536</c:v>
                </c:pt>
                <c:pt idx="504">
                  <c:v>40.61382717251221</c:v>
                </c:pt>
                <c:pt idx="505">
                  <c:v>40.608687328779155</c:v>
                </c:pt>
                <c:pt idx="506">
                  <c:v>40.607889662773189</c:v>
                </c:pt>
                <c:pt idx="507">
                  <c:v>40.641314218451065</c:v>
                </c:pt>
                <c:pt idx="508">
                  <c:v>40.689894163946718</c:v>
                </c:pt>
                <c:pt idx="509">
                  <c:v>40.715362079953152</c:v>
                </c:pt>
                <c:pt idx="510">
                  <c:v>40.725219335025777</c:v>
                </c:pt>
                <c:pt idx="511">
                  <c:v>40.764020367055871</c:v>
                </c:pt>
                <c:pt idx="512">
                  <c:v>40.801825092946693</c:v>
                </c:pt>
                <c:pt idx="513">
                  <c:v>40.832529298538674</c:v>
                </c:pt>
                <c:pt idx="514">
                  <c:v>40.876655797879096</c:v>
                </c:pt>
                <c:pt idx="515">
                  <c:v>40.921522324770123</c:v>
                </c:pt>
                <c:pt idx="516">
                  <c:v>40.961690932118664</c:v>
                </c:pt>
                <c:pt idx="517">
                  <c:v>40.967702004120149</c:v>
                </c:pt>
                <c:pt idx="518">
                  <c:v>40.979623671763427</c:v>
                </c:pt>
                <c:pt idx="519">
                  <c:v>41.010524799567612</c:v>
                </c:pt>
                <c:pt idx="520">
                  <c:v>41.05487632454745</c:v>
                </c:pt>
                <c:pt idx="521">
                  <c:v>41.074913209194449</c:v>
                </c:pt>
                <c:pt idx="522">
                  <c:v>41.076290783694681</c:v>
                </c:pt>
                <c:pt idx="523">
                  <c:v>41.066183703249834</c:v>
                </c:pt>
                <c:pt idx="524">
                  <c:v>41.070811584470569</c:v>
                </c:pt>
                <c:pt idx="525">
                  <c:v>41.100185194097001</c:v>
                </c:pt>
                <c:pt idx="526">
                  <c:v>41.135800539669496</c:v>
                </c:pt>
                <c:pt idx="527">
                  <c:v>41.12933166371959</c:v>
                </c:pt>
                <c:pt idx="528">
                  <c:v>41.131212148609428</c:v>
                </c:pt>
                <c:pt idx="529">
                  <c:v>41.124232521501824</c:v>
                </c:pt>
                <c:pt idx="530">
                  <c:v>41.116100565779696</c:v>
                </c:pt>
                <c:pt idx="531">
                  <c:v>41.077653117151321</c:v>
                </c:pt>
                <c:pt idx="532">
                  <c:v>41.080046687809578</c:v>
                </c:pt>
                <c:pt idx="533">
                  <c:v>41.082828949128945</c:v>
                </c:pt>
                <c:pt idx="534">
                  <c:v>41.063514604476751</c:v>
                </c:pt>
                <c:pt idx="535">
                  <c:v>41.072554393401511</c:v>
                </c:pt>
                <c:pt idx="536">
                  <c:v>41.072409911832104</c:v>
                </c:pt>
                <c:pt idx="537">
                  <c:v>41.086273469032214</c:v>
                </c:pt>
                <c:pt idx="538">
                  <c:v>41.098757051047478</c:v>
                </c:pt>
                <c:pt idx="539">
                  <c:v>41.128881238022039</c:v>
                </c:pt>
                <c:pt idx="540">
                  <c:v>41.165545220253456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8022-4DA3-A5C1-DAA90C22AF82}"/>
            </c:ext>
          </c:extLst>
        </c:ser>
        <c:ser>
          <c:idx val="20"/>
          <c:order val="20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plot!$V$2:$V$542</c:f>
              <c:numCache>
                <c:formatCode>General</c:formatCode>
                <c:ptCount val="541"/>
                <c:pt idx="0">
                  <c:v>41.510552735842666</c:v>
                </c:pt>
                <c:pt idx="1">
                  <c:v>42.025020432999561</c:v>
                </c:pt>
                <c:pt idx="2">
                  <c:v>41.953511524701334</c:v>
                </c:pt>
                <c:pt idx="3">
                  <c:v>41.913349853502702</c:v>
                </c:pt>
                <c:pt idx="4">
                  <c:v>42.031933078548995</c:v>
                </c:pt>
                <c:pt idx="5">
                  <c:v>42.115509343622982</c:v>
                </c:pt>
                <c:pt idx="6">
                  <c:v>42.154067872855137</c:v>
                </c:pt>
                <c:pt idx="7">
                  <c:v>42.126414553515936</c:v>
                </c:pt>
                <c:pt idx="8">
                  <c:v>42.162394855006518</c:v>
                </c:pt>
                <c:pt idx="9">
                  <c:v>42.209837911372382</c:v>
                </c:pt>
                <c:pt idx="10">
                  <c:v>42.1769660231176</c:v>
                </c:pt>
                <c:pt idx="11">
                  <c:v>42.148845699142143</c:v>
                </c:pt>
                <c:pt idx="12">
                  <c:v>42.203906803112034</c:v>
                </c:pt>
                <c:pt idx="13">
                  <c:v>42.213584831432279</c:v>
                </c:pt>
                <c:pt idx="14">
                  <c:v>42.181132429487477</c:v>
                </c:pt>
                <c:pt idx="15">
                  <c:v>42.161310701001845</c:v>
                </c:pt>
                <c:pt idx="16">
                  <c:v>42.170916970298542</c:v>
                </c:pt>
                <c:pt idx="17">
                  <c:v>42.147156381944086</c:v>
                </c:pt>
                <c:pt idx="18">
                  <c:v>42.16947287175563</c:v>
                </c:pt>
                <c:pt idx="19">
                  <c:v>42.19519237977908</c:v>
                </c:pt>
                <c:pt idx="20">
                  <c:v>42.207953219521201</c:v>
                </c:pt>
                <c:pt idx="21">
                  <c:v>42.192415940358131</c:v>
                </c:pt>
                <c:pt idx="22">
                  <c:v>42.184888178170333</c:v>
                </c:pt>
                <c:pt idx="23">
                  <c:v>42.190024304862078</c:v>
                </c:pt>
                <c:pt idx="24">
                  <c:v>42.186400386214835</c:v>
                </c:pt>
                <c:pt idx="25">
                  <c:v>42.185128855794481</c:v>
                </c:pt>
                <c:pt idx="26">
                  <c:v>42.208585862958927</c:v>
                </c:pt>
                <c:pt idx="27">
                  <c:v>42.21220685065839</c:v>
                </c:pt>
                <c:pt idx="28">
                  <c:v>42.20503260013006</c:v>
                </c:pt>
                <c:pt idx="29">
                  <c:v>42.204184554393009</c:v>
                </c:pt>
                <c:pt idx="30">
                  <c:v>42.216166456747594</c:v>
                </c:pt>
                <c:pt idx="31">
                  <c:v>42.233249928637534</c:v>
                </c:pt>
                <c:pt idx="32">
                  <c:v>42.208273536631744</c:v>
                </c:pt>
                <c:pt idx="33">
                  <c:v>42.229557822966171</c:v>
                </c:pt>
                <c:pt idx="34">
                  <c:v>42.262862483699102</c:v>
                </c:pt>
                <c:pt idx="35">
                  <c:v>42.257782587672786</c:v>
                </c:pt>
                <c:pt idx="36">
                  <c:v>42.272559943338429</c:v>
                </c:pt>
                <c:pt idx="37">
                  <c:v>42.30073406198305</c:v>
                </c:pt>
                <c:pt idx="38">
                  <c:v>42.331622315791513</c:v>
                </c:pt>
                <c:pt idx="39">
                  <c:v>42.342378685417863</c:v>
                </c:pt>
                <c:pt idx="40">
                  <c:v>42.353659620155369</c:v>
                </c:pt>
                <c:pt idx="41">
                  <c:v>42.379120056844762</c:v>
                </c:pt>
                <c:pt idx="42">
                  <c:v>42.393561239061839</c:v>
                </c:pt>
                <c:pt idx="43">
                  <c:v>42.419620340469862</c:v>
                </c:pt>
                <c:pt idx="44">
                  <c:v>42.431828134517751</c:v>
                </c:pt>
                <c:pt idx="45">
                  <c:v>42.440341431622542</c:v>
                </c:pt>
                <c:pt idx="46">
                  <c:v>42.458150621686521</c:v>
                </c:pt>
                <c:pt idx="47">
                  <c:v>42.467111998986532</c:v>
                </c:pt>
                <c:pt idx="48">
                  <c:v>42.498363487568092</c:v>
                </c:pt>
                <c:pt idx="49">
                  <c:v>42.506100557592092</c:v>
                </c:pt>
                <c:pt idx="50">
                  <c:v>42.500099705893852</c:v>
                </c:pt>
                <c:pt idx="51">
                  <c:v>42.541720070741569</c:v>
                </c:pt>
                <c:pt idx="52">
                  <c:v>42.562226674957046</c:v>
                </c:pt>
                <c:pt idx="53">
                  <c:v>42.563597976867229</c:v>
                </c:pt>
                <c:pt idx="54">
                  <c:v>42.572466637227187</c:v>
                </c:pt>
                <c:pt idx="55">
                  <c:v>42.599877385603648</c:v>
                </c:pt>
                <c:pt idx="56">
                  <c:v>42.612123273027727</c:v>
                </c:pt>
                <c:pt idx="57">
                  <c:v>42.627905618782528</c:v>
                </c:pt>
                <c:pt idx="58">
                  <c:v>42.629272782182525</c:v>
                </c:pt>
                <c:pt idx="59">
                  <c:v>42.633576630026184</c:v>
                </c:pt>
                <c:pt idx="60">
                  <c:v>42.667028661079364</c:v>
                </c:pt>
                <c:pt idx="61">
                  <c:v>42.685390336290091</c:v>
                </c:pt>
                <c:pt idx="62">
                  <c:v>42.725440094778797</c:v>
                </c:pt>
                <c:pt idx="63">
                  <c:v>42.742879466618312</c:v>
                </c:pt>
                <c:pt idx="64">
                  <c:v>42.76565319919122</c:v>
                </c:pt>
                <c:pt idx="65">
                  <c:v>42.812834719901218</c:v>
                </c:pt>
                <c:pt idx="66">
                  <c:v>42.831746685774895</c:v>
                </c:pt>
                <c:pt idx="67">
                  <c:v>42.846274597807771</c:v>
                </c:pt>
                <c:pt idx="68">
                  <c:v>42.908689485529273</c:v>
                </c:pt>
                <c:pt idx="69">
                  <c:v>42.930033416501885</c:v>
                </c:pt>
                <c:pt idx="70">
                  <c:v>42.937409100366835</c:v>
                </c:pt>
                <c:pt idx="71">
                  <c:v>42.96683705640627</c:v>
                </c:pt>
                <c:pt idx="72">
                  <c:v>42.988124407862081</c:v>
                </c:pt>
                <c:pt idx="73">
                  <c:v>43.024109433754248</c:v>
                </c:pt>
                <c:pt idx="74">
                  <c:v>43.06187738231192</c:v>
                </c:pt>
                <c:pt idx="75">
                  <c:v>43.067785051934962</c:v>
                </c:pt>
                <c:pt idx="76">
                  <c:v>43.070802681821391</c:v>
                </c:pt>
                <c:pt idx="77">
                  <c:v>43.103417505382865</c:v>
                </c:pt>
                <c:pt idx="78">
                  <c:v>43.117372370910026</c:v>
                </c:pt>
                <c:pt idx="79">
                  <c:v>43.142463526069356</c:v>
                </c:pt>
                <c:pt idx="80">
                  <c:v>43.141010276886846</c:v>
                </c:pt>
                <c:pt idx="81">
                  <c:v>43.137134890076283</c:v>
                </c:pt>
                <c:pt idx="82">
                  <c:v>43.152983070344725</c:v>
                </c:pt>
                <c:pt idx="83">
                  <c:v>43.167843446671498</c:v>
                </c:pt>
                <c:pt idx="84">
                  <c:v>43.14903896279727</c:v>
                </c:pt>
                <c:pt idx="85">
                  <c:v>43.139906427688338</c:v>
                </c:pt>
                <c:pt idx="86">
                  <c:v>43.146778119727642</c:v>
                </c:pt>
                <c:pt idx="87">
                  <c:v>43.122260583548062</c:v>
                </c:pt>
                <c:pt idx="88">
                  <c:v>43.110058943596016</c:v>
                </c:pt>
                <c:pt idx="89">
                  <c:v>43.094370292757731</c:v>
                </c:pt>
                <c:pt idx="90">
                  <c:v>43.07343043303915</c:v>
                </c:pt>
                <c:pt idx="91">
                  <c:v>43.034926807644595</c:v>
                </c:pt>
                <c:pt idx="92">
                  <c:v>43.020841131801198</c:v>
                </c:pt>
                <c:pt idx="93">
                  <c:v>43.013301529538502</c:v>
                </c:pt>
                <c:pt idx="94">
                  <c:v>42.978447187565081</c:v>
                </c:pt>
                <c:pt idx="95">
                  <c:v>42.949525680219011</c:v>
                </c:pt>
                <c:pt idx="96">
                  <c:v>42.955731608812556</c:v>
                </c:pt>
                <c:pt idx="97">
                  <c:v>42.938309482753255</c:v>
                </c:pt>
                <c:pt idx="98">
                  <c:v>42.870685963907562</c:v>
                </c:pt>
                <c:pt idx="99">
                  <c:v>42.846989045399312</c:v>
                </c:pt>
                <c:pt idx="100">
                  <c:v>42.858971141560204</c:v>
                </c:pt>
                <c:pt idx="101">
                  <c:v>42.831288587284121</c:v>
                </c:pt>
                <c:pt idx="102">
                  <c:v>42.801144084581701</c:v>
                </c:pt>
                <c:pt idx="103">
                  <c:v>42.791176524538301</c:v>
                </c:pt>
                <c:pt idx="104">
                  <c:v>42.776459385984865</c:v>
                </c:pt>
                <c:pt idx="105">
                  <c:v>42.748968252713127</c:v>
                </c:pt>
                <c:pt idx="106">
                  <c:v>42.712977382815218</c:v>
                </c:pt>
                <c:pt idx="107">
                  <c:v>42.678277608830356</c:v>
                </c:pt>
                <c:pt idx="108">
                  <c:v>42.662661018160811</c:v>
                </c:pt>
                <c:pt idx="109">
                  <c:v>42.645242565476536</c:v>
                </c:pt>
                <c:pt idx="110">
                  <c:v>42.632879297022882</c:v>
                </c:pt>
                <c:pt idx="111">
                  <c:v>42.622704417894212</c:v>
                </c:pt>
                <c:pt idx="112">
                  <c:v>42.597180102644117</c:v>
                </c:pt>
                <c:pt idx="113">
                  <c:v>42.569509105187549</c:v>
                </c:pt>
                <c:pt idx="114">
                  <c:v>42.565984776150366</c:v>
                </c:pt>
                <c:pt idx="115">
                  <c:v>42.550359646076515</c:v>
                </c:pt>
                <c:pt idx="116">
                  <c:v>42.533943225698913</c:v>
                </c:pt>
                <c:pt idx="117">
                  <c:v>42.526406080303936</c:v>
                </c:pt>
                <c:pt idx="118">
                  <c:v>42.539900736342339</c:v>
                </c:pt>
                <c:pt idx="119">
                  <c:v>42.539379057454425</c:v>
                </c:pt>
                <c:pt idx="120">
                  <c:v>42.540136738761902</c:v>
                </c:pt>
                <c:pt idx="121">
                  <c:v>42.525024294963046</c:v>
                </c:pt>
                <c:pt idx="122">
                  <c:v>42.51297360925723</c:v>
                </c:pt>
                <c:pt idx="123">
                  <c:v>42.510556242246111</c:v>
                </c:pt>
                <c:pt idx="124">
                  <c:v>42.505965298675562</c:v>
                </c:pt>
                <c:pt idx="125">
                  <c:v>42.496985793031222</c:v>
                </c:pt>
                <c:pt idx="126">
                  <c:v>42.498436800023775</c:v>
                </c:pt>
                <c:pt idx="127">
                  <c:v>42.517871482394547</c:v>
                </c:pt>
                <c:pt idx="128">
                  <c:v>42.521385351854107</c:v>
                </c:pt>
                <c:pt idx="129">
                  <c:v>42.533062319356119</c:v>
                </c:pt>
                <c:pt idx="130">
                  <c:v>42.540516646841176</c:v>
                </c:pt>
                <c:pt idx="131">
                  <c:v>42.547967897278312</c:v>
                </c:pt>
                <c:pt idx="132">
                  <c:v>42.56649157071346</c:v>
                </c:pt>
                <c:pt idx="133">
                  <c:v>42.548391718886435</c:v>
                </c:pt>
                <c:pt idx="134">
                  <c:v>42.551535316912918</c:v>
                </c:pt>
                <c:pt idx="135">
                  <c:v>42.594375695481403</c:v>
                </c:pt>
                <c:pt idx="136">
                  <c:v>42.599666178465583</c:v>
                </c:pt>
                <c:pt idx="137">
                  <c:v>42.607048970549762</c:v>
                </c:pt>
                <c:pt idx="138">
                  <c:v>42.628932899579297</c:v>
                </c:pt>
                <c:pt idx="139">
                  <c:v>42.693115372432878</c:v>
                </c:pt>
                <c:pt idx="140">
                  <c:v>42.750599851409589</c:v>
                </c:pt>
                <c:pt idx="141">
                  <c:v>42.802382822973925</c:v>
                </c:pt>
                <c:pt idx="142">
                  <c:v>42.830471094366885</c:v>
                </c:pt>
                <c:pt idx="143">
                  <c:v>42.863805565492356</c:v>
                </c:pt>
                <c:pt idx="144">
                  <c:v>42.88350465930651</c:v>
                </c:pt>
                <c:pt idx="145">
                  <c:v>42.930979763782425</c:v>
                </c:pt>
                <c:pt idx="146">
                  <c:v>42.988955163094388</c:v>
                </c:pt>
                <c:pt idx="147">
                  <c:v>43.027464131579912</c:v>
                </c:pt>
                <c:pt idx="148">
                  <c:v>43.04618276820247</c:v>
                </c:pt>
                <c:pt idx="149">
                  <c:v>43.047478229230002</c:v>
                </c:pt>
                <c:pt idx="150">
                  <c:v>43.078725889391478</c:v>
                </c:pt>
                <c:pt idx="151">
                  <c:v>43.129505123153592</c:v>
                </c:pt>
                <c:pt idx="152">
                  <c:v>43.142026418293078</c:v>
                </c:pt>
                <c:pt idx="153">
                  <c:v>43.128700725579826</c:v>
                </c:pt>
                <c:pt idx="154">
                  <c:v>43.155429180322855</c:v>
                </c:pt>
                <c:pt idx="155">
                  <c:v>43.189231625116143</c:v>
                </c:pt>
                <c:pt idx="156">
                  <c:v>43.201110556685911</c:v>
                </c:pt>
                <c:pt idx="157">
                  <c:v>43.203009763139107</c:v>
                </c:pt>
                <c:pt idx="158">
                  <c:v>43.184379454489019</c:v>
                </c:pt>
                <c:pt idx="159">
                  <c:v>43.185169182415727</c:v>
                </c:pt>
                <c:pt idx="160">
                  <c:v>43.172196181412154</c:v>
                </c:pt>
                <c:pt idx="161">
                  <c:v>43.140568470052891</c:v>
                </c:pt>
                <c:pt idx="162">
                  <c:v>43.104709770097053</c:v>
                </c:pt>
                <c:pt idx="163">
                  <c:v>43.088517437523222</c:v>
                </c:pt>
                <c:pt idx="164">
                  <c:v>43.06428074756235</c:v>
                </c:pt>
                <c:pt idx="165">
                  <c:v>43.064570968043327</c:v>
                </c:pt>
                <c:pt idx="166">
                  <c:v>43.052782773607582</c:v>
                </c:pt>
                <c:pt idx="167">
                  <c:v>43.002930852364457</c:v>
                </c:pt>
                <c:pt idx="168">
                  <c:v>43.006405388087416</c:v>
                </c:pt>
                <c:pt idx="169">
                  <c:v>43.030994125724696</c:v>
                </c:pt>
                <c:pt idx="170">
                  <c:v>42.986543449264332</c:v>
                </c:pt>
                <c:pt idx="171">
                  <c:v>42.959101214816137</c:v>
                </c:pt>
                <c:pt idx="172">
                  <c:v>42.972830406309384</c:v>
                </c:pt>
                <c:pt idx="173">
                  <c:v>42.979123255543414</c:v>
                </c:pt>
                <c:pt idx="174">
                  <c:v>42.956158936824124</c:v>
                </c:pt>
                <c:pt idx="175">
                  <c:v>42.955038247347851</c:v>
                </c:pt>
                <c:pt idx="176">
                  <c:v>42.949060950570704</c:v>
                </c:pt>
                <c:pt idx="177">
                  <c:v>42.94443626681192</c:v>
                </c:pt>
                <c:pt idx="178">
                  <c:v>42.958409117564912</c:v>
                </c:pt>
                <c:pt idx="179">
                  <c:v>42.969109969136731</c:v>
                </c:pt>
                <c:pt idx="180">
                  <c:v>42.968736954598924</c:v>
                </c:pt>
                <c:pt idx="181">
                  <c:v>42.973308088182662</c:v>
                </c:pt>
                <c:pt idx="182">
                  <c:v>42.987157880871919</c:v>
                </c:pt>
                <c:pt idx="183">
                  <c:v>42.987881965109665</c:v>
                </c:pt>
                <c:pt idx="184">
                  <c:v>42.987535761439005</c:v>
                </c:pt>
                <c:pt idx="185">
                  <c:v>42.981517675887098</c:v>
                </c:pt>
                <c:pt idx="186">
                  <c:v>42.96717665277248</c:v>
                </c:pt>
                <c:pt idx="187">
                  <c:v>42.973118837809018</c:v>
                </c:pt>
                <c:pt idx="188">
                  <c:v>42.97726414612552</c:v>
                </c:pt>
                <c:pt idx="189">
                  <c:v>42.960411059253708</c:v>
                </c:pt>
                <c:pt idx="190">
                  <c:v>42.971969858574347</c:v>
                </c:pt>
                <c:pt idx="191">
                  <c:v>42.969438545377834</c:v>
                </c:pt>
                <c:pt idx="192">
                  <c:v>42.944307126211605</c:v>
                </c:pt>
                <c:pt idx="193">
                  <c:v>42.931473904284104</c:v>
                </c:pt>
                <c:pt idx="194">
                  <c:v>42.942545361232185</c:v>
                </c:pt>
                <c:pt idx="195">
                  <c:v>42.958385550717274</c:v>
                </c:pt>
                <c:pt idx="196">
                  <c:v>42.946772175538953</c:v>
                </c:pt>
                <c:pt idx="197">
                  <c:v>42.967109530192268</c:v>
                </c:pt>
                <c:pt idx="198">
                  <c:v>42.980203251657272</c:v>
                </c:pt>
                <c:pt idx="199">
                  <c:v>42.984058816554487</c:v>
                </c:pt>
                <c:pt idx="200">
                  <c:v>42.998304093387304</c:v>
                </c:pt>
                <c:pt idx="201">
                  <c:v>43.019885100168281</c:v>
                </c:pt>
                <c:pt idx="202">
                  <c:v>43.039902990458835</c:v>
                </c:pt>
                <c:pt idx="203">
                  <c:v>43.085261968529721</c:v>
                </c:pt>
                <c:pt idx="204">
                  <c:v>43.131731856312165</c:v>
                </c:pt>
                <c:pt idx="205">
                  <c:v>43.152368376353209</c:v>
                </c:pt>
                <c:pt idx="206">
                  <c:v>43.173780694119515</c:v>
                </c:pt>
                <c:pt idx="207">
                  <c:v>43.18674167316842</c:v>
                </c:pt>
                <c:pt idx="208">
                  <c:v>43.164693312899828</c:v>
                </c:pt>
                <c:pt idx="209">
                  <c:v>43.139335647225657</c:v>
                </c:pt>
                <c:pt idx="210">
                  <c:v>43.125175001137194</c:v>
                </c:pt>
                <c:pt idx="211">
                  <c:v>43.059538802039413</c:v>
                </c:pt>
                <c:pt idx="212">
                  <c:v>43.015109068587371</c:v>
                </c:pt>
                <c:pt idx="213">
                  <c:v>43.001658361857444</c:v>
                </c:pt>
                <c:pt idx="214">
                  <c:v>42.999009810749861</c:v>
                </c:pt>
                <c:pt idx="215">
                  <c:v>42.999331278771741</c:v>
                </c:pt>
                <c:pt idx="216">
                  <c:v>43.033282113604656</c:v>
                </c:pt>
                <c:pt idx="217">
                  <c:v>43.065561252705805</c:v>
                </c:pt>
                <c:pt idx="218">
                  <c:v>43.061587901276567</c:v>
                </c:pt>
                <c:pt idx="219">
                  <c:v>43.071736625497913</c:v>
                </c:pt>
                <c:pt idx="220">
                  <c:v>43.094997962827307</c:v>
                </c:pt>
                <c:pt idx="221">
                  <c:v>43.095916378145716</c:v>
                </c:pt>
                <c:pt idx="222">
                  <c:v>43.128644861655566</c:v>
                </c:pt>
                <c:pt idx="223">
                  <c:v>43.154555847334436</c:v>
                </c:pt>
                <c:pt idx="224">
                  <c:v>43.147221262334341</c:v>
                </c:pt>
                <c:pt idx="225">
                  <c:v>43.136231048992585</c:v>
                </c:pt>
                <c:pt idx="226">
                  <c:v>43.165966542852459</c:v>
                </c:pt>
                <c:pt idx="227">
                  <c:v>43.1581236486184</c:v>
                </c:pt>
                <c:pt idx="228">
                  <c:v>43.150628246121563</c:v>
                </c:pt>
                <c:pt idx="229">
                  <c:v>43.139376722237436</c:v>
                </c:pt>
                <c:pt idx="230">
                  <c:v>43.151621917922057</c:v>
                </c:pt>
                <c:pt idx="231">
                  <c:v>43.142566332864213</c:v>
                </c:pt>
                <c:pt idx="232">
                  <c:v>43.160278607845243</c:v>
                </c:pt>
                <c:pt idx="233">
                  <c:v>43.133060473127365</c:v>
                </c:pt>
                <c:pt idx="234">
                  <c:v>43.083316558651546</c:v>
                </c:pt>
                <c:pt idx="235">
                  <c:v>43.054816368339715</c:v>
                </c:pt>
                <c:pt idx="236">
                  <c:v>43.026062834415775</c:v>
                </c:pt>
                <c:pt idx="237">
                  <c:v>42.982780267363978</c:v>
                </c:pt>
                <c:pt idx="238">
                  <c:v>42.961797042737501</c:v>
                </c:pt>
                <c:pt idx="239">
                  <c:v>42.936344704170345</c:v>
                </c:pt>
                <c:pt idx="240">
                  <c:v>42.90052047192183</c:v>
                </c:pt>
                <c:pt idx="241">
                  <c:v>42.862074952641493</c:v>
                </c:pt>
                <c:pt idx="242">
                  <c:v>42.818231170213963</c:v>
                </c:pt>
                <c:pt idx="243">
                  <c:v>42.806456500477218</c:v>
                </c:pt>
                <c:pt idx="244">
                  <c:v>42.810969122444298</c:v>
                </c:pt>
                <c:pt idx="245">
                  <c:v>42.826126803618195</c:v>
                </c:pt>
                <c:pt idx="246">
                  <c:v>42.833985965655998</c:v>
                </c:pt>
                <c:pt idx="247">
                  <c:v>42.838673526145925</c:v>
                </c:pt>
                <c:pt idx="248">
                  <c:v>42.869098517270785</c:v>
                </c:pt>
                <c:pt idx="249">
                  <c:v>42.872516640448545</c:v>
                </c:pt>
                <c:pt idx="250">
                  <c:v>42.829820191392855</c:v>
                </c:pt>
                <c:pt idx="251">
                  <c:v>42.869405363351774</c:v>
                </c:pt>
                <c:pt idx="252">
                  <c:v>42.930018508323975</c:v>
                </c:pt>
                <c:pt idx="253">
                  <c:v>42.913608206262587</c:v>
                </c:pt>
                <c:pt idx="254">
                  <c:v>42.928013561146514</c:v>
                </c:pt>
                <c:pt idx="255">
                  <c:v>42.934738246625102</c:v>
                </c:pt>
                <c:pt idx="256">
                  <c:v>42.899037000881059</c:v>
                </c:pt>
                <c:pt idx="257">
                  <c:v>42.934388464991748</c:v>
                </c:pt>
                <c:pt idx="258">
                  <c:v>42.96800103923119</c:v>
                </c:pt>
                <c:pt idx="259">
                  <c:v>43</c:v>
                </c:pt>
                <c:pt idx="260">
                  <c:v>42.937764129678818</c:v>
                </c:pt>
                <c:pt idx="261">
                  <c:v>42.925475139730771</c:v>
                </c:pt>
                <c:pt idx="262">
                  <c:v>42.949448300812392</c:v>
                </c:pt>
                <c:pt idx="263">
                  <c:v>42.979647856434198</c:v>
                </c:pt>
                <c:pt idx="264">
                  <c:v>42.95033534932449</c:v>
                </c:pt>
                <c:pt idx="265">
                  <c:v>42.946349832822079</c:v>
                </c:pt>
                <c:pt idx="266">
                  <c:v>42.943120220572332</c:v>
                </c:pt>
                <c:pt idx="267">
                  <c:v>42.900746789989022</c:v>
                </c:pt>
                <c:pt idx="268">
                  <c:v>42.829617273201713</c:v>
                </c:pt>
                <c:pt idx="269">
                  <c:v>42.830688252849569</c:v>
                </c:pt>
                <c:pt idx="270">
                  <c:v>42.791639918413864</c:v>
                </c:pt>
                <c:pt idx="271">
                  <c:v>42.795471701785679</c:v>
                </c:pt>
                <c:pt idx="272">
                  <c:v>42.795828305401251</c:v>
                </c:pt>
                <c:pt idx="273">
                  <c:v>42.794541073687924</c:v>
                </c:pt>
                <c:pt idx="274">
                  <c:v>42.785556761647022</c:v>
                </c:pt>
                <c:pt idx="275">
                  <c:v>42.749574550418849</c:v>
                </c:pt>
                <c:pt idx="276">
                  <c:v>42.728789020157976</c:v>
                </c:pt>
                <c:pt idx="277">
                  <c:v>42.736202630427535</c:v>
                </c:pt>
                <c:pt idx="278">
                  <c:v>42.819745053937666</c:v>
                </c:pt>
                <c:pt idx="279">
                  <c:v>42.857852622714638</c:v>
                </c:pt>
                <c:pt idx="280">
                  <c:v>42.866599954359508</c:v>
                </c:pt>
                <c:pt idx="281">
                  <c:v>42.900318269323222</c:v>
                </c:pt>
                <c:pt idx="282">
                  <c:v>42.948500951702293</c:v>
                </c:pt>
                <c:pt idx="283">
                  <c:v>43.003329914470712</c:v>
                </c:pt>
                <c:pt idx="284">
                  <c:v>43.047949804713603</c:v>
                </c:pt>
                <c:pt idx="285">
                  <c:v>42.951540669545111</c:v>
                </c:pt>
                <c:pt idx="286">
                  <c:v>42.947369170541656</c:v>
                </c:pt>
                <c:pt idx="287">
                  <c:v>43.120804710526237</c:v>
                </c:pt>
                <c:pt idx="288">
                  <c:v>43.246936888244406</c:v>
                </c:pt>
                <c:pt idx="289">
                  <c:v>43.324363762498749</c:v>
                </c:pt>
                <c:pt idx="290">
                  <c:v>43.300374285907225</c:v>
                </c:pt>
                <c:pt idx="291">
                  <c:v>43.33875318352213</c:v>
                </c:pt>
                <c:pt idx="292">
                  <c:v>43.318058485807612</c:v>
                </c:pt>
                <c:pt idx="293">
                  <c:v>43.352735766333652</c:v>
                </c:pt>
                <c:pt idx="294">
                  <c:v>43.437537298770309</c:v>
                </c:pt>
                <c:pt idx="295">
                  <c:v>43.471763612877886</c:v>
                </c:pt>
                <c:pt idx="296">
                  <c:v>43.607185541385945</c:v>
                </c:pt>
                <c:pt idx="297">
                  <c:v>43.670251618318488</c:v>
                </c:pt>
                <c:pt idx="298">
                  <c:v>43.62963878391345</c:v>
                </c:pt>
                <c:pt idx="299">
                  <c:v>43.623227360995614</c:v>
                </c:pt>
                <c:pt idx="300">
                  <c:v>43.754605046706843</c:v>
                </c:pt>
                <c:pt idx="301">
                  <c:v>43.710573969858622</c:v>
                </c:pt>
                <c:pt idx="302">
                  <c:v>43.597065297747676</c:v>
                </c:pt>
                <c:pt idx="303">
                  <c:v>43.581130149132584</c:v>
                </c:pt>
                <c:pt idx="304">
                  <c:v>43.717810280149948</c:v>
                </c:pt>
                <c:pt idx="305">
                  <c:v>43.769079289299249</c:v>
                </c:pt>
                <c:pt idx="306">
                  <c:v>43.798269787880955</c:v>
                </c:pt>
                <c:pt idx="307">
                  <c:v>43.77608174394863</c:v>
                </c:pt>
                <c:pt idx="308">
                  <c:v>43.764471207287379</c:v>
                </c:pt>
                <c:pt idx="309">
                  <c:v>43.729805996422179</c:v>
                </c:pt>
                <c:pt idx="310">
                  <c:v>43.697393280046974</c:v>
                </c:pt>
                <c:pt idx="311">
                  <c:v>43.551324622616171</c:v>
                </c:pt>
                <c:pt idx="312">
                  <c:v>43.528371514846668</c:v>
                </c:pt>
                <c:pt idx="313">
                  <c:v>43.678787444661737</c:v>
                </c:pt>
                <c:pt idx="314">
                  <c:v>43.675882425187957</c:v>
                </c:pt>
                <c:pt idx="315">
                  <c:v>43.71200763565863</c:v>
                </c:pt>
                <c:pt idx="316">
                  <c:v>43.687298416090776</c:v>
                </c:pt>
                <c:pt idx="317">
                  <c:v>43.696951330094514</c:v>
                </c:pt>
                <c:pt idx="318">
                  <c:v>43.760073986543851</c:v>
                </c:pt>
                <c:pt idx="319">
                  <c:v>43.750461622784023</c:v>
                </c:pt>
                <c:pt idx="320">
                  <c:v>43.729046084851291</c:v>
                </c:pt>
                <c:pt idx="321">
                  <c:v>43.838763118331883</c:v>
                </c:pt>
                <c:pt idx="322">
                  <c:v>43.895428744765525</c:v>
                </c:pt>
                <c:pt idx="323">
                  <c:v>43.887682503230479</c:v>
                </c:pt>
                <c:pt idx="324">
                  <c:v>43.901139697999433</c:v>
                </c:pt>
                <c:pt idx="325">
                  <c:v>43.934722360470722</c:v>
                </c:pt>
                <c:pt idx="326">
                  <c:v>43.966689978286297</c:v>
                </c:pt>
                <c:pt idx="327">
                  <c:v>43.978244078549253</c:v>
                </c:pt>
                <c:pt idx="328">
                  <c:v>44.002636719977595</c:v>
                </c:pt>
                <c:pt idx="329">
                  <c:v>44.03267538654341</c:v>
                </c:pt>
                <c:pt idx="330">
                  <c:v>44.053652743311062</c:v>
                </c:pt>
                <c:pt idx="331">
                  <c:v>44.059955109925866</c:v>
                </c:pt>
                <c:pt idx="332">
                  <c:v>44.051907365400801</c:v>
                </c:pt>
                <c:pt idx="333">
                  <c:v>44.009049287843496</c:v>
                </c:pt>
                <c:pt idx="334">
                  <c:v>43.986077431549454</c:v>
                </c:pt>
                <c:pt idx="335">
                  <c:v>43.942940797669571</c:v>
                </c:pt>
                <c:pt idx="336">
                  <c:v>43.87134776774127</c:v>
                </c:pt>
                <c:pt idx="337">
                  <c:v>43.82443270983994</c:v>
                </c:pt>
                <c:pt idx="338">
                  <c:v>43.794966755836654</c:v>
                </c:pt>
                <c:pt idx="339">
                  <c:v>43.745373091941069</c:v>
                </c:pt>
                <c:pt idx="340">
                  <c:v>43.650526691613649</c:v>
                </c:pt>
                <c:pt idx="341">
                  <c:v>43.669220306350411</c:v>
                </c:pt>
                <c:pt idx="342">
                  <c:v>43.665916892656753</c:v>
                </c:pt>
                <c:pt idx="343">
                  <c:v>43.641675718315966</c:v>
                </c:pt>
                <c:pt idx="344">
                  <c:v>43.684557362720902</c:v>
                </c:pt>
                <c:pt idx="345">
                  <c:v>43.757190721083276</c:v>
                </c:pt>
                <c:pt idx="346">
                  <c:v>43.821221559877714</c:v>
                </c:pt>
                <c:pt idx="347">
                  <c:v>43.922356253499991</c:v>
                </c:pt>
                <c:pt idx="348">
                  <c:v>43.952698426714939</c:v>
                </c:pt>
                <c:pt idx="349">
                  <c:v>43.916080888577014</c:v>
                </c:pt>
                <c:pt idx="350">
                  <c:v>43.964539431880105</c:v>
                </c:pt>
                <c:pt idx="351">
                  <c:v>44.046823271231588</c:v>
                </c:pt>
                <c:pt idx="352">
                  <c:v>44.08891642807022</c:v>
                </c:pt>
                <c:pt idx="353">
                  <c:v>44.113351480283072</c:v>
                </c:pt>
                <c:pt idx="354">
                  <c:v>44.108615164088107</c:v>
                </c:pt>
                <c:pt idx="355">
                  <c:v>44.077564935908306</c:v>
                </c:pt>
                <c:pt idx="356">
                  <c:v>44.131920295680928</c:v>
                </c:pt>
                <c:pt idx="357">
                  <c:v>44.167198673940234</c:v>
                </c:pt>
                <c:pt idx="358">
                  <c:v>44.094807472093258</c:v>
                </c:pt>
                <c:pt idx="359">
                  <c:v>44.164660658026932</c:v>
                </c:pt>
                <c:pt idx="360">
                  <c:v>44.271494903108646</c:v>
                </c:pt>
                <c:pt idx="361">
                  <c:v>44.299104466945693</c:v>
                </c:pt>
                <c:pt idx="362">
                  <c:v>44.310320950648467</c:v>
                </c:pt>
                <c:pt idx="363">
                  <c:v>44.26277741167268</c:v>
                </c:pt>
                <c:pt idx="364">
                  <c:v>44.206317685065763</c:v>
                </c:pt>
                <c:pt idx="365">
                  <c:v>44.188567316708543</c:v>
                </c:pt>
                <c:pt idx="366">
                  <c:v>44.09918413147782</c:v>
                </c:pt>
                <c:pt idx="367">
                  <c:v>44.022363220986016</c:v>
                </c:pt>
                <c:pt idx="368">
                  <c:v>43.946279370810011</c:v>
                </c:pt>
                <c:pt idx="369">
                  <c:v>43.855386428439232</c:v>
                </c:pt>
                <c:pt idx="370">
                  <c:v>43.810618291275212</c:v>
                </c:pt>
                <c:pt idx="371">
                  <c:v>43.736420170559569</c:v>
                </c:pt>
                <c:pt idx="372">
                  <c:v>43.661198752512291</c:v>
                </c:pt>
                <c:pt idx="373">
                  <c:v>43.566614449879047</c:v>
                </c:pt>
                <c:pt idx="374">
                  <c:v>43.453085884295504</c:v>
                </c:pt>
                <c:pt idx="375">
                  <c:v>43.402979760729231</c:v>
                </c:pt>
                <c:pt idx="376">
                  <c:v>43.3514181219374</c:v>
                </c:pt>
                <c:pt idx="377">
                  <c:v>43.266113384826895</c:v>
                </c:pt>
                <c:pt idx="378">
                  <c:v>43.196108445568655</c:v>
                </c:pt>
                <c:pt idx="379">
                  <c:v>43.103597309934983</c:v>
                </c:pt>
                <c:pt idx="380">
                  <c:v>43.005576994310488</c:v>
                </c:pt>
                <c:pt idx="381">
                  <c:v>42.865655372207229</c:v>
                </c:pt>
                <c:pt idx="382">
                  <c:v>42.744280787635532</c:v>
                </c:pt>
                <c:pt idx="383">
                  <c:v>42.652098896129331</c:v>
                </c:pt>
                <c:pt idx="384">
                  <c:v>42.59455226794055</c:v>
                </c:pt>
                <c:pt idx="385">
                  <c:v>42.542400301083177</c:v>
                </c:pt>
                <c:pt idx="386">
                  <c:v>42.495053442716902</c:v>
                </c:pt>
                <c:pt idx="387">
                  <c:v>42.454506287780454</c:v>
                </c:pt>
                <c:pt idx="388">
                  <c:v>42.427245503747216</c:v>
                </c:pt>
                <c:pt idx="389">
                  <c:v>42.397144509071197</c:v>
                </c:pt>
                <c:pt idx="390">
                  <c:v>42.361586763484425</c:v>
                </c:pt>
                <c:pt idx="391">
                  <c:v>42.319549339378085</c:v>
                </c:pt>
                <c:pt idx="392">
                  <c:v>42.339411946087544</c:v>
                </c:pt>
                <c:pt idx="393">
                  <c:v>42.36305276214069</c:v>
                </c:pt>
                <c:pt idx="394">
                  <c:v>42.345050433650272</c:v>
                </c:pt>
                <c:pt idx="395">
                  <c:v>42.333146599460122</c:v>
                </c:pt>
                <c:pt idx="396">
                  <c:v>42.343530801333166</c:v>
                </c:pt>
                <c:pt idx="397">
                  <c:v>42.326397679247521</c:v>
                </c:pt>
                <c:pt idx="398">
                  <c:v>42.315509223164902</c:v>
                </c:pt>
                <c:pt idx="399">
                  <c:v>42.295952090984059</c:v>
                </c:pt>
                <c:pt idx="400">
                  <c:v>42.324750182470133</c:v>
                </c:pt>
                <c:pt idx="401">
                  <c:v>42.333697307552058</c:v>
                </c:pt>
                <c:pt idx="402">
                  <c:v>42.317302724673461</c:v>
                </c:pt>
                <c:pt idx="403">
                  <c:v>42.290102587107945</c:v>
                </c:pt>
                <c:pt idx="404">
                  <c:v>42.288113001317001</c:v>
                </c:pt>
                <c:pt idx="405">
                  <c:v>42.282928104012043</c:v>
                </c:pt>
                <c:pt idx="406">
                  <c:v>42.239712617797565</c:v>
                </c:pt>
                <c:pt idx="407">
                  <c:v>42.206280975168482</c:v>
                </c:pt>
                <c:pt idx="408">
                  <c:v>42.182374066029489</c:v>
                </c:pt>
                <c:pt idx="409">
                  <c:v>42.173775723733002</c:v>
                </c:pt>
                <c:pt idx="410">
                  <c:v>42.167434032326511</c:v>
                </c:pt>
                <c:pt idx="411">
                  <c:v>42.142750192440722</c:v>
                </c:pt>
                <c:pt idx="412">
                  <c:v>42.110429605623352</c:v>
                </c:pt>
                <c:pt idx="413">
                  <c:v>42.09628134226746</c:v>
                </c:pt>
                <c:pt idx="414">
                  <c:v>42.0952797214265</c:v>
                </c:pt>
                <c:pt idx="415">
                  <c:v>42.082016653496183</c:v>
                </c:pt>
                <c:pt idx="416">
                  <c:v>42.053188147836359</c:v>
                </c:pt>
                <c:pt idx="417">
                  <c:v>42.026185564872293</c:v>
                </c:pt>
                <c:pt idx="418">
                  <c:v>42.029260435080502</c:v>
                </c:pt>
                <c:pt idx="419">
                  <c:v>42.03495687184887</c:v>
                </c:pt>
                <c:pt idx="420">
                  <c:v>42.029897487611841</c:v>
                </c:pt>
                <c:pt idx="421">
                  <c:v>42.023890042282744</c:v>
                </c:pt>
                <c:pt idx="422">
                  <c:v>42.013101797449181</c:v>
                </c:pt>
                <c:pt idx="423">
                  <c:v>42.026549755445949</c:v>
                </c:pt>
                <c:pt idx="424">
                  <c:v>42.04379927406238</c:v>
                </c:pt>
                <c:pt idx="425">
                  <c:v>42.033135617462676</c:v>
                </c:pt>
                <c:pt idx="426">
                  <c:v>42.013492333379226</c:v>
                </c:pt>
                <c:pt idx="427">
                  <c:v>42.012451783523765</c:v>
                </c:pt>
                <c:pt idx="428">
                  <c:v>42.00421019783802</c:v>
                </c:pt>
                <c:pt idx="429">
                  <c:v>42.015333881301302</c:v>
                </c:pt>
                <c:pt idx="430">
                  <c:v>41.988475054542462</c:v>
                </c:pt>
                <c:pt idx="431">
                  <c:v>41.992642426216861</c:v>
                </c:pt>
                <c:pt idx="432">
                  <c:v>41.979864574100702</c:v>
                </c:pt>
                <c:pt idx="433">
                  <c:v>42.003220432539194</c:v>
                </c:pt>
                <c:pt idx="434">
                  <c:v>42.052864311091369</c:v>
                </c:pt>
                <c:pt idx="435">
                  <c:v>42.230304758459013</c:v>
                </c:pt>
                <c:pt idx="436">
                  <c:v>41.883134924567841</c:v>
                </c:pt>
                <c:pt idx="437">
                  <c:v>41.873117261120122</c:v>
                </c:pt>
                <c:pt idx="438">
                  <c:v>41.874731342707548</c:v>
                </c:pt>
                <c:pt idx="439">
                  <c:v>42.073547754436021</c:v>
                </c:pt>
                <c:pt idx="440">
                  <c:v>42.151319702321139</c:v>
                </c:pt>
                <c:pt idx="441">
                  <c:v>42.047061689521378</c:v>
                </c:pt>
                <c:pt idx="442">
                  <c:v>42.173952285756421</c:v>
                </c:pt>
                <c:pt idx="443">
                  <c:v>42.195576888522062</c:v>
                </c:pt>
                <c:pt idx="444">
                  <c:v>42.074955214640909</c:v>
                </c:pt>
                <c:pt idx="445">
                  <c:v>42.098517318496334</c:v>
                </c:pt>
                <c:pt idx="446">
                  <c:v>42.102334253322958</c:v>
                </c:pt>
                <c:pt idx="447">
                  <c:v>42.107348979740358</c:v>
                </c:pt>
                <c:pt idx="448">
                  <c:v>42.152542974969599</c:v>
                </c:pt>
                <c:pt idx="449">
                  <c:v>42.238661245385295</c:v>
                </c:pt>
                <c:pt idx="450">
                  <c:v>42.253496635605899</c:v>
                </c:pt>
                <c:pt idx="451">
                  <c:v>42.257145483708236</c:v>
                </c:pt>
                <c:pt idx="452">
                  <c:v>42.293774572702404</c:v>
                </c:pt>
                <c:pt idx="453">
                  <c:v>42.283706251266153</c:v>
                </c:pt>
                <c:pt idx="454">
                  <c:v>42.268519051899993</c:v>
                </c:pt>
                <c:pt idx="455">
                  <c:v>42.262231372822065</c:v>
                </c:pt>
                <c:pt idx="456">
                  <c:v>42.259313890111557</c:v>
                </c:pt>
                <c:pt idx="457">
                  <c:v>42.270770884466891</c:v>
                </c:pt>
                <c:pt idx="458">
                  <c:v>42.262818611913154</c:v>
                </c:pt>
                <c:pt idx="459">
                  <c:v>42.257126007664617</c:v>
                </c:pt>
                <c:pt idx="460">
                  <c:v>42.294989219479127</c:v>
                </c:pt>
                <c:pt idx="461">
                  <c:v>42.328914060413041</c:v>
                </c:pt>
                <c:pt idx="462">
                  <c:v>42.295117358249882</c:v>
                </c:pt>
                <c:pt idx="463">
                  <c:v>42.306332166273457</c:v>
                </c:pt>
                <c:pt idx="464">
                  <c:v>42.317026106413998</c:v>
                </c:pt>
                <c:pt idx="465">
                  <c:v>42.3449753202867</c:v>
                </c:pt>
                <c:pt idx="466">
                  <c:v>42.35742615937739</c:v>
                </c:pt>
                <c:pt idx="467">
                  <c:v>42.378635159413385</c:v>
                </c:pt>
                <c:pt idx="468">
                  <c:v>42.388855472705046</c:v>
                </c:pt>
                <c:pt idx="469">
                  <c:v>42.389369786953075</c:v>
                </c:pt>
                <c:pt idx="470">
                  <c:v>42.395012866234595</c:v>
                </c:pt>
                <c:pt idx="471">
                  <c:v>42.360969886935663</c:v>
                </c:pt>
                <c:pt idx="472">
                  <c:v>42.349162526546394</c:v>
                </c:pt>
                <c:pt idx="473">
                  <c:v>42.357212584820672</c:v>
                </c:pt>
                <c:pt idx="474">
                  <c:v>42.359579240173822</c:v>
                </c:pt>
                <c:pt idx="475">
                  <c:v>42.388396187523313</c:v>
                </c:pt>
                <c:pt idx="476">
                  <c:v>42.387668668441385</c:v>
                </c:pt>
                <c:pt idx="477">
                  <c:v>42.434824737910056</c:v>
                </c:pt>
                <c:pt idx="478">
                  <c:v>42.43243538634686</c:v>
                </c:pt>
                <c:pt idx="479">
                  <c:v>42.403057533711745</c:v>
                </c:pt>
                <c:pt idx="480">
                  <c:v>42.41256196226351</c:v>
                </c:pt>
                <c:pt idx="481">
                  <c:v>42.440110641101981</c:v>
                </c:pt>
                <c:pt idx="482">
                  <c:v>42.453628768575676</c:v>
                </c:pt>
                <c:pt idx="483">
                  <c:v>42.437731081230034</c:v>
                </c:pt>
                <c:pt idx="484">
                  <c:v>42.428883614335788</c:v>
                </c:pt>
                <c:pt idx="485">
                  <c:v>42.442450712192283</c:v>
                </c:pt>
                <c:pt idx="486">
                  <c:v>42.466953662210599</c:v>
                </c:pt>
                <c:pt idx="487">
                  <c:v>42.453822968464387</c:v>
                </c:pt>
                <c:pt idx="488">
                  <c:v>42.439066675072496</c:v>
                </c:pt>
                <c:pt idx="489">
                  <c:v>42.456335998271513</c:v>
                </c:pt>
                <c:pt idx="490">
                  <c:v>42.476121165941642</c:v>
                </c:pt>
                <c:pt idx="491">
                  <c:v>42.474840326855002</c:v>
                </c:pt>
                <c:pt idx="492">
                  <c:v>42.477051794039397</c:v>
                </c:pt>
                <c:pt idx="493">
                  <c:v>42.486859073280471</c:v>
                </c:pt>
                <c:pt idx="494">
                  <c:v>42.472518026312763</c:v>
                </c:pt>
                <c:pt idx="495">
                  <c:v>42.470300238060943</c:v>
                </c:pt>
                <c:pt idx="496">
                  <c:v>42.499382061988968</c:v>
                </c:pt>
                <c:pt idx="497">
                  <c:v>42.498969487110259</c:v>
                </c:pt>
                <c:pt idx="498">
                  <c:v>42.489184033441646</c:v>
                </c:pt>
                <c:pt idx="499">
                  <c:v>42.524353844386148</c:v>
                </c:pt>
                <c:pt idx="500">
                  <c:v>42.523167630486334</c:v>
                </c:pt>
                <c:pt idx="501">
                  <c:v>42.515076330228688</c:v>
                </c:pt>
                <c:pt idx="502">
                  <c:v>42.514256857505416</c:v>
                </c:pt>
                <c:pt idx="503">
                  <c:v>42.536723410054151</c:v>
                </c:pt>
                <c:pt idx="504">
                  <c:v>42.561311491731601</c:v>
                </c:pt>
                <c:pt idx="505">
                  <c:v>42.559917028476221</c:v>
                </c:pt>
                <c:pt idx="506">
                  <c:v>42.546898313035911</c:v>
                </c:pt>
                <c:pt idx="507">
                  <c:v>42.573603522947941</c:v>
                </c:pt>
                <c:pt idx="508">
                  <c:v>42.601824155107636</c:v>
                </c:pt>
                <c:pt idx="509">
                  <c:v>42.598616762006252</c:v>
                </c:pt>
                <c:pt idx="510">
                  <c:v>42.609158596989232</c:v>
                </c:pt>
                <c:pt idx="511">
                  <c:v>42.649633679830394</c:v>
                </c:pt>
                <c:pt idx="512">
                  <c:v>42.702269876232783</c:v>
                </c:pt>
                <c:pt idx="513">
                  <c:v>42.731216143080722</c:v>
                </c:pt>
                <c:pt idx="514">
                  <c:v>42.771285699629694</c:v>
                </c:pt>
                <c:pt idx="515">
                  <c:v>42.807162241692858</c:v>
                </c:pt>
                <c:pt idx="516">
                  <c:v>42.835109088146901</c:v>
                </c:pt>
                <c:pt idx="517">
                  <c:v>42.811630592334822</c:v>
                </c:pt>
                <c:pt idx="518">
                  <c:v>42.870389446212236</c:v>
                </c:pt>
                <c:pt idx="519">
                  <c:v>42.903667862588769</c:v>
                </c:pt>
                <c:pt idx="520">
                  <c:v>42.904973818973545</c:v>
                </c:pt>
                <c:pt idx="521">
                  <c:v>42.943901385241652</c:v>
                </c:pt>
                <c:pt idx="522">
                  <c:v>42.946110371705238</c:v>
                </c:pt>
                <c:pt idx="523">
                  <c:v>42.976551248984485</c:v>
                </c:pt>
                <c:pt idx="524">
                  <c:v>42.971758472538141</c:v>
                </c:pt>
                <c:pt idx="525">
                  <c:v>42.969938744563017</c:v>
                </c:pt>
                <c:pt idx="526">
                  <c:v>42.992364031275308</c:v>
                </c:pt>
                <c:pt idx="527">
                  <c:v>43.002949219239639</c:v>
                </c:pt>
                <c:pt idx="528">
                  <c:v>42.967837335511213</c:v>
                </c:pt>
                <c:pt idx="529">
                  <c:v>42.926552893654673</c:v>
                </c:pt>
                <c:pt idx="530">
                  <c:v>42.894811498493951</c:v>
                </c:pt>
                <c:pt idx="531">
                  <c:v>42.887541746177945</c:v>
                </c:pt>
                <c:pt idx="532">
                  <c:v>42.877154729640907</c:v>
                </c:pt>
                <c:pt idx="533">
                  <c:v>42.880534139262274</c:v>
                </c:pt>
                <c:pt idx="534">
                  <c:v>42.878824230888888</c:v>
                </c:pt>
                <c:pt idx="535">
                  <c:v>42.866928769131455</c:v>
                </c:pt>
                <c:pt idx="536">
                  <c:v>42.872001628497792</c:v>
                </c:pt>
                <c:pt idx="537">
                  <c:v>42.879305013663163</c:v>
                </c:pt>
                <c:pt idx="538">
                  <c:v>42.916160223936572</c:v>
                </c:pt>
                <c:pt idx="539">
                  <c:v>42.900714158969215</c:v>
                </c:pt>
                <c:pt idx="540">
                  <c:v>42.896805807195655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4-8022-4DA3-A5C1-DAA90C22AF82}"/>
            </c:ext>
          </c:extLst>
        </c:ser>
        <c:ser>
          <c:idx val="21"/>
          <c:order val="21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plot!$W$2:$W$542</c:f>
              <c:numCache>
                <c:formatCode>General</c:formatCode>
                <c:ptCount val="541"/>
                <c:pt idx="0">
                  <c:v>44.105942341071163</c:v>
                </c:pt>
                <c:pt idx="1">
                  <c:v>44.166456336708215</c:v>
                </c:pt>
                <c:pt idx="2">
                  <c:v>44.261117749692517</c:v>
                </c:pt>
                <c:pt idx="3">
                  <c:v>44.221101537383994</c:v>
                </c:pt>
                <c:pt idx="4">
                  <c:v>44.242388371580923</c:v>
                </c:pt>
                <c:pt idx="5">
                  <c:v>44.310800140324673</c:v>
                </c:pt>
                <c:pt idx="6">
                  <c:v>44.353573884815148</c:v>
                </c:pt>
                <c:pt idx="7">
                  <c:v>44.448777172467025</c:v>
                </c:pt>
                <c:pt idx="8">
                  <c:v>44.459436538323082</c:v>
                </c:pt>
                <c:pt idx="9">
                  <c:v>44.500842310913377</c:v>
                </c:pt>
                <c:pt idx="10">
                  <c:v>44.504081082751696</c:v>
                </c:pt>
                <c:pt idx="11">
                  <c:v>44.46282888937823</c:v>
                </c:pt>
                <c:pt idx="12">
                  <c:v>44.457913775039508</c:v>
                </c:pt>
                <c:pt idx="13">
                  <c:v>44.493583522073003</c:v>
                </c:pt>
                <c:pt idx="14">
                  <c:v>44.490133604541498</c:v>
                </c:pt>
                <c:pt idx="15">
                  <c:v>44.484954268386119</c:v>
                </c:pt>
                <c:pt idx="16">
                  <c:v>44.508239896637413</c:v>
                </c:pt>
                <c:pt idx="17">
                  <c:v>44.521581383048812</c:v>
                </c:pt>
                <c:pt idx="18">
                  <c:v>44.529539157447566</c:v>
                </c:pt>
                <c:pt idx="19">
                  <c:v>44.577716664253003</c:v>
                </c:pt>
                <c:pt idx="20">
                  <c:v>44.643870524997418</c:v>
                </c:pt>
                <c:pt idx="21">
                  <c:v>44.73993481684834</c:v>
                </c:pt>
                <c:pt idx="22">
                  <c:v>44.818456893359503</c:v>
                </c:pt>
                <c:pt idx="23">
                  <c:v>44.834450371506939</c:v>
                </c:pt>
                <c:pt idx="24">
                  <c:v>44.792563323047759</c:v>
                </c:pt>
                <c:pt idx="25">
                  <c:v>44.727943546765218</c:v>
                </c:pt>
                <c:pt idx="26">
                  <c:v>44.664943301251931</c:v>
                </c:pt>
                <c:pt idx="27">
                  <c:v>44.615334385829357</c:v>
                </c:pt>
                <c:pt idx="28">
                  <c:v>44.584879821537363</c:v>
                </c:pt>
                <c:pt idx="29">
                  <c:v>44.562784678080426</c:v>
                </c:pt>
                <c:pt idx="30">
                  <c:v>44.574739811877237</c:v>
                </c:pt>
                <c:pt idx="31">
                  <c:v>44.583826410672948</c:v>
                </c:pt>
                <c:pt idx="32">
                  <c:v>44.589429410478722</c:v>
                </c:pt>
                <c:pt idx="33">
                  <c:v>44.600961886952092</c:v>
                </c:pt>
                <c:pt idx="34">
                  <c:v>44.608053274827313</c:v>
                </c:pt>
                <c:pt idx="35">
                  <c:v>44.633808246471304</c:v>
                </c:pt>
                <c:pt idx="36">
                  <c:v>44.653600120978794</c:v>
                </c:pt>
                <c:pt idx="37">
                  <c:v>44.665826856323314</c:v>
                </c:pt>
                <c:pt idx="38">
                  <c:v>44.701568220292167</c:v>
                </c:pt>
                <c:pt idx="39">
                  <c:v>44.739302111642949</c:v>
                </c:pt>
                <c:pt idx="40">
                  <c:v>44.75551583816835</c:v>
                </c:pt>
                <c:pt idx="41">
                  <c:v>44.784685780353037</c:v>
                </c:pt>
                <c:pt idx="42">
                  <c:v>44.814199901605619</c:v>
                </c:pt>
                <c:pt idx="43">
                  <c:v>44.837553822863825</c:v>
                </c:pt>
                <c:pt idx="44">
                  <c:v>44.868131037065979</c:v>
                </c:pt>
                <c:pt idx="45">
                  <c:v>44.899708296308887</c:v>
                </c:pt>
                <c:pt idx="46">
                  <c:v>44.92366747749174</c:v>
                </c:pt>
                <c:pt idx="47">
                  <c:v>44.953305422702606</c:v>
                </c:pt>
                <c:pt idx="48">
                  <c:v>44.997626776079414</c:v>
                </c:pt>
                <c:pt idx="49">
                  <c:v>45.03739846427797</c:v>
                </c:pt>
                <c:pt idx="50">
                  <c:v>45.075127400230841</c:v>
                </c:pt>
                <c:pt idx="51">
                  <c:v>45.1125330002818</c:v>
                </c:pt>
                <c:pt idx="52">
                  <c:v>45.156307582676696</c:v>
                </c:pt>
                <c:pt idx="53">
                  <c:v>45.203590068382354</c:v>
                </c:pt>
                <c:pt idx="54">
                  <c:v>45.250910642038733</c:v>
                </c:pt>
                <c:pt idx="55">
                  <c:v>45.294684919486066</c:v>
                </c:pt>
                <c:pt idx="56">
                  <c:v>45.30981806431911</c:v>
                </c:pt>
                <c:pt idx="57">
                  <c:v>45.310019116247929</c:v>
                </c:pt>
                <c:pt idx="58">
                  <c:v>45.320048597663558</c:v>
                </c:pt>
                <c:pt idx="59">
                  <c:v>45.356722537024673</c:v>
                </c:pt>
                <c:pt idx="60">
                  <c:v>45.392941891052416</c:v>
                </c:pt>
                <c:pt idx="61">
                  <c:v>45.425405175441973</c:v>
                </c:pt>
                <c:pt idx="62">
                  <c:v>45.428246463378251</c:v>
                </c:pt>
                <c:pt idx="63">
                  <c:v>45.397625123263616</c:v>
                </c:pt>
                <c:pt idx="64">
                  <c:v>45.334415958174368</c:v>
                </c:pt>
                <c:pt idx="65">
                  <c:v>45.291222788804632</c:v>
                </c:pt>
                <c:pt idx="66">
                  <c:v>45.248012969297911</c:v>
                </c:pt>
                <c:pt idx="67">
                  <c:v>45.194358329793651</c:v>
                </c:pt>
                <c:pt idx="68">
                  <c:v>45.173655897108006</c:v>
                </c:pt>
                <c:pt idx="69">
                  <c:v>45.178850983805056</c:v>
                </c:pt>
                <c:pt idx="70">
                  <c:v>45.18583086760357</c:v>
                </c:pt>
                <c:pt idx="71">
                  <c:v>45.184173630068052</c:v>
                </c:pt>
                <c:pt idx="72">
                  <c:v>45.186526940912721</c:v>
                </c:pt>
                <c:pt idx="73">
                  <c:v>45.193137167274379</c:v>
                </c:pt>
                <c:pt idx="74">
                  <c:v>45.204424984317306</c:v>
                </c:pt>
                <c:pt idx="75">
                  <c:v>45.21485358110445</c:v>
                </c:pt>
                <c:pt idx="76">
                  <c:v>45.219693068447341</c:v>
                </c:pt>
                <c:pt idx="77">
                  <c:v>45.223608869619454</c:v>
                </c:pt>
                <c:pt idx="78">
                  <c:v>45.235163668254494</c:v>
                </c:pt>
                <c:pt idx="79">
                  <c:v>45.262524691985426</c:v>
                </c:pt>
                <c:pt idx="80">
                  <c:v>45.277910821317406</c:v>
                </c:pt>
                <c:pt idx="81">
                  <c:v>45.294883348865838</c:v>
                </c:pt>
                <c:pt idx="82">
                  <c:v>45.334519975788382</c:v>
                </c:pt>
                <c:pt idx="83">
                  <c:v>45.342127350188946</c:v>
                </c:pt>
                <c:pt idx="84">
                  <c:v>45.33024082959399</c:v>
                </c:pt>
                <c:pt idx="85">
                  <c:v>45.315127750310644</c:v>
                </c:pt>
                <c:pt idx="86">
                  <c:v>45.279149792774405</c:v>
                </c:pt>
                <c:pt idx="87">
                  <c:v>45.229047426451451</c:v>
                </c:pt>
                <c:pt idx="88">
                  <c:v>45.203669080296137</c:v>
                </c:pt>
                <c:pt idx="89">
                  <c:v>45.183133850359731</c:v>
                </c:pt>
                <c:pt idx="90">
                  <c:v>45.151897857935481</c:v>
                </c:pt>
                <c:pt idx="91">
                  <c:v>45.127073357545555</c:v>
                </c:pt>
                <c:pt idx="92">
                  <c:v>45.116687483912109</c:v>
                </c:pt>
                <c:pt idx="93">
                  <c:v>45.110582708137457</c:v>
                </c:pt>
                <c:pt idx="94">
                  <c:v>45.090033542097387</c:v>
                </c:pt>
                <c:pt idx="95">
                  <c:v>45.087389494245379</c:v>
                </c:pt>
                <c:pt idx="96">
                  <c:v>45.107289914838205</c:v>
                </c:pt>
                <c:pt idx="97">
                  <c:v>45.128895663197369</c:v>
                </c:pt>
                <c:pt idx="98">
                  <c:v>45.113980616861959</c:v>
                </c:pt>
                <c:pt idx="99">
                  <c:v>45.083463873761708</c:v>
                </c:pt>
                <c:pt idx="100">
                  <c:v>45.033145543574065</c:v>
                </c:pt>
                <c:pt idx="101">
                  <c:v>44.936831850358082</c:v>
                </c:pt>
                <c:pt idx="102">
                  <c:v>44.845123078818915</c:v>
                </c:pt>
                <c:pt idx="103">
                  <c:v>44.783818844923886</c:v>
                </c:pt>
                <c:pt idx="104">
                  <c:v>44.732716890981521</c:v>
                </c:pt>
                <c:pt idx="105">
                  <c:v>44.668225299407432</c:v>
                </c:pt>
                <c:pt idx="106">
                  <c:v>44.628115805545065</c:v>
                </c:pt>
                <c:pt idx="107">
                  <c:v>44.576346168911734</c:v>
                </c:pt>
                <c:pt idx="108">
                  <c:v>44.518455548540743</c:v>
                </c:pt>
                <c:pt idx="109">
                  <c:v>44.476861447958733</c:v>
                </c:pt>
                <c:pt idx="110">
                  <c:v>44.438578894951142</c:v>
                </c:pt>
                <c:pt idx="111">
                  <c:v>44.389948662992474</c:v>
                </c:pt>
                <c:pt idx="112">
                  <c:v>44.354511949263554</c:v>
                </c:pt>
                <c:pt idx="113">
                  <c:v>44.328883355513696</c:v>
                </c:pt>
                <c:pt idx="114">
                  <c:v>44.321099675679115</c:v>
                </c:pt>
                <c:pt idx="115">
                  <c:v>44.314508134979427</c:v>
                </c:pt>
                <c:pt idx="116">
                  <c:v>44.297905867139285</c:v>
                </c:pt>
                <c:pt idx="117">
                  <c:v>44.29338038430285</c:v>
                </c:pt>
                <c:pt idx="118">
                  <c:v>44.293896797754783</c:v>
                </c:pt>
                <c:pt idx="119">
                  <c:v>44.290216583823089</c:v>
                </c:pt>
                <c:pt idx="120">
                  <c:v>44.29664420758354</c:v>
                </c:pt>
                <c:pt idx="121">
                  <c:v>44.295173155783104</c:v>
                </c:pt>
                <c:pt idx="122">
                  <c:v>44.294490187595507</c:v>
                </c:pt>
                <c:pt idx="123">
                  <c:v>44.297526817317468</c:v>
                </c:pt>
                <c:pt idx="124">
                  <c:v>44.285903390233194</c:v>
                </c:pt>
                <c:pt idx="125">
                  <c:v>44.276516181752775</c:v>
                </c:pt>
                <c:pt idx="126">
                  <c:v>44.28204992034312</c:v>
                </c:pt>
                <c:pt idx="127">
                  <c:v>44.278322065978273</c:v>
                </c:pt>
                <c:pt idx="128">
                  <c:v>44.271067538780109</c:v>
                </c:pt>
                <c:pt idx="129">
                  <c:v>44.270272266028449</c:v>
                </c:pt>
                <c:pt idx="130">
                  <c:v>44.256984930680694</c:v>
                </c:pt>
                <c:pt idx="131">
                  <c:v>44.25997975971535</c:v>
                </c:pt>
                <c:pt idx="132">
                  <c:v>44.262466180171621</c:v>
                </c:pt>
                <c:pt idx="133">
                  <c:v>44.263654217761776</c:v>
                </c:pt>
                <c:pt idx="134">
                  <c:v>44.280009485698919</c:v>
                </c:pt>
                <c:pt idx="135">
                  <c:v>44.298595063880875</c:v>
                </c:pt>
                <c:pt idx="136">
                  <c:v>44.296692274943283</c:v>
                </c:pt>
                <c:pt idx="137">
                  <c:v>44.274856138699668</c:v>
                </c:pt>
                <c:pt idx="138">
                  <c:v>44.286721229104572</c:v>
                </c:pt>
                <c:pt idx="139">
                  <c:v>44.380064572951582</c:v>
                </c:pt>
                <c:pt idx="140">
                  <c:v>44.463666702315038</c:v>
                </c:pt>
                <c:pt idx="141">
                  <c:v>44.538976872868247</c:v>
                </c:pt>
                <c:pt idx="142">
                  <c:v>44.604975774508112</c:v>
                </c:pt>
                <c:pt idx="143">
                  <c:v>44.676626177863774</c:v>
                </c:pt>
                <c:pt idx="144">
                  <c:v>44.733072780035862</c:v>
                </c:pt>
                <c:pt idx="145">
                  <c:v>44.808992068100402</c:v>
                </c:pt>
                <c:pt idx="146">
                  <c:v>44.872442904133969</c:v>
                </c:pt>
                <c:pt idx="147">
                  <c:v>44.938975601236905</c:v>
                </c:pt>
                <c:pt idx="148">
                  <c:v>44.956984249122883</c:v>
                </c:pt>
                <c:pt idx="149">
                  <c:v>44.921447123784894</c:v>
                </c:pt>
                <c:pt idx="150">
                  <c:v>44.879672082565897</c:v>
                </c:pt>
                <c:pt idx="151">
                  <c:v>44.859109468338254</c:v>
                </c:pt>
                <c:pt idx="152">
                  <c:v>44.843117377702228</c:v>
                </c:pt>
                <c:pt idx="153">
                  <c:v>44.874921060511262</c:v>
                </c:pt>
                <c:pt idx="154">
                  <c:v>44.898018154931229</c:v>
                </c:pt>
                <c:pt idx="155">
                  <c:v>44.924487908417419</c:v>
                </c:pt>
                <c:pt idx="156">
                  <c:v>44.959484117766721</c:v>
                </c:pt>
                <c:pt idx="157">
                  <c:v>44.993143741943854</c:v>
                </c:pt>
                <c:pt idx="158">
                  <c:v>45.0415327298848</c:v>
                </c:pt>
                <c:pt idx="159">
                  <c:v>45.094630382663752</c:v>
                </c:pt>
                <c:pt idx="160">
                  <c:v>45.158524795423638</c:v>
                </c:pt>
                <c:pt idx="161">
                  <c:v>45.222228524471873</c:v>
                </c:pt>
                <c:pt idx="162">
                  <c:v>45.271123938832027</c:v>
                </c:pt>
                <c:pt idx="163">
                  <c:v>45.315253846128279</c:v>
                </c:pt>
                <c:pt idx="164">
                  <c:v>45.320185885056787</c:v>
                </c:pt>
                <c:pt idx="165">
                  <c:v>45.296334045416387</c:v>
                </c:pt>
                <c:pt idx="166">
                  <c:v>45.279148237541833</c:v>
                </c:pt>
                <c:pt idx="167">
                  <c:v>45.305075489311996</c:v>
                </c:pt>
                <c:pt idx="168">
                  <c:v>45.370632903116359</c:v>
                </c:pt>
                <c:pt idx="169">
                  <c:v>45.467140390509144</c:v>
                </c:pt>
                <c:pt idx="170">
                  <c:v>45.57829816876243</c:v>
                </c:pt>
                <c:pt idx="171">
                  <c:v>45.690018056860097</c:v>
                </c:pt>
                <c:pt idx="172">
                  <c:v>45.757643716526474</c:v>
                </c:pt>
                <c:pt idx="173">
                  <c:v>45.772116039988745</c:v>
                </c:pt>
                <c:pt idx="174">
                  <c:v>45.721777125840546</c:v>
                </c:pt>
                <c:pt idx="175">
                  <c:v>45.656845433942365</c:v>
                </c:pt>
                <c:pt idx="176">
                  <c:v>45.65035858936502</c:v>
                </c:pt>
                <c:pt idx="177">
                  <c:v>45.669790336047029</c:v>
                </c:pt>
                <c:pt idx="178">
                  <c:v>45.662479523152271</c:v>
                </c:pt>
                <c:pt idx="179">
                  <c:v>45.613428829492626</c:v>
                </c:pt>
                <c:pt idx="180">
                  <c:v>45.526744922920386</c:v>
                </c:pt>
                <c:pt idx="181">
                  <c:v>45.4235980866736</c:v>
                </c:pt>
                <c:pt idx="182">
                  <c:v>45.330666780351116</c:v>
                </c:pt>
                <c:pt idx="183">
                  <c:v>45.266500750796148</c:v>
                </c:pt>
                <c:pt idx="184">
                  <c:v>45.223366497295736</c:v>
                </c:pt>
                <c:pt idx="185">
                  <c:v>45.180777733997473</c:v>
                </c:pt>
                <c:pt idx="186">
                  <c:v>45.15384638138395</c:v>
                </c:pt>
                <c:pt idx="187">
                  <c:v>45.130708637453722</c:v>
                </c:pt>
                <c:pt idx="188">
                  <c:v>45.092637123407677</c:v>
                </c:pt>
                <c:pt idx="189">
                  <c:v>45.054728878287285</c:v>
                </c:pt>
                <c:pt idx="190">
                  <c:v>45.020630343081564</c:v>
                </c:pt>
                <c:pt idx="191">
                  <c:v>44.984068441455385</c:v>
                </c:pt>
                <c:pt idx="192">
                  <c:v>44.955366929223466</c:v>
                </c:pt>
                <c:pt idx="193">
                  <c:v>44.934047099700138</c:v>
                </c:pt>
                <c:pt idx="194">
                  <c:v>44.93063449250306</c:v>
                </c:pt>
                <c:pt idx="195">
                  <c:v>44.929095147695712</c:v>
                </c:pt>
                <c:pt idx="196">
                  <c:v>44.932488543196264</c:v>
                </c:pt>
                <c:pt idx="197">
                  <c:v>44.935392375877882</c:v>
                </c:pt>
                <c:pt idx="198">
                  <c:v>44.948223746004537</c:v>
                </c:pt>
                <c:pt idx="199">
                  <c:v>44.967633170524877</c:v>
                </c:pt>
                <c:pt idx="200">
                  <c:v>44.991812371375019</c:v>
                </c:pt>
                <c:pt idx="201">
                  <c:v>45.011109727665662</c:v>
                </c:pt>
                <c:pt idx="202">
                  <c:v>45.043481710754612</c:v>
                </c:pt>
                <c:pt idx="203">
                  <c:v>45.110390469193234</c:v>
                </c:pt>
                <c:pt idx="204">
                  <c:v>45.186492817280325</c:v>
                </c:pt>
                <c:pt idx="205">
                  <c:v>45.251299907603936</c:v>
                </c:pt>
                <c:pt idx="206">
                  <c:v>45.285213431122699</c:v>
                </c:pt>
                <c:pt idx="207">
                  <c:v>45.297224126365634</c:v>
                </c:pt>
                <c:pt idx="208">
                  <c:v>45.280220433176183</c:v>
                </c:pt>
                <c:pt idx="209">
                  <c:v>45.251201013108997</c:v>
                </c:pt>
                <c:pt idx="210">
                  <c:v>45.214235238929312</c:v>
                </c:pt>
                <c:pt idx="211">
                  <c:v>45.171786507552348</c:v>
                </c:pt>
                <c:pt idx="212">
                  <c:v>45.121023197879587</c:v>
                </c:pt>
                <c:pt idx="213">
                  <c:v>45.069724308800517</c:v>
                </c:pt>
                <c:pt idx="214">
                  <c:v>45.062220555582137</c:v>
                </c:pt>
                <c:pt idx="215">
                  <c:v>45.077437591489989</c:v>
                </c:pt>
                <c:pt idx="216">
                  <c:v>45.099192062776019</c:v>
                </c:pt>
                <c:pt idx="217">
                  <c:v>45.12529984350396</c:v>
                </c:pt>
                <c:pt idx="218">
                  <c:v>45.15728469566065</c:v>
                </c:pt>
                <c:pt idx="219">
                  <c:v>45.171412611344358</c:v>
                </c:pt>
                <c:pt idx="220">
                  <c:v>45.25015385366963</c:v>
                </c:pt>
                <c:pt idx="221">
                  <c:v>45.350215687887143</c:v>
                </c:pt>
                <c:pt idx="222">
                  <c:v>45.42913303743051</c:v>
                </c:pt>
                <c:pt idx="223">
                  <c:v>45.416356283412533</c:v>
                </c:pt>
                <c:pt idx="224">
                  <c:v>45.348984553582532</c:v>
                </c:pt>
                <c:pt idx="225">
                  <c:v>45.273648142291464</c:v>
                </c:pt>
                <c:pt idx="226">
                  <c:v>45.209061651035512</c:v>
                </c:pt>
                <c:pt idx="227">
                  <c:v>45.184822192546761</c:v>
                </c:pt>
                <c:pt idx="228">
                  <c:v>45.166970501171868</c:v>
                </c:pt>
                <c:pt idx="229">
                  <c:v>45.133549254505361</c:v>
                </c:pt>
                <c:pt idx="230">
                  <c:v>45.128103531405621</c:v>
                </c:pt>
                <c:pt idx="231">
                  <c:v>45.128089839260006</c:v>
                </c:pt>
                <c:pt idx="232">
                  <c:v>45.141651009896371</c:v>
                </c:pt>
                <c:pt idx="233">
                  <c:v>45.162133026482898</c:v>
                </c:pt>
                <c:pt idx="234">
                  <c:v>45.154481465180339</c:v>
                </c:pt>
                <c:pt idx="235">
                  <c:v>45.130172112709957</c:v>
                </c:pt>
                <c:pt idx="236">
                  <c:v>45.089099304740898</c:v>
                </c:pt>
                <c:pt idx="237">
                  <c:v>45.047585329131273</c:v>
                </c:pt>
                <c:pt idx="238">
                  <c:v>45.008338821627113</c:v>
                </c:pt>
                <c:pt idx="239">
                  <c:v>44.973992394546769</c:v>
                </c:pt>
                <c:pt idx="240">
                  <c:v>44.923781802333416</c:v>
                </c:pt>
                <c:pt idx="241">
                  <c:v>44.876910904354631</c:v>
                </c:pt>
                <c:pt idx="242">
                  <c:v>44.84936880276031</c:v>
                </c:pt>
                <c:pt idx="243">
                  <c:v>44.834238371960581</c:v>
                </c:pt>
                <c:pt idx="244">
                  <c:v>44.819025086907772</c:v>
                </c:pt>
                <c:pt idx="245">
                  <c:v>44.818150924221356</c:v>
                </c:pt>
                <c:pt idx="246">
                  <c:v>44.81129381231203</c:v>
                </c:pt>
                <c:pt idx="247">
                  <c:v>44.801667654544296</c:v>
                </c:pt>
                <c:pt idx="248">
                  <c:v>44.810898569774579</c:v>
                </c:pt>
                <c:pt idx="249">
                  <c:v>44.814321392715037</c:v>
                </c:pt>
                <c:pt idx="250">
                  <c:v>44.800917605516354</c:v>
                </c:pt>
                <c:pt idx="251">
                  <c:v>44.837486673410275</c:v>
                </c:pt>
                <c:pt idx="252">
                  <c:v>44.871644673390946</c:v>
                </c:pt>
                <c:pt idx="253">
                  <c:v>44.902476366335094</c:v>
                </c:pt>
                <c:pt idx="254">
                  <c:v>44.925770060449452</c:v>
                </c:pt>
                <c:pt idx="255">
                  <c:v>44.925970929409729</c:v>
                </c:pt>
                <c:pt idx="256">
                  <c:v>44.916602665796709</c:v>
                </c:pt>
                <c:pt idx="257">
                  <c:v>44.945803651643395</c:v>
                </c:pt>
                <c:pt idx="258">
                  <c:v>44.973568273475024</c:v>
                </c:pt>
                <c:pt idx="259">
                  <c:v>45</c:v>
                </c:pt>
                <c:pt idx="260">
                  <c:v>44.954801678419194</c:v>
                </c:pt>
                <c:pt idx="261">
                  <c:v>44.895784840952921</c:v>
                </c:pt>
                <c:pt idx="262">
                  <c:v>44.918750960394235</c:v>
                </c:pt>
                <c:pt idx="263">
                  <c:v>44.926438901941154</c:v>
                </c:pt>
                <c:pt idx="264">
                  <c:v>44.885930063996597</c:v>
                </c:pt>
                <c:pt idx="265">
                  <c:v>44.875196946572238</c:v>
                </c:pt>
                <c:pt idx="266">
                  <c:v>44.863961611005045</c:v>
                </c:pt>
                <c:pt idx="267">
                  <c:v>44.83652456384646</c:v>
                </c:pt>
                <c:pt idx="268">
                  <c:v>44.773911967676291</c:v>
                </c:pt>
                <c:pt idx="269">
                  <c:v>44.71609101257625</c:v>
                </c:pt>
                <c:pt idx="270">
                  <c:v>44.701302793932626</c:v>
                </c:pt>
                <c:pt idx="271">
                  <c:v>44.693836579759356</c:v>
                </c:pt>
                <c:pt idx="272">
                  <c:v>44.680562867944012</c:v>
                </c:pt>
                <c:pt idx="273">
                  <c:v>44.683755165773611</c:v>
                </c:pt>
                <c:pt idx="274">
                  <c:v>44.673568453394083</c:v>
                </c:pt>
                <c:pt idx="275">
                  <c:v>44.634710632054748</c:v>
                </c:pt>
                <c:pt idx="276">
                  <c:v>44.592691495558299</c:v>
                </c:pt>
                <c:pt idx="277">
                  <c:v>44.621306905845579</c:v>
                </c:pt>
                <c:pt idx="278">
                  <c:v>44.684146093303035</c:v>
                </c:pt>
                <c:pt idx="279">
                  <c:v>44.711636231832479</c:v>
                </c:pt>
                <c:pt idx="280">
                  <c:v>44.716419166649665</c:v>
                </c:pt>
                <c:pt idx="281">
                  <c:v>44.72735178077027</c:v>
                </c:pt>
                <c:pt idx="282">
                  <c:v>44.785481495278667</c:v>
                </c:pt>
                <c:pt idx="283">
                  <c:v>44.832623766094486</c:v>
                </c:pt>
                <c:pt idx="284">
                  <c:v>44.857657338534153</c:v>
                </c:pt>
                <c:pt idx="285">
                  <c:v>44.821164477036426</c:v>
                </c:pt>
                <c:pt idx="286">
                  <c:v>44.80798389620707</c:v>
                </c:pt>
                <c:pt idx="287">
                  <c:v>44.956062667090301</c:v>
                </c:pt>
                <c:pt idx="288">
                  <c:v>45.052730739870185</c:v>
                </c:pt>
                <c:pt idx="289">
                  <c:v>45.111160370307587</c:v>
                </c:pt>
                <c:pt idx="290">
                  <c:v>45.120596332279767</c:v>
                </c:pt>
                <c:pt idx="291">
                  <c:v>45.200302611665471</c:v>
                </c:pt>
                <c:pt idx="292">
                  <c:v>45.216630053137415</c:v>
                </c:pt>
                <c:pt idx="293">
                  <c:v>45.197536645777454</c:v>
                </c:pt>
                <c:pt idx="294">
                  <c:v>45.233433578745981</c:v>
                </c:pt>
                <c:pt idx="295">
                  <c:v>45.252912592300383</c:v>
                </c:pt>
                <c:pt idx="296">
                  <c:v>45.296963091251015</c:v>
                </c:pt>
                <c:pt idx="297">
                  <c:v>45.384201057051939</c:v>
                </c:pt>
                <c:pt idx="298">
                  <c:v>45.375112826786761</c:v>
                </c:pt>
                <c:pt idx="299">
                  <c:v>45.380072646438336</c:v>
                </c:pt>
                <c:pt idx="300">
                  <c:v>45.474621089691695</c:v>
                </c:pt>
                <c:pt idx="301">
                  <c:v>45.454903149721048</c:v>
                </c:pt>
                <c:pt idx="302">
                  <c:v>45.398099194746315</c:v>
                </c:pt>
                <c:pt idx="303">
                  <c:v>45.474299766443707</c:v>
                </c:pt>
                <c:pt idx="304">
                  <c:v>45.489180109746357</c:v>
                </c:pt>
                <c:pt idx="305">
                  <c:v>45.592782171716401</c:v>
                </c:pt>
                <c:pt idx="306">
                  <c:v>45.644330751860721</c:v>
                </c:pt>
                <c:pt idx="307">
                  <c:v>45.645916235234473</c:v>
                </c:pt>
                <c:pt idx="308">
                  <c:v>45.662803072517477</c:v>
                </c:pt>
                <c:pt idx="309">
                  <c:v>45.646620054211745</c:v>
                </c:pt>
                <c:pt idx="310">
                  <c:v>45.645220283904351</c:v>
                </c:pt>
                <c:pt idx="311">
                  <c:v>45.574606869986795</c:v>
                </c:pt>
                <c:pt idx="312">
                  <c:v>45.615754786540819</c:v>
                </c:pt>
                <c:pt idx="313">
                  <c:v>45.776979343736372</c:v>
                </c:pt>
                <c:pt idx="314">
                  <c:v>45.770248175170906</c:v>
                </c:pt>
                <c:pt idx="315">
                  <c:v>45.803069071568537</c:v>
                </c:pt>
                <c:pt idx="316">
                  <c:v>45.80479708743362</c:v>
                </c:pt>
                <c:pt idx="317">
                  <c:v>45.853943900565383</c:v>
                </c:pt>
                <c:pt idx="318">
                  <c:v>45.938317707362742</c:v>
                </c:pt>
                <c:pt idx="319">
                  <c:v>45.94683458787236</c:v>
                </c:pt>
                <c:pt idx="320">
                  <c:v>45.913757535521128</c:v>
                </c:pt>
                <c:pt idx="321">
                  <c:v>46.05236547367825</c:v>
                </c:pt>
                <c:pt idx="322">
                  <c:v>46.143183615362553</c:v>
                </c:pt>
                <c:pt idx="323">
                  <c:v>46.208085605368034</c:v>
                </c:pt>
                <c:pt idx="324">
                  <c:v>46.281825402699269</c:v>
                </c:pt>
                <c:pt idx="325">
                  <c:v>46.344007443404095</c:v>
                </c:pt>
                <c:pt idx="326">
                  <c:v>46.402065617214014</c:v>
                </c:pt>
                <c:pt idx="327">
                  <c:v>46.453549975401394</c:v>
                </c:pt>
                <c:pt idx="328">
                  <c:v>46.514638596121443</c:v>
                </c:pt>
                <c:pt idx="329">
                  <c:v>46.548110982494393</c:v>
                </c:pt>
                <c:pt idx="330">
                  <c:v>46.572382978888207</c:v>
                </c:pt>
                <c:pt idx="331">
                  <c:v>46.594516682964581</c:v>
                </c:pt>
                <c:pt idx="332">
                  <c:v>46.589875990938545</c:v>
                </c:pt>
                <c:pt idx="333">
                  <c:v>46.539583367830531</c:v>
                </c:pt>
                <c:pt idx="334">
                  <c:v>46.489340512164922</c:v>
                </c:pt>
                <c:pt idx="335">
                  <c:v>46.422868347153404</c:v>
                </c:pt>
                <c:pt idx="336">
                  <c:v>46.349973254573918</c:v>
                </c:pt>
                <c:pt idx="337">
                  <c:v>46.282057284826784</c:v>
                </c:pt>
                <c:pt idx="338">
                  <c:v>46.223188926329328</c:v>
                </c:pt>
                <c:pt idx="339">
                  <c:v>46.136437382387435</c:v>
                </c:pt>
                <c:pt idx="340">
                  <c:v>46.024952334408667</c:v>
                </c:pt>
                <c:pt idx="341">
                  <c:v>45.991792031372512</c:v>
                </c:pt>
                <c:pt idx="342">
                  <c:v>45.954252376372509</c:v>
                </c:pt>
                <c:pt idx="343">
                  <c:v>45.885470721481234</c:v>
                </c:pt>
                <c:pt idx="344">
                  <c:v>45.903255690329161</c:v>
                </c:pt>
                <c:pt idx="345">
                  <c:v>45.930354672618506</c:v>
                </c:pt>
                <c:pt idx="346">
                  <c:v>45.967692635299827</c:v>
                </c:pt>
                <c:pt idx="347">
                  <c:v>46.028443191150608</c:v>
                </c:pt>
                <c:pt idx="348">
                  <c:v>46.037050153170597</c:v>
                </c:pt>
                <c:pt idx="349">
                  <c:v>45.985800482628299</c:v>
                </c:pt>
                <c:pt idx="350">
                  <c:v>45.957029838783676</c:v>
                </c:pt>
                <c:pt idx="351">
                  <c:v>45.997368668461398</c:v>
                </c:pt>
                <c:pt idx="352">
                  <c:v>46.02071783253762</c:v>
                </c:pt>
                <c:pt idx="353">
                  <c:v>46.015983704578019</c:v>
                </c:pt>
                <c:pt idx="354">
                  <c:v>45.98064595395725</c:v>
                </c:pt>
                <c:pt idx="355">
                  <c:v>45.912068613933727</c:v>
                </c:pt>
                <c:pt idx="356">
                  <c:v>45.93263799799729</c:v>
                </c:pt>
                <c:pt idx="357">
                  <c:v>45.974681423567191</c:v>
                </c:pt>
                <c:pt idx="358">
                  <c:v>45.897874402649649</c:v>
                </c:pt>
                <c:pt idx="359">
                  <c:v>45.955941419938917</c:v>
                </c:pt>
                <c:pt idx="360">
                  <c:v>46.088591963478983</c:v>
                </c:pt>
                <c:pt idx="361">
                  <c:v>46.124964767120836</c:v>
                </c:pt>
                <c:pt idx="362">
                  <c:v>46.114636437092692</c:v>
                </c:pt>
                <c:pt idx="363">
                  <c:v>46.044951588506926</c:v>
                </c:pt>
                <c:pt idx="364">
                  <c:v>46.040028880973864</c:v>
                </c:pt>
                <c:pt idx="365">
                  <c:v>46.00777640683517</c:v>
                </c:pt>
                <c:pt idx="366">
                  <c:v>45.896314534871252</c:v>
                </c:pt>
                <c:pt idx="367">
                  <c:v>45.812284099030741</c:v>
                </c:pt>
                <c:pt idx="368">
                  <c:v>45.779199971896027</c:v>
                </c:pt>
                <c:pt idx="369">
                  <c:v>45.705368019411011</c:v>
                </c:pt>
                <c:pt idx="370">
                  <c:v>45.659309349268426</c:v>
                </c:pt>
                <c:pt idx="371">
                  <c:v>45.604217583380212</c:v>
                </c:pt>
                <c:pt idx="372">
                  <c:v>45.538368304262526</c:v>
                </c:pt>
                <c:pt idx="373">
                  <c:v>45.45545791032913</c:v>
                </c:pt>
                <c:pt idx="374">
                  <c:v>45.368935077060094</c:v>
                </c:pt>
                <c:pt idx="375">
                  <c:v>45.36057420772412</c:v>
                </c:pt>
                <c:pt idx="376">
                  <c:v>45.301763087884396</c:v>
                </c:pt>
                <c:pt idx="377">
                  <c:v>45.233780853031647</c:v>
                </c:pt>
                <c:pt idx="378">
                  <c:v>45.156881097559953</c:v>
                </c:pt>
                <c:pt idx="379">
                  <c:v>45.068009344691163</c:v>
                </c:pt>
                <c:pt idx="380">
                  <c:v>44.986968675755747</c:v>
                </c:pt>
                <c:pt idx="381">
                  <c:v>44.880774010587714</c:v>
                </c:pt>
                <c:pt idx="382">
                  <c:v>44.805791917871034</c:v>
                </c:pt>
                <c:pt idx="383">
                  <c:v>44.729941883398233</c:v>
                </c:pt>
                <c:pt idx="384">
                  <c:v>44.67063351606096</c:v>
                </c:pt>
                <c:pt idx="385">
                  <c:v>44.634217531844072</c:v>
                </c:pt>
                <c:pt idx="386">
                  <c:v>44.636226511147065</c:v>
                </c:pt>
                <c:pt idx="387">
                  <c:v>44.637832410760218</c:v>
                </c:pt>
                <c:pt idx="388">
                  <c:v>44.660926135509612</c:v>
                </c:pt>
                <c:pt idx="389">
                  <c:v>44.684633460499519</c:v>
                </c:pt>
                <c:pt idx="390">
                  <c:v>44.765808031910197</c:v>
                </c:pt>
                <c:pt idx="391">
                  <c:v>45.045720452799557</c:v>
                </c:pt>
                <c:pt idx="392">
                  <c:v>45.850648698180372</c:v>
                </c:pt>
                <c:pt idx="393">
                  <c:v>46.559740645756349</c:v>
                </c:pt>
                <c:pt idx="394">
                  <c:v>47.148479670197979</c:v>
                </c:pt>
                <c:pt idx="395">
                  <c:v>47.40356123254071</c:v>
                </c:pt>
                <c:pt idx="396">
                  <c:v>47.323396494987584</c:v>
                </c:pt>
                <c:pt idx="397">
                  <c:v>47.065359990751539</c:v>
                </c:pt>
                <c:pt idx="398">
                  <c:v>46.704910323612488</c:v>
                </c:pt>
                <c:pt idx="399">
                  <c:v>46.410298652531239</c:v>
                </c:pt>
                <c:pt idx="400">
                  <c:v>46.137715051690293</c:v>
                </c:pt>
                <c:pt idx="401">
                  <c:v>45.928033777699866</c:v>
                </c:pt>
                <c:pt idx="402">
                  <c:v>45.75803752581038</c:v>
                </c:pt>
                <c:pt idx="403">
                  <c:v>45.58195360570457</c:v>
                </c:pt>
                <c:pt idx="404">
                  <c:v>45.433320516387226</c:v>
                </c:pt>
                <c:pt idx="405">
                  <c:v>45.27848360432651</c:v>
                </c:pt>
                <c:pt idx="406">
                  <c:v>45.124027907215314</c:v>
                </c:pt>
                <c:pt idx="407">
                  <c:v>44.944181269614418</c:v>
                </c:pt>
                <c:pt idx="408">
                  <c:v>44.751482723668438</c:v>
                </c:pt>
                <c:pt idx="409">
                  <c:v>44.597504528700036</c:v>
                </c:pt>
                <c:pt idx="410">
                  <c:v>44.483677102246752</c:v>
                </c:pt>
                <c:pt idx="411">
                  <c:v>44.366396434333524</c:v>
                </c:pt>
                <c:pt idx="412">
                  <c:v>44.276839098351779</c:v>
                </c:pt>
                <c:pt idx="413">
                  <c:v>44.219847966562376</c:v>
                </c:pt>
                <c:pt idx="414">
                  <c:v>44.198037171461309</c:v>
                </c:pt>
                <c:pt idx="415">
                  <c:v>44.178430316264475</c:v>
                </c:pt>
                <c:pt idx="416">
                  <c:v>44.152880006366082</c:v>
                </c:pt>
                <c:pt idx="417">
                  <c:v>44.126938704136919</c:v>
                </c:pt>
                <c:pt idx="418">
                  <c:v>44.101785695172033</c:v>
                </c:pt>
                <c:pt idx="419">
                  <c:v>44.097968994334472</c:v>
                </c:pt>
                <c:pt idx="420">
                  <c:v>44.088985930954443</c:v>
                </c:pt>
                <c:pt idx="421">
                  <c:v>44.089602679778558</c:v>
                </c:pt>
                <c:pt idx="422">
                  <c:v>44.102903171707773</c:v>
                </c:pt>
                <c:pt idx="423">
                  <c:v>44.10912080476394</c:v>
                </c:pt>
                <c:pt idx="424">
                  <c:v>44.099945828352396</c:v>
                </c:pt>
                <c:pt idx="425">
                  <c:v>44.081897127509826</c:v>
                </c:pt>
                <c:pt idx="426">
                  <c:v>44.066489937736719</c:v>
                </c:pt>
                <c:pt idx="427">
                  <c:v>44.047874176416677</c:v>
                </c:pt>
                <c:pt idx="428">
                  <c:v>44.031487092442539</c:v>
                </c:pt>
                <c:pt idx="429">
                  <c:v>44.014007067942174</c:v>
                </c:pt>
                <c:pt idx="430">
                  <c:v>44.016676324653815</c:v>
                </c:pt>
                <c:pt idx="431">
                  <c:v>44.027592150874987</c:v>
                </c:pt>
                <c:pt idx="432">
                  <c:v>44.032232623958208</c:v>
                </c:pt>
                <c:pt idx="433">
                  <c:v>44.015267489124923</c:v>
                </c:pt>
                <c:pt idx="434">
                  <c:v>43.979207355248327</c:v>
                </c:pt>
                <c:pt idx="435">
                  <c:v>43.850318844024294</c:v>
                </c:pt>
                <c:pt idx="436">
                  <c:v>43.914667094996013</c:v>
                </c:pt>
                <c:pt idx="437">
                  <c:v>44.037289559402765</c:v>
                </c:pt>
                <c:pt idx="438">
                  <c:v>44.113924270175858</c:v>
                </c:pt>
                <c:pt idx="439">
                  <c:v>44.111483954455871</c:v>
                </c:pt>
                <c:pt idx="440">
                  <c:v>44.08611006148795</c:v>
                </c:pt>
                <c:pt idx="441">
                  <c:v>44.099870464373844</c:v>
                </c:pt>
                <c:pt idx="442">
                  <c:v>44.172380423427619</c:v>
                </c:pt>
                <c:pt idx="443">
                  <c:v>44.268594665619354</c:v>
                </c:pt>
                <c:pt idx="444">
                  <c:v>44.288533715444828</c:v>
                </c:pt>
                <c:pt idx="445">
                  <c:v>44.244670686820896</c:v>
                </c:pt>
                <c:pt idx="446">
                  <c:v>44.223579289705768</c:v>
                </c:pt>
                <c:pt idx="447">
                  <c:v>44.282852748170676</c:v>
                </c:pt>
                <c:pt idx="448">
                  <c:v>44.281898323285461</c:v>
                </c:pt>
                <c:pt idx="449">
                  <c:v>44.319583727973601</c:v>
                </c:pt>
                <c:pt idx="450">
                  <c:v>44.325008798499582</c:v>
                </c:pt>
                <c:pt idx="451">
                  <c:v>44.308811455282047</c:v>
                </c:pt>
                <c:pt idx="452">
                  <c:v>44.288239730745936</c:v>
                </c:pt>
                <c:pt idx="453">
                  <c:v>44.330861786694484</c:v>
                </c:pt>
                <c:pt idx="454">
                  <c:v>44.344186905045397</c:v>
                </c:pt>
                <c:pt idx="455">
                  <c:v>44.338927771736259</c:v>
                </c:pt>
                <c:pt idx="456">
                  <c:v>44.35458876555488</c:v>
                </c:pt>
                <c:pt idx="457">
                  <c:v>44.369931653322311</c:v>
                </c:pt>
                <c:pt idx="458">
                  <c:v>44.367076459777124</c:v>
                </c:pt>
                <c:pt idx="459">
                  <c:v>44.381237957811294</c:v>
                </c:pt>
                <c:pt idx="460">
                  <c:v>44.394424622344552</c:v>
                </c:pt>
                <c:pt idx="461">
                  <c:v>44.3755829568222</c:v>
                </c:pt>
                <c:pt idx="462">
                  <c:v>44.400533652137717</c:v>
                </c:pt>
                <c:pt idx="463">
                  <c:v>44.390475490403709</c:v>
                </c:pt>
                <c:pt idx="464">
                  <c:v>44.398079845823389</c:v>
                </c:pt>
                <c:pt idx="465">
                  <c:v>44.418344419549541</c:v>
                </c:pt>
                <c:pt idx="466">
                  <c:v>44.405741119705851</c:v>
                </c:pt>
                <c:pt idx="467">
                  <c:v>44.403536440303782</c:v>
                </c:pt>
                <c:pt idx="468">
                  <c:v>44.424708842927394</c:v>
                </c:pt>
                <c:pt idx="469">
                  <c:v>44.422205535999773</c:v>
                </c:pt>
                <c:pt idx="470">
                  <c:v>44.430239981839762</c:v>
                </c:pt>
                <c:pt idx="471">
                  <c:v>44.441367533690531</c:v>
                </c:pt>
                <c:pt idx="472">
                  <c:v>44.431181583679916</c:v>
                </c:pt>
                <c:pt idx="473">
                  <c:v>44.450907315060817</c:v>
                </c:pt>
                <c:pt idx="474">
                  <c:v>44.460148049602651</c:v>
                </c:pt>
                <c:pt idx="475">
                  <c:v>44.476198613934038</c:v>
                </c:pt>
                <c:pt idx="476">
                  <c:v>44.480447326361563</c:v>
                </c:pt>
                <c:pt idx="477">
                  <c:v>44.4693771656423</c:v>
                </c:pt>
                <c:pt idx="478">
                  <c:v>44.461986380248938</c:v>
                </c:pt>
                <c:pt idx="479">
                  <c:v>44.479625690893009</c:v>
                </c:pt>
                <c:pt idx="480">
                  <c:v>44.49997331708817</c:v>
                </c:pt>
                <c:pt idx="481">
                  <c:v>44.517589604191173</c:v>
                </c:pt>
                <c:pt idx="482">
                  <c:v>44.535055994319194</c:v>
                </c:pt>
                <c:pt idx="483">
                  <c:v>44.535199045221376</c:v>
                </c:pt>
                <c:pt idx="484">
                  <c:v>44.536321297998327</c:v>
                </c:pt>
                <c:pt idx="485">
                  <c:v>44.547627930305943</c:v>
                </c:pt>
                <c:pt idx="486">
                  <c:v>44.557632192558039</c:v>
                </c:pt>
                <c:pt idx="487">
                  <c:v>44.557396056412003</c:v>
                </c:pt>
                <c:pt idx="488">
                  <c:v>44.553032622710973</c:v>
                </c:pt>
                <c:pt idx="489">
                  <c:v>44.560741407423883</c:v>
                </c:pt>
                <c:pt idx="490">
                  <c:v>44.552706740496909</c:v>
                </c:pt>
                <c:pt idx="491">
                  <c:v>44.556909695542487</c:v>
                </c:pt>
                <c:pt idx="492">
                  <c:v>44.556900699589356</c:v>
                </c:pt>
                <c:pt idx="493">
                  <c:v>44.555347250957176</c:v>
                </c:pt>
                <c:pt idx="494">
                  <c:v>44.559039266359591</c:v>
                </c:pt>
                <c:pt idx="495">
                  <c:v>44.560859894799798</c:v>
                </c:pt>
                <c:pt idx="496">
                  <c:v>44.569899363949517</c:v>
                </c:pt>
                <c:pt idx="497">
                  <c:v>44.577749827300572</c:v>
                </c:pt>
                <c:pt idx="498">
                  <c:v>44.585980453532045</c:v>
                </c:pt>
                <c:pt idx="499">
                  <c:v>44.59271360425668</c:v>
                </c:pt>
                <c:pt idx="500">
                  <c:v>44.596835306023877</c:v>
                </c:pt>
                <c:pt idx="501">
                  <c:v>44.601979817167468</c:v>
                </c:pt>
                <c:pt idx="502">
                  <c:v>44.610138353794859</c:v>
                </c:pt>
                <c:pt idx="503">
                  <c:v>44.618911131052648</c:v>
                </c:pt>
                <c:pt idx="504">
                  <c:v>44.628524892701911</c:v>
                </c:pt>
                <c:pt idx="505">
                  <c:v>44.624202870880048</c:v>
                </c:pt>
                <c:pt idx="506">
                  <c:v>44.629445239696864</c:v>
                </c:pt>
                <c:pt idx="507">
                  <c:v>44.64178181715387</c:v>
                </c:pt>
                <c:pt idx="508">
                  <c:v>44.651209759005127</c:v>
                </c:pt>
                <c:pt idx="509">
                  <c:v>44.68283160158186</c:v>
                </c:pt>
                <c:pt idx="510">
                  <c:v>44.707531363170808</c:v>
                </c:pt>
                <c:pt idx="511">
                  <c:v>44.715264528441438</c:v>
                </c:pt>
                <c:pt idx="512">
                  <c:v>44.736345462043282</c:v>
                </c:pt>
                <c:pt idx="513">
                  <c:v>44.775965957239706</c:v>
                </c:pt>
                <c:pt idx="514">
                  <c:v>44.806614361450627</c:v>
                </c:pt>
                <c:pt idx="515">
                  <c:v>44.831124552386527</c:v>
                </c:pt>
                <c:pt idx="516">
                  <c:v>44.866413084470501</c:v>
                </c:pt>
                <c:pt idx="517">
                  <c:v>44.876677954910633</c:v>
                </c:pt>
                <c:pt idx="518">
                  <c:v>44.891720865759552</c:v>
                </c:pt>
                <c:pt idx="519">
                  <c:v>44.932706916146707</c:v>
                </c:pt>
                <c:pt idx="520">
                  <c:v>44.957947029571343</c:v>
                </c:pt>
                <c:pt idx="521">
                  <c:v>44.97925813759435</c:v>
                </c:pt>
                <c:pt idx="522">
                  <c:v>44.994049802145447</c:v>
                </c:pt>
                <c:pt idx="523">
                  <c:v>45.020396966710976</c:v>
                </c:pt>
                <c:pt idx="524">
                  <c:v>45.048806857587628</c:v>
                </c:pt>
                <c:pt idx="525">
                  <c:v>45.063988428093808</c:v>
                </c:pt>
                <c:pt idx="526">
                  <c:v>45.068415290888112</c:v>
                </c:pt>
                <c:pt idx="527">
                  <c:v>45.070114275745112</c:v>
                </c:pt>
                <c:pt idx="528">
                  <c:v>45.071870865196921</c:v>
                </c:pt>
                <c:pt idx="529">
                  <c:v>45.067368131448745</c:v>
                </c:pt>
                <c:pt idx="530">
                  <c:v>45.028824802531965</c:v>
                </c:pt>
                <c:pt idx="531">
                  <c:v>45.005574807403505</c:v>
                </c:pt>
                <c:pt idx="532">
                  <c:v>44.993318903824509</c:v>
                </c:pt>
                <c:pt idx="533">
                  <c:v>44.985327661430624</c:v>
                </c:pt>
                <c:pt idx="534">
                  <c:v>44.970919803883341</c:v>
                </c:pt>
                <c:pt idx="535">
                  <c:v>44.95506140225929</c:v>
                </c:pt>
                <c:pt idx="536">
                  <c:v>44.963723956220143</c:v>
                </c:pt>
                <c:pt idx="537">
                  <c:v>44.969304679606381</c:v>
                </c:pt>
                <c:pt idx="538">
                  <c:v>44.992283911792939</c:v>
                </c:pt>
                <c:pt idx="539">
                  <c:v>44.998442968233945</c:v>
                </c:pt>
                <c:pt idx="540">
                  <c:v>45.000338735753878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8022-4DA3-A5C1-DAA90C22AF82}"/>
            </c:ext>
          </c:extLst>
        </c:ser>
        <c:ser>
          <c:idx val="22"/>
          <c:order val="22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plot!$X$2:$X$542</c:f>
              <c:numCache>
                <c:formatCode>General</c:formatCode>
                <c:ptCount val="541"/>
                <c:pt idx="0">
                  <c:v>43.675622088435006</c:v>
                </c:pt>
                <c:pt idx="1">
                  <c:v>45.965086217498339</c:v>
                </c:pt>
                <c:pt idx="2">
                  <c:v>46.491123410710038</c:v>
                </c:pt>
                <c:pt idx="3">
                  <c:v>46.625351518784953</c:v>
                </c:pt>
                <c:pt idx="4">
                  <c:v>46.410071515922574</c:v>
                </c:pt>
                <c:pt idx="5">
                  <c:v>45.529371173992907</c:v>
                </c:pt>
                <c:pt idx="6">
                  <c:v>45.736756477991086</c:v>
                </c:pt>
                <c:pt idx="7">
                  <c:v>46.636658645598921</c:v>
                </c:pt>
                <c:pt idx="8">
                  <c:v>46.225144093453309</c:v>
                </c:pt>
                <c:pt idx="9">
                  <c:v>45.900806116385141</c:v>
                </c:pt>
                <c:pt idx="10">
                  <c:v>46.033761074043035</c:v>
                </c:pt>
                <c:pt idx="11">
                  <c:v>45.982349592465127</c:v>
                </c:pt>
                <c:pt idx="12">
                  <c:v>45.855839139761244</c:v>
                </c:pt>
                <c:pt idx="13">
                  <c:v>46.166244812917817</c:v>
                </c:pt>
                <c:pt idx="14">
                  <c:v>46.077180302520048</c:v>
                </c:pt>
                <c:pt idx="15">
                  <c:v>46.068314501108937</c:v>
                </c:pt>
                <c:pt idx="16">
                  <c:v>46.192472211455836</c:v>
                </c:pt>
                <c:pt idx="17">
                  <c:v>46.418391103248496</c:v>
                </c:pt>
                <c:pt idx="18">
                  <c:v>46.455517643616844</c:v>
                </c:pt>
                <c:pt idx="19">
                  <c:v>46.275143621528393</c:v>
                </c:pt>
                <c:pt idx="20">
                  <c:v>46.238527218623176</c:v>
                </c:pt>
                <c:pt idx="21">
                  <c:v>46.377128526274262</c:v>
                </c:pt>
                <c:pt idx="22">
                  <c:v>46.925898782282133</c:v>
                </c:pt>
                <c:pt idx="23">
                  <c:v>47.120089861637602</c:v>
                </c:pt>
                <c:pt idx="24">
                  <c:v>46.777361369316452</c:v>
                </c:pt>
                <c:pt idx="25">
                  <c:v>46.567819416203783</c:v>
                </c:pt>
                <c:pt idx="26">
                  <c:v>46.527070587778091</c:v>
                </c:pt>
                <c:pt idx="27">
                  <c:v>46.580451435607706</c:v>
                </c:pt>
                <c:pt idx="28">
                  <c:v>46.436618375309365</c:v>
                </c:pt>
                <c:pt idx="29">
                  <c:v>46.574059980014077</c:v>
                </c:pt>
                <c:pt idx="30">
                  <c:v>46.797986201475815</c:v>
                </c:pt>
                <c:pt idx="31">
                  <c:v>46.911972246076402</c:v>
                </c:pt>
                <c:pt idx="32">
                  <c:v>47.181802254135043</c:v>
                </c:pt>
                <c:pt idx="33">
                  <c:v>47.133734720443591</c:v>
                </c:pt>
                <c:pt idx="34">
                  <c:v>47.136505588438084</c:v>
                </c:pt>
                <c:pt idx="35">
                  <c:v>47.017249766524543</c:v>
                </c:pt>
                <c:pt idx="36">
                  <c:v>46.863042382640778</c:v>
                </c:pt>
                <c:pt idx="37">
                  <c:v>46.845692588413414</c:v>
                </c:pt>
                <c:pt idx="38">
                  <c:v>46.849550348535978</c:v>
                </c:pt>
                <c:pt idx="39">
                  <c:v>46.760564109369852</c:v>
                </c:pt>
                <c:pt idx="40">
                  <c:v>46.770642897139567</c:v>
                </c:pt>
                <c:pt idx="41">
                  <c:v>46.772905601985705</c:v>
                </c:pt>
                <c:pt idx="42">
                  <c:v>46.774549276355678</c:v>
                </c:pt>
                <c:pt idx="43">
                  <c:v>46.784446962141601</c:v>
                </c:pt>
                <c:pt idx="44">
                  <c:v>46.778471080702076</c:v>
                </c:pt>
                <c:pt idx="45">
                  <c:v>46.787629474766931</c:v>
                </c:pt>
                <c:pt idx="46">
                  <c:v>46.922549822183662</c:v>
                </c:pt>
                <c:pt idx="47">
                  <c:v>46.951856423345873</c:v>
                </c:pt>
                <c:pt idx="48">
                  <c:v>47.032832561764749</c:v>
                </c:pt>
                <c:pt idx="49">
                  <c:v>47.021306180926132</c:v>
                </c:pt>
                <c:pt idx="50">
                  <c:v>46.922625979783959</c:v>
                </c:pt>
                <c:pt idx="51">
                  <c:v>46.892570934996371</c:v>
                </c:pt>
                <c:pt idx="52">
                  <c:v>46.959842399240301</c:v>
                </c:pt>
                <c:pt idx="53">
                  <c:v>46.976006865826115</c:v>
                </c:pt>
                <c:pt idx="54">
                  <c:v>46.89483030261367</c:v>
                </c:pt>
                <c:pt idx="55">
                  <c:v>47.143274685867091</c:v>
                </c:pt>
                <c:pt idx="56">
                  <c:v>47.255938003255224</c:v>
                </c:pt>
                <c:pt idx="57">
                  <c:v>47.340498516518984</c:v>
                </c:pt>
                <c:pt idx="58">
                  <c:v>47.618153944099454</c:v>
                </c:pt>
                <c:pt idx="59">
                  <c:v>47.876720397197488</c:v>
                </c:pt>
                <c:pt idx="60">
                  <c:v>48.178857862977999</c:v>
                </c:pt>
                <c:pt idx="61">
                  <c:v>48.420807973419251</c:v>
                </c:pt>
                <c:pt idx="62">
                  <c:v>48.615650169050383</c:v>
                </c:pt>
                <c:pt idx="63">
                  <c:v>48.592510333722764</c:v>
                </c:pt>
                <c:pt idx="64">
                  <c:v>48.287558641447767</c:v>
                </c:pt>
                <c:pt idx="65">
                  <c:v>48.086521428174471</c:v>
                </c:pt>
                <c:pt idx="66">
                  <c:v>48.029321631429539</c:v>
                </c:pt>
                <c:pt idx="67">
                  <c:v>47.959292915594311</c:v>
                </c:pt>
                <c:pt idx="68">
                  <c:v>48.096806054181492</c:v>
                </c:pt>
                <c:pt idx="69">
                  <c:v>48.223793522033752</c:v>
                </c:pt>
                <c:pt idx="70">
                  <c:v>48.448056472433706</c:v>
                </c:pt>
                <c:pt idx="71">
                  <c:v>48.585883616232898</c:v>
                </c:pt>
                <c:pt idx="72">
                  <c:v>48.728755121547685</c:v>
                </c:pt>
                <c:pt idx="73">
                  <c:v>48.815005418984555</c:v>
                </c:pt>
                <c:pt idx="74">
                  <c:v>49.027028789623657</c:v>
                </c:pt>
                <c:pt idx="75">
                  <c:v>49.180023460209306</c:v>
                </c:pt>
                <c:pt idx="76">
                  <c:v>49.1998149086266</c:v>
                </c:pt>
                <c:pt idx="77">
                  <c:v>49.299626379397999</c:v>
                </c:pt>
                <c:pt idx="78">
                  <c:v>49.355003692541821</c:v>
                </c:pt>
                <c:pt idx="79">
                  <c:v>49.3437784775004</c:v>
                </c:pt>
                <c:pt idx="80">
                  <c:v>49.292132339058234</c:v>
                </c:pt>
                <c:pt idx="81">
                  <c:v>49.226068454894005</c:v>
                </c:pt>
                <c:pt idx="82">
                  <c:v>49.255809430781987</c:v>
                </c:pt>
                <c:pt idx="83">
                  <c:v>49.276306639412965</c:v>
                </c:pt>
                <c:pt idx="84">
                  <c:v>49.297844044443167</c:v>
                </c:pt>
                <c:pt idx="85">
                  <c:v>49.340678981627043</c:v>
                </c:pt>
                <c:pt idx="86">
                  <c:v>49.258367837031543</c:v>
                </c:pt>
                <c:pt idx="87">
                  <c:v>49.353187934348462</c:v>
                </c:pt>
                <c:pt idx="88">
                  <c:v>49.319679609217133</c:v>
                </c:pt>
                <c:pt idx="89">
                  <c:v>49.344959092261526</c:v>
                </c:pt>
                <c:pt idx="90">
                  <c:v>49.362528812417438</c:v>
                </c:pt>
                <c:pt idx="91">
                  <c:v>49.362494370177728</c:v>
                </c:pt>
                <c:pt idx="92">
                  <c:v>49.368819106669449</c:v>
                </c:pt>
                <c:pt idx="93">
                  <c:v>49.309592312787608</c:v>
                </c:pt>
                <c:pt idx="94">
                  <c:v>49.20631827602427</c:v>
                </c:pt>
                <c:pt idx="95">
                  <c:v>49.045677224423216</c:v>
                </c:pt>
                <c:pt idx="96">
                  <c:v>48.937751956797513</c:v>
                </c:pt>
                <c:pt idx="97">
                  <c:v>48.801337148626587</c:v>
                </c:pt>
                <c:pt idx="98">
                  <c:v>48.496921247169297</c:v>
                </c:pt>
                <c:pt idx="99">
                  <c:v>48.296369486055674</c:v>
                </c:pt>
                <c:pt idx="100">
                  <c:v>48.234425321741021</c:v>
                </c:pt>
                <c:pt idx="101">
                  <c:v>48.376689145705207</c:v>
                </c:pt>
                <c:pt idx="102">
                  <c:v>48.597339533140293</c:v>
                </c:pt>
                <c:pt idx="103">
                  <c:v>48.681020113414576</c:v>
                </c:pt>
                <c:pt idx="104">
                  <c:v>48.939734015982609</c:v>
                </c:pt>
                <c:pt idx="105">
                  <c:v>49.09266122869046</c:v>
                </c:pt>
                <c:pt idx="106">
                  <c:v>49.213533415742518</c:v>
                </c:pt>
                <c:pt idx="107">
                  <c:v>49.248474252725359</c:v>
                </c:pt>
                <c:pt idx="108">
                  <c:v>49.19319374469314</c:v>
                </c:pt>
                <c:pt idx="109">
                  <c:v>49.248102521096804</c:v>
                </c:pt>
                <c:pt idx="110">
                  <c:v>49.308008683061871</c:v>
                </c:pt>
                <c:pt idx="111">
                  <c:v>49.474699952238147</c:v>
                </c:pt>
                <c:pt idx="112">
                  <c:v>49.382286531895872</c:v>
                </c:pt>
                <c:pt idx="113">
                  <c:v>49.289661159309233</c:v>
                </c:pt>
                <c:pt idx="114">
                  <c:v>49.290231698066997</c:v>
                </c:pt>
                <c:pt idx="115">
                  <c:v>49.298934783300673</c:v>
                </c:pt>
                <c:pt idx="116">
                  <c:v>49.275210194148883</c:v>
                </c:pt>
                <c:pt idx="117">
                  <c:v>49.194363048541241</c:v>
                </c:pt>
                <c:pt idx="118">
                  <c:v>49.104069252542644</c:v>
                </c:pt>
                <c:pt idx="119">
                  <c:v>49.076339377373216</c:v>
                </c:pt>
                <c:pt idx="120">
                  <c:v>48.899697256024723</c:v>
                </c:pt>
                <c:pt idx="121">
                  <c:v>48.775586632289126</c:v>
                </c:pt>
                <c:pt idx="122">
                  <c:v>48.677157487561416</c:v>
                </c:pt>
                <c:pt idx="123">
                  <c:v>48.781210346922634</c:v>
                </c:pt>
                <c:pt idx="124">
                  <c:v>48.78004185827551</c:v>
                </c:pt>
                <c:pt idx="125">
                  <c:v>48.655782052767925</c:v>
                </c:pt>
                <c:pt idx="126">
                  <c:v>48.661592040816195</c:v>
                </c:pt>
                <c:pt idx="127">
                  <c:v>48.589675268654233</c:v>
                </c:pt>
                <c:pt idx="128">
                  <c:v>48.386995425487193</c:v>
                </c:pt>
                <c:pt idx="129">
                  <c:v>48.273288090445426</c:v>
                </c:pt>
                <c:pt idx="130">
                  <c:v>48.129560216543354</c:v>
                </c:pt>
                <c:pt idx="131">
                  <c:v>48.106324646055356</c:v>
                </c:pt>
                <c:pt idx="132">
                  <c:v>48.287751334569919</c:v>
                </c:pt>
                <c:pt idx="133">
                  <c:v>48.140429086873937</c:v>
                </c:pt>
                <c:pt idx="134">
                  <c:v>48.202259428757365</c:v>
                </c:pt>
                <c:pt idx="135">
                  <c:v>48.057369282115332</c:v>
                </c:pt>
                <c:pt idx="136">
                  <c:v>47.52839700886981</c:v>
                </c:pt>
                <c:pt idx="137">
                  <c:v>47.527778118506298</c:v>
                </c:pt>
                <c:pt idx="138">
                  <c:v>47.625819074736491</c:v>
                </c:pt>
                <c:pt idx="139">
                  <c:v>47.343220778157445</c:v>
                </c:pt>
                <c:pt idx="140">
                  <c:v>47.090114286204134</c:v>
                </c:pt>
                <c:pt idx="141">
                  <c:v>46.862111703392806</c:v>
                </c:pt>
                <c:pt idx="142">
                  <c:v>46.897081862134463</c:v>
                </c:pt>
                <c:pt idx="143">
                  <c:v>46.983060290057921</c:v>
                </c:pt>
                <c:pt idx="144">
                  <c:v>46.84327730087886</c:v>
                </c:pt>
                <c:pt idx="145">
                  <c:v>46.801364916408595</c:v>
                </c:pt>
                <c:pt idx="146">
                  <c:v>46.673557993286593</c:v>
                </c:pt>
                <c:pt idx="147">
                  <c:v>46.283074106440097</c:v>
                </c:pt>
                <c:pt idx="148">
                  <c:v>46.219592914985455</c:v>
                </c:pt>
                <c:pt idx="149">
                  <c:v>46.233023324198115</c:v>
                </c:pt>
                <c:pt idx="150">
                  <c:v>46.099513575331081</c:v>
                </c:pt>
                <c:pt idx="151">
                  <c:v>46.16484734833795</c:v>
                </c:pt>
                <c:pt idx="152">
                  <c:v>46.338580686251689</c:v>
                </c:pt>
                <c:pt idx="153">
                  <c:v>46.56131389935053</c:v>
                </c:pt>
                <c:pt idx="154">
                  <c:v>46.59315454626546</c:v>
                </c:pt>
                <c:pt idx="155">
                  <c:v>46.557083203904263</c:v>
                </c:pt>
                <c:pt idx="156">
                  <c:v>46.458810129555687</c:v>
                </c:pt>
                <c:pt idx="157">
                  <c:v>46.477736034394653</c:v>
                </c:pt>
                <c:pt idx="158">
                  <c:v>46.559280730887764</c:v>
                </c:pt>
                <c:pt idx="159">
                  <c:v>46.652337000858672</c:v>
                </c:pt>
                <c:pt idx="160">
                  <c:v>46.652216376594609</c:v>
                </c:pt>
                <c:pt idx="161">
                  <c:v>46.66885033523419</c:v>
                </c:pt>
                <c:pt idx="162">
                  <c:v>46.830686942701092</c:v>
                </c:pt>
                <c:pt idx="163">
                  <c:v>46.977110686111196</c:v>
                </c:pt>
                <c:pt idx="164">
                  <c:v>47.049337451168029</c:v>
                </c:pt>
                <c:pt idx="165">
                  <c:v>47.232654335911775</c:v>
                </c:pt>
                <c:pt idx="166">
                  <c:v>47.248276006046801</c:v>
                </c:pt>
                <c:pt idx="167">
                  <c:v>47.148187010305449</c:v>
                </c:pt>
                <c:pt idx="168">
                  <c:v>47.300241779682494</c:v>
                </c:pt>
                <c:pt idx="169">
                  <c:v>47.52772818744873</c:v>
                </c:pt>
                <c:pt idx="170">
                  <c:v>47.719643251255214</c:v>
                </c:pt>
                <c:pt idx="171">
                  <c:v>48.18171631412347</c:v>
                </c:pt>
                <c:pt idx="172">
                  <c:v>48.472843115559918</c:v>
                </c:pt>
                <c:pt idx="173">
                  <c:v>48.688436658715027</c:v>
                </c:pt>
                <c:pt idx="174">
                  <c:v>48.869450753653915</c:v>
                </c:pt>
                <c:pt idx="175">
                  <c:v>48.88395542017615</c:v>
                </c:pt>
                <c:pt idx="176">
                  <c:v>48.771637544186277</c:v>
                </c:pt>
                <c:pt idx="177">
                  <c:v>49.00461147707901</c:v>
                </c:pt>
                <c:pt idx="178">
                  <c:v>49.19509367238355</c:v>
                </c:pt>
                <c:pt idx="179">
                  <c:v>49.188380492644022</c:v>
                </c:pt>
                <c:pt idx="180">
                  <c:v>48.989503561861284</c:v>
                </c:pt>
                <c:pt idx="181">
                  <c:v>48.521941598214944</c:v>
                </c:pt>
                <c:pt idx="182">
                  <c:v>48.272903927002531</c:v>
                </c:pt>
                <c:pt idx="183">
                  <c:v>48.101156424946979</c:v>
                </c:pt>
                <c:pt idx="184">
                  <c:v>47.842700227776064</c:v>
                </c:pt>
                <c:pt idx="185">
                  <c:v>47.790915861824516</c:v>
                </c:pt>
                <c:pt idx="186">
                  <c:v>47.730485169004723</c:v>
                </c:pt>
                <c:pt idx="187">
                  <c:v>47.614067953188766</c:v>
                </c:pt>
                <c:pt idx="188">
                  <c:v>47.45600222325676</c:v>
                </c:pt>
                <c:pt idx="189">
                  <c:v>47.374057536958759</c:v>
                </c:pt>
                <c:pt idx="190">
                  <c:v>47.318062454352727</c:v>
                </c:pt>
                <c:pt idx="191">
                  <c:v>47.331687162410482</c:v>
                </c:pt>
                <c:pt idx="192">
                  <c:v>47.261623698635191</c:v>
                </c:pt>
                <c:pt idx="193">
                  <c:v>47.189164792373226</c:v>
                </c:pt>
                <c:pt idx="194">
                  <c:v>47.097545224896173</c:v>
                </c:pt>
                <c:pt idx="195">
                  <c:v>47.052734342534265</c:v>
                </c:pt>
                <c:pt idx="196">
                  <c:v>47.117266107482131</c:v>
                </c:pt>
                <c:pt idx="197">
                  <c:v>47.133471486965107</c:v>
                </c:pt>
                <c:pt idx="198">
                  <c:v>47.036531204853873</c:v>
                </c:pt>
                <c:pt idx="199">
                  <c:v>47.049720060634137</c:v>
                </c:pt>
                <c:pt idx="200">
                  <c:v>47.04949040324437</c:v>
                </c:pt>
                <c:pt idx="201">
                  <c:v>47.081823285045544</c:v>
                </c:pt>
                <c:pt idx="202">
                  <c:v>47.165966160677812</c:v>
                </c:pt>
                <c:pt idx="203">
                  <c:v>47.365848336119477</c:v>
                </c:pt>
                <c:pt idx="204">
                  <c:v>47.57587375115515</c:v>
                </c:pt>
                <c:pt idx="205">
                  <c:v>47.65666536119879</c:v>
                </c:pt>
                <c:pt idx="206">
                  <c:v>47.768372702634785</c:v>
                </c:pt>
                <c:pt idx="207">
                  <c:v>47.843577333037267</c:v>
                </c:pt>
                <c:pt idx="208">
                  <c:v>47.843101714238927</c:v>
                </c:pt>
                <c:pt idx="209">
                  <c:v>47.781990379584435</c:v>
                </c:pt>
                <c:pt idx="210">
                  <c:v>47.747753825263537</c:v>
                </c:pt>
                <c:pt idx="211">
                  <c:v>47.645080489692731</c:v>
                </c:pt>
                <c:pt idx="212">
                  <c:v>47.519347463236699</c:v>
                </c:pt>
                <c:pt idx="213">
                  <c:v>47.345094492042627</c:v>
                </c:pt>
                <c:pt idx="214">
                  <c:v>47.359716190849802</c:v>
                </c:pt>
                <c:pt idx="215">
                  <c:v>47.357627391291651</c:v>
                </c:pt>
                <c:pt idx="216">
                  <c:v>47.431333631416649</c:v>
                </c:pt>
                <c:pt idx="217">
                  <c:v>47.529133542918949</c:v>
                </c:pt>
                <c:pt idx="218">
                  <c:v>47.650088727616669</c:v>
                </c:pt>
                <c:pt idx="219">
                  <c:v>47.640205129521995</c:v>
                </c:pt>
                <c:pt idx="220">
                  <c:v>47.760783029034748</c:v>
                </c:pt>
                <c:pt idx="221">
                  <c:v>48.131361555870093</c:v>
                </c:pt>
                <c:pt idx="222">
                  <c:v>48.407301571397895</c:v>
                </c:pt>
                <c:pt idx="223">
                  <c:v>48.440580264614482</c:v>
                </c:pt>
                <c:pt idx="224">
                  <c:v>48.23728015543233</c:v>
                </c:pt>
                <c:pt idx="225">
                  <c:v>47.994196660934406</c:v>
                </c:pt>
                <c:pt idx="226">
                  <c:v>47.948848102602618</c:v>
                </c:pt>
                <c:pt idx="227">
                  <c:v>47.821791087920175</c:v>
                </c:pt>
                <c:pt idx="228">
                  <c:v>47.777842739102674</c:v>
                </c:pt>
                <c:pt idx="229">
                  <c:v>47.562683290448035</c:v>
                </c:pt>
                <c:pt idx="230">
                  <c:v>47.500565539283251</c:v>
                </c:pt>
                <c:pt idx="231">
                  <c:v>47.407217414638367</c:v>
                </c:pt>
                <c:pt idx="232">
                  <c:v>47.63294673320388</c:v>
                </c:pt>
                <c:pt idx="233">
                  <c:v>47.680527006008582</c:v>
                </c:pt>
                <c:pt idx="234">
                  <c:v>47.75708222056813</c:v>
                </c:pt>
                <c:pt idx="235">
                  <c:v>47.606690588483495</c:v>
                </c:pt>
                <c:pt idx="236">
                  <c:v>47.354457686237339</c:v>
                </c:pt>
                <c:pt idx="237">
                  <c:v>47.189593639017637</c:v>
                </c:pt>
                <c:pt idx="238">
                  <c:v>47.212243283830126</c:v>
                </c:pt>
                <c:pt idx="239">
                  <c:v>47.308990796394127</c:v>
                </c:pt>
                <c:pt idx="240">
                  <c:v>47.231442437814593</c:v>
                </c:pt>
                <c:pt idx="241">
                  <c:v>47.017621778378427</c:v>
                </c:pt>
                <c:pt idx="242">
                  <c:v>46.9512072049599</c:v>
                </c:pt>
                <c:pt idx="243">
                  <c:v>47.014120490341838</c:v>
                </c:pt>
                <c:pt idx="244">
                  <c:v>47.00382669332425</c:v>
                </c:pt>
                <c:pt idx="245">
                  <c:v>46.862972046084685</c:v>
                </c:pt>
                <c:pt idx="246">
                  <c:v>46.522285154461024</c:v>
                </c:pt>
                <c:pt idx="247">
                  <c:v>46.461187856547717</c:v>
                </c:pt>
                <c:pt idx="248">
                  <c:v>46.624394740369389</c:v>
                </c:pt>
                <c:pt idx="249">
                  <c:v>46.632592885045931</c:v>
                </c:pt>
                <c:pt idx="250">
                  <c:v>46.420066592745776</c:v>
                </c:pt>
                <c:pt idx="251">
                  <c:v>46.543358156074575</c:v>
                </c:pt>
                <c:pt idx="252">
                  <c:v>46.639825112140123</c:v>
                </c:pt>
                <c:pt idx="253">
                  <c:v>46.83194362589991</c:v>
                </c:pt>
                <c:pt idx="254">
                  <c:v>46.774183149233579</c:v>
                </c:pt>
                <c:pt idx="255">
                  <c:v>46.689808310721382</c:v>
                </c:pt>
                <c:pt idx="256">
                  <c:v>46.616179642060807</c:v>
                </c:pt>
                <c:pt idx="257">
                  <c:v>46.750571503624506</c:v>
                </c:pt>
                <c:pt idx="258">
                  <c:v>46.878352875292052</c:v>
                </c:pt>
                <c:pt idx="259">
                  <c:v>47</c:v>
                </c:pt>
                <c:pt idx="260">
                  <c:v>46.66825787839803</c:v>
                </c:pt>
                <c:pt idx="261">
                  <c:v>46.224301697919621</c:v>
                </c:pt>
                <c:pt idx="262">
                  <c:v>46.417965897941095</c:v>
                </c:pt>
                <c:pt idx="263">
                  <c:v>46.561108315863514</c:v>
                </c:pt>
                <c:pt idx="264">
                  <c:v>46.459162101318498</c:v>
                </c:pt>
                <c:pt idx="265">
                  <c:v>46.187528063531182</c:v>
                </c:pt>
                <c:pt idx="266">
                  <c:v>46.366126625340307</c:v>
                </c:pt>
                <c:pt idx="267">
                  <c:v>46.336720072900363</c:v>
                </c:pt>
                <c:pt idx="268">
                  <c:v>45.935911413987874</c:v>
                </c:pt>
                <c:pt idx="269">
                  <c:v>45.665504951192965</c:v>
                </c:pt>
                <c:pt idx="270">
                  <c:v>45.831488575799504</c:v>
                </c:pt>
                <c:pt idx="271">
                  <c:v>46.295152674462202</c:v>
                </c:pt>
                <c:pt idx="272">
                  <c:v>46.26735709600765</c:v>
                </c:pt>
                <c:pt idx="273">
                  <c:v>46.167036417611698</c:v>
                </c:pt>
                <c:pt idx="274">
                  <c:v>46.157597613529816</c:v>
                </c:pt>
                <c:pt idx="275">
                  <c:v>46.178531865395904</c:v>
                </c:pt>
                <c:pt idx="276">
                  <c:v>46.184353915870574</c:v>
                </c:pt>
                <c:pt idx="277">
                  <c:v>45.681581353786626</c:v>
                </c:pt>
                <c:pt idx="278">
                  <c:v>45.701689326259476</c:v>
                </c:pt>
                <c:pt idx="279">
                  <c:v>45.906983095318225</c:v>
                </c:pt>
                <c:pt idx="280">
                  <c:v>46.028951689421788</c:v>
                </c:pt>
                <c:pt idx="281">
                  <c:v>46.136560952045663</c:v>
                </c:pt>
                <c:pt idx="282">
                  <c:v>46.454982890906585</c:v>
                </c:pt>
                <c:pt idx="283">
                  <c:v>46.508518308476901</c:v>
                </c:pt>
                <c:pt idx="284">
                  <c:v>46.344190376881535</c:v>
                </c:pt>
                <c:pt idx="285">
                  <c:v>45.604854733676333</c:v>
                </c:pt>
                <c:pt idx="286">
                  <c:v>45.575548256704892</c:v>
                </c:pt>
                <c:pt idx="287">
                  <c:v>46.392894098481442</c:v>
                </c:pt>
                <c:pt idx="288">
                  <c:v>46.216315753868976</c:v>
                </c:pt>
                <c:pt idx="289">
                  <c:v>46.686081008224221</c:v>
                </c:pt>
                <c:pt idx="290">
                  <c:v>46.359639794421099</c:v>
                </c:pt>
                <c:pt idx="291">
                  <c:v>45.713484989303865</c:v>
                </c:pt>
                <c:pt idx="292">
                  <c:v>45.669972402009058</c:v>
                </c:pt>
                <c:pt idx="293">
                  <c:v>46.088405217433767</c:v>
                </c:pt>
                <c:pt idx="294">
                  <c:v>47.514336575909709</c:v>
                </c:pt>
                <c:pt idx="295">
                  <c:v>47.529268917225018</c:v>
                </c:pt>
                <c:pt idx="296">
                  <c:v>47.682378072592648</c:v>
                </c:pt>
                <c:pt idx="297">
                  <c:v>47.849675392717643</c:v>
                </c:pt>
                <c:pt idx="298">
                  <c:v>47.419111323725708</c:v>
                </c:pt>
                <c:pt idx="299">
                  <c:v>47.142360718238393</c:v>
                </c:pt>
                <c:pt idx="300">
                  <c:v>47.67595928229251</c:v>
                </c:pt>
                <c:pt idx="301">
                  <c:v>47.501582018430142</c:v>
                </c:pt>
                <c:pt idx="302">
                  <c:v>47.005544474554654</c:v>
                </c:pt>
                <c:pt idx="303">
                  <c:v>47.061066154689911</c:v>
                </c:pt>
                <c:pt idx="304">
                  <c:v>47.548569716576672</c:v>
                </c:pt>
                <c:pt idx="305">
                  <c:v>48.28225112287879</c:v>
                </c:pt>
                <c:pt idx="306">
                  <c:v>48.751171975541787</c:v>
                </c:pt>
                <c:pt idx="307">
                  <c:v>48.672793360280046</c:v>
                </c:pt>
                <c:pt idx="308">
                  <c:v>48.858048283358151</c:v>
                </c:pt>
                <c:pt idx="309">
                  <c:v>48.735694519548019</c:v>
                </c:pt>
                <c:pt idx="310">
                  <c:v>48.829708994536141</c:v>
                </c:pt>
                <c:pt idx="311">
                  <c:v>48.459159356384085</c:v>
                </c:pt>
                <c:pt idx="312">
                  <c:v>48.286905257894489</c:v>
                </c:pt>
                <c:pt idx="313">
                  <c:v>49.324447515713985</c:v>
                </c:pt>
                <c:pt idx="314">
                  <c:v>49.504222759974631</c:v>
                </c:pt>
                <c:pt idx="315">
                  <c:v>49.639307873512557</c:v>
                </c:pt>
                <c:pt idx="316">
                  <c:v>49.563922472301677</c:v>
                </c:pt>
                <c:pt idx="317">
                  <c:v>49.741592052534713</c:v>
                </c:pt>
                <c:pt idx="318">
                  <c:v>49.978865558984367</c:v>
                </c:pt>
                <c:pt idx="319">
                  <c:v>49.964969949464297</c:v>
                </c:pt>
                <c:pt idx="320">
                  <c:v>49.786632617761413</c:v>
                </c:pt>
                <c:pt idx="321">
                  <c:v>50.041544728846389</c:v>
                </c:pt>
                <c:pt idx="322">
                  <c:v>50.390993145421113</c:v>
                </c:pt>
                <c:pt idx="323">
                  <c:v>50.660005889062539</c:v>
                </c:pt>
                <c:pt idx="324">
                  <c:v>50.744914263852344</c:v>
                </c:pt>
                <c:pt idx="325">
                  <c:v>50.9447491576395</c:v>
                </c:pt>
                <c:pt idx="326">
                  <c:v>51.044946727956017</c:v>
                </c:pt>
                <c:pt idx="327">
                  <c:v>51.337285427489661</c:v>
                </c:pt>
                <c:pt idx="328">
                  <c:v>51.679685718638673</c:v>
                </c:pt>
                <c:pt idx="329">
                  <c:v>51.897302794326684</c:v>
                </c:pt>
                <c:pt idx="330">
                  <c:v>52.034616259633665</c:v>
                </c:pt>
                <c:pt idx="331">
                  <c:v>52.204156656094653</c:v>
                </c:pt>
                <c:pt idx="332">
                  <c:v>52.228212216828005</c:v>
                </c:pt>
                <c:pt idx="333">
                  <c:v>52.023499160616879</c:v>
                </c:pt>
                <c:pt idx="334">
                  <c:v>51.935522675189894</c:v>
                </c:pt>
                <c:pt idx="335">
                  <c:v>51.679983266981708</c:v>
                </c:pt>
                <c:pt idx="336">
                  <c:v>51.543925007321853</c:v>
                </c:pt>
                <c:pt idx="337">
                  <c:v>51.306612473127188</c:v>
                </c:pt>
                <c:pt idx="338">
                  <c:v>51.03292261599357</c:v>
                </c:pt>
                <c:pt idx="339">
                  <c:v>50.775646727883419</c:v>
                </c:pt>
                <c:pt idx="340">
                  <c:v>50.397396956403988</c:v>
                </c:pt>
                <c:pt idx="341">
                  <c:v>50.221386921484211</c:v>
                </c:pt>
                <c:pt idx="342">
                  <c:v>50.132562728979927</c:v>
                </c:pt>
                <c:pt idx="343">
                  <c:v>49.998309935601554</c:v>
                </c:pt>
                <c:pt idx="344">
                  <c:v>50.047148012506355</c:v>
                </c:pt>
                <c:pt idx="345">
                  <c:v>50.075004753322055</c:v>
                </c:pt>
                <c:pt idx="346">
                  <c:v>50.130633555955797</c:v>
                </c:pt>
                <c:pt idx="347">
                  <c:v>50.118196748517562</c:v>
                </c:pt>
                <c:pt idx="348">
                  <c:v>50.184285700110678</c:v>
                </c:pt>
                <c:pt idx="349">
                  <c:v>49.906041926726907</c:v>
                </c:pt>
                <c:pt idx="350">
                  <c:v>49.622893496888622</c:v>
                </c:pt>
                <c:pt idx="351">
                  <c:v>49.730542818996177</c:v>
                </c:pt>
                <c:pt idx="352">
                  <c:v>49.647673567457268</c:v>
                </c:pt>
                <c:pt idx="353">
                  <c:v>49.605520749659803</c:v>
                </c:pt>
                <c:pt idx="354">
                  <c:v>49.531097285557912</c:v>
                </c:pt>
                <c:pt idx="355">
                  <c:v>49.334521361328001</c:v>
                </c:pt>
                <c:pt idx="356">
                  <c:v>49.333308648029877</c:v>
                </c:pt>
                <c:pt idx="357">
                  <c:v>49.405574071443787</c:v>
                </c:pt>
                <c:pt idx="358">
                  <c:v>48.997160030988333</c:v>
                </c:pt>
                <c:pt idx="359">
                  <c:v>49.041751420497178</c:v>
                </c:pt>
                <c:pt idx="360">
                  <c:v>49.710590470293361</c:v>
                </c:pt>
                <c:pt idx="361">
                  <c:v>49.962987380778607</c:v>
                </c:pt>
                <c:pt idx="362">
                  <c:v>49.923963609888602</c:v>
                </c:pt>
                <c:pt idx="363">
                  <c:v>49.816066262895099</c:v>
                </c:pt>
                <c:pt idx="364">
                  <c:v>49.969110355037728</c:v>
                </c:pt>
                <c:pt idx="365">
                  <c:v>49.89672896929013</c:v>
                </c:pt>
                <c:pt idx="366">
                  <c:v>49.573320312536325</c:v>
                </c:pt>
                <c:pt idx="367">
                  <c:v>49.389758256109928</c:v>
                </c:pt>
                <c:pt idx="368">
                  <c:v>49.161126083422758</c:v>
                </c:pt>
                <c:pt idx="369">
                  <c:v>48.893929199874812</c:v>
                </c:pt>
                <c:pt idx="370">
                  <c:v>48.790710596775355</c:v>
                </c:pt>
                <c:pt idx="371">
                  <c:v>48.621170404114601</c:v>
                </c:pt>
                <c:pt idx="372">
                  <c:v>48.412004414669738</c:v>
                </c:pt>
                <c:pt idx="373">
                  <c:v>48.173490936640533</c:v>
                </c:pt>
                <c:pt idx="374">
                  <c:v>47.573798708112861</c:v>
                </c:pt>
                <c:pt idx="375">
                  <c:v>47.693491757955478</c:v>
                </c:pt>
                <c:pt idx="376">
                  <c:v>47.703521531768679</c:v>
                </c:pt>
                <c:pt idx="377">
                  <c:v>47.547766488900635</c:v>
                </c:pt>
                <c:pt idx="378">
                  <c:v>47.540733088041918</c:v>
                </c:pt>
                <c:pt idx="379">
                  <c:v>47.356180536998586</c:v>
                </c:pt>
                <c:pt idx="380">
                  <c:v>46.914276462482903</c:v>
                </c:pt>
                <c:pt idx="381">
                  <c:v>46.748205013508709</c:v>
                </c:pt>
                <c:pt idx="382">
                  <c:v>46.516247260431264</c:v>
                </c:pt>
                <c:pt idx="383">
                  <c:v>46.484540523008214</c:v>
                </c:pt>
                <c:pt idx="384">
                  <c:v>46.438428140502076</c:v>
                </c:pt>
                <c:pt idx="385">
                  <c:v>46.36286913333479</c:v>
                </c:pt>
                <c:pt idx="386">
                  <c:v>46.397483698878986</c:v>
                </c:pt>
                <c:pt idx="387">
                  <c:v>46.360397342185088</c:v>
                </c:pt>
                <c:pt idx="388">
                  <c:v>46.408430169333414</c:v>
                </c:pt>
                <c:pt idx="389">
                  <c:v>46.414493875936685</c:v>
                </c:pt>
                <c:pt idx="390">
                  <c:v>46.326675606164947</c:v>
                </c:pt>
                <c:pt idx="391">
                  <c:v>46.768231615553375</c:v>
                </c:pt>
                <c:pt idx="392">
                  <c:v>49.095245262819567</c:v>
                </c:pt>
                <c:pt idx="393">
                  <c:v>51.901551621625089</c:v>
                </c:pt>
                <c:pt idx="394">
                  <c:v>54.644338796950152</c:v>
                </c:pt>
                <c:pt idx="395">
                  <c:v>55.63368703755738</c:v>
                </c:pt>
                <c:pt idx="396">
                  <c:v>55.265084353999946</c:v>
                </c:pt>
                <c:pt idx="397">
                  <c:v>54.296159342538409</c:v>
                </c:pt>
                <c:pt idx="398">
                  <c:v>53.010719319170676</c:v>
                </c:pt>
                <c:pt idx="399">
                  <c:v>51.910757685838639</c:v>
                </c:pt>
                <c:pt idx="400">
                  <c:v>51.193814239983503</c:v>
                </c:pt>
                <c:pt idx="401">
                  <c:v>50.385862678306268</c:v>
                </c:pt>
                <c:pt idx="402">
                  <c:v>49.817697276175466</c:v>
                </c:pt>
                <c:pt idx="403">
                  <c:v>49.462837453862015</c:v>
                </c:pt>
                <c:pt idx="404">
                  <c:v>49.00491177672523</c:v>
                </c:pt>
                <c:pt idx="405">
                  <c:v>48.49721747081081</c:v>
                </c:pt>
                <c:pt idx="406">
                  <c:v>48.101632706096076</c:v>
                </c:pt>
                <c:pt idx="407">
                  <c:v>47.7010142793781</c:v>
                </c:pt>
                <c:pt idx="408">
                  <c:v>47.126966743915872</c:v>
                </c:pt>
                <c:pt idx="409">
                  <c:v>46.673606102879553</c:v>
                </c:pt>
                <c:pt idx="410">
                  <c:v>46.37750906589423</c:v>
                </c:pt>
                <c:pt idx="411">
                  <c:v>46.279304381650277</c:v>
                </c:pt>
                <c:pt idx="412">
                  <c:v>46.172100643281432</c:v>
                </c:pt>
                <c:pt idx="413">
                  <c:v>46.021524113433628</c:v>
                </c:pt>
                <c:pt idx="414">
                  <c:v>45.875893958585323</c:v>
                </c:pt>
                <c:pt idx="415">
                  <c:v>45.777108354509132</c:v>
                </c:pt>
                <c:pt idx="416">
                  <c:v>45.669455793888467</c:v>
                </c:pt>
                <c:pt idx="417">
                  <c:v>45.723189298918399</c:v>
                </c:pt>
                <c:pt idx="418">
                  <c:v>45.9280532152681</c:v>
                </c:pt>
                <c:pt idx="419">
                  <c:v>45.644611080432803</c:v>
                </c:pt>
                <c:pt idx="420">
                  <c:v>45.658342100564688</c:v>
                </c:pt>
                <c:pt idx="421">
                  <c:v>45.831991042890508</c:v>
                </c:pt>
                <c:pt idx="422">
                  <c:v>45.743508430725328</c:v>
                </c:pt>
                <c:pt idx="423">
                  <c:v>45.508237688290876</c:v>
                </c:pt>
                <c:pt idx="424">
                  <c:v>45.603623949029256</c:v>
                </c:pt>
                <c:pt idx="425">
                  <c:v>45.674659501712753</c:v>
                </c:pt>
                <c:pt idx="426">
                  <c:v>45.458067216399968</c:v>
                </c:pt>
                <c:pt idx="427">
                  <c:v>45.684023370995746</c:v>
                </c:pt>
                <c:pt idx="428">
                  <c:v>46.120359005322889</c:v>
                </c:pt>
                <c:pt idx="429">
                  <c:v>45.942542994621036</c:v>
                </c:pt>
                <c:pt idx="430">
                  <c:v>45.791051388980762</c:v>
                </c:pt>
                <c:pt idx="431">
                  <c:v>45.877430227047093</c:v>
                </c:pt>
                <c:pt idx="432">
                  <c:v>45.526430870184903</c:v>
                </c:pt>
                <c:pt idx="433">
                  <c:v>45.181220901227313</c:v>
                </c:pt>
                <c:pt idx="434">
                  <c:v>44.447462267373652</c:v>
                </c:pt>
                <c:pt idx="435">
                  <c:v>41.824813165179293</c:v>
                </c:pt>
                <c:pt idx="436">
                  <c:v>43.800944361886238</c:v>
                </c:pt>
                <c:pt idx="437">
                  <c:v>43.248720265083975</c:v>
                </c:pt>
                <c:pt idx="438">
                  <c:v>42.916657409677853</c:v>
                </c:pt>
                <c:pt idx="439">
                  <c:v>43.22602935072392</c:v>
                </c:pt>
                <c:pt idx="440">
                  <c:v>43.544553170596046</c:v>
                </c:pt>
                <c:pt idx="441">
                  <c:v>44.59195213443234</c:v>
                </c:pt>
                <c:pt idx="442">
                  <c:v>45.359106191271536</c:v>
                </c:pt>
                <c:pt idx="443">
                  <c:v>45.61273682558538</c:v>
                </c:pt>
                <c:pt idx="444">
                  <c:v>46.135783180292734</c:v>
                </c:pt>
                <c:pt idx="445">
                  <c:v>46.44697905701657</c:v>
                </c:pt>
                <c:pt idx="446">
                  <c:v>45.915140799977827</c:v>
                </c:pt>
                <c:pt idx="447">
                  <c:v>45.01048670667749</c:v>
                </c:pt>
                <c:pt idx="448">
                  <c:v>45.667986082125303</c:v>
                </c:pt>
                <c:pt idx="449">
                  <c:v>45.760398747769834</c:v>
                </c:pt>
                <c:pt idx="450">
                  <c:v>45.669567958850593</c:v>
                </c:pt>
                <c:pt idx="451">
                  <c:v>45.451351982736185</c:v>
                </c:pt>
                <c:pt idx="452">
                  <c:v>45.791958389188927</c:v>
                </c:pt>
                <c:pt idx="453">
                  <c:v>45.844024104549213</c:v>
                </c:pt>
                <c:pt idx="454">
                  <c:v>46.093866296295403</c:v>
                </c:pt>
                <c:pt idx="455">
                  <c:v>46.020404320703186</c:v>
                </c:pt>
                <c:pt idx="456">
                  <c:v>45.701588133074061</c:v>
                </c:pt>
                <c:pt idx="457">
                  <c:v>45.611370255847376</c:v>
                </c:pt>
                <c:pt idx="458">
                  <c:v>46.046426995934482</c:v>
                </c:pt>
                <c:pt idx="459">
                  <c:v>46.088101695196343</c:v>
                </c:pt>
                <c:pt idx="460">
                  <c:v>45.89751103995426</c:v>
                </c:pt>
                <c:pt idx="461">
                  <c:v>46.097637966740592</c:v>
                </c:pt>
                <c:pt idx="462">
                  <c:v>45.988959574452885</c:v>
                </c:pt>
                <c:pt idx="463">
                  <c:v>46.204533301219513</c:v>
                </c:pt>
                <c:pt idx="464">
                  <c:v>46.445065582979296</c:v>
                </c:pt>
                <c:pt idx="465">
                  <c:v>46.5421789233338</c:v>
                </c:pt>
                <c:pt idx="466">
                  <c:v>46.572869156134942</c:v>
                </c:pt>
                <c:pt idx="467">
                  <c:v>46.620047108169558</c:v>
                </c:pt>
                <c:pt idx="468">
                  <c:v>46.32350380917287</c:v>
                </c:pt>
                <c:pt idx="469">
                  <c:v>46.047362648385835</c:v>
                </c:pt>
                <c:pt idx="470">
                  <c:v>46.290710505224475</c:v>
                </c:pt>
                <c:pt idx="471">
                  <c:v>46.146516026703999</c:v>
                </c:pt>
                <c:pt idx="472">
                  <c:v>46.40796988331838</c:v>
                </c:pt>
                <c:pt idx="473">
                  <c:v>46.508168415317265</c:v>
                </c:pt>
                <c:pt idx="474">
                  <c:v>46.319154664393174</c:v>
                </c:pt>
                <c:pt idx="475">
                  <c:v>46.247963898724478</c:v>
                </c:pt>
                <c:pt idx="476">
                  <c:v>46.32017639139611</c:v>
                </c:pt>
                <c:pt idx="477">
                  <c:v>46.476502692691497</c:v>
                </c:pt>
                <c:pt idx="478">
                  <c:v>46.640677143603668</c:v>
                </c:pt>
                <c:pt idx="479">
                  <c:v>46.777074959930005</c:v>
                </c:pt>
                <c:pt idx="480">
                  <c:v>46.648213268691975</c:v>
                </c:pt>
                <c:pt idx="481">
                  <c:v>46.700428111689817</c:v>
                </c:pt>
                <c:pt idx="482">
                  <c:v>46.804272763636014</c:v>
                </c:pt>
                <c:pt idx="483">
                  <c:v>46.779153149138423</c:v>
                </c:pt>
                <c:pt idx="484">
                  <c:v>46.665612943026844</c:v>
                </c:pt>
                <c:pt idx="485">
                  <c:v>46.632982684839071</c:v>
                </c:pt>
                <c:pt idx="486">
                  <c:v>46.663172881026227</c:v>
                </c:pt>
                <c:pt idx="487">
                  <c:v>46.667842148209367</c:v>
                </c:pt>
                <c:pt idx="488">
                  <c:v>46.753816780353446</c:v>
                </c:pt>
                <c:pt idx="489">
                  <c:v>46.919158675436549</c:v>
                </c:pt>
                <c:pt idx="490">
                  <c:v>46.779349599827412</c:v>
                </c:pt>
                <c:pt idx="491">
                  <c:v>46.777440641239096</c:v>
                </c:pt>
                <c:pt idx="492">
                  <c:v>46.756511006722086</c:v>
                </c:pt>
                <c:pt idx="493">
                  <c:v>46.777396416588111</c:v>
                </c:pt>
                <c:pt idx="494">
                  <c:v>46.871199869170439</c:v>
                </c:pt>
                <c:pt idx="495">
                  <c:v>46.943466056835227</c:v>
                </c:pt>
                <c:pt idx="496">
                  <c:v>47.048071571483611</c:v>
                </c:pt>
                <c:pt idx="497">
                  <c:v>46.903362093749863</c:v>
                </c:pt>
                <c:pt idx="498">
                  <c:v>46.931894419606927</c:v>
                </c:pt>
                <c:pt idx="499">
                  <c:v>46.980900440642856</c:v>
                </c:pt>
                <c:pt idx="500">
                  <c:v>46.82776973340038</c:v>
                </c:pt>
                <c:pt idx="501">
                  <c:v>46.784662519102611</c:v>
                </c:pt>
                <c:pt idx="502">
                  <c:v>46.777268137077719</c:v>
                </c:pt>
                <c:pt idx="503">
                  <c:v>46.773273767110162</c:v>
                </c:pt>
                <c:pt idx="504">
                  <c:v>46.828999094630191</c:v>
                </c:pt>
                <c:pt idx="505">
                  <c:v>46.771854005510839</c:v>
                </c:pt>
                <c:pt idx="506">
                  <c:v>46.876896990101081</c:v>
                </c:pt>
                <c:pt idx="507">
                  <c:v>46.980278289475585</c:v>
                </c:pt>
                <c:pt idx="508">
                  <c:v>46.92159635552192</c:v>
                </c:pt>
                <c:pt idx="509">
                  <c:v>47.068965120621527</c:v>
                </c:pt>
                <c:pt idx="510">
                  <c:v>47.173859980653496</c:v>
                </c:pt>
                <c:pt idx="511">
                  <c:v>47.23597126116082</c:v>
                </c:pt>
                <c:pt idx="512">
                  <c:v>47.196145536346236</c:v>
                </c:pt>
                <c:pt idx="513">
                  <c:v>47.286048978469793</c:v>
                </c:pt>
                <c:pt idx="514">
                  <c:v>47.399975551614311</c:v>
                </c:pt>
                <c:pt idx="515">
                  <c:v>47.39539748503632</c:v>
                </c:pt>
                <c:pt idx="516">
                  <c:v>47.461939127901346</c:v>
                </c:pt>
                <c:pt idx="517">
                  <c:v>47.522986163581713</c:v>
                </c:pt>
                <c:pt idx="518">
                  <c:v>47.735468696150171</c:v>
                </c:pt>
                <c:pt idx="519">
                  <c:v>47.877516339015116</c:v>
                </c:pt>
                <c:pt idx="520">
                  <c:v>47.857706191926248</c:v>
                </c:pt>
                <c:pt idx="521">
                  <c:v>47.813358496548346</c:v>
                </c:pt>
                <c:pt idx="522">
                  <c:v>47.863206301717256</c:v>
                </c:pt>
                <c:pt idx="523">
                  <c:v>48.065813693900786</c:v>
                </c:pt>
                <c:pt idx="524">
                  <c:v>48.130970616069391</c:v>
                </c:pt>
                <c:pt idx="525">
                  <c:v>48.065852263095252</c:v>
                </c:pt>
                <c:pt idx="526">
                  <c:v>48.114275504621801</c:v>
                </c:pt>
                <c:pt idx="527">
                  <c:v>48.157687705971185</c:v>
                </c:pt>
                <c:pt idx="528">
                  <c:v>47.997431887764257</c:v>
                </c:pt>
                <c:pt idx="529">
                  <c:v>47.718800639183776</c:v>
                </c:pt>
                <c:pt idx="530">
                  <c:v>47.888144164617806</c:v>
                </c:pt>
                <c:pt idx="531">
                  <c:v>47.957287928882785</c:v>
                </c:pt>
                <c:pt idx="532">
                  <c:v>47.945646961362058</c:v>
                </c:pt>
                <c:pt idx="533">
                  <c:v>47.984870507432397</c:v>
                </c:pt>
                <c:pt idx="534">
                  <c:v>48.053285074456696</c:v>
                </c:pt>
                <c:pt idx="535">
                  <c:v>47.852409118119319</c:v>
                </c:pt>
                <c:pt idx="536">
                  <c:v>47.698135091558726</c:v>
                </c:pt>
                <c:pt idx="537">
                  <c:v>47.908498407383959</c:v>
                </c:pt>
                <c:pt idx="538">
                  <c:v>47.986597103022966</c:v>
                </c:pt>
                <c:pt idx="539">
                  <c:v>47.777773956523376</c:v>
                </c:pt>
                <c:pt idx="540">
                  <c:v>47.763529135300701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8022-4DA3-A5C1-DAA90C22AF82}"/>
            </c:ext>
          </c:extLst>
        </c:ser>
        <c:ser>
          <c:idx val="23"/>
          <c:order val="23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plot!$Y$2:$Y$542</c:f>
              <c:numCache>
                <c:formatCode>General</c:formatCode>
                <c:ptCount val="541"/>
                <c:pt idx="0">
                  <c:v>47.722010535742008</c:v>
                </c:pt>
                <c:pt idx="1">
                  <c:v>47.318410480154448</c:v>
                </c:pt>
                <c:pt idx="2">
                  <c:v>47.725029644745796</c:v>
                </c:pt>
                <c:pt idx="3">
                  <c:v>47.94243125894824</c:v>
                </c:pt>
                <c:pt idx="4">
                  <c:v>47.952773440394679</c:v>
                </c:pt>
                <c:pt idx="5">
                  <c:v>48.013565971245868</c:v>
                </c:pt>
                <c:pt idx="6">
                  <c:v>48.171216691482577</c:v>
                </c:pt>
                <c:pt idx="7">
                  <c:v>48.269669031035477</c:v>
                </c:pt>
                <c:pt idx="8">
                  <c:v>48.305663686751096</c:v>
                </c:pt>
                <c:pt idx="9">
                  <c:v>48.334813120016946</c:v>
                </c:pt>
                <c:pt idx="10">
                  <c:v>48.419297856079496</c:v>
                </c:pt>
                <c:pt idx="11">
                  <c:v>48.476978063798953</c:v>
                </c:pt>
                <c:pt idx="12">
                  <c:v>48.435301407658621</c:v>
                </c:pt>
                <c:pt idx="13">
                  <c:v>48.404898773911789</c:v>
                </c:pt>
                <c:pt idx="14">
                  <c:v>48.416527489036355</c:v>
                </c:pt>
                <c:pt idx="15">
                  <c:v>48.432656737200325</c:v>
                </c:pt>
                <c:pt idx="16">
                  <c:v>48.374523461443225</c:v>
                </c:pt>
                <c:pt idx="17">
                  <c:v>48.420209074994148</c:v>
                </c:pt>
                <c:pt idx="18">
                  <c:v>48.486088829750486</c:v>
                </c:pt>
                <c:pt idx="19">
                  <c:v>48.513252157758842</c:v>
                </c:pt>
                <c:pt idx="20">
                  <c:v>48.563970908657488</c:v>
                </c:pt>
                <c:pt idx="21">
                  <c:v>48.62820069242423</c:v>
                </c:pt>
                <c:pt idx="22">
                  <c:v>48.657605479408204</c:v>
                </c:pt>
                <c:pt idx="23">
                  <c:v>48.644836183258334</c:v>
                </c:pt>
                <c:pt idx="24">
                  <c:v>48.624257075930501</c:v>
                </c:pt>
                <c:pt idx="25">
                  <c:v>48.662405257500389</c:v>
                </c:pt>
                <c:pt idx="26">
                  <c:v>48.661741219098126</c:v>
                </c:pt>
                <c:pt idx="27">
                  <c:v>48.653537809103319</c:v>
                </c:pt>
                <c:pt idx="28">
                  <c:v>48.660107000844356</c:v>
                </c:pt>
                <c:pt idx="29">
                  <c:v>48.681174532440586</c:v>
                </c:pt>
                <c:pt idx="30">
                  <c:v>48.690758978360023</c:v>
                </c:pt>
                <c:pt idx="31">
                  <c:v>48.720043338647031</c:v>
                </c:pt>
                <c:pt idx="32">
                  <c:v>48.745561258022434</c:v>
                </c:pt>
                <c:pt idx="33">
                  <c:v>48.768196841502466</c:v>
                </c:pt>
                <c:pt idx="34">
                  <c:v>48.803038607588924</c:v>
                </c:pt>
                <c:pt idx="35">
                  <c:v>48.861268916783004</c:v>
                </c:pt>
                <c:pt idx="36">
                  <c:v>48.902185578646048</c:v>
                </c:pt>
                <c:pt idx="37">
                  <c:v>48.95792638630256</c:v>
                </c:pt>
                <c:pt idx="38">
                  <c:v>49.029899326924713</c:v>
                </c:pt>
                <c:pt idx="39">
                  <c:v>49.097842592482955</c:v>
                </c:pt>
                <c:pt idx="40">
                  <c:v>49.132972803605071</c:v>
                </c:pt>
                <c:pt idx="41">
                  <c:v>49.18812943443173</c:v>
                </c:pt>
                <c:pt idx="42">
                  <c:v>49.249851272053341</c:v>
                </c:pt>
                <c:pt idx="43">
                  <c:v>49.298007897805292</c:v>
                </c:pt>
                <c:pt idx="44">
                  <c:v>49.343644736429489</c:v>
                </c:pt>
                <c:pt idx="45">
                  <c:v>49.40883861690557</c:v>
                </c:pt>
                <c:pt idx="46">
                  <c:v>49.474500704148106</c:v>
                </c:pt>
                <c:pt idx="47">
                  <c:v>49.53551006594126</c:v>
                </c:pt>
                <c:pt idx="48">
                  <c:v>49.580244159760625</c:v>
                </c:pt>
                <c:pt idx="49">
                  <c:v>49.61393295895877</c:v>
                </c:pt>
                <c:pt idx="50">
                  <c:v>49.645784746810513</c:v>
                </c:pt>
                <c:pt idx="51">
                  <c:v>49.679643190855948</c:v>
                </c:pt>
                <c:pt idx="52">
                  <c:v>49.71717370578385</c:v>
                </c:pt>
                <c:pt idx="53">
                  <c:v>49.769884295382816</c:v>
                </c:pt>
                <c:pt idx="54">
                  <c:v>49.807572646705545</c:v>
                </c:pt>
                <c:pt idx="55">
                  <c:v>49.826707479454271</c:v>
                </c:pt>
                <c:pt idx="56">
                  <c:v>49.849702537600649</c:v>
                </c:pt>
                <c:pt idx="57">
                  <c:v>49.878733959534813</c:v>
                </c:pt>
                <c:pt idx="58">
                  <c:v>49.920949730084153</c:v>
                </c:pt>
                <c:pt idx="59">
                  <c:v>49.978739125326136</c:v>
                </c:pt>
                <c:pt idx="60">
                  <c:v>50.027486499002691</c:v>
                </c:pt>
                <c:pt idx="61">
                  <c:v>50.081428485734804</c:v>
                </c:pt>
                <c:pt idx="62">
                  <c:v>50.10102004209925</c:v>
                </c:pt>
                <c:pt idx="63">
                  <c:v>50.13554691612017</c:v>
                </c:pt>
                <c:pt idx="64">
                  <c:v>50.167931548190268</c:v>
                </c:pt>
                <c:pt idx="65">
                  <c:v>50.212476609179788</c:v>
                </c:pt>
                <c:pt idx="66">
                  <c:v>50.247666903529698</c:v>
                </c:pt>
                <c:pt idx="67">
                  <c:v>50.290702889837355</c:v>
                </c:pt>
                <c:pt idx="68">
                  <c:v>50.330121195710241</c:v>
                </c:pt>
                <c:pt idx="69">
                  <c:v>50.373545657332635</c:v>
                </c:pt>
                <c:pt idx="70">
                  <c:v>50.402759183169984</c:v>
                </c:pt>
                <c:pt idx="71">
                  <c:v>50.430539299505689</c:v>
                </c:pt>
                <c:pt idx="72">
                  <c:v>50.462548793631584</c:v>
                </c:pt>
                <c:pt idx="73">
                  <c:v>50.489556903923962</c:v>
                </c:pt>
                <c:pt idx="74">
                  <c:v>50.512410911244288</c:v>
                </c:pt>
                <c:pt idx="75">
                  <c:v>50.524783176644171</c:v>
                </c:pt>
                <c:pt idx="76">
                  <c:v>50.559950960115017</c:v>
                </c:pt>
                <c:pt idx="77">
                  <c:v>50.583426098540663</c:v>
                </c:pt>
                <c:pt idx="78">
                  <c:v>50.60564010725588</c:v>
                </c:pt>
                <c:pt idx="79">
                  <c:v>50.627931277539233</c:v>
                </c:pt>
                <c:pt idx="80">
                  <c:v>50.653925747670229</c:v>
                </c:pt>
                <c:pt idx="81">
                  <c:v>50.683764373293876</c:v>
                </c:pt>
                <c:pt idx="82">
                  <c:v>50.698019745293962</c:v>
                </c:pt>
                <c:pt idx="83">
                  <c:v>50.697467187791354</c:v>
                </c:pt>
                <c:pt idx="84">
                  <c:v>50.669705028110627</c:v>
                </c:pt>
                <c:pt idx="85">
                  <c:v>50.632258701268015</c:v>
                </c:pt>
                <c:pt idx="86">
                  <c:v>50.616751568247068</c:v>
                </c:pt>
                <c:pt idx="87">
                  <c:v>50.58976668449754</c:v>
                </c:pt>
                <c:pt idx="88">
                  <c:v>50.549721327028031</c:v>
                </c:pt>
                <c:pt idx="89">
                  <c:v>50.502042049020893</c:v>
                </c:pt>
                <c:pt idx="90">
                  <c:v>50.454536352011857</c:v>
                </c:pt>
                <c:pt idx="91">
                  <c:v>50.412398263513396</c:v>
                </c:pt>
                <c:pt idx="92">
                  <c:v>50.360109655306395</c:v>
                </c:pt>
                <c:pt idx="93">
                  <c:v>50.311616147092593</c:v>
                </c:pt>
                <c:pt idx="94">
                  <c:v>50.262226953121292</c:v>
                </c:pt>
                <c:pt idx="95">
                  <c:v>50.221721293717138</c:v>
                </c:pt>
                <c:pt idx="96">
                  <c:v>50.175809445018352</c:v>
                </c:pt>
                <c:pt idx="97">
                  <c:v>50.132221681932215</c:v>
                </c:pt>
                <c:pt idx="98">
                  <c:v>50.080390513004723</c:v>
                </c:pt>
                <c:pt idx="99">
                  <c:v>49.998603024291064</c:v>
                </c:pt>
                <c:pt idx="100">
                  <c:v>49.924899218273943</c:v>
                </c:pt>
                <c:pt idx="101">
                  <c:v>49.855316204332681</c:v>
                </c:pt>
                <c:pt idx="102">
                  <c:v>49.774104434604141</c:v>
                </c:pt>
                <c:pt idx="103">
                  <c:v>49.723637776273875</c:v>
                </c:pt>
                <c:pt idx="104">
                  <c:v>49.658829183155667</c:v>
                </c:pt>
                <c:pt idx="105">
                  <c:v>49.609074284990072</c:v>
                </c:pt>
                <c:pt idx="106">
                  <c:v>49.538591714200841</c:v>
                </c:pt>
                <c:pt idx="107">
                  <c:v>49.453575183018003</c:v>
                </c:pt>
                <c:pt idx="108">
                  <c:v>49.368516622852866</c:v>
                </c:pt>
                <c:pt idx="109">
                  <c:v>49.285323180102779</c:v>
                </c:pt>
                <c:pt idx="110">
                  <c:v>49.208844322697743</c:v>
                </c:pt>
                <c:pt idx="111">
                  <c:v>49.122520859322229</c:v>
                </c:pt>
                <c:pt idx="112">
                  <c:v>49.06504791759405</c:v>
                </c:pt>
                <c:pt idx="113">
                  <c:v>48.981179506303896</c:v>
                </c:pt>
                <c:pt idx="114">
                  <c:v>48.916601682226279</c:v>
                </c:pt>
                <c:pt idx="115">
                  <c:v>48.845045388047872</c:v>
                </c:pt>
                <c:pt idx="116">
                  <c:v>48.782799961041867</c:v>
                </c:pt>
                <c:pt idx="117">
                  <c:v>48.750726772839073</c:v>
                </c:pt>
                <c:pt idx="118">
                  <c:v>48.718013813742381</c:v>
                </c:pt>
                <c:pt idx="119">
                  <c:v>48.674257219063257</c:v>
                </c:pt>
                <c:pt idx="120">
                  <c:v>48.633210420246883</c:v>
                </c:pt>
                <c:pt idx="121">
                  <c:v>48.62466319886358</c:v>
                </c:pt>
                <c:pt idx="122">
                  <c:v>48.58775144033843</c:v>
                </c:pt>
                <c:pt idx="123">
                  <c:v>48.555786837849979</c:v>
                </c:pt>
                <c:pt idx="124">
                  <c:v>48.545789193685039</c:v>
                </c:pt>
                <c:pt idx="125">
                  <c:v>48.533224365931645</c:v>
                </c:pt>
                <c:pt idx="126">
                  <c:v>48.501844948708381</c:v>
                </c:pt>
                <c:pt idx="127">
                  <c:v>48.481325013763517</c:v>
                </c:pt>
                <c:pt idx="128">
                  <c:v>48.46704543931542</c:v>
                </c:pt>
                <c:pt idx="129">
                  <c:v>48.457087693406514</c:v>
                </c:pt>
                <c:pt idx="130">
                  <c:v>48.415159554638521</c:v>
                </c:pt>
                <c:pt idx="131">
                  <c:v>48.412552570384555</c:v>
                </c:pt>
                <c:pt idx="132">
                  <c:v>48.402475097177387</c:v>
                </c:pt>
                <c:pt idx="133">
                  <c:v>48.385512173896409</c:v>
                </c:pt>
                <c:pt idx="134">
                  <c:v>48.407772603167167</c:v>
                </c:pt>
                <c:pt idx="135">
                  <c:v>48.398544492752471</c:v>
                </c:pt>
                <c:pt idx="136">
                  <c:v>48.384165115736494</c:v>
                </c:pt>
                <c:pt idx="137">
                  <c:v>48.371047689817786</c:v>
                </c:pt>
                <c:pt idx="138">
                  <c:v>48.387473401704817</c:v>
                </c:pt>
                <c:pt idx="139">
                  <c:v>48.45565794354922</c:v>
                </c:pt>
                <c:pt idx="140">
                  <c:v>48.516726786761993</c:v>
                </c:pt>
                <c:pt idx="141">
                  <c:v>48.571738609527721</c:v>
                </c:pt>
                <c:pt idx="142">
                  <c:v>48.596632941769819</c:v>
                </c:pt>
                <c:pt idx="143">
                  <c:v>48.61363869102231</c:v>
                </c:pt>
                <c:pt idx="144">
                  <c:v>48.630388427820691</c:v>
                </c:pt>
                <c:pt idx="145">
                  <c:v>48.658343523951899</c:v>
                </c:pt>
                <c:pt idx="146">
                  <c:v>48.672311817183562</c:v>
                </c:pt>
                <c:pt idx="147">
                  <c:v>48.691278224966439</c:v>
                </c:pt>
                <c:pt idx="148">
                  <c:v>48.73769590157567</c:v>
                </c:pt>
                <c:pt idx="149">
                  <c:v>48.762640314017652</c:v>
                </c:pt>
                <c:pt idx="150">
                  <c:v>48.764796251170928</c:v>
                </c:pt>
                <c:pt idx="151">
                  <c:v>48.800959604292579</c:v>
                </c:pt>
                <c:pt idx="152">
                  <c:v>48.823042857981207</c:v>
                </c:pt>
                <c:pt idx="153">
                  <c:v>48.852438715432953</c:v>
                </c:pt>
                <c:pt idx="154">
                  <c:v>48.856701761951228</c:v>
                </c:pt>
                <c:pt idx="155">
                  <c:v>48.8583277175413</c:v>
                </c:pt>
                <c:pt idx="156">
                  <c:v>48.902530561120749</c:v>
                </c:pt>
                <c:pt idx="157">
                  <c:v>48.932808636838757</c:v>
                </c:pt>
                <c:pt idx="158">
                  <c:v>48.928975736785631</c:v>
                </c:pt>
                <c:pt idx="159">
                  <c:v>48.948953035930359</c:v>
                </c:pt>
                <c:pt idx="160">
                  <c:v>48.963362731066688</c:v>
                </c:pt>
                <c:pt idx="161">
                  <c:v>48.948794093509669</c:v>
                </c:pt>
                <c:pt idx="162">
                  <c:v>48.954704955893639</c:v>
                </c:pt>
                <c:pt idx="163">
                  <c:v>48.957089450035802</c:v>
                </c:pt>
                <c:pt idx="164">
                  <c:v>48.960792749883446</c:v>
                </c:pt>
                <c:pt idx="165">
                  <c:v>48.96408425028298</c:v>
                </c:pt>
                <c:pt idx="166">
                  <c:v>48.946624949106543</c:v>
                </c:pt>
                <c:pt idx="167">
                  <c:v>48.90522578346642</c:v>
                </c:pt>
                <c:pt idx="168">
                  <c:v>48.887602562752981</c:v>
                </c:pt>
                <c:pt idx="169">
                  <c:v>48.915978664370989</c:v>
                </c:pt>
                <c:pt idx="170">
                  <c:v>48.936085596251381</c:v>
                </c:pt>
                <c:pt idx="171">
                  <c:v>48.92411790860141</c:v>
                </c:pt>
                <c:pt idx="172">
                  <c:v>48.922422370973301</c:v>
                </c:pt>
                <c:pt idx="173">
                  <c:v>48.939866773330934</c:v>
                </c:pt>
                <c:pt idx="174">
                  <c:v>48.949459986131735</c:v>
                </c:pt>
                <c:pt idx="175">
                  <c:v>48.933707705734143</c:v>
                </c:pt>
                <c:pt idx="176">
                  <c:v>48.925092740267523</c:v>
                </c:pt>
                <c:pt idx="177">
                  <c:v>48.894644661870338</c:v>
                </c:pt>
                <c:pt idx="178">
                  <c:v>48.898577071719792</c:v>
                </c:pt>
                <c:pt idx="179">
                  <c:v>48.895150278334661</c:v>
                </c:pt>
                <c:pt idx="180">
                  <c:v>48.875817792260499</c:v>
                </c:pt>
                <c:pt idx="181">
                  <c:v>48.852769612343145</c:v>
                </c:pt>
                <c:pt idx="182">
                  <c:v>48.821339236605347</c:v>
                </c:pt>
                <c:pt idx="183">
                  <c:v>48.814080226300696</c:v>
                </c:pt>
                <c:pt idx="184">
                  <c:v>48.82113992424113</c:v>
                </c:pt>
                <c:pt idx="185">
                  <c:v>48.81852166828255</c:v>
                </c:pt>
                <c:pt idx="186">
                  <c:v>48.817627137346157</c:v>
                </c:pt>
                <c:pt idx="187">
                  <c:v>48.810657922079308</c:v>
                </c:pt>
                <c:pt idx="188">
                  <c:v>48.806988713851986</c:v>
                </c:pt>
                <c:pt idx="189">
                  <c:v>48.792489235440769</c:v>
                </c:pt>
                <c:pt idx="190">
                  <c:v>48.783618159929517</c:v>
                </c:pt>
                <c:pt idx="191">
                  <c:v>48.777094526694455</c:v>
                </c:pt>
                <c:pt idx="192">
                  <c:v>48.760581625813764</c:v>
                </c:pt>
                <c:pt idx="193">
                  <c:v>48.750457455544591</c:v>
                </c:pt>
                <c:pt idx="194">
                  <c:v>48.774573731131362</c:v>
                </c:pt>
                <c:pt idx="195">
                  <c:v>48.790676995820391</c:v>
                </c:pt>
                <c:pt idx="196">
                  <c:v>48.795645816951684</c:v>
                </c:pt>
                <c:pt idx="197">
                  <c:v>48.801522360004128</c:v>
                </c:pt>
                <c:pt idx="198">
                  <c:v>48.817724906778288</c:v>
                </c:pt>
                <c:pt idx="199">
                  <c:v>48.821043553606408</c:v>
                </c:pt>
                <c:pt idx="200">
                  <c:v>48.820034858031171</c:v>
                </c:pt>
                <c:pt idx="201">
                  <c:v>48.830700883376338</c:v>
                </c:pt>
                <c:pt idx="202">
                  <c:v>48.866810155086945</c:v>
                </c:pt>
                <c:pt idx="203">
                  <c:v>48.909508380618107</c:v>
                </c:pt>
                <c:pt idx="204">
                  <c:v>48.964433201438666</c:v>
                </c:pt>
                <c:pt idx="205">
                  <c:v>48.998032770374849</c:v>
                </c:pt>
                <c:pt idx="206">
                  <c:v>49.021480615986135</c:v>
                </c:pt>
                <c:pt idx="207">
                  <c:v>49.041562727345244</c:v>
                </c:pt>
                <c:pt idx="208">
                  <c:v>49.041635887702206</c:v>
                </c:pt>
                <c:pt idx="209">
                  <c:v>49.01508892512895</c:v>
                </c:pt>
                <c:pt idx="210">
                  <c:v>48.979857675292415</c:v>
                </c:pt>
                <c:pt idx="211">
                  <c:v>48.939814204572883</c:v>
                </c:pt>
                <c:pt idx="212">
                  <c:v>48.906290528528118</c:v>
                </c:pt>
                <c:pt idx="213">
                  <c:v>48.860328030351432</c:v>
                </c:pt>
                <c:pt idx="214">
                  <c:v>48.856166331584205</c:v>
                </c:pt>
                <c:pt idx="215">
                  <c:v>48.887032178716083</c:v>
                </c:pt>
                <c:pt idx="216">
                  <c:v>48.914437124577418</c:v>
                </c:pt>
                <c:pt idx="217">
                  <c:v>48.943599935876527</c:v>
                </c:pt>
                <c:pt idx="218">
                  <c:v>48.976211628547595</c:v>
                </c:pt>
                <c:pt idx="219">
                  <c:v>48.991671202456992</c:v>
                </c:pt>
                <c:pt idx="220">
                  <c:v>49.010451000907857</c:v>
                </c:pt>
                <c:pt idx="221">
                  <c:v>49.040740689897291</c:v>
                </c:pt>
                <c:pt idx="222">
                  <c:v>49.063327819686037</c:v>
                </c:pt>
                <c:pt idx="223">
                  <c:v>49.056161260130381</c:v>
                </c:pt>
                <c:pt idx="224">
                  <c:v>49.040804156262979</c:v>
                </c:pt>
                <c:pt idx="225">
                  <c:v>49.017717655802933</c:v>
                </c:pt>
                <c:pt idx="226">
                  <c:v>49.003503076638616</c:v>
                </c:pt>
                <c:pt idx="227">
                  <c:v>49.001671205059409</c:v>
                </c:pt>
                <c:pt idx="228">
                  <c:v>49.015947559020468</c:v>
                </c:pt>
                <c:pt idx="229">
                  <c:v>49.006837224093722</c:v>
                </c:pt>
                <c:pt idx="230">
                  <c:v>49.014321668490744</c:v>
                </c:pt>
                <c:pt idx="231">
                  <c:v>48.997565832285105</c:v>
                </c:pt>
                <c:pt idx="232">
                  <c:v>49.019507791171392</c:v>
                </c:pt>
                <c:pt idx="233">
                  <c:v>49.03139356784812</c:v>
                </c:pt>
                <c:pt idx="234">
                  <c:v>49.012694476754135</c:v>
                </c:pt>
                <c:pt idx="235">
                  <c:v>48.9948362906079</c:v>
                </c:pt>
                <c:pt idx="236">
                  <c:v>48.979041460745258</c:v>
                </c:pt>
                <c:pt idx="237">
                  <c:v>48.957687907611188</c:v>
                </c:pt>
                <c:pt idx="238">
                  <c:v>48.930731292581179</c:v>
                </c:pt>
                <c:pt idx="239">
                  <c:v>48.886723922805643</c:v>
                </c:pt>
                <c:pt idx="240">
                  <c:v>48.855850967831174</c:v>
                </c:pt>
                <c:pt idx="241">
                  <c:v>48.819568228978056</c:v>
                </c:pt>
                <c:pt idx="242">
                  <c:v>48.799280087774214</c:v>
                </c:pt>
                <c:pt idx="243">
                  <c:v>48.802580631561575</c:v>
                </c:pt>
                <c:pt idx="244">
                  <c:v>48.784157103555124</c:v>
                </c:pt>
                <c:pt idx="245">
                  <c:v>48.789098371630672</c:v>
                </c:pt>
                <c:pt idx="246">
                  <c:v>48.778750865465227</c:v>
                </c:pt>
                <c:pt idx="247">
                  <c:v>48.77105430808129</c:v>
                </c:pt>
                <c:pt idx="248">
                  <c:v>48.803192231326477</c:v>
                </c:pt>
                <c:pt idx="249">
                  <c:v>48.81758670234229</c:v>
                </c:pt>
                <c:pt idx="250">
                  <c:v>48.772377131263013</c:v>
                </c:pt>
                <c:pt idx="251">
                  <c:v>48.808170225966286</c:v>
                </c:pt>
                <c:pt idx="252">
                  <c:v>48.845014744625793</c:v>
                </c:pt>
                <c:pt idx="253">
                  <c:v>48.87120179337537</c:v>
                </c:pt>
                <c:pt idx="254">
                  <c:v>48.87465405788523</c:v>
                </c:pt>
                <c:pt idx="255">
                  <c:v>48.851416910198381</c:v>
                </c:pt>
                <c:pt idx="256">
                  <c:v>48.857912437364782</c:v>
                </c:pt>
                <c:pt idx="257">
                  <c:v>48.907663334319217</c:v>
                </c:pt>
                <c:pt idx="258">
                  <c:v>48.954967116550272</c:v>
                </c:pt>
                <c:pt idx="259">
                  <c:v>49</c:v>
                </c:pt>
                <c:pt idx="260">
                  <c:v>48.9689537242688</c:v>
                </c:pt>
                <c:pt idx="261">
                  <c:v>48.888093540639879</c:v>
                </c:pt>
                <c:pt idx="262">
                  <c:v>48.919915173022133</c:v>
                </c:pt>
                <c:pt idx="263">
                  <c:v>48.937788713409574</c:v>
                </c:pt>
                <c:pt idx="264">
                  <c:v>48.88863835596154</c:v>
                </c:pt>
                <c:pt idx="265">
                  <c:v>48.868673548402882</c:v>
                </c:pt>
                <c:pt idx="266">
                  <c:v>48.90549246581697</c:v>
                </c:pt>
                <c:pt idx="267">
                  <c:v>48.900126451284834</c:v>
                </c:pt>
                <c:pt idx="268">
                  <c:v>48.842376807913105</c:v>
                </c:pt>
                <c:pt idx="269">
                  <c:v>48.776770265939362</c:v>
                </c:pt>
                <c:pt idx="270">
                  <c:v>48.737244805679715</c:v>
                </c:pt>
                <c:pt idx="271">
                  <c:v>48.752100017787498</c:v>
                </c:pt>
                <c:pt idx="272">
                  <c:v>48.703344641688616</c:v>
                </c:pt>
                <c:pt idx="273">
                  <c:v>48.688712732946939</c:v>
                </c:pt>
                <c:pt idx="274">
                  <c:v>48.715171489958649</c:v>
                </c:pt>
                <c:pt idx="275">
                  <c:v>48.651870133567591</c:v>
                </c:pt>
                <c:pt idx="276">
                  <c:v>48.617442216330069</c:v>
                </c:pt>
                <c:pt idx="277">
                  <c:v>48.637938046417432</c:v>
                </c:pt>
                <c:pt idx="278">
                  <c:v>48.81359734842664</c:v>
                </c:pt>
                <c:pt idx="279">
                  <c:v>48.787680690467219</c:v>
                </c:pt>
                <c:pt idx="280">
                  <c:v>48.716660867621329</c:v>
                </c:pt>
                <c:pt idx="281">
                  <c:v>48.703547402251061</c:v>
                </c:pt>
                <c:pt idx="282">
                  <c:v>48.820497323222263</c:v>
                </c:pt>
                <c:pt idx="283">
                  <c:v>48.86990465276449</c:v>
                </c:pt>
                <c:pt idx="284">
                  <c:v>48.902552193685167</c:v>
                </c:pt>
                <c:pt idx="285">
                  <c:v>48.817038894244803</c:v>
                </c:pt>
                <c:pt idx="286">
                  <c:v>48.809072157516816</c:v>
                </c:pt>
                <c:pt idx="287">
                  <c:v>49.032905863017007</c:v>
                </c:pt>
                <c:pt idx="288">
                  <c:v>49.149817805012326</c:v>
                </c:pt>
                <c:pt idx="289">
                  <c:v>49.244762935069907</c:v>
                </c:pt>
                <c:pt idx="290">
                  <c:v>49.220729513831373</c:v>
                </c:pt>
                <c:pt idx="291">
                  <c:v>49.22882591582519</c:v>
                </c:pt>
                <c:pt idx="292">
                  <c:v>49.220945253932477</c:v>
                </c:pt>
                <c:pt idx="293">
                  <c:v>49.22706860340034</c:v>
                </c:pt>
                <c:pt idx="294">
                  <c:v>49.387301463480398</c:v>
                </c:pt>
                <c:pt idx="295">
                  <c:v>49.452668014109769</c:v>
                </c:pt>
                <c:pt idx="296">
                  <c:v>49.473073930801561</c:v>
                </c:pt>
                <c:pt idx="297">
                  <c:v>49.553353320738516</c:v>
                </c:pt>
                <c:pt idx="298">
                  <c:v>49.563240476174059</c:v>
                </c:pt>
                <c:pt idx="299">
                  <c:v>49.595675139648776</c:v>
                </c:pt>
                <c:pt idx="300">
                  <c:v>49.677426715052484</c:v>
                </c:pt>
                <c:pt idx="301">
                  <c:v>49.64368996638072</c:v>
                </c:pt>
                <c:pt idx="302">
                  <c:v>49.546241867294334</c:v>
                </c:pt>
                <c:pt idx="303">
                  <c:v>49.513315900631</c:v>
                </c:pt>
                <c:pt idx="304">
                  <c:v>49.608710565136271</c:v>
                </c:pt>
                <c:pt idx="305">
                  <c:v>49.769330306552632</c:v>
                </c:pt>
                <c:pt idx="306">
                  <c:v>49.827284955068677</c:v>
                </c:pt>
                <c:pt idx="307">
                  <c:v>49.854596962228442</c:v>
                </c:pt>
                <c:pt idx="308">
                  <c:v>49.889295010014742</c:v>
                </c:pt>
                <c:pt idx="309">
                  <c:v>49.8312030841726</c:v>
                </c:pt>
                <c:pt idx="310">
                  <c:v>49.788919065322283</c:v>
                </c:pt>
                <c:pt idx="311">
                  <c:v>49.638213902276505</c:v>
                </c:pt>
                <c:pt idx="312">
                  <c:v>49.620776819207585</c:v>
                </c:pt>
                <c:pt idx="313">
                  <c:v>49.857487463196989</c:v>
                </c:pt>
                <c:pt idx="314">
                  <c:v>49.886767155404314</c:v>
                </c:pt>
                <c:pt idx="315">
                  <c:v>49.902510847836481</c:v>
                </c:pt>
                <c:pt idx="316">
                  <c:v>49.880166067829578</c:v>
                </c:pt>
                <c:pt idx="317">
                  <c:v>49.922982735717206</c:v>
                </c:pt>
                <c:pt idx="318">
                  <c:v>49.947095205273847</c:v>
                </c:pt>
                <c:pt idx="319">
                  <c:v>49.971070267383702</c:v>
                </c:pt>
                <c:pt idx="320">
                  <c:v>49.959706437317678</c:v>
                </c:pt>
                <c:pt idx="321">
                  <c:v>50.074916465771167</c:v>
                </c:pt>
                <c:pt idx="322">
                  <c:v>50.116801859893073</c:v>
                </c:pt>
                <c:pt idx="323">
                  <c:v>50.145683577975412</c:v>
                </c:pt>
                <c:pt idx="324">
                  <c:v>50.196018814410557</c:v>
                </c:pt>
                <c:pt idx="325">
                  <c:v>50.24503963671345</c:v>
                </c:pt>
                <c:pt idx="326">
                  <c:v>50.304314229490998</c:v>
                </c:pt>
                <c:pt idx="327">
                  <c:v>50.337481862802569</c:v>
                </c:pt>
                <c:pt idx="328">
                  <c:v>50.395653877928318</c:v>
                </c:pt>
                <c:pt idx="329">
                  <c:v>50.412252658463252</c:v>
                </c:pt>
                <c:pt idx="330">
                  <c:v>50.429823245358307</c:v>
                </c:pt>
                <c:pt idx="331">
                  <c:v>50.448679880075574</c:v>
                </c:pt>
                <c:pt idx="332">
                  <c:v>50.432805676593098</c:v>
                </c:pt>
                <c:pt idx="333">
                  <c:v>50.40913503183338</c:v>
                </c:pt>
                <c:pt idx="334">
                  <c:v>50.370878963947852</c:v>
                </c:pt>
                <c:pt idx="335">
                  <c:v>50.311627142290753</c:v>
                </c:pt>
                <c:pt idx="336">
                  <c:v>50.25469244478947</c:v>
                </c:pt>
                <c:pt idx="337">
                  <c:v>50.203603809569415</c:v>
                </c:pt>
                <c:pt idx="338">
                  <c:v>50.161964148367254</c:v>
                </c:pt>
                <c:pt idx="339">
                  <c:v>50.114398400660598</c:v>
                </c:pt>
                <c:pt idx="340">
                  <c:v>50.027524299062627</c:v>
                </c:pt>
                <c:pt idx="341">
                  <c:v>50.038584947925052</c:v>
                </c:pt>
                <c:pt idx="342">
                  <c:v>50.03571624217178</c:v>
                </c:pt>
                <c:pt idx="343">
                  <c:v>50.005166572047244</c:v>
                </c:pt>
                <c:pt idx="344">
                  <c:v>50.088470161959918</c:v>
                </c:pt>
                <c:pt idx="345">
                  <c:v>50.191515012088864</c:v>
                </c:pt>
                <c:pt idx="346">
                  <c:v>50.256891419360372</c:v>
                </c:pt>
                <c:pt idx="347">
                  <c:v>50.351670482889588</c:v>
                </c:pt>
                <c:pt idx="348">
                  <c:v>50.41757836811221</c:v>
                </c:pt>
                <c:pt idx="349">
                  <c:v>50.369777036899499</c:v>
                </c:pt>
                <c:pt idx="350">
                  <c:v>50.367248076263216</c:v>
                </c:pt>
                <c:pt idx="351">
                  <c:v>50.453195848681617</c:v>
                </c:pt>
                <c:pt idx="352">
                  <c:v>50.496112514318156</c:v>
                </c:pt>
                <c:pt idx="353">
                  <c:v>50.509478901776191</c:v>
                </c:pt>
                <c:pt idx="354">
                  <c:v>50.491968495699453</c:v>
                </c:pt>
                <c:pt idx="355">
                  <c:v>50.419517556729048</c:v>
                </c:pt>
                <c:pt idx="356">
                  <c:v>50.478395932010905</c:v>
                </c:pt>
                <c:pt idx="357">
                  <c:v>50.534741052673766</c:v>
                </c:pt>
                <c:pt idx="358">
                  <c:v>50.414197442269682</c:v>
                </c:pt>
                <c:pt idx="359">
                  <c:v>50.534237225368905</c:v>
                </c:pt>
                <c:pt idx="360">
                  <c:v>50.71417748175611</c:v>
                </c:pt>
                <c:pt idx="361">
                  <c:v>50.721712835872403</c:v>
                </c:pt>
                <c:pt idx="362">
                  <c:v>50.699063183092953</c:v>
                </c:pt>
                <c:pt idx="363">
                  <c:v>50.626678020130456</c:v>
                </c:pt>
                <c:pt idx="364">
                  <c:v>50.594587330695099</c:v>
                </c:pt>
                <c:pt idx="365">
                  <c:v>50.526347292377153</c:v>
                </c:pt>
                <c:pt idx="366">
                  <c:v>50.425970566960565</c:v>
                </c:pt>
                <c:pt idx="367">
                  <c:v>50.346776253442833</c:v>
                </c:pt>
                <c:pt idx="368">
                  <c:v>50.306855486532314</c:v>
                </c:pt>
                <c:pt idx="369">
                  <c:v>50.212569775592563</c:v>
                </c:pt>
                <c:pt idx="370">
                  <c:v>50.187543013020012</c:v>
                </c:pt>
                <c:pt idx="371">
                  <c:v>50.103406650702595</c:v>
                </c:pt>
                <c:pt idx="372">
                  <c:v>49.998182018804265</c:v>
                </c:pt>
                <c:pt idx="373">
                  <c:v>49.877559164901037</c:v>
                </c:pt>
                <c:pt idx="374">
                  <c:v>49.770507378298447</c:v>
                </c:pt>
                <c:pt idx="375">
                  <c:v>49.693499938127616</c:v>
                </c:pt>
                <c:pt idx="376">
                  <c:v>49.602932068022412</c:v>
                </c:pt>
                <c:pt idx="377">
                  <c:v>49.536228202019657</c:v>
                </c:pt>
                <c:pt idx="378">
                  <c:v>49.440298416184</c:v>
                </c:pt>
                <c:pt idx="379">
                  <c:v>49.318918780357969</c:v>
                </c:pt>
                <c:pt idx="380">
                  <c:v>49.192685577800269</c:v>
                </c:pt>
                <c:pt idx="381">
                  <c:v>49.049689642640445</c:v>
                </c:pt>
                <c:pt idx="382">
                  <c:v>48.939228108462878</c:v>
                </c:pt>
                <c:pt idx="383">
                  <c:v>48.807293423973668</c:v>
                </c:pt>
                <c:pt idx="384">
                  <c:v>48.731098929067699</c:v>
                </c:pt>
                <c:pt idx="385">
                  <c:v>48.660807879666471</c:v>
                </c:pt>
                <c:pt idx="386">
                  <c:v>48.633077908590998</c:v>
                </c:pt>
                <c:pt idx="387">
                  <c:v>48.599985566362655</c:v>
                </c:pt>
                <c:pt idx="388">
                  <c:v>48.575275745256484</c:v>
                </c:pt>
                <c:pt idx="389">
                  <c:v>48.540061785206397</c:v>
                </c:pt>
                <c:pt idx="390">
                  <c:v>48.535349806048607</c:v>
                </c:pt>
                <c:pt idx="391">
                  <c:v>48.569953678986799</c:v>
                </c:pt>
                <c:pt idx="392">
                  <c:v>48.743515549357184</c:v>
                </c:pt>
                <c:pt idx="393">
                  <c:v>48.85371532950527</c:v>
                </c:pt>
                <c:pt idx="394">
                  <c:v>48.929846179129605</c:v>
                </c:pt>
                <c:pt idx="395">
                  <c:v>48.941525486804267</c:v>
                </c:pt>
                <c:pt idx="396">
                  <c:v>48.894500488147763</c:v>
                </c:pt>
                <c:pt idx="397">
                  <c:v>48.838031817891412</c:v>
                </c:pt>
                <c:pt idx="398">
                  <c:v>48.76454298751635</c:v>
                </c:pt>
                <c:pt idx="399">
                  <c:v>48.697722159279955</c:v>
                </c:pt>
                <c:pt idx="400">
                  <c:v>48.643108505820237</c:v>
                </c:pt>
                <c:pt idx="401">
                  <c:v>48.62058476107174</c:v>
                </c:pt>
                <c:pt idx="402">
                  <c:v>48.579858189269132</c:v>
                </c:pt>
                <c:pt idx="403">
                  <c:v>48.521629587909082</c:v>
                </c:pt>
                <c:pt idx="404">
                  <c:v>48.47206085991818</c:v>
                </c:pt>
                <c:pt idx="405">
                  <c:v>48.43871478234778</c:v>
                </c:pt>
                <c:pt idx="406">
                  <c:v>48.387055437789101</c:v>
                </c:pt>
                <c:pt idx="407">
                  <c:v>48.317946502310356</c:v>
                </c:pt>
                <c:pt idx="408">
                  <c:v>48.265388162049184</c:v>
                </c:pt>
                <c:pt idx="409">
                  <c:v>48.240541136809803</c:v>
                </c:pt>
                <c:pt idx="410">
                  <c:v>48.19432699742088</c:v>
                </c:pt>
                <c:pt idx="411">
                  <c:v>48.166765292726659</c:v>
                </c:pt>
                <c:pt idx="412">
                  <c:v>48.136580619265175</c:v>
                </c:pt>
                <c:pt idx="413">
                  <c:v>48.105019927658105</c:v>
                </c:pt>
                <c:pt idx="414">
                  <c:v>48.094037883890188</c:v>
                </c:pt>
                <c:pt idx="415">
                  <c:v>48.105302753106535</c:v>
                </c:pt>
                <c:pt idx="416">
                  <c:v>48.121453678563903</c:v>
                </c:pt>
                <c:pt idx="417">
                  <c:v>48.115795492258272</c:v>
                </c:pt>
                <c:pt idx="418">
                  <c:v>48.06282914383889</c:v>
                </c:pt>
                <c:pt idx="419">
                  <c:v>48.041249645024664</c:v>
                </c:pt>
                <c:pt idx="420">
                  <c:v>48.04795605868884</c:v>
                </c:pt>
                <c:pt idx="421">
                  <c:v>48.084016990817901</c:v>
                </c:pt>
                <c:pt idx="422">
                  <c:v>48.052291407834929</c:v>
                </c:pt>
                <c:pt idx="423">
                  <c:v>48.032657832145581</c:v>
                </c:pt>
                <c:pt idx="424">
                  <c:v>48.036491122052489</c:v>
                </c:pt>
                <c:pt idx="425">
                  <c:v>48.02824222013691</c:v>
                </c:pt>
                <c:pt idx="426">
                  <c:v>48.000702263895846</c:v>
                </c:pt>
                <c:pt idx="427">
                  <c:v>47.997973913000841</c:v>
                </c:pt>
                <c:pt idx="428">
                  <c:v>48.005208299617166</c:v>
                </c:pt>
                <c:pt idx="429">
                  <c:v>47.996740327324119</c:v>
                </c:pt>
                <c:pt idx="430">
                  <c:v>47.938999855427781</c:v>
                </c:pt>
                <c:pt idx="431">
                  <c:v>47.953071567159256</c:v>
                </c:pt>
                <c:pt idx="432">
                  <c:v>47.969890023946107</c:v>
                </c:pt>
                <c:pt idx="433">
                  <c:v>48.005115082884274</c:v>
                </c:pt>
                <c:pt idx="434">
                  <c:v>48.079987467222601</c:v>
                </c:pt>
                <c:pt idx="435">
                  <c:v>48.347601326362465</c:v>
                </c:pt>
                <c:pt idx="436">
                  <c:v>47.970927622579218</c:v>
                </c:pt>
                <c:pt idx="437">
                  <c:v>47.862129443047394</c:v>
                </c:pt>
                <c:pt idx="438">
                  <c:v>48.06153643892663</c:v>
                </c:pt>
                <c:pt idx="439">
                  <c:v>48.22130233559804</c:v>
                </c:pt>
                <c:pt idx="440">
                  <c:v>48.106082218724943</c:v>
                </c:pt>
                <c:pt idx="441">
                  <c:v>48.086781281834838</c:v>
                </c:pt>
                <c:pt idx="442">
                  <c:v>48.146730871616356</c:v>
                </c:pt>
                <c:pt idx="443">
                  <c:v>48.275903275859896</c:v>
                </c:pt>
                <c:pt idx="444">
                  <c:v>48.258480453205152</c:v>
                </c:pt>
                <c:pt idx="445">
                  <c:v>48.335539844060769</c:v>
                </c:pt>
                <c:pt idx="446">
                  <c:v>48.30035399414561</c:v>
                </c:pt>
                <c:pt idx="447">
                  <c:v>48.223402699018614</c:v>
                </c:pt>
                <c:pt idx="448">
                  <c:v>48.231922373445592</c:v>
                </c:pt>
                <c:pt idx="449">
                  <c:v>48.248133833486897</c:v>
                </c:pt>
                <c:pt idx="450">
                  <c:v>48.28912352558622</c:v>
                </c:pt>
                <c:pt idx="451">
                  <c:v>48.285475681549393</c:v>
                </c:pt>
                <c:pt idx="452">
                  <c:v>48.282500097915815</c:v>
                </c:pt>
                <c:pt idx="453">
                  <c:v>48.277809068188837</c:v>
                </c:pt>
                <c:pt idx="454">
                  <c:v>48.303117216749705</c:v>
                </c:pt>
                <c:pt idx="455">
                  <c:v>48.29213915792787</c:v>
                </c:pt>
                <c:pt idx="456">
                  <c:v>48.341449990780951</c:v>
                </c:pt>
                <c:pt idx="457">
                  <c:v>48.405789173516325</c:v>
                </c:pt>
                <c:pt idx="458">
                  <c:v>48.348951993338339</c:v>
                </c:pt>
                <c:pt idx="459">
                  <c:v>48.358770794749837</c:v>
                </c:pt>
                <c:pt idx="460">
                  <c:v>48.426152516345432</c:v>
                </c:pt>
                <c:pt idx="461">
                  <c:v>48.445956600456491</c:v>
                </c:pt>
                <c:pt idx="462">
                  <c:v>48.443634206412796</c:v>
                </c:pt>
                <c:pt idx="463">
                  <c:v>48.473138486928008</c:v>
                </c:pt>
                <c:pt idx="464">
                  <c:v>48.455050621501947</c:v>
                </c:pt>
                <c:pt idx="465">
                  <c:v>48.433399571811847</c:v>
                </c:pt>
                <c:pt idx="466">
                  <c:v>48.443646909444979</c:v>
                </c:pt>
                <c:pt idx="467">
                  <c:v>48.452469466204604</c:v>
                </c:pt>
                <c:pt idx="468">
                  <c:v>48.4626732378048</c:v>
                </c:pt>
                <c:pt idx="469">
                  <c:v>48.472530904639363</c:v>
                </c:pt>
                <c:pt idx="470">
                  <c:v>48.473738229445189</c:v>
                </c:pt>
                <c:pt idx="471">
                  <c:v>48.51941830066805</c:v>
                </c:pt>
                <c:pt idx="472">
                  <c:v>48.520150197009229</c:v>
                </c:pt>
                <c:pt idx="473">
                  <c:v>48.516837535732769</c:v>
                </c:pt>
                <c:pt idx="474">
                  <c:v>48.540146038352034</c:v>
                </c:pt>
                <c:pt idx="475">
                  <c:v>48.527541165956833</c:v>
                </c:pt>
                <c:pt idx="476">
                  <c:v>48.521476777425832</c:v>
                </c:pt>
                <c:pt idx="477">
                  <c:v>48.528146519928697</c:v>
                </c:pt>
                <c:pt idx="478">
                  <c:v>48.573134853307792</c:v>
                </c:pt>
                <c:pt idx="479">
                  <c:v>48.580731608123848</c:v>
                </c:pt>
                <c:pt idx="480">
                  <c:v>48.598940371934376</c:v>
                </c:pt>
                <c:pt idx="481">
                  <c:v>48.605218207189353</c:v>
                </c:pt>
                <c:pt idx="482">
                  <c:v>48.597853327439729</c:v>
                </c:pt>
                <c:pt idx="483">
                  <c:v>48.605151780578005</c:v>
                </c:pt>
                <c:pt idx="484">
                  <c:v>48.60668866855697</c:v>
                </c:pt>
                <c:pt idx="485">
                  <c:v>48.644294084206045</c:v>
                </c:pt>
                <c:pt idx="486">
                  <c:v>48.638891245519133</c:v>
                </c:pt>
                <c:pt idx="487">
                  <c:v>48.631602307456184</c:v>
                </c:pt>
                <c:pt idx="488">
                  <c:v>48.640678632088047</c:v>
                </c:pt>
                <c:pt idx="489">
                  <c:v>48.643834937092507</c:v>
                </c:pt>
                <c:pt idx="490">
                  <c:v>48.653166460924169</c:v>
                </c:pt>
                <c:pt idx="491">
                  <c:v>48.676583907089665</c:v>
                </c:pt>
                <c:pt idx="492">
                  <c:v>48.670047180460351</c:v>
                </c:pt>
                <c:pt idx="493">
                  <c:v>48.648059760658604</c:v>
                </c:pt>
                <c:pt idx="494">
                  <c:v>48.65017799534246</c:v>
                </c:pt>
                <c:pt idx="495">
                  <c:v>48.671910297269818</c:v>
                </c:pt>
                <c:pt idx="496">
                  <c:v>48.681548564358927</c:v>
                </c:pt>
                <c:pt idx="497">
                  <c:v>48.702680635816527</c:v>
                </c:pt>
                <c:pt idx="498">
                  <c:v>48.713347441885823</c:v>
                </c:pt>
                <c:pt idx="499">
                  <c:v>48.739346433710729</c:v>
                </c:pt>
                <c:pt idx="500">
                  <c:v>48.748457988518936</c:v>
                </c:pt>
                <c:pt idx="501">
                  <c:v>48.754743403303998</c:v>
                </c:pt>
                <c:pt idx="502">
                  <c:v>48.734077749453398</c:v>
                </c:pt>
                <c:pt idx="503">
                  <c:v>48.740843830060825</c:v>
                </c:pt>
                <c:pt idx="504">
                  <c:v>48.755579217279823</c:v>
                </c:pt>
                <c:pt idx="505">
                  <c:v>48.765907595704093</c:v>
                </c:pt>
                <c:pt idx="506">
                  <c:v>48.806357986345915</c:v>
                </c:pt>
                <c:pt idx="507">
                  <c:v>48.832623514135598</c:v>
                </c:pt>
                <c:pt idx="508">
                  <c:v>48.854425560751856</c:v>
                </c:pt>
                <c:pt idx="509">
                  <c:v>48.880584503432779</c:v>
                </c:pt>
                <c:pt idx="510">
                  <c:v>48.902881496616928</c:v>
                </c:pt>
                <c:pt idx="511">
                  <c:v>48.947797954580857</c:v>
                </c:pt>
                <c:pt idx="512">
                  <c:v>48.993178325328529</c:v>
                </c:pt>
                <c:pt idx="513">
                  <c:v>49.041857841066168</c:v>
                </c:pt>
                <c:pt idx="514">
                  <c:v>49.093908165762826</c:v>
                </c:pt>
                <c:pt idx="515">
                  <c:v>49.118242653743778</c:v>
                </c:pt>
                <c:pt idx="516">
                  <c:v>49.160106545421947</c:v>
                </c:pt>
                <c:pt idx="517">
                  <c:v>49.204556976140942</c:v>
                </c:pt>
                <c:pt idx="518">
                  <c:v>49.248857995779666</c:v>
                </c:pt>
                <c:pt idx="519">
                  <c:v>49.294638585234189</c:v>
                </c:pt>
                <c:pt idx="520">
                  <c:v>49.324041696914307</c:v>
                </c:pt>
                <c:pt idx="521">
                  <c:v>49.368365878035533</c:v>
                </c:pt>
                <c:pt idx="522">
                  <c:v>49.419731410080161</c:v>
                </c:pt>
                <c:pt idx="523">
                  <c:v>49.418937836532763</c:v>
                </c:pt>
                <c:pt idx="524">
                  <c:v>49.401907120373224</c:v>
                </c:pt>
                <c:pt idx="525">
                  <c:v>49.433925300055058</c:v>
                </c:pt>
                <c:pt idx="526">
                  <c:v>49.441904105476873</c:v>
                </c:pt>
                <c:pt idx="527">
                  <c:v>49.451476596558074</c:v>
                </c:pt>
                <c:pt idx="528">
                  <c:v>49.48018154568544</c:v>
                </c:pt>
                <c:pt idx="529">
                  <c:v>49.453538814285643</c:v>
                </c:pt>
                <c:pt idx="530">
                  <c:v>49.400828419867715</c:v>
                </c:pt>
                <c:pt idx="531">
                  <c:v>49.349824265504502</c:v>
                </c:pt>
                <c:pt idx="532">
                  <c:v>49.369237491465711</c:v>
                </c:pt>
                <c:pt idx="533">
                  <c:v>49.35648166280707</c:v>
                </c:pt>
                <c:pt idx="534">
                  <c:v>49.344707724861891</c:v>
                </c:pt>
                <c:pt idx="535">
                  <c:v>49.316873998802635</c:v>
                </c:pt>
                <c:pt idx="536">
                  <c:v>49.300897455398861</c:v>
                </c:pt>
                <c:pt idx="537">
                  <c:v>49.27620598130973</c:v>
                </c:pt>
                <c:pt idx="538">
                  <c:v>49.310869384462784</c:v>
                </c:pt>
                <c:pt idx="539">
                  <c:v>49.350298002400208</c:v>
                </c:pt>
                <c:pt idx="540">
                  <c:v>49.391566461808999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8022-4DA3-A5C1-DAA90C22AF82}"/>
            </c:ext>
          </c:extLst>
        </c:ser>
        <c:ser>
          <c:idx val="24"/>
          <c:order val="24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plot!$Z$2:$Z$542</c:f>
              <c:numCache>
                <c:formatCode>General</c:formatCode>
                <c:ptCount val="541"/>
                <c:pt idx="0">
                  <c:v>49.994924497488697</c:v>
                </c:pt>
                <c:pt idx="1">
                  <c:v>49.911814910811238</c:v>
                </c:pt>
                <c:pt idx="2">
                  <c:v>50.096202438964824</c:v>
                </c:pt>
                <c:pt idx="3">
                  <c:v>50.249157849505373</c:v>
                </c:pt>
                <c:pt idx="4">
                  <c:v>50.197692017475212</c:v>
                </c:pt>
                <c:pt idx="5">
                  <c:v>50.155050293568465</c:v>
                </c:pt>
                <c:pt idx="6">
                  <c:v>50.20850055680858</c:v>
                </c:pt>
                <c:pt idx="7">
                  <c:v>50.304332670897196</c:v>
                </c:pt>
                <c:pt idx="8">
                  <c:v>50.33782874408255</c:v>
                </c:pt>
                <c:pt idx="9">
                  <c:v>50.248802555494855</c:v>
                </c:pt>
                <c:pt idx="10">
                  <c:v>50.252244919543735</c:v>
                </c:pt>
                <c:pt idx="11">
                  <c:v>50.286898886061003</c:v>
                </c:pt>
                <c:pt idx="12">
                  <c:v>50.339135581421807</c:v>
                </c:pt>
                <c:pt idx="13">
                  <c:v>50.31521756552953</c:v>
                </c:pt>
                <c:pt idx="14">
                  <c:v>50.27474399962793</c:v>
                </c:pt>
                <c:pt idx="15">
                  <c:v>50.23579774874154</c:v>
                </c:pt>
                <c:pt idx="16">
                  <c:v>50.219132391770351</c:v>
                </c:pt>
                <c:pt idx="17">
                  <c:v>50.211156819597235</c:v>
                </c:pt>
                <c:pt idx="18">
                  <c:v>50.222021181380768</c:v>
                </c:pt>
                <c:pt idx="19">
                  <c:v>50.226189326023395</c:v>
                </c:pt>
                <c:pt idx="20">
                  <c:v>50.235068359320152</c:v>
                </c:pt>
                <c:pt idx="21">
                  <c:v>50.251819093659385</c:v>
                </c:pt>
                <c:pt idx="22">
                  <c:v>50.279376590526688</c:v>
                </c:pt>
                <c:pt idx="23">
                  <c:v>50.286276282440873</c:v>
                </c:pt>
                <c:pt idx="24">
                  <c:v>50.295508752089333</c:v>
                </c:pt>
                <c:pt idx="25">
                  <c:v>50.300152607263193</c:v>
                </c:pt>
                <c:pt idx="26">
                  <c:v>50.290721048651633</c:v>
                </c:pt>
                <c:pt idx="27">
                  <c:v>50.285154122418625</c:v>
                </c:pt>
                <c:pt idx="28">
                  <c:v>50.284502498302629</c:v>
                </c:pt>
                <c:pt idx="29">
                  <c:v>50.294749099788795</c:v>
                </c:pt>
                <c:pt idx="30">
                  <c:v>50.30138705506981</c:v>
                </c:pt>
                <c:pt idx="31">
                  <c:v>50.305535771204333</c:v>
                </c:pt>
                <c:pt idx="32">
                  <c:v>50.317088326557204</c:v>
                </c:pt>
                <c:pt idx="33">
                  <c:v>50.339155648869891</c:v>
                </c:pt>
                <c:pt idx="34">
                  <c:v>50.367075259051511</c:v>
                </c:pt>
                <c:pt idx="35">
                  <c:v>50.388675808104459</c:v>
                </c:pt>
                <c:pt idx="36">
                  <c:v>50.410378847862177</c:v>
                </c:pt>
                <c:pt idx="37">
                  <c:v>50.418565317555689</c:v>
                </c:pt>
                <c:pt idx="38">
                  <c:v>50.434684921186992</c:v>
                </c:pt>
                <c:pt idx="39">
                  <c:v>50.438121866078312</c:v>
                </c:pt>
                <c:pt idx="40">
                  <c:v>50.442550871769704</c:v>
                </c:pt>
                <c:pt idx="41">
                  <c:v>50.456961539726066</c:v>
                </c:pt>
                <c:pt idx="42">
                  <c:v>50.477073066777464</c:v>
                </c:pt>
                <c:pt idx="43">
                  <c:v>50.502012613590118</c:v>
                </c:pt>
                <c:pt idx="44">
                  <c:v>50.5284847486448</c:v>
                </c:pt>
                <c:pt idx="45">
                  <c:v>50.556816751195008</c:v>
                </c:pt>
                <c:pt idx="46">
                  <c:v>50.58264983584133</c:v>
                </c:pt>
                <c:pt idx="47">
                  <c:v>50.610813473764246</c:v>
                </c:pt>
                <c:pt idx="48">
                  <c:v>50.624247084177711</c:v>
                </c:pt>
                <c:pt idx="49">
                  <c:v>50.631057647909557</c:v>
                </c:pt>
                <c:pt idx="50">
                  <c:v>50.621669063927385</c:v>
                </c:pt>
                <c:pt idx="51">
                  <c:v>50.614494541054626</c:v>
                </c:pt>
                <c:pt idx="52">
                  <c:v>50.614491338466607</c:v>
                </c:pt>
                <c:pt idx="53">
                  <c:v>50.611064711272647</c:v>
                </c:pt>
                <c:pt idx="54">
                  <c:v>50.59727255298769</c:v>
                </c:pt>
                <c:pt idx="55">
                  <c:v>50.595114797477486</c:v>
                </c:pt>
                <c:pt idx="56">
                  <c:v>50.58608162188397</c:v>
                </c:pt>
                <c:pt idx="57">
                  <c:v>50.579033908875736</c:v>
                </c:pt>
                <c:pt idx="58">
                  <c:v>50.575111511590627</c:v>
                </c:pt>
                <c:pt idx="59">
                  <c:v>50.571912820316385</c:v>
                </c:pt>
                <c:pt idx="60">
                  <c:v>50.57943427970703</c:v>
                </c:pt>
                <c:pt idx="61">
                  <c:v>50.592721564978241</c:v>
                </c:pt>
                <c:pt idx="62">
                  <c:v>50.601173683826254</c:v>
                </c:pt>
                <c:pt idx="63">
                  <c:v>50.615029389030134</c:v>
                </c:pt>
                <c:pt idx="64">
                  <c:v>50.623262264697338</c:v>
                </c:pt>
                <c:pt idx="65">
                  <c:v>50.634285288686335</c:v>
                </c:pt>
                <c:pt idx="66">
                  <c:v>50.651512546036017</c:v>
                </c:pt>
                <c:pt idx="67">
                  <c:v>50.668314679546519</c:v>
                </c:pt>
                <c:pt idx="68">
                  <c:v>50.687767136070363</c:v>
                </c:pt>
                <c:pt idx="69">
                  <c:v>50.705671228056516</c:v>
                </c:pt>
                <c:pt idx="70">
                  <c:v>50.726717942362129</c:v>
                </c:pt>
                <c:pt idx="71">
                  <c:v>50.739397714040003</c:v>
                </c:pt>
                <c:pt idx="72">
                  <c:v>50.748148225744153</c:v>
                </c:pt>
                <c:pt idx="73">
                  <c:v>50.759494726899383</c:v>
                </c:pt>
                <c:pt idx="74">
                  <c:v>50.774430493080551</c:v>
                </c:pt>
                <c:pt idx="75">
                  <c:v>50.783870097602893</c:v>
                </c:pt>
                <c:pt idx="76">
                  <c:v>50.79165853924502</c:v>
                </c:pt>
                <c:pt idx="77">
                  <c:v>50.796690104772907</c:v>
                </c:pt>
                <c:pt idx="78">
                  <c:v>50.806472780620702</c:v>
                </c:pt>
                <c:pt idx="79">
                  <c:v>50.821577195402483</c:v>
                </c:pt>
                <c:pt idx="80">
                  <c:v>50.842888478186339</c:v>
                </c:pt>
                <c:pt idx="81">
                  <c:v>50.862175819999784</c:v>
                </c:pt>
                <c:pt idx="82">
                  <c:v>50.876095561187761</c:v>
                </c:pt>
                <c:pt idx="83">
                  <c:v>50.890464390408034</c:v>
                </c:pt>
                <c:pt idx="84">
                  <c:v>50.899987719731456</c:v>
                </c:pt>
                <c:pt idx="85">
                  <c:v>50.902328385613558</c:v>
                </c:pt>
                <c:pt idx="86">
                  <c:v>50.894784350343819</c:v>
                </c:pt>
                <c:pt idx="87">
                  <c:v>50.887705400270178</c:v>
                </c:pt>
                <c:pt idx="88">
                  <c:v>50.879961826412917</c:v>
                </c:pt>
                <c:pt idx="89">
                  <c:v>50.869546473780204</c:v>
                </c:pt>
                <c:pt idx="90">
                  <c:v>50.857595961369277</c:v>
                </c:pt>
                <c:pt idx="91">
                  <c:v>50.834558089235649</c:v>
                </c:pt>
                <c:pt idx="92">
                  <c:v>50.808539065168659</c:v>
                </c:pt>
                <c:pt idx="93">
                  <c:v>50.785562405062194</c:v>
                </c:pt>
                <c:pt idx="94">
                  <c:v>50.765557904400573</c:v>
                </c:pt>
                <c:pt idx="95">
                  <c:v>50.742102323286716</c:v>
                </c:pt>
                <c:pt idx="96">
                  <c:v>50.722644439717165</c:v>
                </c:pt>
                <c:pt idx="97">
                  <c:v>50.702749552757794</c:v>
                </c:pt>
                <c:pt idx="98">
                  <c:v>50.679083184557605</c:v>
                </c:pt>
                <c:pt idx="99">
                  <c:v>50.652048435247046</c:v>
                </c:pt>
                <c:pt idx="100">
                  <c:v>50.621489703222004</c:v>
                </c:pt>
                <c:pt idx="101">
                  <c:v>50.589782709293544</c:v>
                </c:pt>
                <c:pt idx="102">
                  <c:v>50.563759188982289</c:v>
                </c:pt>
                <c:pt idx="103">
                  <c:v>50.544238894387107</c:v>
                </c:pt>
                <c:pt idx="104">
                  <c:v>50.525024896572184</c:v>
                </c:pt>
                <c:pt idx="105">
                  <c:v>50.502098657506657</c:v>
                </c:pt>
                <c:pt idx="106">
                  <c:v>50.476032304552682</c:v>
                </c:pt>
                <c:pt idx="107">
                  <c:v>50.455563980798608</c:v>
                </c:pt>
                <c:pt idx="108">
                  <c:v>50.433481568459122</c:v>
                </c:pt>
                <c:pt idx="109">
                  <c:v>50.413981506963118</c:v>
                </c:pt>
                <c:pt idx="110">
                  <c:v>50.388868957292246</c:v>
                </c:pt>
                <c:pt idx="111">
                  <c:v>50.361285216557107</c:v>
                </c:pt>
                <c:pt idx="112">
                  <c:v>50.344357432739812</c:v>
                </c:pt>
                <c:pt idx="113">
                  <c:v>50.324988085741516</c:v>
                </c:pt>
                <c:pt idx="114">
                  <c:v>50.311767053023942</c:v>
                </c:pt>
                <c:pt idx="115">
                  <c:v>50.307507642510906</c:v>
                </c:pt>
                <c:pt idx="116">
                  <c:v>50.304860088237454</c:v>
                </c:pt>
                <c:pt idx="117">
                  <c:v>50.305832562766462</c:v>
                </c:pt>
                <c:pt idx="118">
                  <c:v>50.298831736908937</c:v>
                </c:pt>
                <c:pt idx="119">
                  <c:v>50.293559306787046</c:v>
                </c:pt>
                <c:pt idx="120">
                  <c:v>50.294192938037845</c:v>
                </c:pt>
                <c:pt idx="121">
                  <c:v>50.305536512690232</c:v>
                </c:pt>
                <c:pt idx="122">
                  <c:v>50.31988594495499</c:v>
                </c:pt>
                <c:pt idx="123">
                  <c:v>50.317542242135971</c:v>
                </c:pt>
                <c:pt idx="124">
                  <c:v>50.322359352588784</c:v>
                </c:pt>
                <c:pt idx="125">
                  <c:v>50.32784668741018</c:v>
                </c:pt>
                <c:pt idx="126">
                  <c:v>50.342540484656638</c:v>
                </c:pt>
                <c:pt idx="127">
                  <c:v>50.349900244904902</c:v>
                </c:pt>
                <c:pt idx="128">
                  <c:v>50.352655748481425</c:v>
                </c:pt>
                <c:pt idx="129">
                  <c:v>50.379388492164132</c:v>
                </c:pt>
                <c:pt idx="130">
                  <c:v>50.412439681699986</c:v>
                </c:pt>
                <c:pt idx="131">
                  <c:v>50.422751857359067</c:v>
                </c:pt>
                <c:pt idx="132">
                  <c:v>50.437892431410503</c:v>
                </c:pt>
                <c:pt idx="133">
                  <c:v>50.438545538498296</c:v>
                </c:pt>
                <c:pt idx="134">
                  <c:v>50.446228468275038</c:v>
                </c:pt>
                <c:pt idx="135">
                  <c:v>50.464608278680565</c:v>
                </c:pt>
                <c:pt idx="136">
                  <c:v>50.474500016060269</c:v>
                </c:pt>
                <c:pt idx="137">
                  <c:v>50.508723139831176</c:v>
                </c:pt>
                <c:pt idx="138">
                  <c:v>50.531385741219907</c:v>
                </c:pt>
                <c:pt idx="139">
                  <c:v>50.595908140057411</c:v>
                </c:pt>
                <c:pt idx="140">
                  <c:v>50.653697026591075</c:v>
                </c:pt>
                <c:pt idx="141">
                  <c:v>50.705754211371691</c:v>
                </c:pt>
                <c:pt idx="142">
                  <c:v>50.730945563639402</c:v>
                </c:pt>
                <c:pt idx="143">
                  <c:v>50.783758085903699</c:v>
                </c:pt>
                <c:pt idx="144">
                  <c:v>50.814713970395715</c:v>
                </c:pt>
                <c:pt idx="145">
                  <c:v>50.837658920147902</c:v>
                </c:pt>
                <c:pt idx="146">
                  <c:v>50.887767022481036</c:v>
                </c:pt>
                <c:pt idx="147">
                  <c:v>50.919325924322123</c:v>
                </c:pt>
                <c:pt idx="148">
                  <c:v>50.922023544669855</c:v>
                </c:pt>
                <c:pt idx="149">
                  <c:v>50.93782353632735</c:v>
                </c:pt>
                <c:pt idx="150">
                  <c:v>50.957507715081867</c:v>
                </c:pt>
                <c:pt idx="151">
                  <c:v>50.974663742456642</c:v>
                </c:pt>
                <c:pt idx="152">
                  <c:v>51.009590504790346</c:v>
                </c:pt>
                <c:pt idx="153">
                  <c:v>51.032372043672069</c:v>
                </c:pt>
                <c:pt idx="154">
                  <c:v>51.04122869829343</c:v>
                </c:pt>
                <c:pt idx="155">
                  <c:v>51.045942087490417</c:v>
                </c:pt>
                <c:pt idx="156">
                  <c:v>51.067687092194589</c:v>
                </c:pt>
                <c:pt idx="157">
                  <c:v>51.075764807993963</c:v>
                </c:pt>
                <c:pt idx="158">
                  <c:v>51.083477870495415</c:v>
                </c:pt>
                <c:pt idx="159">
                  <c:v>51.09470078015044</c:v>
                </c:pt>
                <c:pt idx="160">
                  <c:v>51.105768955897616</c:v>
                </c:pt>
                <c:pt idx="161">
                  <c:v>51.104381052063104</c:v>
                </c:pt>
                <c:pt idx="162">
                  <c:v>51.085964498664978</c:v>
                </c:pt>
                <c:pt idx="163">
                  <c:v>51.060874982385769</c:v>
                </c:pt>
                <c:pt idx="164">
                  <c:v>51.037021223345711</c:v>
                </c:pt>
                <c:pt idx="165">
                  <c:v>51.015115773714662</c:v>
                </c:pt>
                <c:pt idx="166">
                  <c:v>51.005485260238515</c:v>
                </c:pt>
                <c:pt idx="167">
                  <c:v>50.998194844697828</c:v>
                </c:pt>
                <c:pt idx="168">
                  <c:v>51.001143339699176</c:v>
                </c:pt>
                <c:pt idx="169">
                  <c:v>51.012724308160529</c:v>
                </c:pt>
                <c:pt idx="170">
                  <c:v>51.015849087489592</c:v>
                </c:pt>
                <c:pt idx="171">
                  <c:v>51.035161134982047</c:v>
                </c:pt>
                <c:pt idx="172">
                  <c:v>51.04647561025709</c:v>
                </c:pt>
                <c:pt idx="173">
                  <c:v>51.029347696241182</c:v>
                </c:pt>
                <c:pt idx="174">
                  <c:v>51.02265826290742</c:v>
                </c:pt>
                <c:pt idx="175">
                  <c:v>51.015967315049281</c:v>
                </c:pt>
                <c:pt idx="176">
                  <c:v>51.011923503392758</c:v>
                </c:pt>
                <c:pt idx="177">
                  <c:v>51.016563027973454</c:v>
                </c:pt>
                <c:pt idx="178">
                  <c:v>51.023137893848123</c:v>
                </c:pt>
                <c:pt idx="179">
                  <c:v>51.016716720645789</c:v>
                </c:pt>
                <c:pt idx="180">
                  <c:v>51.003201483678573</c:v>
                </c:pt>
                <c:pt idx="181">
                  <c:v>51.002956604017314</c:v>
                </c:pt>
                <c:pt idx="182">
                  <c:v>50.99103852767027</c:v>
                </c:pt>
                <c:pt idx="183">
                  <c:v>50.97944323433245</c:v>
                </c:pt>
                <c:pt idx="184">
                  <c:v>50.982105831303819</c:v>
                </c:pt>
                <c:pt idx="185">
                  <c:v>50.977213696676991</c:v>
                </c:pt>
                <c:pt idx="186">
                  <c:v>50.968056345860319</c:v>
                </c:pt>
                <c:pt idx="187">
                  <c:v>50.967313976491681</c:v>
                </c:pt>
                <c:pt idx="188">
                  <c:v>50.962774820703977</c:v>
                </c:pt>
                <c:pt idx="189">
                  <c:v>50.945944889360526</c:v>
                </c:pt>
                <c:pt idx="190">
                  <c:v>50.930082139598888</c:v>
                </c:pt>
                <c:pt idx="191">
                  <c:v>50.921773332620667</c:v>
                </c:pt>
                <c:pt idx="192">
                  <c:v>50.91614946184847</c:v>
                </c:pt>
                <c:pt idx="193">
                  <c:v>50.918128913665107</c:v>
                </c:pt>
                <c:pt idx="194">
                  <c:v>50.936968839733595</c:v>
                </c:pt>
                <c:pt idx="195">
                  <c:v>50.935814330417095</c:v>
                </c:pt>
                <c:pt idx="196">
                  <c:v>50.936528081585408</c:v>
                </c:pt>
                <c:pt idx="197">
                  <c:v>50.945427584625783</c:v>
                </c:pt>
                <c:pt idx="198">
                  <c:v>50.962950190006552</c:v>
                </c:pt>
                <c:pt idx="199">
                  <c:v>50.98431268264612</c:v>
                </c:pt>
                <c:pt idx="200">
                  <c:v>51.006374412261991</c:v>
                </c:pt>
                <c:pt idx="201">
                  <c:v>51.02372767488513</c:v>
                </c:pt>
                <c:pt idx="202">
                  <c:v>51.056619452841467</c:v>
                </c:pt>
                <c:pt idx="203">
                  <c:v>51.114219907299749</c:v>
                </c:pt>
                <c:pt idx="204">
                  <c:v>51.164514390789826</c:v>
                </c:pt>
                <c:pt idx="205">
                  <c:v>51.213922214911136</c:v>
                </c:pt>
                <c:pt idx="206">
                  <c:v>51.240065429977577</c:v>
                </c:pt>
                <c:pt idx="207">
                  <c:v>51.230768711365037</c:v>
                </c:pt>
                <c:pt idx="208">
                  <c:v>51.216269853915918</c:v>
                </c:pt>
                <c:pt idx="209">
                  <c:v>51.192311876666729</c:v>
                </c:pt>
                <c:pt idx="210">
                  <c:v>51.150943211078193</c:v>
                </c:pt>
                <c:pt idx="211">
                  <c:v>51.104473911339362</c:v>
                </c:pt>
                <c:pt idx="212">
                  <c:v>51.06451870718432</c:v>
                </c:pt>
                <c:pt idx="213">
                  <c:v>51.03404486740623</c:v>
                </c:pt>
                <c:pt idx="214">
                  <c:v>51.034574225230855</c:v>
                </c:pt>
                <c:pt idx="215">
                  <c:v>51.049007958131476</c:v>
                </c:pt>
                <c:pt idx="216">
                  <c:v>51.073156607690038</c:v>
                </c:pt>
                <c:pt idx="217">
                  <c:v>51.102650581744591</c:v>
                </c:pt>
                <c:pt idx="218">
                  <c:v>51.122514925795564</c:v>
                </c:pt>
                <c:pt idx="219">
                  <c:v>51.124973409053666</c:v>
                </c:pt>
                <c:pt idx="220">
                  <c:v>51.168353615444211</c:v>
                </c:pt>
                <c:pt idx="221">
                  <c:v>51.2061854564136</c:v>
                </c:pt>
                <c:pt idx="222">
                  <c:v>51.239904417104057</c:v>
                </c:pt>
                <c:pt idx="223">
                  <c:v>51.258391585201558</c:v>
                </c:pt>
                <c:pt idx="224">
                  <c:v>51.256041421989465</c:v>
                </c:pt>
                <c:pt idx="225">
                  <c:v>51.232452673163934</c:v>
                </c:pt>
                <c:pt idx="226">
                  <c:v>51.229985134312123</c:v>
                </c:pt>
                <c:pt idx="227">
                  <c:v>51.238364461331955</c:v>
                </c:pt>
                <c:pt idx="228">
                  <c:v>51.247628144381373</c:v>
                </c:pt>
                <c:pt idx="229">
                  <c:v>51.218610646008386</c:v>
                </c:pt>
                <c:pt idx="230">
                  <c:v>51.21450495972028</c:v>
                </c:pt>
                <c:pt idx="231">
                  <c:v>51.219472094856684</c:v>
                </c:pt>
                <c:pt idx="232">
                  <c:v>51.229831220771651</c:v>
                </c:pt>
                <c:pt idx="233">
                  <c:v>51.21525445997456</c:v>
                </c:pt>
                <c:pt idx="234">
                  <c:v>51.174453520161698</c:v>
                </c:pt>
                <c:pt idx="235">
                  <c:v>51.159377818238021</c:v>
                </c:pt>
                <c:pt idx="236">
                  <c:v>51.129871917303937</c:v>
                </c:pt>
                <c:pt idx="237">
                  <c:v>51.080861971359205</c:v>
                </c:pt>
                <c:pt idx="238">
                  <c:v>51.041933109894707</c:v>
                </c:pt>
                <c:pt idx="239">
                  <c:v>51.008085856367934</c:v>
                </c:pt>
                <c:pt idx="240">
                  <c:v>50.96866168232485</c:v>
                </c:pt>
                <c:pt idx="241">
                  <c:v>50.929029387389399</c:v>
                </c:pt>
                <c:pt idx="242">
                  <c:v>50.898726089367415</c:v>
                </c:pt>
                <c:pt idx="243">
                  <c:v>50.882197327508138</c:v>
                </c:pt>
                <c:pt idx="244">
                  <c:v>50.879817283992061</c:v>
                </c:pt>
                <c:pt idx="245">
                  <c:v>50.880938347561766</c:v>
                </c:pt>
                <c:pt idx="246">
                  <c:v>50.88710101038339</c:v>
                </c:pt>
                <c:pt idx="247">
                  <c:v>50.894395149129849</c:v>
                </c:pt>
                <c:pt idx="248">
                  <c:v>50.900919183779898</c:v>
                </c:pt>
                <c:pt idx="249">
                  <c:v>50.906131766524204</c:v>
                </c:pt>
                <c:pt idx="250">
                  <c:v>50.893370920462921</c:v>
                </c:pt>
                <c:pt idx="251">
                  <c:v>50.936829661253277</c:v>
                </c:pt>
                <c:pt idx="252">
                  <c:v>50.964604934105886</c:v>
                </c:pt>
                <c:pt idx="253">
                  <c:v>50.990365763318081</c:v>
                </c:pt>
                <c:pt idx="254">
                  <c:v>51.015275051195658</c:v>
                </c:pt>
                <c:pt idx="255">
                  <c:v>51.013923275078206</c:v>
                </c:pt>
                <c:pt idx="256">
                  <c:v>51.008919286515138</c:v>
                </c:pt>
                <c:pt idx="257">
                  <c:v>51.005796274131185</c:v>
                </c:pt>
                <c:pt idx="258">
                  <c:v>51.002826859761797</c:v>
                </c:pt>
                <c:pt idx="259">
                  <c:v>51</c:v>
                </c:pt>
                <c:pt idx="260">
                  <c:v>50.979557012976763</c:v>
                </c:pt>
                <c:pt idx="261">
                  <c:v>50.944001502155764</c:v>
                </c:pt>
                <c:pt idx="262">
                  <c:v>50.944641167839656</c:v>
                </c:pt>
                <c:pt idx="263">
                  <c:v>50.946017491873157</c:v>
                </c:pt>
                <c:pt idx="264">
                  <c:v>50.914959645182279</c:v>
                </c:pt>
                <c:pt idx="265">
                  <c:v>50.915450161766984</c:v>
                </c:pt>
                <c:pt idx="266">
                  <c:v>50.912664825215366</c:v>
                </c:pt>
                <c:pt idx="267">
                  <c:v>50.897994416327229</c:v>
                </c:pt>
                <c:pt idx="268">
                  <c:v>50.835855563343436</c:v>
                </c:pt>
                <c:pt idx="269">
                  <c:v>50.811266439610016</c:v>
                </c:pt>
                <c:pt idx="270">
                  <c:v>50.798651508507305</c:v>
                </c:pt>
                <c:pt idx="271">
                  <c:v>50.765869281148042</c:v>
                </c:pt>
                <c:pt idx="272">
                  <c:v>50.758142303953811</c:v>
                </c:pt>
                <c:pt idx="273">
                  <c:v>50.76342493345085</c:v>
                </c:pt>
                <c:pt idx="274">
                  <c:v>50.765310437426827</c:v>
                </c:pt>
                <c:pt idx="275">
                  <c:v>50.752911673127272</c:v>
                </c:pt>
                <c:pt idx="276">
                  <c:v>50.726715970325166</c:v>
                </c:pt>
                <c:pt idx="277">
                  <c:v>50.706607156796629</c:v>
                </c:pt>
                <c:pt idx="278">
                  <c:v>50.809950191710392</c:v>
                </c:pt>
                <c:pt idx="279">
                  <c:v>50.872752595689704</c:v>
                </c:pt>
                <c:pt idx="280">
                  <c:v>50.891363386840005</c:v>
                </c:pt>
                <c:pt idx="281">
                  <c:v>50.895407419364673</c:v>
                </c:pt>
                <c:pt idx="282">
                  <c:v>50.960521997236121</c:v>
                </c:pt>
                <c:pt idx="283">
                  <c:v>51.020542850974778</c:v>
                </c:pt>
                <c:pt idx="284">
                  <c:v>51.052345969872704</c:v>
                </c:pt>
                <c:pt idx="285">
                  <c:v>50.979987232559445</c:v>
                </c:pt>
                <c:pt idx="286">
                  <c:v>51.057698551464703</c:v>
                </c:pt>
                <c:pt idx="287">
                  <c:v>51.217353653875271</c:v>
                </c:pt>
                <c:pt idx="288">
                  <c:v>51.284499619128674</c:v>
                </c:pt>
                <c:pt idx="289">
                  <c:v>51.351371266153116</c:v>
                </c:pt>
                <c:pt idx="290">
                  <c:v>51.31410216564997</c:v>
                </c:pt>
                <c:pt idx="291">
                  <c:v>51.427037756272512</c:v>
                </c:pt>
                <c:pt idx="292">
                  <c:v>51.45776846569656</c:v>
                </c:pt>
                <c:pt idx="293">
                  <c:v>51.497420512554179</c:v>
                </c:pt>
                <c:pt idx="294">
                  <c:v>51.5675070531085</c:v>
                </c:pt>
                <c:pt idx="295">
                  <c:v>51.560839675036078</c:v>
                </c:pt>
                <c:pt idx="296">
                  <c:v>51.556193303543061</c:v>
                </c:pt>
                <c:pt idx="297">
                  <c:v>51.629968909969669</c:v>
                </c:pt>
                <c:pt idx="298">
                  <c:v>51.652994508145269</c:v>
                </c:pt>
                <c:pt idx="299">
                  <c:v>51.673300683132531</c:v>
                </c:pt>
                <c:pt idx="300">
                  <c:v>51.773849325900976</c:v>
                </c:pt>
                <c:pt idx="301">
                  <c:v>51.702502606401808</c:v>
                </c:pt>
                <c:pt idx="302">
                  <c:v>51.629699671707911</c:v>
                </c:pt>
                <c:pt idx="303">
                  <c:v>51.66279373332722</c:v>
                </c:pt>
                <c:pt idx="304">
                  <c:v>51.756106672748324</c:v>
                </c:pt>
                <c:pt idx="305">
                  <c:v>51.830388035661244</c:v>
                </c:pt>
                <c:pt idx="306">
                  <c:v>51.839964436443267</c:v>
                </c:pt>
                <c:pt idx="307">
                  <c:v>51.821877544519289</c:v>
                </c:pt>
                <c:pt idx="308">
                  <c:v>51.832074269246718</c:v>
                </c:pt>
                <c:pt idx="309">
                  <c:v>51.785407608049169</c:v>
                </c:pt>
                <c:pt idx="310">
                  <c:v>51.748636722963013</c:v>
                </c:pt>
                <c:pt idx="311">
                  <c:v>51.667374980271745</c:v>
                </c:pt>
                <c:pt idx="312">
                  <c:v>51.701630303462096</c:v>
                </c:pt>
                <c:pt idx="313">
                  <c:v>51.817208013424242</c:v>
                </c:pt>
                <c:pt idx="314">
                  <c:v>51.807868825023782</c:v>
                </c:pt>
                <c:pt idx="315">
                  <c:v>51.84229390115545</c:v>
                </c:pt>
                <c:pt idx="316">
                  <c:v>51.833542789952062</c:v>
                </c:pt>
                <c:pt idx="317">
                  <c:v>51.839520743904089</c:v>
                </c:pt>
                <c:pt idx="318">
                  <c:v>51.885115311153669</c:v>
                </c:pt>
                <c:pt idx="319">
                  <c:v>51.88928372399333</c:v>
                </c:pt>
                <c:pt idx="320">
                  <c:v>51.883266707933252</c:v>
                </c:pt>
                <c:pt idx="321">
                  <c:v>51.985526763255038</c:v>
                </c:pt>
                <c:pt idx="322">
                  <c:v>52.03791649657191</c:v>
                </c:pt>
                <c:pt idx="323">
                  <c:v>52.068974406367978</c:v>
                </c:pt>
                <c:pt idx="324">
                  <c:v>52.122157434935872</c:v>
                </c:pt>
                <c:pt idx="325">
                  <c:v>52.183811072170315</c:v>
                </c:pt>
                <c:pt idx="326">
                  <c:v>52.207429764405006</c:v>
                </c:pt>
                <c:pt idx="327">
                  <c:v>52.242538143454354</c:v>
                </c:pt>
                <c:pt idx="328">
                  <c:v>52.303518574600339</c:v>
                </c:pt>
                <c:pt idx="329">
                  <c:v>52.315447599696576</c:v>
                </c:pt>
                <c:pt idx="330">
                  <c:v>52.329139278754461</c:v>
                </c:pt>
                <c:pt idx="331">
                  <c:v>52.363905501503503</c:v>
                </c:pt>
                <c:pt idx="332">
                  <c:v>52.357119296372161</c:v>
                </c:pt>
                <c:pt idx="333">
                  <c:v>52.332240456745225</c:v>
                </c:pt>
                <c:pt idx="334">
                  <c:v>52.296436721688295</c:v>
                </c:pt>
                <c:pt idx="335">
                  <c:v>52.253375070259729</c:v>
                </c:pt>
                <c:pt idx="336">
                  <c:v>52.206155418346647</c:v>
                </c:pt>
                <c:pt idx="337">
                  <c:v>52.165391489723412</c:v>
                </c:pt>
                <c:pt idx="338">
                  <c:v>52.115147521932059</c:v>
                </c:pt>
                <c:pt idx="339">
                  <c:v>52.059289338461426</c:v>
                </c:pt>
                <c:pt idx="340">
                  <c:v>51.989497404452294</c:v>
                </c:pt>
                <c:pt idx="341">
                  <c:v>51.988256945877012</c:v>
                </c:pt>
                <c:pt idx="342">
                  <c:v>52.001680743434591</c:v>
                </c:pt>
                <c:pt idx="343">
                  <c:v>51.978234454558873</c:v>
                </c:pt>
                <c:pt idx="344">
                  <c:v>52.04282551183509</c:v>
                </c:pt>
                <c:pt idx="345">
                  <c:v>52.135940553403429</c:v>
                </c:pt>
                <c:pt idx="346">
                  <c:v>52.263696049091791</c:v>
                </c:pt>
                <c:pt idx="347">
                  <c:v>52.371874045336902</c:v>
                </c:pt>
                <c:pt idx="348">
                  <c:v>52.420077696362981</c:v>
                </c:pt>
                <c:pt idx="349">
                  <c:v>52.38528074138997</c:v>
                </c:pt>
                <c:pt idx="350">
                  <c:v>52.389275741187731</c:v>
                </c:pt>
                <c:pt idx="351">
                  <c:v>52.470393477852191</c:v>
                </c:pt>
                <c:pt idx="352">
                  <c:v>52.498675832399968</c:v>
                </c:pt>
                <c:pt idx="353">
                  <c:v>52.513212742274206</c:v>
                </c:pt>
                <c:pt idx="354">
                  <c:v>52.498702021050761</c:v>
                </c:pt>
                <c:pt idx="355">
                  <c:v>52.432313097120968</c:v>
                </c:pt>
                <c:pt idx="356">
                  <c:v>52.455683281146399</c:v>
                </c:pt>
                <c:pt idx="357">
                  <c:v>52.517437571147155</c:v>
                </c:pt>
                <c:pt idx="358">
                  <c:v>52.42929016955668</c:v>
                </c:pt>
                <c:pt idx="359">
                  <c:v>52.520167501348396</c:v>
                </c:pt>
                <c:pt idx="360">
                  <c:v>52.637334073599206</c:v>
                </c:pt>
                <c:pt idx="361">
                  <c:v>52.605905736380997</c:v>
                </c:pt>
                <c:pt idx="362">
                  <c:v>52.592137069000287</c:v>
                </c:pt>
                <c:pt idx="363">
                  <c:v>52.530981773393201</c:v>
                </c:pt>
                <c:pt idx="364">
                  <c:v>52.509010441951467</c:v>
                </c:pt>
                <c:pt idx="365">
                  <c:v>52.480076778813626</c:v>
                </c:pt>
                <c:pt idx="366">
                  <c:v>52.366910507195925</c:v>
                </c:pt>
                <c:pt idx="367">
                  <c:v>52.270595906657093</c:v>
                </c:pt>
                <c:pt idx="368">
                  <c:v>52.242189298004689</c:v>
                </c:pt>
                <c:pt idx="369">
                  <c:v>52.148158978867272</c:v>
                </c:pt>
                <c:pt idx="370">
                  <c:v>52.093051116018309</c:v>
                </c:pt>
                <c:pt idx="371">
                  <c:v>52.002237835986982</c:v>
                </c:pt>
                <c:pt idx="372">
                  <c:v>51.923013128591514</c:v>
                </c:pt>
                <c:pt idx="373">
                  <c:v>51.813376077418447</c:v>
                </c:pt>
                <c:pt idx="374">
                  <c:v>51.711319094574414</c:v>
                </c:pt>
                <c:pt idx="375">
                  <c:v>51.649786240659566</c:v>
                </c:pt>
                <c:pt idx="376">
                  <c:v>51.556876985091847</c:v>
                </c:pt>
                <c:pt idx="377">
                  <c:v>51.450627451675786</c:v>
                </c:pt>
                <c:pt idx="378">
                  <c:v>51.358471230252576</c:v>
                </c:pt>
                <c:pt idx="379">
                  <c:v>51.257599930685267</c:v>
                </c:pt>
                <c:pt idx="380">
                  <c:v>51.146018261756389</c:v>
                </c:pt>
                <c:pt idx="381">
                  <c:v>50.988798451449306</c:v>
                </c:pt>
                <c:pt idx="382">
                  <c:v>50.886455539022698</c:v>
                </c:pt>
                <c:pt idx="383">
                  <c:v>50.75207466176095</c:v>
                </c:pt>
                <c:pt idx="384">
                  <c:v>50.650113251716036</c:v>
                </c:pt>
                <c:pt idx="385">
                  <c:v>50.589611268288593</c:v>
                </c:pt>
                <c:pt idx="386">
                  <c:v>50.54959870152252</c:v>
                </c:pt>
                <c:pt idx="387">
                  <c:v>50.508920580171377</c:v>
                </c:pt>
                <c:pt idx="388">
                  <c:v>50.473765093103175</c:v>
                </c:pt>
                <c:pt idx="389">
                  <c:v>50.441778164584498</c:v>
                </c:pt>
                <c:pt idx="390">
                  <c:v>50.420082145278357</c:v>
                </c:pt>
                <c:pt idx="391">
                  <c:v>50.44018507424861</c:v>
                </c:pt>
                <c:pt idx="392">
                  <c:v>50.568202314458304</c:v>
                </c:pt>
                <c:pt idx="393">
                  <c:v>50.66764047955143</c:v>
                </c:pt>
                <c:pt idx="394">
                  <c:v>50.756201267417111</c:v>
                </c:pt>
                <c:pt idx="395">
                  <c:v>50.807436586075248</c:v>
                </c:pt>
                <c:pt idx="396">
                  <c:v>50.779735319825583</c:v>
                </c:pt>
                <c:pt idx="397">
                  <c:v>50.728583710192225</c:v>
                </c:pt>
                <c:pt idx="398">
                  <c:v>50.665137049626992</c:v>
                </c:pt>
                <c:pt idx="399">
                  <c:v>50.594540855841323</c:v>
                </c:pt>
                <c:pt idx="400">
                  <c:v>50.562195694977063</c:v>
                </c:pt>
                <c:pt idx="401">
                  <c:v>50.51425779565141</c:v>
                </c:pt>
                <c:pt idx="402">
                  <c:v>50.467646682790885</c:v>
                </c:pt>
                <c:pt idx="403">
                  <c:v>50.443305988385241</c:v>
                </c:pt>
                <c:pt idx="404">
                  <c:v>50.407980353968327</c:v>
                </c:pt>
                <c:pt idx="405">
                  <c:v>50.367569577723465</c:v>
                </c:pt>
                <c:pt idx="406">
                  <c:v>50.326596124117543</c:v>
                </c:pt>
                <c:pt idx="407">
                  <c:v>50.280059491148833</c:v>
                </c:pt>
                <c:pt idx="408">
                  <c:v>50.241834220918243</c:v>
                </c:pt>
                <c:pt idx="409">
                  <c:v>50.218697494516</c:v>
                </c:pt>
                <c:pt idx="410">
                  <c:v>50.201076421385871</c:v>
                </c:pt>
                <c:pt idx="411">
                  <c:v>50.183016629193759</c:v>
                </c:pt>
                <c:pt idx="412">
                  <c:v>50.15016010731415</c:v>
                </c:pt>
                <c:pt idx="413">
                  <c:v>50.13398172514929</c:v>
                </c:pt>
                <c:pt idx="414">
                  <c:v>50.14400002786094</c:v>
                </c:pt>
                <c:pt idx="415">
                  <c:v>50.131932924680996</c:v>
                </c:pt>
                <c:pt idx="416">
                  <c:v>50.104107546313365</c:v>
                </c:pt>
                <c:pt idx="417">
                  <c:v>50.103165005333338</c:v>
                </c:pt>
                <c:pt idx="418">
                  <c:v>50.101895394135724</c:v>
                </c:pt>
                <c:pt idx="419">
                  <c:v>50.08861837923299</c:v>
                </c:pt>
                <c:pt idx="420">
                  <c:v>50.079091066394916</c:v>
                </c:pt>
                <c:pt idx="421">
                  <c:v>50.082893055047471</c:v>
                </c:pt>
                <c:pt idx="422">
                  <c:v>50.079945475071277</c:v>
                </c:pt>
                <c:pt idx="423">
                  <c:v>50.064258339144793</c:v>
                </c:pt>
                <c:pt idx="424">
                  <c:v>50.072361407451297</c:v>
                </c:pt>
                <c:pt idx="425">
                  <c:v>50.064865865556364</c:v>
                </c:pt>
                <c:pt idx="426">
                  <c:v>50.051722561661492</c:v>
                </c:pt>
                <c:pt idx="427">
                  <c:v>50.022641790359465</c:v>
                </c:pt>
                <c:pt idx="428">
                  <c:v>49.990453318307935</c:v>
                </c:pt>
                <c:pt idx="429">
                  <c:v>50.018450864869152</c:v>
                </c:pt>
                <c:pt idx="430">
                  <c:v>50.026843769918067</c:v>
                </c:pt>
                <c:pt idx="431">
                  <c:v>50.030396934034307</c:v>
                </c:pt>
                <c:pt idx="432">
                  <c:v>50.034995533178531</c:v>
                </c:pt>
                <c:pt idx="433">
                  <c:v>50.04511007720982</c:v>
                </c:pt>
                <c:pt idx="434">
                  <c:v>50.066608973673716</c:v>
                </c:pt>
                <c:pt idx="435">
                  <c:v>50.143451773978185</c:v>
                </c:pt>
                <c:pt idx="436">
                  <c:v>49.997830449736753</c:v>
                </c:pt>
                <c:pt idx="437">
                  <c:v>50.117494815583861</c:v>
                </c:pt>
                <c:pt idx="438">
                  <c:v>50.405488377634541</c:v>
                </c:pt>
                <c:pt idx="439">
                  <c:v>50.415142271580855</c:v>
                </c:pt>
                <c:pt idx="440">
                  <c:v>50.324983415958002</c:v>
                </c:pt>
                <c:pt idx="441">
                  <c:v>50.352133821292057</c:v>
                </c:pt>
                <c:pt idx="442">
                  <c:v>50.28204388883416</c:v>
                </c:pt>
                <c:pt idx="443">
                  <c:v>50.312534333163434</c:v>
                </c:pt>
                <c:pt idx="444">
                  <c:v>50.287995559477615</c:v>
                </c:pt>
                <c:pt idx="445">
                  <c:v>50.358404141555276</c:v>
                </c:pt>
                <c:pt idx="446">
                  <c:v>50.427900143810398</c:v>
                </c:pt>
                <c:pt idx="447">
                  <c:v>50.369631610559743</c:v>
                </c:pt>
                <c:pt idx="448">
                  <c:v>50.374007473799203</c:v>
                </c:pt>
                <c:pt idx="449">
                  <c:v>50.433606532497052</c:v>
                </c:pt>
                <c:pt idx="450">
                  <c:v>50.45489875751575</c:v>
                </c:pt>
                <c:pt idx="451">
                  <c:v>50.422729857314764</c:v>
                </c:pt>
                <c:pt idx="452">
                  <c:v>50.408773767541582</c:v>
                </c:pt>
                <c:pt idx="453">
                  <c:v>50.425396942642251</c:v>
                </c:pt>
                <c:pt idx="454">
                  <c:v>50.415169225381987</c:v>
                </c:pt>
                <c:pt idx="455">
                  <c:v>50.441128686044713</c:v>
                </c:pt>
                <c:pt idx="456">
                  <c:v>50.439957217210377</c:v>
                </c:pt>
                <c:pt idx="457">
                  <c:v>50.43236295021525</c:v>
                </c:pt>
                <c:pt idx="458">
                  <c:v>50.464406231662025</c:v>
                </c:pt>
                <c:pt idx="459">
                  <c:v>50.457952338422494</c:v>
                </c:pt>
                <c:pt idx="460">
                  <c:v>50.453355962010427</c:v>
                </c:pt>
                <c:pt idx="461">
                  <c:v>50.481967678282714</c:v>
                </c:pt>
                <c:pt idx="462">
                  <c:v>50.493213826421247</c:v>
                </c:pt>
                <c:pt idx="463">
                  <c:v>50.493817317059182</c:v>
                </c:pt>
                <c:pt idx="464">
                  <c:v>50.484241342237141</c:v>
                </c:pt>
                <c:pt idx="465">
                  <c:v>50.49319853919075</c:v>
                </c:pt>
                <c:pt idx="466">
                  <c:v>50.518495450652729</c:v>
                </c:pt>
                <c:pt idx="467">
                  <c:v>50.521025242767216</c:v>
                </c:pt>
                <c:pt idx="468">
                  <c:v>50.535757652497303</c:v>
                </c:pt>
                <c:pt idx="469">
                  <c:v>50.563268577739812</c:v>
                </c:pt>
                <c:pt idx="470">
                  <c:v>50.579045993518214</c:v>
                </c:pt>
                <c:pt idx="471">
                  <c:v>50.57926261783394</c:v>
                </c:pt>
                <c:pt idx="472">
                  <c:v>50.585463932579934</c:v>
                </c:pt>
                <c:pt idx="473">
                  <c:v>50.617144516989462</c:v>
                </c:pt>
                <c:pt idx="474">
                  <c:v>50.613227152342667</c:v>
                </c:pt>
                <c:pt idx="475">
                  <c:v>50.596097061197952</c:v>
                </c:pt>
                <c:pt idx="476">
                  <c:v>50.603981264954747</c:v>
                </c:pt>
                <c:pt idx="477">
                  <c:v>50.636200357440373</c:v>
                </c:pt>
                <c:pt idx="478">
                  <c:v>50.663226287801663</c:v>
                </c:pt>
                <c:pt idx="479">
                  <c:v>50.647268280766824</c:v>
                </c:pt>
                <c:pt idx="480">
                  <c:v>50.647390357742651</c:v>
                </c:pt>
                <c:pt idx="481">
                  <c:v>50.651378778825105</c:v>
                </c:pt>
                <c:pt idx="482">
                  <c:v>50.646809632299352</c:v>
                </c:pt>
                <c:pt idx="483">
                  <c:v>50.661067743476679</c:v>
                </c:pt>
                <c:pt idx="484">
                  <c:v>50.674918226726696</c:v>
                </c:pt>
                <c:pt idx="485">
                  <c:v>50.683787044872012</c:v>
                </c:pt>
                <c:pt idx="486">
                  <c:v>50.690113986260357</c:v>
                </c:pt>
                <c:pt idx="487">
                  <c:v>50.686353595755392</c:v>
                </c:pt>
                <c:pt idx="488">
                  <c:v>50.701926061676858</c:v>
                </c:pt>
                <c:pt idx="489">
                  <c:v>50.702518650894497</c:v>
                </c:pt>
                <c:pt idx="490">
                  <c:v>50.710747172304096</c:v>
                </c:pt>
                <c:pt idx="491">
                  <c:v>50.72642798982416</c:v>
                </c:pt>
                <c:pt idx="492">
                  <c:v>50.721730187607292</c:v>
                </c:pt>
                <c:pt idx="493">
                  <c:v>50.728638469714468</c:v>
                </c:pt>
                <c:pt idx="494">
                  <c:v>50.758013080316047</c:v>
                </c:pt>
                <c:pt idx="495">
                  <c:v>50.76170672131407</c:v>
                </c:pt>
                <c:pt idx="496">
                  <c:v>50.773636945408782</c:v>
                </c:pt>
                <c:pt idx="497">
                  <c:v>50.784530004274117</c:v>
                </c:pt>
                <c:pt idx="498">
                  <c:v>50.773430906987443</c:v>
                </c:pt>
                <c:pt idx="499">
                  <c:v>50.775252848268195</c:v>
                </c:pt>
                <c:pt idx="500">
                  <c:v>50.790334545184223</c:v>
                </c:pt>
                <c:pt idx="501">
                  <c:v>50.79009831093299</c:v>
                </c:pt>
                <c:pt idx="502">
                  <c:v>50.802391831564194</c:v>
                </c:pt>
                <c:pt idx="503">
                  <c:v>50.80673602389011</c:v>
                </c:pt>
                <c:pt idx="504">
                  <c:v>50.824288351811902</c:v>
                </c:pt>
                <c:pt idx="505">
                  <c:v>50.860224828620524</c:v>
                </c:pt>
                <c:pt idx="506">
                  <c:v>50.88709687699393</c:v>
                </c:pt>
                <c:pt idx="507">
                  <c:v>50.894420201887364</c:v>
                </c:pt>
                <c:pt idx="508">
                  <c:v>50.918735007391824</c:v>
                </c:pt>
                <c:pt idx="509">
                  <c:v>50.937460933947868</c:v>
                </c:pt>
                <c:pt idx="510">
                  <c:v>50.956304015275492</c:v>
                </c:pt>
                <c:pt idx="511">
                  <c:v>50.990423946296481</c:v>
                </c:pt>
                <c:pt idx="512">
                  <c:v>51.048898975481052</c:v>
                </c:pt>
                <c:pt idx="513">
                  <c:v>51.093035434380425</c:v>
                </c:pt>
                <c:pt idx="514">
                  <c:v>51.127675730737508</c:v>
                </c:pt>
                <c:pt idx="515">
                  <c:v>51.15091058569876</c:v>
                </c:pt>
                <c:pt idx="516">
                  <c:v>51.200176644027266</c:v>
                </c:pt>
                <c:pt idx="517">
                  <c:v>51.257054607249437</c:v>
                </c:pt>
                <c:pt idx="518">
                  <c:v>51.300064796401543</c:v>
                </c:pt>
                <c:pt idx="519">
                  <c:v>51.339858703709744</c:v>
                </c:pt>
                <c:pt idx="520">
                  <c:v>51.373504304625378</c:v>
                </c:pt>
                <c:pt idx="521">
                  <c:v>51.406458651370308</c:v>
                </c:pt>
                <c:pt idx="522">
                  <c:v>51.444857271537629</c:v>
                </c:pt>
                <c:pt idx="523">
                  <c:v>51.470473400566014</c:v>
                </c:pt>
                <c:pt idx="524">
                  <c:v>51.504839978193374</c:v>
                </c:pt>
                <c:pt idx="525">
                  <c:v>51.534039156387202</c:v>
                </c:pt>
                <c:pt idx="526">
                  <c:v>51.547808076188652</c:v>
                </c:pt>
                <c:pt idx="527">
                  <c:v>51.541677470799812</c:v>
                </c:pt>
                <c:pt idx="528">
                  <c:v>51.545534207142389</c:v>
                </c:pt>
                <c:pt idx="529">
                  <c:v>51.513357000721733</c:v>
                </c:pt>
                <c:pt idx="530">
                  <c:v>51.463617180234522</c:v>
                </c:pt>
                <c:pt idx="531">
                  <c:v>51.462183966878868</c:v>
                </c:pt>
                <c:pt idx="532">
                  <c:v>51.474589089025578</c:v>
                </c:pt>
                <c:pt idx="533">
                  <c:v>51.46729151104666</c:v>
                </c:pt>
                <c:pt idx="534">
                  <c:v>51.438647847775663</c:v>
                </c:pt>
                <c:pt idx="535">
                  <c:v>51.434263110369891</c:v>
                </c:pt>
                <c:pt idx="536">
                  <c:v>51.417914640017436</c:v>
                </c:pt>
                <c:pt idx="537">
                  <c:v>51.433999961758261</c:v>
                </c:pt>
                <c:pt idx="538">
                  <c:v>51.442083861865534</c:v>
                </c:pt>
                <c:pt idx="539">
                  <c:v>51.433000123244419</c:v>
                </c:pt>
                <c:pt idx="540">
                  <c:v>51.453196589871659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8022-4DA3-A5C1-DAA90C22AF82}"/>
            </c:ext>
          </c:extLst>
        </c:ser>
        <c:ser>
          <c:idx val="25"/>
          <c:order val="25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plot!$AA$2:$AA$542</c:f>
              <c:numCache>
                <c:formatCode>General</c:formatCode>
                <c:ptCount val="541"/>
                <c:pt idx="0">
                  <c:v>51.729648638253302</c:v>
                </c:pt>
                <c:pt idx="1">
                  <c:v>51.90972909206117</c:v>
                </c:pt>
                <c:pt idx="2">
                  <c:v>52.13517999028042</c:v>
                </c:pt>
                <c:pt idx="3">
                  <c:v>52.086693445080655</c:v>
                </c:pt>
                <c:pt idx="4">
                  <c:v>52.142728430647267</c:v>
                </c:pt>
                <c:pt idx="5">
                  <c:v>52.30431149160065</c:v>
                </c:pt>
                <c:pt idx="6">
                  <c:v>52.571262063784651</c:v>
                </c:pt>
                <c:pt idx="7">
                  <c:v>52.518816625530768</c:v>
                </c:pt>
                <c:pt idx="8">
                  <c:v>52.39179802298743</c:v>
                </c:pt>
                <c:pt idx="9">
                  <c:v>52.445751910074129</c:v>
                </c:pt>
                <c:pt idx="10">
                  <c:v>52.514003010208548</c:v>
                </c:pt>
                <c:pt idx="11">
                  <c:v>52.570552865044839</c:v>
                </c:pt>
                <c:pt idx="12">
                  <c:v>52.569468816535533</c:v>
                </c:pt>
                <c:pt idx="13">
                  <c:v>52.606428884822165</c:v>
                </c:pt>
                <c:pt idx="14">
                  <c:v>52.657224605777728</c:v>
                </c:pt>
                <c:pt idx="15">
                  <c:v>52.693378303915615</c:v>
                </c:pt>
                <c:pt idx="16">
                  <c:v>52.750359450313084</c:v>
                </c:pt>
                <c:pt idx="17">
                  <c:v>52.767042820190703</c:v>
                </c:pt>
                <c:pt idx="18">
                  <c:v>52.830671635049448</c:v>
                </c:pt>
                <c:pt idx="19">
                  <c:v>52.903226887063418</c:v>
                </c:pt>
                <c:pt idx="20">
                  <c:v>52.892038491715461</c:v>
                </c:pt>
                <c:pt idx="21">
                  <c:v>52.934157995707437</c:v>
                </c:pt>
                <c:pt idx="22">
                  <c:v>52.987488227691436</c:v>
                </c:pt>
                <c:pt idx="23">
                  <c:v>53.039782035834683</c:v>
                </c:pt>
                <c:pt idx="24">
                  <c:v>53.041538168792137</c:v>
                </c:pt>
                <c:pt idx="25">
                  <c:v>53.071586009159866</c:v>
                </c:pt>
                <c:pt idx="26">
                  <c:v>53.109520476334552</c:v>
                </c:pt>
                <c:pt idx="27">
                  <c:v>53.134224285829049</c:v>
                </c:pt>
                <c:pt idx="28">
                  <c:v>53.167044394459055</c:v>
                </c:pt>
                <c:pt idx="29">
                  <c:v>53.192621343216402</c:v>
                </c:pt>
                <c:pt idx="30">
                  <c:v>53.212043390862981</c:v>
                </c:pt>
                <c:pt idx="31">
                  <c:v>53.226951925719185</c:v>
                </c:pt>
                <c:pt idx="32">
                  <c:v>53.261677326182088</c:v>
                </c:pt>
                <c:pt idx="33">
                  <c:v>53.320959726462945</c:v>
                </c:pt>
                <c:pt idx="34">
                  <c:v>53.372318126318014</c:v>
                </c:pt>
                <c:pt idx="35">
                  <c:v>53.430107839517738</c:v>
                </c:pt>
                <c:pt idx="36">
                  <c:v>53.512492414299473</c:v>
                </c:pt>
                <c:pt idx="37">
                  <c:v>53.612023608777719</c:v>
                </c:pt>
                <c:pt idx="38">
                  <c:v>53.70902224480843</c:v>
                </c:pt>
                <c:pt idx="39">
                  <c:v>53.825630376252278</c:v>
                </c:pt>
                <c:pt idx="40">
                  <c:v>53.918878806079768</c:v>
                </c:pt>
                <c:pt idx="41">
                  <c:v>53.996866229689232</c:v>
                </c:pt>
                <c:pt idx="42">
                  <c:v>54.094760032536101</c:v>
                </c:pt>
                <c:pt idx="43">
                  <c:v>54.211601192306915</c:v>
                </c:pt>
                <c:pt idx="44">
                  <c:v>54.317304037378989</c:v>
                </c:pt>
                <c:pt idx="45">
                  <c:v>54.394239141918803</c:v>
                </c:pt>
                <c:pt idx="46">
                  <c:v>54.486600489835432</c:v>
                </c:pt>
                <c:pt idx="47">
                  <c:v>54.552552875967095</c:v>
                </c:pt>
                <c:pt idx="48">
                  <c:v>54.631482175788967</c:v>
                </c:pt>
                <c:pt idx="49">
                  <c:v>54.741376662893408</c:v>
                </c:pt>
                <c:pt idx="50">
                  <c:v>54.825753419358151</c:v>
                </c:pt>
                <c:pt idx="51">
                  <c:v>54.878735664814599</c:v>
                </c:pt>
                <c:pt idx="52">
                  <c:v>54.923947919663867</c:v>
                </c:pt>
                <c:pt idx="53">
                  <c:v>54.987293976400807</c:v>
                </c:pt>
                <c:pt idx="54">
                  <c:v>55.048208276679254</c:v>
                </c:pt>
                <c:pt idx="55">
                  <c:v>55.097810482558714</c:v>
                </c:pt>
                <c:pt idx="56">
                  <c:v>55.156401943782086</c:v>
                </c:pt>
                <c:pt idx="57">
                  <c:v>55.198171798501832</c:v>
                </c:pt>
                <c:pt idx="58">
                  <c:v>55.260757996177276</c:v>
                </c:pt>
                <c:pt idx="59">
                  <c:v>55.320888945405258</c:v>
                </c:pt>
                <c:pt idx="60">
                  <c:v>55.373680265060422</c:v>
                </c:pt>
                <c:pt idx="61">
                  <c:v>55.434023801534067</c:v>
                </c:pt>
                <c:pt idx="62">
                  <c:v>55.521300262674004</c:v>
                </c:pt>
                <c:pt idx="63">
                  <c:v>55.599170897538286</c:v>
                </c:pt>
                <c:pt idx="64">
                  <c:v>55.638887857512607</c:v>
                </c:pt>
                <c:pt idx="65">
                  <c:v>55.677076800895115</c:v>
                </c:pt>
                <c:pt idx="66">
                  <c:v>55.697570723929438</c:v>
                </c:pt>
                <c:pt idx="67">
                  <c:v>55.718721690437157</c:v>
                </c:pt>
                <c:pt idx="68">
                  <c:v>55.73715881356425</c:v>
                </c:pt>
                <c:pt idx="69">
                  <c:v>55.740677364348947</c:v>
                </c:pt>
                <c:pt idx="70">
                  <c:v>55.761903139112448</c:v>
                </c:pt>
                <c:pt idx="71">
                  <c:v>55.769901764739572</c:v>
                </c:pt>
                <c:pt idx="72">
                  <c:v>55.802230158582219</c:v>
                </c:pt>
                <c:pt idx="73">
                  <c:v>55.82210682197902</c:v>
                </c:pt>
                <c:pt idx="74">
                  <c:v>55.839868718223087</c:v>
                </c:pt>
                <c:pt idx="75">
                  <c:v>55.845815425395237</c:v>
                </c:pt>
                <c:pt idx="76">
                  <c:v>55.851167327610206</c:v>
                </c:pt>
                <c:pt idx="77">
                  <c:v>55.81416933654139</c:v>
                </c:pt>
                <c:pt idx="78">
                  <c:v>55.810333613396494</c:v>
                </c:pt>
                <c:pt idx="79">
                  <c:v>55.787730048734289</c:v>
                </c:pt>
                <c:pt idx="80">
                  <c:v>55.766994493813385</c:v>
                </c:pt>
                <c:pt idx="81">
                  <c:v>55.759666213617052</c:v>
                </c:pt>
                <c:pt idx="82">
                  <c:v>55.754200573564539</c:v>
                </c:pt>
                <c:pt idx="83">
                  <c:v>55.743331287903146</c:v>
                </c:pt>
                <c:pt idx="84">
                  <c:v>55.733049729093132</c:v>
                </c:pt>
                <c:pt idx="85">
                  <c:v>55.720329762845935</c:v>
                </c:pt>
                <c:pt idx="86">
                  <c:v>55.671313636327724</c:v>
                </c:pt>
                <c:pt idx="87">
                  <c:v>55.618869143855207</c:v>
                </c:pt>
                <c:pt idx="88">
                  <c:v>55.593812771471676</c:v>
                </c:pt>
                <c:pt idx="89">
                  <c:v>55.58218698274721</c:v>
                </c:pt>
                <c:pt idx="90">
                  <c:v>55.540473142692086</c:v>
                </c:pt>
                <c:pt idx="91">
                  <c:v>55.487172565530528</c:v>
                </c:pt>
                <c:pt idx="92">
                  <c:v>55.446130535341858</c:v>
                </c:pt>
                <c:pt idx="93">
                  <c:v>55.385789073485412</c:v>
                </c:pt>
                <c:pt idx="94">
                  <c:v>55.320394088183015</c:v>
                </c:pt>
                <c:pt idx="95">
                  <c:v>55.278594700677132</c:v>
                </c:pt>
                <c:pt idx="96">
                  <c:v>55.222369889542804</c:v>
                </c:pt>
                <c:pt idx="97">
                  <c:v>55.144331210684669</c:v>
                </c:pt>
                <c:pt idx="98">
                  <c:v>55.084391980493962</c:v>
                </c:pt>
                <c:pt idx="99">
                  <c:v>55.033678817099641</c:v>
                </c:pt>
                <c:pt idx="100">
                  <c:v>54.968066546153786</c:v>
                </c:pt>
                <c:pt idx="101">
                  <c:v>54.884037043998759</c:v>
                </c:pt>
                <c:pt idx="102">
                  <c:v>54.801435610700644</c:v>
                </c:pt>
                <c:pt idx="103">
                  <c:v>54.72619144122163</c:v>
                </c:pt>
                <c:pt idx="104">
                  <c:v>54.647738021976359</c:v>
                </c:pt>
                <c:pt idx="105">
                  <c:v>54.574737123880674</c:v>
                </c:pt>
                <c:pt idx="106">
                  <c:v>54.516085559776421</c:v>
                </c:pt>
                <c:pt idx="107">
                  <c:v>54.452706919345687</c:v>
                </c:pt>
                <c:pt idx="108">
                  <c:v>54.375680409612421</c:v>
                </c:pt>
                <c:pt idx="109">
                  <c:v>54.278568371344036</c:v>
                </c:pt>
                <c:pt idx="110">
                  <c:v>54.188420456933834</c:v>
                </c:pt>
                <c:pt idx="111">
                  <c:v>54.089811521331754</c:v>
                </c:pt>
                <c:pt idx="112">
                  <c:v>54.006516311632033</c:v>
                </c:pt>
                <c:pt idx="113">
                  <c:v>53.915862739786469</c:v>
                </c:pt>
                <c:pt idx="114">
                  <c:v>53.832461480536537</c:v>
                </c:pt>
                <c:pt idx="115">
                  <c:v>53.75668828366949</c:v>
                </c:pt>
                <c:pt idx="116">
                  <c:v>53.646059015964518</c:v>
                </c:pt>
                <c:pt idx="117">
                  <c:v>53.558047286078825</c:v>
                </c:pt>
                <c:pt idx="118">
                  <c:v>53.493166348207843</c:v>
                </c:pt>
                <c:pt idx="119">
                  <c:v>53.431135110635523</c:v>
                </c:pt>
                <c:pt idx="120">
                  <c:v>53.353573105589994</c:v>
                </c:pt>
                <c:pt idx="121">
                  <c:v>53.286321307377392</c:v>
                </c:pt>
                <c:pt idx="122">
                  <c:v>53.253333581880611</c:v>
                </c:pt>
                <c:pt idx="123">
                  <c:v>53.236764254931281</c:v>
                </c:pt>
                <c:pt idx="124">
                  <c:v>53.197626967412127</c:v>
                </c:pt>
                <c:pt idx="125">
                  <c:v>53.14515413200747</c:v>
                </c:pt>
                <c:pt idx="126">
                  <c:v>53.121052876775579</c:v>
                </c:pt>
                <c:pt idx="127">
                  <c:v>53.066574313657895</c:v>
                </c:pt>
                <c:pt idx="128">
                  <c:v>53.039842779406165</c:v>
                </c:pt>
                <c:pt idx="129">
                  <c:v>53.068845988991534</c:v>
                </c:pt>
                <c:pt idx="130">
                  <c:v>53.07740100864838</c:v>
                </c:pt>
                <c:pt idx="131">
                  <c:v>53.062480300670614</c:v>
                </c:pt>
                <c:pt idx="132">
                  <c:v>53.048711310334028</c:v>
                </c:pt>
                <c:pt idx="133">
                  <c:v>53.06503949354201</c:v>
                </c:pt>
                <c:pt idx="134">
                  <c:v>53.040134141087577</c:v>
                </c:pt>
                <c:pt idx="135">
                  <c:v>52.992720503817132</c:v>
                </c:pt>
                <c:pt idx="136">
                  <c:v>53.010072052981087</c:v>
                </c:pt>
                <c:pt idx="137">
                  <c:v>53.008707534530707</c:v>
                </c:pt>
                <c:pt idx="138">
                  <c:v>53.038546997905335</c:v>
                </c:pt>
                <c:pt idx="139">
                  <c:v>52.954038350702504</c:v>
                </c:pt>
                <c:pt idx="140">
                  <c:v>52.878348931759767</c:v>
                </c:pt>
                <c:pt idx="141">
                  <c:v>52.810166652474862</c:v>
                </c:pt>
                <c:pt idx="142">
                  <c:v>52.841462695438473</c:v>
                </c:pt>
                <c:pt idx="143">
                  <c:v>52.901287608119212</c:v>
                </c:pt>
                <c:pt idx="144">
                  <c:v>52.927700810665826</c:v>
                </c:pt>
                <c:pt idx="145">
                  <c:v>52.932983487786039</c:v>
                </c:pt>
                <c:pt idx="146">
                  <c:v>52.941666676073638</c:v>
                </c:pt>
                <c:pt idx="147">
                  <c:v>52.971945348114822</c:v>
                </c:pt>
                <c:pt idx="148">
                  <c:v>52.993359852026096</c:v>
                </c:pt>
                <c:pt idx="149">
                  <c:v>52.994701275105498</c:v>
                </c:pt>
                <c:pt idx="150">
                  <c:v>53.034830839831592</c:v>
                </c:pt>
                <c:pt idx="151">
                  <c:v>53.048234728048655</c:v>
                </c:pt>
                <c:pt idx="152">
                  <c:v>53.064708958206253</c:v>
                </c:pt>
                <c:pt idx="153">
                  <c:v>53.07855086523589</c:v>
                </c:pt>
                <c:pt idx="154">
                  <c:v>53.079124863002804</c:v>
                </c:pt>
                <c:pt idx="155">
                  <c:v>53.123781486549262</c:v>
                </c:pt>
                <c:pt idx="156">
                  <c:v>53.149177821573218</c:v>
                </c:pt>
                <c:pt idx="157">
                  <c:v>53.180974289665564</c:v>
                </c:pt>
                <c:pt idx="158">
                  <c:v>53.179585180899451</c:v>
                </c:pt>
                <c:pt idx="159">
                  <c:v>53.184691668102374</c:v>
                </c:pt>
                <c:pt idx="160">
                  <c:v>53.184072333847645</c:v>
                </c:pt>
                <c:pt idx="161">
                  <c:v>53.186755149497372</c:v>
                </c:pt>
                <c:pt idx="162">
                  <c:v>53.174071855160236</c:v>
                </c:pt>
                <c:pt idx="163">
                  <c:v>53.177605843537677</c:v>
                </c:pt>
                <c:pt idx="164">
                  <c:v>53.182920433152006</c:v>
                </c:pt>
                <c:pt idx="165">
                  <c:v>53.150779456566838</c:v>
                </c:pt>
                <c:pt idx="166">
                  <c:v>53.137497787710586</c:v>
                </c:pt>
                <c:pt idx="167">
                  <c:v>53.127697173983897</c:v>
                </c:pt>
                <c:pt idx="168">
                  <c:v>53.110118027108598</c:v>
                </c:pt>
                <c:pt idx="169">
                  <c:v>53.09625110263616</c:v>
                </c:pt>
                <c:pt idx="170">
                  <c:v>53.130484025584792</c:v>
                </c:pt>
                <c:pt idx="171">
                  <c:v>53.162734956881977</c:v>
                </c:pt>
                <c:pt idx="172">
                  <c:v>53.18339799172783</c:v>
                </c:pt>
                <c:pt idx="173">
                  <c:v>53.182519635412874</c:v>
                </c:pt>
                <c:pt idx="174">
                  <c:v>53.183711838598683</c:v>
                </c:pt>
                <c:pt idx="175">
                  <c:v>53.196273066120398</c:v>
                </c:pt>
                <c:pt idx="176">
                  <c:v>53.181283224575083</c:v>
                </c:pt>
                <c:pt idx="177">
                  <c:v>53.181919277803786</c:v>
                </c:pt>
                <c:pt idx="178">
                  <c:v>53.181466950234295</c:v>
                </c:pt>
                <c:pt idx="179">
                  <c:v>53.172288935233532</c:v>
                </c:pt>
                <c:pt idx="180">
                  <c:v>53.169227837543197</c:v>
                </c:pt>
                <c:pt idx="181">
                  <c:v>53.164003737850031</c:v>
                </c:pt>
                <c:pt idx="182">
                  <c:v>53.167488209996172</c:v>
                </c:pt>
                <c:pt idx="183">
                  <c:v>53.174704033736205</c:v>
                </c:pt>
                <c:pt idx="184">
                  <c:v>53.189288074053827</c:v>
                </c:pt>
                <c:pt idx="185">
                  <c:v>53.195235177843969</c:v>
                </c:pt>
                <c:pt idx="186">
                  <c:v>53.208567949403509</c:v>
                </c:pt>
                <c:pt idx="187">
                  <c:v>53.20054336055221</c:v>
                </c:pt>
                <c:pt idx="188">
                  <c:v>53.190288100566214</c:v>
                </c:pt>
                <c:pt idx="189">
                  <c:v>53.173756116726629</c:v>
                </c:pt>
                <c:pt idx="190">
                  <c:v>53.178570632066609</c:v>
                </c:pt>
                <c:pt idx="191">
                  <c:v>53.180691226452979</c:v>
                </c:pt>
                <c:pt idx="192">
                  <c:v>53.175934281740524</c:v>
                </c:pt>
                <c:pt idx="193">
                  <c:v>53.190232726592207</c:v>
                </c:pt>
                <c:pt idx="194">
                  <c:v>53.206919971122552</c:v>
                </c:pt>
                <c:pt idx="195">
                  <c:v>53.212136291001187</c:v>
                </c:pt>
                <c:pt idx="196">
                  <c:v>53.223630219496634</c:v>
                </c:pt>
                <c:pt idx="197">
                  <c:v>53.242782017742798</c:v>
                </c:pt>
                <c:pt idx="198">
                  <c:v>53.287287316269385</c:v>
                </c:pt>
                <c:pt idx="199">
                  <c:v>53.320737071222005</c:v>
                </c:pt>
                <c:pt idx="200">
                  <c:v>53.366050707732775</c:v>
                </c:pt>
                <c:pt idx="201">
                  <c:v>53.401746052758554</c:v>
                </c:pt>
                <c:pt idx="202">
                  <c:v>53.470971849244528</c:v>
                </c:pt>
                <c:pt idx="203">
                  <c:v>53.561966115948344</c:v>
                </c:pt>
                <c:pt idx="204">
                  <c:v>53.645401423327748</c:v>
                </c:pt>
                <c:pt idx="205">
                  <c:v>53.725634986173745</c:v>
                </c:pt>
                <c:pt idx="206">
                  <c:v>53.78181220314859</c:v>
                </c:pt>
                <c:pt idx="207">
                  <c:v>53.806214094821172</c:v>
                </c:pt>
                <c:pt idx="208">
                  <c:v>53.787353017565813</c:v>
                </c:pt>
                <c:pt idx="209">
                  <c:v>53.733280011603213</c:v>
                </c:pt>
                <c:pt idx="210">
                  <c:v>53.66971532682345</c:v>
                </c:pt>
                <c:pt idx="211">
                  <c:v>53.587938187756578</c:v>
                </c:pt>
                <c:pt idx="212">
                  <c:v>53.522897900978585</c:v>
                </c:pt>
                <c:pt idx="213">
                  <c:v>53.449538277160379</c:v>
                </c:pt>
                <c:pt idx="214">
                  <c:v>53.4264182548497</c:v>
                </c:pt>
                <c:pt idx="215">
                  <c:v>53.428158462069177</c:v>
                </c:pt>
                <c:pt idx="216">
                  <c:v>53.450617474726513</c:v>
                </c:pt>
                <c:pt idx="217">
                  <c:v>53.487393695317628</c:v>
                </c:pt>
                <c:pt idx="218">
                  <c:v>53.501634752596253</c:v>
                </c:pt>
                <c:pt idx="219">
                  <c:v>53.522733335019474</c:v>
                </c:pt>
                <c:pt idx="220">
                  <c:v>53.576095967642807</c:v>
                </c:pt>
                <c:pt idx="221">
                  <c:v>53.645893900842026</c:v>
                </c:pt>
                <c:pt idx="222">
                  <c:v>53.699337016409402</c:v>
                </c:pt>
                <c:pt idx="223">
                  <c:v>53.719081087359356</c:v>
                </c:pt>
                <c:pt idx="224">
                  <c:v>53.70366912223038</c:v>
                </c:pt>
                <c:pt idx="225">
                  <c:v>53.683006606038823</c:v>
                </c:pt>
                <c:pt idx="226">
                  <c:v>53.703906238773612</c:v>
                </c:pt>
                <c:pt idx="227">
                  <c:v>53.732358271381351</c:v>
                </c:pt>
                <c:pt idx="228">
                  <c:v>53.749653134681012</c:v>
                </c:pt>
                <c:pt idx="229">
                  <c:v>53.737865037669103</c:v>
                </c:pt>
                <c:pt idx="230">
                  <c:v>53.764359913013742</c:v>
                </c:pt>
                <c:pt idx="231">
                  <c:v>53.770455260407019</c:v>
                </c:pt>
                <c:pt idx="232">
                  <c:v>53.804009203856189</c:v>
                </c:pt>
                <c:pt idx="233">
                  <c:v>53.827245282694207</c:v>
                </c:pt>
                <c:pt idx="234">
                  <c:v>53.808496844949609</c:v>
                </c:pt>
                <c:pt idx="235">
                  <c:v>53.813728907511766</c:v>
                </c:pt>
                <c:pt idx="236">
                  <c:v>53.792974192890767</c:v>
                </c:pt>
                <c:pt idx="237">
                  <c:v>53.742840640933466</c:v>
                </c:pt>
                <c:pt idx="238">
                  <c:v>53.70787235771185</c:v>
                </c:pt>
                <c:pt idx="239">
                  <c:v>53.665156660599735</c:v>
                </c:pt>
                <c:pt idx="240">
                  <c:v>53.564313728373605</c:v>
                </c:pt>
                <c:pt idx="241">
                  <c:v>53.45092985716169</c:v>
                </c:pt>
                <c:pt idx="242">
                  <c:v>53.398285042092304</c:v>
                </c:pt>
                <c:pt idx="243">
                  <c:v>53.411053060135131</c:v>
                </c:pt>
                <c:pt idx="244">
                  <c:v>53.403639842669577</c:v>
                </c:pt>
                <c:pt idx="245">
                  <c:v>53.373686488912043</c:v>
                </c:pt>
                <c:pt idx="246">
                  <c:v>53.349942769548683</c:v>
                </c:pt>
                <c:pt idx="247">
                  <c:v>53.32138874509792</c:v>
                </c:pt>
                <c:pt idx="248">
                  <c:v>53.307160745704074</c:v>
                </c:pt>
                <c:pt idx="249">
                  <c:v>53.319083906398028</c:v>
                </c:pt>
                <c:pt idx="250">
                  <c:v>53.275033254130754</c:v>
                </c:pt>
                <c:pt idx="251">
                  <c:v>53.294924073739097</c:v>
                </c:pt>
                <c:pt idx="252">
                  <c:v>53.303505910874264</c:v>
                </c:pt>
                <c:pt idx="253">
                  <c:v>53.304237732094364</c:v>
                </c:pt>
                <c:pt idx="254">
                  <c:v>53.326512775019879</c:v>
                </c:pt>
                <c:pt idx="255">
                  <c:v>53.319225682076933</c:v>
                </c:pt>
                <c:pt idx="256">
                  <c:v>53.321683706850365</c:v>
                </c:pt>
                <c:pt idx="257">
                  <c:v>53.209048589396069</c:v>
                </c:pt>
                <c:pt idx="258">
                  <c:v>53.101953676177459</c:v>
                </c:pt>
                <c:pt idx="259">
                  <c:v>53</c:v>
                </c:pt>
                <c:pt idx="260">
                  <c:v>52.977978701064472</c:v>
                </c:pt>
                <c:pt idx="261">
                  <c:v>52.979566484937322</c:v>
                </c:pt>
                <c:pt idx="262">
                  <c:v>53.021782870502001</c:v>
                </c:pt>
                <c:pt idx="263">
                  <c:v>53.006251370810951</c:v>
                </c:pt>
                <c:pt idx="264">
                  <c:v>52.982101301056524</c:v>
                </c:pt>
                <c:pt idx="265">
                  <c:v>52.987018876057213</c:v>
                </c:pt>
                <c:pt idx="266">
                  <c:v>53.006980842832156</c:v>
                </c:pt>
                <c:pt idx="267">
                  <c:v>52.967469575052192</c:v>
                </c:pt>
                <c:pt idx="268">
                  <c:v>52.868132631864576</c:v>
                </c:pt>
                <c:pt idx="269">
                  <c:v>52.799980083674804</c:v>
                </c:pt>
                <c:pt idx="270">
                  <c:v>52.762178132674272</c:v>
                </c:pt>
                <c:pt idx="271">
                  <c:v>52.810351842569744</c:v>
                </c:pt>
                <c:pt idx="272">
                  <c:v>52.816426306500098</c:v>
                </c:pt>
                <c:pt idx="273">
                  <c:v>52.764340814331796</c:v>
                </c:pt>
                <c:pt idx="274">
                  <c:v>52.778212864329099</c:v>
                </c:pt>
                <c:pt idx="275">
                  <c:v>52.774135631333934</c:v>
                </c:pt>
                <c:pt idx="276">
                  <c:v>52.7548627425628</c:v>
                </c:pt>
                <c:pt idx="277">
                  <c:v>52.683241327619555</c:v>
                </c:pt>
                <c:pt idx="278">
                  <c:v>52.755364098218358</c:v>
                </c:pt>
                <c:pt idx="279">
                  <c:v>52.790793221041831</c:v>
                </c:pt>
                <c:pt idx="280">
                  <c:v>52.804300840119289</c:v>
                </c:pt>
                <c:pt idx="281">
                  <c:v>52.8320595234525</c:v>
                </c:pt>
                <c:pt idx="282">
                  <c:v>52.824570094313621</c:v>
                </c:pt>
                <c:pt idx="283">
                  <c:v>52.917872372661293</c:v>
                </c:pt>
                <c:pt idx="284">
                  <c:v>53.018338487282492</c:v>
                </c:pt>
                <c:pt idx="285">
                  <c:v>52.923694297710192</c:v>
                </c:pt>
                <c:pt idx="286">
                  <c:v>52.916226102888629</c:v>
                </c:pt>
                <c:pt idx="287">
                  <c:v>53.140138927961694</c:v>
                </c:pt>
                <c:pt idx="288">
                  <c:v>53.19392853511188</c:v>
                </c:pt>
                <c:pt idx="289">
                  <c:v>53.196637527549314</c:v>
                </c:pt>
                <c:pt idx="290">
                  <c:v>53.117460982170769</c:v>
                </c:pt>
                <c:pt idx="291">
                  <c:v>53.233860156949063</c:v>
                </c:pt>
                <c:pt idx="292">
                  <c:v>53.272489590379344</c:v>
                </c:pt>
                <c:pt idx="293">
                  <c:v>53.257635666770227</c:v>
                </c:pt>
                <c:pt idx="294">
                  <c:v>53.3899185380197</c:v>
                </c:pt>
                <c:pt idx="295">
                  <c:v>53.471463930140807</c:v>
                </c:pt>
                <c:pt idx="296">
                  <c:v>53.558945839402476</c:v>
                </c:pt>
                <c:pt idx="297">
                  <c:v>53.62441673128744</c:v>
                </c:pt>
                <c:pt idx="298">
                  <c:v>53.618369466198857</c:v>
                </c:pt>
                <c:pt idx="299">
                  <c:v>53.696562215893756</c:v>
                </c:pt>
                <c:pt idx="300">
                  <c:v>53.839551301790266</c:v>
                </c:pt>
                <c:pt idx="301">
                  <c:v>53.803752378449474</c:v>
                </c:pt>
                <c:pt idx="302">
                  <c:v>53.733205569456338</c:v>
                </c:pt>
                <c:pt idx="303">
                  <c:v>53.81313117368326</c:v>
                </c:pt>
                <c:pt idx="304">
                  <c:v>53.989466070108456</c:v>
                </c:pt>
                <c:pt idx="305">
                  <c:v>54.133485508539479</c:v>
                </c:pt>
                <c:pt idx="306">
                  <c:v>54.151537485083729</c:v>
                </c:pt>
                <c:pt idx="307">
                  <c:v>54.165883280022285</c:v>
                </c:pt>
                <c:pt idx="308">
                  <c:v>54.193956878044027</c:v>
                </c:pt>
                <c:pt idx="309">
                  <c:v>54.16951758224355</c:v>
                </c:pt>
                <c:pt idx="310">
                  <c:v>54.214030508039279</c:v>
                </c:pt>
                <c:pt idx="311">
                  <c:v>54.136701287248115</c:v>
                </c:pt>
                <c:pt idx="312">
                  <c:v>54.352120019290282</c:v>
                </c:pt>
                <c:pt idx="313">
                  <c:v>54.500276183415814</c:v>
                </c:pt>
                <c:pt idx="314">
                  <c:v>54.484897046053241</c:v>
                </c:pt>
                <c:pt idx="315">
                  <c:v>54.547404896420005</c:v>
                </c:pt>
                <c:pt idx="316">
                  <c:v>54.556993227991796</c:v>
                </c:pt>
                <c:pt idx="317">
                  <c:v>54.648931842143234</c:v>
                </c:pt>
                <c:pt idx="318">
                  <c:v>54.743751367378678</c:v>
                </c:pt>
                <c:pt idx="319">
                  <c:v>54.770286514704416</c:v>
                </c:pt>
                <c:pt idx="320">
                  <c:v>54.787738438730344</c:v>
                </c:pt>
                <c:pt idx="321">
                  <c:v>55.017630798741969</c:v>
                </c:pt>
                <c:pt idx="322">
                  <c:v>55.136473536991389</c:v>
                </c:pt>
                <c:pt idx="323">
                  <c:v>55.256283046859721</c:v>
                </c:pt>
                <c:pt idx="324">
                  <c:v>55.377828767258492</c:v>
                </c:pt>
                <c:pt idx="325">
                  <c:v>55.519439209002158</c:v>
                </c:pt>
                <c:pt idx="326">
                  <c:v>55.64086301513089</c:v>
                </c:pt>
                <c:pt idx="327">
                  <c:v>55.793357997074246</c:v>
                </c:pt>
                <c:pt idx="328">
                  <c:v>55.927080866229552</c:v>
                </c:pt>
                <c:pt idx="329">
                  <c:v>55.997253206816666</c:v>
                </c:pt>
                <c:pt idx="330">
                  <c:v>56.103869493641767</c:v>
                </c:pt>
                <c:pt idx="331">
                  <c:v>56.190319280842502</c:v>
                </c:pt>
                <c:pt idx="332">
                  <c:v>56.2150581147569</c:v>
                </c:pt>
                <c:pt idx="333">
                  <c:v>56.197305737344756</c:v>
                </c:pt>
                <c:pt idx="334">
                  <c:v>56.210779887965167</c:v>
                </c:pt>
                <c:pt idx="335">
                  <c:v>56.158378108199884</c:v>
                </c:pt>
                <c:pt idx="336">
                  <c:v>56.102188809630704</c:v>
                </c:pt>
                <c:pt idx="337">
                  <c:v>56.032476912027491</c:v>
                </c:pt>
                <c:pt idx="338">
                  <c:v>55.958317523275603</c:v>
                </c:pt>
                <c:pt idx="339">
                  <c:v>55.857679306953393</c:v>
                </c:pt>
                <c:pt idx="340">
                  <c:v>55.707325085896024</c:v>
                </c:pt>
                <c:pt idx="341">
                  <c:v>55.715499565840588</c:v>
                </c:pt>
                <c:pt idx="342">
                  <c:v>55.659139416442521</c:v>
                </c:pt>
                <c:pt idx="343">
                  <c:v>55.528827462049684</c:v>
                </c:pt>
                <c:pt idx="344">
                  <c:v>55.556239379218397</c:v>
                </c:pt>
                <c:pt idx="345">
                  <c:v>55.545221819444784</c:v>
                </c:pt>
                <c:pt idx="346">
                  <c:v>55.555333991861588</c:v>
                </c:pt>
                <c:pt idx="347">
                  <c:v>55.570021915584988</c:v>
                </c:pt>
                <c:pt idx="348">
                  <c:v>55.540744551437406</c:v>
                </c:pt>
                <c:pt idx="349">
                  <c:v>55.421806624869028</c:v>
                </c:pt>
                <c:pt idx="350">
                  <c:v>55.411018859460277</c:v>
                </c:pt>
                <c:pt idx="351">
                  <c:v>55.47462442640267</c:v>
                </c:pt>
                <c:pt idx="352">
                  <c:v>55.420075295790838</c:v>
                </c:pt>
                <c:pt idx="353">
                  <c:v>55.383381053088513</c:v>
                </c:pt>
                <c:pt idx="354">
                  <c:v>55.299736148352949</c:v>
                </c:pt>
                <c:pt idx="355">
                  <c:v>55.210130380233707</c:v>
                </c:pt>
                <c:pt idx="356">
                  <c:v>55.2816497575703</c:v>
                </c:pt>
                <c:pt idx="357">
                  <c:v>55.295499780014303</c:v>
                </c:pt>
                <c:pt idx="358">
                  <c:v>55.136581783195119</c:v>
                </c:pt>
                <c:pt idx="359">
                  <c:v>55.2899920374361</c:v>
                </c:pt>
                <c:pt idx="360">
                  <c:v>55.394159665774289</c:v>
                </c:pt>
                <c:pt idx="361">
                  <c:v>55.33621511901088</c:v>
                </c:pt>
                <c:pt idx="362">
                  <c:v>55.288899202312734</c:v>
                </c:pt>
                <c:pt idx="363">
                  <c:v>55.204067128388999</c:v>
                </c:pt>
                <c:pt idx="364">
                  <c:v>55.195332257725667</c:v>
                </c:pt>
                <c:pt idx="365">
                  <c:v>55.112037597189335</c:v>
                </c:pt>
                <c:pt idx="366">
                  <c:v>54.957972374092172</c:v>
                </c:pt>
                <c:pt idx="367">
                  <c:v>54.858652210896679</c:v>
                </c:pt>
                <c:pt idx="368">
                  <c:v>54.786903527340456</c:v>
                </c:pt>
                <c:pt idx="369">
                  <c:v>54.63270131848941</c:v>
                </c:pt>
                <c:pt idx="370">
                  <c:v>54.59135706538806</c:v>
                </c:pt>
                <c:pt idx="371">
                  <c:v>54.467837834861143</c:v>
                </c:pt>
                <c:pt idx="372">
                  <c:v>54.351050859210346</c:v>
                </c:pt>
                <c:pt idx="373">
                  <c:v>54.163367135457953</c:v>
                </c:pt>
                <c:pt idx="374">
                  <c:v>54.010003926213066</c:v>
                </c:pt>
                <c:pt idx="375">
                  <c:v>53.966478518208319</c:v>
                </c:pt>
                <c:pt idx="376">
                  <c:v>53.857218009715375</c:v>
                </c:pt>
                <c:pt idx="377">
                  <c:v>53.747979589793871</c:v>
                </c:pt>
                <c:pt idx="378">
                  <c:v>53.644255014265894</c:v>
                </c:pt>
                <c:pt idx="379">
                  <c:v>53.51679272966264</c:v>
                </c:pt>
                <c:pt idx="380">
                  <c:v>53.387103435013884</c:v>
                </c:pt>
                <c:pt idx="381">
                  <c:v>53.218268615395289</c:v>
                </c:pt>
                <c:pt idx="382">
                  <c:v>53.072457592459813</c:v>
                </c:pt>
                <c:pt idx="383">
                  <c:v>52.939931777433479</c:v>
                </c:pt>
                <c:pt idx="384">
                  <c:v>52.848523166960526</c:v>
                </c:pt>
                <c:pt idx="385">
                  <c:v>52.758884357511342</c:v>
                </c:pt>
                <c:pt idx="386">
                  <c:v>52.711496103792612</c:v>
                </c:pt>
                <c:pt idx="387">
                  <c:v>52.664467582595925</c:v>
                </c:pt>
                <c:pt idx="388">
                  <c:v>52.620283224300508</c:v>
                </c:pt>
                <c:pt idx="389">
                  <c:v>52.595685479610772</c:v>
                </c:pt>
                <c:pt idx="390">
                  <c:v>52.575356992044242</c:v>
                </c:pt>
                <c:pt idx="391">
                  <c:v>52.548953811729284</c:v>
                </c:pt>
                <c:pt idx="392">
                  <c:v>52.63806942102407</c:v>
                </c:pt>
                <c:pt idx="393">
                  <c:v>52.742040921763412</c:v>
                </c:pt>
                <c:pt idx="394">
                  <c:v>52.84237808977241</c:v>
                </c:pt>
                <c:pt idx="395">
                  <c:v>52.898318830894624</c:v>
                </c:pt>
                <c:pt idx="396">
                  <c:v>52.881139902085998</c:v>
                </c:pt>
                <c:pt idx="397">
                  <c:v>52.853527418247801</c:v>
                </c:pt>
                <c:pt idx="398">
                  <c:v>52.788015003509614</c:v>
                </c:pt>
                <c:pt idx="399">
                  <c:v>52.6998587826372</c:v>
                </c:pt>
                <c:pt idx="400">
                  <c:v>52.691874969166768</c:v>
                </c:pt>
                <c:pt idx="401">
                  <c:v>52.658230200196599</c:v>
                </c:pt>
                <c:pt idx="402">
                  <c:v>52.61867097214823</c:v>
                </c:pt>
                <c:pt idx="403">
                  <c:v>52.553565395946336</c:v>
                </c:pt>
                <c:pt idx="404">
                  <c:v>52.509756085729407</c:v>
                </c:pt>
                <c:pt idx="405">
                  <c:v>52.455570394492426</c:v>
                </c:pt>
                <c:pt idx="406">
                  <c:v>52.386059727131091</c:v>
                </c:pt>
                <c:pt idx="407">
                  <c:v>52.346693110510493</c:v>
                </c:pt>
                <c:pt idx="408">
                  <c:v>52.303263401851737</c:v>
                </c:pt>
                <c:pt idx="409">
                  <c:v>52.282890546460578</c:v>
                </c:pt>
                <c:pt idx="410">
                  <c:v>52.240662643719489</c:v>
                </c:pt>
                <c:pt idx="411">
                  <c:v>52.200744434435094</c:v>
                </c:pt>
                <c:pt idx="412">
                  <c:v>52.186093712716954</c:v>
                </c:pt>
                <c:pt idx="413">
                  <c:v>52.167628479289419</c:v>
                </c:pt>
                <c:pt idx="414">
                  <c:v>52.170998405107511</c:v>
                </c:pt>
                <c:pt idx="415">
                  <c:v>52.187552774982045</c:v>
                </c:pt>
                <c:pt idx="416">
                  <c:v>52.168348623160462</c:v>
                </c:pt>
                <c:pt idx="417">
                  <c:v>52.116775824583307</c:v>
                </c:pt>
                <c:pt idx="418">
                  <c:v>52.080340003293763</c:v>
                </c:pt>
                <c:pt idx="419">
                  <c:v>52.096413775125711</c:v>
                </c:pt>
                <c:pt idx="420">
                  <c:v>52.096572523385284</c:v>
                </c:pt>
                <c:pt idx="421">
                  <c:v>52.122222182899414</c:v>
                </c:pt>
                <c:pt idx="422">
                  <c:v>52.123156864690202</c:v>
                </c:pt>
                <c:pt idx="423">
                  <c:v>52.102002990286124</c:v>
                </c:pt>
                <c:pt idx="424">
                  <c:v>52.072262639937122</c:v>
                </c:pt>
                <c:pt idx="425">
                  <c:v>52.084496741989099</c:v>
                </c:pt>
                <c:pt idx="426">
                  <c:v>52.10173576891156</c:v>
                </c:pt>
                <c:pt idx="427">
                  <c:v>52.078409361278446</c:v>
                </c:pt>
                <c:pt idx="428">
                  <c:v>52.082647345644745</c:v>
                </c:pt>
                <c:pt idx="429">
                  <c:v>52.076828075600559</c:v>
                </c:pt>
                <c:pt idx="430">
                  <c:v>52.032930188238559</c:v>
                </c:pt>
                <c:pt idx="431">
                  <c:v>52.035073034229264</c:v>
                </c:pt>
                <c:pt idx="432">
                  <c:v>52.056772913398873</c:v>
                </c:pt>
                <c:pt idx="433">
                  <c:v>52.117688006883519</c:v>
                </c:pt>
                <c:pt idx="434">
                  <c:v>52.247165670555489</c:v>
                </c:pt>
                <c:pt idx="435">
                  <c:v>52.709953358944077</c:v>
                </c:pt>
                <c:pt idx="436">
                  <c:v>52.725625032587509</c:v>
                </c:pt>
                <c:pt idx="437">
                  <c:v>52.482216983847671</c:v>
                </c:pt>
                <c:pt idx="438">
                  <c:v>52.235285254984639</c:v>
                </c:pt>
                <c:pt idx="439">
                  <c:v>52.261267665556211</c:v>
                </c:pt>
                <c:pt idx="440">
                  <c:v>52.331342209298306</c:v>
                </c:pt>
                <c:pt idx="441">
                  <c:v>52.201909168011078</c:v>
                </c:pt>
                <c:pt idx="442">
                  <c:v>52.22726007978703</c:v>
                </c:pt>
                <c:pt idx="443">
                  <c:v>52.375259155537442</c:v>
                </c:pt>
                <c:pt idx="444">
                  <c:v>52.412554190603196</c:v>
                </c:pt>
                <c:pt idx="445">
                  <c:v>52.421406811047618</c:v>
                </c:pt>
                <c:pt idx="446">
                  <c:v>52.338445622345652</c:v>
                </c:pt>
                <c:pt idx="447">
                  <c:v>52.359351623850181</c:v>
                </c:pt>
                <c:pt idx="448">
                  <c:v>52.388826709695856</c:v>
                </c:pt>
                <c:pt idx="449">
                  <c:v>52.442784772712415</c:v>
                </c:pt>
                <c:pt idx="450">
                  <c:v>52.528647244934277</c:v>
                </c:pt>
                <c:pt idx="451">
                  <c:v>52.61192695602309</c:v>
                </c:pt>
                <c:pt idx="452">
                  <c:v>52.539281381887882</c:v>
                </c:pt>
                <c:pt idx="453">
                  <c:v>52.601953401595765</c:v>
                </c:pt>
                <c:pt idx="454">
                  <c:v>52.594196590909682</c:v>
                </c:pt>
                <c:pt idx="455">
                  <c:v>52.613194211537305</c:v>
                </c:pt>
                <c:pt idx="456">
                  <c:v>52.634616266445043</c:v>
                </c:pt>
                <c:pt idx="457">
                  <c:v>52.682337404698416</c:v>
                </c:pt>
                <c:pt idx="458">
                  <c:v>52.722895332114334</c:v>
                </c:pt>
                <c:pt idx="459">
                  <c:v>52.730657771725049</c:v>
                </c:pt>
                <c:pt idx="460">
                  <c:v>52.692330530698371</c:v>
                </c:pt>
                <c:pt idx="461">
                  <c:v>52.672501644515499</c:v>
                </c:pt>
                <c:pt idx="462">
                  <c:v>52.698903024794937</c:v>
                </c:pt>
                <c:pt idx="463">
                  <c:v>52.733261156993883</c:v>
                </c:pt>
                <c:pt idx="464">
                  <c:v>52.730766978964695</c:v>
                </c:pt>
                <c:pt idx="465">
                  <c:v>52.726251605120659</c:v>
                </c:pt>
                <c:pt idx="466">
                  <c:v>52.718911395875374</c:v>
                </c:pt>
                <c:pt idx="467">
                  <c:v>52.743436483199218</c:v>
                </c:pt>
                <c:pt idx="468">
                  <c:v>52.74040473524056</c:v>
                </c:pt>
                <c:pt idx="469">
                  <c:v>52.759086358107425</c:v>
                </c:pt>
                <c:pt idx="470">
                  <c:v>52.761625720079039</c:v>
                </c:pt>
                <c:pt idx="471">
                  <c:v>52.807808438145486</c:v>
                </c:pt>
                <c:pt idx="472">
                  <c:v>52.824578545327839</c:v>
                </c:pt>
                <c:pt idx="473">
                  <c:v>52.868273797361951</c:v>
                </c:pt>
                <c:pt idx="474">
                  <c:v>52.845429546594545</c:v>
                </c:pt>
                <c:pt idx="475">
                  <c:v>52.850238783864278</c:v>
                </c:pt>
                <c:pt idx="476">
                  <c:v>52.887583693642988</c:v>
                </c:pt>
                <c:pt idx="477">
                  <c:v>52.929939109069672</c:v>
                </c:pt>
                <c:pt idx="478">
                  <c:v>52.928439404900935</c:v>
                </c:pt>
                <c:pt idx="479">
                  <c:v>52.912650042494569</c:v>
                </c:pt>
                <c:pt idx="480">
                  <c:v>52.95927605744383</c:v>
                </c:pt>
                <c:pt idx="481">
                  <c:v>52.96029805049136</c:v>
                </c:pt>
                <c:pt idx="482">
                  <c:v>52.974710019617035</c:v>
                </c:pt>
                <c:pt idx="483">
                  <c:v>52.997121621169349</c:v>
                </c:pt>
                <c:pt idx="484">
                  <c:v>52.991035334971812</c:v>
                </c:pt>
                <c:pt idx="485">
                  <c:v>52.996775038059312</c:v>
                </c:pt>
                <c:pt idx="486">
                  <c:v>53.027293236860785</c:v>
                </c:pt>
                <c:pt idx="487">
                  <c:v>53.055263134531209</c:v>
                </c:pt>
                <c:pt idx="488">
                  <c:v>53.068185223410801</c:v>
                </c:pt>
                <c:pt idx="489">
                  <c:v>53.091430271917332</c:v>
                </c:pt>
                <c:pt idx="490">
                  <c:v>53.103866595279499</c:v>
                </c:pt>
                <c:pt idx="491">
                  <c:v>53.094686658206903</c:v>
                </c:pt>
                <c:pt idx="492">
                  <c:v>53.094667254434199</c:v>
                </c:pt>
                <c:pt idx="493">
                  <c:v>53.080421895375778</c:v>
                </c:pt>
                <c:pt idx="494">
                  <c:v>53.06996966879133</c:v>
                </c:pt>
                <c:pt idx="495">
                  <c:v>53.104710476337907</c:v>
                </c:pt>
                <c:pt idx="496">
                  <c:v>53.123534057938137</c:v>
                </c:pt>
                <c:pt idx="497">
                  <c:v>53.122091558288005</c:v>
                </c:pt>
                <c:pt idx="498">
                  <c:v>53.130064769854322</c:v>
                </c:pt>
                <c:pt idx="499">
                  <c:v>53.134793463161863</c:v>
                </c:pt>
                <c:pt idx="500">
                  <c:v>53.138700669073202</c:v>
                </c:pt>
                <c:pt idx="501">
                  <c:v>53.152351040120017</c:v>
                </c:pt>
                <c:pt idx="502">
                  <c:v>53.15306150498651</c:v>
                </c:pt>
                <c:pt idx="503">
                  <c:v>53.129630168058334</c:v>
                </c:pt>
                <c:pt idx="504">
                  <c:v>53.172466223477585</c:v>
                </c:pt>
                <c:pt idx="505">
                  <c:v>53.190380329504741</c:v>
                </c:pt>
                <c:pt idx="506">
                  <c:v>53.196973462991622</c:v>
                </c:pt>
                <c:pt idx="507">
                  <c:v>53.208404664825608</c:v>
                </c:pt>
                <c:pt idx="508">
                  <c:v>53.235848982633655</c:v>
                </c:pt>
                <c:pt idx="509">
                  <c:v>53.260759063994954</c:v>
                </c:pt>
                <c:pt idx="510">
                  <c:v>53.29608711024769</c:v>
                </c:pt>
                <c:pt idx="511">
                  <c:v>53.345736117050635</c:v>
                </c:pt>
                <c:pt idx="512">
                  <c:v>53.376936895422602</c:v>
                </c:pt>
                <c:pt idx="513">
                  <c:v>53.397954262683946</c:v>
                </c:pt>
                <c:pt idx="514">
                  <c:v>53.459675894147054</c:v>
                </c:pt>
                <c:pt idx="515">
                  <c:v>53.510608936456336</c:v>
                </c:pt>
                <c:pt idx="516">
                  <c:v>53.534590138471856</c:v>
                </c:pt>
                <c:pt idx="517">
                  <c:v>53.560161961704338</c:v>
                </c:pt>
                <c:pt idx="518">
                  <c:v>53.622442977086678</c:v>
                </c:pt>
                <c:pt idx="519">
                  <c:v>53.637302117747893</c:v>
                </c:pt>
                <c:pt idx="520">
                  <c:v>53.630999674742739</c:v>
                </c:pt>
                <c:pt idx="521">
                  <c:v>53.664161393503292</c:v>
                </c:pt>
                <c:pt idx="522">
                  <c:v>53.720783188742175</c:v>
                </c:pt>
                <c:pt idx="523">
                  <c:v>53.79369823429635</c:v>
                </c:pt>
                <c:pt idx="524">
                  <c:v>53.839034417014716</c:v>
                </c:pt>
                <c:pt idx="525">
                  <c:v>53.830798064662829</c:v>
                </c:pt>
                <c:pt idx="526">
                  <c:v>53.822286337385663</c:v>
                </c:pt>
                <c:pt idx="527">
                  <c:v>53.828370091329838</c:v>
                </c:pt>
                <c:pt idx="528">
                  <c:v>53.857794570244721</c:v>
                </c:pt>
                <c:pt idx="529">
                  <c:v>53.855198674954195</c:v>
                </c:pt>
                <c:pt idx="530">
                  <c:v>53.827633663239162</c:v>
                </c:pt>
                <c:pt idx="531">
                  <c:v>53.799131107600601</c:v>
                </c:pt>
                <c:pt idx="532">
                  <c:v>53.811809764558099</c:v>
                </c:pt>
                <c:pt idx="533">
                  <c:v>53.797816288435982</c:v>
                </c:pt>
                <c:pt idx="534">
                  <c:v>53.804317162475265</c:v>
                </c:pt>
                <c:pt idx="535">
                  <c:v>53.78573017876397</c:v>
                </c:pt>
                <c:pt idx="536">
                  <c:v>53.794259174178485</c:v>
                </c:pt>
                <c:pt idx="537">
                  <c:v>53.805614957575145</c:v>
                </c:pt>
                <c:pt idx="538">
                  <c:v>53.804508210312854</c:v>
                </c:pt>
                <c:pt idx="539">
                  <c:v>53.824653780710705</c:v>
                </c:pt>
                <c:pt idx="540">
                  <c:v>53.88050326918485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8022-4DA3-A5C1-DAA90C22AF82}"/>
            </c:ext>
          </c:extLst>
        </c:ser>
        <c:ser>
          <c:idx val="26"/>
          <c:order val="26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plot!$AB$2:$AB$542</c:f>
              <c:numCache>
                <c:formatCode>General</c:formatCode>
                <c:ptCount val="541"/>
                <c:pt idx="0">
                  <c:v>54.470741838808834</c:v>
                </c:pt>
                <c:pt idx="1">
                  <c:v>54.532014124666155</c:v>
                </c:pt>
                <c:pt idx="2">
                  <c:v>54.695822107814386</c:v>
                </c:pt>
                <c:pt idx="3">
                  <c:v>54.761318438414321</c:v>
                </c:pt>
                <c:pt idx="4">
                  <c:v>54.76946170268824</c:v>
                </c:pt>
                <c:pt idx="5">
                  <c:v>54.612468179654549</c:v>
                </c:pt>
                <c:pt idx="6">
                  <c:v>54.6506968329195</c:v>
                </c:pt>
                <c:pt idx="7">
                  <c:v>54.703282053984893</c:v>
                </c:pt>
                <c:pt idx="8">
                  <c:v>54.802064923786254</c:v>
                </c:pt>
                <c:pt idx="9">
                  <c:v>54.767721800564438</c:v>
                </c:pt>
                <c:pt idx="10">
                  <c:v>54.614780807614487</c:v>
                </c:pt>
                <c:pt idx="11">
                  <c:v>54.571516771448465</c:v>
                </c:pt>
                <c:pt idx="12">
                  <c:v>54.579055612274892</c:v>
                </c:pt>
                <c:pt idx="13">
                  <c:v>54.564353918921881</c:v>
                </c:pt>
                <c:pt idx="14">
                  <c:v>54.481574849131441</c:v>
                </c:pt>
                <c:pt idx="15">
                  <c:v>54.448054802075596</c:v>
                </c:pt>
                <c:pt idx="16">
                  <c:v>54.429491662693351</c:v>
                </c:pt>
                <c:pt idx="17">
                  <c:v>54.433041060122029</c:v>
                </c:pt>
                <c:pt idx="18">
                  <c:v>54.429606311311126</c:v>
                </c:pt>
                <c:pt idx="19">
                  <c:v>54.4106468474289</c:v>
                </c:pt>
                <c:pt idx="20">
                  <c:v>54.409522748313037</c:v>
                </c:pt>
                <c:pt idx="21">
                  <c:v>54.432042063574208</c:v>
                </c:pt>
                <c:pt idx="22">
                  <c:v>54.454794187944856</c:v>
                </c:pt>
                <c:pt idx="23">
                  <c:v>54.45871356628183</c:v>
                </c:pt>
                <c:pt idx="24">
                  <c:v>54.453432315908067</c:v>
                </c:pt>
                <c:pt idx="25">
                  <c:v>54.484517354818813</c:v>
                </c:pt>
                <c:pt idx="26">
                  <c:v>54.500456706952306</c:v>
                </c:pt>
                <c:pt idx="27">
                  <c:v>54.503033006768987</c:v>
                </c:pt>
                <c:pt idx="28">
                  <c:v>54.53476602725334</c:v>
                </c:pt>
                <c:pt idx="29">
                  <c:v>54.576152916899865</c:v>
                </c:pt>
                <c:pt idx="30">
                  <c:v>54.573909655255761</c:v>
                </c:pt>
                <c:pt idx="31">
                  <c:v>54.576888531978447</c:v>
                </c:pt>
                <c:pt idx="32">
                  <c:v>54.610770292973228</c:v>
                </c:pt>
                <c:pt idx="33">
                  <c:v>54.637074319364807</c:v>
                </c:pt>
                <c:pt idx="34">
                  <c:v>54.66720591626796</c:v>
                </c:pt>
                <c:pt idx="35">
                  <c:v>54.717652950593887</c:v>
                </c:pt>
                <c:pt idx="36">
                  <c:v>54.770642037159838</c:v>
                </c:pt>
                <c:pt idx="37">
                  <c:v>54.816653592876605</c:v>
                </c:pt>
                <c:pt idx="38">
                  <c:v>54.890624528971045</c:v>
                </c:pt>
                <c:pt idx="39">
                  <c:v>54.965034240589205</c:v>
                </c:pt>
                <c:pt idx="40">
                  <c:v>55.029866464034264</c:v>
                </c:pt>
                <c:pt idx="41">
                  <c:v>55.112898143732345</c:v>
                </c:pt>
                <c:pt idx="42">
                  <c:v>55.200521793682256</c:v>
                </c:pt>
                <c:pt idx="43">
                  <c:v>55.292265933467249</c:v>
                </c:pt>
                <c:pt idx="44">
                  <c:v>55.332658690556698</c:v>
                </c:pt>
                <c:pt idx="45">
                  <c:v>55.412419899101593</c:v>
                </c:pt>
                <c:pt idx="46">
                  <c:v>55.480931060027473</c:v>
                </c:pt>
                <c:pt idx="47">
                  <c:v>55.513779767464584</c:v>
                </c:pt>
                <c:pt idx="48">
                  <c:v>55.581347967556965</c:v>
                </c:pt>
                <c:pt idx="49">
                  <c:v>55.621414329088068</c:v>
                </c:pt>
                <c:pt idx="50">
                  <c:v>55.662419295640056</c:v>
                </c:pt>
                <c:pt idx="51">
                  <c:v>55.713087015397022</c:v>
                </c:pt>
                <c:pt idx="52">
                  <c:v>55.755665011076744</c:v>
                </c:pt>
                <c:pt idx="53">
                  <c:v>55.767736819043336</c:v>
                </c:pt>
                <c:pt idx="54">
                  <c:v>55.799965912136472</c:v>
                </c:pt>
                <c:pt idx="55">
                  <c:v>55.833092193732242</c:v>
                </c:pt>
                <c:pt idx="56">
                  <c:v>55.837607864666495</c:v>
                </c:pt>
                <c:pt idx="57">
                  <c:v>55.870011045070335</c:v>
                </c:pt>
                <c:pt idx="58">
                  <c:v>55.939319501196294</c:v>
                </c:pt>
                <c:pt idx="59">
                  <c:v>55.975085586726777</c:v>
                </c:pt>
                <c:pt idx="60">
                  <c:v>56.029189570754454</c:v>
                </c:pt>
                <c:pt idx="61">
                  <c:v>56.15398120637461</c:v>
                </c:pt>
                <c:pt idx="62">
                  <c:v>56.235652438749604</c:v>
                </c:pt>
                <c:pt idx="63">
                  <c:v>56.312056513619559</c:v>
                </c:pt>
                <c:pt idx="64">
                  <c:v>56.436975302669538</c:v>
                </c:pt>
                <c:pt idx="65">
                  <c:v>56.56972624207765</c:v>
                </c:pt>
                <c:pt idx="66">
                  <c:v>56.659158552468355</c:v>
                </c:pt>
                <c:pt idx="67">
                  <c:v>56.760168975764607</c:v>
                </c:pt>
                <c:pt idx="68">
                  <c:v>56.919662426700526</c:v>
                </c:pt>
                <c:pt idx="69">
                  <c:v>57.011512648671825</c:v>
                </c:pt>
                <c:pt idx="70">
                  <c:v>57.147672011448378</c:v>
                </c:pt>
                <c:pt idx="71">
                  <c:v>57.242611738708099</c:v>
                </c:pt>
                <c:pt idx="72">
                  <c:v>57.31646780839413</c:v>
                </c:pt>
                <c:pt idx="73">
                  <c:v>57.439320962208448</c:v>
                </c:pt>
                <c:pt idx="74">
                  <c:v>57.576305678877986</c:v>
                </c:pt>
                <c:pt idx="75">
                  <c:v>57.673742012732809</c:v>
                </c:pt>
                <c:pt idx="76">
                  <c:v>57.746868629000183</c:v>
                </c:pt>
                <c:pt idx="77">
                  <c:v>57.879328309738362</c:v>
                </c:pt>
                <c:pt idx="78">
                  <c:v>58.013860921698303</c:v>
                </c:pt>
                <c:pt idx="79">
                  <c:v>58.100097807957276</c:v>
                </c:pt>
                <c:pt idx="80">
                  <c:v>58.159138161820586</c:v>
                </c:pt>
                <c:pt idx="81">
                  <c:v>58.178629261706639</c:v>
                </c:pt>
                <c:pt idx="82">
                  <c:v>58.173637863438351</c:v>
                </c:pt>
                <c:pt idx="83">
                  <c:v>58.20815288698995</c:v>
                </c:pt>
                <c:pt idx="84">
                  <c:v>58.178511509572388</c:v>
                </c:pt>
                <c:pt idx="85">
                  <c:v>58.055289926607998</c:v>
                </c:pt>
                <c:pt idx="86">
                  <c:v>57.948111237072737</c:v>
                </c:pt>
                <c:pt idx="87">
                  <c:v>57.88234122532166</c:v>
                </c:pt>
                <c:pt idx="88">
                  <c:v>57.736633485719615</c:v>
                </c:pt>
                <c:pt idx="89">
                  <c:v>57.583342857136117</c:v>
                </c:pt>
                <c:pt idx="90">
                  <c:v>57.476679968410927</c:v>
                </c:pt>
                <c:pt idx="91">
                  <c:v>57.305777482695667</c:v>
                </c:pt>
                <c:pt idx="92">
                  <c:v>57.211800462619962</c:v>
                </c:pt>
                <c:pt idx="93">
                  <c:v>57.120981406687534</c:v>
                </c:pt>
                <c:pt idx="94">
                  <c:v>56.937458099124463</c:v>
                </c:pt>
                <c:pt idx="95">
                  <c:v>56.787110184944353</c:v>
                </c:pt>
                <c:pt idx="96">
                  <c:v>56.711583443331222</c:v>
                </c:pt>
                <c:pt idx="97">
                  <c:v>56.539875204879742</c:v>
                </c:pt>
                <c:pt idx="98">
                  <c:v>56.401153063454814</c:v>
                </c:pt>
                <c:pt idx="99">
                  <c:v>56.352286327018902</c:v>
                </c:pt>
                <c:pt idx="100">
                  <c:v>56.252929551682165</c:v>
                </c:pt>
                <c:pt idx="101">
                  <c:v>56.128493858549234</c:v>
                </c:pt>
                <c:pt idx="102">
                  <c:v>56.059116943568398</c:v>
                </c:pt>
                <c:pt idx="103">
                  <c:v>56.009381730694663</c:v>
                </c:pt>
                <c:pt idx="104">
                  <c:v>55.919148821945981</c:v>
                </c:pt>
                <c:pt idx="105">
                  <c:v>55.854230879738573</c:v>
                </c:pt>
                <c:pt idx="106">
                  <c:v>55.693733014712897</c:v>
                </c:pt>
                <c:pt idx="107">
                  <c:v>55.467747848323853</c:v>
                </c:pt>
                <c:pt idx="108">
                  <c:v>55.300139954074126</c:v>
                </c:pt>
                <c:pt idx="109">
                  <c:v>55.14394163908031</c:v>
                </c:pt>
                <c:pt idx="110">
                  <c:v>54.986039820221819</c:v>
                </c:pt>
                <c:pt idx="111">
                  <c:v>54.871692406887561</c:v>
                </c:pt>
                <c:pt idx="112">
                  <c:v>54.792647620621935</c:v>
                </c:pt>
                <c:pt idx="113">
                  <c:v>54.731139326855256</c:v>
                </c:pt>
                <c:pt idx="114">
                  <c:v>54.689462385461866</c:v>
                </c:pt>
                <c:pt idx="115">
                  <c:v>54.644900208242326</c:v>
                </c:pt>
                <c:pt idx="116">
                  <c:v>54.57097696829598</c:v>
                </c:pt>
                <c:pt idx="117">
                  <c:v>54.541895884499382</c:v>
                </c:pt>
                <c:pt idx="118">
                  <c:v>54.557255505198128</c:v>
                </c:pt>
                <c:pt idx="119">
                  <c:v>54.500904012609062</c:v>
                </c:pt>
                <c:pt idx="120">
                  <c:v>54.463602621102979</c:v>
                </c:pt>
                <c:pt idx="121">
                  <c:v>54.472779247471301</c:v>
                </c:pt>
                <c:pt idx="122">
                  <c:v>54.449748210437079</c:v>
                </c:pt>
                <c:pt idx="123">
                  <c:v>54.438567170686817</c:v>
                </c:pt>
                <c:pt idx="124">
                  <c:v>54.445069423395132</c:v>
                </c:pt>
                <c:pt idx="125">
                  <c:v>54.430058458272107</c:v>
                </c:pt>
                <c:pt idx="126">
                  <c:v>54.415270660485838</c:v>
                </c:pt>
                <c:pt idx="127">
                  <c:v>54.439895630011037</c:v>
                </c:pt>
                <c:pt idx="128">
                  <c:v>54.448037859779461</c:v>
                </c:pt>
                <c:pt idx="129">
                  <c:v>54.419362302136989</c:v>
                </c:pt>
                <c:pt idx="130">
                  <c:v>54.410455618180649</c:v>
                </c:pt>
                <c:pt idx="131">
                  <c:v>54.386461787753632</c:v>
                </c:pt>
                <c:pt idx="132">
                  <c:v>54.372300546387692</c:v>
                </c:pt>
                <c:pt idx="133">
                  <c:v>54.363252067118935</c:v>
                </c:pt>
                <c:pt idx="134">
                  <c:v>54.394159524994279</c:v>
                </c:pt>
                <c:pt idx="135">
                  <c:v>54.452243895959313</c:v>
                </c:pt>
                <c:pt idx="136">
                  <c:v>54.469422349736213</c:v>
                </c:pt>
                <c:pt idx="137">
                  <c:v>54.449771001319107</c:v>
                </c:pt>
                <c:pt idx="138">
                  <c:v>54.457060326679773</c:v>
                </c:pt>
                <c:pt idx="139">
                  <c:v>54.488835798187871</c:v>
                </c:pt>
                <c:pt idx="140">
                  <c:v>54.517295189554893</c:v>
                </c:pt>
                <c:pt idx="141">
                  <c:v>54.542931896379791</c:v>
                </c:pt>
                <c:pt idx="142">
                  <c:v>54.555600378077273</c:v>
                </c:pt>
                <c:pt idx="143">
                  <c:v>54.589341491697759</c:v>
                </c:pt>
                <c:pt idx="144">
                  <c:v>54.608737852659523</c:v>
                </c:pt>
                <c:pt idx="145">
                  <c:v>54.641385929552825</c:v>
                </c:pt>
                <c:pt idx="146">
                  <c:v>54.686826719549138</c:v>
                </c:pt>
                <c:pt idx="147">
                  <c:v>54.727883003018455</c:v>
                </c:pt>
                <c:pt idx="148">
                  <c:v>54.793301954422262</c:v>
                </c:pt>
                <c:pt idx="149">
                  <c:v>54.866829341748328</c:v>
                </c:pt>
                <c:pt idx="150">
                  <c:v>54.894334719407354</c:v>
                </c:pt>
                <c:pt idx="151">
                  <c:v>54.934199878694251</c:v>
                </c:pt>
                <c:pt idx="152">
                  <c:v>54.96793591960796</c:v>
                </c:pt>
                <c:pt idx="153">
                  <c:v>55.02314384804356</c:v>
                </c:pt>
                <c:pt idx="154">
                  <c:v>55.079482073553379</c:v>
                </c:pt>
                <c:pt idx="155">
                  <c:v>55.097972243999777</c:v>
                </c:pt>
                <c:pt idx="156">
                  <c:v>55.139128447995475</c:v>
                </c:pt>
                <c:pt idx="157">
                  <c:v>55.224006048481392</c:v>
                </c:pt>
                <c:pt idx="158">
                  <c:v>55.196285257739511</c:v>
                </c:pt>
                <c:pt idx="159">
                  <c:v>55.169149870063386</c:v>
                </c:pt>
                <c:pt idx="160">
                  <c:v>55.217377282103243</c:v>
                </c:pt>
                <c:pt idx="161">
                  <c:v>55.197323973853585</c:v>
                </c:pt>
                <c:pt idx="162">
                  <c:v>55.173930392553636</c:v>
                </c:pt>
                <c:pt idx="163">
                  <c:v>55.18511020269429</c:v>
                </c:pt>
                <c:pt idx="164">
                  <c:v>55.157353313155397</c:v>
                </c:pt>
                <c:pt idx="165">
                  <c:v>55.101036177038303</c:v>
                </c:pt>
                <c:pt idx="166">
                  <c:v>55.115722906360062</c:v>
                </c:pt>
                <c:pt idx="167">
                  <c:v>55.084328641052345</c:v>
                </c:pt>
                <c:pt idx="168">
                  <c:v>55.034252241006605</c:v>
                </c:pt>
                <c:pt idx="169">
                  <c:v>55.050779464499662</c:v>
                </c:pt>
                <c:pt idx="170">
                  <c:v>55.060295426819636</c:v>
                </c:pt>
                <c:pt idx="171">
                  <c:v>55.020926376439959</c:v>
                </c:pt>
                <c:pt idx="172">
                  <c:v>54.984908161956156</c:v>
                </c:pt>
                <c:pt idx="173">
                  <c:v>54.964567315626482</c:v>
                </c:pt>
                <c:pt idx="174">
                  <c:v>54.993206511308259</c:v>
                </c:pt>
                <c:pt idx="175">
                  <c:v>54.99000547906779</c:v>
                </c:pt>
                <c:pt idx="176">
                  <c:v>54.977387361453623</c:v>
                </c:pt>
                <c:pt idx="177">
                  <c:v>54.991029657657265</c:v>
                </c:pt>
                <c:pt idx="178">
                  <c:v>54.980249801860438</c:v>
                </c:pt>
                <c:pt idx="179">
                  <c:v>54.976126789283882</c:v>
                </c:pt>
                <c:pt idx="180">
                  <c:v>55.007525610045619</c:v>
                </c:pt>
                <c:pt idx="181">
                  <c:v>55.0067870275697</c:v>
                </c:pt>
                <c:pt idx="182">
                  <c:v>55.046745364948038</c:v>
                </c:pt>
                <c:pt idx="183">
                  <c:v>55.096267959718681</c:v>
                </c:pt>
                <c:pt idx="184">
                  <c:v>55.067154960520092</c:v>
                </c:pt>
                <c:pt idx="185">
                  <c:v>55.057411733677121</c:v>
                </c:pt>
                <c:pt idx="186">
                  <c:v>55.073291556371593</c:v>
                </c:pt>
                <c:pt idx="187">
                  <c:v>55.066985410514192</c:v>
                </c:pt>
                <c:pt idx="188">
                  <c:v>55.042216408785322</c:v>
                </c:pt>
                <c:pt idx="189">
                  <c:v>55.065588338066739</c:v>
                </c:pt>
                <c:pt idx="190">
                  <c:v>55.077395112985151</c:v>
                </c:pt>
                <c:pt idx="191">
                  <c:v>55.036366280209897</c:v>
                </c:pt>
                <c:pt idx="192">
                  <c:v>55.021922859320917</c:v>
                </c:pt>
                <c:pt idx="193">
                  <c:v>55.029235415682187</c:v>
                </c:pt>
                <c:pt idx="194">
                  <c:v>55.030766356770563</c:v>
                </c:pt>
                <c:pt idx="195">
                  <c:v>55.032324086106499</c:v>
                </c:pt>
                <c:pt idx="196">
                  <c:v>55.053932401309218</c:v>
                </c:pt>
                <c:pt idx="197">
                  <c:v>55.050143769947468</c:v>
                </c:pt>
                <c:pt idx="198">
                  <c:v>55.062966792246563</c:v>
                </c:pt>
                <c:pt idx="199">
                  <c:v>55.082952984683565</c:v>
                </c:pt>
                <c:pt idx="200">
                  <c:v>55.065311508026063</c:v>
                </c:pt>
                <c:pt idx="201">
                  <c:v>55.04133568162451</c:v>
                </c:pt>
                <c:pt idx="202">
                  <c:v>55.031095402114921</c:v>
                </c:pt>
                <c:pt idx="203">
                  <c:v>55.067155940577933</c:v>
                </c:pt>
                <c:pt idx="204">
                  <c:v>55.14526925446583</c:v>
                </c:pt>
                <c:pt idx="205">
                  <c:v>55.201766430837523</c:v>
                </c:pt>
                <c:pt idx="206">
                  <c:v>55.194619703892222</c:v>
                </c:pt>
                <c:pt idx="207">
                  <c:v>55.179232813991611</c:v>
                </c:pt>
                <c:pt idx="208">
                  <c:v>55.209645642121103</c:v>
                </c:pt>
                <c:pt idx="209">
                  <c:v>55.192811116048304</c:v>
                </c:pt>
                <c:pt idx="210">
                  <c:v>55.106547786376936</c:v>
                </c:pt>
                <c:pt idx="211">
                  <c:v>55.077310501325172</c:v>
                </c:pt>
                <c:pt idx="212">
                  <c:v>55.086458851209962</c:v>
                </c:pt>
                <c:pt idx="213">
                  <c:v>55.013406701189027</c:v>
                </c:pt>
                <c:pt idx="214">
                  <c:v>54.988167906920786</c:v>
                </c:pt>
                <c:pt idx="215">
                  <c:v>55.021945328054308</c:v>
                </c:pt>
                <c:pt idx="216">
                  <c:v>55.000330878415497</c:v>
                </c:pt>
                <c:pt idx="217">
                  <c:v>55.023562768321462</c:v>
                </c:pt>
                <c:pt idx="218">
                  <c:v>55.044731309793399</c:v>
                </c:pt>
                <c:pt idx="219">
                  <c:v>55.026118269132922</c:v>
                </c:pt>
                <c:pt idx="220">
                  <c:v>55.040416205880682</c:v>
                </c:pt>
                <c:pt idx="221">
                  <c:v>55.037567921864849</c:v>
                </c:pt>
                <c:pt idx="222">
                  <c:v>55.067400592052941</c:v>
                </c:pt>
                <c:pt idx="223">
                  <c:v>55.062013286716699</c:v>
                </c:pt>
                <c:pt idx="224">
                  <c:v>55.057318065556757</c:v>
                </c:pt>
                <c:pt idx="225">
                  <c:v>55.023221744492425</c:v>
                </c:pt>
                <c:pt idx="226">
                  <c:v>55.02229484571793</c:v>
                </c:pt>
                <c:pt idx="227">
                  <c:v>55.019526454565089</c:v>
                </c:pt>
                <c:pt idx="228">
                  <c:v>55.026223171619975</c:v>
                </c:pt>
                <c:pt idx="229">
                  <c:v>54.956329094637631</c:v>
                </c:pt>
                <c:pt idx="230">
                  <c:v>54.975305192279272</c:v>
                </c:pt>
                <c:pt idx="231">
                  <c:v>54.997114437487909</c:v>
                </c:pt>
                <c:pt idx="232">
                  <c:v>54.968946195895519</c:v>
                </c:pt>
                <c:pt idx="233">
                  <c:v>54.982289774100117</c:v>
                </c:pt>
                <c:pt idx="234">
                  <c:v>55.003889577319022</c:v>
                </c:pt>
                <c:pt idx="235">
                  <c:v>54.976172543465523</c:v>
                </c:pt>
                <c:pt idx="236">
                  <c:v>54.926580400886849</c:v>
                </c:pt>
                <c:pt idx="237">
                  <c:v>54.939102327639176</c:v>
                </c:pt>
                <c:pt idx="238">
                  <c:v>54.879553686742554</c:v>
                </c:pt>
                <c:pt idx="239">
                  <c:v>54.860338237197915</c:v>
                </c:pt>
                <c:pt idx="240">
                  <c:v>54.866398933014665</c:v>
                </c:pt>
                <c:pt idx="241">
                  <c:v>54.833987785103588</c:v>
                </c:pt>
                <c:pt idx="242">
                  <c:v>54.802960751097451</c:v>
                </c:pt>
                <c:pt idx="243">
                  <c:v>54.853918114243854</c:v>
                </c:pt>
                <c:pt idx="244">
                  <c:v>54.841116653217185</c:v>
                </c:pt>
                <c:pt idx="245">
                  <c:v>54.817864508782577</c:v>
                </c:pt>
                <c:pt idx="246">
                  <c:v>54.824788054779205</c:v>
                </c:pt>
                <c:pt idx="247">
                  <c:v>54.824362237798006</c:v>
                </c:pt>
                <c:pt idx="248">
                  <c:v>54.836694650403295</c:v>
                </c:pt>
                <c:pt idx="249">
                  <c:v>54.841221555704244</c:v>
                </c:pt>
                <c:pt idx="250">
                  <c:v>54.82503842325827</c:v>
                </c:pt>
                <c:pt idx="251">
                  <c:v>54.843556434606938</c:v>
                </c:pt>
                <c:pt idx="252">
                  <c:v>54.897761927217672</c:v>
                </c:pt>
                <c:pt idx="253">
                  <c:v>54.934888405623582</c:v>
                </c:pt>
                <c:pt idx="254">
                  <c:v>54.945194113068439</c:v>
                </c:pt>
                <c:pt idx="255">
                  <c:v>54.92405649786604</c:v>
                </c:pt>
                <c:pt idx="256">
                  <c:v>54.897831602070241</c:v>
                </c:pt>
                <c:pt idx="257">
                  <c:v>54.933605092482161</c:v>
                </c:pt>
                <c:pt idx="258">
                  <c:v>54.967618979792825</c:v>
                </c:pt>
                <c:pt idx="259">
                  <c:v>55</c:v>
                </c:pt>
                <c:pt idx="260">
                  <c:v>54.999581642347891</c:v>
                </c:pt>
                <c:pt idx="261">
                  <c:v>54.97890401910648</c:v>
                </c:pt>
                <c:pt idx="262">
                  <c:v>55.004482167475587</c:v>
                </c:pt>
                <c:pt idx="263">
                  <c:v>54.959969755415131</c:v>
                </c:pt>
                <c:pt idx="264">
                  <c:v>54.927596303432367</c:v>
                </c:pt>
                <c:pt idx="265">
                  <c:v>54.95294753211364</c:v>
                </c:pt>
                <c:pt idx="266">
                  <c:v>54.941186493227647</c:v>
                </c:pt>
                <c:pt idx="267">
                  <c:v>54.86763476779862</c:v>
                </c:pt>
                <c:pt idx="268">
                  <c:v>54.809107546810147</c:v>
                </c:pt>
                <c:pt idx="269">
                  <c:v>54.824664385999483</c:v>
                </c:pt>
                <c:pt idx="270">
                  <c:v>54.795672696182123</c:v>
                </c:pt>
                <c:pt idx="271">
                  <c:v>54.764186777317377</c:v>
                </c:pt>
                <c:pt idx="272">
                  <c:v>54.723150485213026</c:v>
                </c:pt>
                <c:pt idx="273">
                  <c:v>54.671720888457273</c:v>
                </c:pt>
                <c:pt idx="274">
                  <c:v>54.697315307601407</c:v>
                </c:pt>
                <c:pt idx="275">
                  <c:v>54.69773059803547</c:v>
                </c:pt>
                <c:pt idx="276">
                  <c:v>54.624236432855177</c:v>
                </c:pt>
                <c:pt idx="277">
                  <c:v>54.59739213143142</c:v>
                </c:pt>
                <c:pt idx="278">
                  <c:v>54.686518101151009</c:v>
                </c:pt>
                <c:pt idx="279">
                  <c:v>54.692761741097435</c:v>
                </c:pt>
                <c:pt idx="280">
                  <c:v>54.668493394655187</c:v>
                </c:pt>
                <c:pt idx="281">
                  <c:v>54.732393846260393</c:v>
                </c:pt>
                <c:pt idx="282">
                  <c:v>54.810853937279823</c:v>
                </c:pt>
                <c:pt idx="283">
                  <c:v>54.804037072393733</c:v>
                </c:pt>
                <c:pt idx="284">
                  <c:v>54.841549802482959</c:v>
                </c:pt>
                <c:pt idx="285">
                  <c:v>54.82799253537133</c:v>
                </c:pt>
                <c:pt idx="286">
                  <c:v>54.875519659787805</c:v>
                </c:pt>
                <c:pt idx="287">
                  <c:v>55.000528596009616</c:v>
                </c:pt>
                <c:pt idx="288">
                  <c:v>54.984473324813003</c:v>
                </c:pt>
                <c:pt idx="289">
                  <c:v>54.962650903271218</c:v>
                </c:pt>
                <c:pt idx="290">
                  <c:v>54.978703107249778</c:v>
                </c:pt>
                <c:pt idx="291">
                  <c:v>55.024217120271011</c:v>
                </c:pt>
                <c:pt idx="292">
                  <c:v>55.000581900266447</c:v>
                </c:pt>
                <c:pt idx="293">
                  <c:v>54.986725842558897</c:v>
                </c:pt>
                <c:pt idx="294">
                  <c:v>55.069605177710891</c:v>
                </c:pt>
                <c:pt idx="295">
                  <c:v>55.057663862630449</c:v>
                </c:pt>
                <c:pt idx="296">
                  <c:v>55.077499616189385</c:v>
                </c:pt>
                <c:pt idx="297">
                  <c:v>55.175471497204775</c:v>
                </c:pt>
                <c:pt idx="298">
                  <c:v>55.243980625418104</c:v>
                </c:pt>
                <c:pt idx="299">
                  <c:v>55.263939103997366</c:v>
                </c:pt>
                <c:pt idx="300">
                  <c:v>55.314130697137465</c:v>
                </c:pt>
                <c:pt idx="301">
                  <c:v>55.258567080303706</c:v>
                </c:pt>
                <c:pt idx="302">
                  <c:v>55.223117734946953</c:v>
                </c:pt>
                <c:pt idx="303">
                  <c:v>55.257805157931877</c:v>
                </c:pt>
                <c:pt idx="304">
                  <c:v>55.309671070992145</c:v>
                </c:pt>
                <c:pt idx="305">
                  <c:v>55.412556163439454</c:v>
                </c:pt>
                <c:pt idx="306">
                  <c:v>55.446698184237768</c:v>
                </c:pt>
                <c:pt idx="307">
                  <c:v>55.403552480981027</c:v>
                </c:pt>
                <c:pt idx="308">
                  <c:v>55.451280245015909</c:v>
                </c:pt>
                <c:pt idx="309">
                  <c:v>55.410611402003774</c:v>
                </c:pt>
                <c:pt idx="310">
                  <c:v>55.349022825165903</c:v>
                </c:pt>
                <c:pt idx="311">
                  <c:v>55.263066308045353</c:v>
                </c:pt>
                <c:pt idx="312">
                  <c:v>55.295991242203165</c:v>
                </c:pt>
                <c:pt idx="313">
                  <c:v>55.404551559200328</c:v>
                </c:pt>
                <c:pt idx="314">
                  <c:v>55.384227228660144</c:v>
                </c:pt>
                <c:pt idx="315">
                  <c:v>55.420570241571006</c:v>
                </c:pt>
                <c:pt idx="316">
                  <c:v>55.388960799120284</c:v>
                </c:pt>
                <c:pt idx="317">
                  <c:v>55.401638210233621</c:v>
                </c:pt>
                <c:pt idx="318">
                  <c:v>55.468851738284123</c:v>
                </c:pt>
                <c:pt idx="319">
                  <c:v>55.491259780682292</c:v>
                </c:pt>
                <c:pt idx="320">
                  <c:v>55.43230323991331</c:v>
                </c:pt>
                <c:pt idx="321">
                  <c:v>55.468632060134752</c:v>
                </c:pt>
                <c:pt idx="322">
                  <c:v>55.551027518953276</c:v>
                </c:pt>
                <c:pt idx="323">
                  <c:v>55.584096521613205</c:v>
                </c:pt>
                <c:pt idx="324">
                  <c:v>55.614311196567314</c:v>
                </c:pt>
                <c:pt idx="325">
                  <c:v>55.682194757492766</c:v>
                </c:pt>
                <c:pt idx="326">
                  <c:v>55.716908660188523</c:v>
                </c:pt>
                <c:pt idx="327">
                  <c:v>55.702957391676975</c:v>
                </c:pt>
                <c:pt idx="328">
                  <c:v>55.747046055767214</c:v>
                </c:pt>
                <c:pt idx="329">
                  <c:v>55.70593252058589</c:v>
                </c:pt>
                <c:pt idx="330">
                  <c:v>55.678745607276412</c:v>
                </c:pt>
                <c:pt idx="331">
                  <c:v>55.736339613562109</c:v>
                </c:pt>
                <c:pt idx="332">
                  <c:v>55.755190663083354</c:v>
                </c:pt>
                <c:pt idx="333">
                  <c:v>55.683858423821256</c:v>
                </c:pt>
                <c:pt idx="334">
                  <c:v>55.624964098575745</c:v>
                </c:pt>
                <c:pt idx="335">
                  <c:v>55.595156292817975</c:v>
                </c:pt>
                <c:pt idx="336">
                  <c:v>55.549844480248012</c:v>
                </c:pt>
                <c:pt idx="337">
                  <c:v>55.49132185101201</c:v>
                </c:pt>
                <c:pt idx="338">
                  <c:v>55.477946783912074</c:v>
                </c:pt>
                <c:pt idx="339">
                  <c:v>55.415344210196707</c:v>
                </c:pt>
                <c:pt idx="340">
                  <c:v>55.304634807853944</c:v>
                </c:pt>
                <c:pt idx="341">
                  <c:v>55.309844105648132</c:v>
                </c:pt>
                <c:pt idx="342">
                  <c:v>55.29319419343318</c:v>
                </c:pt>
                <c:pt idx="343">
                  <c:v>55.259642530437468</c:v>
                </c:pt>
                <c:pt idx="344">
                  <c:v>55.267614520529662</c:v>
                </c:pt>
                <c:pt idx="345">
                  <c:v>55.361287377840554</c:v>
                </c:pt>
                <c:pt idx="346">
                  <c:v>55.413032217459445</c:v>
                </c:pt>
                <c:pt idx="347">
                  <c:v>55.517268519277259</c:v>
                </c:pt>
                <c:pt idx="348">
                  <c:v>55.603852527502923</c:v>
                </c:pt>
                <c:pt idx="349">
                  <c:v>55.554949819314544</c:v>
                </c:pt>
                <c:pt idx="350">
                  <c:v>55.522421445596564</c:v>
                </c:pt>
                <c:pt idx="351">
                  <c:v>55.638560332061019</c:v>
                </c:pt>
                <c:pt idx="352">
                  <c:v>55.785563526632139</c:v>
                </c:pt>
                <c:pt idx="353">
                  <c:v>55.908920793159353</c:v>
                </c:pt>
                <c:pt idx="354">
                  <c:v>55.925131639463075</c:v>
                </c:pt>
                <c:pt idx="355">
                  <c:v>55.834695169071686</c:v>
                </c:pt>
                <c:pt idx="356">
                  <c:v>55.969296711766205</c:v>
                </c:pt>
                <c:pt idx="357">
                  <c:v>56.097977107990523</c:v>
                </c:pt>
                <c:pt idx="358">
                  <c:v>55.961382272848141</c:v>
                </c:pt>
                <c:pt idx="359">
                  <c:v>56.009308553042793</c:v>
                </c:pt>
                <c:pt idx="360">
                  <c:v>56.328658185209839</c:v>
                </c:pt>
                <c:pt idx="361">
                  <c:v>56.36182181789875</c:v>
                </c:pt>
                <c:pt idx="362">
                  <c:v>56.263975347988136</c:v>
                </c:pt>
                <c:pt idx="363">
                  <c:v>56.090370479830327</c:v>
                </c:pt>
                <c:pt idx="364">
                  <c:v>56.030143130731965</c:v>
                </c:pt>
                <c:pt idx="365">
                  <c:v>55.970149253189575</c:v>
                </c:pt>
                <c:pt idx="366">
                  <c:v>55.811524859466516</c:v>
                </c:pt>
                <c:pt idx="367">
                  <c:v>55.733371018372111</c:v>
                </c:pt>
                <c:pt idx="368">
                  <c:v>55.678793194529192</c:v>
                </c:pt>
                <c:pt idx="369">
                  <c:v>55.57920683156938</c:v>
                </c:pt>
                <c:pt idx="370">
                  <c:v>55.548133335562056</c:v>
                </c:pt>
                <c:pt idx="371">
                  <c:v>55.498334927107017</c:v>
                </c:pt>
                <c:pt idx="372">
                  <c:v>55.41230378039706</c:v>
                </c:pt>
                <c:pt idx="373">
                  <c:v>55.295422336777676</c:v>
                </c:pt>
                <c:pt idx="374">
                  <c:v>55.153075723678789</c:v>
                </c:pt>
                <c:pt idx="375">
                  <c:v>55.15923593166449</c:v>
                </c:pt>
                <c:pt idx="376">
                  <c:v>55.102505174841504</c:v>
                </c:pt>
                <c:pt idx="377">
                  <c:v>55.049656427113128</c:v>
                </c:pt>
                <c:pt idx="378">
                  <c:v>54.990186172694287</c:v>
                </c:pt>
                <c:pt idx="379">
                  <c:v>54.89355829580937</c:v>
                </c:pt>
                <c:pt idx="380">
                  <c:v>54.809283612385748</c:v>
                </c:pt>
                <c:pt idx="381">
                  <c:v>54.713123459029198</c:v>
                </c:pt>
                <c:pt idx="382">
                  <c:v>54.62977424059175</c:v>
                </c:pt>
                <c:pt idx="383">
                  <c:v>54.571836351974994</c:v>
                </c:pt>
                <c:pt idx="384">
                  <c:v>54.520081430464835</c:v>
                </c:pt>
                <c:pt idx="385">
                  <c:v>54.491301814273996</c:v>
                </c:pt>
                <c:pt idx="386">
                  <c:v>54.500150919832379</c:v>
                </c:pt>
                <c:pt idx="387">
                  <c:v>54.472182691710337</c:v>
                </c:pt>
                <c:pt idx="388">
                  <c:v>54.466958275616548</c:v>
                </c:pt>
                <c:pt idx="389">
                  <c:v>54.469394263819481</c:v>
                </c:pt>
                <c:pt idx="390">
                  <c:v>54.447890878327655</c:v>
                </c:pt>
                <c:pt idx="391">
                  <c:v>54.437588092907092</c:v>
                </c:pt>
                <c:pt idx="392">
                  <c:v>54.49158467893006</c:v>
                </c:pt>
                <c:pt idx="393">
                  <c:v>54.493276440249893</c:v>
                </c:pt>
                <c:pt idx="394">
                  <c:v>54.500799082898176</c:v>
                </c:pt>
                <c:pt idx="395">
                  <c:v>54.519101681163988</c:v>
                </c:pt>
                <c:pt idx="396">
                  <c:v>54.539193529280652</c:v>
                </c:pt>
                <c:pt idx="397">
                  <c:v>54.537389233727076</c:v>
                </c:pt>
                <c:pt idx="398">
                  <c:v>54.519434828231887</c:v>
                </c:pt>
                <c:pt idx="399">
                  <c:v>54.515132528593327</c:v>
                </c:pt>
                <c:pt idx="400">
                  <c:v>54.512082044126231</c:v>
                </c:pt>
                <c:pt idx="401">
                  <c:v>54.499141169872175</c:v>
                </c:pt>
                <c:pt idx="402">
                  <c:v>54.489005003358606</c:v>
                </c:pt>
                <c:pt idx="403">
                  <c:v>54.455676847997509</c:v>
                </c:pt>
                <c:pt idx="404">
                  <c:v>54.420635097805871</c:v>
                </c:pt>
                <c:pt idx="405">
                  <c:v>54.374127442256487</c:v>
                </c:pt>
                <c:pt idx="406">
                  <c:v>54.299418767624822</c:v>
                </c:pt>
                <c:pt idx="407">
                  <c:v>54.222073859917323</c:v>
                </c:pt>
                <c:pt idx="408">
                  <c:v>54.181699079629503</c:v>
                </c:pt>
                <c:pt idx="409">
                  <c:v>54.174488306358242</c:v>
                </c:pt>
                <c:pt idx="410">
                  <c:v>54.150081882924866</c:v>
                </c:pt>
                <c:pt idx="411">
                  <c:v>54.1390687779</c:v>
                </c:pt>
                <c:pt idx="412">
                  <c:v>54.126790198147546</c:v>
                </c:pt>
                <c:pt idx="413">
                  <c:v>54.115125608749764</c:v>
                </c:pt>
                <c:pt idx="414">
                  <c:v>54.107293559346651</c:v>
                </c:pt>
                <c:pt idx="415">
                  <c:v>54.078051540751652</c:v>
                </c:pt>
                <c:pt idx="416">
                  <c:v>54.046295729385271</c:v>
                </c:pt>
                <c:pt idx="417">
                  <c:v>54.036755404574315</c:v>
                </c:pt>
                <c:pt idx="418">
                  <c:v>54.060082506985772</c:v>
                </c:pt>
                <c:pt idx="419">
                  <c:v>54.073758348618149</c:v>
                </c:pt>
                <c:pt idx="420">
                  <c:v>54.053949077038702</c:v>
                </c:pt>
                <c:pt idx="421">
                  <c:v>54.032785770482178</c:v>
                </c:pt>
                <c:pt idx="422">
                  <c:v>54.035005587305193</c:v>
                </c:pt>
                <c:pt idx="423">
                  <c:v>54.026196969819061</c:v>
                </c:pt>
                <c:pt idx="424">
                  <c:v>54.043550042905665</c:v>
                </c:pt>
                <c:pt idx="425">
                  <c:v>54.049517768212652</c:v>
                </c:pt>
                <c:pt idx="426">
                  <c:v>54.054273858450863</c:v>
                </c:pt>
                <c:pt idx="427">
                  <c:v>54.038734700854768</c:v>
                </c:pt>
                <c:pt idx="428">
                  <c:v>53.975889329578777</c:v>
                </c:pt>
                <c:pt idx="429">
                  <c:v>53.991564578669781</c:v>
                </c:pt>
                <c:pt idx="430">
                  <c:v>54.027822671383937</c:v>
                </c:pt>
                <c:pt idx="431">
                  <c:v>54.037980400304264</c:v>
                </c:pt>
                <c:pt idx="432">
                  <c:v>54.00772822566028</c:v>
                </c:pt>
                <c:pt idx="433">
                  <c:v>54.012149049909247</c:v>
                </c:pt>
                <c:pt idx="434">
                  <c:v>54.021545706918801</c:v>
                </c:pt>
                <c:pt idx="435">
                  <c:v>54.055131833296734</c:v>
                </c:pt>
                <c:pt idx="436">
                  <c:v>54.155794354209853</c:v>
                </c:pt>
                <c:pt idx="437">
                  <c:v>54.122173034510794</c:v>
                </c:pt>
                <c:pt idx="438">
                  <c:v>54.050104783155945</c:v>
                </c:pt>
                <c:pt idx="439">
                  <c:v>54.015933480861079</c:v>
                </c:pt>
                <c:pt idx="440">
                  <c:v>54.045877909829152</c:v>
                </c:pt>
                <c:pt idx="441">
                  <c:v>54.108322628016381</c:v>
                </c:pt>
                <c:pt idx="442">
                  <c:v>54.16611998949741</c:v>
                </c:pt>
                <c:pt idx="443">
                  <c:v>54.193900275648524</c:v>
                </c:pt>
                <c:pt idx="444">
                  <c:v>54.14109153106795</c:v>
                </c:pt>
                <c:pt idx="445">
                  <c:v>54.125665236943775</c:v>
                </c:pt>
                <c:pt idx="446">
                  <c:v>54.179067821708387</c:v>
                </c:pt>
                <c:pt idx="447">
                  <c:v>54.202636615570626</c:v>
                </c:pt>
                <c:pt idx="448">
                  <c:v>54.168076699925294</c:v>
                </c:pt>
                <c:pt idx="449">
                  <c:v>54.172855722836303</c:v>
                </c:pt>
                <c:pt idx="450">
                  <c:v>54.232594685520219</c:v>
                </c:pt>
                <c:pt idx="451">
                  <c:v>54.223761891572607</c:v>
                </c:pt>
                <c:pt idx="452">
                  <c:v>54.238901525585256</c:v>
                </c:pt>
                <c:pt idx="453">
                  <c:v>54.219223795009363</c:v>
                </c:pt>
                <c:pt idx="454">
                  <c:v>54.19128482456302</c:v>
                </c:pt>
                <c:pt idx="455">
                  <c:v>54.204624138835428</c:v>
                </c:pt>
                <c:pt idx="456">
                  <c:v>54.218297697069168</c:v>
                </c:pt>
                <c:pt idx="457">
                  <c:v>54.24440975463181</c:v>
                </c:pt>
                <c:pt idx="458">
                  <c:v>54.264674265345469</c:v>
                </c:pt>
                <c:pt idx="459">
                  <c:v>54.251131227221713</c:v>
                </c:pt>
                <c:pt idx="460">
                  <c:v>54.249790303921202</c:v>
                </c:pt>
                <c:pt idx="461">
                  <c:v>54.246790659954435</c:v>
                </c:pt>
                <c:pt idx="462">
                  <c:v>54.256581142826931</c:v>
                </c:pt>
                <c:pt idx="463">
                  <c:v>54.254039104198824</c:v>
                </c:pt>
                <c:pt idx="464">
                  <c:v>54.2494421338371</c:v>
                </c:pt>
                <c:pt idx="465">
                  <c:v>54.216741002238727</c:v>
                </c:pt>
                <c:pt idx="466">
                  <c:v>54.226115101186707</c:v>
                </c:pt>
                <c:pt idx="467">
                  <c:v>54.244282959649077</c:v>
                </c:pt>
                <c:pt idx="468">
                  <c:v>54.253405664687115</c:v>
                </c:pt>
                <c:pt idx="469">
                  <c:v>54.266035447711928</c:v>
                </c:pt>
                <c:pt idx="470">
                  <c:v>54.279388145899176</c:v>
                </c:pt>
                <c:pt idx="471">
                  <c:v>54.287858454566035</c:v>
                </c:pt>
                <c:pt idx="472">
                  <c:v>54.273702399339484</c:v>
                </c:pt>
                <c:pt idx="473">
                  <c:v>54.274555607746656</c:v>
                </c:pt>
                <c:pt idx="474">
                  <c:v>54.269118795877709</c:v>
                </c:pt>
                <c:pt idx="475">
                  <c:v>54.27354484143018</c:v>
                </c:pt>
                <c:pt idx="476">
                  <c:v>54.277625684295892</c:v>
                </c:pt>
                <c:pt idx="477">
                  <c:v>54.292632919754368</c:v>
                </c:pt>
                <c:pt idx="478">
                  <c:v>54.286900230239176</c:v>
                </c:pt>
                <c:pt idx="479">
                  <c:v>54.288533732565341</c:v>
                </c:pt>
                <c:pt idx="480">
                  <c:v>54.323256945810549</c:v>
                </c:pt>
                <c:pt idx="481">
                  <c:v>54.325092267454373</c:v>
                </c:pt>
                <c:pt idx="482">
                  <c:v>54.300219774340228</c:v>
                </c:pt>
                <c:pt idx="483">
                  <c:v>54.318121066145395</c:v>
                </c:pt>
                <c:pt idx="484">
                  <c:v>54.329310214059333</c:v>
                </c:pt>
                <c:pt idx="485">
                  <c:v>54.305666963025267</c:v>
                </c:pt>
                <c:pt idx="486">
                  <c:v>54.339739717328456</c:v>
                </c:pt>
                <c:pt idx="487">
                  <c:v>54.358084594200427</c:v>
                </c:pt>
                <c:pt idx="488">
                  <c:v>54.347113890288952</c:v>
                </c:pt>
                <c:pt idx="489">
                  <c:v>54.350562795490838</c:v>
                </c:pt>
                <c:pt idx="490">
                  <c:v>54.363943770161626</c:v>
                </c:pt>
                <c:pt idx="491">
                  <c:v>54.358634960198494</c:v>
                </c:pt>
                <c:pt idx="492">
                  <c:v>54.366999418081583</c:v>
                </c:pt>
                <c:pt idx="493">
                  <c:v>54.384264960886888</c:v>
                </c:pt>
                <c:pt idx="494">
                  <c:v>54.388132214666278</c:v>
                </c:pt>
                <c:pt idx="495">
                  <c:v>54.38752200161786</c:v>
                </c:pt>
                <c:pt idx="496">
                  <c:v>54.379992888772925</c:v>
                </c:pt>
                <c:pt idx="497">
                  <c:v>54.37614821262224</c:v>
                </c:pt>
                <c:pt idx="498">
                  <c:v>54.377056290656405</c:v>
                </c:pt>
                <c:pt idx="499">
                  <c:v>54.402549691246392</c:v>
                </c:pt>
                <c:pt idx="500">
                  <c:v>54.430761182428164</c:v>
                </c:pt>
                <c:pt idx="501">
                  <c:v>54.424447459271747</c:v>
                </c:pt>
                <c:pt idx="502">
                  <c:v>54.41080200510396</c:v>
                </c:pt>
                <c:pt idx="503">
                  <c:v>54.429657827869868</c:v>
                </c:pt>
                <c:pt idx="504">
                  <c:v>54.437305908846746</c:v>
                </c:pt>
                <c:pt idx="505">
                  <c:v>54.440419833909601</c:v>
                </c:pt>
                <c:pt idx="506">
                  <c:v>54.470078825144412</c:v>
                </c:pt>
                <c:pt idx="507">
                  <c:v>54.467110302551298</c:v>
                </c:pt>
                <c:pt idx="508">
                  <c:v>54.480616225521764</c:v>
                </c:pt>
                <c:pt idx="509">
                  <c:v>54.483968640399702</c:v>
                </c:pt>
                <c:pt idx="510">
                  <c:v>54.512935157250006</c:v>
                </c:pt>
                <c:pt idx="511">
                  <c:v>54.561109519122098</c:v>
                </c:pt>
                <c:pt idx="512">
                  <c:v>54.581274662860558</c:v>
                </c:pt>
                <c:pt idx="513">
                  <c:v>54.600433795377974</c:v>
                </c:pt>
                <c:pt idx="514">
                  <c:v>54.611297010538649</c:v>
                </c:pt>
                <c:pt idx="515">
                  <c:v>54.657130431668833</c:v>
                </c:pt>
                <c:pt idx="516">
                  <c:v>54.66542720203887</c:v>
                </c:pt>
                <c:pt idx="517">
                  <c:v>54.677013355048508</c:v>
                </c:pt>
                <c:pt idx="518">
                  <c:v>54.707720745005844</c:v>
                </c:pt>
                <c:pt idx="519">
                  <c:v>54.747101410885818</c:v>
                </c:pt>
                <c:pt idx="520">
                  <c:v>54.774269612350281</c:v>
                </c:pt>
                <c:pt idx="521">
                  <c:v>54.785905820906521</c:v>
                </c:pt>
                <c:pt idx="522">
                  <c:v>54.802137357320142</c:v>
                </c:pt>
                <c:pt idx="523">
                  <c:v>54.785967746042473</c:v>
                </c:pt>
                <c:pt idx="524">
                  <c:v>54.779062185922086</c:v>
                </c:pt>
                <c:pt idx="525">
                  <c:v>54.818140522108386</c:v>
                </c:pt>
                <c:pt idx="526">
                  <c:v>54.824543584796395</c:v>
                </c:pt>
                <c:pt idx="527">
                  <c:v>54.81548378495215</c:v>
                </c:pt>
                <c:pt idx="528">
                  <c:v>54.796950383065585</c:v>
                </c:pt>
                <c:pt idx="529">
                  <c:v>54.781080506143248</c:v>
                </c:pt>
                <c:pt idx="530">
                  <c:v>54.778624208964011</c:v>
                </c:pt>
                <c:pt idx="531">
                  <c:v>54.723797468579569</c:v>
                </c:pt>
                <c:pt idx="532">
                  <c:v>54.697008059469326</c:v>
                </c:pt>
                <c:pt idx="533">
                  <c:v>54.715344306387571</c:v>
                </c:pt>
                <c:pt idx="534">
                  <c:v>54.741536914722388</c:v>
                </c:pt>
                <c:pt idx="535">
                  <c:v>54.743476049900117</c:v>
                </c:pt>
                <c:pt idx="536">
                  <c:v>54.731701453547373</c:v>
                </c:pt>
                <c:pt idx="537">
                  <c:v>54.724795203756656</c:v>
                </c:pt>
                <c:pt idx="538">
                  <c:v>54.753111161844231</c:v>
                </c:pt>
                <c:pt idx="539">
                  <c:v>54.765529547300936</c:v>
                </c:pt>
                <c:pt idx="540">
                  <c:v>54.748929037260694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8022-4DA3-A5C1-DAA90C22AF82}"/>
            </c:ext>
          </c:extLst>
        </c:ser>
        <c:ser>
          <c:idx val="27"/>
          <c:order val="27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plot!$AC$2:$AC$542</c:f>
              <c:numCache>
                <c:formatCode>General</c:formatCode>
                <c:ptCount val="541"/>
                <c:pt idx="0">
                  <c:v>56.001481886281852</c:v>
                </c:pt>
                <c:pt idx="1">
                  <c:v>55.995107933293355</c:v>
                </c:pt>
                <c:pt idx="2">
                  <c:v>56.029057806417363</c:v>
                </c:pt>
                <c:pt idx="3">
                  <c:v>55.975446181629451</c:v>
                </c:pt>
                <c:pt idx="4">
                  <c:v>55.999451311887853</c:v>
                </c:pt>
                <c:pt idx="5">
                  <c:v>56.007745497223837</c:v>
                </c:pt>
                <c:pt idx="6">
                  <c:v>56.103044005337395</c:v>
                </c:pt>
                <c:pt idx="7">
                  <c:v>56.123204746872695</c:v>
                </c:pt>
                <c:pt idx="8">
                  <c:v>56.08569661267444</c:v>
                </c:pt>
                <c:pt idx="9">
                  <c:v>56.075704125993276</c:v>
                </c:pt>
                <c:pt idx="10">
                  <c:v>56.034666391287189</c:v>
                </c:pt>
                <c:pt idx="11">
                  <c:v>56.003268909949774</c:v>
                </c:pt>
                <c:pt idx="12">
                  <c:v>55.934418685055839</c:v>
                </c:pt>
                <c:pt idx="13">
                  <c:v>55.937365117641626</c:v>
                </c:pt>
                <c:pt idx="14">
                  <c:v>55.974933302629879</c:v>
                </c:pt>
                <c:pt idx="15">
                  <c:v>56.055008200193043</c:v>
                </c:pt>
                <c:pt idx="16">
                  <c:v>56.060512159768429</c:v>
                </c:pt>
                <c:pt idx="17">
                  <c:v>56.075292742005487</c:v>
                </c:pt>
                <c:pt idx="18">
                  <c:v>56.1336788967904</c:v>
                </c:pt>
                <c:pt idx="19">
                  <c:v>56.19335965161838</c:v>
                </c:pt>
                <c:pt idx="20">
                  <c:v>56.20010315575616</c:v>
                </c:pt>
                <c:pt idx="21">
                  <c:v>56.189657405214398</c:v>
                </c:pt>
                <c:pt idx="22">
                  <c:v>56.185736551398399</c:v>
                </c:pt>
                <c:pt idx="23">
                  <c:v>56.212498941628219</c:v>
                </c:pt>
                <c:pt idx="24">
                  <c:v>56.254650153633101</c:v>
                </c:pt>
                <c:pt idx="25">
                  <c:v>56.270892296330096</c:v>
                </c:pt>
                <c:pt idx="26">
                  <c:v>56.2720070825834</c:v>
                </c:pt>
                <c:pt idx="27">
                  <c:v>56.253474864593528</c:v>
                </c:pt>
                <c:pt idx="28">
                  <c:v>56.278604629620261</c:v>
                </c:pt>
                <c:pt idx="29">
                  <c:v>56.286773103535467</c:v>
                </c:pt>
                <c:pt idx="30">
                  <c:v>56.28721333389182</c:v>
                </c:pt>
                <c:pt idx="31">
                  <c:v>56.285459804523484</c:v>
                </c:pt>
                <c:pt idx="32">
                  <c:v>56.298117263878694</c:v>
                </c:pt>
                <c:pt idx="33">
                  <c:v>56.303840637454279</c:v>
                </c:pt>
                <c:pt idx="34">
                  <c:v>56.304789105092055</c:v>
                </c:pt>
                <c:pt idx="35">
                  <c:v>56.304001362657672</c:v>
                </c:pt>
                <c:pt idx="36">
                  <c:v>56.297680951045727</c:v>
                </c:pt>
                <c:pt idx="37">
                  <c:v>56.284650462338213</c:v>
                </c:pt>
                <c:pt idx="38">
                  <c:v>56.293189248958036</c:v>
                </c:pt>
                <c:pt idx="39">
                  <c:v>56.313131807390725</c:v>
                </c:pt>
                <c:pt idx="40">
                  <c:v>56.326597189229275</c:v>
                </c:pt>
                <c:pt idx="41">
                  <c:v>56.329247858139453</c:v>
                </c:pt>
                <c:pt idx="42">
                  <c:v>56.332371554655602</c:v>
                </c:pt>
                <c:pt idx="43">
                  <c:v>56.345069923842921</c:v>
                </c:pt>
                <c:pt idx="44">
                  <c:v>56.387093805663255</c:v>
                </c:pt>
                <c:pt idx="45">
                  <c:v>56.419980165589763</c:v>
                </c:pt>
                <c:pt idx="46">
                  <c:v>56.430388320716347</c:v>
                </c:pt>
                <c:pt idx="47">
                  <c:v>56.455123979687976</c:v>
                </c:pt>
                <c:pt idx="48">
                  <c:v>56.469177673199475</c:v>
                </c:pt>
                <c:pt idx="49">
                  <c:v>56.502394247256738</c:v>
                </c:pt>
                <c:pt idx="50">
                  <c:v>56.543858510327468</c:v>
                </c:pt>
                <c:pt idx="51">
                  <c:v>56.56727874607143</c:v>
                </c:pt>
                <c:pt idx="52">
                  <c:v>56.589839613817162</c:v>
                </c:pt>
                <c:pt idx="53">
                  <c:v>56.625257227574465</c:v>
                </c:pt>
                <c:pt idx="54">
                  <c:v>56.65606691582542</c:v>
                </c:pt>
                <c:pt idx="55">
                  <c:v>56.671560838241554</c:v>
                </c:pt>
                <c:pt idx="56">
                  <c:v>56.678163818573793</c:v>
                </c:pt>
                <c:pt idx="57">
                  <c:v>56.687081019806271</c:v>
                </c:pt>
                <c:pt idx="58">
                  <c:v>56.710236934803312</c:v>
                </c:pt>
                <c:pt idx="59">
                  <c:v>56.738484349269903</c:v>
                </c:pt>
                <c:pt idx="60">
                  <c:v>56.78259478730709</c:v>
                </c:pt>
                <c:pt idx="61">
                  <c:v>56.829466022561775</c:v>
                </c:pt>
                <c:pt idx="62">
                  <c:v>56.859905542213205</c:v>
                </c:pt>
                <c:pt idx="63">
                  <c:v>56.91319178072424</c:v>
                </c:pt>
                <c:pt idx="64">
                  <c:v>56.957606547349364</c:v>
                </c:pt>
                <c:pt idx="65">
                  <c:v>57.005066478557225</c:v>
                </c:pt>
                <c:pt idx="66">
                  <c:v>57.068679073879537</c:v>
                </c:pt>
                <c:pt idx="67">
                  <c:v>57.115848339796287</c:v>
                </c:pt>
                <c:pt idx="68">
                  <c:v>57.169144612290928</c:v>
                </c:pt>
                <c:pt idx="69">
                  <c:v>57.215713739243412</c:v>
                </c:pt>
                <c:pt idx="70">
                  <c:v>57.263303172886516</c:v>
                </c:pt>
                <c:pt idx="71">
                  <c:v>57.320522668925207</c:v>
                </c:pt>
                <c:pt idx="72">
                  <c:v>57.356690739260792</c:v>
                </c:pt>
                <c:pt idx="73">
                  <c:v>57.410531857065351</c:v>
                </c:pt>
                <c:pt idx="74">
                  <c:v>57.457943027382655</c:v>
                </c:pt>
                <c:pt idx="75">
                  <c:v>57.504289869574869</c:v>
                </c:pt>
                <c:pt idx="76">
                  <c:v>57.541806251120548</c:v>
                </c:pt>
                <c:pt idx="77">
                  <c:v>57.566988817317409</c:v>
                </c:pt>
                <c:pt idx="78">
                  <c:v>57.609329922462074</c:v>
                </c:pt>
                <c:pt idx="79">
                  <c:v>57.640423785938154</c:v>
                </c:pt>
                <c:pt idx="80">
                  <c:v>57.649565684356752</c:v>
                </c:pt>
                <c:pt idx="81">
                  <c:v>57.691146213543924</c:v>
                </c:pt>
                <c:pt idx="82">
                  <c:v>57.711948625662345</c:v>
                </c:pt>
                <c:pt idx="83">
                  <c:v>57.730837066081982</c:v>
                </c:pt>
                <c:pt idx="84">
                  <c:v>57.748509814666349</c:v>
                </c:pt>
                <c:pt idx="85">
                  <c:v>57.724297171753065</c:v>
                </c:pt>
                <c:pt idx="86">
                  <c:v>57.717418000684788</c:v>
                </c:pt>
                <c:pt idx="87">
                  <c:v>57.695310957208306</c:v>
                </c:pt>
                <c:pt idx="88">
                  <c:v>57.66661513041894</c:v>
                </c:pt>
                <c:pt idx="89">
                  <c:v>57.628611993923762</c:v>
                </c:pt>
                <c:pt idx="90">
                  <c:v>57.59390986724442</c:v>
                </c:pt>
                <c:pt idx="91">
                  <c:v>57.554130929139625</c:v>
                </c:pt>
                <c:pt idx="92">
                  <c:v>57.504308016140968</c:v>
                </c:pt>
                <c:pt idx="93">
                  <c:v>57.456273201719064</c:v>
                </c:pt>
                <c:pt idx="94">
                  <c:v>57.415976467362292</c:v>
                </c:pt>
                <c:pt idx="95">
                  <c:v>57.351008601088054</c:v>
                </c:pt>
                <c:pt idx="96">
                  <c:v>57.279314934252426</c:v>
                </c:pt>
                <c:pt idx="97">
                  <c:v>57.24209833397871</c:v>
                </c:pt>
                <c:pt idx="98">
                  <c:v>57.187592112503246</c:v>
                </c:pt>
                <c:pt idx="99">
                  <c:v>57.140105132237444</c:v>
                </c:pt>
                <c:pt idx="100">
                  <c:v>57.094565705492165</c:v>
                </c:pt>
                <c:pt idx="101">
                  <c:v>57.066246836252944</c:v>
                </c:pt>
                <c:pt idx="102">
                  <c:v>57.039840871267451</c:v>
                </c:pt>
                <c:pt idx="103">
                  <c:v>57.007592779442923</c:v>
                </c:pt>
                <c:pt idx="104">
                  <c:v>56.972019211961673</c:v>
                </c:pt>
                <c:pt idx="105">
                  <c:v>56.923888284786145</c:v>
                </c:pt>
                <c:pt idx="106">
                  <c:v>56.859035873370104</c:v>
                </c:pt>
                <c:pt idx="107">
                  <c:v>56.806583629688106</c:v>
                </c:pt>
                <c:pt idx="108">
                  <c:v>56.73765635348213</c:v>
                </c:pt>
                <c:pt idx="109">
                  <c:v>56.672025945405139</c:v>
                </c:pt>
                <c:pt idx="110">
                  <c:v>56.617517311503825</c:v>
                </c:pt>
                <c:pt idx="111">
                  <c:v>56.556376662764514</c:v>
                </c:pt>
                <c:pt idx="112">
                  <c:v>56.513371371951699</c:v>
                </c:pt>
                <c:pt idx="113">
                  <c:v>56.472729980932442</c:v>
                </c:pt>
                <c:pt idx="114">
                  <c:v>56.443806169226164</c:v>
                </c:pt>
                <c:pt idx="115">
                  <c:v>56.430785399605959</c:v>
                </c:pt>
                <c:pt idx="116">
                  <c:v>56.403708449327254</c:v>
                </c:pt>
                <c:pt idx="117">
                  <c:v>56.377273449835997</c:v>
                </c:pt>
                <c:pt idx="118">
                  <c:v>56.371736761727774</c:v>
                </c:pt>
                <c:pt idx="119">
                  <c:v>56.366478356547915</c:v>
                </c:pt>
                <c:pt idx="120">
                  <c:v>56.351714118229104</c:v>
                </c:pt>
                <c:pt idx="121">
                  <c:v>56.337263175036782</c:v>
                </c:pt>
                <c:pt idx="122">
                  <c:v>56.313040284650882</c:v>
                </c:pt>
                <c:pt idx="123">
                  <c:v>56.29223065660382</c:v>
                </c:pt>
                <c:pt idx="124">
                  <c:v>56.296903856375863</c:v>
                </c:pt>
                <c:pt idx="125">
                  <c:v>56.308567444317475</c:v>
                </c:pt>
                <c:pt idx="126">
                  <c:v>56.322447774076018</c:v>
                </c:pt>
                <c:pt idx="127">
                  <c:v>56.299778293794958</c:v>
                </c:pt>
                <c:pt idx="128">
                  <c:v>56.292554076446741</c:v>
                </c:pt>
                <c:pt idx="129">
                  <c:v>56.273759256296508</c:v>
                </c:pt>
                <c:pt idx="130">
                  <c:v>56.2683614214423</c:v>
                </c:pt>
                <c:pt idx="131">
                  <c:v>56.271997801148565</c:v>
                </c:pt>
                <c:pt idx="132">
                  <c:v>56.248638281679881</c:v>
                </c:pt>
                <c:pt idx="133">
                  <c:v>56.263422363802441</c:v>
                </c:pt>
                <c:pt idx="134">
                  <c:v>56.254638091503864</c:v>
                </c:pt>
                <c:pt idx="135">
                  <c:v>56.228192721783806</c:v>
                </c:pt>
                <c:pt idx="136">
                  <c:v>56.22911479684236</c:v>
                </c:pt>
                <c:pt idx="137">
                  <c:v>56.253409190035924</c:v>
                </c:pt>
                <c:pt idx="138">
                  <c:v>56.260391369552941</c:v>
                </c:pt>
                <c:pt idx="139">
                  <c:v>56.266972152365057</c:v>
                </c:pt>
                <c:pt idx="140">
                  <c:v>56.272866189057588</c:v>
                </c:pt>
                <c:pt idx="141">
                  <c:v>56.278175612774312</c:v>
                </c:pt>
                <c:pt idx="142">
                  <c:v>56.313495155016298</c:v>
                </c:pt>
                <c:pt idx="143">
                  <c:v>56.348976996943136</c:v>
                </c:pt>
                <c:pt idx="144">
                  <c:v>56.36035949457586</c:v>
                </c:pt>
                <c:pt idx="145">
                  <c:v>56.387555603747145</c:v>
                </c:pt>
                <c:pt idx="146">
                  <c:v>56.41169842507874</c:v>
                </c:pt>
                <c:pt idx="147">
                  <c:v>56.460788451644888</c:v>
                </c:pt>
                <c:pt idx="148">
                  <c:v>56.494286436244558</c:v>
                </c:pt>
                <c:pt idx="149">
                  <c:v>56.519496734664202</c:v>
                </c:pt>
                <c:pt idx="150">
                  <c:v>56.561445148118466</c:v>
                </c:pt>
                <c:pt idx="151">
                  <c:v>56.59559137075702</c:v>
                </c:pt>
                <c:pt idx="152">
                  <c:v>56.601998816502309</c:v>
                </c:pt>
                <c:pt idx="153">
                  <c:v>56.650052588748558</c:v>
                </c:pt>
                <c:pt idx="154">
                  <c:v>56.699547561274443</c:v>
                </c:pt>
                <c:pt idx="155">
                  <c:v>56.727218171125877</c:v>
                </c:pt>
                <c:pt idx="156">
                  <c:v>56.765214241134728</c:v>
                </c:pt>
                <c:pt idx="157">
                  <c:v>56.788816796495738</c:v>
                </c:pt>
                <c:pt idx="158">
                  <c:v>56.782047358780112</c:v>
                </c:pt>
                <c:pt idx="159">
                  <c:v>56.812096599166992</c:v>
                </c:pt>
                <c:pt idx="160">
                  <c:v>56.829631796780319</c:v>
                </c:pt>
                <c:pt idx="161">
                  <c:v>56.812306031888681</c:v>
                </c:pt>
                <c:pt idx="162">
                  <c:v>56.807039386032926</c:v>
                </c:pt>
                <c:pt idx="163">
                  <c:v>56.815791581607307</c:v>
                </c:pt>
                <c:pt idx="164">
                  <c:v>56.795592169205925</c:v>
                </c:pt>
                <c:pt idx="165">
                  <c:v>56.771299361168289</c:v>
                </c:pt>
                <c:pt idx="166">
                  <c:v>56.765155403562765</c:v>
                </c:pt>
                <c:pt idx="167">
                  <c:v>56.764438699597434</c:v>
                </c:pt>
                <c:pt idx="168">
                  <c:v>56.766155642286179</c:v>
                </c:pt>
                <c:pt idx="169">
                  <c:v>56.760949670007896</c:v>
                </c:pt>
                <c:pt idx="170">
                  <c:v>56.759264515833181</c:v>
                </c:pt>
                <c:pt idx="171">
                  <c:v>56.776878341449972</c:v>
                </c:pt>
                <c:pt idx="172">
                  <c:v>56.784832899374216</c:v>
                </c:pt>
                <c:pt idx="173">
                  <c:v>56.777434458979776</c:v>
                </c:pt>
                <c:pt idx="174">
                  <c:v>56.769115603403854</c:v>
                </c:pt>
                <c:pt idx="175">
                  <c:v>56.759536436788956</c:v>
                </c:pt>
                <c:pt idx="176">
                  <c:v>56.761804223828882</c:v>
                </c:pt>
                <c:pt idx="177">
                  <c:v>56.780054887171268</c:v>
                </c:pt>
                <c:pt idx="178">
                  <c:v>56.771796427637113</c:v>
                </c:pt>
                <c:pt idx="179">
                  <c:v>56.771233585203397</c:v>
                </c:pt>
                <c:pt idx="180">
                  <c:v>56.775407316755228</c:v>
                </c:pt>
                <c:pt idx="181">
                  <c:v>56.785996884170551</c:v>
                </c:pt>
                <c:pt idx="182">
                  <c:v>56.801816313284711</c:v>
                </c:pt>
                <c:pt idx="183">
                  <c:v>56.807361370162241</c:v>
                </c:pt>
                <c:pt idx="184">
                  <c:v>56.823238185123067</c:v>
                </c:pt>
                <c:pt idx="185">
                  <c:v>56.834289870855798</c:v>
                </c:pt>
                <c:pt idx="186">
                  <c:v>56.836159628980006</c:v>
                </c:pt>
                <c:pt idx="187">
                  <c:v>56.847167079789259</c:v>
                </c:pt>
                <c:pt idx="188">
                  <c:v>56.846935700397033</c:v>
                </c:pt>
                <c:pt idx="189">
                  <c:v>56.838309356595779</c:v>
                </c:pt>
                <c:pt idx="190">
                  <c:v>56.824396555158366</c:v>
                </c:pt>
                <c:pt idx="191">
                  <c:v>56.808565811126527</c:v>
                </c:pt>
                <c:pt idx="192">
                  <c:v>56.793030471841888</c:v>
                </c:pt>
                <c:pt idx="193">
                  <c:v>56.782497671155099</c:v>
                </c:pt>
                <c:pt idx="194">
                  <c:v>56.776071459725578</c:v>
                </c:pt>
                <c:pt idx="195">
                  <c:v>56.781661071760105</c:v>
                </c:pt>
                <c:pt idx="196">
                  <c:v>56.788339371016107</c:v>
                </c:pt>
                <c:pt idx="197">
                  <c:v>56.796136608886719</c:v>
                </c:pt>
                <c:pt idx="198">
                  <c:v>56.798204463466028</c:v>
                </c:pt>
                <c:pt idx="199">
                  <c:v>56.809400403724801</c:v>
                </c:pt>
                <c:pt idx="200">
                  <c:v>56.816854479356017</c:v>
                </c:pt>
                <c:pt idx="201">
                  <c:v>56.825513038649326</c:v>
                </c:pt>
                <c:pt idx="202">
                  <c:v>56.841960552439538</c:v>
                </c:pt>
                <c:pt idx="203">
                  <c:v>56.877977429856159</c:v>
                </c:pt>
                <c:pt idx="204">
                  <c:v>56.920302437929244</c:v>
                </c:pt>
                <c:pt idx="205">
                  <c:v>56.959023046950207</c:v>
                </c:pt>
                <c:pt idx="206">
                  <c:v>56.991962757781046</c:v>
                </c:pt>
                <c:pt idx="207">
                  <c:v>57.00303551487935</c:v>
                </c:pt>
                <c:pt idx="208">
                  <c:v>56.996650101200196</c:v>
                </c:pt>
                <c:pt idx="209">
                  <c:v>56.969437873608442</c:v>
                </c:pt>
                <c:pt idx="210">
                  <c:v>56.939476355856982</c:v>
                </c:pt>
                <c:pt idx="211">
                  <c:v>56.908393743251878</c:v>
                </c:pt>
                <c:pt idx="212">
                  <c:v>56.878166581121619</c:v>
                </c:pt>
                <c:pt idx="213">
                  <c:v>56.857477595715771</c:v>
                </c:pt>
                <c:pt idx="214">
                  <c:v>56.855278082462185</c:v>
                </c:pt>
                <c:pt idx="215">
                  <c:v>56.868735319694885</c:v>
                </c:pt>
                <c:pt idx="216">
                  <c:v>56.862418670826798</c:v>
                </c:pt>
                <c:pt idx="217">
                  <c:v>56.869412122563702</c:v>
                </c:pt>
                <c:pt idx="218">
                  <c:v>56.88746727266804</c:v>
                </c:pt>
                <c:pt idx="219">
                  <c:v>56.898287066634914</c:v>
                </c:pt>
                <c:pt idx="220">
                  <c:v>56.919607595238837</c:v>
                </c:pt>
                <c:pt idx="221">
                  <c:v>56.929727508174601</c:v>
                </c:pt>
                <c:pt idx="222">
                  <c:v>56.943418088898447</c:v>
                </c:pt>
                <c:pt idx="223">
                  <c:v>56.959112328055419</c:v>
                </c:pt>
                <c:pt idx="224">
                  <c:v>56.969308520615506</c:v>
                </c:pt>
                <c:pt idx="225">
                  <c:v>56.959909602774232</c:v>
                </c:pt>
                <c:pt idx="226">
                  <c:v>56.962709489830004</c:v>
                </c:pt>
                <c:pt idx="227">
                  <c:v>56.986428973123395</c:v>
                </c:pt>
                <c:pt idx="228">
                  <c:v>56.996675783928453</c:v>
                </c:pt>
                <c:pt idx="229">
                  <c:v>56.980223957660179</c:v>
                </c:pt>
                <c:pt idx="230">
                  <c:v>56.991989187720847</c:v>
                </c:pt>
                <c:pt idx="231">
                  <c:v>56.977775921846629</c:v>
                </c:pt>
                <c:pt idx="232">
                  <c:v>56.983320893328546</c:v>
                </c:pt>
                <c:pt idx="233">
                  <c:v>56.975927427228108</c:v>
                </c:pt>
                <c:pt idx="234">
                  <c:v>56.956780857242926</c:v>
                </c:pt>
                <c:pt idx="235">
                  <c:v>56.931031264227705</c:v>
                </c:pt>
                <c:pt idx="236">
                  <c:v>56.907792451446937</c:v>
                </c:pt>
                <c:pt idx="237">
                  <c:v>56.8758840846887</c:v>
                </c:pt>
                <c:pt idx="238">
                  <c:v>56.83748394402506</c:v>
                </c:pt>
                <c:pt idx="239">
                  <c:v>56.819127432830058</c:v>
                </c:pt>
                <c:pt idx="240">
                  <c:v>56.803913287765383</c:v>
                </c:pt>
                <c:pt idx="241">
                  <c:v>56.75942774953247</c:v>
                </c:pt>
                <c:pt idx="242">
                  <c:v>56.75262806042371</c:v>
                </c:pt>
                <c:pt idx="243">
                  <c:v>56.747994537584724</c:v>
                </c:pt>
                <c:pt idx="244">
                  <c:v>56.738025625427809</c:v>
                </c:pt>
                <c:pt idx="245">
                  <c:v>56.727508537532373</c:v>
                </c:pt>
                <c:pt idx="246">
                  <c:v>56.748196861122281</c:v>
                </c:pt>
                <c:pt idx="247">
                  <c:v>56.764398542314098</c:v>
                </c:pt>
                <c:pt idx="248">
                  <c:v>56.789850339505172</c:v>
                </c:pt>
                <c:pt idx="249">
                  <c:v>56.796576396253371</c:v>
                </c:pt>
                <c:pt idx="250">
                  <c:v>56.768445226554327</c:v>
                </c:pt>
                <c:pt idx="251">
                  <c:v>56.834587453190935</c:v>
                </c:pt>
                <c:pt idx="252">
                  <c:v>56.878030545922577</c:v>
                </c:pt>
                <c:pt idx="253">
                  <c:v>56.906480924393762</c:v>
                </c:pt>
                <c:pt idx="254">
                  <c:v>56.903894953328951</c:v>
                </c:pt>
                <c:pt idx="255">
                  <c:v>56.876846663950232</c:v>
                </c:pt>
                <c:pt idx="256">
                  <c:v>56.858317504190467</c:v>
                </c:pt>
                <c:pt idx="257">
                  <c:v>56.907926586593767</c:v>
                </c:pt>
                <c:pt idx="258">
                  <c:v>56.955095510928096</c:v>
                </c:pt>
                <c:pt idx="259">
                  <c:v>57</c:v>
                </c:pt>
                <c:pt idx="260">
                  <c:v>56.985444041562211</c:v>
                </c:pt>
                <c:pt idx="261">
                  <c:v>56.91290529981778</c:v>
                </c:pt>
                <c:pt idx="262">
                  <c:v>56.944139852553384</c:v>
                </c:pt>
                <c:pt idx="263">
                  <c:v>56.963515602993951</c:v>
                </c:pt>
                <c:pt idx="264">
                  <c:v>56.940143338231195</c:v>
                </c:pt>
                <c:pt idx="265">
                  <c:v>56.934169253833268</c:v>
                </c:pt>
                <c:pt idx="266">
                  <c:v>56.920698801630664</c:v>
                </c:pt>
                <c:pt idx="267">
                  <c:v>56.897242849174837</c:v>
                </c:pt>
                <c:pt idx="268">
                  <c:v>56.814633190223105</c:v>
                </c:pt>
                <c:pt idx="269">
                  <c:v>56.785874725757353</c:v>
                </c:pt>
                <c:pt idx="270">
                  <c:v>56.780293824074548</c:v>
                </c:pt>
                <c:pt idx="271">
                  <c:v>56.772920447290225</c:v>
                </c:pt>
                <c:pt idx="272">
                  <c:v>56.756695431749293</c:v>
                </c:pt>
                <c:pt idx="273">
                  <c:v>56.720552104790315</c:v>
                </c:pt>
                <c:pt idx="274">
                  <c:v>56.679162135896092</c:v>
                </c:pt>
                <c:pt idx="275">
                  <c:v>56.65639139777619</c:v>
                </c:pt>
                <c:pt idx="276">
                  <c:v>56.64219386604222</c:v>
                </c:pt>
                <c:pt idx="277">
                  <c:v>56.630326887117981</c:v>
                </c:pt>
                <c:pt idx="278">
                  <c:v>56.729240253660812</c:v>
                </c:pt>
                <c:pt idx="279">
                  <c:v>56.779309917260626</c:v>
                </c:pt>
                <c:pt idx="280">
                  <c:v>56.784956167930289</c:v>
                </c:pt>
                <c:pt idx="281">
                  <c:v>56.815343468169146</c:v>
                </c:pt>
                <c:pt idx="282">
                  <c:v>56.840313954380555</c:v>
                </c:pt>
                <c:pt idx="283">
                  <c:v>56.856041519172443</c:v>
                </c:pt>
                <c:pt idx="284">
                  <c:v>56.858398630015387</c:v>
                </c:pt>
                <c:pt idx="285">
                  <c:v>56.820269043977838</c:v>
                </c:pt>
                <c:pt idx="286">
                  <c:v>56.848146140402584</c:v>
                </c:pt>
                <c:pt idx="287">
                  <c:v>57.020999868106486</c:v>
                </c:pt>
                <c:pt idx="288">
                  <c:v>57.111705329313423</c:v>
                </c:pt>
                <c:pt idx="289">
                  <c:v>57.181976241320122</c:v>
                </c:pt>
                <c:pt idx="290">
                  <c:v>57.157936375065013</c:v>
                </c:pt>
                <c:pt idx="291">
                  <c:v>57.215973982350178</c:v>
                </c:pt>
                <c:pt idx="292">
                  <c:v>57.24607892202053</c:v>
                </c:pt>
                <c:pt idx="293">
                  <c:v>57.271439580751988</c:v>
                </c:pt>
                <c:pt idx="294">
                  <c:v>57.312571612220779</c:v>
                </c:pt>
                <c:pt idx="295">
                  <c:v>57.360435848921341</c:v>
                </c:pt>
                <c:pt idx="296">
                  <c:v>57.446395961744308</c:v>
                </c:pt>
                <c:pt idx="297">
                  <c:v>57.512092594113106</c:v>
                </c:pt>
                <c:pt idx="298">
                  <c:v>57.488873785252856</c:v>
                </c:pt>
                <c:pt idx="299">
                  <c:v>57.525077123973368</c:v>
                </c:pt>
                <c:pt idx="300">
                  <c:v>57.681749836221904</c:v>
                </c:pt>
                <c:pt idx="301">
                  <c:v>57.669711617760392</c:v>
                </c:pt>
                <c:pt idx="302">
                  <c:v>57.662998242259562</c:v>
                </c:pt>
                <c:pt idx="303">
                  <c:v>57.764710343017498</c:v>
                </c:pt>
                <c:pt idx="304">
                  <c:v>57.813482761979095</c:v>
                </c:pt>
                <c:pt idx="305">
                  <c:v>57.923015819236973</c:v>
                </c:pt>
                <c:pt idx="306">
                  <c:v>57.944331117360079</c:v>
                </c:pt>
                <c:pt idx="307">
                  <c:v>57.951407552276308</c:v>
                </c:pt>
                <c:pt idx="308">
                  <c:v>57.962317694793462</c:v>
                </c:pt>
                <c:pt idx="309">
                  <c:v>57.894575624191702</c:v>
                </c:pt>
                <c:pt idx="310">
                  <c:v>57.819521597594644</c:v>
                </c:pt>
                <c:pt idx="311">
                  <c:v>57.66625352272883</c:v>
                </c:pt>
                <c:pt idx="312">
                  <c:v>57.666857184261815</c:v>
                </c:pt>
                <c:pt idx="313">
                  <c:v>57.829435984657657</c:v>
                </c:pt>
                <c:pt idx="314">
                  <c:v>57.806712214120601</c:v>
                </c:pt>
                <c:pt idx="315">
                  <c:v>57.80638019600768</c:v>
                </c:pt>
                <c:pt idx="316">
                  <c:v>57.770435008201609</c:v>
                </c:pt>
                <c:pt idx="317">
                  <c:v>57.793612186704337</c:v>
                </c:pt>
                <c:pt idx="318">
                  <c:v>57.833298769462139</c:v>
                </c:pt>
                <c:pt idx="319">
                  <c:v>57.807665954936994</c:v>
                </c:pt>
                <c:pt idx="320">
                  <c:v>57.7649711838935</c:v>
                </c:pt>
                <c:pt idx="321">
                  <c:v>57.844139229165471</c:v>
                </c:pt>
                <c:pt idx="322">
                  <c:v>57.888248023337255</c:v>
                </c:pt>
                <c:pt idx="323">
                  <c:v>57.908290286476209</c:v>
                </c:pt>
                <c:pt idx="324">
                  <c:v>57.937258653339491</c:v>
                </c:pt>
                <c:pt idx="325">
                  <c:v>57.966206397164115</c:v>
                </c:pt>
                <c:pt idx="326">
                  <c:v>57.977855126270427</c:v>
                </c:pt>
                <c:pt idx="327">
                  <c:v>57.989868409215227</c:v>
                </c:pt>
                <c:pt idx="328">
                  <c:v>57.997326904069013</c:v>
                </c:pt>
                <c:pt idx="329">
                  <c:v>57.983608740564698</c:v>
                </c:pt>
                <c:pt idx="330">
                  <c:v>57.975945552445303</c:v>
                </c:pt>
                <c:pt idx="331">
                  <c:v>57.978369464000394</c:v>
                </c:pt>
                <c:pt idx="332">
                  <c:v>57.968001028504666</c:v>
                </c:pt>
                <c:pt idx="333">
                  <c:v>57.932912572107512</c:v>
                </c:pt>
                <c:pt idx="334">
                  <c:v>57.907861984818453</c:v>
                </c:pt>
                <c:pt idx="335">
                  <c:v>57.865244112517424</c:v>
                </c:pt>
                <c:pt idx="336">
                  <c:v>57.822422955978269</c:v>
                </c:pt>
                <c:pt idx="337">
                  <c:v>57.789234167516035</c:v>
                </c:pt>
                <c:pt idx="338">
                  <c:v>57.753685087224568</c:v>
                </c:pt>
                <c:pt idx="339">
                  <c:v>57.721812714713906</c:v>
                </c:pt>
                <c:pt idx="340">
                  <c:v>57.663346015861634</c:v>
                </c:pt>
                <c:pt idx="341">
                  <c:v>57.667972920541224</c:v>
                </c:pt>
                <c:pt idx="342">
                  <c:v>57.683503306880766</c:v>
                </c:pt>
                <c:pt idx="343">
                  <c:v>57.663775726546881</c:v>
                </c:pt>
                <c:pt idx="344">
                  <c:v>57.750689153208214</c:v>
                </c:pt>
                <c:pt idx="345">
                  <c:v>57.847144044324757</c:v>
                </c:pt>
                <c:pt idx="346">
                  <c:v>57.949019464177589</c:v>
                </c:pt>
                <c:pt idx="347">
                  <c:v>58.070141003942332</c:v>
                </c:pt>
                <c:pt idx="348">
                  <c:v>58.164781110355506</c:v>
                </c:pt>
                <c:pt idx="349">
                  <c:v>58.164622616112297</c:v>
                </c:pt>
                <c:pt idx="350">
                  <c:v>58.237207257994513</c:v>
                </c:pt>
                <c:pt idx="351">
                  <c:v>58.439443990922619</c:v>
                </c:pt>
                <c:pt idx="352">
                  <c:v>58.553339525368663</c:v>
                </c:pt>
                <c:pt idx="353">
                  <c:v>58.653508826425707</c:v>
                </c:pt>
                <c:pt idx="354">
                  <c:v>58.727854923455858</c:v>
                </c:pt>
                <c:pt idx="355">
                  <c:v>58.748188641795295</c:v>
                </c:pt>
                <c:pt idx="356">
                  <c:v>58.980969375897764</c:v>
                </c:pt>
                <c:pt idx="357">
                  <c:v>59.145725166456302</c:v>
                </c:pt>
                <c:pt idx="358">
                  <c:v>59.045376363837192</c:v>
                </c:pt>
                <c:pt idx="359">
                  <c:v>59.195789364737387</c:v>
                </c:pt>
                <c:pt idx="360">
                  <c:v>59.314771659196886</c:v>
                </c:pt>
                <c:pt idx="361">
                  <c:v>59.238518507511969</c:v>
                </c:pt>
                <c:pt idx="362">
                  <c:v>59.130206906292727</c:v>
                </c:pt>
                <c:pt idx="363">
                  <c:v>58.991509328466471</c:v>
                </c:pt>
                <c:pt idx="364">
                  <c:v>58.907844009043558</c:v>
                </c:pt>
                <c:pt idx="365">
                  <c:v>58.788740196637903</c:v>
                </c:pt>
                <c:pt idx="366">
                  <c:v>58.619858773602118</c:v>
                </c:pt>
                <c:pt idx="367">
                  <c:v>58.500968364813779</c:v>
                </c:pt>
                <c:pt idx="368">
                  <c:v>58.421991520301802</c:v>
                </c:pt>
                <c:pt idx="369">
                  <c:v>58.286687563825211</c:v>
                </c:pt>
                <c:pt idx="370">
                  <c:v>58.239819893837037</c:v>
                </c:pt>
                <c:pt idx="371">
                  <c:v>58.144303713910375</c:v>
                </c:pt>
                <c:pt idx="372">
                  <c:v>58.047711805545326</c:v>
                </c:pt>
                <c:pt idx="373">
                  <c:v>57.913529776529522</c:v>
                </c:pt>
                <c:pt idx="374">
                  <c:v>57.783599722788786</c:v>
                </c:pt>
                <c:pt idx="375">
                  <c:v>57.713802350761682</c:v>
                </c:pt>
                <c:pt idx="376">
                  <c:v>57.609614887596543</c:v>
                </c:pt>
                <c:pt idx="377">
                  <c:v>57.518867838729889</c:v>
                </c:pt>
                <c:pt idx="378">
                  <c:v>57.423092653932727</c:v>
                </c:pt>
                <c:pt idx="379">
                  <c:v>57.295026401972741</c:v>
                </c:pt>
                <c:pt idx="380">
                  <c:v>57.177829131848213</c:v>
                </c:pt>
                <c:pt idx="381">
                  <c:v>57.035901529302926</c:v>
                </c:pt>
                <c:pt idx="382">
                  <c:v>56.915466271319175</c:v>
                </c:pt>
                <c:pt idx="383">
                  <c:v>56.81643550716813</c:v>
                </c:pt>
                <c:pt idx="384">
                  <c:v>56.748208005248756</c:v>
                </c:pt>
                <c:pt idx="385">
                  <c:v>56.681487564969508</c:v>
                </c:pt>
                <c:pt idx="386">
                  <c:v>56.64850165511627</c:v>
                </c:pt>
                <c:pt idx="387">
                  <c:v>56.61448792375915</c:v>
                </c:pt>
                <c:pt idx="388">
                  <c:v>56.591368045707483</c:v>
                </c:pt>
                <c:pt idx="389">
                  <c:v>56.564477631453833</c:v>
                </c:pt>
                <c:pt idx="390">
                  <c:v>56.529252563437296</c:v>
                </c:pt>
                <c:pt idx="391">
                  <c:v>56.5299118281837</c:v>
                </c:pt>
                <c:pt idx="392">
                  <c:v>56.593183022550974</c:v>
                </c:pt>
                <c:pt idx="393">
                  <c:v>56.607758387140038</c:v>
                </c:pt>
                <c:pt idx="394">
                  <c:v>56.623644723710846</c:v>
                </c:pt>
                <c:pt idx="395">
                  <c:v>56.642355434527211</c:v>
                </c:pt>
                <c:pt idx="396">
                  <c:v>56.63169503145739</c:v>
                </c:pt>
                <c:pt idx="397">
                  <c:v>56.622905838237067</c:v>
                </c:pt>
                <c:pt idx="398">
                  <c:v>56.594791256634331</c:v>
                </c:pt>
                <c:pt idx="399">
                  <c:v>56.56015590931824</c:v>
                </c:pt>
                <c:pt idx="400">
                  <c:v>56.606860452351619</c:v>
                </c:pt>
                <c:pt idx="401">
                  <c:v>56.599142781836136</c:v>
                </c:pt>
                <c:pt idx="402">
                  <c:v>56.598974168213715</c:v>
                </c:pt>
                <c:pt idx="403">
                  <c:v>56.559267218604077</c:v>
                </c:pt>
                <c:pt idx="404">
                  <c:v>56.532845935781907</c:v>
                </c:pt>
                <c:pt idx="405">
                  <c:v>56.489306794343342</c:v>
                </c:pt>
                <c:pt idx="406">
                  <c:v>56.427953606617201</c:v>
                </c:pt>
                <c:pt idx="407">
                  <c:v>56.381643751396489</c:v>
                </c:pt>
                <c:pt idx="408">
                  <c:v>56.343608036477931</c:v>
                </c:pt>
                <c:pt idx="409">
                  <c:v>56.291617462786412</c:v>
                </c:pt>
                <c:pt idx="410">
                  <c:v>56.242988044102901</c:v>
                </c:pt>
                <c:pt idx="411">
                  <c:v>56.212189580036799</c:v>
                </c:pt>
                <c:pt idx="412">
                  <c:v>56.182360057204811</c:v>
                </c:pt>
                <c:pt idx="413">
                  <c:v>56.161083672791541</c:v>
                </c:pt>
                <c:pt idx="414">
                  <c:v>56.141836688249128</c:v>
                </c:pt>
                <c:pt idx="415">
                  <c:v>56.11722878910868</c:v>
                </c:pt>
                <c:pt idx="416">
                  <c:v>56.102653541938572</c:v>
                </c:pt>
                <c:pt idx="417">
                  <c:v>56.109037647997525</c:v>
                </c:pt>
                <c:pt idx="418">
                  <c:v>56.08732677608235</c:v>
                </c:pt>
                <c:pt idx="419">
                  <c:v>56.054490586073882</c:v>
                </c:pt>
                <c:pt idx="420">
                  <c:v>56.062577389767192</c:v>
                </c:pt>
                <c:pt idx="421">
                  <c:v>56.058733833651239</c:v>
                </c:pt>
                <c:pt idx="422">
                  <c:v>56.0326298822322</c:v>
                </c:pt>
                <c:pt idx="423">
                  <c:v>56.028573807144014</c:v>
                </c:pt>
                <c:pt idx="424">
                  <c:v>56.021363090807625</c:v>
                </c:pt>
                <c:pt idx="425">
                  <c:v>56.024416101611955</c:v>
                </c:pt>
                <c:pt idx="426">
                  <c:v>56.034174668715224</c:v>
                </c:pt>
                <c:pt idx="427">
                  <c:v>56.011788694337866</c:v>
                </c:pt>
                <c:pt idx="428">
                  <c:v>56.008840228769593</c:v>
                </c:pt>
                <c:pt idx="429">
                  <c:v>56.02607211553714</c:v>
                </c:pt>
                <c:pt idx="430">
                  <c:v>56.010315492889127</c:v>
                </c:pt>
                <c:pt idx="431">
                  <c:v>56.006752737537589</c:v>
                </c:pt>
                <c:pt idx="432">
                  <c:v>56.01189548978806</c:v>
                </c:pt>
                <c:pt idx="433">
                  <c:v>56.000502711251755</c:v>
                </c:pt>
                <c:pt idx="434">
                  <c:v>55.976286875343426</c:v>
                </c:pt>
                <c:pt idx="435">
                  <c:v>55.889732975521476</c:v>
                </c:pt>
                <c:pt idx="436">
                  <c:v>55.975406844944509</c:v>
                </c:pt>
                <c:pt idx="437">
                  <c:v>56.109669295271487</c:v>
                </c:pt>
                <c:pt idx="438">
                  <c:v>56.183337191079801</c:v>
                </c:pt>
                <c:pt idx="439">
                  <c:v>56.184659815558732</c:v>
                </c:pt>
                <c:pt idx="440">
                  <c:v>56.09845436266319</c:v>
                </c:pt>
                <c:pt idx="441">
                  <c:v>56.074312088063607</c:v>
                </c:pt>
                <c:pt idx="442">
                  <c:v>56.126861074458603</c:v>
                </c:pt>
                <c:pt idx="443">
                  <c:v>56.186427204366929</c:v>
                </c:pt>
                <c:pt idx="444">
                  <c:v>55.997679064870304</c:v>
                </c:pt>
                <c:pt idx="445">
                  <c:v>56.024036073489363</c:v>
                </c:pt>
                <c:pt idx="446">
                  <c:v>56.120127121285542</c:v>
                </c:pt>
                <c:pt idx="447">
                  <c:v>56.144202514781021</c:v>
                </c:pt>
                <c:pt idx="448">
                  <c:v>56.19170346790272</c:v>
                </c:pt>
                <c:pt idx="449">
                  <c:v>56.159213621119939</c:v>
                </c:pt>
                <c:pt idx="450">
                  <c:v>56.145207506303585</c:v>
                </c:pt>
                <c:pt idx="451">
                  <c:v>56.179024958530825</c:v>
                </c:pt>
                <c:pt idx="452">
                  <c:v>56.206339073754009</c:v>
                </c:pt>
                <c:pt idx="453">
                  <c:v>56.188517048314573</c:v>
                </c:pt>
                <c:pt idx="454">
                  <c:v>56.189613864130209</c:v>
                </c:pt>
                <c:pt idx="455">
                  <c:v>56.165040558215701</c:v>
                </c:pt>
                <c:pt idx="456">
                  <c:v>56.201882020933112</c:v>
                </c:pt>
                <c:pt idx="457">
                  <c:v>56.23662759796381</c:v>
                </c:pt>
                <c:pt idx="458">
                  <c:v>56.249974792284796</c:v>
                </c:pt>
                <c:pt idx="459">
                  <c:v>56.258691324519567</c:v>
                </c:pt>
                <c:pt idx="460">
                  <c:v>56.239987274560406</c:v>
                </c:pt>
                <c:pt idx="461">
                  <c:v>56.240465644728921</c:v>
                </c:pt>
                <c:pt idx="462">
                  <c:v>56.256773269843407</c:v>
                </c:pt>
                <c:pt idx="463">
                  <c:v>56.257912100296799</c:v>
                </c:pt>
                <c:pt idx="464">
                  <c:v>56.250539310607259</c:v>
                </c:pt>
                <c:pt idx="465">
                  <c:v>56.265184304637891</c:v>
                </c:pt>
                <c:pt idx="466">
                  <c:v>56.271143044513018</c:v>
                </c:pt>
                <c:pt idx="467">
                  <c:v>56.313075787873728</c:v>
                </c:pt>
                <c:pt idx="468">
                  <c:v>56.314297019748885</c:v>
                </c:pt>
                <c:pt idx="469">
                  <c:v>56.297898512361591</c:v>
                </c:pt>
                <c:pt idx="470">
                  <c:v>56.289428309087171</c:v>
                </c:pt>
                <c:pt idx="471">
                  <c:v>56.292727963247778</c:v>
                </c:pt>
                <c:pt idx="472">
                  <c:v>56.303043821736843</c:v>
                </c:pt>
                <c:pt idx="473">
                  <c:v>56.318441012281212</c:v>
                </c:pt>
                <c:pt idx="474">
                  <c:v>56.323161542567426</c:v>
                </c:pt>
                <c:pt idx="475">
                  <c:v>56.345694400554663</c:v>
                </c:pt>
                <c:pt idx="476">
                  <c:v>56.355549042717399</c:v>
                </c:pt>
                <c:pt idx="477">
                  <c:v>56.338685588283276</c:v>
                </c:pt>
                <c:pt idx="478">
                  <c:v>56.345807475010361</c:v>
                </c:pt>
                <c:pt idx="479">
                  <c:v>56.361140832339863</c:v>
                </c:pt>
                <c:pt idx="480">
                  <c:v>56.382558679910325</c:v>
                </c:pt>
                <c:pt idx="481">
                  <c:v>56.388357158920662</c:v>
                </c:pt>
                <c:pt idx="482">
                  <c:v>56.378275279052559</c:v>
                </c:pt>
                <c:pt idx="483">
                  <c:v>56.38243885920182</c:v>
                </c:pt>
                <c:pt idx="484">
                  <c:v>56.400913173634159</c:v>
                </c:pt>
                <c:pt idx="485">
                  <c:v>56.405454052915985</c:v>
                </c:pt>
                <c:pt idx="486">
                  <c:v>56.413141706876253</c:v>
                </c:pt>
                <c:pt idx="487">
                  <c:v>56.40691471271915</c:v>
                </c:pt>
                <c:pt idx="488">
                  <c:v>56.412656339605341</c:v>
                </c:pt>
                <c:pt idx="489">
                  <c:v>56.42983206441869</c:v>
                </c:pt>
                <c:pt idx="490">
                  <c:v>56.430999731900499</c:v>
                </c:pt>
                <c:pt idx="491">
                  <c:v>56.426409536656685</c:v>
                </c:pt>
                <c:pt idx="492">
                  <c:v>56.436553114849531</c:v>
                </c:pt>
                <c:pt idx="493">
                  <c:v>56.452276057604287</c:v>
                </c:pt>
                <c:pt idx="494">
                  <c:v>56.451049808737331</c:v>
                </c:pt>
                <c:pt idx="495">
                  <c:v>56.462322530319604</c:v>
                </c:pt>
                <c:pt idx="496">
                  <c:v>56.476922926495433</c:v>
                </c:pt>
                <c:pt idx="497">
                  <c:v>56.47735187929468</c:v>
                </c:pt>
                <c:pt idx="498">
                  <c:v>56.481712200243813</c:v>
                </c:pt>
                <c:pt idx="499">
                  <c:v>56.483325536714581</c:v>
                </c:pt>
                <c:pt idx="500">
                  <c:v>56.502914071654345</c:v>
                </c:pt>
                <c:pt idx="501">
                  <c:v>56.520697706432024</c:v>
                </c:pt>
                <c:pt idx="502">
                  <c:v>56.528464575490545</c:v>
                </c:pt>
                <c:pt idx="503">
                  <c:v>56.546598097411533</c:v>
                </c:pt>
                <c:pt idx="504">
                  <c:v>56.546465424664447</c:v>
                </c:pt>
                <c:pt idx="505">
                  <c:v>56.56673474404311</c:v>
                </c:pt>
                <c:pt idx="506">
                  <c:v>56.571586538048933</c:v>
                </c:pt>
                <c:pt idx="507">
                  <c:v>56.587265085763448</c:v>
                </c:pt>
                <c:pt idx="508">
                  <c:v>56.61454148815249</c:v>
                </c:pt>
                <c:pt idx="509">
                  <c:v>56.619013954880124</c:v>
                </c:pt>
                <c:pt idx="510">
                  <c:v>56.648277043325763</c:v>
                </c:pt>
                <c:pt idx="511">
                  <c:v>56.699004210387614</c:v>
                </c:pt>
                <c:pt idx="512">
                  <c:v>56.742524394001833</c:v>
                </c:pt>
                <c:pt idx="513">
                  <c:v>56.773746500327981</c:v>
                </c:pt>
                <c:pt idx="514">
                  <c:v>56.816839428380604</c:v>
                </c:pt>
                <c:pt idx="515">
                  <c:v>56.861838322294027</c:v>
                </c:pt>
                <c:pt idx="516">
                  <c:v>56.891625910546651</c:v>
                </c:pt>
                <c:pt idx="517">
                  <c:v>56.949977602867655</c:v>
                </c:pt>
                <c:pt idx="518">
                  <c:v>56.992069737125426</c:v>
                </c:pt>
                <c:pt idx="519">
                  <c:v>57.021316600406081</c:v>
                </c:pt>
                <c:pt idx="520">
                  <c:v>57.053947819613228</c:v>
                </c:pt>
                <c:pt idx="521">
                  <c:v>57.065461922547982</c:v>
                </c:pt>
                <c:pt idx="522">
                  <c:v>57.084133628921684</c:v>
                </c:pt>
                <c:pt idx="523">
                  <c:v>57.100762309488275</c:v>
                </c:pt>
                <c:pt idx="524">
                  <c:v>57.091253380758637</c:v>
                </c:pt>
                <c:pt idx="525">
                  <c:v>57.101322077680194</c:v>
                </c:pt>
                <c:pt idx="526">
                  <c:v>57.123992860244243</c:v>
                </c:pt>
                <c:pt idx="527">
                  <c:v>57.134335015242478</c:v>
                </c:pt>
                <c:pt idx="528">
                  <c:v>57.111370493145529</c:v>
                </c:pt>
                <c:pt idx="529">
                  <c:v>57.066479581974853</c:v>
                </c:pt>
                <c:pt idx="530">
                  <c:v>57.044582504942589</c:v>
                </c:pt>
                <c:pt idx="531">
                  <c:v>57.051756717826748</c:v>
                </c:pt>
                <c:pt idx="532">
                  <c:v>57.03147598746034</c:v>
                </c:pt>
                <c:pt idx="533">
                  <c:v>57.010746097559611</c:v>
                </c:pt>
                <c:pt idx="534">
                  <c:v>57.016564206884688</c:v>
                </c:pt>
                <c:pt idx="535">
                  <c:v>57.030653627782506</c:v>
                </c:pt>
                <c:pt idx="536">
                  <c:v>57.037254857504841</c:v>
                </c:pt>
                <c:pt idx="537">
                  <c:v>57.059671673539093</c:v>
                </c:pt>
                <c:pt idx="538">
                  <c:v>57.06869692156102</c:v>
                </c:pt>
                <c:pt idx="539">
                  <c:v>57.079148190793767</c:v>
                </c:pt>
                <c:pt idx="540">
                  <c:v>57.093412181657463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8022-4DA3-A5C1-DAA90C22AF82}"/>
            </c:ext>
          </c:extLst>
        </c:ser>
        <c:ser>
          <c:idx val="28"/>
          <c:order val="28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plot!$AD$2:$AD$542</c:f>
              <c:numCache>
                <c:formatCode>General</c:formatCode>
                <c:ptCount val="541"/>
                <c:pt idx="0">
                  <c:v>57.735571262081947</c:v>
                </c:pt>
                <c:pt idx="1">
                  <c:v>58.177213211423229</c:v>
                </c:pt>
                <c:pt idx="2">
                  <c:v>58.594176522860877</c:v>
                </c:pt>
                <c:pt idx="3">
                  <c:v>58.884579749421505</c:v>
                </c:pt>
                <c:pt idx="4">
                  <c:v>59.080285923956197</c:v>
                </c:pt>
                <c:pt idx="5">
                  <c:v>59.143783839098496</c:v>
                </c:pt>
                <c:pt idx="6">
                  <c:v>59.129497100569246</c:v>
                </c:pt>
                <c:pt idx="7">
                  <c:v>59.18305189286118</c:v>
                </c:pt>
                <c:pt idx="8">
                  <c:v>59.275379287593623</c:v>
                </c:pt>
                <c:pt idx="9">
                  <c:v>59.370617947931606</c:v>
                </c:pt>
                <c:pt idx="10">
                  <c:v>59.348946091022142</c:v>
                </c:pt>
                <c:pt idx="11">
                  <c:v>59.386628597361742</c:v>
                </c:pt>
                <c:pt idx="12">
                  <c:v>59.465650997905733</c:v>
                </c:pt>
                <c:pt idx="13">
                  <c:v>59.526026619490651</c:v>
                </c:pt>
                <c:pt idx="14">
                  <c:v>59.532846416862114</c:v>
                </c:pt>
                <c:pt idx="15">
                  <c:v>59.519583473475798</c:v>
                </c:pt>
                <c:pt idx="16">
                  <c:v>59.587978630195124</c:v>
                </c:pt>
                <c:pt idx="17">
                  <c:v>59.633400375984905</c:v>
                </c:pt>
                <c:pt idx="18">
                  <c:v>59.640003254852473</c:v>
                </c:pt>
                <c:pt idx="19">
                  <c:v>59.658488323109246</c:v>
                </c:pt>
                <c:pt idx="20">
                  <c:v>59.660121123938829</c:v>
                </c:pt>
                <c:pt idx="21">
                  <c:v>59.687169163003077</c:v>
                </c:pt>
                <c:pt idx="22">
                  <c:v>59.714520329015279</c:v>
                </c:pt>
                <c:pt idx="23">
                  <c:v>59.765964067847548</c:v>
                </c:pt>
                <c:pt idx="24">
                  <c:v>59.822911259156015</c:v>
                </c:pt>
                <c:pt idx="25">
                  <c:v>59.836883863574386</c:v>
                </c:pt>
                <c:pt idx="26">
                  <c:v>59.869972341278377</c:v>
                </c:pt>
                <c:pt idx="27">
                  <c:v>59.899594465589878</c:v>
                </c:pt>
                <c:pt idx="28">
                  <c:v>59.889751095153592</c:v>
                </c:pt>
                <c:pt idx="29">
                  <c:v>59.904818955280497</c:v>
                </c:pt>
                <c:pt idx="30">
                  <c:v>59.92387166636945</c:v>
                </c:pt>
                <c:pt idx="31">
                  <c:v>59.976632352051205</c:v>
                </c:pt>
                <c:pt idx="32">
                  <c:v>60.015263065282042</c:v>
                </c:pt>
                <c:pt idx="33">
                  <c:v>60.052172705396188</c:v>
                </c:pt>
                <c:pt idx="34">
                  <c:v>60.107693437183336</c:v>
                </c:pt>
                <c:pt idx="35">
                  <c:v>60.096045321993373</c:v>
                </c:pt>
                <c:pt idx="36">
                  <c:v>60.141230026809531</c:v>
                </c:pt>
                <c:pt idx="37">
                  <c:v>60.201637164997692</c:v>
                </c:pt>
                <c:pt idx="38">
                  <c:v>60.242747886630092</c:v>
                </c:pt>
                <c:pt idx="39">
                  <c:v>60.259429500035097</c:v>
                </c:pt>
                <c:pt idx="40">
                  <c:v>60.317640623224705</c:v>
                </c:pt>
                <c:pt idx="41">
                  <c:v>60.38431505080117</c:v>
                </c:pt>
                <c:pt idx="42">
                  <c:v>60.431485989569211</c:v>
                </c:pt>
                <c:pt idx="43">
                  <c:v>60.487301248958268</c:v>
                </c:pt>
                <c:pt idx="44">
                  <c:v>60.5168226319309</c:v>
                </c:pt>
                <c:pt idx="45">
                  <c:v>60.533616810775584</c:v>
                </c:pt>
                <c:pt idx="46">
                  <c:v>60.568002843803733</c:v>
                </c:pt>
                <c:pt idx="47">
                  <c:v>60.617509708930406</c:v>
                </c:pt>
                <c:pt idx="48">
                  <c:v>60.668107917063175</c:v>
                </c:pt>
                <c:pt idx="49">
                  <c:v>60.722405821843267</c:v>
                </c:pt>
                <c:pt idx="50">
                  <c:v>60.750747890499795</c:v>
                </c:pt>
                <c:pt idx="51">
                  <c:v>60.79440324461924</c:v>
                </c:pt>
                <c:pt idx="52">
                  <c:v>60.833626151815231</c:v>
                </c:pt>
                <c:pt idx="53">
                  <c:v>60.838392081378174</c:v>
                </c:pt>
                <c:pt idx="54">
                  <c:v>60.857623830851715</c:v>
                </c:pt>
                <c:pt idx="55">
                  <c:v>60.913925297265941</c:v>
                </c:pt>
                <c:pt idx="56">
                  <c:v>60.922943603446313</c:v>
                </c:pt>
                <c:pt idx="57">
                  <c:v>60.950791897653154</c:v>
                </c:pt>
                <c:pt idx="58">
                  <c:v>60.984420500282006</c:v>
                </c:pt>
                <c:pt idx="59">
                  <c:v>60.984269323778605</c:v>
                </c:pt>
                <c:pt idx="60">
                  <c:v>61.063954045954688</c:v>
                </c:pt>
                <c:pt idx="61">
                  <c:v>61.086086698821759</c:v>
                </c:pt>
                <c:pt idx="62">
                  <c:v>61.137013143992917</c:v>
                </c:pt>
                <c:pt idx="63">
                  <c:v>61.228406993719148</c:v>
                </c:pt>
                <c:pt idx="64">
                  <c:v>61.287350093243788</c:v>
                </c:pt>
                <c:pt idx="65">
                  <c:v>61.35712768083269</c:v>
                </c:pt>
                <c:pt idx="66">
                  <c:v>61.407497920301893</c:v>
                </c:pt>
                <c:pt idx="67">
                  <c:v>61.493318447865335</c:v>
                </c:pt>
                <c:pt idx="68">
                  <c:v>61.580374013507203</c:v>
                </c:pt>
                <c:pt idx="69">
                  <c:v>61.623684791830804</c:v>
                </c:pt>
                <c:pt idx="70">
                  <c:v>61.7098168737013</c:v>
                </c:pt>
                <c:pt idx="71">
                  <c:v>61.789031985590064</c:v>
                </c:pt>
                <c:pt idx="72">
                  <c:v>61.830430871308309</c:v>
                </c:pt>
                <c:pt idx="73">
                  <c:v>61.914671183043197</c:v>
                </c:pt>
                <c:pt idx="74">
                  <c:v>61.981932687973924</c:v>
                </c:pt>
                <c:pt idx="75">
                  <c:v>62.051371891296093</c:v>
                </c:pt>
                <c:pt idx="76">
                  <c:v>62.136994117939821</c:v>
                </c:pt>
                <c:pt idx="77">
                  <c:v>62.184773288453357</c:v>
                </c:pt>
                <c:pt idx="78">
                  <c:v>62.259379752818248</c:v>
                </c:pt>
                <c:pt idx="79">
                  <c:v>62.315253831734239</c:v>
                </c:pt>
                <c:pt idx="80">
                  <c:v>62.308663464915135</c:v>
                </c:pt>
                <c:pt idx="81">
                  <c:v>62.343585323195121</c:v>
                </c:pt>
                <c:pt idx="82">
                  <c:v>62.391501739271469</c:v>
                </c:pt>
                <c:pt idx="83">
                  <c:v>62.384439182361284</c:v>
                </c:pt>
                <c:pt idx="84">
                  <c:v>62.364617775729691</c:v>
                </c:pt>
                <c:pt idx="85">
                  <c:v>62.332868216204311</c:v>
                </c:pt>
                <c:pt idx="86">
                  <c:v>62.330679768630297</c:v>
                </c:pt>
                <c:pt idx="87">
                  <c:v>62.251881983004886</c:v>
                </c:pt>
                <c:pt idx="88">
                  <c:v>62.161636231968643</c:v>
                </c:pt>
                <c:pt idx="89">
                  <c:v>62.156106422496848</c:v>
                </c:pt>
                <c:pt idx="90">
                  <c:v>62.091224098635365</c:v>
                </c:pt>
                <c:pt idx="91">
                  <c:v>62.034775497410372</c:v>
                </c:pt>
                <c:pt idx="92">
                  <c:v>61.961958040995881</c:v>
                </c:pt>
                <c:pt idx="93">
                  <c:v>61.852302190049201</c:v>
                </c:pt>
                <c:pt idx="94">
                  <c:v>61.80317283621374</c:v>
                </c:pt>
                <c:pt idx="95">
                  <c:v>61.721527807114079</c:v>
                </c:pt>
                <c:pt idx="96">
                  <c:v>61.640097761665459</c:v>
                </c:pt>
                <c:pt idx="97">
                  <c:v>61.587672880446618</c:v>
                </c:pt>
                <c:pt idx="98">
                  <c:v>61.499871063555304</c:v>
                </c:pt>
                <c:pt idx="99">
                  <c:v>61.445691829750565</c:v>
                </c:pt>
                <c:pt idx="100">
                  <c:v>61.374925575347305</c:v>
                </c:pt>
                <c:pt idx="101">
                  <c:v>61.282467298568122</c:v>
                </c:pt>
                <c:pt idx="102">
                  <c:v>61.250795563124413</c:v>
                </c:pt>
                <c:pt idx="103">
                  <c:v>61.225883859597189</c:v>
                </c:pt>
                <c:pt idx="104">
                  <c:v>61.201758652258896</c:v>
                </c:pt>
                <c:pt idx="105">
                  <c:v>61.122722234780859</c:v>
                </c:pt>
                <c:pt idx="106">
                  <c:v>60.980653212774797</c:v>
                </c:pt>
                <c:pt idx="107">
                  <c:v>60.869185307630318</c:v>
                </c:pt>
                <c:pt idx="108">
                  <c:v>60.720752511573387</c:v>
                </c:pt>
                <c:pt idx="109">
                  <c:v>60.560455025796422</c:v>
                </c:pt>
                <c:pt idx="110">
                  <c:v>60.473135546224547</c:v>
                </c:pt>
                <c:pt idx="111">
                  <c:v>60.396434969111688</c:v>
                </c:pt>
                <c:pt idx="112">
                  <c:v>60.307442916734786</c:v>
                </c:pt>
                <c:pt idx="113">
                  <c:v>60.241032317094863</c:v>
                </c:pt>
                <c:pt idx="114">
                  <c:v>60.171627511156842</c:v>
                </c:pt>
                <c:pt idx="115">
                  <c:v>60.109336213254323</c:v>
                </c:pt>
                <c:pt idx="116">
                  <c:v>60.077223589339084</c:v>
                </c:pt>
                <c:pt idx="117">
                  <c:v>60.012856280312022</c:v>
                </c:pt>
                <c:pt idx="118">
                  <c:v>59.955933167172468</c:v>
                </c:pt>
                <c:pt idx="119">
                  <c:v>59.908802043376603</c:v>
                </c:pt>
                <c:pt idx="120">
                  <c:v>59.872245148437074</c:v>
                </c:pt>
                <c:pt idx="121">
                  <c:v>59.860576910777375</c:v>
                </c:pt>
                <c:pt idx="122">
                  <c:v>59.818170740660598</c:v>
                </c:pt>
                <c:pt idx="123">
                  <c:v>59.785748454294421</c:v>
                </c:pt>
                <c:pt idx="124">
                  <c:v>59.734286828822384</c:v>
                </c:pt>
                <c:pt idx="125">
                  <c:v>59.707125880344613</c:v>
                </c:pt>
                <c:pt idx="126">
                  <c:v>59.70520594735072</c:v>
                </c:pt>
                <c:pt idx="127">
                  <c:v>59.650114236937569</c:v>
                </c:pt>
                <c:pt idx="128">
                  <c:v>59.626810310142936</c:v>
                </c:pt>
                <c:pt idx="129">
                  <c:v>59.592469939642264</c:v>
                </c:pt>
                <c:pt idx="130">
                  <c:v>59.549441692832865</c:v>
                </c:pt>
                <c:pt idx="131">
                  <c:v>59.545749907583904</c:v>
                </c:pt>
                <c:pt idx="132">
                  <c:v>59.506906575522194</c:v>
                </c:pt>
                <c:pt idx="133">
                  <c:v>59.481563872771382</c:v>
                </c:pt>
                <c:pt idx="134">
                  <c:v>59.465873119013978</c:v>
                </c:pt>
                <c:pt idx="135">
                  <c:v>59.409560000485861</c:v>
                </c:pt>
                <c:pt idx="136">
                  <c:v>59.375541159533668</c:v>
                </c:pt>
                <c:pt idx="137">
                  <c:v>59.388284014471409</c:v>
                </c:pt>
                <c:pt idx="138">
                  <c:v>59.369285479262516</c:v>
                </c:pt>
                <c:pt idx="139">
                  <c:v>59.398148324315308</c:v>
                </c:pt>
                <c:pt idx="140">
                  <c:v>59.423999205420422</c:v>
                </c:pt>
                <c:pt idx="141">
                  <c:v>59.447285976519701</c:v>
                </c:pt>
                <c:pt idx="142">
                  <c:v>59.422172575331075</c:v>
                </c:pt>
                <c:pt idx="143">
                  <c:v>59.399919789599799</c:v>
                </c:pt>
                <c:pt idx="144">
                  <c:v>59.40992014109807</c:v>
                </c:pt>
                <c:pt idx="145">
                  <c:v>59.40236643253872</c:v>
                </c:pt>
                <c:pt idx="146">
                  <c:v>59.387573149530908</c:v>
                </c:pt>
                <c:pt idx="147">
                  <c:v>59.410185688903823</c:v>
                </c:pt>
                <c:pt idx="148">
                  <c:v>59.453270347423256</c:v>
                </c:pt>
                <c:pt idx="149">
                  <c:v>59.457691486206706</c:v>
                </c:pt>
                <c:pt idx="150">
                  <c:v>59.451118834040471</c:v>
                </c:pt>
                <c:pt idx="151">
                  <c:v>59.471536390336354</c:v>
                </c:pt>
                <c:pt idx="152">
                  <c:v>59.499824197119366</c:v>
                </c:pt>
                <c:pt idx="153">
                  <c:v>59.55209209727623</c:v>
                </c:pt>
                <c:pt idx="154">
                  <c:v>59.575649102824855</c:v>
                </c:pt>
                <c:pt idx="155">
                  <c:v>59.607806443339499</c:v>
                </c:pt>
                <c:pt idx="156">
                  <c:v>59.630917529799149</c:v>
                </c:pt>
                <c:pt idx="157">
                  <c:v>59.619428373520762</c:v>
                </c:pt>
                <c:pt idx="158">
                  <c:v>59.589119247454029</c:v>
                </c:pt>
                <c:pt idx="159">
                  <c:v>59.578102754230798</c:v>
                </c:pt>
                <c:pt idx="160">
                  <c:v>59.575726582932681</c:v>
                </c:pt>
                <c:pt idx="161">
                  <c:v>59.551608427058142</c:v>
                </c:pt>
                <c:pt idx="162">
                  <c:v>59.496088641199059</c:v>
                </c:pt>
                <c:pt idx="163">
                  <c:v>59.449788429214429</c:v>
                </c:pt>
                <c:pt idx="164">
                  <c:v>59.430197743037134</c:v>
                </c:pt>
                <c:pt idx="165">
                  <c:v>59.404670670307198</c:v>
                </c:pt>
                <c:pt idx="166">
                  <c:v>59.368244743407878</c:v>
                </c:pt>
                <c:pt idx="167">
                  <c:v>59.3347659843838</c:v>
                </c:pt>
                <c:pt idx="168">
                  <c:v>59.313319516334076</c:v>
                </c:pt>
                <c:pt idx="169">
                  <c:v>59.272668558737777</c:v>
                </c:pt>
                <c:pt idx="170">
                  <c:v>59.236544511881235</c:v>
                </c:pt>
                <c:pt idx="171">
                  <c:v>59.22026835764207</c:v>
                </c:pt>
                <c:pt idx="172">
                  <c:v>59.207553063608394</c:v>
                </c:pt>
                <c:pt idx="173">
                  <c:v>59.177360114706673</c:v>
                </c:pt>
                <c:pt idx="174">
                  <c:v>59.161080520729101</c:v>
                </c:pt>
                <c:pt idx="175">
                  <c:v>59.153242818766735</c:v>
                </c:pt>
                <c:pt idx="176">
                  <c:v>59.133247232381095</c:v>
                </c:pt>
                <c:pt idx="177">
                  <c:v>59.122732811976483</c:v>
                </c:pt>
                <c:pt idx="178">
                  <c:v>59.119306488539813</c:v>
                </c:pt>
                <c:pt idx="179">
                  <c:v>59.126499884500035</c:v>
                </c:pt>
                <c:pt idx="180">
                  <c:v>59.117470313176355</c:v>
                </c:pt>
                <c:pt idx="181">
                  <c:v>59.117379461085434</c:v>
                </c:pt>
                <c:pt idx="182">
                  <c:v>59.136907544023543</c:v>
                </c:pt>
                <c:pt idx="183">
                  <c:v>59.164999199723361</c:v>
                </c:pt>
                <c:pt idx="184">
                  <c:v>59.155561073469265</c:v>
                </c:pt>
                <c:pt idx="185">
                  <c:v>59.152459762316226</c:v>
                </c:pt>
                <c:pt idx="186">
                  <c:v>59.176881991066786</c:v>
                </c:pt>
                <c:pt idx="187">
                  <c:v>59.174065447257902</c:v>
                </c:pt>
                <c:pt idx="188">
                  <c:v>59.158802467969316</c:v>
                </c:pt>
                <c:pt idx="189">
                  <c:v>59.160654337139299</c:v>
                </c:pt>
                <c:pt idx="190">
                  <c:v>59.162521900115799</c:v>
                </c:pt>
                <c:pt idx="191">
                  <c:v>59.143974013636196</c:v>
                </c:pt>
                <c:pt idx="192">
                  <c:v>59.111880394275715</c:v>
                </c:pt>
                <c:pt idx="193">
                  <c:v>59.10891095409422</c:v>
                </c:pt>
                <c:pt idx="194">
                  <c:v>59.106112296925097</c:v>
                </c:pt>
                <c:pt idx="195">
                  <c:v>59.098050517503268</c:v>
                </c:pt>
                <c:pt idx="196">
                  <c:v>59.097279199160099</c:v>
                </c:pt>
                <c:pt idx="197">
                  <c:v>59.10662498993608</c:v>
                </c:pt>
                <c:pt idx="198">
                  <c:v>59.110657309288271</c:v>
                </c:pt>
                <c:pt idx="199">
                  <c:v>59.104919460137353</c:v>
                </c:pt>
                <c:pt idx="200">
                  <c:v>59.108791186702227</c:v>
                </c:pt>
                <c:pt idx="201">
                  <c:v>59.105060446415699</c:v>
                </c:pt>
                <c:pt idx="202">
                  <c:v>59.108198369284509</c:v>
                </c:pt>
                <c:pt idx="203">
                  <c:v>59.147660424293882</c:v>
                </c:pt>
                <c:pt idx="204">
                  <c:v>59.201379507091936</c:v>
                </c:pt>
                <c:pt idx="205">
                  <c:v>59.226494929126879</c:v>
                </c:pt>
                <c:pt idx="206">
                  <c:v>59.249012488722762</c:v>
                </c:pt>
                <c:pt idx="207">
                  <c:v>59.277702443923395</c:v>
                </c:pt>
                <c:pt idx="208">
                  <c:v>59.265129340076513</c:v>
                </c:pt>
                <c:pt idx="209">
                  <c:v>59.244636582499488</c:v>
                </c:pt>
                <c:pt idx="210">
                  <c:v>59.227286498929971</c:v>
                </c:pt>
                <c:pt idx="211">
                  <c:v>59.18392382355303</c:v>
                </c:pt>
                <c:pt idx="212">
                  <c:v>59.130941704710708</c:v>
                </c:pt>
                <c:pt idx="213">
                  <c:v>59.090521833040903</c:v>
                </c:pt>
                <c:pt idx="214">
                  <c:v>59.067454560249331</c:v>
                </c:pt>
                <c:pt idx="215">
                  <c:v>59.08263743662954</c:v>
                </c:pt>
                <c:pt idx="216">
                  <c:v>59.092989092911957</c:v>
                </c:pt>
                <c:pt idx="217">
                  <c:v>59.107428469833437</c:v>
                </c:pt>
                <c:pt idx="218">
                  <c:v>59.114311042430998</c:v>
                </c:pt>
                <c:pt idx="219">
                  <c:v>59.104772260831496</c:v>
                </c:pt>
                <c:pt idx="220">
                  <c:v>59.104902583920747</c:v>
                </c:pt>
                <c:pt idx="221">
                  <c:v>59.104713312314381</c:v>
                </c:pt>
                <c:pt idx="222">
                  <c:v>59.115840307134242</c:v>
                </c:pt>
                <c:pt idx="223">
                  <c:v>59.105650512042686</c:v>
                </c:pt>
                <c:pt idx="224">
                  <c:v>59.096900935426113</c:v>
                </c:pt>
                <c:pt idx="225">
                  <c:v>59.071066393078475</c:v>
                </c:pt>
                <c:pt idx="226">
                  <c:v>59.060715768717579</c:v>
                </c:pt>
                <c:pt idx="227">
                  <c:v>59.059716481710858</c:v>
                </c:pt>
                <c:pt idx="228">
                  <c:v>59.06185758988493</c:v>
                </c:pt>
                <c:pt idx="229">
                  <c:v>59.057328529308663</c:v>
                </c:pt>
                <c:pt idx="230">
                  <c:v>59.063366388144594</c:v>
                </c:pt>
                <c:pt idx="231">
                  <c:v>59.048342191197214</c:v>
                </c:pt>
                <c:pt idx="232">
                  <c:v>59.061068148419984</c:v>
                </c:pt>
                <c:pt idx="233">
                  <c:v>59.084347911052234</c:v>
                </c:pt>
                <c:pt idx="234">
                  <c:v>59.080031555300295</c:v>
                </c:pt>
                <c:pt idx="235">
                  <c:v>59.07494433267086</c:v>
                </c:pt>
                <c:pt idx="236">
                  <c:v>59.05043267072147</c:v>
                </c:pt>
                <c:pt idx="237">
                  <c:v>59.031552677497757</c:v>
                </c:pt>
                <c:pt idx="238">
                  <c:v>59.016551698784689</c:v>
                </c:pt>
                <c:pt idx="239">
                  <c:v>59.010626749362274</c:v>
                </c:pt>
                <c:pt idx="240">
                  <c:v>58.975982112500297</c:v>
                </c:pt>
                <c:pt idx="241">
                  <c:v>58.934924104859135</c:v>
                </c:pt>
                <c:pt idx="242">
                  <c:v>58.913217377601477</c:v>
                </c:pt>
                <c:pt idx="243">
                  <c:v>58.91602889079293</c:v>
                </c:pt>
                <c:pt idx="244">
                  <c:v>58.924431010832706</c:v>
                </c:pt>
                <c:pt idx="245">
                  <c:v>58.929612783271864</c:v>
                </c:pt>
                <c:pt idx="246">
                  <c:v>58.929076635544554</c:v>
                </c:pt>
                <c:pt idx="247">
                  <c:v>58.932665809096882</c:v>
                </c:pt>
                <c:pt idx="248">
                  <c:v>58.948224347908905</c:v>
                </c:pt>
                <c:pt idx="249">
                  <c:v>58.955734930747852</c:v>
                </c:pt>
                <c:pt idx="250">
                  <c:v>58.945686702390496</c:v>
                </c:pt>
                <c:pt idx="251">
                  <c:v>58.985763094681054</c:v>
                </c:pt>
                <c:pt idx="252">
                  <c:v>59.019494416498361</c:v>
                </c:pt>
                <c:pt idx="253">
                  <c:v>59.02504501488923</c:v>
                </c:pt>
                <c:pt idx="254">
                  <c:v>59.014956262113657</c:v>
                </c:pt>
                <c:pt idx="255">
                  <c:v>59.003844445139556</c:v>
                </c:pt>
                <c:pt idx="256">
                  <c:v>59.013375573321085</c:v>
                </c:pt>
                <c:pt idx="257">
                  <c:v>59.008692218978474</c:v>
                </c:pt>
                <c:pt idx="258">
                  <c:v>59.004239241116309</c:v>
                </c:pt>
                <c:pt idx="259">
                  <c:v>59</c:v>
                </c:pt>
                <c:pt idx="260">
                  <c:v>58.958459203573717</c:v>
                </c:pt>
                <c:pt idx="261">
                  <c:v>58.858307113389792</c:v>
                </c:pt>
                <c:pt idx="262">
                  <c:v>58.899414481277233</c:v>
                </c:pt>
                <c:pt idx="263">
                  <c:v>58.926696981511299</c:v>
                </c:pt>
                <c:pt idx="264">
                  <c:v>58.912373179800611</c:v>
                </c:pt>
                <c:pt idx="265">
                  <c:v>58.887446362922717</c:v>
                </c:pt>
                <c:pt idx="266">
                  <c:v>58.891620227510749</c:v>
                </c:pt>
                <c:pt idx="267">
                  <c:v>58.869373052852765</c:v>
                </c:pt>
                <c:pt idx="268">
                  <c:v>58.813531694448464</c:v>
                </c:pt>
                <c:pt idx="269">
                  <c:v>58.788328279605153</c:v>
                </c:pt>
                <c:pt idx="270">
                  <c:v>58.72244411043151</c:v>
                </c:pt>
                <c:pt idx="271">
                  <c:v>58.686920835387767</c:v>
                </c:pt>
                <c:pt idx="272">
                  <c:v>58.69401641378677</c:v>
                </c:pt>
                <c:pt idx="273">
                  <c:v>58.680584600742577</c:v>
                </c:pt>
                <c:pt idx="274">
                  <c:v>58.631895533424419</c:v>
                </c:pt>
                <c:pt idx="275">
                  <c:v>58.603564493429182</c:v>
                </c:pt>
                <c:pt idx="276">
                  <c:v>58.5907035694703</c:v>
                </c:pt>
                <c:pt idx="277">
                  <c:v>58.570118153939688</c:v>
                </c:pt>
                <c:pt idx="278">
                  <c:v>58.602783834046377</c:v>
                </c:pt>
                <c:pt idx="279">
                  <c:v>58.634538176957989</c:v>
                </c:pt>
                <c:pt idx="280">
                  <c:v>58.613016421633674</c:v>
                </c:pt>
                <c:pt idx="281">
                  <c:v>58.591715691000985</c:v>
                </c:pt>
                <c:pt idx="282">
                  <c:v>58.653744472367237</c:v>
                </c:pt>
                <c:pt idx="283">
                  <c:v>58.695971711591262</c:v>
                </c:pt>
                <c:pt idx="284">
                  <c:v>58.701156063834233</c:v>
                </c:pt>
                <c:pt idx="285">
                  <c:v>58.658040856137994</c:v>
                </c:pt>
                <c:pt idx="286">
                  <c:v>58.598152258516123</c:v>
                </c:pt>
                <c:pt idx="287">
                  <c:v>58.743198245131452</c:v>
                </c:pt>
                <c:pt idx="288">
                  <c:v>58.841821565074525</c:v>
                </c:pt>
                <c:pt idx="289">
                  <c:v>58.879370824547216</c:v>
                </c:pt>
                <c:pt idx="290">
                  <c:v>58.882311521414579</c:v>
                </c:pt>
                <c:pt idx="291">
                  <c:v>58.894399665141464</c:v>
                </c:pt>
                <c:pt idx="292">
                  <c:v>58.901771777010786</c:v>
                </c:pt>
                <c:pt idx="293">
                  <c:v>58.937269125026212</c:v>
                </c:pt>
                <c:pt idx="294">
                  <c:v>58.950059104380259</c:v>
                </c:pt>
                <c:pt idx="295">
                  <c:v>59.009870759353426</c:v>
                </c:pt>
                <c:pt idx="296">
                  <c:v>59.064650678977486</c:v>
                </c:pt>
                <c:pt idx="297">
                  <c:v>59.09873313359202</c:v>
                </c:pt>
                <c:pt idx="298">
                  <c:v>59.076323882759525</c:v>
                </c:pt>
                <c:pt idx="299">
                  <c:v>59.103865438293084</c:v>
                </c:pt>
                <c:pt idx="300">
                  <c:v>59.174583342873234</c:v>
                </c:pt>
                <c:pt idx="301">
                  <c:v>59.143736585691997</c:v>
                </c:pt>
                <c:pt idx="302">
                  <c:v>59.138293737107027</c:v>
                </c:pt>
                <c:pt idx="303">
                  <c:v>59.188367234642719</c:v>
                </c:pt>
                <c:pt idx="304">
                  <c:v>59.240404371348568</c:v>
                </c:pt>
                <c:pt idx="305">
                  <c:v>59.343953396704059</c:v>
                </c:pt>
                <c:pt idx="306">
                  <c:v>59.412535718189972</c:v>
                </c:pt>
                <c:pt idx="307">
                  <c:v>59.405382653162683</c:v>
                </c:pt>
                <c:pt idx="308">
                  <c:v>59.414830023713769</c:v>
                </c:pt>
                <c:pt idx="309">
                  <c:v>59.391692150291199</c:v>
                </c:pt>
                <c:pt idx="310">
                  <c:v>59.396742503224488</c:v>
                </c:pt>
                <c:pt idx="311">
                  <c:v>59.312247392866389</c:v>
                </c:pt>
                <c:pt idx="312">
                  <c:v>59.347548740287174</c:v>
                </c:pt>
                <c:pt idx="313">
                  <c:v>59.479603221873987</c:v>
                </c:pt>
                <c:pt idx="314">
                  <c:v>59.462887125091356</c:v>
                </c:pt>
                <c:pt idx="315">
                  <c:v>59.472824529376602</c:v>
                </c:pt>
                <c:pt idx="316">
                  <c:v>59.454023306162625</c:v>
                </c:pt>
                <c:pt idx="317">
                  <c:v>59.480856361575839</c:v>
                </c:pt>
                <c:pt idx="318">
                  <c:v>59.492420934119011</c:v>
                </c:pt>
                <c:pt idx="319">
                  <c:v>59.461138061103298</c:v>
                </c:pt>
                <c:pt idx="320">
                  <c:v>59.415935555640829</c:v>
                </c:pt>
                <c:pt idx="321">
                  <c:v>59.518170901898337</c:v>
                </c:pt>
                <c:pt idx="322">
                  <c:v>59.556696445127088</c:v>
                </c:pt>
                <c:pt idx="323">
                  <c:v>59.581130025014424</c:v>
                </c:pt>
                <c:pt idx="324">
                  <c:v>59.601384838686478</c:v>
                </c:pt>
                <c:pt idx="325">
                  <c:v>59.609855882484773</c:v>
                </c:pt>
                <c:pt idx="326">
                  <c:v>59.612657678415204</c:v>
                </c:pt>
                <c:pt idx="327">
                  <c:v>59.648631064729102</c:v>
                </c:pt>
                <c:pt idx="328">
                  <c:v>59.676380681440129</c:v>
                </c:pt>
                <c:pt idx="329">
                  <c:v>59.678279503039491</c:v>
                </c:pt>
                <c:pt idx="330">
                  <c:v>59.694479553066188</c:v>
                </c:pt>
                <c:pt idx="331">
                  <c:v>59.685105835913944</c:v>
                </c:pt>
                <c:pt idx="332">
                  <c:v>59.670053841580483</c:v>
                </c:pt>
                <c:pt idx="333">
                  <c:v>59.658597147833397</c:v>
                </c:pt>
                <c:pt idx="334">
                  <c:v>59.633983884610537</c:v>
                </c:pt>
                <c:pt idx="335">
                  <c:v>59.606822549162189</c:v>
                </c:pt>
                <c:pt idx="336">
                  <c:v>59.56871205337012</c:v>
                </c:pt>
                <c:pt idx="337">
                  <c:v>59.514576203266181</c:v>
                </c:pt>
                <c:pt idx="338">
                  <c:v>59.471958145262946</c:v>
                </c:pt>
                <c:pt idx="339">
                  <c:v>59.430924645758004</c:v>
                </c:pt>
                <c:pt idx="340">
                  <c:v>59.36705528186345</c:v>
                </c:pt>
                <c:pt idx="341">
                  <c:v>59.363961151164354</c:v>
                </c:pt>
                <c:pt idx="342">
                  <c:v>59.367283121536815</c:v>
                </c:pt>
                <c:pt idx="343">
                  <c:v>59.355313046831071</c:v>
                </c:pt>
                <c:pt idx="344">
                  <c:v>59.423367970424266</c:v>
                </c:pt>
                <c:pt idx="345">
                  <c:v>59.46225988879111</c:v>
                </c:pt>
                <c:pt idx="346">
                  <c:v>59.526804344346623</c:v>
                </c:pt>
                <c:pt idx="347">
                  <c:v>59.606708650823876</c:v>
                </c:pt>
                <c:pt idx="348">
                  <c:v>59.644920446912316</c:v>
                </c:pt>
                <c:pt idx="349">
                  <c:v>59.611677137982852</c:v>
                </c:pt>
                <c:pt idx="350">
                  <c:v>59.624397505630689</c:v>
                </c:pt>
                <c:pt idx="351">
                  <c:v>59.71601829209893</c:v>
                </c:pt>
                <c:pt idx="352">
                  <c:v>59.751395055784492</c:v>
                </c:pt>
                <c:pt idx="353">
                  <c:v>59.774243174242208</c:v>
                </c:pt>
                <c:pt idx="354">
                  <c:v>59.755633630451484</c:v>
                </c:pt>
                <c:pt idx="355">
                  <c:v>59.724068870872543</c:v>
                </c:pt>
                <c:pt idx="356">
                  <c:v>59.776334191225594</c:v>
                </c:pt>
                <c:pt idx="357">
                  <c:v>59.819978323198463</c:v>
                </c:pt>
                <c:pt idx="358">
                  <c:v>59.743636854776284</c:v>
                </c:pt>
                <c:pt idx="359">
                  <c:v>59.833256358437083</c:v>
                </c:pt>
                <c:pt idx="360">
                  <c:v>59.9368691909402</c:v>
                </c:pt>
                <c:pt idx="361">
                  <c:v>59.933685885022655</c:v>
                </c:pt>
                <c:pt idx="362">
                  <c:v>59.895490599678617</c:v>
                </c:pt>
                <c:pt idx="363">
                  <c:v>59.839167376918901</c:v>
                </c:pt>
                <c:pt idx="364">
                  <c:v>59.821938587125295</c:v>
                </c:pt>
                <c:pt idx="365">
                  <c:v>59.773200202557597</c:v>
                </c:pt>
                <c:pt idx="366">
                  <c:v>59.672702999118677</c:v>
                </c:pt>
                <c:pt idx="367">
                  <c:v>59.621962299822002</c:v>
                </c:pt>
                <c:pt idx="368">
                  <c:v>59.582155884000414</c:v>
                </c:pt>
                <c:pt idx="369">
                  <c:v>59.487600613692329</c:v>
                </c:pt>
                <c:pt idx="370">
                  <c:v>59.450749148154159</c:v>
                </c:pt>
                <c:pt idx="371">
                  <c:v>59.39977347172691</c:v>
                </c:pt>
                <c:pt idx="372">
                  <c:v>59.330778123650639</c:v>
                </c:pt>
                <c:pt idx="373">
                  <c:v>59.237835789682784</c:v>
                </c:pt>
                <c:pt idx="374">
                  <c:v>59.168889285892028</c:v>
                </c:pt>
                <c:pt idx="375">
                  <c:v>59.154717176645512</c:v>
                </c:pt>
                <c:pt idx="376">
                  <c:v>59.081275708685546</c:v>
                </c:pt>
                <c:pt idx="377">
                  <c:v>59.02709830224186</c:v>
                </c:pt>
                <c:pt idx="378">
                  <c:v>58.980027180382997</c:v>
                </c:pt>
                <c:pt idx="379">
                  <c:v>58.912266397421142</c:v>
                </c:pt>
                <c:pt idx="380">
                  <c:v>58.828307542282175</c:v>
                </c:pt>
                <c:pt idx="381">
                  <c:v>58.717345687153852</c:v>
                </c:pt>
                <c:pt idx="382">
                  <c:v>58.649536038408115</c:v>
                </c:pt>
                <c:pt idx="383">
                  <c:v>58.625640240123836</c:v>
                </c:pt>
                <c:pt idx="384">
                  <c:v>58.59194585249778</c:v>
                </c:pt>
                <c:pt idx="385">
                  <c:v>58.58406461634609</c:v>
                </c:pt>
                <c:pt idx="386">
                  <c:v>58.585461515615393</c:v>
                </c:pt>
                <c:pt idx="387">
                  <c:v>58.56324906081705</c:v>
                </c:pt>
                <c:pt idx="388">
                  <c:v>58.550688877487588</c:v>
                </c:pt>
                <c:pt idx="389">
                  <c:v>58.535910374605791</c:v>
                </c:pt>
                <c:pt idx="390">
                  <c:v>58.52831997908639</c:v>
                </c:pt>
                <c:pt idx="391">
                  <c:v>58.544100037052431</c:v>
                </c:pt>
                <c:pt idx="392">
                  <c:v>58.595018656818695</c:v>
                </c:pt>
                <c:pt idx="393">
                  <c:v>58.609125153054926</c:v>
                </c:pt>
                <c:pt idx="394">
                  <c:v>58.630461441983492</c:v>
                </c:pt>
                <c:pt idx="395">
                  <c:v>58.659903603480714</c:v>
                </c:pt>
                <c:pt idx="396">
                  <c:v>58.679643531308557</c:v>
                </c:pt>
                <c:pt idx="397">
                  <c:v>58.695149936585196</c:v>
                </c:pt>
                <c:pt idx="398">
                  <c:v>58.666055984107544</c:v>
                </c:pt>
                <c:pt idx="399">
                  <c:v>58.632245956775598</c:v>
                </c:pt>
                <c:pt idx="400">
                  <c:v>58.66175508568012</c:v>
                </c:pt>
                <c:pt idx="401">
                  <c:v>58.655718925215034</c:v>
                </c:pt>
                <c:pt idx="402">
                  <c:v>58.635073550744153</c:v>
                </c:pt>
                <c:pt idx="403">
                  <c:v>58.597151058154907</c:v>
                </c:pt>
                <c:pt idx="404">
                  <c:v>58.537857954497206</c:v>
                </c:pt>
                <c:pt idx="405">
                  <c:v>58.451004441239753</c:v>
                </c:pt>
                <c:pt idx="406">
                  <c:v>58.383494737683932</c:v>
                </c:pt>
                <c:pt idx="407">
                  <c:v>58.330883315151091</c:v>
                </c:pt>
                <c:pt idx="408">
                  <c:v>58.288280010400911</c:v>
                </c:pt>
                <c:pt idx="409">
                  <c:v>58.249084572740955</c:v>
                </c:pt>
                <c:pt idx="410">
                  <c:v>58.218495355224476</c:v>
                </c:pt>
                <c:pt idx="411">
                  <c:v>58.214121141997452</c:v>
                </c:pt>
                <c:pt idx="412">
                  <c:v>58.192363968826079</c:v>
                </c:pt>
                <c:pt idx="413">
                  <c:v>58.163974286665436</c:v>
                </c:pt>
                <c:pt idx="414">
                  <c:v>58.146482147273908</c:v>
                </c:pt>
                <c:pt idx="415">
                  <c:v>58.126538509000234</c:v>
                </c:pt>
                <c:pt idx="416">
                  <c:v>58.104465207744617</c:v>
                </c:pt>
                <c:pt idx="417">
                  <c:v>58.114641969452329</c:v>
                </c:pt>
                <c:pt idx="418">
                  <c:v>58.101200801932016</c:v>
                </c:pt>
                <c:pt idx="419">
                  <c:v>58.09403179317971</c:v>
                </c:pt>
                <c:pt idx="420">
                  <c:v>58.084027803083146</c:v>
                </c:pt>
                <c:pt idx="421">
                  <c:v>58.063644845718592</c:v>
                </c:pt>
                <c:pt idx="422">
                  <c:v>58.062513792544863</c:v>
                </c:pt>
                <c:pt idx="423">
                  <c:v>58.064068233177288</c:v>
                </c:pt>
                <c:pt idx="424">
                  <c:v>58.05531351643598</c:v>
                </c:pt>
                <c:pt idx="425">
                  <c:v>58.058433067776122</c:v>
                </c:pt>
                <c:pt idx="426">
                  <c:v>58.057444815309161</c:v>
                </c:pt>
                <c:pt idx="427">
                  <c:v>58.038510216154101</c:v>
                </c:pt>
                <c:pt idx="428">
                  <c:v>57.986056347497104</c:v>
                </c:pt>
                <c:pt idx="429">
                  <c:v>57.988778793969665</c:v>
                </c:pt>
                <c:pt idx="430">
                  <c:v>58.032295665026666</c:v>
                </c:pt>
                <c:pt idx="431">
                  <c:v>58.006449190246613</c:v>
                </c:pt>
                <c:pt idx="432">
                  <c:v>57.960241360263907</c:v>
                </c:pt>
                <c:pt idx="433">
                  <c:v>57.947738952782927</c:v>
                </c:pt>
                <c:pt idx="434">
                  <c:v>57.921164531771517</c:v>
                </c:pt>
                <c:pt idx="435">
                  <c:v>57.826180558533977</c:v>
                </c:pt>
                <c:pt idx="436">
                  <c:v>57.828526680492267</c:v>
                </c:pt>
                <c:pt idx="437">
                  <c:v>57.91051909898632</c:v>
                </c:pt>
                <c:pt idx="438">
                  <c:v>57.925784733322992</c:v>
                </c:pt>
                <c:pt idx="439">
                  <c:v>57.995144670829397</c:v>
                </c:pt>
                <c:pt idx="440">
                  <c:v>58.106452927770974</c:v>
                </c:pt>
                <c:pt idx="441">
                  <c:v>58.062870322964329</c:v>
                </c:pt>
                <c:pt idx="442">
                  <c:v>58.044506161323945</c:v>
                </c:pt>
                <c:pt idx="443">
                  <c:v>58.111538489651707</c:v>
                </c:pt>
                <c:pt idx="444">
                  <c:v>58.17579420872741</c:v>
                </c:pt>
                <c:pt idx="445">
                  <c:v>58.187925470784634</c:v>
                </c:pt>
                <c:pt idx="446">
                  <c:v>58.230115640780809</c:v>
                </c:pt>
                <c:pt idx="447">
                  <c:v>58.258481760733304</c:v>
                </c:pt>
                <c:pt idx="448">
                  <c:v>58.276085525011034</c:v>
                </c:pt>
                <c:pt idx="449">
                  <c:v>58.251436832482483</c:v>
                </c:pt>
                <c:pt idx="450">
                  <c:v>58.28831384345299</c:v>
                </c:pt>
                <c:pt idx="451">
                  <c:v>58.320440188699749</c:v>
                </c:pt>
                <c:pt idx="452">
                  <c:v>58.298074283945894</c:v>
                </c:pt>
                <c:pt idx="453">
                  <c:v>58.2814997915196</c:v>
                </c:pt>
                <c:pt idx="454">
                  <c:v>58.304406321035302</c:v>
                </c:pt>
                <c:pt idx="455">
                  <c:v>58.276488382874703</c:v>
                </c:pt>
                <c:pt idx="456">
                  <c:v>58.273208796529048</c:v>
                </c:pt>
                <c:pt idx="457">
                  <c:v>58.263910307530885</c:v>
                </c:pt>
                <c:pt idx="458">
                  <c:v>58.250104347689621</c:v>
                </c:pt>
                <c:pt idx="459">
                  <c:v>58.248297146747731</c:v>
                </c:pt>
                <c:pt idx="460">
                  <c:v>58.298010756277009</c:v>
                </c:pt>
                <c:pt idx="461">
                  <c:v>58.324580617955455</c:v>
                </c:pt>
                <c:pt idx="462">
                  <c:v>58.299689644226781</c:v>
                </c:pt>
                <c:pt idx="463">
                  <c:v>58.330062539819004</c:v>
                </c:pt>
                <c:pt idx="464">
                  <c:v>58.33354559744118</c:v>
                </c:pt>
                <c:pt idx="465">
                  <c:v>58.356909440179351</c:v>
                </c:pt>
                <c:pt idx="466">
                  <c:v>58.3565750761069</c:v>
                </c:pt>
                <c:pt idx="467">
                  <c:v>58.34569087307333</c:v>
                </c:pt>
                <c:pt idx="468">
                  <c:v>58.348259959950695</c:v>
                </c:pt>
                <c:pt idx="469">
                  <c:v>58.373989160309328</c:v>
                </c:pt>
                <c:pt idx="470">
                  <c:v>58.367418217263122</c:v>
                </c:pt>
                <c:pt idx="471">
                  <c:v>58.351862623727122</c:v>
                </c:pt>
                <c:pt idx="472">
                  <c:v>58.376820032778561</c:v>
                </c:pt>
                <c:pt idx="473">
                  <c:v>58.385962857489595</c:v>
                </c:pt>
                <c:pt idx="474">
                  <c:v>58.37006014060146</c:v>
                </c:pt>
                <c:pt idx="475">
                  <c:v>58.384718983583099</c:v>
                </c:pt>
                <c:pt idx="476">
                  <c:v>58.393053072046506</c:v>
                </c:pt>
                <c:pt idx="477">
                  <c:v>58.400642854862497</c:v>
                </c:pt>
                <c:pt idx="478">
                  <c:v>58.39797268267241</c:v>
                </c:pt>
                <c:pt idx="479">
                  <c:v>58.403176598427628</c:v>
                </c:pt>
                <c:pt idx="480">
                  <c:v>58.415017252975453</c:v>
                </c:pt>
                <c:pt idx="481">
                  <c:v>58.413650042948355</c:v>
                </c:pt>
                <c:pt idx="482">
                  <c:v>58.438525521730384</c:v>
                </c:pt>
                <c:pt idx="483">
                  <c:v>58.458323828368663</c:v>
                </c:pt>
                <c:pt idx="484">
                  <c:v>58.455529578364391</c:v>
                </c:pt>
                <c:pt idx="485">
                  <c:v>58.459692833509244</c:v>
                </c:pt>
                <c:pt idx="486">
                  <c:v>58.461384260380456</c:v>
                </c:pt>
                <c:pt idx="487">
                  <c:v>58.46489827564838</c:v>
                </c:pt>
                <c:pt idx="488">
                  <c:v>58.461803596740978</c:v>
                </c:pt>
                <c:pt idx="489">
                  <c:v>58.481448716778708</c:v>
                </c:pt>
                <c:pt idx="490">
                  <c:v>58.499180794048563</c:v>
                </c:pt>
                <c:pt idx="491">
                  <c:v>58.496800602556178</c:v>
                </c:pt>
                <c:pt idx="492">
                  <c:v>58.510335091792108</c:v>
                </c:pt>
                <c:pt idx="493">
                  <c:v>58.507735466487112</c:v>
                </c:pt>
                <c:pt idx="494">
                  <c:v>58.52042912241631</c:v>
                </c:pt>
                <c:pt idx="495">
                  <c:v>58.542472030358269</c:v>
                </c:pt>
                <c:pt idx="496">
                  <c:v>58.571480795564199</c:v>
                </c:pt>
                <c:pt idx="497">
                  <c:v>58.590876029355158</c:v>
                </c:pt>
                <c:pt idx="498">
                  <c:v>58.600265719792674</c:v>
                </c:pt>
                <c:pt idx="499">
                  <c:v>58.604789405777666</c:v>
                </c:pt>
                <c:pt idx="500">
                  <c:v>58.585288776251787</c:v>
                </c:pt>
                <c:pt idx="501">
                  <c:v>58.599465744128821</c:v>
                </c:pt>
                <c:pt idx="502">
                  <c:v>58.610861790987947</c:v>
                </c:pt>
                <c:pt idx="503">
                  <c:v>58.629928562007677</c:v>
                </c:pt>
                <c:pt idx="504">
                  <c:v>58.654155693094928</c:v>
                </c:pt>
                <c:pt idx="505">
                  <c:v>58.66220147773312</c:v>
                </c:pt>
                <c:pt idx="506">
                  <c:v>58.661909744918674</c:v>
                </c:pt>
                <c:pt idx="507">
                  <c:v>58.684189339111235</c:v>
                </c:pt>
                <c:pt idx="508">
                  <c:v>58.714101282882687</c:v>
                </c:pt>
                <c:pt idx="509">
                  <c:v>58.737928006919894</c:v>
                </c:pt>
                <c:pt idx="510">
                  <c:v>58.770182326559521</c:v>
                </c:pt>
                <c:pt idx="511">
                  <c:v>58.794320454415242</c:v>
                </c:pt>
                <c:pt idx="512">
                  <c:v>58.84059286901379</c:v>
                </c:pt>
                <c:pt idx="513">
                  <c:v>58.903523485297754</c:v>
                </c:pt>
                <c:pt idx="514">
                  <c:v>58.945483736325563</c:v>
                </c:pt>
                <c:pt idx="515">
                  <c:v>58.982403889140244</c:v>
                </c:pt>
                <c:pt idx="516">
                  <c:v>59.048449382045618</c:v>
                </c:pt>
                <c:pt idx="517">
                  <c:v>59.092103704243549</c:v>
                </c:pt>
                <c:pt idx="518">
                  <c:v>59.12507604777926</c:v>
                </c:pt>
                <c:pt idx="519">
                  <c:v>59.150892832477318</c:v>
                </c:pt>
                <c:pt idx="520">
                  <c:v>59.163990926400025</c:v>
                </c:pt>
                <c:pt idx="521">
                  <c:v>59.163862495166896</c:v>
                </c:pt>
                <c:pt idx="522">
                  <c:v>59.162855898716039</c:v>
                </c:pt>
                <c:pt idx="523">
                  <c:v>59.192927080877816</c:v>
                </c:pt>
                <c:pt idx="524">
                  <c:v>59.206955882022562</c:v>
                </c:pt>
                <c:pt idx="525">
                  <c:v>59.231097772092177</c:v>
                </c:pt>
                <c:pt idx="526">
                  <c:v>59.263294368621501</c:v>
                </c:pt>
                <c:pt idx="527">
                  <c:v>59.266981811200708</c:v>
                </c:pt>
                <c:pt idx="528">
                  <c:v>59.232793864108615</c:v>
                </c:pt>
                <c:pt idx="529">
                  <c:v>59.220848813499856</c:v>
                </c:pt>
                <c:pt idx="530">
                  <c:v>59.215320250933217</c:v>
                </c:pt>
                <c:pt idx="531">
                  <c:v>59.205486124793921</c:v>
                </c:pt>
                <c:pt idx="532">
                  <c:v>59.215388744724436</c:v>
                </c:pt>
                <c:pt idx="533">
                  <c:v>59.212701105112707</c:v>
                </c:pt>
                <c:pt idx="534">
                  <c:v>59.197234407316408</c:v>
                </c:pt>
                <c:pt idx="535">
                  <c:v>59.201629275097702</c:v>
                </c:pt>
                <c:pt idx="536">
                  <c:v>59.234584247954402</c:v>
                </c:pt>
                <c:pt idx="537">
                  <c:v>59.251568816320443</c:v>
                </c:pt>
                <c:pt idx="538">
                  <c:v>59.313137167201276</c:v>
                </c:pt>
                <c:pt idx="539">
                  <c:v>59.344546235620143</c:v>
                </c:pt>
                <c:pt idx="540">
                  <c:v>59.328810980246978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8022-4DA3-A5C1-DAA90C22AF82}"/>
            </c:ext>
          </c:extLst>
        </c:ser>
        <c:ser>
          <c:idx val="29"/>
          <c:order val="29"/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plot!$A$2:$A$542</c:f>
              <c:numCache>
                <c:formatCode>General</c:formatCode>
                <c:ptCount val="541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</c:numCache>
            </c:numRef>
          </c:xVal>
          <c:yVal>
            <c:numRef>
              <c:f>plot!$AE$2:$AE$542</c:f>
              <c:numCache>
                <c:formatCode>General</c:formatCode>
                <c:ptCount val="541"/>
                <c:pt idx="0">
                  <c:v>59.569594967807639</c:v>
                </c:pt>
                <c:pt idx="1">
                  <c:v>59.720040919806628</c:v>
                </c:pt>
                <c:pt idx="2">
                  <c:v>59.792908038190873</c:v>
                </c:pt>
                <c:pt idx="3">
                  <c:v>59.752388509885243</c:v>
                </c:pt>
                <c:pt idx="4">
                  <c:v>59.799262709203262</c:v>
                </c:pt>
                <c:pt idx="5">
                  <c:v>59.941372993301833</c:v>
                </c:pt>
                <c:pt idx="6">
                  <c:v>60.044497311910838</c:v>
                </c:pt>
                <c:pt idx="7">
                  <c:v>60.119289143883925</c:v>
                </c:pt>
                <c:pt idx="8">
                  <c:v>60.11622392120038</c:v>
                </c:pt>
                <c:pt idx="9">
                  <c:v>60.14938353597492</c:v>
                </c:pt>
                <c:pt idx="10">
                  <c:v>60.167853341148437</c:v>
                </c:pt>
                <c:pt idx="11">
                  <c:v>60.174756211304732</c:v>
                </c:pt>
                <c:pt idx="12">
                  <c:v>60.191991412982865</c:v>
                </c:pt>
                <c:pt idx="13">
                  <c:v>60.234376672423785</c:v>
                </c:pt>
                <c:pt idx="14">
                  <c:v>60.248694594060254</c:v>
                </c:pt>
                <c:pt idx="15">
                  <c:v>60.294575401624321</c:v>
                </c:pt>
                <c:pt idx="16">
                  <c:v>60.292919750193128</c:v>
                </c:pt>
                <c:pt idx="17">
                  <c:v>60.306017416823877</c:v>
                </c:pt>
                <c:pt idx="18">
                  <c:v>60.337767815645194</c:v>
                </c:pt>
                <c:pt idx="19">
                  <c:v>60.36397490343294</c:v>
                </c:pt>
                <c:pt idx="20">
                  <c:v>60.38573485018825</c:v>
                </c:pt>
                <c:pt idx="21">
                  <c:v>60.441408780597087</c:v>
                </c:pt>
                <c:pt idx="22">
                  <c:v>60.484185515895504</c:v>
                </c:pt>
                <c:pt idx="23">
                  <c:v>60.517955562555152</c:v>
                </c:pt>
                <c:pt idx="24">
                  <c:v>60.554995408662357</c:v>
                </c:pt>
                <c:pt idx="25">
                  <c:v>60.579561473271674</c:v>
                </c:pt>
                <c:pt idx="26">
                  <c:v>60.597213799487946</c:v>
                </c:pt>
                <c:pt idx="27">
                  <c:v>60.61524275397467</c:v>
                </c:pt>
                <c:pt idx="28">
                  <c:v>60.632142342890326</c:v>
                </c:pt>
                <c:pt idx="29">
                  <c:v>60.637664678406011</c:v>
                </c:pt>
                <c:pt idx="30">
                  <c:v>60.663349634256079</c:v>
                </c:pt>
                <c:pt idx="31">
                  <c:v>60.698125467293892</c:v>
                </c:pt>
                <c:pt idx="32">
                  <c:v>60.746475602706397</c:v>
                </c:pt>
                <c:pt idx="33">
                  <c:v>60.789853278087598</c:v>
                </c:pt>
                <c:pt idx="34">
                  <c:v>60.819495310597553</c:v>
                </c:pt>
                <c:pt idx="35">
                  <c:v>60.846874493852603</c:v>
                </c:pt>
                <c:pt idx="36">
                  <c:v>60.881151211622189</c:v>
                </c:pt>
                <c:pt idx="37">
                  <c:v>60.908973306858528</c:v>
                </c:pt>
                <c:pt idx="38">
                  <c:v>60.933058232657118</c:v>
                </c:pt>
                <c:pt idx="39">
                  <c:v>60.961998055319718</c:v>
                </c:pt>
                <c:pt idx="40">
                  <c:v>60.999543319198182</c:v>
                </c:pt>
                <c:pt idx="41">
                  <c:v>61.040421532888338</c:v>
                </c:pt>
                <c:pt idx="42">
                  <c:v>61.079004167279457</c:v>
                </c:pt>
                <c:pt idx="43">
                  <c:v>61.138167661119283</c:v>
                </c:pt>
                <c:pt idx="44">
                  <c:v>61.193362798251187</c:v>
                </c:pt>
                <c:pt idx="45">
                  <c:v>61.248992915521072</c:v>
                </c:pt>
                <c:pt idx="46">
                  <c:v>61.319626248678937</c:v>
                </c:pt>
                <c:pt idx="47">
                  <c:v>61.367339992429116</c:v>
                </c:pt>
                <c:pt idx="48">
                  <c:v>61.419576784773064</c:v>
                </c:pt>
                <c:pt idx="49">
                  <c:v>61.457878456443957</c:v>
                </c:pt>
                <c:pt idx="50">
                  <c:v>61.486112703149637</c:v>
                </c:pt>
                <c:pt idx="51">
                  <c:v>61.501324080685933</c:v>
                </c:pt>
                <c:pt idx="52">
                  <c:v>61.522284451084033</c:v>
                </c:pt>
                <c:pt idx="53">
                  <c:v>61.556415154898517</c:v>
                </c:pt>
                <c:pt idx="54">
                  <c:v>61.583639783590669</c:v>
                </c:pt>
                <c:pt idx="55">
                  <c:v>61.619498877241313</c:v>
                </c:pt>
                <c:pt idx="56">
                  <c:v>61.649700221085361</c:v>
                </c:pt>
                <c:pt idx="57">
                  <c:v>61.664697814854165</c:v>
                </c:pt>
                <c:pt idx="58">
                  <c:v>61.706141714000793</c:v>
                </c:pt>
                <c:pt idx="59">
                  <c:v>61.755569487906946</c:v>
                </c:pt>
                <c:pt idx="60">
                  <c:v>61.798255517295303</c:v>
                </c:pt>
                <c:pt idx="61">
                  <c:v>61.863375055545283</c:v>
                </c:pt>
                <c:pt idx="62">
                  <c:v>61.911671565967531</c:v>
                </c:pt>
                <c:pt idx="63">
                  <c:v>61.961661874078636</c:v>
                </c:pt>
                <c:pt idx="64">
                  <c:v>62.007971090705091</c:v>
                </c:pt>
                <c:pt idx="65">
                  <c:v>62.048821551896118</c:v>
                </c:pt>
                <c:pt idx="66">
                  <c:v>62.066349672250148</c:v>
                </c:pt>
                <c:pt idx="67">
                  <c:v>62.086224257453239</c:v>
                </c:pt>
                <c:pt idx="68">
                  <c:v>62.122445745028017</c:v>
                </c:pt>
                <c:pt idx="69">
                  <c:v>62.162118354346276</c:v>
                </c:pt>
                <c:pt idx="70">
                  <c:v>62.207961114129269</c:v>
                </c:pt>
                <c:pt idx="71">
                  <c:v>62.233204644099622</c:v>
                </c:pt>
                <c:pt idx="72">
                  <c:v>62.272100326680935</c:v>
                </c:pt>
                <c:pt idx="73">
                  <c:v>62.305357918967943</c:v>
                </c:pt>
                <c:pt idx="74">
                  <c:v>62.329739510029817</c:v>
                </c:pt>
                <c:pt idx="75">
                  <c:v>62.372385898106501</c:v>
                </c:pt>
                <c:pt idx="76">
                  <c:v>62.415567282747077</c:v>
                </c:pt>
                <c:pt idx="77">
                  <c:v>62.441456604419784</c:v>
                </c:pt>
                <c:pt idx="78">
                  <c:v>62.484192445067869</c:v>
                </c:pt>
                <c:pt idx="79">
                  <c:v>62.538528257397665</c:v>
                </c:pt>
                <c:pt idx="80">
                  <c:v>62.57495056563711</c:v>
                </c:pt>
                <c:pt idx="81">
                  <c:v>62.602263393561984</c:v>
                </c:pt>
                <c:pt idx="82">
                  <c:v>62.633682158971126</c:v>
                </c:pt>
                <c:pt idx="83">
                  <c:v>62.662627191941631</c:v>
                </c:pt>
                <c:pt idx="84">
                  <c:v>62.646598136256749</c:v>
                </c:pt>
                <c:pt idx="85">
                  <c:v>62.639221557797555</c:v>
                </c:pt>
                <c:pt idx="86">
                  <c:v>62.623270782065077</c:v>
                </c:pt>
                <c:pt idx="87">
                  <c:v>62.574409266570214</c:v>
                </c:pt>
                <c:pt idx="88">
                  <c:v>62.529952842595392</c:v>
                </c:pt>
                <c:pt idx="89">
                  <c:v>62.493256375474203</c:v>
                </c:pt>
                <c:pt idx="90">
                  <c:v>62.449124243927926</c:v>
                </c:pt>
                <c:pt idx="91">
                  <c:v>62.385075271760527</c:v>
                </c:pt>
                <c:pt idx="92">
                  <c:v>62.311642946874237</c:v>
                </c:pt>
                <c:pt idx="93">
                  <c:v>62.242547388645605</c:v>
                </c:pt>
                <c:pt idx="94">
                  <c:v>62.171274172381978</c:v>
                </c:pt>
                <c:pt idx="95">
                  <c:v>62.118848663043948</c:v>
                </c:pt>
                <c:pt idx="96">
                  <c:v>62.064037369832278</c:v>
                </c:pt>
                <c:pt idx="97">
                  <c:v>62.017309609709265</c:v>
                </c:pt>
                <c:pt idx="98">
                  <c:v>61.976940358948319</c:v>
                </c:pt>
                <c:pt idx="99">
                  <c:v>61.934122728999569</c:v>
                </c:pt>
                <c:pt idx="100">
                  <c:v>61.872718659523493</c:v>
                </c:pt>
                <c:pt idx="101">
                  <c:v>61.799225637235878</c:v>
                </c:pt>
                <c:pt idx="102">
                  <c:v>61.732584223552934</c:v>
                </c:pt>
                <c:pt idx="103">
                  <c:v>61.677328926164854</c:v>
                </c:pt>
                <c:pt idx="104">
                  <c:v>61.617550508563653</c:v>
                </c:pt>
                <c:pt idx="105">
                  <c:v>61.551654723960574</c:v>
                </c:pt>
                <c:pt idx="106">
                  <c:v>61.476815866608668</c:v>
                </c:pt>
                <c:pt idx="107">
                  <c:v>61.382479177657999</c:v>
                </c:pt>
                <c:pt idx="108">
                  <c:v>61.27655540850909</c:v>
                </c:pt>
                <c:pt idx="109">
                  <c:v>61.187889754754927</c:v>
                </c:pt>
                <c:pt idx="110">
                  <c:v>61.109325903255218</c:v>
                </c:pt>
                <c:pt idx="111">
                  <c:v>61.032836971829205</c:v>
                </c:pt>
                <c:pt idx="112">
                  <c:v>60.978203043944241</c:v>
                </c:pt>
                <c:pt idx="113">
                  <c:v>60.934548685099124</c:v>
                </c:pt>
                <c:pt idx="114">
                  <c:v>60.891264079066623</c:v>
                </c:pt>
                <c:pt idx="115">
                  <c:v>60.849058132103544</c:v>
                </c:pt>
                <c:pt idx="116">
                  <c:v>60.795852061346416</c:v>
                </c:pt>
                <c:pt idx="117">
                  <c:v>60.760174916661036</c:v>
                </c:pt>
                <c:pt idx="118">
                  <c:v>60.725883606448363</c:v>
                </c:pt>
                <c:pt idx="119">
                  <c:v>60.705635239844078</c:v>
                </c:pt>
                <c:pt idx="120">
                  <c:v>60.680337601452841</c:v>
                </c:pt>
                <c:pt idx="121">
                  <c:v>60.662845183346079</c:v>
                </c:pt>
                <c:pt idx="122">
                  <c:v>60.642557050096272</c:v>
                </c:pt>
                <c:pt idx="123">
                  <c:v>60.628891271903477</c:v>
                </c:pt>
                <c:pt idx="124">
                  <c:v>60.610004765193622</c:v>
                </c:pt>
                <c:pt idx="125">
                  <c:v>60.591693505123807</c:v>
                </c:pt>
                <c:pt idx="126">
                  <c:v>60.578427595681397</c:v>
                </c:pt>
                <c:pt idx="127">
                  <c:v>60.562419542371671</c:v>
                </c:pt>
                <c:pt idx="128">
                  <c:v>60.546675406376266</c:v>
                </c:pt>
                <c:pt idx="129">
                  <c:v>60.558761404889516</c:v>
                </c:pt>
                <c:pt idx="130">
                  <c:v>60.552762227724259</c:v>
                </c:pt>
                <c:pt idx="131">
                  <c:v>60.552562660398252</c:v>
                </c:pt>
                <c:pt idx="132">
                  <c:v>60.548465585808884</c:v>
                </c:pt>
                <c:pt idx="133">
                  <c:v>60.532047135703955</c:v>
                </c:pt>
                <c:pt idx="134">
                  <c:v>60.515894590350371</c:v>
                </c:pt>
                <c:pt idx="135">
                  <c:v>60.521606842484296</c:v>
                </c:pt>
                <c:pt idx="136">
                  <c:v>60.531578387041222</c:v>
                </c:pt>
                <c:pt idx="137">
                  <c:v>60.545558789049963</c:v>
                </c:pt>
                <c:pt idx="138">
                  <c:v>60.554371317623847</c:v>
                </c:pt>
                <c:pt idx="139">
                  <c:v>60.53130664531264</c:v>
                </c:pt>
                <c:pt idx="140">
                  <c:v>60.510649027822794</c:v>
                </c:pt>
                <c:pt idx="141">
                  <c:v>60.492040296771975</c:v>
                </c:pt>
                <c:pt idx="142">
                  <c:v>60.505067463102513</c:v>
                </c:pt>
                <c:pt idx="143">
                  <c:v>60.556674864575861</c:v>
                </c:pt>
                <c:pt idx="144">
                  <c:v>60.589913298686042</c:v>
                </c:pt>
                <c:pt idx="145">
                  <c:v>60.620074893789393</c:v>
                </c:pt>
                <c:pt idx="146">
                  <c:v>60.679501463416138</c:v>
                </c:pt>
                <c:pt idx="147">
                  <c:v>60.715146880728319</c:v>
                </c:pt>
                <c:pt idx="148">
                  <c:v>60.735542031195742</c:v>
                </c:pt>
                <c:pt idx="149">
                  <c:v>60.745318126539438</c:v>
                </c:pt>
                <c:pt idx="150">
                  <c:v>60.785158701144368</c:v>
                </c:pt>
                <c:pt idx="151">
                  <c:v>60.804166710085902</c:v>
                </c:pt>
                <c:pt idx="152">
                  <c:v>60.802599803984997</c:v>
                </c:pt>
                <c:pt idx="153">
                  <c:v>60.811996298855099</c:v>
                </c:pt>
                <c:pt idx="154">
                  <c:v>60.835021455188503</c:v>
                </c:pt>
                <c:pt idx="155">
                  <c:v>60.866668202901778</c:v>
                </c:pt>
                <c:pt idx="156">
                  <c:v>60.901199581184351</c:v>
                </c:pt>
                <c:pt idx="157">
                  <c:v>60.928875859418802</c:v>
                </c:pt>
                <c:pt idx="158">
                  <c:v>60.933635430924511</c:v>
                </c:pt>
                <c:pt idx="159">
                  <c:v>60.951173255700816</c:v>
                </c:pt>
                <c:pt idx="160">
                  <c:v>60.9626814113725</c:v>
                </c:pt>
                <c:pt idx="161">
                  <c:v>60.966359100937915</c:v>
                </c:pt>
                <c:pt idx="162">
                  <c:v>60.974812798650461</c:v>
                </c:pt>
                <c:pt idx="163">
                  <c:v>60.984057174015653</c:v>
                </c:pt>
                <c:pt idx="164">
                  <c:v>60.969026384676923</c:v>
                </c:pt>
                <c:pt idx="165">
                  <c:v>60.962264944837166</c:v>
                </c:pt>
                <c:pt idx="166">
                  <c:v>60.969371160240314</c:v>
                </c:pt>
                <c:pt idx="167">
                  <c:v>60.955526638048291</c:v>
                </c:pt>
                <c:pt idx="168">
                  <c:v>60.957508345534585</c:v>
                </c:pt>
                <c:pt idx="169">
                  <c:v>60.982945355185976</c:v>
                </c:pt>
                <c:pt idx="170">
                  <c:v>61.011265831592176</c:v>
                </c:pt>
                <c:pt idx="171">
                  <c:v>61.039774845944088</c:v>
                </c:pt>
                <c:pt idx="172">
                  <c:v>61.059598402358453</c:v>
                </c:pt>
                <c:pt idx="173">
                  <c:v>61.064231673135865</c:v>
                </c:pt>
                <c:pt idx="174">
                  <c:v>61.042583613714143</c:v>
                </c:pt>
                <c:pt idx="175">
                  <c:v>61.011643731106147</c:v>
                </c:pt>
                <c:pt idx="176">
                  <c:v>61.01850704947497</c:v>
                </c:pt>
                <c:pt idx="177">
                  <c:v>61.038363658220561</c:v>
                </c:pt>
                <c:pt idx="178">
                  <c:v>61.037989769390343</c:v>
                </c:pt>
                <c:pt idx="179">
                  <c:v>61.029315340833101</c:v>
                </c:pt>
                <c:pt idx="180">
                  <c:v>61.016877816632473</c:v>
                </c:pt>
                <c:pt idx="181">
                  <c:v>60.989604844877313</c:v>
                </c:pt>
                <c:pt idx="182">
                  <c:v>60.972320660038221</c:v>
                </c:pt>
                <c:pt idx="183">
                  <c:v>60.969746123360828</c:v>
                </c:pt>
                <c:pt idx="184">
                  <c:v>60.97515889917188</c:v>
                </c:pt>
                <c:pt idx="185">
                  <c:v>60.975811960238509</c:v>
                </c:pt>
                <c:pt idx="186">
                  <c:v>60.974316369107953</c:v>
                </c:pt>
                <c:pt idx="187">
                  <c:v>60.983107143303485</c:v>
                </c:pt>
                <c:pt idx="188">
                  <c:v>60.982756530762856</c:v>
                </c:pt>
                <c:pt idx="189">
                  <c:v>60.975581095255421</c:v>
                </c:pt>
                <c:pt idx="190">
                  <c:v>60.96826063055898</c:v>
                </c:pt>
                <c:pt idx="191">
                  <c:v>60.95615921598008</c:v>
                </c:pt>
                <c:pt idx="192">
                  <c:v>60.949447408351666</c:v>
                </c:pt>
                <c:pt idx="193">
                  <c:v>60.950158946619695</c:v>
                </c:pt>
                <c:pt idx="194">
                  <c:v>60.953180137389552</c:v>
                </c:pt>
                <c:pt idx="195">
                  <c:v>60.956991826763669</c:v>
                </c:pt>
                <c:pt idx="196">
                  <c:v>60.964506881241114</c:v>
                </c:pt>
                <c:pt idx="197">
                  <c:v>60.990732957109714</c:v>
                </c:pt>
                <c:pt idx="198">
                  <c:v>61.018655408963873</c:v>
                </c:pt>
                <c:pt idx="199">
                  <c:v>61.042746297073563</c:v>
                </c:pt>
                <c:pt idx="200">
                  <c:v>61.058338224039872</c:v>
                </c:pt>
                <c:pt idx="201">
                  <c:v>61.068451091484306</c:v>
                </c:pt>
                <c:pt idx="202">
                  <c:v>61.100279197303188</c:v>
                </c:pt>
                <c:pt idx="203">
                  <c:v>61.153166579846108</c:v>
                </c:pt>
                <c:pt idx="204">
                  <c:v>61.209137068089198</c:v>
                </c:pt>
                <c:pt idx="205">
                  <c:v>61.267927890627796</c:v>
                </c:pt>
                <c:pt idx="206">
                  <c:v>61.301469382028479</c:v>
                </c:pt>
                <c:pt idx="207">
                  <c:v>61.313770399743056</c:v>
                </c:pt>
                <c:pt idx="208">
                  <c:v>61.304344254460979</c:v>
                </c:pt>
                <c:pt idx="209">
                  <c:v>61.263276106247737</c:v>
                </c:pt>
                <c:pt idx="210">
                  <c:v>61.224346726761034</c:v>
                </c:pt>
                <c:pt idx="211">
                  <c:v>61.187220722572661</c:v>
                </c:pt>
                <c:pt idx="212">
                  <c:v>61.140502917539663</c:v>
                </c:pt>
                <c:pt idx="213">
                  <c:v>61.086917640215383</c:v>
                </c:pt>
                <c:pt idx="214">
                  <c:v>61.086243451439735</c:v>
                </c:pt>
                <c:pt idx="215">
                  <c:v>61.103076291118775</c:v>
                </c:pt>
                <c:pt idx="216">
                  <c:v>61.125831156015494</c:v>
                </c:pt>
                <c:pt idx="217">
                  <c:v>61.158045612431948</c:v>
                </c:pt>
                <c:pt idx="218">
                  <c:v>61.170777707029792</c:v>
                </c:pt>
                <c:pt idx="219">
                  <c:v>61.172086085172673</c:v>
                </c:pt>
                <c:pt idx="220">
                  <c:v>61.219375233590995</c:v>
                </c:pt>
                <c:pt idx="221">
                  <c:v>61.255299393423471</c:v>
                </c:pt>
                <c:pt idx="222">
                  <c:v>61.280689886305353</c:v>
                </c:pt>
                <c:pt idx="223">
                  <c:v>61.2811238637724</c:v>
                </c:pt>
                <c:pt idx="224">
                  <c:v>61.262406217591121</c:v>
                </c:pt>
                <c:pt idx="225">
                  <c:v>61.226763915720781</c:v>
                </c:pt>
                <c:pt idx="226">
                  <c:v>61.225591972444597</c:v>
                </c:pt>
                <c:pt idx="227">
                  <c:v>61.226629414576607</c:v>
                </c:pt>
                <c:pt idx="228">
                  <c:v>61.235088483740597</c:v>
                </c:pt>
                <c:pt idx="229">
                  <c:v>61.218940038594951</c:v>
                </c:pt>
                <c:pt idx="230">
                  <c:v>61.22793038011649</c:v>
                </c:pt>
                <c:pt idx="231">
                  <c:v>61.222963900301131</c:v>
                </c:pt>
                <c:pt idx="232">
                  <c:v>61.260049403745612</c:v>
                </c:pt>
                <c:pt idx="233">
                  <c:v>61.297330535451707</c:v>
                </c:pt>
                <c:pt idx="234">
                  <c:v>61.287371434757297</c:v>
                </c:pt>
                <c:pt idx="235">
                  <c:v>61.279437729354264</c:v>
                </c:pt>
                <c:pt idx="236">
                  <c:v>61.262447756815632</c:v>
                </c:pt>
                <c:pt idx="237">
                  <c:v>61.237638168502649</c:v>
                </c:pt>
                <c:pt idx="238">
                  <c:v>61.20582932828961</c:v>
                </c:pt>
                <c:pt idx="239">
                  <c:v>61.175854122551385</c:v>
                </c:pt>
                <c:pt idx="240">
                  <c:v>61.129309922829073</c:v>
                </c:pt>
                <c:pt idx="241">
                  <c:v>61.084590405162494</c:v>
                </c:pt>
                <c:pt idx="242">
                  <c:v>61.067155354157158</c:v>
                </c:pt>
                <c:pt idx="243">
                  <c:v>61.062066727535957</c:v>
                </c:pt>
                <c:pt idx="244">
                  <c:v>61.044679195971071</c:v>
                </c:pt>
                <c:pt idx="245">
                  <c:v>61.035791234314061</c:v>
                </c:pt>
                <c:pt idx="246">
                  <c:v>61.032850937602966</c:v>
                </c:pt>
                <c:pt idx="247">
                  <c:v>61.031526731583163</c:v>
                </c:pt>
                <c:pt idx="248">
                  <c:v>61.037174275632019</c:v>
                </c:pt>
                <c:pt idx="249">
                  <c:v>61.051621367247101</c:v>
                </c:pt>
                <c:pt idx="250">
                  <c:v>61.014341739547419</c:v>
                </c:pt>
                <c:pt idx="251">
                  <c:v>61.077969804779613</c:v>
                </c:pt>
                <c:pt idx="252">
                  <c:v>61.121019302382386</c:v>
                </c:pt>
                <c:pt idx="253">
                  <c:v>61.135245770581797</c:v>
                </c:pt>
                <c:pt idx="254">
                  <c:v>61.143810800577953</c:v>
                </c:pt>
                <c:pt idx="255">
                  <c:v>61.136103949474261</c:v>
                </c:pt>
                <c:pt idx="256">
                  <c:v>61.143798661097691</c:v>
                </c:pt>
                <c:pt idx="257">
                  <c:v>61.093448608978498</c:v>
                </c:pt>
                <c:pt idx="258">
                  <c:v>61.045575154072026</c:v>
                </c:pt>
                <c:pt idx="259">
                  <c:v>61</c:v>
                </c:pt>
                <c:pt idx="260">
                  <c:v>60.938838218793755</c:v>
                </c:pt>
                <c:pt idx="261">
                  <c:v>60.891818609808922</c:v>
                </c:pt>
                <c:pt idx="262">
                  <c:v>60.9269342766748</c:v>
                </c:pt>
                <c:pt idx="263">
                  <c:v>60.941800645884804</c:v>
                </c:pt>
                <c:pt idx="264">
                  <c:v>60.912060817148884</c:v>
                </c:pt>
                <c:pt idx="265">
                  <c:v>60.897633814762202</c:v>
                </c:pt>
                <c:pt idx="266">
                  <c:v>60.880908207158832</c:v>
                </c:pt>
                <c:pt idx="267">
                  <c:v>60.852776304508012</c:v>
                </c:pt>
                <c:pt idx="268">
                  <c:v>60.803229373903982</c:v>
                </c:pt>
                <c:pt idx="269">
                  <c:v>60.777306731327485</c:v>
                </c:pt>
                <c:pt idx="270">
                  <c:v>60.756796255797546</c:v>
                </c:pt>
                <c:pt idx="271">
                  <c:v>60.744203389221141</c:v>
                </c:pt>
                <c:pt idx="272">
                  <c:v>60.70019082618402</c:v>
                </c:pt>
                <c:pt idx="273">
                  <c:v>60.673179336685195</c:v>
                </c:pt>
                <c:pt idx="274">
                  <c:v>60.683812017390757</c:v>
                </c:pt>
                <c:pt idx="275">
                  <c:v>60.665241889170986</c:v>
                </c:pt>
                <c:pt idx="276">
                  <c:v>60.663178822100143</c:v>
                </c:pt>
                <c:pt idx="277">
                  <c:v>60.641712872787238</c:v>
                </c:pt>
                <c:pt idx="278">
                  <c:v>60.712549246809708</c:v>
                </c:pt>
                <c:pt idx="279">
                  <c:v>60.769564177976527</c:v>
                </c:pt>
                <c:pt idx="280">
                  <c:v>60.746446471534725</c:v>
                </c:pt>
                <c:pt idx="281">
                  <c:v>60.793964998834575</c:v>
                </c:pt>
                <c:pt idx="282">
                  <c:v>60.79979665833411</c:v>
                </c:pt>
                <c:pt idx="283">
                  <c:v>60.833720274790565</c:v>
                </c:pt>
                <c:pt idx="284">
                  <c:v>60.863995511901649</c:v>
                </c:pt>
                <c:pt idx="285">
                  <c:v>60.797767467217049</c:v>
                </c:pt>
                <c:pt idx="286">
                  <c:v>60.790760802714004</c:v>
                </c:pt>
                <c:pt idx="287">
                  <c:v>60.987385826666198</c:v>
                </c:pt>
                <c:pt idx="288">
                  <c:v>61.038755022172815</c:v>
                </c:pt>
                <c:pt idx="289">
                  <c:v>61.128971234910651</c:v>
                </c:pt>
                <c:pt idx="290">
                  <c:v>61.163381146771222</c:v>
                </c:pt>
                <c:pt idx="291">
                  <c:v>61.265239335941068</c:v>
                </c:pt>
                <c:pt idx="292">
                  <c:v>61.267676900606624</c:v>
                </c:pt>
                <c:pt idx="293">
                  <c:v>61.261704956700193</c:v>
                </c:pt>
                <c:pt idx="294">
                  <c:v>61.224752020677364</c:v>
                </c:pt>
                <c:pt idx="295">
                  <c:v>61.240862042040348</c:v>
                </c:pt>
                <c:pt idx="296">
                  <c:v>61.322694636602151</c:v>
                </c:pt>
                <c:pt idx="297">
                  <c:v>61.433434449116298</c:v>
                </c:pt>
                <c:pt idx="298">
                  <c:v>61.423712050382207</c:v>
                </c:pt>
                <c:pt idx="299">
                  <c:v>61.455881064319442</c:v>
                </c:pt>
                <c:pt idx="300">
                  <c:v>61.57893464279293</c:v>
                </c:pt>
                <c:pt idx="301">
                  <c:v>61.525348362797715</c:v>
                </c:pt>
                <c:pt idx="302">
                  <c:v>61.422273575685345</c:v>
                </c:pt>
                <c:pt idx="303">
                  <c:v>61.471327818858043</c:v>
                </c:pt>
                <c:pt idx="304">
                  <c:v>61.604431741081143</c:v>
                </c:pt>
                <c:pt idx="305">
                  <c:v>61.73763607363658</c:v>
                </c:pt>
                <c:pt idx="306">
                  <c:v>61.755430080837122</c:v>
                </c:pt>
                <c:pt idx="307">
                  <c:v>61.734914180141224</c:v>
                </c:pt>
                <c:pt idx="308">
                  <c:v>61.774971421192589</c:v>
                </c:pt>
                <c:pt idx="309">
                  <c:v>61.755293073015608</c:v>
                </c:pt>
                <c:pt idx="310">
                  <c:v>61.762377766803304</c:v>
                </c:pt>
                <c:pt idx="311">
                  <c:v>61.690961383453846</c:v>
                </c:pt>
                <c:pt idx="312">
                  <c:v>61.711190663500659</c:v>
                </c:pt>
                <c:pt idx="313">
                  <c:v>61.871733750186614</c:v>
                </c:pt>
                <c:pt idx="314">
                  <c:v>61.863641049820821</c:v>
                </c:pt>
                <c:pt idx="315">
                  <c:v>61.897158190641619</c:v>
                </c:pt>
                <c:pt idx="316">
                  <c:v>61.879469141602314</c:v>
                </c:pt>
                <c:pt idx="317">
                  <c:v>61.918590926479759</c:v>
                </c:pt>
                <c:pt idx="318">
                  <c:v>62.004512448929582</c:v>
                </c:pt>
                <c:pt idx="319">
                  <c:v>62.012624343281871</c:v>
                </c:pt>
                <c:pt idx="320">
                  <c:v>61.984644381087577</c:v>
                </c:pt>
                <c:pt idx="321">
                  <c:v>62.119898316275574</c:v>
                </c:pt>
                <c:pt idx="322">
                  <c:v>62.208260841119881</c:v>
                </c:pt>
                <c:pt idx="323">
                  <c:v>62.252306957823684</c:v>
                </c:pt>
                <c:pt idx="324">
                  <c:v>62.311513459084736</c:v>
                </c:pt>
                <c:pt idx="325">
                  <c:v>62.379684841187498</c:v>
                </c:pt>
                <c:pt idx="326">
                  <c:v>62.424275551448424</c:v>
                </c:pt>
                <c:pt idx="327">
                  <c:v>62.471303110181395</c:v>
                </c:pt>
                <c:pt idx="328">
                  <c:v>62.528853342294354</c:v>
                </c:pt>
                <c:pt idx="329">
                  <c:v>62.553730610895521</c:v>
                </c:pt>
                <c:pt idx="330">
                  <c:v>62.5970482871641</c:v>
                </c:pt>
                <c:pt idx="331">
                  <c:v>62.634047775766099</c:v>
                </c:pt>
                <c:pt idx="332">
                  <c:v>62.607976684176528</c:v>
                </c:pt>
                <c:pt idx="333">
                  <c:v>62.565192070749333</c:v>
                </c:pt>
                <c:pt idx="334">
                  <c:v>62.532371642990555</c:v>
                </c:pt>
                <c:pt idx="335">
                  <c:v>62.485686711240412</c:v>
                </c:pt>
                <c:pt idx="336">
                  <c:v>62.405577600589119</c:v>
                </c:pt>
                <c:pt idx="337">
                  <c:v>62.356167337614671</c:v>
                </c:pt>
                <c:pt idx="338">
                  <c:v>62.310777928333586</c:v>
                </c:pt>
                <c:pt idx="339">
                  <c:v>62.232891667528783</c:v>
                </c:pt>
                <c:pt idx="340">
                  <c:v>62.133530487087157</c:v>
                </c:pt>
                <c:pt idx="341">
                  <c:v>62.135909395502942</c:v>
                </c:pt>
                <c:pt idx="342">
                  <c:v>62.133461446031255</c:v>
                </c:pt>
                <c:pt idx="343">
                  <c:v>62.084152309582677</c:v>
                </c:pt>
                <c:pt idx="344">
                  <c:v>62.148616315898352</c:v>
                </c:pt>
                <c:pt idx="345">
                  <c:v>62.230370952794864</c:v>
                </c:pt>
                <c:pt idx="346">
                  <c:v>62.287882080741305</c:v>
                </c:pt>
                <c:pt idx="347">
                  <c:v>62.366642742221941</c:v>
                </c:pt>
                <c:pt idx="348">
                  <c:v>62.41874524827977</c:v>
                </c:pt>
                <c:pt idx="349">
                  <c:v>62.369481160403971</c:v>
                </c:pt>
                <c:pt idx="350">
                  <c:v>62.363548356473729</c:v>
                </c:pt>
                <c:pt idx="351">
                  <c:v>62.433520034242648</c:v>
                </c:pt>
                <c:pt idx="352">
                  <c:v>62.45451259753974</c:v>
                </c:pt>
                <c:pt idx="353">
                  <c:v>62.447675241186218</c:v>
                </c:pt>
                <c:pt idx="354">
                  <c:v>62.402086443627525</c:v>
                </c:pt>
                <c:pt idx="355">
                  <c:v>62.303392755552089</c:v>
                </c:pt>
                <c:pt idx="356">
                  <c:v>62.327462802430176</c:v>
                </c:pt>
                <c:pt idx="357">
                  <c:v>62.357908332456887</c:v>
                </c:pt>
                <c:pt idx="358">
                  <c:v>62.2529021862631</c:v>
                </c:pt>
                <c:pt idx="359">
                  <c:v>62.338242446047261</c:v>
                </c:pt>
                <c:pt idx="360">
                  <c:v>62.470200745106268</c:v>
                </c:pt>
                <c:pt idx="361">
                  <c:v>62.480205324089582</c:v>
                </c:pt>
                <c:pt idx="362">
                  <c:v>62.45134000345849</c:v>
                </c:pt>
                <c:pt idx="363">
                  <c:v>62.372531858347095</c:v>
                </c:pt>
                <c:pt idx="364">
                  <c:v>62.351059087290842</c:v>
                </c:pt>
                <c:pt idx="365">
                  <c:v>62.314739624441721</c:v>
                </c:pt>
                <c:pt idx="366">
                  <c:v>62.215339554691639</c:v>
                </c:pt>
                <c:pt idx="367">
                  <c:v>62.114103880934543</c:v>
                </c:pt>
                <c:pt idx="368">
                  <c:v>62.075469537370857</c:v>
                </c:pt>
                <c:pt idx="369">
                  <c:v>61.966270507798761</c:v>
                </c:pt>
                <c:pt idx="370">
                  <c:v>61.93229822599222</c:v>
                </c:pt>
                <c:pt idx="371">
                  <c:v>61.859828751682208</c:v>
                </c:pt>
                <c:pt idx="372">
                  <c:v>61.770316091654578</c:v>
                </c:pt>
                <c:pt idx="373">
                  <c:v>61.659727395974414</c:v>
                </c:pt>
                <c:pt idx="374">
                  <c:v>61.551055305789035</c:v>
                </c:pt>
                <c:pt idx="375">
                  <c:v>61.519867978317812</c:v>
                </c:pt>
                <c:pt idx="376">
                  <c:v>61.449508123657829</c:v>
                </c:pt>
                <c:pt idx="377">
                  <c:v>61.381752205419488</c:v>
                </c:pt>
                <c:pt idx="378">
                  <c:v>61.303022447689493</c:v>
                </c:pt>
                <c:pt idx="379">
                  <c:v>61.194470176681001</c:v>
                </c:pt>
                <c:pt idx="380">
                  <c:v>61.088651401502993</c:v>
                </c:pt>
                <c:pt idx="381">
                  <c:v>60.963621236326929</c:v>
                </c:pt>
                <c:pt idx="382">
                  <c:v>60.872052993450801</c:v>
                </c:pt>
                <c:pt idx="383">
                  <c:v>60.792982130649243</c:v>
                </c:pt>
                <c:pt idx="384">
                  <c:v>60.730955080234622</c:v>
                </c:pt>
                <c:pt idx="385">
                  <c:v>60.690915564973025</c:v>
                </c:pt>
                <c:pt idx="386">
                  <c:v>60.672897425008543</c:v>
                </c:pt>
                <c:pt idx="387">
                  <c:v>60.656695641350048</c:v>
                </c:pt>
                <c:pt idx="388">
                  <c:v>60.648450517097096</c:v>
                </c:pt>
                <c:pt idx="389">
                  <c:v>60.636493075321752</c:v>
                </c:pt>
                <c:pt idx="390">
                  <c:v>60.630547451527391</c:v>
                </c:pt>
                <c:pt idx="391">
                  <c:v>60.686419176683259</c:v>
                </c:pt>
                <c:pt idx="392">
                  <c:v>60.917607055623492</c:v>
                </c:pt>
                <c:pt idx="393">
                  <c:v>61.08373512685381</c:v>
                </c:pt>
                <c:pt idx="394">
                  <c:v>61.209247791608313</c:v>
                </c:pt>
                <c:pt idx="395">
                  <c:v>61.281503303102447</c:v>
                </c:pt>
                <c:pt idx="396">
                  <c:v>61.266265784502451</c:v>
                </c:pt>
                <c:pt idx="397">
                  <c:v>61.192707946700736</c:v>
                </c:pt>
                <c:pt idx="398">
                  <c:v>61.092657644848437</c:v>
                </c:pt>
                <c:pt idx="399">
                  <c:v>60.983829137996992</c:v>
                </c:pt>
                <c:pt idx="400">
                  <c:v>60.933554501056079</c:v>
                </c:pt>
                <c:pt idx="401">
                  <c:v>60.863050530353838</c:v>
                </c:pt>
                <c:pt idx="402">
                  <c:v>60.803865067277613</c:v>
                </c:pt>
                <c:pt idx="403">
                  <c:v>60.72634293716623</c:v>
                </c:pt>
                <c:pt idx="404">
                  <c:v>60.647460093070066</c:v>
                </c:pt>
                <c:pt idx="405">
                  <c:v>60.55689991048655</c:v>
                </c:pt>
                <c:pt idx="406">
                  <c:v>60.475786230986088</c:v>
                </c:pt>
                <c:pt idx="407">
                  <c:v>60.395500381677437</c:v>
                </c:pt>
                <c:pt idx="408">
                  <c:v>60.318404315094639</c:v>
                </c:pt>
                <c:pt idx="409">
                  <c:v>60.27930373849798</c:v>
                </c:pt>
                <c:pt idx="410">
                  <c:v>60.247234705176965</c:v>
                </c:pt>
                <c:pt idx="411">
                  <c:v>60.215575124170947</c:v>
                </c:pt>
                <c:pt idx="412">
                  <c:v>60.176096164629691</c:v>
                </c:pt>
                <c:pt idx="413">
                  <c:v>60.155440847911542</c:v>
                </c:pt>
                <c:pt idx="414">
                  <c:v>60.147994624108158</c:v>
                </c:pt>
                <c:pt idx="415">
                  <c:v>60.137814188280764</c:v>
                </c:pt>
                <c:pt idx="416">
                  <c:v>60.128161504272114</c:v>
                </c:pt>
                <c:pt idx="417">
                  <c:v>60.122949506601749</c:v>
                </c:pt>
                <c:pt idx="418">
                  <c:v>60.075849361654917</c:v>
                </c:pt>
                <c:pt idx="419">
                  <c:v>60.044473337332555</c:v>
                </c:pt>
                <c:pt idx="420">
                  <c:v>60.071094359240092</c:v>
                </c:pt>
                <c:pt idx="421">
                  <c:v>60.094243765078787</c:v>
                </c:pt>
                <c:pt idx="422">
                  <c:v>60.101252714686801</c:v>
                </c:pt>
                <c:pt idx="423">
                  <c:v>60.105723293152373</c:v>
                </c:pt>
                <c:pt idx="424">
                  <c:v>60.069120945051019</c:v>
                </c:pt>
                <c:pt idx="425">
                  <c:v>60.071007295845547</c:v>
                </c:pt>
                <c:pt idx="426">
                  <c:v>60.081772203780837</c:v>
                </c:pt>
                <c:pt idx="427">
                  <c:v>60.103362844624712</c:v>
                </c:pt>
                <c:pt idx="428">
                  <c:v>60.070138807682987</c:v>
                </c:pt>
                <c:pt idx="429">
                  <c:v>60.046135419118514</c:v>
                </c:pt>
                <c:pt idx="430">
                  <c:v>60.058673620825232</c:v>
                </c:pt>
                <c:pt idx="431">
                  <c:v>60.04203228765811</c:v>
                </c:pt>
                <c:pt idx="432">
                  <c:v>60.044078239102497</c:v>
                </c:pt>
                <c:pt idx="433">
                  <c:v>60.032373074818089</c:v>
                </c:pt>
                <c:pt idx="434">
                  <c:v>60.007493256001432</c:v>
                </c:pt>
                <c:pt idx="435">
                  <c:v>59.918566110374087</c:v>
                </c:pt>
                <c:pt idx="436">
                  <c:v>59.845873154588617</c:v>
                </c:pt>
                <c:pt idx="437">
                  <c:v>59.89650395680809</c:v>
                </c:pt>
                <c:pt idx="438">
                  <c:v>60.001512849156427</c:v>
                </c:pt>
                <c:pt idx="439">
                  <c:v>60.224116074397898</c:v>
                </c:pt>
                <c:pt idx="440">
                  <c:v>60.365598182916756</c:v>
                </c:pt>
                <c:pt idx="441">
                  <c:v>60.325967775302018</c:v>
                </c:pt>
                <c:pt idx="442">
                  <c:v>60.313333741026497</c:v>
                </c:pt>
                <c:pt idx="443">
                  <c:v>60.421921181613321</c:v>
                </c:pt>
                <c:pt idx="444">
                  <c:v>60.487852811702375</c:v>
                </c:pt>
                <c:pt idx="445">
                  <c:v>60.473627937033555</c:v>
                </c:pt>
                <c:pt idx="446">
                  <c:v>60.40453437519438</c:v>
                </c:pt>
                <c:pt idx="447">
                  <c:v>60.378340071461075</c:v>
                </c:pt>
                <c:pt idx="448">
                  <c:v>60.474899583400969</c:v>
                </c:pt>
                <c:pt idx="449">
                  <c:v>60.53725730036652</c:v>
                </c:pt>
                <c:pt idx="450">
                  <c:v>60.523969654450589</c:v>
                </c:pt>
                <c:pt idx="451">
                  <c:v>60.463833507135597</c:v>
                </c:pt>
                <c:pt idx="452">
                  <c:v>60.512028523982799</c:v>
                </c:pt>
                <c:pt idx="453">
                  <c:v>60.562100424441354</c:v>
                </c:pt>
                <c:pt idx="454">
                  <c:v>60.538660054911276</c:v>
                </c:pt>
                <c:pt idx="455">
                  <c:v>60.522509998330193</c:v>
                </c:pt>
                <c:pt idx="456">
                  <c:v>60.549455562214959</c:v>
                </c:pt>
                <c:pt idx="457">
                  <c:v>60.559657524134025</c:v>
                </c:pt>
                <c:pt idx="458">
                  <c:v>60.578208870178571</c:v>
                </c:pt>
                <c:pt idx="459">
                  <c:v>60.578587987221532</c:v>
                </c:pt>
                <c:pt idx="460">
                  <c:v>60.582700853878151</c:v>
                </c:pt>
                <c:pt idx="461">
                  <c:v>60.590687271124693</c:v>
                </c:pt>
                <c:pt idx="462">
                  <c:v>60.609864803073819</c:v>
                </c:pt>
                <c:pt idx="463">
                  <c:v>60.615639829570291</c:v>
                </c:pt>
                <c:pt idx="464">
                  <c:v>60.637172474405304</c:v>
                </c:pt>
                <c:pt idx="465">
                  <c:v>60.659264179906664</c:v>
                </c:pt>
                <c:pt idx="466">
                  <c:v>60.662390883887731</c:v>
                </c:pt>
                <c:pt idx="467">
                  <c:v>60.6992879389107</c:v>
                </c:pt>
                <c:pt idx="468">
                  <c:v>60.692366376103372</c:v>
                </c:pt>
                <c:pt idx="469">
                  <c:v>60.681373915580046</c:v>
                </c:pt>
                <c:pt idx="470">
                  <c:v>60.687391570538274</c:v>
                </c:pt>
                <c:pt idx="471">
                  <c:v>60.695316448856104</c:v>
                </c:pt>
                <c:pt idx="472">
                  <c:v>60.698797919300247</c:v>
                </c:pt>
                <c:pt idx="473">
                  <c:v>60.711795685886543</c:v>
                </c:pt>
                <c:pt idx="474">
                  <c:v>60.73100000347354</c:v>
                </c:pt>
                <c:pt idx="475">
                  <c:v>60.739644548855914</c:v>
                </c:pt>
                <c:pt idx="476">
                  <c:v>60.762658836952568</c:v>
                </c:pt>
                <c:pt idx="477">
                  <c:v>60.779009875341863</c:v>
                </c:pt>
                <c:pt idx="478">
                  <c:v>60.798444234289391</c:v>
                </c:pt>
                <c:pt idx="479">
                  <c:v>60.791648936400691</c:v>
                </c:pt>
                <c:pt idx="480">
                  <c:v>60.805816211205183</c:v>
                </c:pt>
                <c:pt idx="481">
                  <c:v>60.815882167973669</c:v>
                </c:pt>
                <c:pt idx="482">
                  <c:v>60.828167644288733</c:v>
                </c:pt>
                <c:pt idx="483">
                  <c:v>60.838107264519238</c:v>
                </c:pt>
                <c:pt idx="484">
                  <c:v>60.831683008591497</c:v>
                </c:pt>
                <c:pt idx="485">
                  <c:v>60.836994819020227</c:v>
                </c:pt>
                <c:pt idx="486">
                  <c:v>60.850465935812657</c:v>
                </c:pt>
                <c:pt idx="487">
                  <c:v>60.871545749386051</c:v>
                </c:pt>
                <c:pt idx="488">
                  <c:v>60.893340001811254</c:v>
                </c:pt>
                <c:pt idx="489">
                  <c:v>60.902538827268195</c:v>
                </c:pt>
                <c:pt idx="490">
                  <c:v>60.908578702130562</c:v>
                </c:pt>
                <c:pt idx="491">
                  <c:v>60.90949981652912</c:v>
                </c:pt>
                <c:pt idx="492">
                  <c:v>60.926565490723448</c:v>
                </c:pt>
                <c:pt idx="493">
                  <c:v>60.958609493080729</c:v>
                </c:pt>
                <c:pt idx="494">
                  <c:v>60.970422997862201</c:v>
                </c:pt>
                <c:pt idx="495">
                  <c:v>60.98616203097874</c:v>
                </c:pt>
                <c:pt idx="496">
                  <c:v>60.988600634124907</c:v>
                </c:pt>
                <c:pt idx="497">
                  <c:v>61.002691061364068</c:v>
                </c:pt>
                <c:pt idx="498">
                  <c:v>61.025723880968208</c:v>
                </c:pt>
                <c:pt idx="499">
                  <c:v>61.03269820933356</c:v>
                </c:pt>
                <c:pt idx="500">
                  <c:v>61.034689764480831</c:v>
                </c:pt>
                <c:pt idx="501">
                  <c:v>61.050755202796822</c:v>
                </c:pt>
                <c:pt idx="502">
                  <c:v>61.069780275049112</c:v>
                </c:pt>
                <c:pt idx="503">
                  <c:v>61.082946812639797</c:v>
                </c:pt>
                <c:pt idx="504">
                  <c:v>61.104831609831521</c:v>
                </c:pt>
                <c:pt idx="505">
                  <c:v>61.122727423941768</c:v>
                </c:pt>
                <c:pt idx="506">
                  <c:v>61.149096129751065</c:v>
                </c:pt>
                <c:pt idx="507">
                  <c:v>61.166802474864028</c:v>
                </c:pt>
                <c:pt idx="508">
                  <c:v>61.175117016174482</c:v>
                </c:pt>
                <c:pt idx="509">
                  <c:v>61.197410294343726</c:v>
                </c:pt>
                <c:pt idx="510">
                  <c:v>61.228160958622169</c:v>
                </c:pt>
                <c:pt idx="511">
                  <c:v>61.270049255851646</c:v>
                </c:pt>
                <c:pt idx="512">
                  <c:v>61.327757874162863</c:v>
                </c:pt>
                <c:pt idx="513">
                  <c:v>61.392131138758806</c:v>
                </c:pt>
                <c:pt idx="514">
                  <c:v>61.437212763872104</c:v>
                </c:pt>
                <c:pt idx="515">
                  <c:v>61.484938503863845</c:v>
                </c:pt>
                <c:pt idx="516">
                  <c:v>61.553584579035594</c:v>
                </c:pt>
                <c:pt idx="517">
                  <c:v>61.618965671161249</c:v>
                </c:pt>
                <c:pt idx="518">
                  <c:v>61.657106056050097</c:v>
                </c:pt>
                <c:pt idx="519">
                  <c:v>61.707841133808834</c:v>
                </c:pt>
                <c:pt idx="520">
                  <c:v>61.754573298522033</c:v>
                </c:pt>
                <c:pt idx="521">
                  <c:v>61.7884615350183</c:v>
                </c:pt>
                <c:pt idx="522">
                  <c:v>61.829811863480764</c:v>
                </c:pt>
                <c:pt idx="523">
                  <c:v>61.862291096643766</c:v>
                </c:pt>
                <c:pt idx="524">
                  <c:v>61.90582957537638</c:v>
                </c:pt>
                <c:pt idx="525">
                  <c:v>61.931134697989961</c:v>
                </c:pt>
                <c:pt idx="526">
                  <c:v>61.938233894696559</c:v>
                </c:pt>
                <c:pt idx="527">
                  <c:v>61.948312313232393</c:v>
                </c:pt>
                <c:pt idx="528">
                  <c:v>61.954861544930424</c:v>
                </c:pt>
                <c:pt idx="529">
                  <c:v>61.929526055711335</c:v>
                </c:pt>
                <c:pt idx="530">
                  <c:v>61.906004613074117</c:v>
                </c:pt>
                <c:pt idx="531">
                  <c:v>61.885111743915836</c:v>
                </c:pt>
                <c:pt idx="532">
                  <c:v>61.884304522192743</c:v>
                </c:pt>
                <c:pt idx="533">
                  <c:v>61.8639220841604</c:v>
                </c:pt>
                <c:pt idx="534">
                  <c:v>61.883145649448409</c:v>
                </c:pt>
                <c:pt idx="535">
                  <c:v>61.9000806899436</c:v>
                </c:pt>
                <c:pt idx="536">
                  <c:v>61.93482116092607</c:v>
                </c:pt>
                <c:pt idx="537">
                  <c:v>61.969506843103808</c:v>
                </c:pt>
                <c:pt idx="538">
                  <c:v>62.000383951349264</c:v>
                </c:pt>
                <c:pt idx="539">
                  <c:v>62.058778862106713</c:v>
                </c:pt>
                <c:pt idx="540">
                  <c:v>62.12444571544922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8022-4DA3-A5C1-DAA90C22AF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999328"/>
        <c:axId val="1101996928"/>
      </c:scatterChart>
      <c:valAx>
        <c:axId val="1101999328"/>
        <c:scaling>
          <c:orientation val="maxMin"/>
          <c:max val="3000"/>
          <c:min val="900"/>
        </c:scaling>
        <c:delete val="0"/>
        <c:axPos val="b"/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01996928"/>
        <c:crosses val="autoZero"/>
        <c:crossBetween val="midCat"/>
        <c:majorUnit val="400"/>
        <c:minorUnit val="200"/>
      </c:valAx>
      <c:valAx>
        <c:axId val="1101996928"/>
        <c:scaling>
          <c:orientation val="minMax"/>
          <c:max val="65"/>
          <c:min val="0"/>
        </c:scaling>
        <c:delete val="1"/>
        <c:axPos val="r"/>
        <c:numFmt formatCode="General" sourceLinked="1"/>
        <c:majorTickMark val="out"/>
        <c:minorTickMark val="none"/>
        <c:tickLblPos val="nextTo"/>
        <c:crossAx val="1101999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Sheet2!$B$2:$B$589</c:f>
              <c:numCache>
                <c:formatCode>General</c:formatCode>
                <c:ptCount val="588"/>
                <c:pt idx="0">
                  <c:v>1.0418826552500022</c:v>
                </c:pt>
                <c:pt idx="1">
                  <c:v>1.1897478878295207</c:v>
                </c:pt>
                <c:pt idx="2">
                  <c:v>1.2891290941086853</c:v>
                </c:pt>
                <c:pt idx="3">
                  <c:v>1.3520000700408861</c:v>
                </c:pt>
                <c:pt idx="4">
                  <c:v>1.4247341685709027</c:v>
                </c:pt>
                <c:pt idx="5">
                  <c:v>1.466227440268256</c:v>
                </c:pt>
                <c:pt idx="6">
                  <c:v>1.5312883495740635</c:v>
                </c:pt>
                <c:pt idx="7">
                  <c:v>1.5550600513049488</c:v>
                </c:pt>
                <c:pt idx="8">
                  <c:v>1.6058140939773584</c:v>
                </c:pt>
                <c:pt idx="9">
                  <c:v>1.6491379542808109</c:v>
                </c:pt>
                <c:pt idx="10">
                  <c:v>1.6345707106523426</c:v>
                </c:pt>
                <c:pt idx="11">
                  <c:v>1.580139101200325</c:v>
                </c:pt>
                <c:pt idx="12">
                  <c:v>1.5106390705574375</c:v>
                </c:pt>
                <c:pt idx="13">
                  <c:v>1.4749525035239315</c:v>
                </c:pt>
                <c:pt idx="14">
                  <c:v>1.4595097488158708</c:v>
                </c:pt>
                <c:pt idx="15">
                  <c:v>1.4428741978129729</c:v>
                </c:pt>
                <c:pt idx="16">
                  <c:v>1.4430168010576168</c:v>
                </c:pt>
                <c:pt idx="17">
                  <c:v>1.4630626778381874</c:v>
                </c:pt>
                <c:pt idx="18">
                  <c:v>1.4712891900646994</c:v>
                </c:pt>
                <c:pt idx="19">
                  <c:v>1.4802560694805589</c:v>
                </c:pt>
                <c:pt idx="20">
                  <c:v>1.4844870293033552</c:v>
                </c:pt>
                <c:pt idx="21">
                  <c:v>1.484572199021178</c:v>
                </c:pt>
                <c:pt idx="22">
                  <c:v>1.4745306822857842</c:v>
                </c:pt>
                <c:pt idx="23">
                  <c:v>1.4765577005577</c:v>
                </c:pt>
                <c:pt idx="24">
                  <c:v>1.4805978339855883</c:v>
                </c:pt>
                <c:pt idx="25">
                  <c:v>1.4838676227247647</c:v>
                </c:pt>
                <c:pt idx="26">
                  <c:v>1.5051558147068345</c:v>
                </c:pt>
                <c:pt idx="27">
                  <c:v>1.5337982997574824</c:v>
                </c:pt>
                <c:pt idx="28">
                  <c:v>1.5486860504819679</c:v>
                </c:pt>
                <c:pt idx="29">
                  <c:v>1.5796520718969693</c:v>
                </c:pt>
                <c:pt idx="30">
                  <c:v>1.6060121696040057</c:v>
                </c:pt>
                <c:pt idx="31">
                  <c:v>1.637598788292665</c:v>
                </c:pt>
                <c:pt idx="32">
                  <c:v>1.6709722200334434</c:v>
                </c:pt>
                <c:pt idx="33">
                  <c:v>1.7037854647650559</c:v>
                </c:pt>
                <c:pt idx="34">
                  <c:v>1.7623525332913097</c:v>
                </c:pt>
                <c:pt idx="35">
                  <c:v>1.8287600486784115</c:v>
                </c:pt>
                <c:pt idx="36">
                  <c:v>1.893061574694225</c:v>
                </c:pt>
                <c:pt idx="37">
                  <c:v>1.9704107372678754</c:v>
                </c:pt>
                <c:pt idx="38">
                  <c:v>2.0491559547886076</c:v>
                </c:pt>
                <c:pt idx="39">
                  <c:v>2.1046855601957599</c:v>
                </c:pt>
                <c:pt idx="40">
                  <c:v>2.1435635051961541</c:v>
                </c:pt>
                <c:pt idx="41">
                  <c:v>2.1791322984792352</c:v>
                </c:pt>
                <c:pt idx="42">
                  <c:v>2.2070078708446017</c:v>
                </c:pt>
                <c:pt idx="43">
                  <c:v>2.2243015260158128</c:v>
                </c:pt>
                <c:pt idx="44">
                  <c:v>2.2587105122615339</c:v>
                </c:pt>
                <c:pt idx="45">
                  <c:v>2.2785243786060079</c:v>
                </c:pt>
                <c:pt idx="46">
                  <c:v>2.2838683581540717</c:v>
                </c:pt>
                <c:pt idx="47">
                  <c:v>2.2938643132928815</c:v>
                </c:pt>
                <c:pt idx="48">
                  <c:v>2.2914134425971118</c:v>
                </c:pt>
                <c:pt idx="49">
                  <c:v>2.2699240581689546</c:v>
                </c:pt>
                <c:pt idx="50">
                  <c:v>2.2320231134925033</c:v>
                </c:pt>
                <c:pt idx="51">
                  <c:v>2.190883478230417</c:v>
                </c:pt>
                <c:pt idx="52">
                  <c:v>2.1505460212398964</c:v>
                </c:pt>
                <c:pt idx="53">
                  <c:v>2.1100603577338242</c:v>
                </c:pt>
                <c:pt idx="54">
                  <c:v>2.0827717980371032</c:v>
                </c:pt>
                <c:pt idx="55">
                  <c:v>2.0770969453418395</c:v>
                </c:pt>
                <c:pt idx="56">
                  <c:v>2.0747554785105811</c:v>
                </c:pt>
                <c:pt idx="57">
                  <c:v>2.0761311515597214</c:v>
                </c:pt>
                <c:pt idx="58">
                  <c:v>2.0944282124690292</c:v>
                </c:pt>
                <c:pt idx="59">
                  <c:v>2.1188177798789996</c:v>
                </c:pt>
                <c:pt idx="60">
                  <c:v>2.145478983356532</c:v>
                </c:pt>
                <c:pt idx="61">
                  <c:v>2.1756013973156794</c:v>
                </c:pt>
                <c:pt idx="62">
                  <c:v>2.2240897223754388</c:v>
                </c:pt>
                <c:pt idx="63">
                  <c:v>2.2815988933539941</c:v>
                </c:pt>
                <c:pt idx="64">
                  <c:v>2.323726385277407</c:v>
                </c:pt>
                <c:pt idx="65">
                  <c:v>2.3598289601554918</c:v>
                </c:pt>
                <c:pt idx="66">
                  <c:v>2.3901206629369849</c:v>
                </c:pt>
                <c:pt idx="67">
                  <c:v>2.4060314308477522</c:v>
                </c:pt>
                <c:pt idx="68">
                  <c:v>2.4154142480673104</c:v>
                </c:pt>
                <c:pt idx="69">
                  <c:v>2.4237170348190746</c:v>
                </c:pt>
                <c:pt idx="70">
                  <c:v>2.4044640558926247</c:v>
                </c:pt>
                <c:pt idx="71">
                  <c:v>2.3731150158905265</c:v>
                </c:pt>
                <c:pt idx="72">
                  <c:v>2.3506089179558565</c:v>
                </c:pt>
                <c:pt idx="73">
                  <c:v>2.3278908762990347</c:v>
                </c:pt>
                <c:pt idx="74">
                  <c:v>2.3106947180416588</c:v>
                </c:pt>
                <c:pt idx="75">
                  <c:v>2.3048167467759288</c:v>
                </c:pt>
                <c:pt idx="76">
                  <c:v>2.305355221110319</c:v>
                </c:pt>
                <c:pt idx="77">
                  <c:v>2.2998423029443424</c:v>
                </c:pt>
                <c:pt idx="78">
                  <c:v>2.2889082201735231</c:v>
                </c:pt>
                <c:pt idx="79">
                  <c:v>2.2821740691128412</c:v>
                </c:pt>
                <c:pt idx="80">
                  <c:v>2.279609311935844</c:v>
                </c:pt>
                <c:pt idx="81">
                  <c:v>2.2727333981211544</c:v>
                </c:pt>
                <c:pt idx="82">
                  <c:v>2.2780829809401197</c:v>
                </c:pt>
                <c:pt idx="83">
                  <c:v>2.2753061399592003</c:v>
                </c:pt>
                <c:pt idx="84">
                  <c:v>2.2504374228455855</c:v>
                </c:pt>
                <c:pt idx="85">
                  <c:v>2.2306690830772458</c:v>
                </c:pt>
                <c:pt idx="86">
                  <c:v>2.2272788240135193</c:v>
                </c:pt>
                <c:pt idx="87">
                  <c:v>2.2178905436048302</c:v>
                </c:pt>
                <c:pt idx="88">
                  <c:v>2.2088342569975179</c:v>
                </c:pt>
                <c:pt idx="89">
                  <c:v>2.1953197278911536</c:v>
                </c:pt>
                <c:pt idx="90">
                  <c:v>2.1721364046261993</c:v>
                </c:pt>
                <c:pt idx="91">
                  <c:v>2.143538780763266</c:v>
                </c:pt>
                <c:pt idx="92">
                  <c:v>2.1073486547772222</c:v>
                </c:pt>
                <c:pt idx="93">
                  <c:v>2.0802066906556727</c:v>
                </c:pt>
                <c:pt idx="94">
                  <c:v>2.0517116066503798</c:v>
                </c:pt>
                <c:pt idx="95">
                  <c:v>2.0119173867745292</c:v>
                </c:pt>
                <c:pt idx="96">
                  <c:v>1.9746693632407921</c:v>
                </c:pt>
                <c:pt idx="97">
                  <c:v>1.9423349880492702</c:v>
                </c:pt>
                <c:pt idx="98">
                  <c:v>1.9121716702124829</c:v>
                </c:pt>
                <c:pt idx="99">
                  <c:v>1.8804438490969115</c:v>
                </c:pt>
                <c:pt idx="100">
                  <c:v>1.8531636943065495</c:v>
                </c:pt>
                <c:pt idx="101">
                  <c:v>1.8427344662446701</c:v>
                </c:pt>
                <c:pt idx="102">
                  <c:v>1.8428667034381334</c:v>
                </c:pt>
                <c:pt idx="103">
                  <c:v>1.839850392666716</c:v>
                </c:pt>
                <c:pt idx="104">
                  <c:v>1.8317989826561258</c:v>
                </c:pt>
                <c:pt idx="105">
                  <c:v>1.8255964419229707</c:v>
                </c:pt>
                <c:pt idx="106">
                  <c:v>1.820818953063847</c:v>
                </c:pt>
                <c:pt idx="107">
                  <c:v>1.805677724371602</c:v>
                </c:pt>
                <c:pt idx="108">
                  <c:v>1.7873628730771542</c:v>
                </c:pt>
                <c:pt idx="109">
                  <c:v>1.7703732653936701</c:v>
                </c:pt>
                <c:pt idx="110">
                  <c:v>1.7583631444855921</c:v>
                </c:pt>
                <c:pt idx="111">
                  <c:v>1.7310366226284586</c:v>
                </c:pt>
                <c:pt idx="112">
                  <c:v>1.6915147217188025</c:v>
                </c:pt>
                <c:pt idx="113">
                  <c:v>1.6441210656720855</c:v>
                </c:pt>
                <c:pt idx="114">
                  <c:v>1.5936611597019752</c:v>
                </c:pt>
                <c:pt idx="115">
                  <c:v>1.5447881700942918</c:v>
                </c:pt>
                <c:pt idx="116">
                  <c:v>1.503196175767604</c:v>
                </c:pt>
                <c:pt idx="117">
                  <c:v>1.4726452166452164</c:v>
                </c:pt>
                <c:pt idx="118">
                  <c:v>1.4496670781568737</c:v>
                </c:pt>
                <c:pt idx="119">
                  <c:v>1.4302823523231685</c:v>
                </c:pt>
                <c:pt idx="120">
                  <c:v>1.4143566657036037</c:v>
                </c:pt>
                <c:pt idx="121">
                  <c:v>1.4010735166653527</c:v>
                </c:pt>
                <c:pt idx="122">
                  <c:v>1.3888080266855776</c:v>
                </c:pt>
                <c:pt idx="123">
                  <c:v>1.3830138943608328</c:v>
                </c:pt>
                <c:pt idx="124">
                  <c:v>1.3824776263143601</c:v>
                </c:pt>
                <c:pt idx="125">
                  <c:v>1.3878398164928769</c:v>
                </c:pt>
                <c:pt idx="126">
                  <c:v>1.3953149651108832</c:v>
                </c:pt>
                <c:pt idx="127">
                  <c:v>1.4054632941979879</c:v>
                </c:pt>
                <c:pt idx="128">
                  <c:v>1.4073369929696458</c:v>
                </c:pt>
                <c:pt idx="129">
                  <c:v>1.4163032069970842</c:v>
                </c:pt>
                <c:pt idx="130">
                  <c:v>1.4361390661798819</c:v>
                </c:pt>
                <c:pt idx="131">
                  <c:v>1.455315735560633</c:v>
                </c:pt>
                <c:pt idx="132">
                  <c:v>1.4751869653910463</c:v>
                </c:pt>
                <c:pt idx="133">
                  <c:v>1.4900111540111531</c:v>
                </c:pt>
                <c:pt idx="134">
                  <c:v>1.5094145457410759</c:v>
                </c:pt>
                <c:pt idx="135">
                  <c:v>1.5290465859445446</c:v>
                </c:pt>
                <c:pt idx="136">
                  <c:v>1.5304717779003489</c:v>
                </c:pt>
                <c:pt idx="137">
                  <c:v>1.518795576918025</c:v>
                </c:pt>
                <c:pt idx="138">
                  <c:v>1.5094184680307126</c:v>
                </c:pt>
                <c:pt idx="139">
                  <c:v>1.5036229348882402</c:v>
                </c:pt>
                <c:pt idx="140">
                  <c:v>1.4984292630823242</c:v>
                </c:pt>
                <c:pt idx="141">
                  <c:v>1.4937483255850597</c:v>
                </c:pt>
                <c:pt idx="142">
                  <c:v>1.5133631707509254</c:v>
                </c:pt>
                <c:pt idx="143">
                  <c:v>1.5390362724240272</c:v>
                </c:pt>
                <c:pt idx="144">
                  <c:v>1.5659301167056261</c:v>
                </c:pt>
                <c:pt idx="145">
                  <c:v>1.5889000604102637</c:v>
                </c:pt>
                <c:pt idx="146">
                  <c:v>1.6231090098845193</c:v>
                </c:pt>
                <c:pt idx="147">
                  <c:v>1.6622952748667026</c:v>
                </c:pt>
                <c:pt idx="148">
                  <c:v>1.7007948589989395</c:v>
                </c:pt>
                <c:pt idx="149">
                  <c:v>1.7270639735945847</c:v>
                </c:pt>
                <c:pt idx="150">
                  <c:v>1.7646939300816831</c:v>
                </c:pt>
                <c:pt idx="151">
                  <c:v>1.7989466551099187</c:v>
                </c:pt>
                <c:pt idx="152">
                  <c:v>1.8319322704628815</c:v>
                </c:pt>
                <c:pt idx="153">
                  <c:v>1.8615255255255265</c:v>
                </c:pt>
                <c:pt idx="154">
                  <c:v>1.8844364597833985</c:v>
                </c:pt>
                <c:pt idx="155">
                  <c:v>1.9110932506850844</c:v>
                </c:pt>
                <c:pt idx="156">
                  <c:v>1.9309553051593871</c:v>
                </c:pt>
                <c:pt idx="157">
                  <c:v>1.9464921247778382</c:v>
                </c:pt>
                <c:pt idx="158">
                  <c:v>1.9605593465185307</c:v>
                </c:pt>
                <c:pt idx="159">
                  <c:v>1.9580499916826444</c:v>
                </c:pt>
                <c:pt idx="160">
                  <c:v>1.9421808980992612</c:v>
                </c:pt>
                <c:pt idx="161">
                  <c:v>1.9180368239960082</c:v>
                </c:pt>
                <c:pt idx="162">
                  <c:v>1.8952747966625476</c:v>
                </c:pt>
                <c:pt idx="163">
                  <c:v>1.8696089442211865</c:v>
                </c:pt>
                <c:pt idx="164">
                  <c:v>1.8459281905812521</c:v>
                </c:pt>
                <c:pt idx="165">
                  <c:v>1.8183011933216016</c:v>
                </c:pt>
                <c:pt idx="166">
                  <c:v>1.7888097777077383</c:v>
                </c:pt>
                <c:pt idx="167">
                  <c:v>1.7667636382738399</c:v>
                </c:pt>
                <c:pt idx="168">
                  <c:v>1.7483455467128928</c:v>
                </c:pt>
                <c:pt idx="169">
                  <c:v>1.7344582600092819</c:v>
                </c:pt>
                <c:pt idx="170">
                  <c:v>1.7232145965207177</c:v>
                </c:pt>
                <c:pt idx="171">
                  <c:v>1.7112805400152329</c:v>
                </c:pt>
                <c:pt idx="172">
                  <c:v>1.7061654540838203</c:v>
                </c:pt>
                <c:pt idx="173">
                  <c:v>1.7063797091552186</c:v>
                </c:pt>
                <c:pt idx="174">
                  <c:v>1.7042861170208101</c:v>
                </c:pt>
                <c:pt idx="175">
                  <c:v>1.7040420945727059</c:v>
                </c:pt>
                <c:pt idx="176">
                  <c:v>1.71139435645558</c:v>
                </c:pt>
                <c:pt idx="177">
                  <c:v>1.7213532599655041</c:v>
                </c:pt>
                <c:pt idx="178">
                  <c:v>1.7275880195063862</c:v>
                </c:pt>
                <c:pt idx="179">
                  <c:v>1.7421014717341239</c:v>
                </c:pt>
                <c:pt idx="180">
                  <c:v>1.7574425971160672</c:v>
                </c:pt>
                <c:pt idx="181">
                  <c:v>1.7750973130564969</c:v>
                </c:pt>
                <c:pt idx="182">
                  <c:v>1.7897308854043517</c:v>
                </c:pt>
                <c:pt idx="183">
                  <c:v>1.8020094029889919</c:v>
                </c:pt>
                <c:pt idx="184">
                  <c:v>1.8149314562375802</c:v>
                </c:pt>
                <c:pt idx="185">
                  <c:v>1.8189344329752473</c:v>
                </c:pt>
                <c:pt idx="186">
                  <c:v>1.8232153319500275</c:v>
                </c:pt>
                <c:pt idx="187">
                  <c:v>1.8217858675001501</c:v>
                </c:pt>
                <c:pt idx="188">
                  <c:v>1.8135901032227577</c:v>
                </c:pt>
                <c:pt idx="189">
                  <c:v>1.8042087568618173</c:v>
                </c:pt>
                <c:pt idx="190">
                  <c:v>1.7944745445153618</c:v>
                </c:pt>
                <c:pt idx="191">
                  <c:v>1.7893184146245353</c:v>
                </c:pt>
                <c:pt idx="192">
                  <c:v>1.7963975170505768</c:v>
                </c:pt>
                <c:pt idx="193">
                  <c:v>1.812056277852196</c:v>
                </c:pt>
                <c:pt idx="194">
                  <c:v>1.82190857913307</c:v>
                </c:pt>
                <c:pt idx="195">
                  <c:v>1.8250010243479591</c:v>
                </c:pt>
                <c:pt idx="196">
                  <c:v>1.8240958159325491</c:v>
                </c:pt>
                <c:pt idx="197">
                  <c:v>1.8194542764338686</c:v>
                </c:pt>
                <c:pt idx="198">
                  <c:v>1.8170190248557621</c:v>
                </c:pt>
                <c:pt idx="199">
                  <c:v>1.8188120015058755</c:v>
                </c:pt>
                <c:pt idx="200">
                  <c:v>1.8198862185800981</c:v>
                </c:pt>
                <c:pt idx="201">
                  <c:v>1.8270474789658453</c:v>
                </c:pt>
                <c:pt idx="202">
                  <c:v>1.8673110428212487</c:v>
                </c:pt>
                <c:pt idx="203">
                  <c:v>1.9344996541731223</c:v>
                </c:pt>
                <c:pt idx="204">
                  <c:v>1.9694456438946233</c:v>
                </c:pt>
                <c:pt idx="205">
                  <c:v>1.9878480462970223</c:v>
                </c:pt>
                <c:pt idx="206">
                  <c:v>1.9879647344137155</c:v>
                </c:pt>
                <c:pt idx="207">
                  <c:v>1.9689545171994105</c:v>
                </c:pt>
                <c:pt idx="208">
                  <c:v>1.9373167686637081</c:v>
                </c:pt>
                <c:pt idx="209">
                  <c:v>1.8910136492177285</c:v>
                </c:pt>
                <c:pt idx="210">
                  <c:v>1.8468647773137583</c:v>
                </c:pt>
                <c:pt idx="211">
                  <c:v>1.7994561325173595</c:v>
                </c:pt>
                <c:pt idx="212">
                  <c:v>1.7567335732233684</c:v>
                </c:pt>
                <c:pt idx="213">
                  <c:v>1.7362365981141465</c:v>
                </c:pt>
                <c:pt idx="214">
                  <c:v>1.7592051059806133</c:v>
                </c:pt>
                <c:pt idx="215">
                  <c:v>1.7863815302182653</c:v>
                </c:pt>
                <c:pt idx="216">
                  <c:v>1.8105243435855707</c:v>
                </c:pt>
                <c:pt idx="217">
                  <c:v>1.8550920599900174</c:v>
                </c:pt>
                <c:pt idx="218">
                  <c:v>1.8813798054614366</c:v>
                </c:pt>
                <c:pt idx="219">
                  <c:v>1.906075591626611</c:v>
                </c:pt>
                <c:pt idx="220">
                  <c:v>1.9632845673661969</c:v>
                </c:pt>
                <c:pt idx="221">
                  <c:v>1.9768692073998209</c:v>
                </c:pt>
                <c:pt idx="222">
                  <c:v>1.9718953939362081</c:v>
                </c:pt>
                <c:pt idx="223">
                  <c:v>1.9440291370087299</c:v>
                </c:pt>
                <c:pt idx="224">
                  <c:v>1.901395879844856</c:v>
                </c:pt>
                <c:pt idx="225">
                  <c:v>1.8526294224253421</c:v>
                </c:pt>
                <c:pt idx="226">
                  <c:v>1.8432298654339436</c:v>
                </c:pt>
                <c:pt idx="227">
                  <c:v>1.8413390416655693</c:v>
                </c:pt>
                <c:pt idx="228">
                  <c:v>1.8338998590427162</c:v>
                </c:pt>
                <c:pt idx="229">
                  <c:v>1.8208525726893052</c:v>
                </c:pt>
                <c:pt idx="230">
                  <c:v>1.8508406482284046</c:v>
                </c:pt>
                <c:pt idx="231">
                  <c:v>1.868193698071247</c:v>
                </c:pt>
                <c:pt idx="232">
                  <c:v>1.9072382002994215</c:v>
                </c:pt>
                <c:pt idx="233">
                  <c:v>1.9268913228096862</c:v>
                </c:pt>
                <c:pt idx="234">
                  <c:v>1.9193266969593479</c:v>
                </c:pt>
                <c:pt idx="235">
                  <c:v>1.9307577198189434</c:v>
                </c:pt>
                <c:pt idx="236">
                  <c:v>1.9261375427906047</c:v>
                </c:pt>
                <c:pt idx="237">
                  <c:v>1.9091643947154129</c:v>
                </c:pt>
                <c:pt idx="238">
                  <c:v>1.8976297813848846</c:v>
                </c:pt>
                <c:pt idx="239">
                  <c:v>1.8909371645698163</c:v>
                </c:pt>
                <c:pt idx="240">
                  <c:v>1.875260473301287</c:v>
                </c:pt>
                <c:pt idx="241">
                  <c:v>1.862978803876763</c:v>
                </c:pt>
                <c:pt idx="242">
                  <c:v>1.9029151367110537</c:v>
                </c:pt>
                <c:pt idx="243">
                  <c:v>1.9137251070312278</c:v>
                </c:pt>
                <c:pt idx="244">
                  <c:v>1.9295611413162415</c:v>
                </c:pt>
                <c:pt idx="245">
                  <c:v>1.9502124865390127</c:v>
                </c:pt>
                <c:pt idx="246">
                  <c:v>1.9500974794036003</c:v>
                </c:pt>
                <c:pt idx="247">
                  <c:v>1.9649862807413792</c:v>
                </c:pt>
                <c:pt idx="248">
                  <c:v>1.9921444243076878</c:v>
                </c:pt>
                <c:pt idx="249">
                  <c:v>2.0018815083304862</c:v>
                </c:pt>
                <c:pt idx="250">
                  <c:v>2.001255132683704</c:v>
                </c:pt>
                <c:pt idx="251">
                  <c:v>2.0619800908780497</c:v>
                </c:pt>
                <c:pt idx="252">
                  <c:v>2.0840774301998759</c:v>
                </c:pt>
                <c:pt idx="253">
                  <c:v>2.0854990500704753</c:v>
                </c:pt>
                <c:pt idx="254">
                  <c:v>2.0861515509678785</c:v>
                </c:pt>
                <c:pt idx="255">
                  <c:v>2.0800577837312537</c:v>
                </c:pt>
                <c:pt idx="256">
                  <c:v>2.0898467680508466</c:v>
                </c:pt>
                <c:pt idx="257">
                  <c:v>2.0594313030231408</c:v>
                </c:pt>
                <c:pt idx="258">
                  <c:v>2.0294860224656102</c:v>
                </c:pt>
                <c:pt idx="259">
                  <c:v>2</c:v>
                </c:pt>
                <c:pt idx="260">
                  <c:v>1.9744906889396652</c:v>
                </c:pt>
                <c:pt idx="261">
                  <c:v>1.9701497649252726</c:v>
                </c:pt>
                <c:pt idx="262">
                  <c:v>2.0006620964988322</c:v>
                </c:pt>
                <c:pt idx="263">
                  <c:v>1.9792975249301787</c:v>
                </c:pt>
                <c:pt idx="264">
                  <c:v>1.9486615711921851</c:v>
                </c:pt>
                <c:pt idx="265">
                  <c:v>1.9498070898887223</c:v>
                </c:pt>
                <c:pt idx="266">
                  <c:v>1.9341645785727397</c:v>
                </c:pt>
                <c:pt idx="267">
                  <c:v>1.8945942794106019</c:v>
                </c:pt>
                <c:pt idx="268">
                  <c:v>1.8550057696180136</c:v>
                </c:pt>
                <c:pt idx="269">
                  <c:v>1.8420725798685007</c:v>
                </c:pt>
                <c:pt idx="270">
                  <c:v>1.8210881902310458</c:v>
                </c:pt>
                <c:pt idx="271">
                  <c:v>1.8076282930160483</c:v>
                </c:pt>
                <c:pt idx="272">
                  <c:v>1.7809750041586792</c:v>
                </c:pt>
                <c:pt idx="273">
                  <c:v>1.7699640865355151</c:v>
                </c:pt>
                <c:pt idx="274">
                  <c:v>1.7535457323212427</c:v>
                </c:pt>
                <c:pt idx="275">
                  <c:v>1.7373003790962964</c:v>
                </c:pt>
                <c:pt idx="276">
                  <c:v>1.7275416524396112</c:v>
                </c:pt>
                <c:pt idx="277">
                  <c:v>1.7174632591775441</c:v>
                </c:pt>
                <c:pt idx="278">
                  <c:v>1.7223907055743783</c:v>
                </c:pt>
                <c:pt idx="279">
                  <c:v>1.7226723399784618</c:v>
                </c:pt>
                <c:pt idx="280">
                  <c:v>1.709679755557306</c:v>
                </c:pt>
                <c:pt idx="281">
                  <c:v>1.7188692599304836</c:v>
                </c:pt>
                <c:pt idx="282">
                  <c:v>1.7606795366795365</c:v>
                </c:pt>
                <c:pt idx="283">
                  <c:v>1.7989233314947628</c:v>
                </c:pt>
                <c:pt idx="284">
                  <c:v>1.8134267678757459</c:v>
                </c:pt>
                <c:pt idx="285">
                  <c:v>1.7911214071214032</c:v>
                </c:pt>
                <c:pt idx="286">
                  <c:v>1.8231060681672939</c:v>
                </c:pt>
                <c:pt idx="287">
                  <c:v>1.9147381083707609</c:v>
                </c:pt>
                <c:pt idx="288">
                  <c:v>1.93116766912685</c:v>
                </c:pt>
                <c:pt idx="289">
                  <c:v>1.9615942006146092</c:v>
                </c:pt>
                <c:pt idx="290">
                  <c:v>1.9563832987506453</c:v>
                </c:pt>
                <c:pt idx="291">
                  <c:v>2.0243156042339683</c:v>
                </c:pt>
                <c:pt idx="292">
                  <c:v>2.0164804804804763</c:v>
                </c:pt>
                <c:pt idx="293">
                  <c:v>2.0273153853562009</c:v>
                </c:pt>
                <c:pt idx="294">
                  <c:v>2.049244206305433</c:v>
                </c:pt>
                <c:pt idx="295">
                  <c:v>2.0755909262031724</c:v>
                </c:pt>
                <c:pt idx="296">
                  <c:v>2.1470352218107274</c:v>
                </c:pt>
                <c:pt idx="297">
                  <c:v>2.1769645330461618</c:v>
                </c:pt>
                <c:pt idx="298">
                  <c:v>2.1733395669722166</c:v>
                </c:pt>
                <c:pt idx="299">
                  <c:v>2.2328067309291777</c:v>
                </c:pt>
                <c:pt idx="300">
                  <c:v>2.2857502166889909</c:v>
                </c:pt>
                <c:pt idx="301">
                  <c:v>2.2607499627907792</c:v>
                </c:pt>
                <c:pt idx="302">
                  <c:v>2.233857204142919</c:v>
                </c:pt>
                <c:pt idx="303">
                  <c:v>2.3161256883705859</c:v>
                </c:pt>
                <c:pt idx="304">
                  <c:v>2.387141964121553</c:v>
                </c:pt>
                <c:pt idx="305">
                  <c:v>2.5180214850418916</c:v>
                </c:pt>
                <c:pt idx="306">
                  <c:v>2.5532174506868337</c:v>
                </c:pt>
                <c:pt idx="307">
                  <c:v>2.5839567147322198</c:v>
                </c:pt>
                <c:pt idx="308">
                  <c:v>2.6362985492781394</c:v>
                </c:pt>
                <c:pt idx="309">
                  <c:v>2.6385220672567566</c:v>
                </c:pt>
                <c:pt idx="310">
                  <c:v>2.6603854700181229</c:v>
                </c:pt>
                <c:pt idx="311">
                  <c:v>2.6364579623355087</c:v>
                </c:pt>
                <c:pt idx="312">
                  <c:v>2.8354399180521597</c:v>
                </c:pt>
                <c:pt idx="313">
                  <c:v>2.9199443875362228</c:v>
                </c:pt>
                <c:pt idx="314">
                  <c:v>2.8590666701687089</c:v>
                </c:pt>
                <c:pt idx="315">
                  <c:v>2.8449035624545838</c:v>
                </c:pt>
                <c:pt idx="316">
                  <c:v>2.7608106532188152</c:v>
                </c:pt>
                <c:pt idx="317">
                  <c:v>2.7816559416559432</c:v>
                </c:pt>
                <c:pt idx="318">
                  <c:v>2.8058654339470617</c:v>
                </c:pt>
                <c:pt idx="319">
                  <c:v>2.7342615151594747</c:v>
                </c:pt>
                <c:pt idx="320">
                  <c:v>2.7044469308959118</c:v>
                </c:pt>
                <c:pt idx="321">
                  <c:v>2.840708533606489</c:v>
                </c:pt>
                <c:pt idx="322">
                  <c:v>2.838217459441946</c:v>
                </c:pt>
                <c:pt idx="323">
                  <c:v>2.7692133182745398</c:v>
                </c:pt>
                <c:pt idx="324">
                  <c:v>2.7107338008562492</c:v>
                </c:pt>
                <c:pt idx="325">
                  <c:v>2.6593527871895213</c:v>
                </c:pt>
                <c:pt idx="326">
                  <c:v>2.6157386074120765</c:v>
                </c:pt>
                <c:pt idx="327">
                  <c:v>2.5878232518232474</c:v>
                </c:pt>
                <c:pt idx="328">
                  <c:v>2.5840781656291849</c:v>
                </c:pt>
                <c:pt idx="329">
                  <c:v>2.5710582652623426</c:v>
                </c:pt>
                <c:pt idx="330">
                  <c:v>2.577054325462484</c:v>
                </c:pt>
                <c:pt idx="331">
                  <c:v>2.5776226372144748</c:v>
                </c:pt>
                <c:pt idx="332">
                  <c:v>2.5520208721841393</c:v>
                </c:pt>
                <c:pt idx="333">
                  <c:v>2.5045128393699838</c:v>
                </c:pt>
                <c:pt idx="334">
                  <c:v>2.4814324061670954</c:v>
                </c:pt>
                <c:pt idx="335">
                  <c:v>2.4327706598726992</c:v>
                </c:pt>
                <c:pt idx="336">
                  <c:v>2.4014742906171467</c:v>
                </c:pt>
                <c:pt idx="337">
                  <c:v>2.4044487869793949</c:v>
                </c:pt>
                <c:pt idx="338">
                  <c:v>2.3812632924469641</c:v>
                </c:pt>
                <c:pt idx="339">
                  <c:v>2.3217999807387528</c:v>
                </c:pt>
                <c:pt idx="340">
                  <c:v>2.2646659487475835</c:v>
                </c:pt>
                <c:pt idx="341">
                  <c:v>2.3195285547938616</c:v>
                </c:pt>
                <c:pt idx="342">
                  <c:v>2.3080955007485593</c:v>
                </c:pt>
                <c:pt idx="343">
                  <c:v>2.250288095675848</c:v>
                </c:pt>
                <c:pt idx="344">
                  <c:v>2.2887326977122875</c:v>
                </c:pt>
                <c:pt idx="345">
                  <c:v>2.2947542527950686</c:v>
                </c:pt>
                <c:pt idx="346">
                  <c:v>2.3035501273868597</c:v>
                </c:pt>
                <c:pt idx="347">
                  <c:v>2.3163314684947327</c:v>
                </c:pt>
                <c:pt idx="348">
                  <c:v>2.2741675553104113</c:v>
                </c:pt>
                <c:pt idx="349">
                  <c:v>2.2009987830395996</c:v>
                </c:pt>
                <c:pt idx="350">
                  <c:v>2.2132817132000788</c:v>
                </c:pt>
                <c:pt idx="351">
                  <c:v>2.3118568364282663</c:v>
                </c:pt>
                <c:pt idx="352">
                  <c:v>2.3029613636960558</c:v>
                </c:pt>
                <c:pt idx="353">
                  <c:v>2.2648127544454031</c:v>
                </c:pt>
                <c:pt idx="354">
                  <c:v>2.211732969120721</c:v>
                </c:pt>
                <c:pt idx="355">
                  <c:v>2.1697843616210974</c:v>
                </c:pt>
                <c:pt idx="356">
                  <c:v>2.2782377712989947</c:v>
                </c:pt>
                <c:pt idx="357">
                  <c:v>2.3194111662683095</c:v>
                </c:pt>
                <c:pt idx="358">
                  <c:v>2.2645573853737089</c:v>
                </c:pt>
                <c:pt idx="359">
                  <c:v>2.4134007126660162</c:v>
                </c:pt>
                <c:pt idx="360">
                  <c:v>2.5204594682145709</c:v>
                </c:pt>
                <c:pt idx="361">
                  <c:v>2.4396369080450668</c:v>
                </c:pt>
                <c:pt idx="362">
                  <c:v>2.3275777935369746</c:v>
                </c:pt>
                <c:pt idx="363">
                  <c:v>2.2379868148031412</c:v>
                </c:pt>
                <c:pt idx="364">
                  <c:v>2.2258557332843019</c:v>
                </c:pt>
                <c:pt idx="365">
                  <c:v>2.1684633905042023</c:v>
                </c:pt>
                <c:pt idx="366">
                  <c:v>2.0862551414388113</c:v>
                </c:pt>
                <c:pt idx="367">
                  <c:v>2.0633559040089673</c:v>
                </c:pt>
                <c:pt idx="368">
                  <c:v>2.075272870538178</c:v>
                </c:pt>
                <c:pt idx="369">
                  <c:v>2.0202956075609135</c:v>
                </c:pt>
                <c:pt idx="370">
                  <c:v>2.0079630884528799</c:v>
                </c:pt>
                <c:pt idx="371">
                  <c:v>1.947298715625243</c:v>
                </c:pt>
                <c:pt idx="372">
                  <c:v>1.8925818646634998</c:v>
                </c:pt>
                <c:pt idx="373">
                  <c:v>1.8313159807037316</c:v>
                </c:pt>
                <c:pt idx="374">
                  <c:v>1.7999446676997697</c:v>
                </c:pt>
                <c:pt idx="375">
                  <c:v>1.8215557131475477</c:v>
                </c:pt>
                <c:pt idx="376">
                  <c:v>1.7757016958649636</c:v>
                </c:pt>
                <c:pt idx="377">
                  <c:v>1.7416233726437791</c:v>
                </c:pt>
                <c:pt idx="378">
                  <c:v>1.7017477652579682</c:v>
                </c:pt>
                <c:pt idx="379">
                  <c:v>1.6440770799954469</c:v>
                </c:pt>
                <c:pt idx="380">
                  <c:v>1.6057230408250804</c:v>
                </c:pt>
                <c:pt idx="381">
                  <c:v>1.5555470806083045</c:v>
                </c:pt>
                <c:pt idx="382">
                  <c:v>1.5271432948983965</c:v>
                </c:pt>
                <c:pt idx="383">
                  <c:v>1.4971745506439376</c:v>
                </c:pt>
                <c:pt idx="384">
                  <c:v>1.4738959717735221</c:v>
                </c:pt>
                <c:pt idx="385">
                  <c:v>1.4568602071459213</c:v>
                </c:pt>
                <c:pt idx="386">
                  <c:v>1.4416216216216213</c:v>
                </c:pt>
                <c:pt idx="387">
                  <c:v>1.431161295406193</c:v>
                </c:pt>
                <c:pt idx="388">
                  <c:v>1.4207420831910622</c:v>
                </c:pt>
                <c:pt idx="389">
                  <c:v>1.4083322389444832</c:v>
                </c:pt>
                <c:pt idx="390">
                  <c:v>1.3979031859848181</c:v>
                </c:pt>
                <c:pt idx="391">
                  <c:v>1.395347218939055</c:v>
                </c:pt>
                <c:pt idx="392">
                  <c:v>1.4171328062756627</c:v>
                </c:pt>
                <c:pt idx="393">
                  <c:v>1.4079813341037828</c:v>
                </c:pt>
                <c:pt idx="394">
                  <c:v>1.4019167739167737</c:v>
                </c:pt>
                <c:pt idx="395">
                  <c:v>1.3979554715064917</c:v>
                </c:pt>
                <c:pt idx="396">
                  <c:v>1.3905550214937965</c:v>
                </c:pt>
                <c:pt idx="397">
                  <c:v>1.3845589262732112</c:v>
                </c:pt>
                <c:pt idx="398">
                  <c:v>1.3743875537344921</c:v>
                </c:pt>
                <c:pt idx="399">
                  <c:v>1.3683730727812358</c:v>
                </c:pt>
                <c:pt idx="400">
                  <c:v>1.3651762666456544</c:v>
                </c:pt>
                <c:pt idx="401">
                  <c:v>1.3407496826272336</c:v>
                </c:pt>
                <c:pt idx="402">
                  <c:v>1.3203997233384985</c:v>
                </c:pt>
                <c:pt idx="403">
                  <c:v>1.2849037725772414</c:v>
                </c:pt>
                <c:pt idx="404">
                  <c:v>1.2563643877113262</c:v>
                </c:pt>
                <c:pt idx="405">
                  <c:v>1.2278957441406422</c:v>
                </c:pt>
                <c:pt idx="406">
                  <c:v>1.1993664451623629</c:v>
                </c:pt>
                <c:pt idx="407">
                  <c:v>1.1669916213589677</c:v>
                </c:pt>
                <c:pt idx="408">
                  <c:v>1.1533076808587013</c:v>
                </c:pt>
                <c:pt idx="409">
                  <c:v>1.1414040658734532</c:v>
                </c:pt>
                <c:pt idx="410">
                  <c:v>1.1310352830965076</c:v>
                </c:pt>
                <c:pt idx="411">
                  <c:v>1.1207371628187954</c:v>
                </c:pt>
                <c:pt idx="412">
                  <c:v>1.1101582048520824</c:v>
                </c:pt>
                <c:pt idx="413">
                  <c:v>1.103097733301815</c:v>
                </c:pt>
                <c:pt idx="414">
                  <c:v>1.1069715984205779</c:v>
                </c:pt>
                <c:pt idx="415">
                  <c:v>1.1011844614293589</c:v>
                </c:pt>
                <c:pt idx="416">
                  <c:v>1.09619129041578</c:v>
                </c:pt>
                <c:pt idx="417">
                  <c:v>1.0846111942846637</c:v>
                </c:pt>
                <c:pt idx="418">
                  <c:v>1.0655988495784414</c:v>
                </c:pt>
                <c:pt idx="419">
                  <c:v>1.0754576383964138</c:v>
                </c:pt>
                <c:pt idx="420">
                  <c:v>1.0716429052959664</c:v>
                </c:pt>
                <c:pt idx="421">
                  <c:v>1.0654092226337124</c:v>
                </c:pt>
                <c:pt idx="422">
                  <c:v>1.0632910330155227</c:v>
                </c:pt>
                <c:pt idx="423">
                  <c:v>1.0687363485934913</c:v>
                </c:pt>
                <c:pt idx="424">
                  <c:v>1.0647941717227432</c:v>
                </c:pt>
                <c:pt idx="425">
                  <c:v>1.0636585506789586</c:v>
                </c:pt>
                <c:pt idx="426">
                  <c:v>1.0643555975800874</c:v>
                </c:pt>
                <c:pt idx="427">
                  <c:v>1.0650427336957948</c:v>
                </c:pt>
                <c:pt idx="428">
                  <c:v>1.0648894667262014</c:v>
                </c:pt>
                <c:pt idx="429">
                  <c:v>1.0705466866283193</c:v>
                </c:pt>
                <c:pt idx="430">
                  <c:v>1.0712918209754942</c:v>
                </c:pt>
                <c:pt idx="431">
                  <c:v>1.062259212565335</c:v>
                </c:pt>
                <c:pt idx="432">
                  <c:v>1.0469224516061251</c:v>
                </c:pt>
                <c:pt idx="433">
                  <c:v>1.0540302489077999</c:v>
                </c:pt>
                <c:pt idx="434">
                  <c:v>1.0679261812833241</c:v>
                </c:pt>
                <c:pt idx="435">
                  <c:v>1.1072217494462395</c:v>
                </c:pt>
                <c:pt idx="436">
                  <c:v>1.1859286808674565</c:v>
                </c:pt>
                <c:pt idx="437">
                  <c:v>1.2238085607473363</c:v>
                </c:pt>
                <c:pt idx="438">
                  <c:v>1.2000221854507567</c:v>
                </c:pt>
                <c:pt idx="439">
                  <c:v>1.2072037051628886</c:v>
                </c:pt>
                <c:pt idx="440">
                  <c:v>1.2069019164937527</c:v>
                </c:pt>
                <c:pt idx="441">
                  <c:v>1.2076510738143391</c:v>
                </c:pt>
                <c:pt idx="442">
                  <c:v>1.2200725798684982</c:v>
                </c:pt>
                <c:pt idx="443">
                  <c:v>1.230219770791199</c:v>
                </c:pt>
                <c:pt idx="444">
                  <c:v>1.2389234015356458</c:v>
                </c:pt>
                <c:pt idx="445">
                  <c:v>1.2470166784860657</c:v>
                </c:pt>
                <c:pt idx="446">
                  <c:v>1.2345136623503965</c:v>
                </c:pt>
                <c:pt idx="447">
                  <c:v>1.2251485304546526</c:v>
                </c:pt>
                <c:pt idx="448">
                  <c:v>1.2174760241290847</c:v>
                </c:pt>
                <c:pt idx="449">
                  <c:v>1.2197609854752707</c:v>
                </c:pt>
                <c:pt idx="450">
                  <c:v>1.2448976615099063</c:v>
                </c:pt>
                <c:pt idx="451">
                  <c:v>1.2543699034311273</c:v>
                </c:pt>
                <c:pt idx="452">
                  <c:v>1.2613691417364885</c:v>
                </c:pt>
                <c:pt idx="453">
                  <c:v>1.2546260079321299</c:v>
                </c:pt>
                <c:pt idx="454">
                  <c:v>1.2557317609154341</c:v>
                </c:pt>
                <c:pt idx="455">
                  <c:v>1.2619504635831162</c:v>
                </c:pt>
                <c:pt idx="456">
                  <c:v>1.2492974899097349</c:v>
                </c:pt>
                <c:pt idx="457">
                  <c:v>1.2469010584928952</c:v>
                </c:pt>
                <c:pt idx="458">
                  <c:v>1.2541221162853815</c:v>
                </c:pt>
                <c:pt idx="459">
                  <c:v>1.2567371803290168</c:v>
                </c:pt>
                <c:pt idx="460">
                  <c:v>1.2581034328789429</c:v>
                </c:pt>
                <c:pt idx="461">
                  <c:v>1.262419562419562</c:v>
                </c:pt>
                <c:pt idx="462">
                  <c:v>1.271784851907301</c:v>
                </c:pt>
                <c:pt idx="463">
                  <c:v>1.2787702046069389</c:v>
                </c:pt>
                <c:pt idx="464">
                  <c:v>1.2759831026361639</c:v>
                </c:pt>
                <c:pt idx="465">
                  <c:v>1.2750340311156634</c:v>
                </c:pt>
                <c:pt idx="466">
                  <c:v>1.2786920214675312</c:v>
                </c:pt>
                <c:pt idx="467">
                  <c:v>1.2917937646100908</c:v>
                </c:pt>
                <c:pt idx="468">
                  <c:v>1.2954850594034262</c:v>
                </c:pt>
                <c:pt idx="469">
                  <c:v>1.2994404433588107</c:v>
                </c:pt>
                <c:pt idx="470">
                  <c:v>1.3029482660503064</c:v>
                </c:pt>
                <c:pt idx="471">
                  <c:v>1.3061945910925497</c:v>
                </c:pt>
                <c:pt idx="472">
                  <c:v>1.3100421471033714</c:v>
                </c:pt>
                <c:pt idx="473">
                  <c:v>1.3188387921449143</c:v>
                </c:pt>
                <c:pt idx="474">
                  <c:v>1.3256814715590224</c:v>
                </c:pt>
                <c:pt idx="475">
                  <c:v>1.3315650460956576</c:v>
                </c:pt>
                <c:pt idx="476">
                  <c:v>1.3409530463408008</c:v>
                </c:pt>
                <c:pt idx="477">
                  <c:v>1.3456926430803979</c:v>
                </c:pt>
                <c:pt idx="478">
                  <c:v>1.3502707255360313</c:v>
                </c:pt>
                <c:pt idx="479">
                  <c:v>1.3608936866896044</c:v>
                </c:pt>
                <c:pt idx="480">
                  <c:v>1.3668855444365642</c:v>
                </c:pt>
                <c:pt idx="481">
                  <c:v>1.3753215489542017</c:v>
                </c:pt>
                <c:pt idx="482">
                  <c:v>1.3863949430480038</c:v>
                </c:pt>
                <c:pt idx="483">
                  <c:v>1.387712447141018</c:v>
                </c:pt>
                <c:pt idx="484">
                  <c:v>1.3942891462891456</c:v>
                </c:pt>
                <c:pt idx="485">
                  <c:v>1.397389996410404</c:v>
                </c:pt>
                <c:pt idx="486">
                  <c:v>1.4090104798676222</c:v>
                </c:pt>
                <c:pt idx="487">
                  <c:v>1.4154745532704709</c:v>
                </c:pt>
                <c:pt idx="488">
                  <c:v>1.4227753351018655</c:v>
                </c:pt>
                <c:pt idx="489">
                  <c:v>1.4280921037655729</c:v>
                </c:pt>
                <c:pt idx="490">
                  <c:v>1.4319509013386555</c:v>
                </c:pt>
                <c:pt idx="491">
                  <c:v>1.4345433596862165</c:v>
                </c:pt>
                <c:pt idx="492">
                  <c:v>1.4432907309642</c:v>
                </c:pt>
                <c:pt idx="493">
                  <c:v>1.4491213896111852</c:v>
                </c:pt>
                <c:pt idx="494">
                  <c:v>1.4512973148075181</c:v>
                </c:pt>
                <c:pt idx="495">
                  <c:v>1.457658603209623</c:v>
                </c:pt>
                <c:pt idx="496">
                  <c:v>1.4655116574300247</c:v>
                </c:pt>
                <c:pt idx="497">
                  <c:v>1.4730063474553268</c:v>
                </c:pt>
                <c:pt idx="498">
                  <c:v>1.4747947014069458</c:v>
                </c:pt>
                <c:pt idx="499">
                  <c:v>1.4810849333298306</c:v>
                </c:pt>
                <c:pt idx="500">
                  <c:v>1.4841739815617359</c:v>
                </c:pt>
                <c:pt idx="501">
                  <c:v>1.485534560799866</c:v>
                </c:pt>
                <c:pt idx="502">
                  <c:v>1.5021162153407044</c:v>
                </c:pt>
                <c:pt idx="503">
                  <c:v>1.5115860933820113</c:v>
                </c:pt>
                <c:pt idx="504">
                  <c:v>1.5108053126012306</c:v>
                </c:pt>
                <c:pt idx="505">
                  <c:v>1.5178744342009645</c:v>
                </c:pt>
                <c:pt idx="506">
                  <c:v>1.5207706598726998</c:v>
                </c:pt>
                <c:pt idx="507">
                  <c:v>1.5338906836866011</c:v>
                </c:pt>
                <c:pt idx="508">
                  <c:v>1.5392678976352436</c:v>
                </c:pt>
                <c:pt idx="509">
                  <c:v>1.5531554294819592</c:v>
                </c:pt>
                <c:pt idx="510">
                  <c:v>1.5778672550101116</c:v>
                </c:pt>
                <c:pt idx="511">
                  <c:v>1.5954804717253688</c:v>
                </c:pt>
                <c:pt idx="512">
                  <c:v>1.6188505940342668</c:v>
                </c:pt>
                <c:pt idx="513">
                  <c:v>1.6504896033059289</c:v>
                </c:pt>
                <c:pt idx="514">
                  <c:v>1.6769974872832005</c:v>
                </c:pt>
                <c:pt idx="515">
                  <c:v>1.699554645024032</c:v>
                </c:pt>
                <c:pt idx="516">
                  <c:v>1.7175933951444144</c:v>
                </c:pt>
                <c:pt idx="517">
                  <c:v>1.7429469352734621</c:v>
                </c:pt>
                <c:pt idx="518">
                  <c:v>1.7654755163326588</c:v>
                </c:pt>
                <c:pt idx="519">
                  <c:v>1.7817890193400361</c:v>
                </c:pt>
                <c:pt idx="520">
                  <c:v>1.8066444987261274</c:v>
                </c:pt>
                <c:pt idx="521">
                  <c:v>1.8334819250737615</c:v>
                </c:pt>
                <c:pt idx="522">
                  <c:v>1.8566705714460836</c:v>
                </c:pt>
                <c:pt idx="523">
                  <c:v>1.8776282755058289</c:v>
                </c:pt>
                <c:pt idx="524">
                  <c:v>1.8976928882235029</c:v>
                </c:pt>
                <c:pt idx="525">
                  <c:v>1.9095936753079621</c:v>
                </c:pt>
                <c:pt idx="526">
                  <c:v>1.9045559845559872</c:v>
                </c:pt>
                <c:pt idx="527">
                  <c:v>1.9078068622558386</c:v>
                </c:pt>
                <c:pt idx="528">
                  <c:v>1.9078904910741621</c:v>
                </c:pt>
                <c:pt idx="529">
                  <c:v>1.8960336196254564</c:v>
                </c:pt>
                <c:pt idx="530">
                  <c:v>1.8890567068526221</c:v>
                </c:pt>
                <c:pt idx="531">
                  <c:v>1.8823998108896038</c:v>
                </c:pt>
                <c:pt idx="532">
                  <c:v>1.8758117651178896</c:v>
                </c:pt>
                <c:pt idx="533">
                  <c:v>1.8836716833451552</c:v>
                </c:pt>
                <c:pt idx="534">
                  <c:v>1.8838116250361114</c:v>
                </c:pt>
                <c:pt idx="535">
                  <c:v>1.8856110454477775</c:v>
                </c:pt>
                <c:pt idx="536">
                  <c:v>1.8810571270979408</c:v>
                </c:pt>
                <c:pt idx="537">
                  <c:v>1.8796499356499343</c:v>
                </c:pt>
                <c:pt idx="538">
                  <c:v>1.8916597063535865</c:v>
                </c:pt>
                <c:pt idx="539">
                  <c:v>1.8961804253232832</c:v>
                </c:pt>
                <c:pt idx="540">
                  <c:v>1.8990752851977359</c:v>
                </c:pt>
                <c:pt idx="541">
                  <c:v>1.9128887488071149</c:v>
                </c:pt>
                <c:pt idx="542">
                  <c:v>1.9363160244792912</c:v>
                </c:pt>
                <c:pt idx="543">
                  <c:v>1.9554784405396615</c:v>
                </c:pt>
                <c:pt idx="544">
                  <c:v>1.9592437685498885</c:v>
                </c:pt>
                <c:pt idx="545">
                  <c:v>1.97965480349154</c:v>
                </c:pt>
                <c:pt idx="546">
                  <c:v>2.0032964042759929</c:v>
                </c:pt>
                <c:pt idx="547">
                  <c:v>2.0040222379814168</c:v>
                </c:pt>
                <c:pt idx="548">
                  <c:v>2.016128244862935</c:v>
                </c:pt>
                <c:pt idx="549">
                  <c:v>2.0133491625736535</c:v>
                </c:pt>
                <c:pt idx="550">
                  <c:v>1.9983873085913868</c:v>
                </c:pt>
                <c:pt idx="551">
                  <c:v>1.9944334305150635</c:v>
                </c:pt>
                <c:pt idx="552">
                  <c:v>1.9976968455335793</c:v>
                </c:pt>
                <c:pt idx="553">
                  <c:v>2.0081115050910952</c:v>
                </c:pt>
                <c:pt idx="554">
                  <c:v>2.0031725019480104</c:v>
                </c:pt>
                <c:pt idx="555">
                  <c:v>1.9925385443752761</c:v>
                </c:pt>
                <c:pt idx="556">
                  <c:v>1.983967781192268</c:v>
                </c:pt>
                <c:pt idx="557">
                  <c:v>1.9700259326381755</c:v>
                </c:pt>
                <c:pt idx="558">
                  <c:v>1.9483337798439841</c:v>
                </c:pt>
                <c:pt idx="559">
                  <c:v>1.9405963631269754</c:v>
                </c:pt>
                <c:pt idx="560">
                  <c:v>1.9108619756783045</c:v>
                </c:pt>
                <c:pt idx="561">
                  <c:v>1.8854528931263632</c:v>
                </c:pt>
                <c:pt idx="562">
                  <c:v>1.8735821535821529</c:v>
                </c:pt>
                <c:pt idx="563">
                  <c:v>1.8662189653210084</c:v>
                </c:pt>
                <c:pt idx="564">
                  <c:v>1.8564570868244363</c:v>
                </c:pt>
                <c:pt idx="565">
                  <c:v>1.8341697966187738</c:v>
                </c:pt>
                <c:pt idx="566">
                  <c:v>1.8253452753044597</c:v>
                </c:pt>
                <c:pt idx="567">
                  <c:v>1.8063590120732991</c:v>
                </c:pt>
                <c:pt idx="568">
                  <c:v>1.7730788747931603</c:v>
                </c:pt>
                <c:pt idx="569">
                  <c:v>1.7405128743904252</c:v>
                </c:pt>
                <c:pt idx="570">
                  <c:v>1.7113111478825753</c:v>
                </c:pt>
                <c:pt idx="571">
                  <c:v>1.6880107162556133</c:v>
                </c:pt>
                <c:pt idx="572">
                  <c:v>1.6478199248811485</c:v>
                </c:pt>
                <c:pt idx="573">
                  <c:v>1.628527793099221</c:v>
                </c:pt>
                <c:pt idx="574">
                  <c:v>1.6107368476348061</c:v>
                </c:pt>
                <c:pt idx="575">
                  <c:v>1.5378506553200424</c:v>
                </c:pt>
                <c:pt idx="576">
                  <c:v>1.5368452183962382</c:v>
                </c:pt>
                <c:pt idx="577">
                  <c:v>1.4953175916441215</c:v>
                </c:pt>
                <c:pt idx="578">
                  <c:v>1.4814336318826109</c:v>
                </c:pt>
                <c:pt idx="579">
                  <c:v>1.4694676367329427</c:v>
                </c:pt>
                <c:pt idx="580">
                  <c:v>1.4486266558103287</c:v>
                </c:pt>
                <c:pt idx="581">
                  <c:v>1.3627932655687758</c:v>
                </c:pt>
                <c:pt idx="582">
                  <c:v>1.3518726656685833</c:v>
                </c:pt>
                <c:pt idx="583">
                  <c:v>1.1576955322669606</c:v>
                </c:pt>
                <c:pt idx="584">
                  <c:v>0.99085962766702562</c:v>
                </c:pt>
                <c:pt idx="585">
                  <c:v>1.1245538132885071</c:v>
                </c:pt>
                <c:pt idx="586">
                  <c:v>1.2236800182106302</c:v>
                </c:pt>
                <c:pt idx="587">
                  <c:v>1.2731851968586656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7BE-418F-8705-C8EC33B01BAD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Sheet2!$C$2:$C$589</c:f>
              <c:numCache>
                <c:formatCode>General</c:formatCode>
                <c:ptCount val="588"/>
                <c:pt idx="0">
                  <c:v>2.6817794249115909</c:v>
                </c:pt>
                <c:pt idx="1">
                  <c:v>2.6876321571300705</c:v>
                </c:pt>
                <c:pt idx="2">
                  <c:v>2.700821262247818</c:v>
                </c:pt>
                <c:pt idx="3">
                  <c:v>2.7366770250206889</c:v>
                </c:pt>
                <c:pt idx="4">
                  <c:v>2.7708211173864887</c:v>
                </c:pt>
                <c:pt idx="5">
                  <c:v>2.78917860027232</c:v>
                </c:pt>
                <c:pt idx="6">
                  <c:v>2.7946574495492733</c:v>
                </c:pt>
                <c:pt idx="7">
                  <c:v>2.7963898111368088</c:v>
                </c:pt>
                <c:pt idx="8">
                  <c:v>2.8239177543799556</c:v>
                </c:pt>
                <c:pt idx="9">
                  <c:v>2.8253779704300195</c:v>
                </c:pt>
                <c:pt idx="10">
                  <c:v>2.8249458084835402</c:v>
                </c:pt>
                <c:pt idx="11">
                  <c:v>2.808923822408866</c:v>
                </c:pt>
                <c:pt idx="12">
                  <c:v>2.7715194504939165</c:v>
                </c:pt>
                <c:pt idx="13">
                  <c:v>2.7428261808897267</c:v>
                </c:pt>
                <c:pt idx="14">
                  <c:v>2.7307721496434154</c:v>
                </c:pt>
                <c:pt idx="15">
                  <c:v>2.7247495629016965</c:v>
                </c:pt>
                <c:pt idx="16">
                  <c:v>2.7174081844437201</c:v>
                </c:pt>
                <c:pt idx="17">
                  <c:v>2.7250749934189593</c:v>
                </c:pt>
                <c:pt idx="18">
                  <c:v>2.7326508949892836</c:v>
                </c:pt>
                <c:pt idx="19">
                  <c:v>2.729243401266531</c:v>
                </c:pt>
                <c:pt idx="20">
                  <c:v>2.7220889815796365</c:v>
                </c:pt>
                <c:pt idx="21">
                  <c:v>2.7185861285034414</c:v>
                </c:pt>
                <c:pt idx="22">
                  <c:v>2.7199698310132607</c:v>
                </c:pt>
                <c:pt idx="23">
                  <c:v>2.7166358982431276</c:v>
                </c:pt>
                <c:pt idx="24">
                  <c:v>2.7187706421628963</c:v>
                </c:pt>
                <c:pt idx="25">
                  <c:v>2.7256812888340241</c:v>
                </c:pt>
                <c:pt idx="26">
                  <c:v>2.728058467878292</c:v>
                </c:pt>
                <c:pt idx="27">
                  <c:v>2.7309313125700605</c:v>
                </c:pt>
                <c:pt idx="28">
                  <c:v>2.7389203457369389</c:v>
                </c:pt>
                <c:pt idx="29">
                  <c:v>2.7431665127476594</c:v>
                </c:pt>
                <c:pt idx="30">
                  <c:v>2.7527275681537962</c:v>
                </c:pt>
                <c:pt idx="31">
                  <c:v>2.7613074187177995</c:v>
                </c:pt>
                <c:pt idx="32">
                  <c:v>2.772986217597774</c:v>
                </c:pt>
                <c:pt idx="33">
                  <c:v>2.7894902366692751</c:v>
                </c:pt>
                <c:pt idx="34">
                  <c:v>2.8097809493694896</c:v>
                </c:pt>
                <c:pt idx="35">
                  <c:v>2.8395634700692041</c:v>
                </c:pt>
                <c:pt idx="36">
                  <c:v>2.8764502395332854</c:v>
                </c:pt>
                <c:pt idx="37">
                  <c:v>2.9163647261368881</c:v>
                </c:pt>
                <c:pt idx="38">
                  <c:v>2.9570183053973942</c:v>
                </c:pt>
                <c:pt idx="39">
                  <c:v>2.9941389751623726</c:v>
                </c:pt>
                <c:pt idx="40">
                  <c:v>3.0239349209089443</c:v>
                </c:pt>
                <c:pt idx="41">
                  <c:v>3.0508394529556364</c:v>
                </c:pt>
                <c:pt idx="42">
                  <c:v>3.0781147192859608</c:v>
                </c:pt>
                <c:pt idx="43">
                  <c:v>3.1070730066965608</c:v>
                </c:pt>
                <c:pt idx="44">
                  <c:v>3.1398317357220025</c:v>
                </c:pt>
                <c:pt idx="45">
                  <c:v>3.1693025738905813</c:v>
                </c:pt>
                <c:pt idx="46">
                  <c:v>3.1978312598017848</c:v>
                </c:pt>
                <c:pt idx="47">
                  <c:v>3.2185748948302138</c:v>
                </c:pt>
                <c:pt idx="48">
                  <c:v>3.2303422944060181</c:v>
                </c:pt>
                <c:pt idx="49">
                  <c:v>3.2292632158975452</c:v>
                </c:pt>
                <c:pt idx="50">
                  <c:v>3.2137941479897814</c:v>
                </c:pt>
                <c:pt idx="51">
                  <c:v>3.1921639985270285</c:v>
                </c:pt>
                <c:pt idx="52">
                  <c:v>3.1720286426834745</c:v>
                </c:pt>
                <c:pt idx="53">
                  <c:v>3.1492898427018186</c:v>
                </c:pt>
                <c:pt idx="54">
                  <c:v>3.1286423974421012</c:v>
                </c:pt>
                <c:pt idx="55">
                  <c:v>3.1146400735711017</c:v>
                </c:pt>
                <c:pt idx="56">
                  <c:v>3.1155701386728909</c:v>
                </c:pt>
                <c:pt idx="57">
                  <c:v>3.1229976496479832</c:v>
                </c:pt>
                <c:pt idx="58">
                  <c:v>3.1382939450455165</c:v>
                </c:pt>
                <c:pt idx="59">
                  <c:v>3.1625136522577022</c:v>
                </c:pt>
                <c:pt idx="60">
                  <c:v>3.1961943729031455</c:v>
                </c:pt>
                <c:pt idx="61">
                  <c:v>3.2377672218669398</c:v>
                </c:pt>
                <c:pt idx="62">
                  <c:v>3.2842962198297458</c:v>
                </c:pt>
                <c:pt idx="63">
                  <c:v>3.3383538548937892</c:v>
                </c:pt>
                <c:pt idx="64">
                  <c:v>3.3949384436227854</c:v>
                </c:pt>
                <c:pt idx="65">
                  <c:v>3.450105882560274</c:v>
                </c:pt>
                <c:pt idx="66">
                  <c:v>3.5042542174254163</c:v>
                </c:pt>
                <c:pt idx="67">
                  <c:v>3.5574108519221044</c:v>
                </c:pt>
                <c:pt idx="68">
                  <c:v>3.5949892650372774</c:v>
                </c:pt>
                <c:pt idx="69">
                  <c:v>3.6109375748238759</c:v>
                </c:pt>
                <c:pt idx="70">
                  <c:v>3.6198160058114306</c:v>
                </c:pt>
                <c:pt idx="71">
                  <c:v>3.6054180813329011</c:v>
                </c:pt>
                <c:pt idx="72">
                  <c:v>3.5895571496863203</c:v>
                </c:pt>
                <c:pt idx="73">
                  <c:v>3.5739485720132911</c:v>
                </c:pt>
                <c:pt idx="74">
                  <c:v>3.5564682383229078</c:v>
                </c:pt>
                <c:pt idx="75">
                  <c:v>3.542745349190084</c:v>
                </c:pt>
                <c:pt idx="76">
                  <c:v>3.5398425864815231</c:v>
                </c:pt>
                <c:pt idx="77">
                  <c:v>3.5447829114562355</c:v>
                </c:pt>
                <c:pt idx="78">
                  <c:v>3.5529561353432966</c:v>
                </c:pt>
                <c:pt idx="79">
                  <c:v>3.5613535713531106</c:v>
                </c:pt>
                <c:pt idx="80">
                  <c:v>3.5700416527072329</c:v>
                </c:pt>
                <c:pt idx="81">
                  <c:v>3.5759601146009974</c:v>
                </c:pt>
                <c:pt idx="82">
                  <c:v>3.5880974641793459</c:v>
                </c:pt>
                <c:pt idx="83">
                  <c:v>3.5962340575261882</c:v>
                </c:pt>
                <c:pt idx="84">
                  <c:v>3.6080929411841782</c:v>
                </c:pt>
                <c:pt idx="85">
                  <c:v>3.6173100893333068</c:v>
                </c:pt>
                <c:pt idx="86">
                  <c:v>3.6266271641198609</c:v>
                </c:pt>
                <c:pt idx="87">
                  <c:v>3.6406393145715468</c:v>
                </c:pt>
                <c:pt idx="88">
                  <c:v>3.640111724070354</c:v>
                </c:pt>
                <c:pt idx="89">
                  <c:v>3.6401159684150644</c:v>
                </c:pt>
                <c:pt idx="90">
                  <c:v>3.6355852227049192</c:v>
                </c:pt>
                <c:pt idx="91">
                  <c:v>3.6194210049482614</c:v>
                </c:pt>
                <c:pt idx="92">
                  <c:v>3.5825403251961578</c:v>
                </c:pt>
                <c:pt idx="93">
                  <c:v>3.5378100989753514</c:v>
                </c:pt>
                <c:pt idx="94">
                  <c:v>3.5021586183587656</c:v>
                </c:pt>
                <c:pt idx="95">
                  <c:v>3.4504626843210504</c:v>
                </c:pt>
                <c:pt idx="96">
                  <c:v>3.3946865509910498</c:v>
                </c:pt>
                <c:pt idx="97">
                  <c:v>3.349521740779231</c:v>
                </c:pt>
                <c:pt idx="98">
                  <c:v>3.3056225757064226</c:v>
                </c:pt>
                <c:pt idx="99">
                  <c:v>3.2667988626263393</c:v>
                </c:pt>
                <c:pt idx="100">
                  <c:v>3.2300892484197443</c:v>
                </c:pt>
                <c:pt idx="101">
                  <c:v>3.2050590097703888</c:v>
                </c:pt>
                <c:pt idx="102">
                  <c:v>3.1832559955290458</c:v>
                </c:pt>
                <c:pt idx="103">
                  <c:v>3.1623786636422344</c:v>
                </c:pt>
                <c:pt idx="104">
                  <c:v>3.152153391355986</c:v>
                </c:pt>
                <c:pt idx="105">
                  <c:v>3.1447349688146766</c:v>
                </c:pt>
                <c:pt idx="106">
                  <c:v>3.1427552588122984</c:v>
                </c:pt>
                <c:pt idx="107">
                  <c:v>3.1352462287382563</c:v>
                </c:pt>
                <c:pt idx="108">
                  <c:v>3.1313126438752117</c:v>
                </c:pt>
                <c:pt idx="109">
                  <c:v>3.1235692982926402</c:v>
                </c:pt>
                <c:pt idx="110">
                  <c:v>3.1063498072652309</c:v>
                </c:pt>
                <c:pt idx="111">
                  <c:v>3.0782679770373571</c:v>
                </c:pt>
                <c:pt idx="112">
                  <c:v>3.0332107056029329</c:v>
                </c:pt>
                <c:pt idx="113">
                  <c:v>2.9810827249541907</c:v>
                </c:pt>
                <c:pt idx="114">
                  <c:v>2.9249225706962521</c:v>
                </c:pt>
                <c:pt idx="115">
                  <c:v>2.8713917879864934</c:v>
                </c:pt>
                <c:pt idx="116">
                  <c:v>2.8351586014736556</c:v>
                </c:pt>
                <c:pt idx="117">
                  <c:v>2.8074165494935341</c:v>
                </c:pt>
                <c:pt idx="118">
                  <c:v>2.7856351260491961</c:v>
                </c:pt>
                <c:pt idx="119">
                  <c:v>2.7722550369530179</c:v>
                </c:pt>
                <c:pt idx="120">
                  <c:v>2.7587833945733831</c:v>
                </c:pt>
                <c:pt idx="121">
                  <c:v>2.7494062992165227</c:v>
                </c:pt>
                <c:pt idx="122">
                  <c:v>2.7457305121604629</c:v>
                </c:pt>
                <c:pt idx="123">
                  <c:v>2.7437213454831086</c:v>
                </c:pt>
                <c:pt idx="124">
                  <c:v>2.7415452653365939</c:v>
                </c:pt>
                <c:pt idx="125">
                  <c:v>2.7408056882707812</c:v>
                </c:pt>
                <c:pt idx="126">
                  <c:v>2.7431334806736074</c:v>
                </c:pt>
                <c:pt idx="127">
                  <c:v>2.7492914712384291</c:v>
                </c:pt>
                <c:pt idx="128">
                  <c:v>2.7586830757954162</c:v>
                </c:pt>
                <c:pt idx="129">
                  <c:v>2.7726697140446581</c:v>
                </c:pt>
                <c:pt idx="130">
                  <c:v>2.792121199846723</c:v>
                </c:pt>
                <c:pt idx="131">
                  <c:v>2.8123526762577176</c:v>
                </c:pt>
                <c:pt idx="132">
                  <c:v>2.8301653836596974</c:v>
                </c:pt>
                <c:pt idx="133">
                  <c:v>2.8495756255033831</c:v>
                </c:pt>
                <c:pt idx="134">
                  <c:v>2.8629743297418502</c:v>
                </c:pt>
                <c:pt idx="135">
                  <c:v>2.8662543085865586</c:v>
                </c:pt>
                <c:pt idx="136">
                  <c:v>2.8639118224468807</c:v>
                </c:pt>
                <c:pt idx="137">
                  <c:v>2.8581316708296627</c:v>
                </c:pt>
                <c:pt idx="138">
                  <c:v>2.8510852051277955</c:v>
                </c:pt>
                <c:pt idx="139">
                  <c:v>2.8604977546032453</c:v>
                </c:pt>
                <c:pt idx="140">
                  <c:v>2.8689328130381853</c:v>
                </c:pt>
                <c:pt idx="141">
                  <c:v>2.8765351033604043</c:v>
                </c:pt>
                <c:pt idx="142">
                  <c:v>2.8958625112809617</c:v>
                </c:pt>
                <c:pt idx="143">
                  <c:v>2.9196221222996868</c:v>
                </c:pt>
                <c:pt idx="144">
                  <c:v>2.9435330072999975</c:v>
                </c:pt>
                <c:pt idx="145">
                  <c:v>2.9704989900766314</c:v>
                </c:pt>
                <c:pt idx="146">
                  <c:v>2.9991317085674223</c:v>
                </c:pt>
                <c:pt idx="147">
                  <c:v>3.0273097746981885</c:v>
                </c:pt>
                <c:pt idx="148">
                  <c:v>3.0602565005137961</c:v>
                </c:pt>
                <c:pt idx="149">
                  <c:v>3.0904200434196478</c:v>
                </c:pt>
                <c:pt idx="150">
                  <c:v>3.116423667167346</c:v>
                </c:pt>
                <c:pt idx="151">
                  <c:v>3.1484743287730308</c:v>
                </c:pt>
                <c:pt idx="152">
                  <c:v>3.1804971253330079</c:v>
                </c:pt>
                <c:pt idx="153">
                  <c:v>3.2064787430760671</c:v>
                </c:pt>
                <c:pt idx="154">
                  <c:v>3.2349156219658139</c:v>
                </c:pt>
                <c:pt idx="155">
                  <c:v>3.2695380796609999</c:v>
                </c:pt>
                <c:pt idx="156">
                  <c:v>3.2976516963400186</c:v>
                </c:pt>
                <c:pt idx="157">
                  <c:v>3.3214608093356395</c:v>
                </c:pt>
                <c:pt idx="158">
                  <c:v>3.3371823234853162</c:v>
                </c:pt>
                <c:pt idx="159">
                  <c:v>3.3508373953711357</c:v>
                </c:pt>
                <c:pt idx="160">
                  <c:v>3.348005310228845</c:v>
                </c:pt>
                <c:pt idx="161">
                  <c:v>3.3349582868569909</c:v>
                </c:pt>
                <c:pt idx="162">
                  <c:v>3.325843279786004</c:v>
                </c:pt>
                <c:pt idx="163">
                  <c:v>3.3085148198215699</c:v>
                </c:pt>
                <c:pt idx="164">
                  <c:v>3.3007244173737282</c:v>
                </c:pt>
                <c:pt idx="165">
                  <c:v>3.2809300854008292</c:v>
                </c:pt>
                <c:pt idx="166">
                  <c:v>3.2562299368210845</c:v>
                </c:pt>
                <c:pt idx="167">
                  <c:v>3.2390883664264587</c:v>
                </c:pt>
                <c:pt idx="168">
                  <c:v>3.2220825227942087</c:v>
                </c:pt>
                <c:pt idx="169">
                  <c:v>3.2090923367341304</c:v>
                </c:pt>
                <c:pt idx="170">
                  <c:v>3.2108291502701944</c:v>
                </c:pt>
                <c:pt idx="171">
                  <c:v>3.2090963042737504</c:v>
                </c:pt>
                <c:pt idx="172">
                  <c:v>3.2131724898922327</c:v>
                </c:pt>
                <c:pt idx="173">
                  <c:v>3.2236445339160511</c:v>
                </c:pt>
                <c:pt idx="174">
                  <c:v>3.2340412869554402</c:v>
                </c:pt>
                <c:pt idx="175">
                  <c:v>3.2470060530814369</c:v>
                </c:pt>
                <c:pt idx="176">
                  <c:v>3.2577453062852944</c:v>
                </c:pt>
                <c:pt idx="177">
                  <c:v>3.2773241454957671</c:v>
                </c:pt>
                <c:pt idx="178">
                  <c:v>3.2985670907720483</c:v>
                </c:pt>
                <c:pt idx="179">
                  <c:v>3.3275226562659324</c:v>
                </c:pt>
                <c:pt idx="180">
                  <c:v>3.3627824576804248</c:v>
                </c:pt>
                <c:pt idx="181">
                  <c:v>3.4031796692935785</c:v>
                </c:pt>
                <c:pt idx="182">
                  <c:v>3.4347303747728701</c:v>
                </c:pt>
                <c:pt idx="183">
                  <c:v>3.4723483710158884</c:v>
                </c:pt>
                <c:pt idx="184">
                  <c:v>3.4930212823438684</c:v>
                </c:pt>
                <c:pt idx="185">
                  <c:v>3.520275788292456</c:v>
                </c:pt>
                <c:pt idx="186">
                  <c:v>3.5390456646279365</c:v>
                </c:pt>
                <c:pt idx="187">
                  <c:v>3.5515805985836248</c:v>
                </c:pt>
                <c:pt idx="188">
                  <c:v>3.5604180624178876</c:v>
                </c:pt>
                <c:pt idx="189">
                  <c:v>3.5631985695451109</c:v>
                </c:pt>
                <c:pt idx="190">
                  <c:v>3.5683514808288042</c:v>
                </c:pt>
                <c:pt idx="191">
                  <c:v>3.56282045379242</c:v>
                </c:pt>
                <c:pt idx="192">
                  <c:v>3.5752989195097871</c:v>
                </c:pt>
                <c:pt idx="193">
                  <c:v>3.6012928550793415</c:v>
                </c:pt>
                <c:pt idx="194">
                  <c:v>3.6319153408241114</c:v>
                </c:pt>
                <c:pt idx="195">
                  <c:v>3.6563122955621425</c:v>
                </c:pt>
                <c:pt idx="196">
                  <c:v>3.6715903679579309</c:v>
                </c:pt>
                <c:pt idx="197">
                  <c:v>3.6759508785378348</c:v>
                </c:pt>
                <c:pt idx="198">
                  <c:v>3.6898890297621767</c:v>
                </c:pt>
                <c:pt idx="199">
                  <c:v>3.7095595375915629</c:v>
                </c:pt>
                <c:pt idx="200">
                  <c:v>3.7254902241207777</c:v>
                </c:pt>
                <c:pt idx="201">
                  <c:v>3.7464227786230082</c:v>
                </c:pt>
                <c:pt idx="202">
                  <c:v>3.8238184966881672</c:v>
                </c:pt>
                <c:pt idx="203">
                  <c:v>3.9642925586210906</c:v>
                </c:pt>
                <c:pt idx="204">
                  <c:v>4.0719919752359104</c:v>
                </c:pt>
                <c:pt idx="205">
                  <c:v>4.1715233349920133</c:v>
                </c:pt>
                <c:pt idx="206">
                  <c:v>4.2264785566939738</c:v>
                </c:pt>
                <c:pt idx="207">
                  <c:v>4.2457417919678733</c:v>
                </c:pt>
                <c:pt idx="208">
                  <c:v>4.2284556831821813</c:v>
                </c:pt>
                <c:pt idx="209">
                  <c:v>4.1516457769554416</c:v>
                </c:pt>
                <c:pt idx="210">
                  <c:v>4.0739144788530623</c:v>
                </c:pt>
                <c:pt idx="211">
                  <c:v>3.9834208052795228</c:v>
                </c:pt>
                <c:pt idx="212">
                  <c:v>3.8887141582389524</c:v>
                </c:pt>
                <c:pt idx="213">
                  <c:v>3.8173871149629672</c:v>
                </c:pt>
                <c:pt idx="214">
                  <c:v>3.8091750460949698</c:v>
                </c:pt>
                <c:pt idx="215">
                  <c:v>3.8630744409160012</c:v>
                </c:pt>
                <c:pt idx="216">
                  <c:v>3.908793230380911</c:v>
                </c:pt>
                <c:pt idx="217">
                  <c:v>3.979514716388735</c:v>
                </c:pt>
                <c:pt idx="218">
                  <c:v>4.0400207105568224</c:v>
                </c:pt>
                <c:pt idx="219">
                  <c:v>4.0792156653965321</c:v>
                </c:pt>
                <c:pt idx="220">
                  <c:v>4.163899384671514</c:v>
                </c:pt>
                <c:pt idx="221">
                  <c:v>4.190661638902041</c:v>
                </c:pt>
                <c:pt idx="222">
                  <c:v>4.2065738717586019</c:v>
                </c:pt>
                <c:pt idx="223">
                  <c:v>4.1498470974818034</c:v>
                </c:pt>
                <c:pt idx="224">
                  <c:v>4.0872470728092445</c:v>
                </c:pt>
                <c:pt idx="225">
                  <c:v>3.9930084109071924</c:v>
                </c:pt>
                <c:pt idx="226">
                  <c:v>3.9280214959451305</c:v>
                </c:pt>
                <c:pt idx="227">
                  <c:v>3.913664999961711</c:v>
                </c:pt>
                <c:pt idx="228">
                  <c:v>3.8824761710031734</c:v>
                </c:pt>
                <c:pt idx="229">
                  <c:v>3.8406083862161773</c:v>
                </c:pt>
                <c:pt idx="230">
                  <c:v>3.844581000596885</c:v>
                </c:pt>
                <c:pt idx="231">
                  <c:v>3.8247367514394575</c:v>
                </c:pt>
                <c:pt idx="232">
                  <c:v>3.8551429601407143</c:v>
                </c:pt>
                <c:pt idx="233">
                  <c:v>3.8829378818929907</c:v>
                </c:pt>
                <c:pt idx="234">
                  <c:v>3.8471606394972655</c:v>
                </c:pt>
                <c:pt idx="235">
                  <c:v>3.8365829943316787</c:v>
                </c:pt>
                <c:pt idx="236">
                  <c:v>3.8214304991783044</c:v>
                </c:pt>
                <c:pt idx="237">
                  <c:v>3.8045077432071812</c:v>
                </c:pt>
                <c:pt idx="238">
                  <c:v>3.7760537485360492</c:v>
                </c:pt>
                <c:pt idx="239">
                  <c:v>3.7492805143702901</c:v>
                </c:pt>
                <c:pt idx="240">
                  <c:v>3.6938803746206279</c:v>
                </c:pt>
                <c:pt idx="241">
                  <c:v>3.6429605097863975</c:v>
                </c:pt>
                <c:pt idx="242">
                  <c:v>3.644605008825009</c:v>
                </c:pt>
                <c:pt idx="243">
                  <c:v>3.6426277900684374</c:v>
                </c:pt>
                <c:pt idx="244">
                  <c:v>3.639455234665669</c:v>
                </c:pt>
                <c:pt idx="245">
                  <c:v>3.6502007159840471</c:v>
                </c:pt>
                <c:pt idx="246">
                  <c:v>3.6379122308266583</c:v>
                </c:pt>
                <c:pt idx="247">
                  <c:v>3.631417183930802</c:v>
                </c:pt>
                <c:pt idx="248">
                  <c:v>3.6390763807660704</c:v>
                </c:pt>
                <c:pt idx="249">
                  <c:v>3.643008581603663</c:v>
                </c:pt>
                <c:pt idx="250">
                  <c:v>3.6185151141576499</c:v>
                </c:pt>
                <c:pt idx="251">
                  <c:v>3.6464996473964502</c:v>
                </c:pt>
                <c:pt idx="252">
                  <c:v>3.6845549034130176</c:v>
                </c:pt>
                <c:pt idx="253">
                  <c:v>3.6811568441304083</c:v>
                </c:pt>
                <c:pt idx="254">
                  <c:v>3.6703568322093361</c:v>
                </c:pt>
                <c:pt idx="255">
                  <c:v>3.6587407066151179</c:v>
                </c:pt>
                <c:pt idx="256">
                  <c:v>3.6381233408418274</c:v>
                </c:pt>
                <c:pt idx="257">
                  <c:v>3.5913649637279232</c:v>
                </c:pt>
                <c:pt idx="258">
                  <c:v>3.5453294169719003</c:v>
                </c:pt>
                <c:pt idx="259">
                  <c:v>3.5</c:v>
                </c:pt>
                <c:pt idx="260">
                  <c:v>3.4775789722614552</c:v>
                </c:pt>
                <c:pt idx="261">
                  <c:v>3.4399434450294168</c:v>
                </c:pt>
                <c:pt idx="262">
                  <c:v>3.4425047225255048</c:v>
                </c:pt>
                <c:pt idx="263">
                  <c:v>3.4293216955861876</c:v>
                </c:pt>
                <c:pt idx="264">
                  <c:v>3.3987764384614767</c:v>
                </c:pt>
                <c:pt idx="265">
                  <c:v>3.3901964033607475</c:v>
                </c:pt>
                <c:pt idx="266">
                  <c:v>3.3759173205341129</c:v>
                </c:pt>
                <c:pt idx="267">
                  <c:v>3.3433964132150074</c:v>
                </c:pt>
                <c:pt idx="268">
                  <c:v>3.3027872611714146</c:v>
                </c:pt>
                <c:pt idx="269">
                  <c:v>3.2925651260095194</c:v>
                </c:pt>
                <c:pt idx="270">
                  <c:v>3.2674531837244887</c:v>
                </c:pt>
                <c:pt idx="271">
                  <c:v>3.249666057726226</c:v>
                </c:pt>
                <c:pt idx="272">
                  <c:v>3.2263942695441226</c:v>
                </c:pt>
                <c:pt idx="273">
                  <c:v>3.2105116548321737</c:v>
                </c:pt>
                <c:pt idx="274">
                  <c:v>3.2076643915441219</c:v>
                </c:pt>
                <c:pt idx="275">
                  <c:v>3.1935047962479253</c:v>
                </c:pt>
                <c:pt idx="276">
                  <c:v>3.1782309681968499</c:v>
                </c:pt>
                <c:pt idx="277">
                  <c:v>3.1622433982216744</c:v>
                </c:pt>
                <c:pt idx="278">
                  <c:v>3.1897988835712581</c:v>
                </c:pt>
                <c:pt idx="279">
                  <c:v>3.2051924759578645</c:v>
                </c:pt>
                <c:pt idx="280">
                  <c:v>3.1980427850245863</c:v>
                </c:pt>
                <c:pt idx="281">
                  <c:v>3.2072799092743636</c:v>
                </c:pt>
                <c:pt idx="282">
                  <c:v>3.2416334508247928</c:v>
                </c:pt>
                <c:pt idx="283">
                  <c:v>3.2738536555479918</c:v>
                </c:pt>
                <c:pt idx="284">
                  <c:v>3.2888081427937808</c:v>
                </c:pt>
                <c:pt idx="285">
                  <c:v>3.2817807074418401</c:v>
                </c:pt>
                <c:pt idx="286">
                  <c:v>3.3152749537251101</c:v>
                </c:pt>
                <c:pt idx="287">
                  <c:v>3.3862795190714556</c:v>
                </c:pt>
                <c:pt idx="288">
                  <c:v>3.4122943072911118</c:v>
                </c:pt>
                <c:pt idx="289">
                  <c:v>3.4465761563232755</c:v>
                </c:pt>
                <c:pt idx="290">
                  <c:v>3.4494226353302406</c:v>
                </c:pt>
                <c:pt idx="291">
                  <c:v>3.4992968228034993</c:v>
                </c:pt>
                <c:pt idx="292">
                  <c:v>3.4898654275148511</c:v>
                </c:pt>
                <c:pt idx="293">
                  <c:v>3.5080190434520335</c:v>
                </c:pt>
                <c:pt idx="294">
                  <c:v>3.5254012958722565</c:v>
                </c:pt>
                <c:pt idx="295">
                  <c:v>3.56298312291687</c:v>
                </c:pt>
                <c:pt idx="296">
                  <c:v>3.6031002077791285</c:v>
                </c:pt>
                <c:pt idx="297">
                  <c:v>3.6539020613767312</c:v>
                </c:pt>
                <c:pt idx="298">
                  <c:v>3.6540852140778286</c:v>
                </c:pt>
                <c:pt idx="299">
                  <c:v>3.6982592466048239</c:v>
                </c:pt>
                <c:pt idx="300">
                  <c:v>3.7678740658635572</c:v>
                </c:pt>
                <c:pt idx="301">
                  <c:v>3.7492061460694921</c:v>
                </c:pt>
                <c:pt idx="302">
                  <c:v>3.7262517149228671</c:v>
                </c:pt>
                <c:pt idx="303">
                  <c:v>3.7845702107344841</c:v>
                </c:pt>
                <c:pt idx="304">
                  <c:v>3.8693154730077688</c:v>
                </c:pt>
                <c:pt idx="305">
                  <c:v>4.0435667682941201</c:v>
                </c:pt>
                <c:pt idx="306">
                  <c:v>4.0989598033798096</c:v>
                </c:pt>
                <c:pt idx="307">
                  <c:v>4.1093032714394084</c:v>
                </c:pt>
                <c:pt idx="308">
                  <c:v>4.1689060505994178</c:v>
                </c:pt>
                <c:pt idx="309">
                  <c:v>4.1624134949493712</c:v>
                </c:pt>
                <c:pt idx="310">
                  <c:v>4.1742574311325109</c:v>
                </c:pt>
                <c:pt idx="311">
                  <c:v>4.1381673989852903</c:v>
                </c:pt>
                <c:pt idx="312">
                  <c:v>4.3140659613611474</c:v>
                </c:pt>
                <c:pt idx="313">
                  <c:v>4.4717656963018211</c:v>
                </c:pt>
                <c:pt idx="314">
                  <c:v>4.4262373487387077</c:v>
                </c:pt>
                <c:pt idx="315">
                  <c:v>4.4585434553081127</c:v>
                </c:pt>
                <c:pt idx="316">
                  <c:v>4.4175235245112319</c:v>
                </c:pt>
                <c:pt idx="317">
                  <c:v>4.4496384510319356</c:v>
                </c:pt>
                <c:pt idx="318">
                  <c:v>4.5703725270579305</c:v>
                </c:pt>
                <c:pt idx="319">
                  <c:v>4.5603588261286667</c:v>
                </c:pt>
                <c:pt idx="320">
                  <c:v>4.5157799200236308</c:v>
                </c:pt>
                <c:pt idx="321">
                  <c:v>4.7168614713242398</c:v>
                </c:pt>
                <c:pt idx="322">
                  <c:v>4.8448786583368051</c:v>
                </c:pt>
                <c:pt idx="323">
                  <c:v>4.9465248089791203</c:v>
                </c:pt>
                <c:pt idx="324">
                  <c:v>5.0263897207138069</c:v>
                </c:pt>
                <c:pt idx="325">
                  <c:v>5.1565932988624796</c:v>
                </c:pt>
                <c:pt idx="326">
                  <c:v>5.2902285219780127</c:v>
                </c:pt>
                <c:pt idx="327">
                  <c:v>5.3547246615158155</c:v>
                </c:pt>
                <c:pt idx="328">
                  <c:v>5.4767984741765341</c:v>
                </c:pt>
                <c:pt idx="329">
                  <c:v>5.5299566772353845</c:v>
                </c:pt>
                <c:pt idx="330">
                  <c:v>5.5749740426027099</c:v>
                </c:pt>
                <c:pt idx="331">
                  <c:v>5.6362201213126042</c:v>
                </c:pt>
                <c:pt idx="332">
                  <c:v>5.6400075530882141</c:v>
                </c:pt>
                <c:pt idx="333">
                  <c:v>5.5728658950386549</c:v>
                </c:pt>
                <c:pt idx="334">
                  <c:v>5.5435256627382774</c:v>
                </c:pt>
                <c:pt idx="335">
                  <c:v>5.4684675636566471</c:v>
                </c:pt>
                <c:pt idx="336">
                  <c:v>5.3719292050683762</c:v>
                </c:pt>
                <c:pt idx="337">
                  <c:v>5.3158800496514536</c:v>
                </c:pt>
                <c:pt idx="338">
                  <c:v>5.2478461565290369</c:v>
                </c:pt>
                <c:pt idx="339">
                  <c:v>5.1282552855239887</c:v>
                </c:pt>
                <c:pt idx="340">
                  <c:v>4.9699259112723535</c:v>
                </c:pt>
                <c:pt idx="341">
                  <c:v>4.8898509967428367</c:v>
                </c:pt>
                <c:pt idx="342">
                  <c:v>4.8491927579299832</c:v>
                </c:pt>
                <c:pt idx="343">
                  <c:v>4.7379831759711806</c:v>
                </c:pt>
                <c:pt idx="344">
                  <c:v>4.6907731452190582</c:v>
                </c:pt>
                <c:pt idx="345">
                  <c:v>4.6792735545676507</c:v>
                </c:pt>
                <c:pt idx="346">
                  <c:v>4.6431981008218282</c:v>
                </c:pt>
                <c:pt idx="347">
                  <c:v>4.6745542123229775</c:v>
                </c:pt>
                <c:pt idx="348">
                  <c:v>4.6222279008273812</c:v>
                </c:pt>
                <c:pt idx="349">
                  <c:v>4.519607949879088</c:v>
                </c:pt>
                <c:pt idx="350">
                  <c:v>4.4278747431133461</c:v>
                </c:pt>
                <c:pt idx="351">
                  <c:v>4.4681205423423691</c:v>
                </c:pt>
                <c:pt idx="352">
                  <c:v>4.4748684968219559</c:v>
                </c:pt>
                <c:pt idx="353">
                  <c:v>4.4452569955335663</c:v>
                </c:pt>
                <c:pt idx="354">
                  <c:v>4.4193670464094188</c:v>
                </c:pt>
                <c:pt idx="355">
                  <c:v>4.3161510418343845</c:v>
                </c:pt>
                <c:pt idx="356">
                  <c:v>4.3049603656632165</c:v>
                </c:pt>
                <c:pt idx="357">
                  <c:v>4.3665090846046466</c:v>
                </c:pt>
                <c:pt idx="358">
                  <c:v>4.2977462714123744</c:v>
                </c:pt>
                <c:pt idx="359">
                  <c:v>4.3322014926991299</c:v>
                </c:pt>
                <c:pt idx="360">
                  <c:v>4.4640090640749372</c:v>
                </c:pt>
                <c:pt idx="361">
                  <c:v>4.4621873175104803</c:v>
                </c:pt>
                <c:pt idx="362">
                  <c:v>4.4078493711588118</c:v>
                </c:pt>
                <c:pt idx="363">
                  <c:v>4.2988688083199502</c:v>
                </c:pt>
                <c:pt idx="364">
                  <c:v>4.2951618345571063</c:v>
                </c:pt>
                <c:pt idx="365">
                  <c:v>4.2315143794246728</c:v>
                </c:pt>
                <c:pt idx="366">
                  <c:v>4.1092272423080711</c:v>
                </c:pt>
                <c:pt idx="367">
                  <c:v>3.9860904981024561</c:v>
                </c:pt>
                <c:pt idx="368">
                  <c:v>3.9120780763817828</c:v>
                </c:pt>
                <c:pt idx="369">
                  <c:v>3.8459243356977719</c:v>
                </c:pt>
                <c:pt idx="370">
                  <c:v>3.7663958344155666</c:v>
                </c:pt>
                <c:pt idx="371">
                  <c:v>3.6974685067315769</c:v>
                </c:pt>
                <c:pt idx="372">
                  <c:v>3.618266266381903</c:v>
                </c:pt>
                <c:pt idx="373">
                  <c:v>3.5173816065416794</c:v>
                </c:pt>
                <c:pt idx="374">
                  <c:v>3.4463984474556124</c:v>
                </c:pt>
                <c:pt idx="375">
                  <c:v>3.3883121911143537</c:v>
                </c:pt>
                <c:pt idx="376">
                  <c:v>3.3328224587839537</c:v>
                </c:pt>
                <c:pt idx="377">
                  <c:v>3.2800106311608177</c:v>
                </c:pt>
                <c:pt idx="378">
                  <c:v>3.2271988496718622</c:v>
                </c:pt>
                <c:pt idx="379">
                  <c:v>3.1707243371002507</c:v>
                </c:pt>
                <c:pt idx="380">
                  <c:v>3.1100133687631542</c:v>
                </c:pt>
                <c:pt idx="381">
                  <c:v>3.0194573217760445</c:v>
                </c:pt>
                <c:pt idx="382">
                  <c:v>2.9763183096140597</c:v>
                </c:pt>
                <c:pt idx="383">
                  <c:v>2.9286360032445251</c:v>
                </c:pt>
                <c:pt idx="384">
                  <c:v>2.8935204634160092</c:v>
                </c:pt>
                <c:pt idx="385">
                  <c:v>2.8657033972565484</c:v>
                </c:pt>
                <c:pt idx="386">
                  <c:v>2.8476103324327644</c:v>
                </c:pt>
                <c:pt idx="387">
                  <c:v>2.8279007950857125</c:v>
                </c:pt>
                <c:pt idx="388">
                  <c:v>2.8072403861209558</c:v>
                </c:pt>
                <c:pt idx="389">
                  <c:v>2.7865874278265332</c:v>
                </c:pt>
                <c:pt idx="390">
                  <c:v>2.768153477534637</c:v>
                </c:pt>
                <c:pt idx="391">
                  <c:v>2.7605081670880418</c:v>
                </c:pt>
                <c:pt idx="392">
                  <c:v>2.7625305742755257</c:v>
                </c:pt>
                <c:pt idx="393">
                  <c:v>2.7557517790955131</c:v>
                </c:pt>
                <c:pt idx="394">
                  <c:v>2.7495343907718359</c:v>
                </c:pt>
                <c:pt idx="395">
                  <c:v>2.7428090189741585</c:v>
                </c:pt>
                <c:pt idx="396">
                  <c:v>2.7327843842438484</c:v>
                </c:pt>
                <c:pt idx="397">
                  <c:v>2.7223797191923089</c:v>
                </c:pt>
                <c:pt idx="398">
                  <c:v>2.7107156832504598</c:v>
                </c:pt>
                <c:pt idx="399">
                  <c:v>2.7011901972983638</c:v>
                </c:pt>
                <c:pt idx="400">
                  <c:v>2.6933582510199576</c:v>
                </c:pt>
                <c:pt idx="401">
                  <c:v>2.6805880673385589</c:v>
                </c:pt>
                <c:pt idx="402">
                  <c:v>2.669860439948474</c:v>
                </c:pt>
                <c:pt idx="403">
                  <c:v>2.6553795546778169</c:v>
                </c:pt>
                <c:pt idx="404">
                  <c:v>2.6410000377377605</c:v>
                </c:pt>
                <c:pt idx="405">
                  <c:v>2.6269305655653916</c:v>
                </c:pt>
                <c:pt idx="406">
                  <c:v>2.6154002841496515</c:v>
                </c:pt>
                <c:pt idx="407">
                  <c:v>2.6020368610265909</c:v>
                </c:pt>
                <c:pt idx="408">
                  <c:v>2.5962854106371216</c:v>
                </c:pt>
                <c:pt idx="409">
                  <c:v>2.5923801636951489</c:v>
                </c:pt>
                <c:pt idx="410">
                  <c:v>2.584944331267045</c:v>
                </c:pt>
                <c:pt idx="411">
                  <c:v>2.5787332863933412</c:v>
                </c:pt>
                <c:pt idx="412">
                  <c:v>2.5749717647274841</c:v>
                </c:pt>
                <c:pt idx="413">
                  <c:v>2.5717626710528587</c:v>
                </c:pt>
                <c:pt idx="414">
                  <c:v>2.5691800045968098</c:v>
                </c:pt>
                <c:pt idx="415">
                  <c:v>2.5675075943783101</c:v>
                </c:pt>
                <c:pt idx="416">
                  <c:v>2.5644234090004652</c:v>
                </c:pt>
                <c:pt idx="417">
                  <c:v>2.5591509755856987</c:v>
                </c:pt>
                <c:pt idx="418">
                  <c:v>2.5528230555295921</c:v>
                </c:pt>
                <c:pt idx="419">
                  <c:v>2.5541365821823701</c:v>
                </c:pt>
                <c:pt idx="420">
                  <c:v>2.5529898767303894</c:v>
                </c:pt>
                <c:pt idx="421">
                  <c:v>2.5514964498363204</c:v>
                </c:pt>
                <c:pt idx="422">
                  <c:v>2.5506963043567921</c:v>
                </c:pt>
                <c:pt idx="423">
                  <c:v>2.5515989542211437</c:v>
                </c:pt>
                <c:pt idx="424">
                  <c:v>2.5482697069538327</c:v>
                </c:pt>
                <c:pt idx="425">
                  <c:v>2.5470619861632517</c:v>
                </c:pt>
                <c:pt idx="426">
                  <c:v>2.5488171726371527</c:v>
                </c:pt>
                <c:pt idx="427">
                  <c:v>2.5415381185751809</c:v>
                </c:pt>
                <c:pt idx="428">
                  <c:v>2.5309256853532553</c:v>
                </c:pt>
                <c:pt idx="429">
                  <c:v>2.5321225819114699</c:v>
                </c:pt>
                <c:pt idx="430">
                  <c:v>2.5312014466572141</c:v>
                </c:pt>
                <c:pt idx="431">
                  <c:v>2.5309216832129984</c:v>
                </c:pt>
                <c:pt idx="432">
                  <c:v>2.5265249284666447</c:v>
                </c:pt>
                <c:pt idx="433">
                  <c:v>2.5421239678976217</c:v>
                </c:pt>
                <c:pt idx="434">
                  <c:v>2.5726204957929779</c:v>
                </c:pt>
                <c:pt idx="435">
                  <c:v>2.658860021142373</c:v>
                </c:pt>
                <c:pt idx="436">
                  <c:v>2.6875725633009413</c:v>
                </c:pt>
                <c:pt idx="437">
                  <c:v>2.6941666602847718</c:v>
                </c:pt>
                <c:pt idx="438">
                  <c:v>2.698282221427279</c:v>
                </c:pt>
                <c:pt idx="439">
                  <c:v>2.7116384360844594</c:v>
                </c:pt>
                <c:pt idx="440">
                  <c:v>2.7178012476712623</c:v>
                </c:pt>
                <c:pt idx="441">
                  <c:v>2.7174347807994335</c:v>
                </c:pt>
                <c:pt idx="442">
                  <c:v>2.7310279406134983</c:v>
                </c:pt>
                <c:pt idx="443">
                  <c:v>2.7466750172611052</c:v>
                </c:pt>
                <c:pt idx="444">
                  <c:v>2.7538212942649403</c:v>
                </c:pt>
                <c:pt idx="445">
                  <c:v>2.744575127715561</c:v>
                </c:pt>
                <c:pt idx="446">
                  <c:v>2.7535858715360511</c:v>
                </c:pt>
                <c:pt idx="447">
                  <c:v>2.7555244529154992</c:v>
                </c:pt>
                <c:pt idx="448">
                  <c:v>2.7616921085913742</c:v>
                </c:pt>
                <c:pt idx="449">
                  <c:v>2.7661148772493993</c:v>
                </c:pt>
                <c:pt idx="450">
                  <c:v>2.7648582513428965</c:v>
                </c:pt>
                <c:pt idx="451">
                  <c:v>2.7672942284016604</c:v>
                </c:pt>
                <c:pt idx="452">
                  <c:v>2.76724175077005</c:v>
                </c:pt>
                <c:pt idx="453">
                  <c:v>2.7760768848281385</c:v>
                </c:pt>
                <c:pt idx="454">
                  <c:v>2.7806634759651518</c:v>
                </c:pt>
                <c:pt idx="455">
                  <c:v>2.7796140848025619</c:v>
                </c:pt>
                <c:pt idx="456">
                  <c:v>2.7823045149401393</c:v>
                </c:pt>
                <c:pt idx="457">
                  <c:v>2.7883383122879963</c:v>
                </c:pt>
                <c:pt idx="458">
                  <c:v>2.7854273607621955</c:v>
                </c:pt>
                <c:pt idx="459">
                  <c:v>2.7901694240913262</c:v>
                </c:pt>
                <c:pt idx="460">
                  <c:v>2.7939280681376042</c:v>
                </c:pt>
                <c:pt idx="461">
                  <c:v>2.7986060972226219</c:v>
                </c:pt>
                <c:pt idx="462">
                  <c:v>2.7988327083228182</c:v>
                </c:pt>
                <c:pt idx="463">
                  <c:v>2.8044301916478496</c:v>
                </c:pt>
                <c:pt idx="464">
                  <c:v>2.8063228233823905</c:v>
                </c:pt>
                <c:pt idx="465">
                  <c:v>2.807539704691413</c:v>
                </c:pt>
                <c:pt idx="466">
                  <c:v>2.8097851014458359</c:v>
                </c:pt>
                <c:pt idx="467">
                  <c:v>2.8169184378117222</c:v>
                </c:pt>
                <c:pt idx="468">
                  <c:v>2.8213374003997624</c:v>
                </c:pt>
                <c:pt idx="469">
                  <c:v>2.8215487641529289</c:v>
                </c:pt>
                <c:pt idx="470">
                  <c:v>2.8300636347220975</c:v>
                </c:pt>
                <c:pt idx="471">
                  <c:v>2.8375599548291</c:v>
                </c:pt>
                <c:pt idx="472">
                  <c:v>2.8470850947748341</c:v>
                </c:pt>
                <c:pt idx="473">
                  <c:v>2.8572240730743284</c:v>
                </c:pt>
                <c:pt idx="474">
                  <c:v>2.8663023573367337</c:v>
                </c:pt>
                <c:pt idx="475">
                  <c:v>2.8714904459339237</c:v>
                </c:pt>
                <c:pt idx="476">
                  <c:v>2.8793797600671946</c:v>
                </c:pt>
                <c:pt idx="477">
                  <c:v>2.889324974803817</c:v>
                </c:pt>
                <c:pt idx="478">
                  <c:v>2.8932589748744939</c:v>
                </c:pt>
                <c:pt idx="479">
                  <c:v>2.9004297029945967</c:v>
                </c:pt>
                <c:pt idx="480">
                  <c:v>2.9103838446953669</c:v>
                </c:pt>
                <c:pt idx="481">
                  <c:v>2.9182235184491976</c:v>
                </c:pt>
                <c:pt idx="482">
                  <c:v>2.9294441357042498</c:v>
                </c:pt>
                <c:pt idx="483">
                  <c:v>2.9384466676404046</c:v>
                </c:pt>
                <c:pt idx="484">
                  <c:v>2.9455663713556199</c:v>
                </c:pt>
                <c:pt idx="485">
                  <c:v>2.9504470909676557</c:v>
                </c:pt>
                <c:pt idx="486">
                  <c:v>2.9553076960765008</c:v>
                </c:pt>
                <c:pt idx="487">
                  <c:v>2.9661953629426812</c:v>
                </c:pt>
                <c:pt idx="488">
                  <c:v>2.9757831531070784</c:v>
                </c:pt>
                <c:pt idx="489">
                  <c:v>2.98341088643047</c:v>
                </c:pt>
                <c:pt idx="490">
                  <c:v>2.9865477801108349</c:v>
                </c:pt>
                <c:pt idx="491">
                  <c:v>2.9925440703690209</c:v>
                </c:pt>
                <c:pt idx="492">
                  <c:v>3.0014062621246413</c:v>
                </c:pt>
                <c:pt idx="493">
                  <c:v>3.0024785127742328</c:v>
                </c:pt>
                <c:pt idx="494">
                  <c:v>3.0085783742701935</c:v>
                </c:pt>
                <c:pt idx="495">
                  <c:v>3.013434089155782</c:v>
                </c:pt>
                <c:pt idx="496">
                  <c:v>3.0145566721975414</c:v>
                </c:pt>
                <c:pt idx="497">
                  <c:v>3.0228059252159394</c:v>
                </c:pt>
                <c:pt idx="498">
                  <c:v>3.0302135062245616</c:v>
                </c:pt>
                <c:pt idx="499">
                  <c:v>3.0338714393523283</c:v>
                </c:pt>
                <c:pt idx="500">
                  <c:v>3.0361476998742667</c:v>
                </c:pt>
                <c:pt idx="501">
                  <c:v>3.0428980071971181</c:v>
                </c:pt>
                <c:pt idx="502">
                  <c:v>3.0494128917910777</c:v>
                </c:pt>
                <c:pt idx="503">
                  <c:v>3.051770855948694</c:v>
                </c:pt>
                <c:pt idx="504">
                  <c:v>3.0588654626690981</c:v>
                </c:pt>
                <c:pt idx="505">
                  <c:v>3.0676367239527096</c:v>
                </c:pt>
                <c:pt idx="506">
                  <c:v>3.0754180379667702</c:v>
                </c:pt>
                <c:pt idx="507">
                  <c:v>3.0852133858143489</c:v>
                </c:pt>
                <c:pt idx="508">
                  <c:v>3.0987985644149898</c:v>
                </c:pt>
                <c:pt idx="509">
                  <c:v>3.1135906593414191</c:v>
                </c:pt>
                <c:pt idx="510">
                  <c:v>3.1256315884801467</c:v>
                </c:pt>
                <c:pt idx="511">
                  <c:v>3.1434363838699766</c:v>
                </c:pt>
                <c:pt idx="512">
                  <c:v>3.1719452782172572</c:v>
                </c:pt>
                <c:pt idx="513">
                  <c:v>3.2037165050847713</c:v>
                </c:pt>
                <c:pt idx="514">
                  <c:v>3.2333515809399778</c:v>
                </c:pt>
                <c:pt idx="515">
                  <c:v>3.2642703403992135</c:v>
                </c:pt>
                <c:pt idx="516">
                  <c:v>3.292659055203333</c:v>
                </c:pt>
                <c:pt idx="517">
                  <c:v>3.3148987756080457</c:v>
                </c:pt>
                <c:pt idx="518">
                  <c:v>3.3416606607651218</c:v>
                </c:pt>
                <c:pt idx="519">
                  <c:v>3.3702048016271711</c:v>
                </c:pt>
                <c:pt idx="520">
                  <c:v>3.396704367827462</c:v>
                </c:pt>
                <c:pt idx="521">
                  <c:v>3.4240593540236541</c:v>
                </c:pt>
                <c:pt idx="522">
                  <c:v>3.4507899602055794</c:v>
                </c:pt>
                <c:pt idx="523">
                  <c:v>3.4741636587949154</c:v>
                </c:pt>
                <c:pt idx="524">
                  <c:v>3.4932635790658217</c:v>
                </c:pt>
                <c:pt idx="525">
                  <c:v>3.5017219121953955</c:v>
                </c:pt>
                <c:pt idx="526">
                  <c:v>3.510026803036848</c:v>
                </c:pt>
                <c:pt idx="527">
                  <c:v>3.5133301027103738</c:v>
                </c:pt>
                <c:pt idx="528">
                  <c:v>3.5129463585875236</c:v>
                </c:pt>
                <c:pt idx="529">
                  <c:v>3.5059068360799941</c:v>
                </c:pt>
                <c:pt idx="530">
                  <c:v>3.4925026418739122</c:v>
                </c:pt>
                <c:pt idx="531">
                  <c:v>3.4733732879951202</c:v>
                </c:pt>
                <c:pt idx="532">
                  <c:v>3.4656398151274179</c:v>
                </c:pt>
                <c:pt idx="533">
                  <c:v>3.4679026967366804</c:v>
                </c:pt>
                <c:pt idx="534">
                  <c:v>3.4689507730750968</c:v>
                </c:pt>
                <c:pt idx="535">
                  <c:v>3.4698249235487415</c:v>
                </c:pt>
                <c:pt idx="536">
                  <c:v>3.4660627733046594</c:v>
                </c:pt>
                <c:pt idx="537">
                  <c:v>3.4672507284817953</c:v>
                </c:pt>
                <c:pt idx="538">
                  <c:v>3.4718819544395427</c:v>
                </c:pt>
                <c:pt idx="539">
                  <c:v>3.471498025779967</c:v>
                </c:pt>
                <c:pt idx="540">
                  <c:v>3.4760425194762377</c:v>
                </c:pt>
                <c:pt idx="541">
                  <c:v>3.4966428156023235</c:v>
                </c:pt>
                <c:pt idx="542">
                  <c:v>3.5094526170122013</c:v>
                </c:pt>
                <c:pt idx="543">
                  <c:v>3.5259815716088783</c:v>
                </c:pt>
                <c:pt idx="544">
                  <c:v>3.5448313523469528</c:v>
                </c:pt>
                <c:pt idx="545">
                  <c:v>3.5561143891497586</c:v>
                </c:pt>
                <c:pt idx="546">
                  <c:v>3.5626182938084892</c:v>
                </c:pt>
                <c:pt idx="547">
                  <c:v>3.5762458697220545</c:v>
                </c:pt>
                <c:pt idx="548">
                  <c:v>3.5877644676562954</c:v>
                </c:pt>
                <c:pt idx="549">
                  <c:v>3.5781544408163497</c:v>
                </c:pt>
                <c:pt idx="550">
                  <c:v>3.5771696605751404</c:v>
                </c:pt>
                <c:pt idx="551">
                  <c:v>3.580857534786789</c:v>
                </c:pt>
                <c:pt idx="552">
                  <c:v>3.5856222730661931</c:v>
                </c:pt>
                <c:pt idx="553">
                  <c:v>3.5818749780285959</c:v>
                </c:pt>
                <c:pt idx="554">
                  <c:v>3.5767788117883166</c:v>
                </c:pt>
                <c:pt idx="555">
                  <c:v>3.5711387235465466</c:v>
                </c:pt>
                <c:pt idx="556">
                  <c:v>3.5612101863165844</c:v>
                </c:pt>
                <c:pt idx="557">
                  <c:v>3.5476603003648952</c:v>
                </c:pt>
                <c:pt idx="558">
                  <c:v>3.5372061102693673</c:v>
                </c:pt>
                <c:pt idx="559">
                  <c:v>3.5179372466253076</c:v>
                </c:pt>
                <c:pt idx="560">
                  <c:v>3.4884552901189547</c:v>
                </c:pt>
                <c:pt idx="561">
                  <c:v>3.473742730521665</c:v>
                </c:pt>
                <c:pt idx="562">
                  <c:v>3.4627660246849246</c:v>
                </c:pt>
                <c:pt idx="563">
                  <c:v>3.4286933480323007</c:v>
                </c:pt>
                <c:pt idx="564">
                  <c:v>3.4079271533890503</c:v>
                </c:pt>
                <c:pt idx="565">
                  <c:v>3.4003095695856183</c:v>
                </c:pt>
                <c:pt idx="566">
                  <c:v>3.382521151830268</c:v>
                </c:pt>
                <c:pt idx="567">
                  <c:v>3.3600579574497074</c:v>
                </c:pt>
                <c:pt idx="568">
                  <c:v>3.3496542381488901</c:v>
                </c:pt>
                <c:pt idx="569">
                  <c:v>3.3444821350456375</c:v>
                </c:pt>
                <c:pt idx="570">
                  <c:v>3.3028213081974647</c:v>
                </c:pt>
                <c:pt idx="571">
                  <c:v>3.2862995505331223</c:v>
                </c:pt>
                <c:pt idx="572">
                  <c:v>3.2568882254588538</c:v>
                </c:pt>
                <c:pt idx="573">
                  <c:v>3.240774432362723</c:v>
                </c:pt>
                <c:pt idx="574">
                  <c:v>3.2176018788053198</c:v>
                </c:pt>
                <c:pt idx="575">
                  <c:v>3.1995016862504748</c:v>
                </c:pt>
                <c:pt idx="576">
                  <c:v>3.1863225345824135</c:v>
                </c:pt>
                <c:pt idx="577">
                  <c:v>3.1788774003499372</c:v>
                </c:pt>
                <c:pt idx="578">
                  <c:v>3.1398582628764418</c:v>
                </c:pt>
                <c:pt idx="579">
                  <c:v>3.1019182500456051</c:v>
                </c:pt>
                <c:pt idx="580">
                  <c:v>3.126579092302594</c:v>
                </c:pt>
                <c:pt idx="581">
                  <c:v>3.1120470557580497</c:v>
                </c:pt>
                <c:pt idx="582">
                  <c:v>3.1471995029318736</c:v>
                </c:pt>
                <c:pt idx="583">
                  <c:v>3.0818560630141252</c:v>
                </c:pt>
                <c:pt idx="584">
                  <c:v>2.9265307159997302</c:v>
                </c:pt>
                <c:pt idx="585">
                  <c:v>2.6634926195920245</c:v>
                </c:pt>
                <c:pt idx="586">
                  <c:v>2.5642971858795081</c:v>
                </c:pt>
                <c:pt idx="587">
                  <c:v>2.4881416295847805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7BE-418F-8705-C8EC33B01BAD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S3_z/O-PTIR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Sheet2!$D$2:$D$589</c:f>
              <c:numCache>
                <c:formatCode>General</c:formatCode>
                <c:ptCount val="588"/>
                <c:pt idx="0">
                  <c:v>4.3462109096068637</c:v>
                </c:pt>
                <c:pt idx="1">
                  <c:v>4.3489652493852828</c:v>
                </c:pt>
                <c:pt idx="2">
                  <c:v>4.3341177844506031</c:v>
                </c:pt>
                <c:pt idx="3">
                  <c:v>4.4577695318517732</c:v>
                </c:pt>
                <c:pt idx="4">
                  <c:v>4.645897326225934</c:v>
                </c:pt>
                <c:pt idx="5">
                  <c:v>4.821934780071798</c:v>
                </c:pt>
                <c:pt idx="6">
                  <c:v>4.9398818529479955</c:v>
                </c:pt>
                <c:pt idx="7">
                  <c:v>4.9504929134217166</c:v>
                </c:pt>
                <c:pt idx="8">
                  <c:v>5.0312653743593874</c:v>
                </c:pt>
                <c:pt idx="9">
                  <c:v>5.1136296143213169</c:v>
                </c:pt>
                <c:pt idx="10">
                  <c:v>5.1402932410310544</c:v>
                </c:pt>
                <c:pt idx="11">
                  <c:v>5.1330837107146818</c:v>
                </c:pt>
                <c:pt idx="12">
                  <c:v>5.1293513667553805</c:v>
                </c:pt>
                <c:pt idx="13">
                  <c:v>5.0503372484345679</c:v>
                </c:pt>
                <c:pt idx="14">
                  <c:v>4.9587486070434137</c:v>
                </c:pt>
                <c:pt idx="15">
                  <c:v>4.9024947524757065</c:v>
                </c:pt>
                <c:pt idx="16">
                  <c:v>4.832465900302779</c:v>
                </c:pt>
                <c:pt idx="17">
                  <c:v>4.79654856930956</c:v>
                </c:pt>
                <c:pt idx="18">
                  <c:v>4.7845238603203182</c:v>
                </c:pt>
                <c:pt idx="19">
                  <c:v>4.7610313679343488</c:v>
                </c:pt>
                <c:pt idx="20">
                  <c:v>4.732858215826317</c:v>
                </c:pt>
                <c:pt idx="21">
                  <c:v>4.7590200097367719</c:v>
                </c:pt>
                <c:pt idx="22">
                  <c:v>4.7666625711215387</c:v>
                </c:pt>
                <c:pt idx="23">
                  <c:v>4.7555332271233368</c:v>
                </c:pt>
                <c:pt idx="24">
                  <c:v>4.7646548972009617</c:v>
                </c:pt>
                <c:pt idx="25">
                  <c:v>4.7687541266044375</c:v>
                </c:pt>
                <c:pt idx="26">
                  <c:v>4.77358301421497</c:v>
                </c:pt>
                <c:pt idx="27">
                  <c:v>4.7690667760639878</c:v>
                </c:pt>
                <c:pt idx="28">
                  <c:v>4.7584605993993092</c:v>
                </c:pt>
                <c:pt idx="29">
                  <c:v>4.7498434182276448</c:v>
                </c:pt>
                <c:pt idx="30">
                  <c:v>4.7559410680187799</c:v>
                </c:pt>
                <c:pt idx="31">
                  <c:v>4.7590910391700341</c:v>
                </c:pt>
                <c:pt idx="32">
                  <c:v>4.7660226207753107</c:v>
                </c:pt>
                <c:pt idx="33">
                  <c:v>4.7909660328510695</c:v>
                </c:pt>
                <c:pt idx="34">
                  <c:v>4.8096206411361688</c:v>
                </c:pt>
                <c:pt idx="35">
                  <c:v>4.8185359917019817</c:v>
                </c:pt>
                <c:pt idx="36">
                  <c:v>4.8460442603334126</c:v>
                </c:pt>
                <c:pt idx="37">
                  <c:v>4.8684251292367273</c:v>
                </c:pt>
                <c:pt idx="38">
                  <c:v>4.8905642924328898</c:v>
                </c:pt>
                <c:pt idx="39">
                  <c:v>4.9320480518828438</c:v>
                </c:pt>
                <c:pt idx="40">
                  <c:v>4.9690439335466099</c:v>
                </c:pt>
                <c:pt idx="41">
                  <c:v>5.0136931723835527</c:v>
                </c:pt>
                <c:pt idx="42">
                  <c:v>5.0571304554503227</c:v>
                </c:pt>
                <c:pt idx="43">
                  <c:v>5.0917486075574985</c:v>
                </c:pt>
                <c:pt idx="44">
                  <c:v>5.1150861032670267</c:v>
                </c:pt>
                <c:pt idx="45">
                  <c:v>5.1117445497119487</c:v>
                </c:pt>
                <c:pt idx="46">
                  <c:v>5.1097857138817897</c:v>
                </c:pt>
                <c:pt idx="47">
                  <c:v>5.1350126439245685</c:v>
                </c:pt>
                <c:pt idx="48">
                  <c:v>5.1384997692614425</c:v>
                </c:pt>
                <c:pt idx="49">
                  <c:v>5.1385829653768784</c:v>
                </c:pt>
                <c:pt idx="50">
                  <c:v>5.1405937238084309</c:v>
                </c:pt>
                <c:pt idx="51">
                  <c:v>5.1388927016871762</c:v>
                </c:pt>
                <c:pt idx="52">
                  <c:v>5.1053245685240389</c:v>
                </c:pt>
                <c:pt idx="53">
                  <c:v>5.0729074720393355</c:v>
                </c:pt>
                <c:pt idx="54">
                  <c:v>5.066918722621752</c:v>
                </c:pt>
                <c:pt idx="55">
                  <c:v>5.0450575938175426</c:v>
                </c:pt>
                <c:pt idx="56">
                  <c:v>5.0149570507551129</c:v>
                </c:pt>
                <c:pt idx="57">
                  <c:v>4.9895070934327519</c:v>
                </c:pt>
                <c:pt idx="58">
                  <c:v>4.9982567372145734</c:v>
                </c:pt>
                <c:pt idx="59">
                  <c:v>5.0016517556265336</c:v>
                </c:pt>
                <c:pt idx="60">
                  <c:v>4.9947098923180082</c:v>
                </c:pt>
                <c:pt idx="61">
                  <c:v>5.0280650228622221</c:v>
                </c:pt>
                <c:pt idx="62">
                  <c:v>5.0569422146000527</c:v>
                </c:pt>
                <c:pt idx="63">
                  <c:v>5.1112229246339149</c:v>
                </c:pt>
                <c:pt idx="64">
                  <c:v>5.124737795147003</c:v>
                </c:pt>
                <c:pt idx="65">
                  <c:v>5.1839203072035849</c:v>
                </c:pt>
                <c:pt idx="66">
                  <c:v>5.2308938107402332</c:v>
                </c:pt>
                <c:pt idx="67">
                  <c:v>5.2595504599434264</c:v>
                </c:pt>
                <c:pt idx="68">
                  <c:v>5.3565612432224299</c:v>
                </c:pt>
                <c:pt idx="69">
                  <c:v>5.3752874807068132</c:v>
                </c:pt>
                <c:pt idx="70">
                  <c:v>5.3849377160121605</c:v>
                </c:pt>
                <c:pt idx="71">
                  <c:v>5.4411644097471221</c:v>
                </c:pt>
                <c:pt idx="72">
                  <c:v>5.4284707045999836</c:v>
                </c:pt>
                <c:pt idx="73">
                  <c:v>5.4596999216362843</c:v>
                </c:pt>
                <c:pt idx="74">
                  <c:v>5.5495095713232327</c:v>
                </c:pt>
                <c:pt idx="75">
                  <c:v>5.5835877626482509</c:v>
                </c:pt>
                <c:pt idx="76">
                  <c:v>5.617393660198962</c:v>
                </c:pt>
                <c:pt idx="77">
                  <c:v>5.6402449170257976</c:v>
                </c:pt>
                <c:pt idx="78">
                  <c:v>5.6702229364578756</c:v>
                </c:pt>
                <c:pt idx="79">
                  <c:v>5.7067826168614122</c:v>
                </c:pt>
                <c:pt idx="80">
                  <c:v>5.7318295314165155</c:v>
                </c:pt>
                <c:pt idx="81">
                  <c:v>5.7434841847697475</c:v>
                </c:pt>
                <c:pt idx="82">
                  <c:v>5.7466559188595392</c:v>
                </c:pt>
                <c:pt idx="83">
                  <c:v>5.7318380995025544</c:v>
                </c:pt>
                <c:pt idx="84">
                  <c:v>5.7215106426767104</c:v>
                </c:pt>
                <c:pt idx="85">
                  <c:v>5.687025295903136</c:v>
                </c:pt>
                <c:pt idx="86">
                  <c:v>5.6581391933558249</c:v>
                </c:pt>
                <c:pt idx="87">
                  <c:v>5.6181913490091606</c:v>
                </c:pt>
                <c:pt idx="88">
                  <c:v>5.5397611457518829</c:v>
                </c:pt>
                <c:pt idx="89">
                  <c:v>5.4961840315209596</c:v>
                </c:pt>
                <c:pt idx="90">
                  <c:v>5.4624739251721612</c:v>
                </c:pt>
                <c:pt idx="91">
                  <c:v>5.3856495526002499</c:v>
                </c:pt>
                <c:pt idx="92">
                  <c:v>5.2905054982264916</c:v>
                </c:pt>
                <c:pt idx="93">
                  <c:v>5.2238041479475399</c:v>
                </c:pt>
                <c:pt idx="94">
                  <c:v>5.1626423223351683</c:v>
                </c:pt>
                <c:pt idx="95">
                  <c:v>5.0757409380923217</c:v>
                </c:pt>
                <c:pt idx="96">
                  <c:v>5.0315545472631893</c:v>
                </c:pt>
                <c:pt idx="97">
                  <c:v>4.9937585777251368</c:v>
                </c:pt>
                <c:pt idx="98">
                  <c:v>4.90460558615219</c:v>
                </c:pt>
                <c:pt idx="99">
                  <c:v>4.8236390580657496</c:v>
                </c:pt>
                <c:pt idx="100">
                  <c:v>4.8035792836703077</c:v>
                </c:pt>
                <c:pt idx="101">
                  <c:v>4.7630224197680127</c:v>
                </c:pt>
                <c:pt idx="102">
                  <c:v>4.702017732853589</c:v>
                </c:pt>
                <c:pt idx="103">
                  <c:v>4.6665750309864844</c:v>
                </c:pt>
                <c:pt idx="104">
                  <c:v>4.6452511640173295</c:v>
                </c:pt>
                <c:pt idx="105">
                  <c:v>4.5851407282427603</c:v>
                </c:pt>
                <c:pt idx="106">
                  <c:v>4.5154066182295631</c:v>
                </c:pt>
                <c:pt idx="107">
                  <c:v>4.4524133642264259</c:v>
                </c:pt>
                <c:pt idx="108">
                  <c:v>4.3745200800807575</c:v>
                </c:pt>
                <c:pt idx="109">
                  <c:v>4.2973057739132283</c:v>
                </c:pt>
                <c:pt idx="110">
                  <c:v>4.2409314520558183</c:v>
                </c:pt>
                <c:pt idx="111">
                  <c:v>4.194395092268862</c:v>
                </c:pt>
                <c:pt idx="112">
                  <c:v>4.1526491386760149</c:v>
                </c:pt>
                <c:pt idx="113">
                  <c:v>4.122146730958157</c:v>
                </c:pt>
                <c:pt idx="114">
                  <c:v>4.0869640651472707</c:v>
                </c:pt>
                <c:pt idx="115">
                  <c:v>4.065549633508688</c:v>
                </c:pt>
                <c:pt idx="116">
                  <c:v>4.0621195876899909</c:v>
                </c:pt>
                <c:pt idx="117">
                  <c:v>4.0663622896941858</c:v>
                </c:pt>
                <c:pt idx="118">
                  <c:v>4.0815231377307839</c:v>
                </c:pt>
                <c:pt idx="119">
                  <c:v>4.092081284918164</c:v>
                </c:pt>
                <c:pt idx="120">
                  <c:v>4.0748339579896458</c:v>
                </c:pt>
                <c:pt idx="121">
                  <c:v>4.1007312283088195</c:v>
                </c:pt>
                <c:pt idx="122">
                  <c:v>4.1162348694026623</c:v>
                </c:pt>
                <c:pt idx="123">
                  <c:v>4.127186179283088</c:v>
                </c:pt>
                <c:pt idx="124">
                  <c:v>4.1399585180398484</c:v>
                </c:pt>
                <c:pt idx="125">
                  <c:v>4.1539539617887353</c:v>
                </c:pt>
                <c:pt idx="126">
                  <c:v>4.1741751053746059</c:v>
                </c:pt>
                <c:pt idx="127">
                  <c:v>4.1766136897622852</c:v>
                </c:pt>
                <c:pt idx="128">
                  <c:v>4.1814801591402029</c:v>
                </c:pt>
                <c:pt idx="129">
                  <c:v>4.2411193930230766</c:v>
                </c:pt>
                <c:pt idx="130">
                  <c:v>4.2641651882434211</c:v>
                </c:pt>
                <c:pt idx="131">
                  <c:v>4.2857731515254018</c:v>
                </c:pt>
                <c:pt idx="132">
                  <c:v>4.3061992115989947</c:v>
                </c:pt>
                <c:pt idx="133">
                  <c:v>4.3150187495426788</c:v>
                </c:pt>
                <c:pt idx="134">
                  <c:v>4.3431941507732956</c:v>
                </c:pt>
                <c:pt idx="135">
                  <c:v>4.3713794481432879</c:v>
                </c:pt>
                <c:pt idx="136">
                  <c:v>4.4097943333763441</c:v>
                </c:pt>
                <c:pt idx="137">
                  <c:v>4.4652568823579504</c:v>
                </c:pt>
                <c:pt idx="138">
                  <c:v>4.5143236978351347</c:v>
                </c:pt>
                <c:pt idx="139">
                  <c:v>4.5167237900962878</c:v>
                </c:pt>
                <c:pt idx="140">
                  <c:v>4.5188745938941404</c:v>
                </c:pt>
                <c:pt idx="141">
                  <c:v>4.5208130805199609</c:v>
                </c:pt>
                <c:pt idx="142">
                  <c:v>4.5602946924648311</c:v>
                </c:pt>
                <c:pt idx="143">
                  <c:v>4.6318853782013161</c:v>
                </c:pt>
                <c:pt idx="144">
                  <c:v>4.6978425473673777</c:v>
                </c:pt>
                <c:pt idx="145">
                  <c:v>4.7346401206797797</c:v>
                </c:pt>
                <c:pt idx="146">
                  <c:v>4.7880954669855358</c:v>
                </c:pt>
                <c:pt idx="147">
                  <c:v>4.850343725907611</c:v>
                </c:pt>
                <c:pt idx="148">
                  <c:v>4.8879440860414043</c:v>
                </c:pt>
                <c:pt idx="149">
                  <c:v>4.9277237388591324</c:v>
                </c:pt>
                <c:pt idx="150">
                  <c:v>4.9919890109155691</c:v>
                </c:pt>
                <c:pt idx="151">
                  <c:v>5.0609531070364708</c:v>
                </c:pt>
                <c:pt idx="152">
                  <c:v>5.1265072762757056</c:v>
                </c:pt>
                <c:pt idx="153">
                  <c:v>5.2093275097766139</c:v>
                </c:pt>
                <c:pt idx="154">
                  <c:v>5.2602597261057058</c:v>
                </c:pt>
                <c:pt idx="155">
                  <c:v>5.3140918968354471</c:v>
                </c:pt>
                <c:pt idx="156">
                  <c:v>5.3205793088604807</c:v>
                </c:pt>
                <c:pt idx="157">
                  <c:v>5.3407413005223603</c:v>
                </c:pt>
                <c:pt idx="158">
                  <c:v>5.3432555196895475</c:v>
                </c:pt>
                <c:pt idx="159">
                  <c:v>5.3146746123669368</c:v>
                </c:pt>
                <c:pt idx="160">
                  <c:v>5.2807150890335519</c:v>
                </c:pt>
                <c:pt idx="161">
                  <c:v>5.2523770869501369</c:v>
                </c:pt>
                <c:pt idx="162">
                  <c:v>5.2224964009754578</c:v>
                </c:pt>
                <c:pt idx="163">
                  <c:v>5.1667144765867636</c:v>
                </c:pt>
                <c:pt idx="164">
                  <c:v>5.1458722645742698</c:v>
                </c:pt>
                <c:pt idx="165">
                  <c:v>5.1186851278075673</c:v>
                </c:pt>
                <c:pt idx="166">
                  <c:v>5.0723149032089037</c:v>
                </c:pt>
                <c:pt idx="167">
                  <c:v>5.0440046617242507</c:v>
                </c:pt>
                <c:pt idx="168">
                  <c:v>5.0339399880972149</c:v>
                </c:pt>
                <c:pt idx="169">
                  <c:v>4.9935879871321074</c:v>
                </c:pt>
                <c:pt idx="170">
                  <c:v>4.9922701298184968</c:v>
                </c:pt>
                <c:pt idx="171">
                  <c:v>4.9654990593098329</c:v>
                </c:pt>
                <c:pt idx="172">
                  <c:v>4.9575395644224951</c:v>
                </c:pt>
                <c:pt idx="173">
                  <c:v>4.9710973610466365</c:v>
                </c:pt>
                <c:pt idx="174">
                  <c:v>4.9317336888060863</c:v>
                </c:pt>
                <c:pt idx="175">
                  <c:v>4.9396342352614795</c:v>
                </c:pt>
                <c:pt idx="176">
                  <c:v>4.9706607313821074</c:v>
                </c:pt>
                <c:pt idx="177">
                  <c:v>4.953738333051442</c:v>
                </c:pt>
                <c:pt idx="178">
                  <c:v>4.9311331516556374</c:v>
                </c:pt>
                <c:pt idx="179">
                  <c:v>4.9509455654071415</c:v>
                </c:pt>
                <c:pt idx="180">
                  <c:v>4.9681699887706685</c:v>
                </c:pt>
                <c:pt idx="181">
                  <c:v>4.983493667927374</c:v>
                </c:pt>
                <c:pt idx="182">
                  <c:v>4.9921140192908737</c:v>
                </c:pt>
                <c:pt idx="183">
                  <c:v>4.994889393720519</c:v>
                </c:pt>
                <c:pt idx="184">
                  <c:v>5.0001362325680141</c:v>
                </c:pt>
                <c:pt idx="185">
                  <c:v>4.9956399580575059</c:v>
                </c:pt>
                <c:pt idx="186">
                  <c:v>4.980189556908285</c:v>
                </c:pt>
                <c:pt idx="187">
                  <c:v>4.9728647001538322</c:v>
                </c:pt>
                <c:pt idx="188">
                  <c:v>4.9485886562996244</c:v>
                </c:pt>
                <c:pt idx="189">
                  <c:v>4.9305501790815658</c:v>
                </c:pt>
                <c:pt idx="190">
                  <c:v>4.8959299706337402</c:v>
                </c:pt>
                <c:pt idx="191">
                  <c:v>4.8766068802759053</c:v>
                </c:pt>
                <c:pt idx="192">
                  <c:v>4.9137827774273424</c:v>
                </c:pt>
                <c:pt idx="193">
                  <c:v>4.8909840429679248</c:v>
                </c:pt>
                <c:pt idx="194">
                  <c:v>4.9044192302808511</c:v>
                </c:pt>
                <c:pt idx="195">
                  <c:v>4.9067009972738065</c:v>
                </c:pt>
                <c:pt idx="196">
                  <c:v>4.8793391572327742</c:v>
                </c:pt>
                <c:pt idx="197">
                  <c:v>4.9324034560917305</c:v>
                </c:pt>
                <c:pt idx="198">
                  <c:v>4.9406408140092992</c:v>
                </c:pt>
                <c:pt idx="199">
                  <c:v>4.918715681602384</c:v>
                </c:pt>
                <c:pt idx="200">
                  <c:v>4.9512593287178772</c:v>
                </c:pt>
                <c:pt idx="201">
                  <c:v>4.9619429608803465</c:v>
                </c:pt>
                <c:pt idx="202">
                  <c:v>4.9836122502381501</c:v>
                </c:pt>
                <c:pt idx="203">
                  <c:v>5.0808120454951675</c:v>
                </c:pt>
                <c:pt idx="204">
                  <c:v>5.137750318775641</c:v>
                </c:pt>
                <c:pt idx="205">
                  <c:v>5.1756479914949747</c:v>
                </c:pt>
                <c:pt idx="206">
                  <c:v>5.2212960978023029</c:v>
                </c:pt>
                <c:pt idx="207">
                  <c:v>5.2650749904594356</c:v>
                </c:pt>
                <c:pt idx="208">
                  <c:v>5.2129283336152223</c:v>
                </c:pt>
                <c:pt idx="209">
                  <c:v>5.1595291939538788</c:v>
                </c:pt>
                <c:pt idx="210">
                  <c:v>5.0911847418152929</c:v>
                </c:pt>
                <c:pt idx="211">
                  <c:v>5.0314684379985035</c:v>
                </c:pt>
                <c:pt idx="212">
                  <c:v>4.9803131087089607</c:v>
                </c:pt>
                <c:pt idx="213">
                  <c:v>4.9322793902058901</c:v>
                </c:pt>
                <c:pt idx="214">
                  <c:v>4.9264644015731678</c:v>
                </c:pt>
                <c:pt idx="215">
                  <c:v>4.9220586917320874</c:v>
                </c:pt>
                <c:pt idx="216">
                  <c:v>4.9168444972924004</c:v>
                </c:pt>
                <c:pt idx="217">
                  <c:v>4.9478212985140031</c:v>
                </c:pt>
                <c:pt idx="218">
                  <c:v>4.9783600991773085</c:v>
                </c:pt>
                <c:pt idx="219">
                  <c:v>4.9828406084095072</c:v>
                </c:pt>
                <c:pt idx="220">
                  <c:v>4.9890974532392409</c:v>
                </c:pt>
                <c:pt idx="221">
                  <c:v>4.9815131548395373</c:v>
                </c:pt>
                <c:pt idx="222">
                  <c:v>5.0107099361866094</c:v>
                </c:pt>
                <c:pt idx="223">
                  <c:v>5.0083075305422282</c:v>
                </c:pt>
                <c:pt idx="224">
                  <c:v>4.9933269175505064</c:v>
                </c:pt>
                <c:pt idx="225">
                  <c:v>4.9944597042056778</c:v>
                </c:pt>
                <c:pt idx="226">
                  <c:v>5.0261085004152957</c:v>
                </c:pt>
                <c:pt idx="227">
                  <c:v>5.011994463645526</c:v>
                </c:pt>
                <c:pt idx="228">
                  <c:v>5.0142291918461277</c:v>
                </c:pt>
                <c:pt idx="229">
                  <c:v>5.0345730839746112</c:v>
                </c:pt>
                <c:pt idx="230">
                  <c:v>5.0597851055476806</c:v>
                </c:pt>
                <c:pt idx="231">
                  <c:v>5.062037655367245</c:v>
                </c:pt>
                <c:pt idx="232">
                  <c:v>5.0672472230404759</c:v>
                </c:pt>
                <c:pt idx="233">
                  <c:v>5.0798081228540148</c:v>
                </c:pt>
                <c:pt idx="234">
                  <c:v>5.0425921270599199</c:v>
                </c:pt>
                <c:pt idx="235">
                  <c:v>4.9936524191391163</c:v>
                </c:pt>
                <c:pt idx="236">
                  <c:v>4.9821120640536405</c:v>
                </c:pt>
                <c:pt idx="237">
                  <c:v>4.9588817551004531</c:v>
                </c:pt>
                <c:pt idx="238">
                  <c:v>4.9197934611451846</c:v>
                </c:pt>
                <c:pt idx="239">
                  <c:v>4.9078442369939443</c:v>
                </c:pt>
                <c:pt idx="240">
                  <c:v>4.8864522109003543</c:v>
                </c:pt>
                <c:pt idx="241">
                  <c:v>4.8480183473567209</c:v>
                </c:pt>
                <c:pt idx="242">
                  <c:v>4.8674925787522758</c:v>
                </c:pt>
                <c:pt idx="243">
                  <c:v>4.8585500673537227</c:v>
                </c:pt>
                <c:pt idx="244">
                  <c:v>4.8585004581355591</c:v>
                </c:pt>
                <c:pt idx="245">
                  <c:v>4.8716368762883198</c:v>
                </c:pt>
                <c:pt idx="246">
                  <c:v>4.8708130548157023</c:v>
                </c:pt>
                <c:pt idx="247">
                  <c:v>4.8832121034839719</c:v>
                </c:pt>
                <c:pt idx="248">
                  <c:v>4.9215844481698463</c:v>
                </c:pt>
                <c:pt idx="249">
                  <c:v>4.9199034753699227</c:v>
                </c:pt>
                <c:pt idx="250">
                  <c:v>4.9387962764468956</c:v>
                </c:pt>
                <c:pt idx="251">
                  <c:v>5.0025592872997473</c:v>
                </c:pt>
                <c:pt idx="252">
                  <c:v>5.0270663267535589</c:v>
                </c:pt>
                <c:pt idx="253">
                  <c:v>5.059546912755807</c:v>
                </c:pt>
                <c:pt idx="254">
                  <c:v>5.0676919067058801</c:v>
                </c:pt>
                <c:pt idx="255">
                  <c:v>5.0617965494261181</c:v>
                </c:pt>
                <c:pt idx="256">
                  <c:v>5.0638700262474758</c:v>
                </c:pt>
                <c:pt idx="257">
                  <c:v>5.0422484611289073</c:v>
                </c:pt>
                <c:pt idx="258">
                  <c:v>5.0209609656849885</c:v>
                </c:pt>
                <c:pt idx="259">
                  <c:v>5</c:v>
                </c:pt>
                <c:pt idx="260">
                  <c:v>4.9918891070323594</c:v>
                </c:pt>
                <c:pt idx="261">
                  <c:v>4.9582316944127012</c:v>
                </c:pt>
                <c:pt idx="262">
                  <c:v>4.986192957752996</c:v>
                </c:pt>
                <c:pt idx="263">
                  <c:v>4.9980341383392872</c:v>
                </c:pt>
                <c:pt idx="264">
                  <c:v>4.9715794015671699</c:v>
                </c:pt>
                <c:pt idx="265">
                  <c:v>4.9624712690654906</c:v>
                </c:pt>
                <c:pt idx="266">
                  <c:v>4.9793433727311056</c:v>
                </c:pt>
                <c:pt idx="267">
                  <c:v>4.9455135702203501</c:v>
                </c:pt>
                <c:pt idx="268">
                  <c:v>4.8893010995082076</c:v>
                </c:pt>
                <c:pt idx="269">
                  <c:v>4.8674202641061104</c:v>
                </c:pt>
                <c:pt idx="270">
                  <c:v>4.8192866417198292</c:v>
                </c:pt>
                <c:pt idx="271">
                  <c:v>4.8023715262622959</c:v>
                </c:pt>
                <c:pt idx="272">
                  <c:v>4.7608904229190134</c:v>
                </c:pt>
                <c:pt idx="273">
                  <c:v>4.7513974976733362</c:v>
                </c:pt>
                <c:pt idx="274">
                  <c:v>4.740973821241278</c:v>
                </c:pt>
                <c:pt idx="275">
                  <c:v>4.7305014780805212</c:v>
                </c:pt>
                <c:pt idx="276">
                  <c:v>4.6882130039898131</c:v>
                </c:pt>
                <c:pt idx="277">
                  <c:v>4.6448947316381188</c:v>
                </c:pt>
                <c:pt idx="278">
                  <c:v>4.7395595729597364</c:v>
                </c:pt>
                <c:pt idx="279">
                  <c:v>4.7579174684253163</c:v>
                </c:pt>
                <c:pt idx="280">
                  <c:v>4.7396225483921208</c:v>
                </c:pt>
                <c:pt idx="281">
                  <c:v>4.7474000571319985</c:v>
                </c:pt>
                <c:pt idx="282">
                  <c:v>4.8093220433377208</c:v>
                </c:pt>
                <c:pt idx="283">
                  <c:v>4.851685916585569</c:v>
                </c:pt>
                <c:pt idx="284">
                  <c:v>4.8700604341380656</c:v>
                </c:pt>
                <c:pt idx="285">
                  <c:v>4.7548438389206664</c:v>
                </c:pt>
                <c:pt idx="286">
                  <c:v>4.6330811831293017</c:v>
                </c:pt>
                <c:pt idx="287">
                  <c:v>4.9811751438453111</c:v>
                </c:pt>
                <c:pt idx="288">
                  <c:v>5.1041796151866938</c:v>
                </c:pt>
                <c:pt idx="289">
                  <c:v>5.1812058518656752</c:v>
                </c:pt>
                <c:pt idx="290">
                  <c:v>5.1821761019286949</c:v>
                </c:pt>
                <c:pt idx="291">
                  <c:v>5.3052695956840168</c:v>
                </c:pt>
                <c:pt idx="292">
                  <c:v>5.3525127368883005</c:v>
                </c:pt>
                <c:pt idx="293">
                  <c:v>5.3298419239534365</c:v>
                </c:pt>
                <c:pt idx="294">
                  <c:v>5.4690830040189455</c:v>
                </c:pt>
                <c:pt idx="295">
                  <c:v>5.5588205104214499</c:v>
                </c:pt>
                <c:pt idx="296">
                  <c:v>5.590306684358052</c:v>
                </c:pt>
                <c:pt idx="297">
                  <c:v>5.6891937071178003</c:v>
                </c:pt>
                <c:pt idx="298">
                  <c:v>5.733444444273081</c:v>
                </c:pt>
                <c:pt idx="299">
                  <c:v>5.8255273785478101</c:v>
                </c:pt>
                <c:pt idx="300">
                  <c:v>5.905940236914434</c:v>
                </c:pt>
                <c:pt idx="301">
                  <c:v>5.8844566179810878</c:v>
                </c:pt>
                <c:pt idx="302">
                  <c:v>5.784767622368121</c:v>
                </c:pt>
                <c:pt idx="303">
                  <c:v>5.8723841847526099</c:v>
                </c:pt>
                <c:pt idx="304">
                  <c:v>6.0722178267940823</c:v>
                </c:pt>
                <c:pt idx="305">
                  <c:v>6.1910456989150564</c:v>
                </c:pt>
                <c:pt idx="306">
                  <c:v>6.1629528297732072</c:v>
                </c:pt>
                <c:pt idx="307">
                  <c:v>6.1533281273642553</c:v>
                </c:pt>
                <c:pt idx="308">
                  <c:v>6.1179304507892844</c:v>
                </c:pt>
                <c:pt idx="309">
                  <c:v>6.1020167732279535</c:v>
                </c:pt>
                <c:pt idx="310">
                  <c:v>6.0457767132787676</c:v>
                </c:pt>
                <c:pt idx="311">
                  <c:v>5.9261429269850003</c:v>
                </c:pt>
                <c:pt idx="312">
                  <c:v>5.9996098093617984</c:v>
                </c:pt>
                <c:pt idx="313">
                  <c:v>6.0540495430725381</c:v>
                </c:pt>
                <c:pt idx="314">
                  <c:v>5.9849648939810756</c:v>
                </c:pt>
                <c:pt idx="315">
                  <c:v>5.983921986548447</c:v>
                </c:pt>
                <c:pt idx="316">
                  <c:v>5.9565214187585216</c:v>
                </c:pt>
                <c:pt idx="317">
                  <c:v>5.9746967283106196</c:v>
                </c:pt>
                <c:pt idx="318">
                  <c:v>6.0426140613601786</c:v>
                </c:pt>
                <c:pt idx="319">
                  <c:v>6.0536487280076514</c:v>
                </c:pt>
                <c:pt idx="320">
                  <c:v>6.0264837825837869</c:v>
                </c:pt>
                <c:pt idx="321">
                  <c:v>6.1786584742055188</c:v>
                </c:pt>
                <c:pt idx="322">
                  <c:v>6.2553992222576937</c:v>
                </c:pt>
                <c:pt idx="323">
                  <c:v>6.2599445919012062</c:v>
                </c:pt>
                <c:pt idx="324">
                  <c:v>6.2852027954580221</c:v>
                </c:pt>
                <c:pt idx="325">
                  <c:v>6.3525714282776669</c:v>
                </c:pt>
                <c:pt idx="326">
                  <c:v>6.383896008111579</c:v>
                </c:pt>
                <c:pt idx="327">
                  <c:v>6.4033534460584995</c:v>
                </c:pt>
                <c:pt idx="328">
                  <c:v>6.4485355341661865</c:v>
                </c:pt>
                <c:pt idx="329">
                  <c:v>6.4362713471721626</c:v>
                </c:pt>
                <c:pt idx="330">
                  <c:v>6.4794303388043986</c:v>
                </c:pt>
                <c:pt idx="331">
                  <c:v>6.532093736917604</c:v>
                </c:pt>
                <c:pt idx="332">
                  <c:v>6.4836338418149655</c:v>
                </c:pt>
                <c:pt idx="333">
                  <c:v>6.3988101327556377</c:v>
                </c:pt>
                <c:pt idx="334">
                  <c:v>6.3375743645607496</c:v>
                </c:pt>
                <c:pt idx="335">
                  <c:v>6.2481180627420381</c:v>
                </c:pt>
                <c:pt idx="336">
                  <c:v>6.1366599441463592</c:v>
                </c:pt>
                <c:pt idx="337">
                  <c:v>6.0684360449783394</c:v>
                </c:pt>
                <c:pt idx="338">
                  <c:v>6.0044536911228974</c:v>
                </c:pt>
                <c:pt idx="339">
                  <c:v>5.8837307297318908</c:v>
                </c:pt>
                <c:pt idx="340">
                  <c:v>5.7732144151535847</c:v>
                </c:pt>
                <c:pt idx="341">
                  <c:v>5.7640215442809835</c:v>
                </c:pt>
                <c:pt idx="342">
                  <c:v>5.7307381286169097</c:v>
                </c:pt>
                <c:pt idx="343">
                  <c:v>5.6773236520815571</c:v>
                </c:pt>
                <c:pt idx="344">
                  <c:v>5.7580788911662859</c:v>
                </c:pt>
                <c:pt idx="345">
                  <c:v>5.8378342346103045</c:v>
                </c:pt>
                <c:pt idx="346">
                  <c:v>5.9053863958328954</c:v>
                </c:pt>
                <c:pt idx="347">
                  <c:v>5.9632072676562107</c:v>
                </c:pt>
                <c:pt idx="348">
                  <c:v>6.0144440794439786</c:v>
                </c:pt>
                <c:pt idx="349">
                  <c:v>5.9768745644199264</c:v>
                </c:pt>
                <c:pt idx="350">
                  <c:v>6.0763025761321563</c:v>
                </c:pt>
                <c:pt idx="351">
                  <c:v>6.2493588929621584</c:v>
                </c:pt>
                <c:pt idx="352">
                  <c:v>6.2734151654094727</c:v>
                </c:pt>
                <c:pt idx="353">
                  <c:v>6.3236351167461713</c:v>
                </c:pt>
                <c:pt idx="354">
                  <c:v>6.3378425456537606</c:v>
                </c:pt>
                <c:pt idx="355">
                  <c:v>6.3595782376783632</c:v>
                </c:pt>
                <c:pt idx="356">
                  <c:v>6.6190395895269898</c:v>
                </c:pt>
                <c:pt idx="357">
                  <c:v>6.6946209041764098</c:v>
                </c:pt>
                <c:pt idx="358">
                  <c:v>6.5976605012433165</c:v>
                </c:pt>
                <c:pt idx="359">
                  <c:v>6.8285282650019905</c:v>
                </c:pt>
                <c:pt idx="360">
                  <c:v>7.0240442771268619</c:v>
                </c:pt>
                <c:pt idx="361">
                  <c:v>6.9790954123211462</c:v>
                </c:pt>
                <c:pt idx="362">
                  <c:v>6.8739800764581735</c:v>
                </c:pt>
                <c:pt idx="363">
                  <c:v>6.748572256982948</c:v>
                </c:pt>
                <c:pt idx="364">
                  <c:v>6.6471533647987719</c:v>
                </c:pt>
                <c:pt idx="365">
                  <c:v>6.5076453888531596</c:v>
                </c:pt>
                <c:pt idx="366">
                  <c:v>6.3407392441817141</c:v>
                </c:pt>
                <c:pt idx="367">
                  <c:v>6.2526358431485054</c:v>
                </c:pt>
                <c:pt idx="368">
                  <c:v>6.1493093522886806</c:v>
                </c:pt>
                <c:pt idx="369">
                  <c:v>6.0168176106384088</c:v>
                </c:pt>
                <c:pt idx="370">
                  <c:v>5.9558779554970194</c:v>
                </c:pt>
                <c:pt idx="371">
                  <c:v>5.8028162956085643</c:v>
                </c:pt>
                <c:pt idx="372">
                  <c:v>5.7101603277395734</c:v>
                </c:pt>
                <c:pt idx="373">
                  <c:v>5.5997374052990878</c:v>
                </c:pt>
                <c:pt idx="374">
                  <c:v>5.5305177231716538</c:v>
                </c:pt>
                <c:pt idx="375">
                  <c:v>5.4810923761341783</c:v>
                </c:pt>
                <c:pt idx="376">
                  <c:v>5.3477884656083026</c:v>
                </c:pt>
                <c:pt idx="377">
                  <c:v>5.2410959164673292</c:v>
                </c:pt>
                <c:pt idx="378">
                  <c:v>5.1576784016886688</c:v>
                </c:pt>
                <c:pt idx="379">
                  <c:v>5.0666183255252371</c:v>
                </c:pt>
                <c:pt idx="380">
                  <c:v>5.0100992030137723</c:v>
                </c:pt>
                <c:pt idx="381">
                  <c:v>4.8899768644540789</c:v>
                </c:pt>
                <c:pt idx="382">
                  <c:v>4.7742125971770912</c:v>
                </c:pt>
                <c:pt idx="383">
                  <c:v>4.6583431994844089</c:v>
                </c:pt>
                <c:pt idx="384">
                  <c:v>4.6083679955254038</c:v>
                </c:pt>
                <c:pt idx="385">
                  <c:v>4.5544735348101639</c:v>
                </c:pt>
                <c:pt idx="386">
                  <c:v>4.4945841128149606</c:v>
                </c:pt>
                <c:pt idx="387">
                  <c:v>4.4561274581624639</c:v>
                </c:pt>
                <c:pt idx="388">
                  <c:v>4.4262872992347493</c:v>
                </c:pt>
                <c:pt idx="389">
                  <c:v>4.4034623035916214</c:v>
                </c:pt>
                <c:pt idx="390">
                  <c:v>4.377342621824047</c:v>
                </c:pt>
                <c:pt idx="391">
                  <c:v>4.3775919102873395</c:v>
                </c:pt>
                <c:pt idx="392">
                  <c:v>4.4014704377897846</c:v>
                </c:pt>
                <c:pt idx="393">
                  <c:v>4.392603025665359</c:v>
                </c:pt>
                <c:pt idx="394">
                  <c:v>4.3953445561551492</c:v>
                </c:pt>
                <c:pt idx="395">
                  <c:v>4.3989543336436689</c:v>
                </c:pt>
                <c:pt idx="396">
                  <c:v>4.392908178049626</c:v>
                </c:pt>
                <c:pt idx="397">
                  <c:v>4.3922366543063456</c:v>
                </c:pt>
                <c:pt idx="398">
                  <c:v>4.3879752738745879</c:v>
                </c:pt>
                <c:pt idx="399">
                  <c:v>4.3661754497259855</c:v>
                </c:pt>
                <c:pt idx="400">
                  <c:v>4.3908383426648347</c:v>
                </c:pt>
                <c:pt idx="401">
                  <c:v>4.3788473919345865</c:v>
                </c:pt>
                <c:pt idx="402">
                  <c:v>4.3288940151747655</c:v>
                </c:pt>
                <c:pt idx="403">
                  <c:v>4.3064488427857315</c:v>
                </c:pt>
                <c:pt idx="404">
                  <c:v>4.275524799553911</c:v>
                </c:pt>
                <c:pt idx="405">
                  <c:v>4.2222049146884242</c:v>
                </c:pt>
                <c:pt idx="406">
                  <c:v>4.1642260473585537</c:v>
                </c:pt>
                <c:pt idx="407">
                  <c:v>4.1302990292015798</c:v>
                </c:pt>
                <c:pt idx="408">
                  <c:v>4.1184516153326927</c:v>
                </c:pt>
                <c:pt idx="409">
                  <c:v>4.1231444845773595</c:v>
                </c:pt>
                <c:pt idx="410">
                  <c:v>4.0928027391828339</c:v>
                </c:pt>
                <c:pt idx="411">
                  <c:v>4.077353794608241</c:v>
                </c:pt>
                <c:pt idx="412">
                  <c:v>4.0655324652062879</c:v>
                </c:pt>
                <c:pt idx="413">
                  <c:v>4.0548002680611397</c:v>
                </c:pt>
                <c:pt idx="414">
                  <c:v>4.052349827584405</c:v>
                </c:pt>
                <c:pt idx="415">
                  <c:v>4.0541773093005373</c:v>
                </c:pt>
                <c:pt idx="416">
                  <c:v>4.0498641722740505</c:v>
                </c:pt>
                <c:pt idx="417">
                  <c:v>4.0368669239363024</c:v>
                </c:pt>
                <c:pt idx="418">
                  <c:v>4.0024627174395491</c:v>
                </c:pt>
                <c:pt idx="419">
                  <c:v>4.0263567660633193</c:v>
                </c:pt>
                <c:pt idx="420">
                  <c:v>4.0364070774361336</c:v>
                </c:pt>
                <c:pt idx="421">
                  <c:v>4.0253909151769767</c:v>
                </c:pt>
                <c:pt idx="422">
                  <c:v>4.0143481369617975</c:v>
                </c:pt>
                <c:pt idx="423">
                  <c:v>4.0462810575982733</c:v>
                </c:pt>
                <c:pt idx="424">
                  <c:v>4.0437244505029382</c:v>
                </c:pt>
                <c:pt idx="425">
                  <c:v>4.027748983653634</c:v>
                </c:pt>
                <c:pt idx="426">
                  <c:v>4.0322428644551067</c:v>
                </c:pt>
                <c:pt idx="427">
                  <c:v>3.9935068500348465</c:v>
                </c:pt>
                <c:pt idx="428">
                  <c:v>3.9195731702980785</c:v>
                </c:pt>
                <c:pt idx="429">
                  <c:v>3.9880107990335714</c:v>
                </c:pt>
                <c:pt idx="430">
                  <c:v>3.9782412611627165</c:v>
                </c:pt>
                <c:pt idx="431">
                  <c:v>3.9612412292787265</c:v>
                </c:pt>
                <c:pt idx="432">
                  <c:v>3.9768936578641578</c:v>
                </c:pt>
                <c:pt idx="433">
                  <c:v>3.9947124691029461</c:v>
                </c:pt>
                <c:pt idx="434">
                  <c:v>4.0295487128035825</c:v>
                </c:pt>
                <c:pt idx="435">
                  <c:v>4.1280602847106449</c:v>
                </c:pt>
                <c:pt idx="436">
                  <c:v>4.1889470961813924</c:v>
                </c:pt>
                <c:pt idx="437">
                  <c:v>4.0925444970696283</c:v>
                </c:pt>
                <c:pt idx="438">
                  <c:v>4.0490167671446118</c:v>
                </c:pt>
                <c:pt idx="439">
                  <c:v>4.1166033399427553</c:v>
                </c:pt>
                <c:pt idx="440">
                  <c:v>4.1391787793698995</c:v>
                </c:pt>
                <c:pt idx="441">
                  <c:v>4.1076798925356375</c:v>
                </c:pt>
                <c:pt idx="442">
                  <c:v>4.1190257949084659</c:v>
                </c:pt>
                <c:pt idx="443">
                  <c:v>4.1566370579317429</c:v>
                </c:pt>
                <c:pt idx="444">
                  <c:v>4.118495623164609</c:v>
                </c:pt>
                <c:pt idx="445">
                  <c:v>4.200055148485788</c:v>
                </c:pt>
                <c:pt idx="446">
                  <c:v>4.1842196118691293</c:v>
                </c:pt>
                <c:pt idx="447">
                  <c:v>4.2042221086094012</c:v>
                </c:pt>
                <c:pt idx="448">
                  <c:v>4.2206304003575292</c:v>
                </c:pt>
                <c:pt idx="449">
                  <c:v>4.2015963329619925</c:v>
                </c:pt>
                <c:pt idx="450">
                  <c:v>4.2401532342211414</c:v>
                </c:pt>
                <c:pt idx="451">
                  <c:v>4.234034078534048</c:v>
                </c:pt>
                <c:pt idx="452">
                  <c:v>4.1941496380240695</c:v>
                </c:pt>
                <c:pt idx="453">
                  <c:v>4.2377918482886701</c:v>
                </c:pt>
                <c:pt idx="454">
                  <c:v>4.2904498913481008</c:v>
                </c:pt>
                <c:pt idx="455">
                  <c:v>4.2842233561227285</c:v>
                </c:pt>
                <c:pt idx="456">
                  <c:v>4.2785404231160795</c:v>
                </c:pt>
                <c:pt idx="457">
                  <c:v>4.2806027828458006</c:v>
                </c:pt>
                <c:pt idx="458">
                  <c:v>4.3244075511227704</c:v>
                </c:pt>
                <c:pt idx="459">
                  <c:v>4.3529588557081187</c:v>
                </c:pt>
                <c:pt idx="460">
                  <c:v>4.389947947163698</c:v>
                </c:pt>
                <c:pt idx="461">
                  <c:v>4.3942390588540103</c:v>
                </c:pt>
                <c:pt idx="462">
                  <c:v>4.3891404478949845</c:v>
                </c:pt>
                <c:pt idx="463">
                  <c:v>4.3781277155477705</c:v>
                </c:pt>
                <c:pt idx="464">
                  <c:v>4.3770806525934161</c:v>
                </c:pt>
                <c:pt idx="465">
                  <c:v>4.3667521247568164</c:v>
                </c:pt>
                <c:pt idx="466">
                  <c:v>4.3650803198089525</c:v>
                </c:pt>
                <c:pt idx="467">
                  <c:v>4.3693421714854441</c:v>
                </c:pt>
                <c:pt idx="468">
                  <c:v>4.4062231551154296</c:v>
                </c:pt>
                <c:pt idx="469">
                  <c:v>4.4192558565866902</c:v>
                </c:pt>
                <c:pt idx="470">
                  <c:v>4.4293389515987096</c:v>
                </c:pt>
                <c:pt idx="471">
                  <c:v>4.4521271044718729</c:v>
                </c:pt>
                <c:pt idx="472">
                  <c:v>4.448151126986061</c:v>
                </c:pt>
                <c:pt idx="473">
                  <c:v>4.4538262416141992</c:v>
                </c:pt>
                <c:pt idx="474">
                  <c:v>4.4702770953297248</c:v>
                </c:pt>
                <c:pt idx="475">
                  <c:v>4.4872830324992652</c:v>
                </c:pt>
                <c:pt idx="476">
                  <c:v>4.4777288454384099</c:v>
                </c:pt>
                <c:pt idx="477">
                  <c:v>4.4868820460726537</c:v>
                </c:pt>
                <c:pt idx="478">
                  <c:v>4.4923307061867925</c:v>
                </c:pt>
                <c:pt idx="479">
                  <c:v>4.4868595120063732</c:v>
                </c:pt>
                <c:pt idx="480">
                  <c:v>4.4956962932232098</c:v>
                </c:pt>
                <c:pt idx="481">
                  <c:v>4.5244581585229593</c:v>
                </c:pt>
                <c:pt idx="482">
                  <c:v>4.5412231182726597</c:v>
                </c:pt>
                <c:pt idx="483">
                  <c:v>4.5510274077649804</c:v>
                </c:pt>
                <c:pt idx="484">
                  <c:v>4.5523854494021094</c:v>
                </c:pt>
                <c:pt idx="485">
                  <c:v>4.5691899937093101</c:v>
                </c:pt>
                <c:pt idx="486">
                  <c:v>4.5577247378979653</c:v>
                </c:pt>
                <c:pt idx="487">
                  <c:v>4.5551746612907085</c:v>
                </c:pt>
                <c:pt idx="488">
                  <c:v>4.5768525615749773</c:v>
                </c:pt>
                <c:pt idx="489">
                  <c:v>4.578985586594305</c:v>
                </c:pt>
                <c:pt idx="490">
                  <c:v>4.5777346460326607</c:v>
                </c:pt>
                <c:pt idx="491">
                  <c:v>4.5857069073681949</c:v>
                </c:pt>
                <c:pt idx="492">
                  <c:v>4.6135595702179497</c:v>
                </c:pt>
                <c:pt idx="493">
                  <c:v>4.6370460221032612</c:v>
                </c:pt>
                <c:pt idx="494">
                  <c:v>4.6146721361900687</c:v>
                </c:pt>
                <c:pt idx="495">
                  <c:v>4.6099151776618328</c:v>
                </c:pt>
                <c:pt idx="496">
                  <c:v>4.6244819092574572</c:v>
                </c:pt>
                <c:pt idx="497">
                  <c:v>4.6182177815545886</c:v>
                </c:pt>
                <c:pt idx="498">
                  <c:v>4.6305539833117679</c:v>
                </c:pt>
                <c:pt idx="499">
                  <c:v>4.6532187557459732</c:v>
                </c:pt>
                <c:pt idx="500">
                  <c:v>4.6781138438164707</c:v>
                </c:pt>
                <c:pt idx="501">
                  <c:v>4.6778510177772361</c:v>
                </c:pt>
                <c:pt idx="502">
                  <c:v>4.6780597791935685</c:v>
                </c:pt>
                <c:pt idx="503">
                  <c:v>4.7135149047854297</c:v>
                </c:pt>
                <c:pt idx="504">
                  <c:v>4.7208191981333911</c:v>
                </c:pt>
                <c:pt idx="505">
                  <c:v>4.7032000430460634</c:v>
                </c:pt>
                <c:pt idx="506">
                  <c:v>4.7231370367685717</c:v>
                </c:pt>
                <c:pt idx="507">
                  <c:v>4.7650601676705904</c:v>
                </c:pt>
                <c:pt idx="508">
                  <c:v>4.7607266011139551</c:v>
                </c:pt>
                <c:pt idx="509">
                  <c:v>4.7639995242998641</c:v>
                </c:pt>
                <c:pt idx="510">
                  <c:v>4.8127070370890177</c:v>
                </c:pt>
                <c:pt idx="511">
                  <c:v>4.8556761599346361</c:v>
                </c:pt>
                <c:pt idx="512">
                  <c:v>4.8716125429239678</c:v>
                </c:pt>
                <c:pt idx="513">
                  <c:v>4.9179197920902507</c:v>
                </c:pt>
                <c:pt idx="514">
                  <c:v>4.9928665542876498</c:v>
                </c:pt>
                <c:pt idx="515">
                  <c:v>5.0440941125424974</c:v>
                </c:pt>
                <c:pt idx="516">
                  <c:v>5.0814603925657122</c:v>
                </c:pt>
                <c:pt idx="517">
                  <c:v>5.1104427147192339</c:v>
                </c:pt>
                <c:pt idx="518">
                  <c:v>5.1148306886222148</c:v>
                </c:pt>
                <c:pt idx="519">
                  <c:v>5.1658875706031724</c:v>
                </c:pt>
                <c:pt idx="520">
                  <c:v>5.222955050621108</c:v>
                </c:pt>
                <c:pt idx="521">
                  <c:v>5.2441770002068324</c:v>
                </c:pt>
                <c:pt idx="522">
                  <c:v>5.255322195164208</c:v>
                </c:pt>
                <c:pt idx="523">
                  <c:v>5.2874488335321983</c:v>
                </c:pt>
                <c:pt idx="524">
                  <c:v>5.3380290728868216</c:v>
                </c:pt>
                <c:pt idx="525">
                  <c:v>5.3412616403874908</c:v>
                </c:pt>
                <c:pt idx="526">
                  <c:v>5.3516992827997898</c:v>
                </c:pt>
                <c:pt idx="527">
                  <c:v>5.354079582782191</c:v>
                </c:pt>
                <c:pt idx="528">
                  <c:v>5.3425932066387603</c:v>
                </c:pt>
                <c:pt idx="529">
                  <c:v>5.2661455728099655</c:v>
                </c:pt>
                <c:pt idx="530">
                  <c:v>5.2363462836526589</c:v>
                </c:pt>
                <c:pt idx="531">
                  <c:v>5.2541235199273988</c:v>
                </c:pt>
                <c:pt idx="532">
                  <c:v>5.2477648005546627</c:v>
                </c:pt>
                <c:pt idx="533">
                  <c:v>5.2316352929060166</c:v>
                </c:pt>
                <c:pt idx="534">
                  <c:v>5.2706299376808818</c:v>
                </c:pt>
                <c:pt idx="535">
                  <c:v>5.2999102578668298</c:v>
                </c:pt>
                <c:pt idx="536">
                  <c:v>5.2733755808519724</c:v>
                </c:pt>
                <c:pt idx="537">
                  <c:v>5.3111539858136476</c:v>
                </c:pt>
                <c:pt idx="538">
                  <c:v>5.3732320825469966</c:v>
                </c:pt>
                <c:pt idx="539">
                  <c:v>5.3783217826965446</c:v>
                </c:pt>
                <c:pt idx="540">
                  <c:v>5.3559828974148189</c:v>
                </c:pt>
                <c:pt idx="541">
                  <c:v>5.368208870745109</c:v>
                </c:pt>
                <c:pt idx="542">
                  <c:v>5.4449167173468975</c:v>
                </c:pt>
                <c:pt idx="543">
                  <c:v>5.4810490216188246</c:v>
                </c:pt>
                <c:pt idx="544">
                  <c:v>5.4619785184374079</c:v>
                </c:pt>
                <c:pt idx="545">
                  <c:v>5.5143159865576994</c:v>
                </c:pt>
                <c:pt idx="546">
                  <c:v>5.5885000177359379</c:v>
                </c:pt>
                <c:pt idx="547">
                  <c:v>5.570375431253189</c:v>
                </c:pt>
                <c:pt idx="548">
                  <c:v>5.5780927063482144</c:v>
                </c:pt>
                <c:pt idx="549">
                  <c:v>5.5970549089221038</c:v>
                </c:pt>
                <c:pt idx="550">
                  <c:v>5.6127036612631187</c:v>
                </c:pt>
                <c:pt idx="551">
                  <c:v>5.6207312724344627</c:v>
                </c:pt>
                <c:pt idx="552">
                  <c:v>5.6388906453465264</c:v>
                </c:pt>
                <c:pt idx="553">
                  <c:v>5.6429421505107697</c:v>
                </c:pt>
                <c:pt idx="554">
                  <c:v>5.6086254236704347</c:v>
                </c:pt>
                <c:pt idx="555">
                  <c:v>5.6064765476919369</c:v>
                </c:pt>
                <c:pt idx="556">
                  <c:v>5.5960438747695411</c:v>
                </c:pt>
                <c:pt idx="557">
                  <c:v>5.5661940339046021</c:v>
                </c:pt>
                <c:pt idx="558">
                  <c:v>5.5632752297146686</c:v>
                </c:pt>
                <c:pt idx="559">
                  <c:v>5.5815038327619266</c:v>
                </c:pt>
                <c:pt idx="560">
                  <c:v>5.5860627399813803</c:v>
                </c:pt>
                <c:pt idx="561">
                  <c:v>5.5383544373860545</c:v>
                </c:pt>
                <c:pt idx="562">
                  <c:v>5.5279005156102823</c:v>
                </c:pt>
                <c:pt idx="563">
                  <c:v>5.4726920532201531</c:v>
                </c:pt>
                <c:pt idx="564">
                  <c:v>5.4624655284478445</c:v>
                </c:pt>
                <c:pt idx="565">
                  <c:v>5.4378422200664929</c:v>
                </c:pt>
                <c:pt idx="566">
                  <c:v>5.4004485221679506</c:v>
                </c:pt>
                <c:pt idx="567">
                  <c:v>5.3728023930321598</c:v>
                </c:pt>
                <c:pt idx="568">
                  <c:v>5.315189382976139</c:v>
                </c:pt>
                <c:pt idx="569">
                  <c:v>5.3264491332438482</c:v>
                </c:pt>
                <c:pt idx="570">
                  <c:v>5.3224771399180444</c:v>
                </c:pt>
                <c:pt idx="571">
                  <c:v>5.2396606763749931</c:v>
                </c:pt>
                <c:pt idx="572">
                  <c:v>5.2329341290686218</c:v>
                </c:pt>
                <c:pt idx="573">
                  <c:v>5.1548472490189106</c:v>
                </c:pt>
                <c:pt idx="574">
                  <c:v>5.0348075924894893</c:v>
                </c:pt>
                <c:pt idx="575">
                  <c:v>4.9831115312900502</c:v>
                </c:pt>
                <c:pt idx="576">
                  <c:v>4.7861792145429876</c:v>
                </c:pt>
                <c:pt idx="577">
                  <c:v>4.6172904576026257</c:v>
                </c:pt>
                <c:pt idx="578">
                  <c:v>4.532601438855826</c:v>
                </c:pt>
                <c:pt idx="579">
                  <c:v>4.3431308326174696</c:v>
                </c:pt>
                <c:pt idx="580">
                  <c:v>4.392874976716227</c:v>
                </c:pt>
                <c:pt idx="581">
                  <c:v>4.5474797060598116</c:v>
                </c:pt>
                <c:pt idx="582">
                  <c:v>4.5930210968555283</c:v>
                </c:pt>
                <c:pt idx="583">
                  <c:v>4.0283606700260419</c:v>
                </c:pt>
                <c:pt idx="584">
                  <c:v>4.3210962643316231</c:v>
                </c:pt>
                <c:pt idx="585">
                  <c:v>4.1627478061844103</c:v>
                </c:pt>
                <c:pt idx="586">
                  <c:v>3.8799097060820902</c:v>
                </c:pt>
                <c:pt idx="587">
                  <c:v>4.5801834907033703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7BE-418F-8705-C8EC33B01BAD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S4_z/O-PTIR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Sheet2!$E$2:$E$589</c:f>
              <c:numCache>
                <c:formatCode>General</c:formatCode>
                <c:ptCount val="588"/>
                <c:pt idx="0">
                  <c:v>5.6936249463000603</c:v>
                </c:pt>
                <c:pt idx="1">
                  <c:v>5.7482532640936261</c:v>
                </c:pt>
                <c:pt idx="2">
                  <c:v>5.735056920297823</c:v>
                </c:pt>
                <c:pt idx="3">
                  <c:v>5.8507060327172686</c:v>
                </c:pt>
                <c:pt idx="4">
                  <c:v>5.9425193336162376</c:v>
                </c:pt>
                <c:pt idx="5">
                  <c:v>5.9527044130375479</c:v>
                </c:pt>
                <c:pt idx="6">
                  <c:v>6.0535913929835274</c:v>
                </c:pt>
                <c:pt idx="7">
                  <c:v>6.0611474959065745</c:v>
                </c:pt>
                <c:pt idx="8">
                  <c:v>6.0782450979899671</c:v>
                </c:pt>
                <c:pt idx="9">
                  <c:v>6.1452522482993484</c:v>
                </c:pt>
                <c:pt idx="10">
                  <c:v>6.1817572323744621</c:v>
                </c:pt>
                <c:pt idx="11">
                  <c:v>6.1974163749707056</c:v>
                </c:pt>
                <c:pt idx="12">
                  <c:v>6.1311003076648891</c:v>
                </c:pt>
                <c:pt idx="13">
                  <c:v>6.0680118060149608</c:v>
                </c:pt>
                <c:pt idx="14">
                  <c:v>6.035691704361275</c:v>
                </c:pt>
                <c:pt idx="15">
                  <c:v>6.015702932480802</c:v>
                </c:pt>
                <c:pt idx="16">
                  <c:v>5.989882898641377</c:v>
                </c:pt>
                <c:pt idx="17">
                  <c:v>5.9843674480194418</c:v>
                </c:pt>
                <c:pt idx="18">
                  <c:v>5.9749059937104176</c:v>
                </c:pt>
                <c:pt idx="19">
                  <c:v>5.9846242904346072</c:v>
                </c:pt>
                <c:pt idx="20">
                  <c:v>5.9859308888603993</c:v>
                </c:pt>
                <c:pt idx="21">
                  <c:v>5.9782357721641786</c:v>
                </c:pt>
                <c:pt idx="22">
                  <c:v>5.9886716879067619</c:v>
                </c:pt>
                <c:pt idx="23">
                  <c:v>5.9966526400713915</c:v>
                </c:pt>
                <c:pt idx="24">
                  <c:v>5.9894508420871233</c:v>
                </c:pt>
                <c:pt idx="25">
                  <c:v>6.0021692373112518</c:v>
                </c:pt>
                <c:pt idx="26">
                  <c:v>6.0283226093616875</c:v>
                </c:pt>
                <c:pt idx="27">
                  <c:v>6.050234587107254</c:v>
                </c:pt>
                <c:pt idx="28">
                  <c:v>6.0687489175380778</c:v>
                </c:pt>
                <c:pt idx="29">
                  <c:v>6.0591761320886377</c:v>
                </c:pt>
                <c:pt idx="30">
                  <c:v>6.0729187847247781</c:v>
                </c:pt>
                <c:pt idx="31">
                  <c:v>6.0952039593044542</c:v>
                </c:pt>
                <c:pt idx="32">
                  <c:v>6.1087165239436763</c:v>
                </c:pt>
                <c:pt idx="33">
                  <c:v>6.1282049882029392</c:v>
                </c:pt>
                <c:pt idx="34">
                  <c:v>6.1375486684708234</c:v>
                </c:pt>
                <c:pt idx="35">
                  <c:v>6.1608850732841729</c:v>
                </c:pt>
                <c:pt idx="36">
                  <c:v>6.1882541879400677</c:v>
                </c:pt>
                <c:pt idx="37">
                  <c:v>6.2249285984637943</c:v>
                </c:pt>
                <c:pt idx="38">
                  <c:v>6.2584095142642537</c:v>
                </c:pt>
                <c:pt idx="39">
                  <c:v>6.2986347274969674</c:v>
                </c:pt>
                <c:pt idx="40">
                  <c:v>6.3462333491966998</c:v>
                </c:pt>
                <c:pt idx="41">
                  <c:v>6.3853054470029926</c:v>
                </c:pt>
                <c:pt idx="42">
                  <c:v>6.4198765234457156</c:v>
                </c:pt>
                <c:pt idx="43">
                  <c:v>6.4594701140043975</c:v>
                </c:pt>
                <c:pt idx="44">
                  <c:v>6.5011801428489369</c:v>
                </c:pt>
                <c:pt idx="45">
                  <c:v>6.529193656778598</c:v>
                </c:pt>
                <c:pt idx="46">
                  <c:v>6.5575953827770999</c:v>
                </c:pt>
                <c:pt idx="47">
                  <c:v>6.5923106054732328</c:v>
                </c:pt>
                <c:pt idx="48">
                  <c:v>6.6247939636790756</c:v>
                </c:pt>
                <c:pt idx="49">
                  <c:v>6.6451501447031802</c:v>
                </c:pt>
                <c:pt idx="50">
                  <c:v>6.6633097333883988</c:v>
                </c:pt>
                <c:pt idx="51">
                  <c:v>6.6775732235666876</c:v>
                </c:pt>
                <c:pt idx="52">
                  <c:v>6.6953342260208872</c:v>
                </c:pt>
                <c:pt idx="53">
                  <c:v>6.708392675361015</c:v>
                </c:pt>
                <c:pt idx="54">
                  <c:v>6.7205968397462765</c:v>
                </c:pt>
                <c:pt idx="55">
                  <c:v>6.730331516726535</c:v>
                </c:pt>
                <c:pt idx="56">
                  <c:v>6.7428198239537425</c:v>
                </c:pt>
                <c:pt idx="57">
                  <c:v>6.750587341381789</c:v>
                </c:pt>
                <c:pt idx="58">
                  <c:v>6.7595096668627201</c:v>
                </c:pt>
                <c:pt idx="59">
                  <c:v>6.7669849605224908</c:v>
                </c:pt>
                <c:pt idx="60">
                  <c:v>6.7840791773529645</c:v>
                </c:pt>
                <c:pt idx="61">
                  <c:v>6.8076739534053772</c:v>
                </c:pt>
                <c:pt idx="62">
                  <c:v>6.8358666673364361</c:v>
                </c:pt>
                <c:pt idx="63">
                  <c:v>6.8545727013641251</c:v>
                </c:pt>
                <c:pt idx="64">
                  <c:v>6.8800486952252413</c:v>
                </c:pt>
                <c:pt idx="65">
                  <c:v>6.905976565750457</c:v>
                </c:pt>
                <c:pt idx="66">
                  <c:v>6.9318645776525685</c:v>
                </c:pt>
                <c:pt idx="67">
                  <c:v>6.9773283059779407</c:v>
                </c:pt>
                <c:pt idx="68">
                  <c:v>7.0113408156887029</c:v>
                </c:pt>
                <c:pt idx="69">
                  <c:v>7.0366201372752819</c:v>
                </c:pt>
                <c:pt idx="70">
                  <c:v>7.0660225877179084</c:v>
                </c:pt>
                <c:pt idx="71">
                  <c:v>7.0908704533596234</c:v>
                </c:pt>
                <c:pt idx="72">
                  <c:v>7.1275209487094875</c:v>
                </c:pt>
                <c:pt idx="73">
                  <c:v>7.1664200164108331</c:v>
                </c:pt>
                <c:pt idx="74">
                  <c:v>7.2048236359669362</c:v>
                </c:pt>
                <c:pt idx="75">
                  <c:v>7.2525594150108219</c:v>
                </c:pt>
                <c:pt idx="76">
                  <c:v>7.2908223827681446</c:v>
                </c:pt>
                <c:pt idx="77">
                  <c:v>7.3286712576520365</c:v>
                </c:pt>
                <c:pt idx="78">
                  <c:v>7.3585933990188872</c:v>
                </c:pt>
                <c:pt idx="79">
                  <c:v>7.3805145497078524</c:v>
                </c:pt>
                <c:pt idx="80">
                  <c:v>7.4061457191947966</c:v>
                </c:pt>
                <c:pt idx="81">
                  <c:v>7.4250614205001728</c:v>
                </c:pt>
                <c:pt idx="82">
                  <c:v>7.4340146500642206</c:v>
                </c:pt>
                <c:pt idx="83">
                  <c:v>7.4315351161021619</c:v>
                </c:pt>
                <c:pt idx="84">
                  <c:v>7.4341162076518499</c:v>
                </c:pt>
                <c:pt idx="85">
                  <c:v>7.4217259635576429</c:v>
                </c:pt>
                <c:pt idx="86">
                  <c:v>7.3947347960101188</c:v>
                </c:pt>
                <c:pt idx="87">
                  <c:v>7.3661949298520986</c:v>
                </c:pt>
                <c:pt idx="88">
                  <c:v>7.3387060209234836</c:v>
                </c:pt>
                <c:pt idx="89">
                  <c:v>7.2984409490676683</c:v>
                </c:pt>
                <c:pt idx="90">
                  <c:v>7.2434943628986748</c:v>
                </c:pt>
                <c:pt idx="91">
                  <c:v>7.1927174255129689</c:v>
                </c:pt>
                <c:pt idx="92">
                  <c:v>7.1506418985546709</c:v>
                </c:pt>
                <c:pt idx="93">
                  <c:v>7.0737276417694783</c:v>
                </c:pt>
                <c:pt idx="94">
                  <c:v>7.0060567634841728</c:v>
                </c:pt>
                <c:pt idx="95">
                  <c:v>6.9506736980917863</c:v>
                </c:pt>
                <c:pt idx="96">
                  <c:v>6.8877115974178587</c:v>
                </c:pt>
                <c:pt idx="97">
                  <c:v>6.8179167459289047</c:v>
                </c:pt>
                <c:pt idx="98">
                  <c:v>6.7468680404387014</c:v>
                </c:pt>
                <c:pt idx="99">
                  <c:v>6.6724136613082834</c:v>
                </c:pt>
                <c:pt idx="100">
                  <c:v>6.6001267176609515</c:v>
                </c:pt>
                <c:pt idx="101">
                  <c:v>6.5298139224750864</c:v>
                </c:pt>
                <c:pt idx="102">
                  <c:v>6.4759815213239253</c:v>
                </c:pt>
                <c:pt idx="103">
                  <c:v>6.4293526107834946</c:v>
                </c:pt>
                <c:pt idx="104">
                  <c:v>6.3756315407727513</c:v>
                </c:pt>
                <c:pt idx="105">
                  <c:v>6.3134911829449631</c:v>
                </c:pt>
                <c:pt idx="106">
                  <c:v>6.2553767644538842</c:v>
                </c:pt>
                <c:pt idx="107">
                  <c:v>6.1908571198311817</c:v>
                </c:pt>
                <c:pt idx="108">
                  <c:v>6.1127631570038803</c:v>
                </c:pt>
                <c:pt idx="109">
                  <c:v>6.0404860415101904</c:v>
                </c:pt>
                <c:pt idx="110">
                  <c:v>5.9704087944066009</c:v>
                </c:pt>
                <c:pt idx="111">
                  <c:v>5.8944518543869497</c:v>
                </c:pt>
                <c:pt idx="112">
                  <c:v>5.8319876861971007</c:v>
                </c:pt>
                <c:pt idx="113">
                  <c:v>5.7956051445361023</c:v>
                </c:pt>
                <c:pt idx="114">
                  <c:v>5.7688987750407712</c:v>
                </c:pt>
                <c:pt idx="115">
                  <c:v>5.7386508849815554</c:v>
                </c:pt>
                <c:pt idx="116">
                  <c:v>5.7155702851671535</c:v>
                </c:pt>
                <c:pt idx="117">
                  <c:v>5.6910065896678148</c:v>
                </c:pt>
                <c:pt idx="118">
                  <c:v>5.6654093955619986</c:v>
                </c:pt>
                <c:pt idx="119">
                  <c:v>5.6360125826575018</c:v>
                </c:pt>
                <c:pt idx="120">
                  <c:v>5.6205982975890665</c:v>
                </c:pt>
                <c:pt idx="121">
                  <c:v>5.60578205566972</c:v>
                </c:pt>
                <c:pt idx="122">
                  <c:v>5.5941714571635552</c:v>
                </c:pt>
                <c:pt idx="123">
                  <c:v>5.5811900564529147</c:v>
                </c:pt>
                <c:pt idx="124">
                  <c:v>5.5746271021055618</c:v>
                </c:pt>
                <c:pt idx="125">
                  <c:v>5.5665433638340982</c:v>
                </c:pt>
                <c:pt idx="126">
                  <c:v>5.5607721969396007</c:v>
                </c:pt>
                <c:pt idx="127">
                  <c:v>5.5522243514128409</c:v>
                </c:pt>
                <c:pt idx="128">
                  <c:v>5.5419175598638297</c:v>
                </c:pt>
                <c:pt idx="129">
                  <c:v>5.5430565712072664</c:v>
                </c:pt>
                <c:pt idx="130">
                  <c:v>5.5316580390037924</c:v>
                </c:pt>
                <c:pt idx="131">
                  <c:v>5.5106070860059537</c:v>
                </c:pt>
                <c:pt idx="132">
                  <c:v>5.5169143377309586</c:v>
                </c:pt>
                <c:pt idx="133">
                  <c:v>5.5145254957866703</c:v>
                </c:pt>
                <c:pt idx="134">
                  <c:v>5.5144326692167818</c:v>
                </c:pt>
                <c:pt idx="135">
                  <c:v>5.5081827449754659</c:v>
                </c:pt>
                <c:pt idx="136">
                  <c:v>5.5088947767908918</c:v>
                </c:pt>
                <c:pt idx="137">
                  <c:v>5.4968233359898466</c:v>
                </c:pt>
                <c:pt idx="138">
                  <c:v>5.4800759642565344</c:v>
                </c:pt>
                <c:pt idx="139">
                  <c:v>5.5648857296956349</c:v>
                </c:pt>
                <c:pt idx="140">
                  <c:v>5.6408878655718251</c:v>
                </c:pt>
                <c:pt idx="141">
                  <c:v>5.7093866975503653</c:v>
                </c:pt>
                <c:pt idx="142">
                  <c:v>5.7361822438897834</c:v>
                </c:pt>
                <c:pt idx="143">
                  <c:v>5.7759166773502333</c:v>
                </c:pt>
                <c:pt idx="144">
                  <c:v>5.8000838341505627</c:v>
                </c:pt>
                <c:pt idx="145">
                  <c:v>5.8364535719113997</c:v>
                </c:pt>
                <c:pt idx="146">
                  <c:v>5.8861144951506787</c:v>
                </c:pt>
                <c:pt idx="147">
                  <c:v>5.9228279179842769</c:v>
                </c:pt>
                <c:pt idx="148">
                  <c:v>5.9515752673858398</c:v>
                </c:pt>
                <c:pt idx="149">
                  <c:v>5.9999610149905545</c:v>
                </c:pt>
                <c:pt idx="150">
                  <c:v>6.0340302003873152</c:v>
                </c:pt>
                <c:pt idx="151">
                  <c:v>6.0835188852340298</c:v>
                </c:pt>
                <c:pt idx="152">
                  <c:v>6.1402187594118223</c:v>
                </c:pt>
                <c:pt idx="153">
                  <c:v>6.1813970305434998</c:v>
                </c:pt>
                <c:pt idx="154">
                  <c:v>6.2142523843646735</c:v>
                </c:pt>
                <c:pt idx="155">
                  <c:v>6.2665303538157158</c:v>
                </c:pt>
                <c:pt idx="156">
                  <c:v>6.2807691644081922</c:v>
                </c:pt>
                <c:pt idx="157">
                  <c:v>6.2796855558683564</c:v>
                </c:pt>
                <c:pt idx="158">
                  <c:v>6.3001585827190922</c:v>
                </c:pt>
                <c:pt idx="159">
                  <c:v>6.3055728579593744</c:v>
                </c:pt>
                <c:pt idx="160">
                  <c:v>6.2953339420964483</c:v>
                </c:pt>
                <c:pt idx="161">
                  <c:v>6.2636302294786512</c:v>
                </c:pt>
                <c:pt idx="162">
                  <c:v>6.240902514980835</c:v>
                </c:pt>
                <c:pt idx="163">
                  <c:v>6.2160887748726008</c:v>
                </c:pt>
                <c:pt idx="164">
                  <c:v>6.1882884772761075</c:v>
                </c:pt>
                <c:pt idx="165">
                  <c:v>6.1614293345925022</c:v>
                </c:pt>
                <c:pt idx="166">
                  <c:v>6.1554131941433807</c:v>
                </c:pt>
                <c:pt idx="167">
                  <c:v>6.1476825322914914</c:v>
                </c:pt>
                <c:pt idx="168">
                  <c:v>6.1436939945394791</c:v>
                </c:pt>
                <c:pt idx="169">
                  <c:v>6.1384913522076099</c:v>
                </c:pt>
                <c:pt idx="170">
                  <c:v>6.1329712605131199</c:v>
                </c:pt>
                <c:pt idx="171">
                  <c:v>6.1254478089005069</c:v>
                </c:pt>
                <c:pt idx="172">
                  <c:v>6.1202418359165716</c:v>
                </c:pt>
                <c:pt idx="173">
                  <c:v>6.1200160067862308</c:v>
                </c:pt>
                <c:pt idx="174">
                  <c:v>6.1157032491657528</c:v>
                </c:pt>
                <c:pt idx="175">
                  <c:v>6.1155622697618499</c:v>
                </c:pt>
                <c:pt idx="176">
                  <c:v>6.1185879214612591</c:v>
                </c:pt>
                <c:pt idx="177">
                  <c:v>6.1283082384170289</c:v>
                </c:pt>
                <c:pt idx="178">
                  <c:v>6.135067496483158</c:v>
                </c:pt>
                <c:pt idx="179">
                  <c:v>6.1524250532303721</c:v>
                </c:pt>
                <c:pt idx="180">
                  <c:v>6.1659672115322248</c:v>
                </c:pt>
                <c:pt idx="181">
                  <c:v>6.1730182019589481</c:v>
                </c:pt>
                <c:pt idx="182">
                  <c:v>6.1872134956711351</c:v>
                </c:pt>
                <c:pt idx="183">
                  <c:v>6.198691960111673</c:v>
                </c:pt>
                <c:pt idx="184">
                  <c:v>6.208165317406773</c:v>
                </c:pt>
                <c:pt idx="185">
                  <c:v>6.2075811428744911</c:v>
                </c:pt>
                <c:pt idx="186">
                  <c:v>6.1963905887347952</c:v>
                </c:pt>
                <c:pt idx="187">
                  <c:v>6.1925482174677748</c:v>
                </c:pt>
                <c:pt idx="188">
                  <c:v>6.1810410875791133</c:v>
                </c:pt>
                <c:pt idx="189">
                  <c:v>6.1717479131007762</c:v>
                </c:pt>
                <c:pt idx="190">
                  <c:v>6.1691183905939768</c:v>
                </c:pt>
                <c:pt idx="191">
                  <c:v>6.1638982759889682</c:v>
                </c:pt>
                <c:pt idx="192">
                  <c:v>6.1698674597040233</c:v>
                </c:pt>
                <c:pt idx="193">
                  <c:v>6.1824266934400125</c:v>
                </c:pt>
                <c:pt idx="194">
                  <c:v>6.1912795666352087</c:v>
                </c:pt>
                <c:pt idx="195">
                  <c:v>6.205747591610951</c:v>
                </c:pt>
                <c:pt idx="196">
                  <c:v>6.2235256841323139</c:v>
                </c:pt>
                <c:pt idx="197">
                  <c:v>6.2482539739047231</c:v>
                </c:pt>
                <c:pt idx="198">
                  <c:v>6.2721378614767609</c:v>
                </c:pt>
                <c:pt idx="199">
                  <c:v>6.2918653682729291</c:v>
                </c:pt>
                <c:pt idx="200">
                  <c:v>6.3129651583217266</c:v>
                </c:pt>
                <c:pt idx="201">
                  <c:v>6.3213186521102251</c:v>
                </c:pt>
                <c:pt idx="202">
                  <c:v>6.3524864027494363</c:v>
                </c:pt>
                <c:pt idx="203">
                  <c:v>6.4272513515349274</c:v>
                </c:pt>
                <c:pt idx="204">
                  <c:v>6.4992282715357241</c:v>
                </c:pt>
                <c:pt idx="205">
                  <c:v>6.5558820079922544</c:v>
                </c:pt>
                <c:pt idx="206">
                  <c:v>6.5835409439788677</c:v>
                </c:pt>
                <c:pt idx="207">
                  <c:v>6.5895043400034465</c:v>
                </c:pt>
                <c:pt idx="208">
                  <c:v>6.5663990060023814</c:v>
                </c:pt>
                <c:pt idx="209">
                  <c:v>6.509993375824445</c:v>
                </c:pt>
                <c:pt idx="210">
                  <c:v>6.4423207503118256</c:v>
                </c:pt>
                <c:pt idx="211">
                  <c:v>6.384712481733283</c:v>
                </c:pt>
                <c:pt idx="212">
                  <c:v>6.3364166071335344</c:v>
                </c:pt>
                <c:pt idx="213">
                  <c:v>6.298049624750174</c:v>
                </c:pt>
                <c:pt idx="214">
                  <c:v>6.3032046551377316</c:v>
                </c:pt>
                <c:pt idx="215">
                  <c:v>6.3181270684168345</c:v>
                </c:pt>
                <c:pt idx="216">
                  <c:v>6.3246632819961546</c:v>
                </c:pt>
                <c:pt idx="217">
                  <c:v>6.3578717395373303</c:v>
                </c:pt>
                <c:pt idx="218">
                  <c:v>6.3686899158557164</c:v>
                </c:pt>
                <c:pt idx="219">
                  <c:v>6.3732122315521744</c:v>
                </c:pt>
                <c:pt idx="220">
                  <c:v>6.404919493225453</c:v>
                </c:pt>
                <c:pt idx="221">
                  <c:v>6.4260159526221843</c:v>
                </c:pt>
                <c:pt idx="222">
                  <c:v>6.4439253601963715</c:v>
                </c:pt>
                <c:pt idx="223">
                  <c:v>6.4573322721839439</c:v>
                </c:pt>
                <c:pt idx="224">
                  <c:v>6.459283051480087</c:v>
                </c:pt>
                <c:pt idx="225">
                  <c:v>6.4431185779841051</c:v>
                </c:pt>
                <c:pt idx="226">
                  <c:v>6.4515452369163784</c:v>
                </c:pt>
                <c:pt idx="227">
                  <c:v>6.4577361000969065</c:v>
                </c:pt>
                <c:pt idx="228">
                  <c:v>6.4527684052379257</c:v>
                </c:pt>
                <c:pt idx="229">
                  <c:v>6.4340714349519281</c:v>
                </c:pt>
                <c:pt idx="230">
                  <c:v>6.4360237430719689</c:v>
                </c:pt>
                <c:pt idx="231">
                  <c:v>6.4228850304771044</c:v>
                </c:pt>
                <c:pt idx="232">
                  <c:v>6.4308129652129233</c:v>
                </c:pt>
                <c:pt idx="233">
                  <c:v>6.4301718419903722</c:v>
                </c:pt>
                <c:pt idx="234">
                  <c:v>6.4032882927252208</c:v>
                </c:pt>
                <c:pt idx="235">
                  <c:v>6.3832110128611212</c:v>
                </c:pt>
                <c:pt idx="236">
                  <c:v>6.354467048712479</c:v>
                </c:pt>
                <c:pt idx="237">
                  <c:v>6.3188776663507822</c:v>
                </c:pt>
                <c:pt idx="238">
                  <c:v>6.2843898016088913</c:v>
                </c:pt>
                <c:pt idx="239">
                  <c:v>6.2586069509507416</c:v>
                </c:pt>
                <c:pt idx="240">
                  <c:v>6.2371926053845614</c:v>
                </c:pt>
                <c:pt idx="241">
                  <c:v>6.2047018760634867</c:v>
                </c:pt>
                <c:pt idx="242">
                  <c:v>6.2054531838085314</c:v>
                </c:pt>
                <c:pt idx="243">
                  <c:v>6.2068966665742096</c:v>
                </c:pt>
                <c:pt idx="244">
                  <c:v>6.2006085592734861</c:v>
                </c:pt>
                <c:pt idx="245">
                  <c:v>6.1941968902411455</c:v>
                </c:pt>
                <c:pt idx="246">
                  <c:v>6.1902939666275216</c:v>
                </c:pt>
                <c:pt idx="247">
                  <c:v>6.2045834468121068</c:v>
                </c:pt>
                <c:pt idx="248">
                  <c:v>6.2240669969945515</c:v>
                </c:pt>
                <c:pt idx="249">
                  <c:v>6.2416221542308117</c:v>
                </c:pt>
                <c:pt idx="250">
                  <c:v>6.2359738051312998</c:v>
                </c:pt>
                <c:pt idx="251">
                  <c:v>6.2937320622545823</c:v>
                </c:pt>
                <c:pt idx="252">
                  <c:v>6.3385576158034951</c:v>
                </c:pt>
                <c:pt idx="253">
                  <c:v>6.3562047754780142</c:v>
                </c:pt>
                <c:pt idx="254">
                  <c:v>6.3663196928024934</c:v>
                </c:pt>
                <c:pt idx="255">
                  <c:v>6.3816736166273147</c:v>
                </c:pt>
                <c:pt idx="256">
                  <c:v>6.3763552204858911</c:v>
                </c:pt>
                <c:pt idx="257">
                  <c:v>6.4182121802273713</c:v>
                </c:pt>
                <c:pt idx="258">
                  <c:v>6.4594221744549678</c:v>
                </c:pt>
                <c:pt idx="259">
                  <c:v>6.5</c:v>
                </c:pt>
                <c:pt idx="260">
                  <c:v>6.4606524408874781</c:v>
                </c:pt>
                <c:pt idx="261">
                  <c:v>6.4140331946981259</c:v>
                </c:pt>
                <c:pt idx="262">
                  <c:v>6.4619952942800358</c:v>
                </c:pt>
                <c:pt idx="263">
                  <c:v>6.4824992252138882</c:v>
                </c:pt>
                <c:pt idx="264">
                  <c:v>6.461369459296483</c:v>
                </c:pt>
                <c:pt idx="265">
                  <c:v>6.4487380978329343</c:v>
                </c:pt>
                <c:pt idx="266">
                  <c:v>6.4363945920693784</c:v>
                </c:pt>
                <c:pt idx="267">
                  <c:v>6.4187854891897942</c:v>
                </c:pt>
                <c:pt idx="268">
                  <c:v>6.3661713968842131</c:v>
                </c:pt>
                <c:pt idx="269">
                  <c:v>6.3150393901477786</c:v>
                </c:pt>
                <c:pt idx="270">
                  <c:v>6.2833987961166988</c:v>
                </c:pt>
                <c:pt idx="271">
                  <c:v>6.2792669857249344</c:v>
                </c:pt>
                <c:pt idx="272">
                  <c:v>6.2569355642222888</c:v>
                </c:pt>
                <c:pt idx="273">
                  <c:v>6.2497296165731502</c:v>
                </c:pt>
                <c:pt idx="274">
                  <c:v>6.2421298329672528</c:v>
                </c:pt>
                <c:pt idx="275">
                  <c:v>6.2357446999497439</c:v>
                </c:pt>
                <c:pt idx="276">
                  <c:v>6.2026375815927857</c:v>
                </c:pt>
                <c:pt idx="277">
                  <c:v>6.1336158781903007</c:v>
                </c:pt>
                <c:pt idx="278">
                  <c:v>6.2150151036881125</c:v>
                </c:pt>
                <c:pt idx="279">
                  <c:v>6.2733754990244996</c:v>
                </c:pt>
                <c:pt idx="280">
                  <c:v>6.2750586249364719</c:v>
                </c:pt>
                <c:pt idx="281">
                  <c:v>6.2990288364579952</c:v>
                </c:pt>
                <c:pt idx="282">
                  <c:v>6.3488921377610099</c:v>
                </c:pt>
                <c:pt idx="283">
                  <c:v>6.3816436407587069</c:v>
                </c:pt>
                <c:pt idx="284">
                  <c:v>6.3852689736328117</c:v>
                </c:pt>
                <c:pt idx="285">
                  <c:v>6.3437270062155413</c:v>
                </c:pt>
                <c:pt idx="286">
                  <c:v>6.3468165955144746</c:v>
                </c:pt>
                <c:pt idx="287">
                  <c:v>6.5658671936886659</c:v>
                </c:pt>
                <c:pt idx="288">
                  <c:v>6.6586683332303203</c:v>
                </c:pt>
                <c:pt idx="289">
                  <c:v>6.7252361650719212</c:v>
                </c:pt>
                <c:pt idx="290">
                  <c:v>6.6903191376210129</c:v>
                </c:pt>
                <c:pt idx="291">
                  <c:v>6.7719154175993399</c:v>
                </c:pt>
                <c:pt idx="292">
                  <c:v>6.792931176934502</c:v>
                </c:pt>
                <c:pt idx="293">
                  <c:v>6.7381665208095853</c:v>
                </c:pt>
                <c:pt idx="294">
                  <c:v>6.8109504414260602</c:v>
                </c:pt>
                <c:pt idx="295">
                  <c:v>6.8451396394989565</c:v>
                </c:pt>
                <c:pt idx="296">
                  <c:v>6.9434959790839414</c:v>
                </c:pt>
                <c:pt idx="297">
                  <c:v>7.0752398670097918</c:v>
                </c:pt>
                <c:pt idx="298">
                  <c:v>7.1000243956613716</c:v>
                </c:pt>
                <c:pt idx="299">
                  <c:v>7.137766252872277</c:v>
                </c:pt>
                <c:pt idx="300">
                  <c:v>7.2023234628822301</c:v>
                </c:pt>
                <c:pt idx="301">
                  <c:v>7.1298553536027702</c:v>
                </c:pt>
                <c:pt idx="302">
                  <c:v>7.0197259779722669</c:v>
                </c:pt>
                <c:pt idx="303">
                  <c:v>7.1682195513426006</c:v>
                </c:pt>
                <c:pt idx="304">
                  <c:v>7.313863724568832</c:v>
                </c:pt>
                <c:pt idx="305">
                  <c:v>7.4242681792995935</c:v>
                </c:pt>
                <c:pt idx="306">
                  <c:v>7.3867274716332165</c:v>
                </c:pt>
                <c:pt idx="307">
                  <c:v>7.3337080771916288</c:v>
                </c:pt>
                <c:pt idx="308">
                  <c:v>7.3133598678921414</c:v>
                </c:pt>
                <c:pt idx="309">
                  <c:v>7.2543988085656945</c:v>
                </c:pt>
                <c:pt idx="310">
                  <c:v>7.1801902424780213</c:v>
                </c:pt>
                <c:pt idx="311">
                  <c:v>7.1024517312074229</c:v>
                </c:pt>
                <c:pt idx="312">
                  <c:v>7.1320695274165073</c:v>
                </c:pt>
                <c:pt idx="313">
                  <c:v>7.1845278434868716</c:v>
                </c:pt>
                <c:pt idx="314">
                  <c:v>7.1457817673772119</c:v>
                </c:pt>
                <c:pt idx="315">
                  <c:v>7.1508052643085351</c:v>
                </c:pt>
                <c:pt idx="316">
                  <c:v>7.1179980138393493</c:v>
                </c:pt>
                <c:pt idx="317">
                  <c:v>7.1470144362472787</c:v>
                </c:pt>
                <c:pt idx="318">
                  <c:v>7.1749697456670383</c:v>
                </c:pt>
                <c:pt idx="319">
                  <c:v>7.1615519135087533</c:v>
                </c:pt>
                <c:pt idx="320">
                  <c:v>7.1510894071504829</c:v>
                </c:pt>
                <c:pt idx="321">
                  <c:v>7.2833965574817032</c:v>
                </c:pt>
                <c:pt idx="322">
                  <c:v>7.3412416845630064</c:v>
                </c:pt>
                <c:pt idx="323">
                  <c:v>7.3893607615989145</c:v>
                </c:pt>
                <c:pt idx="324">
                  <c:v>7.4370498023121492</c:v>
                </c:pt>
                <c:pt idx="325">
                  <c:v>7.4856565741720917</c:v>
                </c:pt>
                <c:pt idx="326">
                  <c:v>7.5241547624065692</c:v>
                </c:pt>
                <c:pt idx="327">
                  <c:v>7.5627564738594035</c:v>
                </c:pt>
                <c:pt idx="328">
                  <c:v>7.6020267181632786</c:v>
                </c:pt>
                <c:pt idx="329">
                  <c:v>7.601376968005864</c:v>
                </c:pt>
                <c:pt idx="330">
                  <c:v>7.6211206366546875</c:v>
                </c:pt>
                <c:pt idx="331">
                  <c:v>7.6597245321416665</c:v>
                </c:pt>
                <c:pt idx="332">
                  <c:v>7.6442888708390582</c:v>
                </c:pt>
                <c:pt idx="333">
                  <c:v>7.5774648517925343</c:v>
                </c:pt>
                <c:pt idx="334">
                  <c:v>7.5373755946851944</c:v>
                </c:pt>
                <c:pt idx="335">
                  <c:v>7.4833587518506945</c:v>
                </c:pt>
                <c:pt idx="336">
                  <c:v>7.3978487918905937</c:v>
                </c:pt>
                <c:pt idx="337">
                  <c:v>7.3268592737256526</c:v>
                </c:pt>
                <c:pt idx="338">
                  <c:v>7.2650504522807102</c:v>
                </c:pt>
                <c:pt idx="339">
                  <c:v>7.1688530304456535</c:v>
                </c:pt>
                <c:pt idx="340">
                  <c:v>7.0603722729876681</c:v>
                </c:pt>
                <c:pt idx="341">
                  <c:v>7.0479196747186919</c:v>
                </c:pt>
                <c:pt idx="342">
                  <c:v>7.0260108638226324</c:v>
                </c:pt>
                <c:pt idx="343">
                  <c:v>6.9666440109524945</c:v>
                </c:pt>
                <c:pt idx="344">
                  <c:v>7.0076673794626085</c:v>
                </c:pt>
                <c:pt idx="345">
                  <c:v>7.0655229899077963</c:v>
                </c:pt>
                <c:pt idx="346">
                  <c:v>7.1161043470360354</c:v>
                </c:pt>
                <c:pt idx="347">
                  <c:v>7.2034624366875804</c:v>
                </c:pt>
                <c:pt idx="348">
                  <c:v>7.2456849491436728</c:v>
                </c:pt>
                <c:pt idx="349">
                  <c:v>7.2012800405706185</c:v>
                </c:pt>
                <c:pt idx="350">
                  <c:v>7.2026628617879851</c:v>
                </c:pt>
                <c:pt idx="351">
                  <c:v>7.3409433454991317</c:v>
                </c:pt>
                <c:pt idx="352">
                  <c:v>7.411597286818064</c:v>
                </c:pt>
                <c:pt idx="353">
                  <c:v>7.4573202599961608</c:v>
                </c:pt>
                <c:pt idx="354">
                  <c:v>7.4746049246038639</c:v>
                </c:pt>
                <c:pt idx="355">
                  <c:v>7.43062896033641</c:v>
                </c:pt>
                <c:pt idx="356">
                  <c:v>7.5656994598665142</c:v>
                </c:pt>
                <c:pt idx="357">
                  <c:v>7.6802562003091257</c:v>
                </c:pt>
                <c:pt idx="358">
                  <c:v>7.5944347970802966</c:v>
                </c:pt>
                <c:pt idx="359">
                  <c:v>7.7382805273918294</c:v>
                </c:pt>
                <c:pt idx="360">
                  <c:v>7.9495235857123081</c:v>
                </c:pt>
                <c:pt idx="361">
                  <c:v>7.9818807067447022</c:v>
                </c:pt>
                <c:pt idx="362">
                  <c:v>7.9179123123395954</c:v>
                </c:pt>
                <c:pt idx="363">
                  <c:v>7.7550997743237513</c:v>
                </c:pt>
                <c:pt idx="364">
                  <c:v>7.670085590114013</c:v>
                </c:pt>
                <c:pt idx="365">
                  <c:v>7.5853112128531279</c:v>
                </c:pt>
                <c:pt idx="366">
                  <c:v>7.4162237263422668</c:v>
                </c:pt>
                <c:pt idx="367">
                  <c:v>7.2629585843789579</c:v>
                </c:pt>
                <c:pt idx="368">
                  <c:v>7.1649993022010907</c:v>
                </c:pt>
                <c:pt idx="369">
                  <c:v>7.0614948665369486</c:v>
                </c:pt>
                <c:pt idx="370">
                  <c:v>7.0158813134693974</c:v>
                </c:pt>
                <c:pt idx="371">
                  <c:v>6.9327415765625178</c:v>
                </c:pt>
                <c:pt idx="372">
                  <c:v>6.8314568839991745</c:v>
                </c:pt>
                <c:pt idx="373">
                  <c:v>6.7241263481223745</c:v>
                </c:pt>
                <c:pt idx="374">
                  <c:v>6.643357817084083</c:v>
                </c:pt>
                <c:pt idx="375">
                  <c:v>6.5735202677276412</c:v>
                </c:pt>
                <c:pt idx="376">
                  <c:v>6.4671170727477731</c:v>
                </c:pt>
                <c:pt idx="377">
                  <c:v>6.4055448368013232</c:v>
                </c:pt>
                <c:pt idx="378">
                  <c:v>6.3403650678590315</c:v>
                </c:pt>
                <c:pt idx="379">
                  <c:v>6.2528883305526932</c:v>
                </c:pt>
                <c:pt idx="380">
                  <c:v>6.1657244561372773</c:v>
                </c:pt>
                <c:pt idx="381">
                  <c:v>6.0508563270267901</c:v>
                </c:pt>
                <c:pt idx="382">
                  <c:v>5.9769039481440416</c:v>
                </c:pt>
                <c:pt idx="383">
                  <c:v>5.9183969768162594</c:v>
                </c:pt>
                <c:pt idx="384">
                  <c:v>5.8740885752518803</c:v>
                </c:pt>
                <c:pt idx="385">
                  <c:v>5.8265590236319049</c:v>
                </c:pt>
                <c:pt idx="386">
                  <c:v>5.7946275981543165</c:v>
                </c:pt>
                <c:pt idx="387">
                  <c:v>5.7742553098784084</c:v>
                </c:pt>
                <c:pt idx="388">
                  <c:v>5.7520144711918251</c:v>
                </c:pt>
                <c:pt idx="389">
                  <c:v>5.7277146752679755</c:v>
                </c:pt>
                <c:pt idx="390">
                  <c:v>5.7078596754787343</c:v>
                </c:pt>
                <c:pt idx="391">
                  <c:v>5.7011062597039368</c:v>
                </c:pt>
                <c:pt idx="392">
                  <c:v>5.7323757180831256</c:v>
                </c:pt>
                <c:pt idx="393">
                  <c:v>5.7303632398224567</c:v>
                </c:pt>
                <c:pt idx="394">
                  <c:v>5.7320418065631547</c:v>
                </c:pt>
                <c:pt idx="395">
                  <c:v>5.7373824525524046</c:v>
                </c:pt>
                <c:pt idx="396">
                  <c:v>5.7323266046153449</c:v>
                </c:pt>
                <c:pt idx="397">
                  <c:v>5.7316386884612891</c:v>
                </c:pt>
                <c:pt idx="398">
                  <c:v>5.7276854638113184</c:v>
                </c:pt>
                <c:pt idx="399">
                  <c:v>5.7220249523716751</c:v>
                </c:pt>
                <c:pt idx="400">
                  <c:v>5.7331847389303867</c:v>
                </c:pt>
                <c:pt idx="401">
                  <c:v>5.7257915649543767</c:v>
                </c:pt>
                <c:pt idx="402">
                  <c:v>5.711954220787943</c:v>
                </c:pt>
                <c:pt idx="403">
                  <c:v>5.6989813446355644</c:v>
                </c:pt>
                <c:pt idx="404">
                  <c:v>5.6897583732046968</c:v>
                </c:pt>
                <c:pt idx="405">
                  <c:v>5.6654119481519034</c:v>
                </c:pt>
                <c:pt idx="406">
                  <c:v>5.6214891651158201</c:v>
                </c:pt>
                <c:pt idx="407">
                  <c:v>5.592703349412921</c:v>
                </c:pt>
                <c:pt idx="408">
                  <c:v>5.5812683950275659</c:v>
                </c:pt>
                <c:pt idx="409">
                  <c:v>5.583304774811884</c:v>
                </c:pt>
                <c:pt idx="410">
                  <c:v>5.5805423811279358</c:v>
                </c:pt>
                <c:pt idx="411">
                  <c:v>5.571540666005923</c:v>
                </c:pt>
                <c:pt idx="412">
                  <c:v>5.5609495814626166</c:v>
                </c:pt>
                <c:pt idx="413">
                  <c:v>5.5531409564169438</c:v>
                </c:pt>
                <c:pt idx="414">
                  <c:v>5.5455540074241876</c:v>
                </c:pt>
                <c:pt idx="415">
                  <c:v>5.5267081371979669</c:v>
                </c:pt>
                <c:pt idx="416">
                  <c:v>5.5202628408649383</c:v>
                </c:pt>
                <c:pt idx="417">
                  <c:v>5.5281905247780854</c:v>
                </c:pt>
                <c:pt idx="418">
                  <c:v>5.5118068015546173</c:v>
                </c:pt>
                <c:pt idx="419">
                  <c:v>5.5057173133901172</c:v>
                </c:pt>
                <c:pt idx="420">
                  <c:v>5.5104896591921193</c:v>
                </c:pt>
                <c:pt idx="421">
                  <c:v>5.524016751924079</c:v>
                </c:pt>
                <c:pt idx="422">
                  <c:v>5.5175280683877874</c:v>
                </c:pt>
                <c:pt idx="423">
                  <c:v>5.5015507233210537</c:v>
                </c:pt>
                <c:pt idx="424">
                  <c:v>5.5056095854794656</c:v>
                </c:pt>
                <c:pt idx="425">
                  <c:v>5.506987284880827</c:v>
                </c:pt>
                <c:pt idx="426">
                  <c:v>5.5174310887404738</c:v>
                </c:pt>
                <c:pt idx="427">
                  <c:v>5.5133975394098043</c:v>
                </c:pt>
                <c:pt idx="428">
                  <c:v>5.4849737051844381</c:v>
                </c:pt>
                <c:pt idx="429">
                  <c:v>5.4611124087155627</c:v>
                </c:pt>
                <c:pt idx="430">
                  <c:v>5.483712556850409</c:v>
                </c:pt>
                <c:pt idx="431">
                  <c:v>5.502101706293054</c:v>
                </c:pt>
                <c:pt idx="432">
                  <c:v>5.5263276818628846</c:v>
                </c:pt>
                <c:pt idx="433">
                  <c:v>5.5098716756406807</c:v>
                </c:pt>
                <c:pt idx="434">
                  <c:v>5.4776997453470795</c:v>
                </c:pt>
                <c:pt idx="435">
                  <c:v>5.3867224483546909</c:v>
                </c:pt>
                <c:pt idx="436">
                  <c:v>5.5561809067148786</c:v>
                </c:pt>
                <c:pt idx="437">
                  <c:v>5.6807789761815792</c:v>
                </c:pt>
                <c:pt idx="438">
                  <c:v>5.524868586665642</c:v>
                </c:pt>
                <c:pt idx="439">
                  <c:v>5.5448312354502374</c:v>
                </c:pt>
                <c:pt idx="440">
                  <c:v>5.5837446256379835</c:v>
                </c:pt>
                <c:pt idx="441">
                  <c:v>5.599363663907285</c:v>
                </c:pt>
                <c:pt idx="442">
                  <c:v>5.5722275583939744</c:v>
                </c:pt>
                <c:pt idx="443">
                  <c:v>5.527293105148904</c:v>
                </c:pt>
                <c:pt idx="444">
                  <c:v>5.5317036307165184</c:v>
                </c:pt>
                <c:pt idx="445">
                  <c:v>5.5719874784408532</c:v>
                </c:pt>
                <c:pt idx="446">
                  <c:v>5.6125130441439168</c:v>
                </c:pt>
                <c:pt idx="447">
                  <c:v>5.6406289073735829</c:v>
                </c:pt>
                <c:pt idx="448">
                  <c:v>5.6823450651639344</c:v>
                </c:pt>
                <c:pt idx="449">
                  <c:v>5.6572305835542664</c:v>
                </c:pt>
                <c:pt idx="450">
                  <c:v>5.6639816514923611</c:v>
                </c:pt>
                <c:pt idx="451">
                  <c:v>5.6590424992295816</c:v>
                </c:pt>
                <c:pt idx="452">
                  <c:v>5.6903087225081972</c:v>
                </c:pt>
                <c:pt idx="453">
                  <c:v>5.6561331336980523</c:v>
                </c:pt>
                <c:pt idx="454">
                  <c:v>5.6740225164091944</c:v>
                </c:pt>
                <c:pt idx="455">
                  <c:v>5.6973998991631438</c:v>
                </c:pt>
                <c:pt idx="456">
                  <c:v>5.6912570710835411</c:v>
                </c:pt>
                <c:pt idx="457">
                  <c:v>5.6983917509685647</c:v>
                </c:pt>
                <c:pt idx="458">
                  <c:v>5.7157651419633115</c:v>
                </c:pt>
                <c:pt idx="459">
                  <c:v>5.734447329068205</c:v>
                </c:pt>
                <c:pt idx="460">
                  <c:v>5.7351389307798764</c:v>
                </c:pt>
                <c:pt idx="461">
                  <c:v>5.7299397829026377</c:v>
                </c:pt>
                <c:pt idx="462">
                  <c:v>5.7214953240921025</c:v>
                </c:pt>
                <c:pt idx="463">
                  <c:v>5.7363756128126786</c:v>
                </c:pt>
                <c:pt idx="464">
                  <c:v>5.7398698490373761</c:v>
                </c:pt>
                <c:pt idx="465">
                  <c:v>5.7461639078311384</c:v>
                </c:pt>
                <c:pt idx="466">
                  <c:v>5.7504888960428131</c:v>
                </c:pt>
                <c:pt idx="467">
                  <c:v>5.7554583381291069</c:v>
                </c:pt>
                <c:pt idx="468">
                  <c:v>5.753974259628805</c:v>
                </c:pt>
                <c:pt idx="469">
                  <c:v>5.7522835714986158</c:v>
                </c:pt>
                <c:pt idx="470">
                  <c:v>5.7532123320177435</c:v>
                </c:pt>
                <c:pt idx="471">
                  <c:v>5.7674517432196115</c:v>
                </c:pt>
                <c:pt idx="472">
                  <c:v>5.7737023124335103</c:v>
                </c:pt>
                <c:pt idx="473">
                  <c:v>5.7767502958820245</c:v>
                </c:pt>
                <c:pt idx="474">
                  <c:v>5.7863457952865476</c:v>
                </c:pt>
                <c:pt idx="475">
                  <c:v>5.7998969900296649</c:v>
                </c:pt>
                <c:pt idx="476">
                  <c:v>5.8022855316692592</c:v>
                </c:pt>
                <c:pt idx="477">
                  <c:v>5.8054032404077764</c:v>
                </c:pt>
                <c:pt idx="478">
                  <c:v>5.8113179870718277</c:v>
                </c:pt>
                <c:pt idx="479">
                  <c:v>5.8300589110449446</c:v>
                </c:pt>
                <c:pt idx="480">
                  <c:v>5.8294928093951901</c:v>
                </c:pt>
                <c:pt idx="481">
                  <c:v>5.8244375347670942</c:v>
                </c:pt>
                <c:pt idx="482">
                  <c:v>5.8244229836396197</c:v>
                </c:pt>
                <c:pt idx="483">
                  <c:v>5.8319528235521005</c:v>
                </c:pt>
                <c:pt idx="484">
                  <c:v>5.8511192792774693</c:v>
                </c:pt>
                <c:pt idx="485">
                  <c:v>5.851593897197076</c:v>
                </c:pt>
                <c:pt idx="486">
                  <c:v>5.8566081392837193</c:v>
                </c:pt>
                <c:pt idx="487">
                  <c:v>5.8510958828117161</c:v>
                </c:pt>
                <c:pt idx="488">
                  <c:v>5.8488030018675667</c:v>
                </c:pt>
                <c:pt idx="489">
                  <c:v>5.8484354016209465</c:v>
                </c:pt>
                <c:pt idx="490">
                  <c:v>5.8504935807960488</c:v>
                </c:pt>
                <c:pt idx="491">
                  <c:v>5.8528957453486088</c:v>
                </c:pt>
                <c:pt idx="492">
                  <c:v>5.8629077400641183</c:v>
                </c:pt>
                <c:pt idx="493">
                  <c:v>5.878309521537088</c:v>
                </c:pt>
                <c:pt idx="494">
                  <c:v>5.88998419414491</c:v>
                </c:pt>
                <c:pt idx="495">
                  <c:v>5.8922184883731861</c:v>
                </c:pt>
                <c:pt idx="496">
                  <c:v>5.8922583742967136</c:v>
                </c:pt>
                <c:pt idx="497">
                  <c:v>5.901653242864815</c:v>
                </c:pt>
                <c:pt idx="498">
                  <c:v>5.9137985202295065</c:v>
                </c:pt>
                <c:pt idx="499">
                  <c:v>5.9126973029143963</c:v>
                </c:pt>
                <c:pt idx="500">
                  <c:v>5.9177172234898103</c:v>
                </c:pt>
                <c:pt idx="501">
                  <c:v>5.9243138256131731</c:v>
                </c:pt>
                <c:pt idx="502">
                  <c:v>5.9260914110018099</c:v>
                </c:pt>
                <c:pt idx="503">
                  <c:v>5.9371027651401063</c:v>
                </c:pt>
                <c:pt idx="504">
                  <c:v>5.9366519258922272</c:v>
                </c:pt>
                <c:pt idx="505">
                  <c:v>5.9422081906522024</c:v>
                </c:pt>
                <c:pt idx="506">
                  <c:v>5.9465176995218929</c:v>
                </c:pt>
                <c:pt idx="507">
                  <c:v>5.9662649172261979</c:v>
                </c:pt>
                <c:pt idx="508">
                  <c:v>5.9713752841155419</c:v>
                </c:pt>
                <c:pt idx="509">
                  <c:v>5.9878769724831358</c:v>
                </c:pt>
                <c:pt idx="510">
                  <c:v>5.9993288463079875</c:v>
                </c:pt>
                <c:pt idx="511">
                  <c:v>6.0262087373159474</c:v>
                </c:pt>
                <c:pt idx="512">
                  <c:v>6.0617705462465956</c:v>
                </c:pt>
                <c:pt idx="513">
                  <c:v>6.1065900937016169</c:v>
                </c:pt>
                <c:pt idx="514">
                  <c:v>6.1568439549101788</c:v>
                </c:pt>
                <c:pt idx="515">
                  <c:v>6.1952331052400877</c:v>
                </c:pt>
                <c:pt idx="516">
                  <c:v>6.221371243652376</c:v>
                </c:pt>
                <c:pt idx="517">
                  <c:v>6.2439710829511448</c:v>
                </c:pt>
                <c:pt idx="518">
                  <c:v>6.250213052530607</c:v>
                </c:pt>
                <c:pt idx="519">
                  <c:v>6.2462331417134571</c:v>
                </c:pt>
                <c:pt idx="520">
                  <c:v>6.2733070295541316</c:v>
                </c:pt>
                <c:pt idx="521">
                  <c:v>6.3031338924315135</c:v>
                </c:pt>
                <c:pt idx="522">
                  <c:v>6.322835027015409</c:v>
                </c:pt>
                <c:pt idx="523">
                  <c:v>6.3437706322975407</c:v>
                </c:pt>
                <c:pt idx="524">
                  <c:v>6.3645161720084147</c:v>
                </c:pt>
                <c:pt idx="525">
                  <c:v>6.3654361417901173</c:v>
                </c:pt>
                <c:pt idx="526">
                  <c:v>6.3566852629893784</c:v>
                </c:pt>
                <c:pt idx="527">
                  <c:v>6.3519379917762384</c:v>
                </c:pt>
                <c:pt idx="528">
                  <c:v>6.3452519534547376</c:v>
                </c:pt>
                <c:pt idx="529">
                  <c:v>6.32186810049964</c:v>
                </c:pt>
                <c:pt idx="530">
                  <c:v>6.2890289631319742</c:v>
                </c:pt>
                <c:pt idx="531">
                  <c:v>6.2721811599536377</c:v>
                </c:pt>
                <c:pt idx="532">
                  <c:v>6.2756509349959355</c:v>
                </c:pt>
                <c:pt idx="533">
                  <c:v>6.2775901935119762</c:v>
                </c:pt>
                <c:pt idx="534">
                  <c:v>6.2799686612940864</c:v>
                </c:pt>
                <c:pt idx="535">
                  <c:v>6.2840394825324219</c:v>
                </c:pt>
                <c:pt idx="536">
                  <c:v>6.2898000363860076</c:v>
                </c:pt>
                <c:pt idx="537">
                  <c:v>6.3119639424699185</c:v>
                </c:pt>
                <c:pt idx="538">
                  <c:v>6.3240040312902206</c:v>
                </c:pt>
                <c:pt idx="539">
                  <c:v>6.3393306000874059</c:v>
                </c:pt>
                <c:pt idx="540">
                  <c:v>6.3490517906568336</c:v>
                </c:pt>
                <c:pt idx="541">
                  <c:v>6.3521105304735013</c:v>
                </c:pt>
                <c:pt idx="542">
                  <c:v>6.3714862439701552</c:v>
                </c:pt>
                <c:pt idx="543">
                  <c:v>6.3663230780554132</c:v>
                </c:pt>
                <c:pt idx="544">
                  <c:v>6.3805503678677908</c:v>
                </c:pt>
                <c:pt idx="545">
                  <c:v>6.4027674005822206</c:v>
                </c:pt>
                <c:pt idx="546">
                  <c:v>6.4239768291449737</c:v>
                </c:pt>
                <c:pt idx="547">
                  <c:v>6.4587741715248672</c:v>
                </c:pt>
                <c:pt idx="548">
                  <c:v>6.4867615862465247</c:v>
                </c:pt>
                <c:pt idx="549">
                  <c:v>6.5164422826389163</c:v>
                </c:pt>
                <c:pt idx="550">
                  <c:v>6.5458085873164826</c:v>
                </c:pt>
                <c:pt idx="551">
                  <c:v>6.5658999542008036</c:v>
                </c:pt>
                <c:pt idx="552">
                  <c:v>6.5565414771016037</c:v>
                </c:pt>
                <c:pt idx="553">
                  <c:v>6.5479113753889475</c:v>
                </c:pt>
                <c:pt idx="554">
                  <c:v>6.5306511719636395</c:v>
                </c:pt>
                <c:pt idx="555">
                  <c:v>6.5389324834237268</c:v>
                </c:pt>
                <c:pt idx="556">
                  <c:v>6.5157199133462607</c:v>
                </c:pt>
                <c:pt idx="557">
                  <c:v>6.5049741377597003</c:v>
                </c:pt>
                <c:pt idx="558">
                  <c:v>6.492774559846139</c:v>
                </c:pt>
                <c:pt idx="559">
                  <c:v>6.4580950461082365</c:v>
                </c:pt>
                <c:pt idx="560">
                  <c:v>6.4224528101202898</c:v>
                </c:pt>
                <c:pt idx="561">
                  <c:v>6.4237617017819311</c:v>
                </c:pt>
                <c:pt idx="562">
                  <c:v>6.3779628880182342</c:v>
                </c:pt>
                <c:pt idx="563">
                  <c:v>6.3139849384637454</c:v>
                </c:pt>
                <c:pt idx="564">
                  <c:v>6.2913616207979457</c:v>
                </c:pt>
                <c:pt idx="565">
                  <c:v>6.2402337637263816</c:v>
                </c:pt>
                <c:pt idx="566">
                  <c:v>6.2393641359316643</c:v>
                </c:pt>
                <c:pt idx="567">
                  <c:v>6.2936786080189426</c:v>
                </c:pt>
                <c:pt idx="568">
                  <c:v>6.2886374204110647</c:v>
                </c:pt>
                <c:pt idx="569">
                  <c:v>6.2821253404090216</c:v>
                </c:pt>
                <c:pt idx="570">
                  <c:v>6.1618492697572647</c:v>
                </c:pt>
                <c:pt idx="571">
                  <c:v>6.1163134137043329</c:v>
                </c:pt>
                <c:pt idx="572">
                  <c:v>6.0761339013860525</c:v>
                </c:pt>
                <c:pt idx="573">
                  <c:v>6.0888438334778812</c:v>
                </c:pt>
                <c:pt idx="574">
                  <c:v>6.1200048682121029</c:v>
                </c:pt>
                <c:pt idx="575">
                  <c:v>6.151633122450276</c:v>
                </c:pt>
                <c:pt idx="576">
                  <c:v>6.0844107901770004</c:v>
                </c:pt>
                <c:pt idx="577">
                  <c:v>6.0113093109961975</c:v>
                </c:pt>
                <c:pt idx="578">
                  <c:v>5.9751920475822402</c:v>
                </c:pt>
                <c:pt idx="579">
                  <c:v>5.8411637691449698</c:v>
                </c:pt>
                <c:pt idx="580">
                  <c:v>5.7321064539737732</c:v>
                </c:pt>
                <c:pt idx="581">
                  <c:v>5.8222197845974488</c:v>
                </c:pt>
                <c:pt idx="582">
                  <c:v>5.7366750711940533</c:v>
                </c:pt>
                <c:pt idx="583">
                  <c:v>5.7257937762889455</c:v>
                </c:pt>
                <c:pt idx="584">
                  <c:v>5.541398247733027</c:v>
                </c:pt>
                <c:pt idx="585">
                  <c:v>5.4848746131666024</c:v>
                </c:pt>
                <c:pt idx="586">
                  <c:v>5.7176570888397382</c:v>
                </c:pt>
                <c:pt idx="587">
                  <c:v>5.7662674507058025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7BE-418F-8705-C8EC33B01BAD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S5_z_o/O-PTIR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Sheet2!$F$2:$F$589</c:f>
              <c:numCache>
                <c:formatCode>General</c:formatCode>
                <c:ptCount val="588"/>
                <c:pt idx="0">
                  <c:v>7.2114073425802889</c:v>
                </c:pt>
                <c:pt idx="1">
                  <c:v>7.2369160646334887</c:v>
                </c:pt>
                <c:pt idx="2">
                  <c:v>7.2642007340029151</c:v>
                </c:pt>
                <c:pt idx="3">
                  <c:v>7.3331961316808165</c:v>
                </c:pt>
                <c:pt idx="4">
                  <c:v>7.5035778208706425</c:v>
                </c:pt>
                <c:pt idx="5">
                  <c:v>7.6074905465157672</c:v>
                </c:pt>
                <c:pt idx="6">
                  <c:v>7.5598013054586852</c:v>
                </c:pt>
                <c:pt idx="7">
                  <c:v>7.5484041311490166</c:v>
                </c:pt>
                <c:pt idx="8">
                  <c:v>7.5944473671956967</c:v>
                </c:pt>
                <c:pt idx="9">
                  <c:v>7.6302235018030657</c:v>
                </c:pt>
                <c:pt idx="10">
                  <c:v>7.6812019528472248</c:v>
                </c:pt>
                <c:pt idx="11">
                  <c:v>7.6582859583182827</c:v>
                </c:pt>
                <c:pt idx="12">
                  <c:v>7.6100780887923882</c:v>
                </c:pt>
                <c:pt idx="13">
                  <c:v>7.5728690110000869</c:v>
                </c:pt>
                <c:pt idx="14">
                  <c:v>7.5719359256875194</c:v>
                </c:pt>
                <c:pt idx="15">
                  <c:v>7.5876546927891138</c:v>
                </c:pt>
                <c:pt idx="16">
                  <c:v>7.6228378424765317</c:v>
                </c:pt>
                <c:pt idx="17">
                  <c:v>7.6478826922759833</c:v>
                </c:pt>
                <c:pt idx="18">
                  <c:v>7.6627426268111938</c:v>
                </c:pt>
                <c:pt idx="19">
                  <c:v>7.6853760771963087</c:v>
                </c:pt>
                <c:pt idx="20">
                  <c:v>7.7460469486839889</c:v>
                </c:pt>
                <c:pt idx="21">
                  <c:v>7.7980235080461053</c:v>
                </c:pt>
                <c:pt idx="22">
                  <c:v>7.8438418599026978</c:v>
                </c:pt>
                <c:pt idx="23">
                  <c:v>7.8795157932791113</c:v>
                </c:pt>
                <c:pt idx="24">
                  <c:v>7.8857599721904794</c:v>
                </c:pt>
                <c:pt idx="25">
                  <c:v>7.8845967137352337</c:v>
                </c:pt>
                <c:pt idx="26">
                  <c:v>7.9120594445085688</c:v>
                </c:pt>
                <c:pt idx="27">
                  <c:v>7.9030963291454164</c:v>
                </c:pt>
                <c:pt idx="28">
                  <c:v>7.8759482391987925</c:v>
                </c:pt>
                <c:pt idx="29">
                  <c:v>7.8676171018178334</c:v>
                </c:pt>
                <c:pt idx="30">
                  <c:v>7.8529429028530373</c:v>
                </c:pt>
                <c:pt idx="31">
                  <c:v>7.8633157833441754</c:v>
                </c:pt>
                <c:pt idx="32">
                  <c:v>7.8845024459331627</c:v>
                </c:pt>
                <c:pt idx="33">
                  <c:v>7.9155594866646313</c:v>
                </c:pt>
                <c:pt idx="34">
                  <c:v>7.9345027518627749</c:v>
                </c:pt>
                <c:pt idx="35">
                  <c:v>7.9419054188015625</c:v>
                </c:pt>
                <c:pt idx="36">
                  <c:v>7.9908643195954339</c:v>
                </c:pt>
                <c:pt idx="37">
                  <c:v>8.0528603848221163</c:v>
                </c:pt>
                <c:pt idx="38">
                  <c:v>8.1208129514211791</c:v>
                </c:pt>
                <c:pt idx="39">
                  <c:v>8.1648785340184915</c:v>
                </c:pt>
                <c:pt idx="40">
                  <c:v>8.2291215744568902</c:v>
                </c:pt>
                <c:pt idx="41">
                  <c:v>8.2996847058320853</c:v>
                </c:pt>
                <c:pt idx="42">
                  <c:v>8.3472345674326434</c:v>
                </c:pt>
                <c:pt idx="43">
                  <c:v>8.4337838172776802</c:v>
                </c:pt>
                <c:pt idx="44">
                  <c:v>8.5356406440865715</c:v>
                </c:pt>
                <c:pt idx="45">
                  <c:v>8.5997492829061777</c:v>
                </c:pt>
                <c:pt idx="46">
                  <c:v>8.6995719370664428</c:v>
                </c:pt>
                <c:pt idx="47">
                  <c:v>8.8411574053477118</c:v>
                </c:pt>
                <c:pt idx="48">
                  <c:v>8.9573305971818584</c:v>
                </c:pt>
                <c:pt idx="49">
                  <c:v>9.0425082453215335</c:v>
                </c:pt>
                <c:pt idx="50">
                  <c:v>9.1193347410243621</c:v>
                </c:pt>
                <c:pt idx="51">
                  <c:v>9.178506712977148</c:v>
                </c:pt>
                <c:pt idx="52">
                  <c:v>9.2566842768046964</c:v>
                </c:pt>
                <c:pt idx="53">
                  <c:v>9.3160006060517517</c:v>
                </c:pt>
                <c:pt idx="54">
                  <c:v>9.3931807356435364</c:v>
                </c:pt>
                <c:pt idx="55">
                  <c:v>9.4740197833790258</c:v>
                </c:pt>
                <c:pt idx="56">
                  <c:v>9.5200108558344567</c:v>
                </c:pt>
                <c:pt idx="57">
                  <c:v>9.5636723002308059</c:v>
                </c:pt>
                <c:pt idx="58">
                  <c:v>9.6447409507317428</c:v>
                </c:pt>
                <c:pt idx="59">
                  <c:v>9.7234380763726804</c:v>
                </c:pt>
                <c:pt idx="60">
                  <c:v>9.7824001495010489</c:v>
                </c:pt>
                <c:pt idx="61">
                  <c:v>9.8264770359382343</c:v>
                </c:pt>
                <c:pt idx="62">
                  <c:v>9.8964038337232108</c:v>
                </c:pt>
                <c:pt idx="63">
                  <c:v>9.9602777882346984</c:v>
                </c:pt>
                <c:pt idx="64">
                  <c:v>10.015044996023434</c:v>
                </c:pt>
                <c:pt idx="65">
                  <c:v>10.088482413869658</c:v>
                </c:pt>
                <c:pt idx="66">
                  <c:v>10.160716854263734</c:v>
                </c:pt>
                <c:pt idx="67">
                  <c:v>10.224979494938204</c:v>
                </c:pt>
                <c:pt idx="68">
                  <c:v>10.293656855452207</c:v>
                </c:pt>
                <c:pt idx="69">
                  <c:v>10.35492594895995</c:v>
                </c:pt>
                <c:pt idx="70">
                  <c:v>10.409051223091021</c:v>
                </c:pt>
                <c:pt idx="71">
                  <c:v>10.470537267359973</c:v>
                </c:pt>
                <c:pt idx="72">
                  <c:v>10.559419049002765</c:v>
                </c:pt>
                <c:pt idx="73">
                  <c:v>10.638633040128322</c:v>
                </c:pt>
                <c:pt idx="74">
                  <c:v>10.668006016131717</c:v>
                </c:pt>
                <c:pt idx="75">
                  <c:v>10.710941111038863</c:v>
                </c:pt>
                <c:pt idx="76">
                  <c:v>10.753138241502073</c:v>
                </c:pt>
                <c:pt idx="77">
                  <c:v>10.787866541266649</c:v>
                </c:pt>
                <c:pt idx="78">
                  <c:v>10.810405360882349</c:v>
                </c:pt>
                <c:pt idx="79">
                  <c:v>10.854202866176745</c:v>
                </c:pt>
                <c:pt idx="80">
                  <c:v>10.90572307189419</c:v>
                </c:pt>
                <c:pt idx="81">
                  <c:v>10.908394096657796</c:v>
                </c:pt>
                <c:pt idx="82">
                  <c:v>10.914200744373417</c:v>
                </c:pt>
                <c:pt idx="83">
                  <c:v>10.940494927738918</c:v>
                </c:pt>
                <c:pt idx="84">
                  <c:v>10.92030357343415</c:v>
                </c:pt>
                <c:pt idx="85">
                  <c:v>10.89887024861499</c:v>
                </c:pt>
                <c:pt idx="86">
                  <c:v>10.905156428032246</c:v>
                </c:pt>
                <c:pt idx="87">
                  <c:v>10.881119694078677</c:v>
                </c:pt>
                <c:pt idx="88">
                  <c:v>10.834554925824508</c:v>
                </c:pt>
                <c:pt idx="89">
                  <c:v>10.809082500504774</c:v>
                </c:pt>
                <c:pt idx="90">
                  <c:v>10.821462382946923</c:v>
                </c:pt>
                <c:pt idx="91">
                  <c:v>10.776014724444021</c:v>
                </c:pt>
                <c:pt idx="92">
                  <c:v>10.699244436825589</c:v>
                </c:pt>
                <c:pt idx="93">
                  <c:v>10.672337149779299</c:v>
                </c:pt>
                <c:pt idx="94">
                  <c:v>10.693396721948659</c:v>
                </c:pt>
                <c:pt idx="95">
                  <c:v>10.608805421611965</c:v>
                </c:pt>
                <c:pt idx="96">
                  <c:v>10.545328034839883</c:v>
                </c:pt>
                <c:pt idx="97">
                  <c:v>10.557205985310617</c:v>
                </c:pt>
                <c:pt idx="98">
                  <c:v>10.478607586784715</c:v>
                </c:pt>
                <c:pt idx="99">
                  <c:v>10.387884420000491</c:v>
                </c:pt>
                <c:pt idx="100">
                  <c:v>10.352981481095473</c:v>
                </c:pt>
                <c:pt idx="101">
                  <c:v>10.294720868267635</c:v>
                </c:pt>
                <c:pt idx="102">
                  <c:v>10.207221888465114</c:v>
                </c:pt>
                <c:pt idx="103">
                  <c:v>10.144141069432441</c:v>
                </c:pt>
                <c:pt idx="104">
                  <c:v>10.096653119688696</c:v>
                </c:pt>
                <c:pt idx="105">
                  <c:v>10.041463210512447</c:v>
                </c:pt>
                <c:pt idx="106">
                  <c:v>9.9494018350176603</c:v>
                </c:pt>
                <c:pt idx="107">
                  <c:v>9.8586620754409946</c:v>
                </c:pt>
                <c:pt idx="108">
                  <c:v>9.7997414842937385</c:v>
                </c:pt>
                <c:pt idx="109">
                  <c:v>9.7033265748815651</c:v>
                </c:pt>
                <c:pt idx="110">
                  <c:v>9.5693024421168236</c:v>
                </c:pt>
                <c:pt idx="111">
                  <c:v>9.4780410466277267</c:v>
                </c:pt>
                <c:pt idx="112">
                  <c:v>9.3837263699190903</c:v>
                </c:pt>
                <c:pt idx="113">
                  <c:v>9.2588044208591711</c:v>
                </c:pt>
                <c:pt idx="114">
                  <c:v>9.1696407691547464</c:v>
                </c:pt>
                <c:pt idx="115">
                  <c:v>9.0720479788889907</c:v>
                </c:pt>
                <c:pt idx="116">
                  <c:v>8.9830409216632496</c:v>
                </c:pt>
                <c:pt idx="117">
                  <c:v>8.8981729365125553</c:v>
                </c:pt>
                <c:pt idx="118">
                  <c:v>8.819488877695667</c:v>
                </c:pt>
                <c:pt idx="119">
                  <c:v>8.7682721126700383</c:v>
                </c:pt>
                <c:pt idx="120">
                  <c:v>8.7007368548009314</c:v>
                </c:pt>
                <c:pt idx="121">
                  <c:v>8.6315274878792252</c:v>
                </c:pt>
                <c:pt idx="122">
                  <c:v>8.5839414332501516</c:v>
                </c:pt>
                <c:pt idx="123">
                  <c:v>8.5468729275213349</c:v>
                </c:pt>
                <c:pt idx="124">
                  <c:v>8.4976539347059106</c:v>
                </c:pt>
                <c:pt idx="125">
                  <c:v>8.4251963212534697</c:v>
                </c:pt>
                <c:pt idx="126">
                  <c:v>8.3788139700112243</c:v>
                </c:pt>
                <c:pt idx="127">
                  <c:v>8.3403748996265676</c:v>
                </c:pt>
                <c:pt idx="128">
                  <c:v>8.2816995706926075</c:v>
                </c:pt>
                <c:pt idx="129">
                  <c:v>8.2450428773312474</c:v>
                </c:pt>
                <c:pt idx="130">
                  <c:v>8.2232509407854053</c:v>
                </c:pt>
                <c:pt idx="131">
                  <c:v>8.1896965810862294</c:v>
                </c:pt>
                <c:pt idx="132">
                  <c:v>8.1452322529455063</c:v>
                </c:pt>
                <c:pt idx="133">
                  <c:v>8.1056892433385901</c:v>
                </c:pt>
                <c:pt idx="134">
                  <c:v>8.0713744152207347</c:v>
                </c:pt>
                <c:pt idx="135">
                  <c:v>8.0446596045667924</c:v>
                </c:pt>
                <c:pt idx="136">
                  <c:v>8.0101319738858496</c:v>
                </c:pt>
                <c:pt idx="137">
                  <c:v>7.953498802881878</c:v>
                </c:pt>
                <c:pt idx="138">
                  <c:v>7.9236674509872245</c:v>
                </c:pt>
                <c:pt idx="139">
                  <c:v>7.9003592443268991</c:v>
                </c:pt>
                <c:pt idx="140">
                  <c:v>7.8794717186741821</c:v>
                </c:pt>
                <c:pt idx="141">
                  <c:v>7.8606462104499135</c:v>
                </c:pt>
                <c:pt idx="142">
                  <c:v>7.866012475083588</c:v>
                </c:pt>
                <c:pt idx="143">
                  <c:v>7.8632843088910107</c:v>
                </c:pt>
                <c:pt idx="144">
                  <c:v>7.8904460878913998</c:v>
                </c:pt>
                <c:pt idx="145">
                  <c:v>7.880852653825297</c:v>
                </c:pt>
                <c:pt idx="146">
                  <c:v>7.8731782799102445</c:v>
                </c:pt>
                <c:pt idx="147">
                  <c:v>7.8975402325956905</c:v>
                </c:pt>
                <c:pt idx="148">
                  <c:v>7.9163652741476724</c:v>
                </c:pt>
                <c:pt idx="149">
                  <c:v>7.919674395485683</c:v>
                </c:pt>
                <c:pt idx="150">
                  <c:v>7.9046247327393742</c:v>
                </c:pt>
                <c:pt idx="151">
                  <c:v>7.9080299885686038</c:v>
                </c:pt>
                <c:pt idx="152">
                  <c:v>7.9347060135702092</c:v>
                </c:pt>
                <c:pt idx="153">
                  <c:v>7.9361255269637541</c:v>
                </c:pt>
                <c:pt idx="154">
                  <c:v>7.9440265999055661</c:v>
                </c:pt>
                <c:pt idx="155">
                  <c:v>7.9673787774658678</c:v>
                </c:pt>
                <c:pt idx="156">
                  <c:v>7.9542349006366546</c:v>
                </c:pt>
                <c:pt idx="157">
                  <c:v>7.9267733106177998</c:v>
                </c:pt>
                <c:pt idx="158">
                  <c:v>7.9127078078733</c:v>
                </c:pt>
                <c:pt idx="159">
                  <c:v>7.901721616291467</c:v>
                </c:pt>
                <c:pt idx="160">
                  <c:v>7.8678140893756252</c:v>
                </c:pt>
                <c:pt idx="161">
                  <c:v>7.8159606796449266</c:v>
                </c:pt>
                <c:pt idx="162">
                  <c:v>7.8010246775268577</c:v>
                </c:pt>
                <c:pt idx="163">
                  <c:v>7.7674178949740531</c:v>
                </c:pt>
                <c:pt idx="164">
                  <c:v>7.701615806128153</c:v>
                </c:pt>
                <c:pt idx="165">
                  <c:v>7.6894723191258585</c:v>
                </c:pt>
                <c:pt idx="166">
                  <c:v>7.6767505214544292</c:v>
                </c:pt>
                <c:pt idx="167">
                  <c:v>7.6232259582622826</c:v>
                </c:pt>
                <c:pt idx="168">
                  <c:v>7.5833844858012878</c:v>
                </c:pt>
                <c:pt idx="169">
                  <c:v>7.5842510962391296</c:v>
                </c:pt>
                <c:pt idx="170">
                  <c:v>7.5667111664619018</c:v>
                </c:pt>
                <c:pt idx="171">
                  <c:v>7.5338308889557446</c:v>
                </c:pt>
                <c:pt idx="172">
                  <c:v>7.5302361641777988</c:v>
                </c:pt>
                <c:pt idx="173">
                  <c:v>7.5206769008936369</c:v>
                </c:pt>
                <c:pt idx="174">
                  <c:v>7.5014549804873951</c:v>
                </c:pt>
                <c:pt idx="175">
                  <c:v>7.4784463774356285</c:v>
                </c:pt>
                <c:pt idx="176">
                  <c:v>7.4811684250359933</c:v>
                </c:pt>
                <c:pt idx="177">
                  <c:v>7.4898235366894133</c:v>
                </c:pt>
                <c:pt idx="178">
                  <c:v>7.4848922106276632</c:v>
                </c:pt>
                <c:pt idx="179">
                  <c:v>7.4991640343757018</c:v>
                </c:pt>
                <c:pt idx="180">
                  <c:v>7.5020521654579326</c:v>
                </c:pt>
                <c:pt idx="181">
                  <c:v>7.4841860317517614</c:v>
                </c:pt>
                <c:pt idx="182">
                  <c:v>7.4856149304435329</c:v>
                </c:pt>
                <c:pt idx="183">
                  <c:v>7.499530320268895</c:v>
                </c:pt>
                <c:pt idx="184">
                  <c:v>7.4986929027752591</c:v>
                </c:pt>
                <c:pt idx="185">
                  <c:v>7.4861454331294404</c:v>
                </c:pt>
                <c:pt idx="186">
                  <c:v>7.4889849265888202</c:v>
                </c:pt>
                <c:pt idx="187">
                  <c:v>7.4986079684189386</c:v>
                </c:pt>
                <c:pt idx="188">
                  <c:v>7.4934463136570804</c:v>
                </c:pt>
                <c:pt idx="189">
                  <c:v>7.4935418259185846</c:v>
                </c:pt>
                <c:pt idx="190">
                  <c:v>7.5031048744335243</c:v>
                </c:pt>
                <c:pt idx="191">
                  <c:v>7.5240927864805247</c:v>
                </c:pt>
                <c:pt idx="192">
                  <c:v>7.539643551558628</c:v>
                </c:pt>
                <c:pt idx="193">
                  <c:v>7.5561218537343278</c:v>
                </c:pt>
                <c:pt idx="194">
                  <c:v>7.5816296942954295</c:v>
                </c:pt>
                <c:pt idx="195">
                  <c:v>7.6040002007727887</c:v>
                </c:pt>
                <c:pt idx="196">
                  <c:v>7.6463814075271754</c:v>
                </c:pt>
                <c:pt idx="197">
                  <c:v>7.7006922098187651</c:v>
                </c:pt>
                <c:pt idx="198">
                  <c:v>7.7437930770929144</c:v>
                </c:pt>
                <c:pt idx="199">
                  <c:v>7.7781278684141775</c:v>
                </c:pt>
                <c:pt idx="200">
                  <c:v>7.8247366075683242</c:v>
                </c:pt>
                <c:pt idx="201">
                  <c:v>7.903057024968315</c:v>
                </c:pt>
                <c:pt idx="202">
                  <c:v>7.9905189821027038</c:v>
                </c:pt>
                <c:pt idx="203">
                  <c:v>8.0928745260294761</c:v>
                </c:pt>
                <c:pt idx="204">
                  <c:v>8.2185366173373318</c:v>
                </c:pt>
                <c:pt idx="205">
                  <c:v>8.3369842661956799</c:v>
                </c:pt>
                <c:pt idx="206">
                  <c:v>8.4280183404283076</c:v>
                </c:pt>
                <c:pt idx="207">
                  <c:v>8.4951453118983498</c:v>
                </c:pt>
                <c:pt idx="208">
                  <c:v>8.5167836614091357</c:v>
                </c:pt>
                <c:pt idx="209">
                  <c:v>8.4684168121906431</c:v>
                </c:pt>
                <c:pt idx="210">
                  <c:v>8.386175984608526</c:v>
                </c:pt>
                <c:pt idx="211">
                  <c:v>8.2862383216556381</c:v>
                </c:pt>
                <c:pt idx="212">
                  <c:v>8.1878039656981354</c:v>
                </c:pt>
                <c:pt idx="213">
                  <c:v>8.0983632143598996</c:v>
                </c:pt>
                <c:pt idx="214">
                  <c:v>8.0230730038274398</c:v>
                </c:pt>
                <c:pt idx="215">
                  <c:v>7.9995035643910786</c:v>
                </c:pt>
                <c:pt idx="216">
                  <c:v>8.0054883772155652</c:v>
                </c:pt>
                <c:pt idx="217">
                  <c:v>8.0256229012062033</c:v>
                </c:pt>
                <c:pt idx="218">
                  <c:v>8.0513360257213176</c:v>
                </c:pt>
                <c:pt idx="219">
                  <c:v>8.0904056222188281</c:v>
                </c:pt>
                <c:pt idx="220">
                  <c:v>8.1331785225798345</c:v>
                </c:pt>
                <c:pt idx="221">
                  <c:v>8.1704164822014818</c:v>
                </c:pt>
                <c:pt idx="222">
                  <c:v>8.1849126716148444</c:v>
                </c:pt>
                <c:pt idx="223">
                  <c:v>8.195552177539561</c:v>
                </c:pt>
                <c:pt idx="224">
                  <c:v>8.1930051838994746</c:v>
                </c:pt>
                <c:pt idx="225">
                  <c:v>8.1774361667496827</c:v>
                </c:pt>
                <c:pt idx="226">
                  <c:v>8.1528116331238181</c:v>
                </c:pt>
                <c:pt idx="227">
                  <c:v>8.1335799644520179</c:v>
                </c:pt>
                <c:pt idx="228">
                  <c:v>8.109373154375918</c:v>
                </c:pt>
                <c:pt idx="229">
                  <c:v>8.085869463879618</c:v>
                </c:pt>
                <c:pt idx="230">
                  <c:v>8.091656511359167</c:v>
                </c:pt>
                <c:pt idx="231">
                  <c:v>8.0907537597452848</c:v>
                </c:pt>
                <c:pt idx="232">
                  <c:v>8.1048386553159517</c:v>
                </c:pt>
                <c:pt idx="233">
                  <c:v>8.1176454910486555</c:v>
                </c:pt>
                <c:pt idx="234">
                  <c:v>8.1292233193860532</c:v>
                </c:pt>
                <c:pt idx="235">
                  <c:v>8.1336002906227591</c:v>
                </c:pt>
                <c:pt idx="236">
                  <c:v>8.1184293967866612</c:v>
                </c:pt>
                <c:pt idx="237">
                  <c:v>8.1026911331539448</c:v>
                </c:pt>
                <c:pt idx="238">
                  <c:v>8.0835335098184213</c:v>
                </c:pt>
                <c:pt idx="239">
                  <c:v>8.0486841863739791</c:v>
                </c:pt>
                <c:pt idx="240">
                  <c:v>8.0111666381996578</c:v>
                </c:pt>
                <c:pt idx="241">
                  <c:v>7.9600660227211328</c:v>
                </c:pt>
                <c:pt idx="242">
                  <c:v>7.9028759561207753</c:v>
                </c:pt>
                <c:pt idx="243">
                  <c:v>7.8489030764177956</c:v>
                </c:pt>
                <c:pt idx="244">
                  <c:v>7.8164491818249608</c:v>
                </c:pt>
                <c:pt idx="245">
                  <c:v>7.7899403292072238</c:v>
                </c:pt>
                <c:pt idx="246">
                  <c:v>7.7729065314520005</c:v>
                </c:pt>
                <c:pt idx="247">
                  <c:v>7.7516473791010263</c:v>
                </c:pt>
                <c:pt idx="248">
                  <c:v>7.7122772456503803</c:v>
                </c:pt>
                <c:pt idx="249">
                  <c:v>7.7072310145009597</c:v>
                </c:pt>
                <c:pt idx="250">
                  <c:v>7.6962386006219594</c:v>
                </c:pt>
                <c:pt idx="251">
                  <c:v>7.7147696904853094</c:v>
                </c:pt>
                <c:pt idx="252">
                  <c:v>7.7293740960168895</c:v>
                </c:pt>
                <c:pt idx="253">
                  <c:v>7.7353920944262633</c:v>
                </c:pt>
                <c:pt idx="254">
                  <c:v>7.7514074576927863</c:v>
                </c:pt>
                <c:pt idx="255">
                  <c:v>7.7654069003823709</c:v>
                </c:pt>
                <c:pt idx="256">
                  <c:v>7.7784644428384002</c:v>
                </c:pt>
                <c:pt idx="257">
                  <c:v>7.8534599238950831</c:v>
                </c:pt>
                <c:pt idx="258">
                  <c:v>7.9272962946946306</c:v>
                </c:pt>
                <c:pt idx="259">
                  <c:v>8</c:v>
                </c:pt>
                <c:pt idx="260">
                  <c:v>7.947906617008587</c:v>
                </c:pt>
                <c:pt idx="261">
                  <c:v>7.839536808050739</c:v>
                </c:pt>
                <c:pt idx="262">
                  <c:v>7.7837621066458178</c:v>
                </c:pt>
                <c:pt idx="263">
                  <c:v>7.7763960994078341</c:v>
                </c:pt>
                <c:pt idx="264">
                  <c:v>7.751496540247218</c:v>
                </c:pt>
                <c:pt idx="265">
                  <c:v>7.7786099408871401</c:v>
                </c:pt>
                <c:pt idx="266">
                  <c:v>7.7549802488732205</c:v>
                </c:pt>
                <c:pt idx="267">
                  <c:v>7.7205654491808922</c:v>
                </c:pt>
                <c:pt idx="268">
                  <c:v>7.6924601106677031</c:v>
                </c:pt>
                <c:pt idx="269">
                  <c:v>7.665056647274878</c:v>
                </c:pt>
                <c:pt idx="270">
                  <c:v>7.6554492130401508</c:v>
                </c:pt>
                <c:pt idx="271">
                  <c:v>7.6724114543779613</c:v>
                </c:pt>
                <c:pt idx="272">
                  <c:v>7.6604385620229758</c:v>
                </c:pt>
                <c:pt idx="273">
                  <c:v>7.6530150503886816</c:v>
                </c:pt>
                <c:pt idx="274">
                  <c:v>7.6400170864280188</c:v>
                </c:pt>
                <c:pt idx="275">
                  <c:v>7.6485221370147771</c:v>
                </c:pt>
                <c:pt idx="276">
                  <c:v>7.6568425409331224</c:v>
                </c:pt>
                <c:pt idx="277">
                  <c:v>7.6646697240960844</c:v>
                </c:pt>
                <c:pt idx="278">
                  <c:v>7.848850964679027</c:v>
                </c:pt>
                <c:pt idx="279">
                  <c:v>7.9000414923516038</c:v>
                </c:pt>
                <c:pt idx="280">
                  <c:v>7.8283856737415229</c:v>
                </c:pt>
                <c:pt idx="281">
                  <c:v>7.7188771325497596</c:v>
                </c:pt>
                <c:pt idx="282">
                  <c:v>7.6994430318101461</c:v>
                </c:pt>
                <c:pt idx="283">
                  <c:v>7.7335674576347113</c:v>
                </c:pt>
                <c:pt idx="284">
                  <c:v>7.7396497531148052</c:v>
                </c:pt>
                <c:pt idx="285">
                  <c:v>7.6824758644870794</c:v>
                </c:pt>
                <c:pt idx="286">
                  <c:v>7.6409376752937774</c:v>
                </c:pt>
                <c:pt idx="287">
                  <c:v>7.7796489089564886</c:v>
                </c:pt>
                <c:pt idx="288">
                  <c:v>7.8670385837387951</c:v>
                </c:pt>
                <c:pt idx="289">
                  <c:v>7.9401132935127041</c:v>
                </c:pt>
                <c:pt idx="290">
                  <c:v>7.9551959344339949</c:v>
                </c:pt>
                <c:pt idx="291">
                  <c:v>8.0312279464936367</c:v>
                </c:pt>
                <c:pt idx="292">
                  <c:v>8.0030491330214097</c:v>
                </c:pt>
                <c:pt idx="293">
                  <c:v>8.0461461113598318</c:v>
                </c:pt>
                <c:pt idx="294">
                  <c:v>8.1127897140449985</c:v>
                </c:pt>
                <c:pt idx="295">
                  <c:v>8.0998708769633048</c:v>
                </c:pt>
                <c:pt idx="296">
                  <c:v>8.1790701419855623</c:v>
                </c:pt>
                <c:pt idx="297">
                  <c:v>8.2599161379528905</c:v>
                </c:pt>
                <c:pt idx="298">
                  <c:v>8.2519262935715059</c:v>
                </c:pt>
                <c:pt idx="299">
                  <c:v>8.3116436498709234</c:v>
                </c:pt>
                <c:pt idx="300">
                  <c:v>8.4046289327899615</c:v>
                </c:pt>
                <c:pt idx="301">
                  <c:v>8.3775510510963649</c:v>
                </c:pt>
                <c:pt idx="302">
                  <c:v>8.3104948064041135</c:v>
                </c:pt>
                <c:pt idx="303">
                  <c:v>8.3869092823295777</c:v>
                </c:pt>
                <c:pt idx="304">
                  <c:v>8.551054829741874</c:v>
                </c:pt>
                <c:pt idx="305">
                  <c:v>8.7000707578892751</c:v>
                </c:pt>
                <c:pt idx="306">
                  <c:v>8.6983777745352704</c:v>
                </c:pt>
                <c:pt idx="307">
                  <c:v>8.7227894018930918</c:v>
                </c:pt>
                <c:pt idx="308">
                  <c:v>8.7890437998905089</c:v>
                </c:pt>
                <c:pt idx="309">
                  <c:v>8.8139464701997081</c:v>
                </c:pt>
                <c:pt idx="310">
                  <c:v>8.837158127549003</c:v>
                </c:pt>
                <c:pt idx="311">
                  <c:v>8.7856675814480543</c:v>
                </c:pt>
                <c:pt idx="312">
                  <c:v>9.0270234365933923</c:v>
                </c:pt>
                <c:pt idx="313">
                  <c:v>9.2478747484766082</c:v>
                </c:pt>
                <c:pt idx="314">
                  <c:v>9.2378402572463507</c:v>
                </c:pt>
                <c:pt idx="315">
                  <c:v>9.2846165836041923</c:v>
                </c:pt>
                <c:pt idx="316">
                  <c:v>9.2796020343178327</c:v>
                </c:pt>
                <c:pt idx="317">
                  <c:v>9.3710386911771231</c:v>
                </c:pt>
                <c:pt idx="318">
                  <c:v>9.48384064240655</c:v>
                </c:pt>
                <c:pt idx="319">
                  <c:v>9.5376556313189358</c:v>
                </c:pt>
                <c:pt idx="320">
                  <c:v>9.6114294680319716</c:v>
                </c:pt>
                <c:pt idx="321">
                  <c:v>9.9129211289611447</c:v>
                </c:pt>
                <c:pt idx="322">
                  <c:v>10.087671855958792</c:v>
                </c:pt>
                <c:pt idx="323">
                  <c:v>10.229784560219956</c:v>
                </c:pt>
                <c:pt idx="324">
                  <c:v>10.389360141478456</c:v>
                </c:pt>
                <c:pt idx="325">
                  <c:v>10.576510869679069</c:v>
                </c:pt>
                <c:pt idx="326">
                  <c:v>10.688349609307146</c:v>
                </c:pt>
                <c:pt idx="327">
                  <c:v>10.829515694759399</c:v>
                </c:pt>
                <c:pt idx="328">
                  <c:v>10.960234543269394</c:v>
                </c:pt>
                <c:pt idx="329">
                  <c:v>11.06669929224481</c:v>
                </c:pt>
                <c:pt idx="330">
                  <c:v>11.196620857077885</c:v>
                </c:pt>
                <c:pt idx="331">
                  <c:v>11.293233220720133</c:v>
                </c:pt>
                <c:pt idx="332">
                  <c:v>11.332839386643272</c:v>
                </c:pt>
                <c:pt idx="333">
                  <c:v>11.322810702890401</c:v>
                </c:pt>
                <c:pt idx="334">
                  <c:v>11.310958471247949</c:v>
                </c:pt>
                <c:pt idx="335">
                  <c:v>11.219450465381161</c:v>
                </c:pt>
                <c:pt idx="336">
                  <c:v>11.132239163117616</c:v>
                </c:pt>
                <c:pt idx="337">
                  <c:v>11.039983237131425</c:v>
                </c:pt>
                <c:pt idx="338">
                  <c:v>10.935513771447342</c:v>
                </c:pt>
                <c:pt idx="339">
                  <c:v>10.800222364159733</c:v>
                </c:pt>
                <c:pt idx="340">
                  <c:v>10.684922782847732</c:v>
                </c:pt>
                <c:pt idx="341">
                  <c:v>10.555922532815091</c:v>
                </c:pt>
                <c:pt idx="342">
                  <c:v>10.374222122112368</c:v>
                </c:pt>
                <c:pt idx="343">
                  <c:v>10.227987353388427</c:v>
                </c:pt>
                <c:pt idx="344">
                  <c:v>10.132045131150992</c:v>
                </c:pt>
                <c:pt idx="345">
                  <c:v>9.9562967625076784</c:v>
                </c:pt>
                <c:pt idx="346">
                  <c:v>9.8683684442006694</c:v>
                </c:pt>
                <c:pt idx="347">
                  <c:v>9.7338274459513077</c:v>
                </c:pt>
                <c:pt idx="348">
                  <c:v>9.5933240351472655</c:v>
                </c:pt>
                <c:pt idx="349">
                  <c:v>9.4644751943456757</c:v>
                </c:pt>
                <c:pt idx="350">
                  <c:v>9.3585654742774977</c:v>
                </c:pt>
                <c:pt idx="351">
                  <c:v>9.1422854767124839</c:v>
                </c:pt>
                <c:pt idx="352">
                  <c:v>9.001386950038377</c:v>
                </c:pt>
                <c:pt idx="353">
                  <c:v>8.9089466366461565</c:v>
                </c:pt>
                <c:pt idx="354">
                  <c:v>8.8073738577029079</c:v>
                </c:pt>
                <c:pt idx="355">
                  <c:v>8.7455142681940732</c:v>
                </c:pt>
                <c:pt idx="356">
                  <c:v>8.6875929779717183</c:v>
                </c:pt>
                <c:pt idx="357">
                  <c:v>8.5443045706609766</c:v>
                </c:pt>
                <c:pt idx="358">
                  <c:v>8.4600478225019202</c:v>
                </c:pt>
                <c:pt idx="359">
                  <c:v>8.4755866615104551</c:v>
                </c:pt>
                <c:pt idx="360">
                  <c:v>8.4614677507152791</c:v>
                </c:pt>
                <c:pt idx="361">
                  <c:v>8.4259937086353354</c:v>
                </c:pt>
                <c:pt idx="362">
                  <c:v>8.3918689716959101</c:v>
                </c:pt>
                <c:pt idx="363">
                  <c:v>8.3660792092206986</c:v>
                </c:pt>
                <c:pt idx="364">
                  <c:v>8.3435230708778754</c:v>
                </c:pt>
                <c:pt idx="365">
                  <c:v>8.2863706491753746</c:v>
                </c:pt>
                <c:pt idx="366">
                  <c:v>8.230181957598985</c:v>
                </c:pt>
                <c:pt idx="367">
                  <c:v>8.2049266904503622</c:v>
                </c:pt>
                <c:pt idx="368">
                  <c:v>8.1561278063986151</c:v>
                </c:pt>
                <c:pt idx="369">
                  <c:v>8.0852512786561412</c:v>
                </c:pt>
                <c:pt idx="370">
                  <c:v>8.0610592983882903</c:v>
                </c:pt>
                <c:pt idx="371">
                  <c:v>7.9981282293074134</c:v>
                </c:pt>
                <c:pt idx="372">
                  <c:v>7.9563515187227374</c:v>
                </c:pt>
                <c:pt idx="373">
                  <c:v>7.9012002914938808</c:v>
                </c:pt>
                <c:pt idx="374">
                  <c:v>7.877614985199747</c:v>
                </c:pt>
                <c:pt idx="375">
                  <c:v>7.8429312785648815</c:v>
                </c:pt>
                <c:pt idx="376">
                  <c:v>7.7884427778367167</c:v>
                </c:pt>
                <c:pt idx="377">
                  <c:v>7.7462332027791687</c:v>
                </c:pt>
                <c:pt idx="378">
                  <c:v>7.695778254336604</c:v>
                </c:pt>
                <c:pt idx="379">
                  <c:v>7.6443383162526093</c:v>
                </c:pt>
                <c:pt idx="380">
                  <c:v>7.6026535919610403</c:v>
                </c:pt>
                <c:pt idx="381">
                  <c:v>7.5369626229720375</c:v>
                </c:pt>
                <c:pt idx="382">
                  <c:v>7.4838075605266177</c:v>
                </c:pt>
                <c:pt idx="383">
                  <c:v>7.4606616521173805</c:v>
                </c:pt>
                <c:pt idx="384">
                  <c:v>7.4266689834353112</c:v>
                </c:pt>
                <c:pt idx="385">
                  <c:v>7.4123908596113912</c:v>
                </c:pt>
                <c:pt idx="386">
                  <c:v>7.3882272685743597</c:v>
                </c:pt>
                <c:pt idx="387">
                  <c:v>7.3736541041598027</c:v>
                </c:pt>
                <c:pt idx="388">
                  <c:v>7.363405773316944</c:v>
                </c:pt>
                <c:pt idx="389">
                  <c:v>7.3487652006830846</c:v>
                </c:pt>
                <c:pt idx="390">
                  <c:v>7.3469171006459684</c:v>
                </c:pt>
                <c:pt idx="391">
                  <c:v>7.3906576200688159</c:v>
                </c:pt>
                <c:pt idx="392">
                  <c:v>7.4804011639429087</c:v>
                </c:pt>
                <c:pt idx="393">
                  <c:v>7.5343681324635803</c:v>
                </c:pt>
                <c:pt idx="394">
                  <c:v>7.5987244705628818</c:v>
                </c:pt>
                <c:pt idx="395">
                  <c:v>7.6469394957305195</c:v>
                </c:pt>
                <c:pt idx="396">
                  <c:v>7.6487549546337492</c:v>
                </c:pt>
                <c:pt idx="397">
                  <c:v>7.6418362268570732</c:v>
                </c:pt>
                <c:pt idx="398">
                  <c:v>7.6154366274070817</c:v>
                </c:pt>
                <c:pt idx="399">
                  <c:v>7.5880474752977403</c:v>
                </c:pt>
                <c:pt idx="400">
                  <c:v>7.607851595308845</c:v>
                </c:pt>
                <c:pt idx="401">
                  <c:v>7.5803595678863518</c:v>
                </c:pt>
                <c:pt idx="402">
                  <c:v>7.5658737489682659</c:v>
                </c:pt>
                <c:pt idx="403">
                  <c:v>7.5412477116205858</c:v>
                </c:pt>
                <c:pt idx="404">
                  <c:v>7.5327078161696974</c:v>
                </c:pt>
                <c:pt idx="405">
                  <c:v>7.4886369964722679</c:v>
                </c:pt>
                <c:pt idx="406">
                  <c:v>7.4234439668140002</c:v>
                </c:pt>
                <c:pt idx="407">
                  <c:v>7.3580811462218056</c:v>
                </c:pt>
                <c:pt idx="408">
                  <c:v>7.3146081077983949</c:v>
                </c:pt>
                <c:pt idx="409">
                  <c:v>7.2978400799108876</c:v>
                </c:pt>
                <c:pt idx="410">
                  <c:v>7.2647269329332813</c:v>
                </c:pt>
                <c:pt idx="411">
                  <c:v>7.2261969392312828</c:v>
                </c:pt>
                <c:pt idx="412">
                  <c:v>7.1943000957922649</c:v>
                </c:pt>
                <c:pt idx="413">
                  <c:v>7.1573583304788544</c:v>
                </c:pt>
                <c:pt idx="414">
                  <c:v>7.1464762845958427</c:v>
                </c:pt>
                <c:pt idx="415">
                  <c:v>7.1301520361274875</c:v>
                </c:pt>
                <c:pt idx="416">
                  <c:v>7.1076327973031734</c:v>
                </c:pt>
                <c:pt idx="417">
                  <c:v>7.0977033915978867</c:v>
                </c:pt>
                <c:pt idx="418">
                  <c:v>7.0806395064432408</c:v>
                </c:pt>
                <c:pt idx="419">
                  <c:v>7.1035417859921779</c:v>
                </c:pt>
                <c:pt idx="420">
                  <c:v>7.11312330695183</c:v>
                </c:pt>
                <c:pt idx="421">
                  <c:v>7.0861046472678257</c:v>
                </c:pt>
                <c:pt idx="422">
                  <c:v>7.0659439572212923</c:v>
                </c:pt>
                <c:pt idx="423">
                  <c:v>7.054009808388507</c:v>
                </c:pt>
                <c:pt idx="424">
                  <c:v>7.0343015020314246</c:v>
                </c:pt>
                <c:pt idx="425">
                  <c:v>7.0241319966750115</c:v>
                </c:pt>
                <c:pt idx="426">
                  <c:v>7.0279121912794293</c:v>
                </c:pt>
                <c:pt idx="427">
                  <c:v>7.031792026898783</c:v>
                </c:pt>
                <c:pt idx="428">
                  <c:v>7.0456799738010174</c:v>
                </c:pt>
                <c:pt idx="429">
                  <c:v>7.0464546530390066</c:v>
                </c:pt>
                <c:pt idx="430">
                  <c:v>7.0214950082009873</c:v>
                </c:pt>
                <c:pt idx="431">
                  <c:v>7.0112135898068297</c:v>
                </c:pt>
                <c:pt idx="432">
                  <c:v>7.0287147120564581</c:v>
                </c:pt>
                <c:pt idx="433">
                  <c:v>7.0668358651860501</c:v>
                </c:pt>
                <c:pt idx="434">
                  <c:v>7.1413637341291238</c:v>
                </c:pt>
                <c:pt idx="435">
                  <c:v>7.3521171521665893</c:v>
                </c:pt>
                <c:pt idx="436">
                  <c:v>7.4306190532339302</c:v>
                </c:pt>
                <c:pt idx="437">
                  <c:v>7.5528536440001872</c:v>
                </c:pt>
                <c:pt idx="438">
                  <c:v>7.6262484391108298</c:v>
                </c:pt>
                <c:pt idx="439">
                  <c:v>7.6176339279464207</c:v>
                </c:pt>
                <c:pt idx="440">
                  <c:v>7.6487202653270465</c:v>
                </c:pt>
                <c:pt idx="441">
                  <c:v>7.7069756410547576</c:v>
                </c:pt>
                <c:pt idx="442">
                  <c:v>7.756382236129749</c:v>
                </c:pt>
                <c:pt idx="443">
                  <c:v>7.7526172278193508</c:v>
                </c:pt>
                <c:pt idx="444">
                  <c:v>7.7187538273609144</c:v>
                </c:pt>
                <c:pt idx="445">
                  <c:v>7.7567705593254042</c:v>
                </c:pt>
                <c:pt idx="446">
                  <c:v>7.8063308451404021</c:v>
                </c:pt>
                <c:pt idx="447">
                  <c:v>7.8420993574337414</c:v>
                </c:pt>
                <c:pt idx="448">
                  <c:v>7.8174108897044929</c:v>
                </c:pt>
                <c:pt idx="449">
                  <c:v>7.8060763531862989</c:v>
                </c:pt>
                <c:pt idx="450">
                  <c:v>7.8407039035892385</c:v>
                </c:pt>
                <c:pt idx="451">
                  <c:v>7.8505457628697064</c:v>
                </c:pt>
                <c:pt idx="452">
                  <c:v>7.8532430768388366</c:v>
                </c:pt>
                <c:pt idx="453">
                  <c:v>7.8593889434549782</c:v>
                </c:pt>
                <c:pt idx="454">
                  <c:v>7.8474357550410199</c:v>
                </c:pt>
                <c:pt idx="455">
                  <c:v>7.8533209074058927</c:v>
                </c:pt>
                <c:pt idx="456">
                  <c:v>7.8409987367699694</c:v>
                </c:pt>
                <c:pt idx="457">
                  <c:v>7.813853239447166</c:v>
                </c:pt>
                <c:pt idx="458">
                  <c:v>7.8023270043237707</c:v>
                </c:pt>
                <c:pt idx="459">
                  <c:v>7.8167062145504058</c:v>
                </c:pt>
                <c:pt idx="460">
                  <c:v>7.8294186269236103</c:v>
                </c:pt>
                <c:pt idx="461">
                  <c:v>7.8301389096730905</c:v>
                </c:pt>
                <c:pt idx="462">
                  <c:v>7.8126602695229508</c:v>
                </c:pt>
                <c:pt idx="463">
                  <c:v>7.8185469774621135</c:v>
                </c:pt>
                <c:pt idx="464">
                  <c:v>7.8128314863999764</c:v>
                </c:pt>
                <c:pt idx="465">
                  <c:v>7.7940420674992721</c:v>
                </c:pt>
                <c:pt idx="466">
                  <c:v>7.7896808594153892</c:v>
                </c:pt>
                <c:pt idx="467">
                  <c:v>7.8130536742612913</c:v>
                </c:pt>
                <c:pt idx="468">
                  <c:v>7.8138239427980087</c:v>
                </c:pt>
                <c:pt idx="469">
                  <c:v>7.8220976794876069</c:v>
                </c:pt>
                <c:pt idx="470">
                  <c:v>7.815886271341312</c:v>
                </c:pt>
                <c:pt idx="471">
                  <c:v>7.8167857043967066</c:v>
                </c:pt>
                <c:pt idx="472">
                  <c:v>7.8327320520171604</c:v>
                </c:pt>
                <c:pt idx="473">
                  <c:v>7.8492421397608831</c:v>
                </c:pt>
                <c:pt idx="474">
                  <c:v>7.8646260954224534</c:v>
                </c:pt>
                <c:pt idx="475">
                  <c:v>7.8928440575143526</c:v>
                </c:pt>
                <c:pt idx="476">
                  <c:v>7.902919408495988</c:v>
                </c:pt>
                <c:pt idx="477">
                  <c:v>7.9182886899067402</c:v>
                </c:pt>
                <c:pt idx="478">
                  <c:v>7.9519030947735718</c:v>
                </c:pt>
                <c:pt idx="479">
                  <c:v>7.9691570062910539</c:v>
                </c:pt>
                <c:pt idx="480">
                  <c:v>7.9893765683429638</c:v>
                </c:pt>
                <c:pt idx="481">
                  <c:v>8.0055633558964185</c:v>
                </c:pt>
                <c:pt idx="482">
                  <c:v>8.0325643922200118</c:v>
                </c:pt>
                <c:pt idx="483">
                  <c:v>8.057638797931002</c:v>
                </c:pt>
                <c:pt idx="484">
                  <c:v>8.0691913222599272</c:v>
                </c:pt>
                <c:pt idx="485">
                  <c:v>8.0672325431119631</c:v>
                </c:pt>
                <c:pt idx="486">
                  <c:v>8.0922380887343142</c:v>
                </c:pt>
                <c:pt idx="487">
                  <c:v>8.109321716719343</c:v>
                </c:pt>
                <c:pt idx="488">
                  <c:v>8.1344322117538983</c:v>
                </c:pt>
                <c:pt idx="489">
                  <c:v>8.1373267206907247</c:v>
                </c:pt>
                <c:pt idx="490">
                  <c:v>8.1333553395243126</c:v>
                </c:pt>
                <c:pt idx="491">
                  <c:v>8.1391833504602076</c:v>
                </c:pt>
                <c:pt idx="492">
                  <c:v>8.1272279323897649</c:v>
                </c:pt>
                <c:pt idx="493">
                  <c:v>8.1350085001764523</c:v>
                </c:pt>
                <c:pt idx="494">
                  <c:v>8.1412521605630594</c:v>
                </c:pt>
                <c:pt idx="495">
                  <c:v>8.127789805823884</c:v>
                </c:pt>
                <c:pt idx="496">
                  <c:v>8.1188719058201393</c:v>
                </c:pt>
                <c:pt idx="497">
                  <c:v>8.1211710446231002</c:v>
                </c:pt>
                <c:pt idx="498">
                  <c:v>8.1052769124463673</c:v>
                </c:pt>
                <c:pt idx="499">
                  <c:v>8.0878467025091734</c:v>
                </c:pt>
                <c:pt idx="500">
                  <c:v>8.0962903597638896</c:v>
                </c:pt>
                <c:pt idx="501">
                  <c:v>8.0970899249497617</c:v>
                </c:pt>
                <c:pt idx="502">
                  <c:v>8.082145419025565</c:v>
                </c:pt>
                <c:pt idx="503">
                  <c:v>8.0811955853631243</c:v>
                </c:pt>
                <c:pt idx="504">
                  <c:v>8.0742950578056583</c:v>
                </c:pt>
                <c:pt idx="505">
                  <c:v>8.074825923458901</c:v>
                </c:pt>
                <c:pt idx="506">
                  <c:v>8.1025068494528671</c:v>
                </c:pt>
                <c:pt idx="507">
                  <c:v>8.1023639440279478</c:v>
                </c:pt>
                <c:pt idx="508">
                  <c:v>8.1132773347329366</c:v>
                </c:pt>
                <c:pt idx="509">
                  <c:v>8.1351928875824839</c:v>
                </c:pt>
                <c:pt idx="510">
                  <c:v>8.1588776469263262</c:v>
                </c:pt>
                <c:pt idx="511">
                  <c:v>8.176650394322527</c:v>
                </c:pt>
                <c:pt idx="512">
                  <c:v>8.2052468276395683</c:v>
                </c:pt>
                <c:pt idx="513">
                  <c:v>8.2440659766761346</c:v>
                </c:pt>
                <c:pt idx="514">
                  <c:v>8.2948954037031601</c:v>
                </c:pt>
                <c:pt idx="515">
                  <c:v>8.3118291780314344</c:v>
                </c:pt>
                <c:pt idx="516">
                  <c:v>8.3361095149190465</c:v>
                </c:pt>
                <c:pt idx="517">
                  <c:v>8.3831571334333255</c:v>
                </c:pt>
                <c:pt idx="518">
                  <c:v>8.3777590832316235</c:v>
                </c:pt>
                <c:pt idx="519">
                  <c:v>8.3748353294981168</c:v>
                </c:pt>
                <c:pt idx="520">
                  <c:v>8.3918711494999201</c:v>
                </c:pt>
                <c:pt idx="521">
                  <c:v>8.4057262348952442</c:v>
                </c:pt>
                <c:pt idx="522">
                  <c:v>8.4084869644429947</c:v>
                </c:pt>
                <c:pt idx="523">
                  <c:v>8.4231035553065254</c:v>
                </c:pt>
                <c:pt idx="524">
                  <c:v>8.4437871970220915</c:v>
                </c:pt>
                <c:pt idx="525">
                  <c:v>8.4471122889228276</c:v>
                </c:pt>
                <c:pt idx="526">
                  <c:v>8.4553154543920659</c:v>
                </c:pt>
                <c:pt idx="527">
                  <c:v>8.4527032303366845</c:v>
                </c:pt>
                <c:pt idx="528">
                  <c:v>8.4426545315279125</c:v>
                </c:pt>
                <c:pt idx="529">
                  <c:v>8.4490336305828393</c:v>
                </c:pt>
                <c:pt idx="530">
                  <c:v>8.4605408358474001</c:v>
                </c:pt>
                <c:pt idx="531">
                  <c:v>8.439414685098356</c:v>
                </c:pt>
                <c:pt idx="532">
                  <c:v>8.4232488459453592</c:v>
                </c:pt>
                <c:pt idx="533">
                  <c:v>8.4179059667785339</c:v>
                </c:pt>
                <c:pt idx="534">
                  <c:v>8.4302436413048945</c:v>
                </c:pt>
                <c:pt idx="535">
                  <c:v>8.4211374131069174</c:v>
                </c:pt>
                <c:pt idx="536">
                  <c:v>8.4200016364641552</c:v>
                </c:pt>
                <c:pt idx="537">
                  <c:v>8.4425491672958959</c:v>
                </c:pt>
                <c:pt idx="538">
                  <c:v>8.4832274350208081</c:v>
                </c:pt>
                <c:pt idx="539">
                  <c:v>8.497405872458879</c:v>
                </c:pt>
                <c:pt idx="540">
                  <c:v>8.5149943361540057</c:v>
                </c:pt>
                <c:pt idx="541">
                  <c:v>8.5610068755346642</c:v>
                </c:pt>
                <c:pt idx="542">
                  <c:v>8.6088139254180938</c:v>
                </c:pt>
                <c:pt idx="543">
                  <c:v>8.6539733878572491</c:v>
                </c:pt>
                <c:pt idx="544">
                  <c:v>8.6977967156848877</c:v>
                </c:pt>
                <c:pt idx="545">
                  <c:v>8.7379722217987599</c:v>
                </c:pt>
                <c:pt idx="546">
                  <c:v>8.7798731709168578</c:v>
                </c:pt>
                <c:pt idx="547">
                  <c:v>8.8303882682320314</c:v>
                </c:pt>
                <c:pt idx="548">
                  <c:v>8.881035070837223</c:v>
                </c:pt>
                <c:pt idx="549">
                  <c:v>8.9358213603372736</c:v>
                </c:pt>
                <c:pt idx="550">
                  <c:v>8.9464411623209621</c:v>
                </c:pt>
                <c:pt idx="551">
                  <c:v>8.982047220805784</c:v>
                </c:pt>
                <c:pt idx="552">
                  <c:v>9.013623097415973</c:v>
                </c:pt>
                <c:pt idx="553">
                  <c:v>9.0022765311232558</c:v>
                </c:pt>
                <c:pt idx="554">
                  <c:v>9.0056699645878702</c:v>
                </c:pt>
                <c:pt idx="555">
                  <c:v>8.9997743380227675</c:v>
                </c:pt>
                <c:pt idx="556">
                  <c:v>8.9765201616428349</c:v>
                </c:pt>
                <c:pt idx="557">
                  <c:v>8.9528308392810718</c:v>
                </c:pt>
                <c:pt idx="558">
                  <c:v>8.9093600045879064</c:v>
                </c:pt>
                <c:pt idx="559">
                  <c:v>8.8520445586996477</c:v>
                </c:pt>
                <c:pt idx="560">
                  <c:v>8.7967443074536593</c:v>
                </c:pt>
                <c:pt idx="561">
                  <c:v>8.7759844425978049</c:v>
                </c:pt>
                <c:pt idx="562">
                  <c:v>8.7388005132565514</c:v>
                </c:pt>
                <c:pt idx="563">
                  <c:v>8.6689231827340372</c:v>
                </c:pt>
                <c:pt idx="564">
                  <c:v>8.6529854944771412</c:v>
                </c:pt>
                <c:pt idx="565">
                  <c:v>8.6136634801245844</c:v>
                </c:pt>
                <c:pt idx="566">
                  <c:v>8.6099775986931526</c:v>
                </c:pt>
                <c:pt idx="567">
                  <c:v>8.6079327444343878</c:v>
                </c:pt>
                <c:pt idx="568">
                  <c:v>8.5829517768858459</c:v>
                </c:pt>
                <c:pt idx="569">
                  <c:v>8.5704665302116894</c:v>
                </c:pt>
                <c:pt idx="570">
                  <c:v>8.5457241877594772</c:v>
                </c:pt>
                <c:pt idx="571">
                  <c:v>8.5528967334080637</c:v>
                </c:pt>
                <c:pt idx="572">
                  <c:v>8.5275697024321175</c:v>
                </c:pt>
                <c:pt idx="573">
                  <c:v>8.5218068182065672</c:v>
                </c:pt>
                <c:pt idx="574">
                  <c:v>8.4582090299843156</c:v>
                </c:pt>
                <c:pt idx="575">
                  <c:v>8.4524300714910829</c:v>
                </c:pt>
                <c:pt idx="576">
                  <c:v>8.5343166429545292</c:v>
                </c:pt>
                <c:pt idx="577">
                  <c:v>8.5306824065895785</c:v>
                </c:pt>
                <c:pt idx="578">
                  <c:v>8.3294313307803254</c:v>
                </c:pt>
                <c:pt idx="579">
                  <c:v>8.2297222335433471</c:v>
                </c:pt>
                <c:pt idx="580">
                  <c:v>8.2332740244708429</c:v>
                </c:pt>
                <c:pt idx="581">
                  <c:v>8.3760355069165513</c:v>
                </c:pt>
                <c:pt idx="582">
                  <c:v>8.3710590173478678</c:v>
                </c:pt>
                <c:pt idx="583">
                  <c:v>8.0552800287801976</c:v>
                </c:pt>
                <c:pt idx="584">
                  <c:v>7.019001879561527</c:v>
                </c:pt>
                <c:pt idx="585">
                  <c:v>7.0695132289148903</c:v>
                </c:pt>
                <c:pt idx="586">
                  <c:v>7.2064691201391806</c:v>
                </c:pt>
                <c:pt idx="587">
                  <c:v>6.6469142176482814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7BE-418F-8705-C8EC33B01BAD}"/>
            </c:ext>
          </c:extLst>
        </c:ser>
        <c:ser>
          <c:idx val="5"/>
          <c:order val="5"/>
          <c:tx>
            <c:strRef>
              <c:f>Sheet2!$G$1</c:f>
              <c:strCache>
                <c:ptCount val="1"/>
                <c:pt idx="0">
                  <c:v>S6_z_o/O-PTIR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Sheet2!$G$2:$G$589</c:f>
              <c:numCache>
                <c:formatCode>General</c:formatCode>
                <c:ptCount val="588"/>
                <c:pt idx="0">
                  <c:v>9.5889270687833026</c:v>
                </c:pt>
                <c:pt idx="1">
                  <c:v>9.7580674658628652</c:v>
                </c:pt>
                <c:pt idx="2">
                  <c:v>9.8915609170425309</c:v>
                </c:pt>
                <c:pt idx="3">
                  <c:v>9.9639294890182626</c:v>
                </c:pt>
                <c:pt idx="4">
                  <c:v>10.078988897080237</c:v>
                </c:pt>
                <c:pt idx="5">
                  <c:v>10.165929488123655</c:v>
                </c:pt>
                <c:pt idx="6">
                  <c:v>10.21892927910482</c:v>
                </c:pt>
                <c:pt idx="7">
                  <c:v>10.24142113768999</c:v>
                </c:pt>
                <c:pt idx="8">
                  <c:v>10.30059564298918</c:v>
                </c:pt>
                <c:pt idx="9">
                  <c:v>10.348047456670125</c:v>
                </c:pt>
                <c:pt idx="10">
                  <c:v>10.374434184210209</c:v>
                </c:pt>
                <c:pt idx="11">
                  <c:v>10.355059652162236</c:v>
                </c:pt>
                <c:pt idx="12">
                  <c:v>10.335685886921382</c:v>
                </c:pt>
                <c:pt idx="13">
                  <c:v>10.310975783144903</c:v>
                </c:pt>
                <c:pt idx="14">
                  <c:v>10.292162553907342</c:v>
                </c:pt>
                <c:pt idx="15">
                  <c:v>10.306392065795634</c:v>
                </c:pt>
                <c:pt idx="16">
                  <c:v>10.327708025665295</c:v>
                </c:pt>
                <c:pt idx="17">
                  <c:v>10.332162024810422</c:v>
                </c:pt>
                <c:pt idx="18">
                  <c:v>10.329266049927966</c:v>
                </c:pt>
                <c:pt idx="19">
                  <c:v>10.302590747309132</c:v>
                </c:pt>
                <c:pt idx="20">
                  <c:v>10.297526497499224</c:v>
                </c:pt>
                <c:pt idx="21">
                  <c:v>10.285959595527139</c:v>
                </c:pt>
                <c:pt idx="22">
                  <c:v>10.270435074217669</c:v>
                </c:pt>
                <c:pt idx="23">
                  <c:v>10.243164857076421</c:v>
                </c:pt>
                <c:pt idx="24">
                  <c:v>10.211119476408761</c:v>
                </c:pt>
                <c:pt idx="25">
                  <c:v>10.164813400363357</c:v>
                </c:pt>
                <c:pt idx="26">
                  <c:v>10.109355481364121</c:v>
                </c:pt>
                <c:pt idx="27">
                  <c:v>10.072777631622918</c:v>
                </c:pt>
                <c:pt idx="28">
                  <c:v>10.029162026152346</c:v>
                </c:pt>
                <c:pt idx="29">
                  <c:v>10.035459301808068</c:v>
                </c:pt>
                <c:pt idx="30">
                  <c:v>10.086188065707962</c:v>
                </c:pt>
                <c:pt idx="31">
                  <c:v>10.08257269794759</c:v>
                </c:pt>
                <c:pt idx="32">
                  <c:v>10.05272958732294</c:v>
                </c:pt>
                <c:pt idx="33">
                  <c:v>10.041013030161654</c:v>
                </c:pt>
                <c:pt idx="34">
                  <c:v>10.025440839009683</c:v>
                </c:pt>
                <c:pt idx="35">
                  <c:v>10.043269104504112</c:v>
                </c:pt>
                <c:pt idx="36">
                  <c:v>10.080105496045284</c:v>
                </c:pt>
                <c:pt idx="37">
                  <c:v>10.133051482727002</c:v>
                </c:pt>
                <c:pt idx="38">
                  <c:v>10.16459077069675</c:v>
                </c:pt>
                <c:pt idx="39">
                  <c:v>10.291111516950885</c:v>
                </c:pt>
                <c:pt idx="40">
                  <c:v>10.439970888167762</c:v>
                </c:pt>
                <c:pt idx="41">
                  <c:v>10.56347501521952</c:v>
                </c:pt>
                <c:pt idx="42">
                  <c:v>10.606001498980115</c:v>
                </c:pt>
                <c:pt idx="43">
                  <c:v>10.615340059467169</c:v>
                </c:pt>
                <c:pt idx="44">
                  <c:v>10.589193725958596</c:v>
                </c:pt>
                <c:pt idx="45">
                  <c:v>10.583711438468177</c:v>
                </c:pt>
                <c:pt idx="46">
                  <c:v>10.590944730012644</c:v>
                </c:pt>
                <c:pt idx="47">
                  <c:v>10.664755282773863</c:v>
                </c:pt>
                <c:pt idx="48">
                  <c:v>10.78448199016097</c:v>
                </c:pt>
                <c:pt idx="49">
                  <c:v>10.850631628608227</c:v>
                </c:pt>
                <c:pt idx="50">
                  <c:v>10.924165108397453</c:v>
                </c:pt>
                <c:pt idx="51">
                  <c:v>10.987187451814965</c:v>
                </c:pt>
                <c:pt idx="52">
                  <c:v>11.02916656309446</c:v>
                </c:pt>
                <c:pt idx="53">
                  <c:v>11.045619687823876</c:v>
                </c:pt>
                <c:pt idx="54">
                  <c:v>11.06231180077175</c:v>
                </c:pt>
                <c:pt idx="55">
                  <c:v>11.146573167744741</c:v>
                </c:pt>
                <c:pt idx="56">
                  <c:v>11.203414534586097</c:v>
                </c:pt>
                <c:pt idx="57">
                  <c:v>11.226355358738886</c:v>
                </c:pt>
                <c:pt idx="58">
                  <c:v>11.275220397938391</c:v>
                </c:pt>
                <c:pt idx="59">
                  <c:v>11.255031900134618</c:v>
                </c:pt>
                <c:pt idx="60">
                  <c:v>11.239601184895916</c:v>
                </c:pt>
                <c:pt idx="61">
                  <c:v>11.240617204327329</c:v>
                </c:pt>
                <c:pt idx="62">
                  <c:v>11.229245710369161</c:v>
                </c:pt>
                <c:pt idx="63">
                  <c:v>11.17037792791719</c:v>
                </c:pt>
                <c:pt idx="64">
                  <c:v>11.129759132465107</c:v>
                </c:pt>
                <c:pt idx="65">
                  <c:v>11.149944051835657</c:v>
                </c:pt>
                <c:pt idx="66">
                  <c:v>11.104854259680632</c:v>
                </c:pt>
                <c:pt idx="67">
                  <c:v>10.992015013827769</c:v>
                </c:pt>
                <c:pt idx="68">
                  <c:v>10.979090479853193</c:v>
                </c:pt>
                <c:pt idx="69">
                  <c:v>10.955217473847249</c:v>
                </c:pt>
                <c:pt idx="70">
                  <c:v>10.882743465892778</c:v>
                </c:pt>
                <c:pt idx="71">
                  <c:v>10.876126431668828</c:v>
                </c:pt>
                <c:pt idx="72">
                  <c:v>10.882510867733632</c:v>
                </c:pt>
                <c:pt idx="73">
                  <c:v>10.86157422178503</c:v>
                </c:pt>
                <c:pt idx="74">
                  <c:v>10.727865042202826</c:v>
                </c:pt>
                <c:pt idx="75">
                  <c:v>10.729200308997706</c:v>
                </c:pt>
                <c:pt idx="76">
                  <c:v>10.705668787761656</c:v>
                </c:pt>
                <c:pt idx="77">
                  <c:v>10.625847489604494</c:v>
                </c:pt>
                <c:pt idx="78">
                  <c:v>10.58879025761332</c:v>
                </c:pt>
                <c:pt idx="79">
                  <c:v>10.550174234552372</c:v>
                </c:pt>
                <c:pt idx="80">
                  <c:v>10.531151666971581</c:v>
                </c:pt>
                <c:pt idx="81">
                  <c:v>10.471512859962431</c:v>
                </c:pt>
                <c:pt idx="82">
                  <c:v>10.437690531599902</c:v>
                </c:pt>
                <c:pt idx="83">
                  <c:v>10.444244048634234</c:v>
                </c:pt>
                <c:pt idx="84">
                  <c:v>10.395059123065316</c:v>
                </c:pt>
                <c:pt idx="85">
                  <c:v>10.3374306287173</c:v>
                </c:pt>
                <c:pt idx="86">
                  <c:v>10.299646335777041</c:v>
                </c:pt>
                <c:pt idx="87">
                  <c:v>10.236025882807457</c:v>
                </c:pt>
                <c:pt idx="88">
                  <c:v>10.187130426925618</c:v>
                </c:pt>
                <c:pt idx="89">
                  <c:v>10.163960838649276</c:v>
                </c:pt>
                <c:pt idx="90">
                  <c:v>10.162114750512591</c:v>
                </c:pt>
                <c:pt idx="91">
                  <c:v>10.110598603503654</c:v>
                </c:pt>
                <c:pt idx="92">
                  <c:v>10.085927479089008</c:v>
                </c:pt>
                <c:pt idx="93">
                  <c:v>10.092293000578239</c:v>
                </c:pt>
                <c:pt idx="94">
                  <c:v>10.040192802147724</c:v>
                </c:pt>
                <c:pt idx="95">
                  <c:v>10.011289924850992</c:v>
                </c:pt>
                <c:pt idx="96">
                  <c:v>10.00043538669156</c:v>
                </c:pt>
                <c:pt idx="97">
                  <c:v>9.9880961821504304</c:v>
                </c:pt>
                <c:pt idx="98">
                  <c:v>9.9890051041876831</c:v>
                </c:pt>
                <c:pt idx="99">
                  <c:v>9.9406402788315127</c:v>
                </c:pt>
                <c:pt idx="100">
                  <c:v>9.9312044616416522</c:v>
                </c:pt>
                <c:pt idx="101">
                  <c:v>9.9223584469267507</c:v>
                </c:pt>
                <c:pt idx="102">
                  <c:v>9.8813622545713979</c:v>
                </c:pt>
                <c:pt idx="103">
                  <c:v>9.8769937544199209</c:v>
                </c:pt>
                <c:pt idx="104">
                  <c:v>9.876569454481281</c:v>
                </c:pt>
                <c:pt idx="105">
                  <c:v>9.8461719423102849</c:v>
                </c:pt>
                <c:pt idx="106">
                  <c:v>9.8562151985388216</c:v>
                </c:pt>
                <c:pt idx="107">
                  <c:v>9.8901719737493874</c:v>
                </c:pt>
                <c:pt idx="108">
                  <c:v>9.8761395312904323</c:v>
                </c:pt>
                <c:pt idx="109">
                  <c:v>9.8516051541451635</c:v>
                </c:pt>
                <c:pt idx="110">
                  <c:v>9.8497736353437269</c:v>
                </c:pt>
                <c:pt idx="111">
                  <c:v>9.8388190288553989</c:v>
                </c:pt>
                <c:pt idx="112">
                  <c:v>9.8023012456717744</c:v>
                </c:pt>
                <c:pt idx="113">
                  <c:v>9.7836767787864343</c:v>
                </c:pt>
                <c:pt idx="114">
                  <c:v>9.8046405185865417</c:v>
                </c:pt>
                <c:pt idx="115">
                  <c:v>9.8169218291902638</c:v>
                </c:pt>
                <c:pt idx="116">
                  <c:v>9.8039267489608335</c:v>
                </c:pt>
                <c:pt idx="117">
                  <c:v>9.7907577313167931</c:v>
                </c:pt>
                <c:pt idx="118">
                  <c:v>9.7729740684363851</c:v>
                </c:pt>
                <c:pt idx="119">
                  <c:v>9.7738465671355286</c:v>
                </c:pt>
                <c:pt idx="120">
                  <c:v>9.8088055592493664</c:v>
                </c:pt>
                <c:pt idx="121">
                  <c:v>9.8150802140951026</c:v>
                </c:pt>
                <c:pt idx="122">
                  <c:v>9.8305662672474892</c:v>
                </c:pt>
                <c:pt idx="123">
                  <c:v>9.8232007014751517</c:v>
                </c:pt>
                <c:pt idx="124">
                  <c:v>9.8041941090426565</c:v>
                </c:pt>
                <c:pt idx="125">
                  <c:v>9.820820276578381</c:v>
                </c:pt>
                <c:pt idx="126">
                  <c:v>9.8359417129461395</c:v>
                </c:pt>
                <c:pt idx="127">
                  <c:v>9.831651171518331</c:v>
                </c:pt>
                <c:pt idx="128">
                  <c:v>9.8368912757606459</c:v>
                </c:pt>
                <c:pt idx="129">
                  <c:v>9.8487071344437194</c:v>
                </c:pt>
                <c:pt idx="130">
                  <c:v>9.8547461239018403</c:v>
                </c:pt>
                <c:pt idx="131">
                  <c:v>9.86655546472441</c:v>
                </c:pt>
                <c:pt idx="132">
                  <c:v>9.8839200675148149</c:v>
                </c:pt>
                <c:pt idx="133">
                  <c:v>9.8823520747596056</c:v>
                </c:pt>
                <c:pt idx="134">
                  <c:v>9.8626410421880006</c:v>
                </c:pt>
                <c:pt idx="135">
                  <c:v>9.8674440663730358</c:v>
                </c:pt>
                <c:pt idx="136">
                  <c:v>9.8829992599672352</c:v>
                </c:pt>
                <c:pt idx="137">
                  <c:v>9.8956186047088277</c:v>
                </c:pt>
                <c:pt idx="138">
                  <c:v>9.9050789597264579</c:v>
                </c:pt>
                <c:pt idx="139">
                  <c:v>9.9556337862117488</c:v>
                </c:pt>
                <c:pt idx="140">
                  <c:v>10.000938539962183</c:v>
                </c:pt>
                <c:pt idx="141">
                  <c:v>10.041770507793087</c:v>
                </c:pt>
                <c:pt idx="142">
                  <c:v>10.026878218952447</c:v>
                </c:pt>
                <c:pt idx="143">
                  <c:v>9.9985702561781196</c:v>
                </c:pt>
                <c:pt idx="144">
                  <c:v>9.9871784418313236</c:v>
                </c:pt>
                <c:pt idx="145">
                  <c:v>9.9484433080646912</c:v>
                </c:pt>
                <c:pt idx="146">
                  <c:v>9.8921530199388421</c:v>
                </c:pt>
                <c:pt idx="147">
                  <c:v>9.8582255111999544</c:v>
                </c:pt>
                <c:pt idx="148">
                  <c:v>9.8406876100008791</c:v>
                </c:pt>
                <c:pt idx="149">
                  <c:v>9.8120860879015286</c:v>
                </c:pt>
                <c:pt idx="150">
                  <c:v>9.8088703544508391</c:v>
                </c:pt>
                <c:pt idx="151">
                  <c:v>9.8246500947294351</c:v>
                </c:pt>
                <c:pt idx="152">
                  <c:v>9.8198149924466307</c:v>
                </c:pt>
                <c:pt idx="153">
                  <c:v>9.7965007332273579</c:v>
                </c:pt>
                <c:pt idx="154">
                  <c:v>9.7564495028438003</c:v>
                </c:pt>
                <c:pt idx="155">
                  <c:v>9.706693944977884</c:v>
                </c:pt>
                <c:pt idx="156">
                  <c:v>9.6898624009357093</c:v>
                </c:pt>
                <c:pt idx="157">
                  <c:v>9.6224739855892665</c:v>
                </c:pt>
                <c:pt idx="158">
                  <c:v>9.5570202246016382</c:v>
                </c:pt>
                <c:pt idx="159">
                  <c:v>9.5231821766931919</c:v>
                </c:pt>
                <c:pt idx="160">
                  <c:v>9.4902910077743385</c:v>
                </c:pt>
                <c:pt idx="161">
                  <c:v>9.4478019058607519</c:v>
                </c:pt>
                <c:pt idx="162">
                  <c:v>9.4267605268399421</c:v>
                </c:pt>
                <c:pt idx="163">
                  <c:v>9.3964091508972256</c:v>
                </c:pt>
                <c:pt idx="164">
                  <c:v>9.3431843020269216</c:v>
                </c:pt>
                <c:pt idx="165">
                  <c:v>9.2942260957625784</c:v>
                </c:pt>
                <c:pt idx="166">
                  <c:v>9.2963535382109903</c:v>
                </c:pt>
                <c:pt idx="167">
                  <c:v>9.292214824592552</c:v>
                </c:pt>
                <c:pt idx="168">
                  <c:v>9.2722116385089777</c:v>
                </c:pt>
                <c:pt idx="169">
                  <c:v>9.2502910512267409</c:v>
                </c:pt>
                <c:pt idx="170">
                  <c:v>9.2452057142210844</c:v>
                </c:pt>
                <c:pt idx="171">
                  <c:v>9.228453662516813</c:v>
                </c:pt>
                <c:pt idx="172">
                  <c:v>9.1974022555759181</c:v>
                </c:pt>
                <c:pt idx="173">
                  <c:v>9.211675283768157</c:v>
                </c:pt>
                <c:pt idx="174">
                  <c:v>9.2115553423547762</c:v>
                </c:pt>
                <c:pt idx="175">
                  <c:v>9.1990014957211841</c:v>
                </c:pt>
                <c:pt idx="176">
                  <c:v>9.1781198042827068</c:v>
                </c:pt>
                <c:pt idx="177">
                  <c:v>9.1821339756450566</c:v>
                </c:pt>
                <c:pt idx="178">
                  <c:v>9.1893400455368397</c:v>
                </c:pt>
                <c:pt idx="179">
                  <c:v>9.198835609781316</c:v>
                </c:pt>
                <c:pt idx="180">
                  <c:v>9.1921387637165015</c:v>
                </c:pt>
                <c:pt idx="181">
                  <c:v>9.17948714917536</c:v>
                </c:pt>
                <c:pt idx="182">
                  <c:v>9.1758845615336195</c:v>
                </c:pt>
                <c:pt idx="183">
                  <c:v>9.1769437777660059</c:v>
                </c:pt>
                <c:pt idx="184">
                  <c:v>9.1690629815109386</c:v>
                </c:pt>
                <c:pt idx="185">
                  <c:v>9.1720943617503323</c:v>
                </c:pt>
                <c:pt idx="186">
                  <c:v>9.1823806958352847</c:v>
                </c:pt>
                <c:pt idx="187">
                  <c:v>9.1758591290975371</c:v>
                </c:pt>
                <c:pt idx="188">
                  <c:v>9.1685737585696288</c:v>
                </c:pt>
                <c:pt idx="189">
                  <c:v>9.1649019665854858</c:v>
                </c:pt>
                <c:pt idx="190">
                  <c:v>9.1659124905658764</c:v>
                </c:pt>
                <c:pt idx="191">
                  <c:v>9.1676617693039066</c:v>
                </c:pt>
                <c:pt idx="192">
                  <c:v>9.1670809768125832</c:v>
                </c:pt>
                <c:pt idx="193">
                  <c:v>9.1725794950536788</c:v>
                </c:pt>
                <c:pt idx="194">
                  <c:v>9.1597596302507203</c:v>
                </c:pt>
                <c:pt idx="195">
                  <c:v>9.1515331956871968</c:v>
                </c:pt>
                <c:pt idx="196">
                  <c:v>9.1748821529285607</c:v>
                </c:pt>
                <c:pt idx="197">
                  <c:v>9.2024390920313603</c:v>
                </c:pt>
                <c:pt idx="198">
                  <c:v>9.2170580141344285</c:v>
                </c:pt>
                <c:pt idx="199">
                  <c:v>9.2409736418360247</c:v>
                </c:pt>
                <c:pt idx="200">
                  <c:v>9.2601373658271253</c:v>
                </c:pt>
                <c:pt idx="201">
                  <c:v>9.2757346699122216</c:v>
                </c:pt>
                <c:pt idx="202">
                  <c:v>9.3102749214390137</c:v>
                </c:pt>
                <c:pt idx="203">
                  <c:v>9.3562223873555563</c:v>
                </c:pt>
                <c:pt idx="204">
                  <c:v>9.4050123433580808</c:v>
                </c:pt>
                <c:pt idx="205">
                  <c:v>9.4440580979081066</c:v>
                </c:pt>
                <c:pt idx="206">
                  <c:v>9.4567392345232921</c:v>
                </c:pt>
                <c:pt idx="207">
                  <c:v>9.4503225925595302</c:v>
                </c:pt>
                <c:pt idx="208">
                  <c:v>9.430362283773972</c:v>
                </c:pt>
                <c:pt idx="209">
                  <c:v>9.3996938330879445</c:v>
                </c:pt>
                <c:pt idx="210">
                  <c:v>9.3647455123731689</c:v>
                </c:pt>
                <c:pt idx="211">
                  <c:v>9.3234978711836884</c:v>
                </c:pt>
                <c:pt idx="212">
                  <c:v>9.2830873277647363</c:v>
                </c:pt>
                <c:pt idx="213">
                  <c:v>9.248817439647647</c:v>
                </c:pt>
                <c:pt idx="214">
                  <c:v>9.2255243315247135</c:v>
                </c:pt>
                <c:pt idx="215">
                  <c:v>9.1974149717939593</c:v>
                </c:pt>
                <c:pt idx="216">
                  <c:v>9.1912702268541349</c:v>
                </c:pt>
                <c:pt idx="217">
                  <c:v>9.1912495869625417</c:v>
                </c:pt>
                <c:pt idx="218">
                  <c:v>9.1878298189178604</c:v>
                </c:pt>
                <c:pt idx="219">
                  <c:v>9.1905074454734645</c:v>
                </c:pt>
                <c:pt idx="220">
                  <c:v>9.2124426659915351</c:v>
                </c:pt>
                <c:pt idx="221">
                  <c:v>9.2332468460104984</c:v>
                </c:pt>
                <c:pt idx="222">
                  <c:v>9.2554038015868692</c:v>
                </c:pt>
                <c:pt idx="223">
                  <c:v>9.2487562867799831</c:v>
                </c:pt>
                <c:pt idx="224">
                  <c:v>9.2336676953171164</c:v>
                </c:pt>
                <c:pt idx="225">
                  <c:v>9.2024186438415452</c:v>
                </c:pt>
                <c:pt idx="226">
                  <c:v>9.1992229112765198</c:v>
                </c:pt>
                <c:pt idx="227">
                  <c:v>9.2000301035694427</c:v>
                </c:pt>
                <c:pt idx="228">
                  <c:v>9.2093524972064262</c:v>
                </c:pt>
                <c:pt idx="229">
                  <c:v>9.2078255286320339</c:v>
                </c:pt>
                <c:pt idx="230">
                  <c:v>9.2187788571084965</c:v>
                </c:pt>
                <c:pt idx="231">
                  <c:v>9.2313815876958643</c:v>
                </c:pt>
                <c:pt idx="232">
                  <c:v>9.2534935572546448</c:v>
                </c:pt>
                <c:pt idx="233">
                  <c:v>9.2749223655718431</c:v>
                </c:pt>
                <c:pt idx="234">
                  <c:v>9.2738592514032732</c:v>
                </c:pt>
                <c:pt idx="235">
                  <c:v>9.2750298463695557</c:v>
                </c:pt>
                <c:pt idx="236">
                  <c:v>9.2737222485315165</c:v>
                </c:pt>
                <c:pt idx="237">
                  <c:v>9.2603181406052038</c:v>
                </c:pt>
                <c:pt idx="238">
                  <c:v>9.2592837178029672</c:v>
                </c:pt>
                <c:pt idx="239">
                  <c:v>9.2464938862787989</c:v>
                </c:pt>
                <c:pt idx="240">
                  <c:v>9.2376833363931077</c:v>
                </c:pt>
                <c:pt idx="241">
                  <c:v>9.2267502644046786</c:v>
                </c:pt>
                <c:pt idx="242">
                  <c:v>9.2481557490053703</c:v>
                </c:pt>
                <c:pt idx="243">
                  <c:v>9.2480177237241232</c:v>
                </c:pt>
                <c:pt idx="244">
                  <c:v>9.2514099506131497</c:v>
                </c:pt>
                <c:pt idx="245">
                  <c:v>9.2578145792653945</c:v>
                </c:pt>
                <c:pt idx="246">
                  <c:v>9.2561188492244408</c:v>
                </c:pt>
                <c:pt idx="247">
                  <c:v>9.2536363111797861</c:v>
                </c:pt>
                <c:pt idx="248">
                  <c:v>9.2602366034483197</c:v>
                </c:pt>
                <c:pt idx="249">
                  <c:v>9.2702073964041976</c:v>
                </c:pt>
                <c:pt idx="250">
                  <c:v>9.2616087408854604</c:v>
                </c:pt>
                <c:pt idx="251">
                  <c:v>9.3125948324740513</c:v>
                </c:pt>
                <c:pt idx="252">
                  <c:v>9.36038947283736</c:v>
                </c:pt>
                <c:pt idx="253">
                  <c:v>9.3703686367709444</c:v>
                </c:pt>
                <c:pt idx="254">
                  <c:v>9.3782825974338682</c:v>
                </c:pt>
                <c:pt idx="255">
                  <c:v>9.3751278251490628</c:v>
                </c:pt>
                <c:pt idx="256">
                  <c:v>9.3750675668897028</c:v>
                </c:pt>
                <c:pt idx="257">
                  <c:v>9.4173604939822582</c:v>
                </c:pt>
                <c:pt idx="258">
                  <c:v>9.4589995902054973</c:v>
                </c:pt>
                <c:pt idx="259">
                  <c:v>9.5</c:v>
                </c:pt>
                <c:pt idx="260">
                  <c:v>9.46209065359891</c:v>
                </c:pt>
                <c:pt idx="261">
                  <c:v>9.4370795141280066</c:v>
                </c:pt>
                <c:pt idx="262">
                  <c:v>9.4448266942427548</c:v>
                </c:pt>
                <c:pt idx="263">
                  <c:v>9.4107355360847613</c:v>
                </c:pt>
                <c:pt idx="264">
                  <c:v>9.3803571940917259</c:v>
                </c:pt>
                <c:pt idx="265">
                  <c:v>9.3957127622328578</c:v>
                </c:pt>
                <c:pt idx="266">
                  <c:v>9.391940007311506</c:v>
                </c:pt>
                <c:pt idx="267">
                  <c:v>9.3559732389427843</c:v>
                </c:pt>
                <c:pt idx="268">
                  <c:v>9.3117751795654584</c:v>
                </c:pt>
                <c:pt idx="269">
                  <c:v>9.3046133927847414</c:v>
                </c:pt>
                <c:pt idx="270">
                  <c:v>9.2623171428613418</c:v>
                </c:pt>
                <c:pt idx="271">
                  <c:v>9.2566274340454822</c:v>
                </c:pt>
                <c:pt idx="272">
                  <c:v>9.240300768589945</c:v>
                </c:pt>
                <c:pt idx="273">
                  <c:v>9.214133283985035</c:v>
                </c:pt>
                <c:pt idx="274">
                  <c:v>9.2178697433694659</c:v>
                </c:pt>
                <c:pt idx="275">
                  <c:v>9.2211012602666678</c:v>
                </c:pt>
                <c:pt idx="276">
                  <c:v>9.2072148306631085</c:v>
                </c:pt>
                <c:pt idx="277">
                  <c:v>9.2005052044796614</c:v>
                </c:pt>
                <c:pt idx="278">
                  <c:v>9.2593957355427943</c:v>
                </c:pt>
                <c:pt idx="279">
                  <c:v>9.2893508639072646</c:v>
                </c:pt>
                <c:pt idx="280">
                  <c:v>9.2724578474944614</c:v>
                </c:pt>
                <c:pt idx="281">
                  <c:v>9.2351460355401045</c:v>
                </c:pt>
                <c:pt idx="282">
                  <c:v>9.1942989871692085</c:v>
                </c:pt>
                <c:pt idx="283">
                  <c:v>9.1983592308592321</c:v>
                </c:pt>
                <c:pt idx="284">
                  <c:v>9.206901909458356</c:v>
                </c:pt>
                <c:pt idx="285">
                  <c:v>9.1798698498278544</c:v>
                </c:pt>
                <c:pt idx="286">
                  <c:v>9.1004318274285243</c:v>
                </c:pt>
                <c:pt idx="287">
                  <c:v>9.1825732922230987</c:v>
                </c:pt>
                <c:pt idx="288">
                  <c:v>9.2170881752144052</c:v>
                </c:pt>
                <c:pt idx="289">
                  <c:v>9.2469224675571891</c:v>
                </c:pt>
                <c:pt idx="290">
                  <c:v>9.2468955654074652</c:v>
                </c:pt>
                <c:pt idx="291">
                  <c:v>9.2641752443095413</c:v>
                </c:pt>
                <c:pt idx="292">
                  <c:v>9.2255886794220352</c:v>
                </c:pt>
                <c:pt idx="293">
                  <c:v>9.2102249320049765</c:v>
                </c:pt>
                <c:pt idx="294">
                  <c:v>9.2835921424507806</c:v>
                </c:pt>
                <c:pt idx="295">
                  <c:v>9.3101061599724524</c:v>
                </c:pt>
                <c:pt idx="296">
                  <c:v>9.3671292601007838</c:v>
                </c:pt>
                <c:pt idx="297">
                  <c:v>9.4100243224827782</c:v>
                </c:pt>
                <c:pt idx="298">
                  <c:v>9.4120061354793538</c:v>
                </c:pt>
                <c:pt idx="299">
                  <c:v>9.4529505044536482</c:v>
                </c:pt>
                <c:pt idx="300">
                  <c:v>9.5055794802926421</c:v>
                </c:pt>
                <c:pt idx="301">
                  <c:v>9.4743865335378761</c:v>
                </c:pt>
                <c:pt idx="302">
                  <c:v>9.4401332595750098</c:v>
                </c:pt>
                <c:pt idx="303">
                  <c:v>9.4995622809367859</c:v>
                </c:pt>
                <c:pt idx="304">
                  <c:v>9.6018623380575256</c:v>
                </c:pt>
                <c:pt idx="305">
                  <c:v>9.6983317855544655</c:v>
                </c:pt>
                <c:pt idx="306">
                  <c:v>9.723408167530998</c:v>
                </c:pt>
                <c:pt idx="307">
                  <c:v>9.7360427206137636</c:v>
                </c:pt>
                <c:pt idx="308">
                  <c:v>9.7650735268980284</c:v>
                </c:pt>
                <c:pt idx="309">
                  <c:v>9.7831090859167134</c:v>
                </c:pt>
                <c:pt idx="310">
                  <c:v>9.8230386495708721</c:v>
                </c:pt>
                <c:pt idx="311">
                  <c:v>9.8099213914073005</c:v>
                </c:pt>
                <c:pt idx="312">
                  <c:v>9.9804681127413559</c:v>
                </c:pt>
                <c:pt idx="313">
                  <c:v>10.111156072278472</c:v>
                </c:pt>
                <c:pt idx="314">
                  <c:v>10.083120326031057</c:v>
                </c:pt>
                <c:pt idx="315">
                  <c:v>10.108405918549614</c:v>
                </c:pt>
                <c:pt idx="316">
                  <c:v>10.071976062582191</c:v>
                </c:pt>
                <c:pt idx="317">
                  <c:v>10.173484455254155</c:v>
                </c:pt>
                <c:pt idx="318">
                  <c:v>10.233255280888802</c:v>
                </c:pt>
                <c:pt idx="319">
                  <c:v>10.187162121619822</c:v>
                </c:pt>
                <c:pt idx="320">
                  <c:v>10.182595274027154</c:v>
                </c:pt>
                <c:pt idx="321">
                  <c:v>10.312050335519645</c:v>
                </c:pt>
                <c:pt idx="322">
                  <c:v>10.339709707273306</c:v>
                </c:pt>
                <c:pt idx="323">
                  <c:v>10.299578345545912</c:v>
                </c:pt>
                <c:pt idx="324">
                  <c:v>10.248837951738061</c:v>
                </c:pt>
                <c:pt idx="325">
                  <c:v>10.216372871974457</c:v>
                </c:pt>
                <c:pt idx="326">
                  <c:v>10.204498991552786</c:v>
                </c:pt>
                <c:pt idx="327">
                  <c:v>10.174426605599848</c:v>
                </c:pt>
                <c:pt idx="328">
                  <c:v>10.095871561596949</c:v>
                </c:pt>
                <c:pt idx="329">
                  <c:v>10.051264857926302</c:v>
                </c:pt>
                <c:pt idx="330">
                  <c:v>10.088649516556874</c:v>
                </c:pt>
                <c:pt idx="331">
                  <c:v>10.093019805924955</c:v>
                </c:pt>
                <c:pt idx="332">
                  <c:v>10.036993299447705</c:v>
                </c:pt>
                <c:pt idx="333">
                  <c:v>9.9921325270186152</c:v>
                </c:pt>
                <c:pt idx="334">
                  <c:v>9.968737369648375</c:v>
                </c:pt>
                <c:pt idx="335">
                  <c:v>9.9070045402010454</c:v>
                </c:pt>
                <c:pt idx="336">
                  <c:v>9.9002943389122606</c:v>
                </c:pt>
                <c:pt idx="337">
                  <c:v>9.8972726076624369</c:v>
                </c:pt>
                <c:pt idx="338">
                  <c:v>9.8567814855954943</c:v>
                </c:pt>
                <c:pt idx="339">
                  <c:v>9.8164650677502845</c:v>
                </c:pt>
                <c:pt idx="340">
                  <c:v>9.7871573162952199</c:v>
                </c:pt>
                <c:pt idx="341">
                  <c:v>9.8832658532419373</c:v>
                </c:pt>
                <c:pt idx="342">
                  <c:v>9.8540709502344175</c:v>
                </c:pt>
                <c:pt idx="343">
                  <c:v>9.7758071651351734</c:v>
                </c:pt>
                <c:pt idx="344">
                  <c:v>9.7919136930472384</c:v>
                </c:pt>
                <c:pt idx="345">
                  <c:v>9.7334661208959616</c:v>
                </c:pt>
                <c:pt idx="346">
                  <c:v>9.7010838563011124</c:v>
                </c:pt>
                <c:pt idx="347">
                  <c:v>9.681318508225317</c:v>
                </c:pt>
                <c:pt idx="348">
                  <c:v>9.6340146883181479</c:v>
                </c:pt>
                <c:pt idx="349">
                  <c:v>9.5765679272570985</c:v>
                </c:pt>
                <c:pt idx="350">
                  <c:v>9.5734006304560335</c:v>
                </c:pt>
                <c:pt idx="351">
                  <c:v>9.6055514471024175</c:v>
                </c:pt>
                <c:pt idx="352">
                  <c:v>9.5669944681895505</c:v>
                </c:pt>
                <c:pt idx="353">
                  <c:v>9.5219398852613732</c:v>
                </c:pt>
                <c:pt idx="354">
                  <c:v>9.4842389186946114</c:v>
                </c:pt>
                <c:pt idx="355">
                  <c:v>9.4616931919093918</c:v>
                </c:pt>
                <c:pt idx="356">
                  <c:v>9.4883977609998951</c:v>
                </c:pt>
                <c:pt idx="357">
                  <c:v>9.4657213575016446</c:v>
                </c:pt>
                <c:pt idx="358">
                  <c:v>9.4210974645714352</c:v>
                </c:pt>
                <c:pt idx="359">
                  <c:v>9.4595777627724988</c:v>
                </c:pt>
                <c:pt idx="360">
                  <c:v>9.4563040714838031</c:v>
                </c:pt>
                <c:pt idx="361">
                  <c:v>9.4290496377890722</c:v>
                </c:pt>
                <c:pt idx="362">
                  <c:v>9.3895502529281334</c:v>
                </c:pt>
                <c:pt idx="363">
                  <c:v>9.3651337723772698</c:v>
                </c:pt>
                <c:pt idx="364">
                  <c:v>9.3760227529564091</c:v>
                </c:pt>
                <c:pt idx="365">
                  <c:v>9.3360549128469401</c:v>
                </c:pt>
                <c:pt idx="366">
                  <c:v>9.296089564860603</c:v>
                </c:pt>
                <c:pt idx="367">
                  <c:v>9.3193053532658041</c:v>
                </c:pt>
                <c:pt idx="368">
                  <c:v>9.3587883795748912</c:v>
                </c:pt>
                <c:pt idx="369">
                  <c:v>9.3266701522310225</c:v>
                </c:pt>
                <c:pt idx="370">
                  <c:v>9.3325553329613893</c:v>
                </c:pt>
                <c:pt idx="371">
                  <c:v>9.2824605268463323</c:v>
                </c:pt>
                <c:pt idx="372">
                  <c:v>9.2507683247571286</c:v>
                </c:pt>
                <c:pt idx="373">
                  <c:v>9.2185024870430361</c:v>
                </c:pt>
                <c:pt idx="374">
                  <c:v>9.2044823773985645</c:v>
                </c:pt>
                <c:pt idx="375">
                  <c:v>9.2537699273201035</c:v>
                </c:pt>
                <c:pt idx="376">
                  <c:v>9.2266156897554641</c:v>
                </c:pt>
                <c:pt idx="377">
                  <c:v>9.2146055093685622</c:v>
                </c:pt>
                <c:pt idx="378">
                  <c:v>9.2003947842546641</c:v>
                </c:pt>
                <c:pt idx="379">
                  <c:v>9.1669563706559032</c:v>
                </c:pt>
                <c:pt idx="380">
                  <c:v>9.1623285618973416</c:v>
                </c:pt>
                <c:pt idx="381">
                  <c:v>9.1622840231839024</c:v>
                </c:pt>
                <c:pt idx="382">
                  <c:v>9.1514057779044151</c:v>
                </c:pt>
                <c:pt idx="383">
                  <c:v>9.1497116453782912</c:v>
                </c:pt>
                <c:pt idx="384">
                  <c:v>9.1203124521743995</c:v>
                </c:pt>
                <c:pt idx="385">
                  <c:v>9.10966476023507</c:v>
                </c:pt>
                <c:pt idx="386">
                  <c:v>9.0995330016849945</c:v>
                </c:pt>
                <c:pt idx="387">
                  <c:v>9.0818155398191127</c:v>
                </c:pt>
                <c:pt idx="388">
                  <c:v>9.0769696383360614</c:v>
                </c:pt>
                <c:pt idx="389">
                  <c:v>9.0751569702096067</c:v>
                </c:pt>
                <c:pt idx="390">
                  <c:v>9.0924433586739646</c:v>
                </c:pt>
                <c:pt idx="391">
                  <c:v>9.125534216946475</c:v>
                </c:pt>
                <c:pt idx="392">
                  <c:v>9.1858567603025492</c:v>
                </c:pt>
                <c:pt idx="393">
                  <c:v>9.2262034670289239</c:v>
                </c:pt>
                <c:pt idx="394">
                  <c:v>9.2655995246307086</c:v>
                </c:pt>
                <c:pt idx="395">
                  <c:v>9.2776512404031681</c:v>
                </c:pt>
                <c:pt idx="396">
                  <c:v>9.2688309137267222</c:v>
                </c:pt>
                <c:pt idx="397">
                  <c:v>9.2681263457864294</c:v>
                </c:pt>
                <c:pt idx="398">
                  <c:v>9.246687696777883</c:v>
                </c:pt>
                <c:pt idx="399">
                  <c:v>9.2419418636237385</c:v>
                </c:pt>
                <c:pt idx="400">
                  <c:v>9.2692715083166295</c:v>
                </c:pt>
                <c:pt idx="401">
                  <c:v>9.2354597235519762</c:v>
                </c:pt>
                <c:pt idx="402">
                  <c:v>9.2120299320602506</c:v>
                </c:pt>
                <c:pt idx="403">
                  <c:v>9.163451103617561</c:v>
                </c:pt>
                <c:pt idx="404">
                  <c:v>9.1341251404934418</c:v>
                </c:pt>
                <c:pt idx="405">
                  <c:v>9.0914746895821015</c:v>
                </c:pt>
                <c:pt idx="406">
                  <c:v>9.0499548318657173</c:v>
                </c:pt>
                <c:pt idx="407">
                  <c:v>9.0066592086154351</c:v>
                </c:pt>
                <c:pt idx="408">
                  <c:v>8.9752241105628521</c:v>
                </c:pt>
                <c:pt idx="409">
                  <c:v>8.9379991714649094</c:v>
                </c:pt>
                <c:pt idx="410">
                  <c:v>8.9159403991499442</c:v>
                </c:pt>
                <c:pt idx="411">
                  <c:v>8.9127772239371374</c:v>
                </c:pt>
                <c:pt idx="412">
                  <c:v>8.8963417357714309</c:v>
                </c:pt>
                <c:pt idx="413">
                  <c:v>8.8815890697268571</c:v>
                </c:pt>
                <c:pt idx="414">
                  <c:v>8.854735644204565</c:v>
                </c:pt>
                <c:pt idx="415">
                  <c:v>8.8396931250693722</c:v>
                </c:pt>
                <c:pt idx="416">
                  <c:v>8.8352349404353809</c:v>
                </c:pt>
                <c:pt idx="417">
                  <c:v>8.8143383601586951</c:v>
                </c:pt>
                <c:pt idx="418">
                  <c:v>8.8016337081252232</c:v>
                </c:pt>
                <c:pt idx="419">
                  <c:v>8.8054997259623065</c:v>
                </c:pt>
                <c:pt idx="420">
                  <c:v>8.8083866908611341</c:v>
                </c:pt>
                <c:pt idx="421">
                  <c:v>8.8029534790262591</c:v>
                </c:pt>
                <c:pt idx="422">
                  <c:v>8.7950642478928938</c:v>
                </c:pt>
                <c:pt idx="423">
                  <c:v>8.8013683928623809</c:v>
                </c:pt>
                <c:pt idx="424">
                  <c:v>8.7954125380759667</c:v>
                </c:pt>
                <c:pt idx="425">
                  <c:v>8.7882283541373418</c:v>
                </c:pt>
                <c:pt idx="426">
                  <c:v>8.7856316576829894</c:v>
                </c:pt>
                <c:pt idx="427">
                  <c:v>8.7766733376755912</c:v>
                </c:pt>
                <c:pt idx="428">
                  <c:v>8.7702066615473768</c:v>
                </c:pt>
                <c:pt idx="429">
                  <c:v>8.7458729961652626</c:v>
                </c:pt>
                <c:pt idx="430">
                  <c:v>8.718374957434218</c:v>
                </c:pt>
                <c:pt idx="431">
                  <c:v>8.705659234622976</c:v>
                </c:pt>
                <c:pt idx="432">
                  <c:v>8.6955204150573575</c:v>
                </c:pt>
                <c:pt idx="433">
                  <c:v>8.6817056020435928</c:v>
                </c:pt>
                <c:pt idx="434">
                  <c:v>8.6546972974586041</c:v>
                </c:pt>
                <c:pt idx="435">
                  <c:v>8.5783219106762996</c:v>
                </c:pt>
                <c:pt idx="436">
                  <c:v>8.6509274979396853</c:v>
                </c:pt>
                <c:pt idx="437">
                  <c:v>8.7232196927314423</c:v>
                </c:pt>
                <c:pt idx="438">
                  <c:v>8.7690128387154775</c:v>
                </c:pt>
                <c:pt idx="439">
                  <c:v>8.7141777268475842</c:v>
                </c:pt>
                <c:pt idx="440">
                  <c:v>8.7487297360835221</c:v>
                </c:pt>
                <c:pt idx="441">
                  <c:v>8.773125896245757</c:v>
                </c:pt>
                <c:pt idx="442">
                  <c:v>8.7726019433320594</c:v>
                </c:pt>
                <c:pt idx="443">
                  <c:v>8.7711852032808864</c:v>
                </c:pt>
                <c:pt idx="444">
                  <c:v>8.7954140077896099</c:v>
                </c:pt>
                <c:pt idx="445">
                  <c:v>8.8232890120949126</c:v>
                </c:pt>
                <c:pt idx="446">
                  <c:v>8.8202601878792457</c:v>
                </c:pt>
                <c:pt idx="447">
                  <c:v>8.8173025489243706</c:v>
                </c:pt>
                <c:pt idx="448">
                  <c:v>8.8489518417652615</c:v>
                </c:pt>
                <c:pt idx="449">
                  <c:v>8.8487168473338791</c:v>
                </c:pt>
                <c:pt idx="450">
                  <c:v>8.8616570369537779</c:v>
                </c:pt>
                <c:pt idx="451">
                  <c:v>8.8720117766237188</c:v>
                </c:pt>
                <c:pt idx="452">
                  <c:v>8.8748060537121543</c:v>
                </c:pt>
                <c:pt idx="453">
                  <c:v>8.8901251665648839</c:v>
                </c:pt>
                <c:pt idx="454">
                  <c:v>8.8947878011467214</c:v>
                </c:pt>
                <c:pt idx="455">
                  <c:v>8.895525437643979</c:v>
                </c:pt>
                <c:pt idx="456">
                  <c:v>8.9096242408689417</c:v>
                </c:pt>
                <c:pt idx="457">
                  <c:v>8.9193040624738202</c:v>
                </c:pt>
                <c:pt idx="458">
                  <c:v>8.9110085833193757</c:v>
                </c:pt>
                <c:pt idx="459">
                  <c:v>8.9009634100730466</c:v>
                </c:pt>
                <c:pt idx="460">
                  <c:v>8.8891971062999797</c:v>
                </c:pt>
                <c:pt idx="461">
                  <c:v>8.8972130523096009</c:v>
                </c:pt>
                <c:pt idx="462">
                  <c:v>8.8983212483466527</c:v>
                </c:pt>
                <c:pt idx="463">
                  <c:v>8.9018913105864694</c:v>
                </c:pt>
                <c:pt idx="464">
                  <c:v>8.9054037983918395</c:v>
                </c:pt>
                <c:pt idx="465">
                  <c:v>8.921291307020816</c:v>
                </c:pt>
                <c:pt idx="466">
                  <c:v>8.9255444985519166</c:v>
                </c:pt>
                <c:pt idx="467">
                  <c:v>8.9386519479744369</c:v>
                </c:pt>
                <c:pt idx="468">
                  <c:v>8.9356137942721681</c:v>
                </c:pt>
                <c:pt idx="469">
                  <c:v>8.9336529087198571</c:v>
                </c:pt>
                <c:pt idx="470">
                  <c:v>8.9307516620384533</c:v>
                </c:pt>
                <c:pt idx="471">
                  <c:v>8.930786392010841</c:v>
                </c:pt>
                <c:pt idx="472">
                  <c:v>8.9116832138317683</c:v>
                </c:pt>
                <c:pt idx="473">
                  <c:v>8.9116947478888378</c:v>
                </c:pt>
                <c:pt idx="474">
                  <c:v>8.9243751815974974</c:v>
                </c:pt>
                <c:pt idx="475">
                  <c:v>8.9343522687618062</c:v>
                </c:pt>
                <c:pt idx="476">
                  <c:v>8.9406020343265045</c:v>
                </c:pt>
                <c:pt idx="477">
                  <c:v>8.9386473790820258</c:v>
                </c:pt>
                <c:pt idx="478">
                  <c:v>8.9366757582300611</c:v>
                </c:pt>
                <c:pt idx="479">
                  <c:v>8.9513714249455258</c:v>
                </c:pt>
                <c:pt idx="480">
                  <c:v>8.9753871529263254</c:v>
                </c:pt>
                <c:pt idx="481">
                  <c:v>9.0011717771272561</c:v>
                </c:pt>
                <c:pt idx="482">
                  <c:v>9.002675262233657</c:v>
                </c:pt>
                <c:pt idx="483">
                  <c:v>9.005586956662043</c:v>
                </c:pt>
                <c:pt idx="484">
                  <c:v>9.002007532985326</c:v>
                </c:pt>
                <c:pt idx="485">
                  <c:v>9.0006540545213909</c:v>
                </c:pt>
                <c:pt idx="486">
                  <c:v>9.0087883124792683</c:v>
                </c:pt>
                <c:pt idx="487">
                  <c:v>9.0196320194881476</c:v>
                </c:pt>
                <c:pt idx="488">
                  <c:v>9.0379351302904354</c:v>
                </c:pt>
                <c:pt idx="489">
                  <c:v>9.0405628504827718</c:v>
                </c:pt>
                <c:pt idx="490">
                  <c:v>9.0461993940051162</c:v>
                </c:pt>
                <c:pt idx="491">
                  <c:v>9.0535158841218983</c:v>
                </c:pt>
                <c:pt idx="492">
                  <c:v>9.054581746015975</c:v>
                </c:pt>
                <c:pt idx="493">
                  <c:v>9.0474053259994207</c:v>
                </c:pt>
                <c:pt idx="494">
                  <c:v>9.0472212922910895</c:v>
                </c:pt>
                <c:pt idx="495">
                  <c:v>9.0497435126041044</c:v>
                </c:pt>
                <c:pt idx="496">
                  <c:v>9.0553057397365908</c:v>
                </c:pt>
                <c:pt idx="497">
                  <c:v>9.0631363101254259</c:v>
                </c:pt>
                <c:pt idx="498">
                  <c:v>9.0626422307390353</c:v>
                </c:pt>
                <c:pt idx="499">
                  <c:v>9.054033415025982</c:v>
                </c:pt>
                <c:pt idx="500">
                  <c:v>9.0603615546682033</c:v>
                </c:pt>
                <c:pt idx="501">
                  <c:v>9.0627673481004631</c:v>
                </c:pt>
                <c:pt idx="502">
                  <c:v>9.0604898031586956</c:v>
                </c:pt>
                <c:pt idx="503">
                  <c:v>9.067264160643024</c:v>
                </c:pt>
                <c:pt idx="504">
                  <c:v>9.0609062433243857</c:v>
                </c:pt>
                <c:pt idx="505">
                  <c:v>9.0651962096468566</c:v>
                </c:pt>
                <c:pt idx="506">
                  <c:v>9.0821035397925289</c:v>
                </c:pt>
                <c:pt idx="507">
                  <c:v>9.0925584436422646</c:v>
                </c:pt>
                <c:pt idx="508">
                  <c:v>9.0998301394432364</c:v>
                </c:pt>
                <c:pt idx="509">
                  <c:v>9.105149608222268</c:v>
                </c:pt>
                <c:pt idx="510">
                  <c:v>9.1038016891099396</c:v>
                </c:pt>
                <c:pt idx="511">
                  <c:v>9.1123308846839031</c:v>
                </c:pt>
                <c:pt idx="512">
                  <c:v>9.1389097613076409</c:v>
                </c:pt>
                <c:pt idx="513">
                  <c:v>9.1714790629386975</c:v>
                </c:pt>
                <c:pt idx="514">
                  <c:v>9.2136788229664095</c:v>
                </c:pt>
                <c:pt idx="515">
                  <c:v>9.236269280166848</c:v>
                </c:pt>
                <c:pt idx="516">
                  <c:v>9.2408869926316868</c:v>
                </c:pt>
                <c:pt idx="517">
                  <c:v>9.2340178066670937</c:v>
                </c:pt>
                <c:pt idx="518">
                  <c:v>9.2327449707517406</c:v>
                </c:pt>
                <c:pt idx="519">
                  <c:v>9.2413026020896645</c:v>
                </c:pt>
                <c:pt idx="520">
                  <c:v>9.2597901939044327</c:v>
                </c:pt>
                <c:pt idx="521">
                  <c:v>9.2755140850645965</c:v>
                </c:pt>
                <c:pt idx="522">
                  <c:v>9.2853145829396784</c:v>
                </c:pt>
                <c:pt idx="523">
                  <c:v>9.2890967951488204</c:v>
                </c:pt>
                <c:pt idx="524">
                  <c:v>9.2893442821461676</c:v>
                </c:pt>
                <c:pt idx="525">
                  <c:v>9.2879451147581165</c:v>
                </c:pt>
                <c:pt idx="526">
                  <c:v>9.2903500135820707</c:v>
                </c:pt>
                <c:pt idx="527">
                  <c:v>9.2949083623958568</c:v>
                </c:pt>
                <c:pt idx="528">
                  <c:v>9.2877766088939282</c:v>
                </c:pt>
                <c:pt idx="529">
                  <c:v>9.2776706022828996</c:v>
                </c:pt>
                <c:pt idx="530">
                  <c:v>9.2762529037228294</c:v>
                </c:pt>
                <c:pt idx="531">
                  <c:v>9.2765411592986204</c:v>
                </c:pt>
                <c:pt idx="532">
                  <c:v>9.2685631702413414</c:v>
                </c:pt>
                <c:pt idx="533">
                  <c:v>9.2504732957184626</c:v>
                </c:pt>
                <c:pt idx="534">
                  <c:v>9.2493288999953798</c:v>
                </c:pt>
                <c:pt idx="535">
                  <c:v>9.2574224852257032</c:v>
                </c:pt>
                <c:pt idx="536">
                  <c:v>9.2579504319264743</c:v>
                </c:pt>
                <c:pt idx="537">
                  <c:v>9.2586985800713091</c:v>
                </c:pt>
                <c:pt idx="538">
                  <c:v>9.271045452683623</c:v>
                </c:pt>
                <c:pt idx="539">
                  <c:v>9.2849191021685495</c:v>
                </c:pt>
                <c:pt idx="540">
                  <c:v>9.2967876149403939</c:v>
                </c:pt>
                <c:pt idx="541">
                  <c:v>9.3212702965057819</c:v>
                </c:pt>
                <c:pt idx="542">
                  <c:v>9.3549634178689196</c:v>
                </c:pt>
                <c:pt idx="543">
                  <c:v>9.362477296918005</c:v>
                </c:pt>
                <c:pt idx="544">
                  <c:v>9.3632646800270454</c:v>
                </c:pt>
                <c:pt idx="545">
                  <c:v>9.3932501611732704</c:v>
                </c:pt>
                <c:pt idx="546">
                  <c:v>9.4139568927876489</c:v>
                </c:pt>
                <c:pt idx="547">
                  <c:v>9.4163832622109087</c:v>
                </c:pt>
                <c:pt idx="548">
                  <c:v>9.4339593759646991</c:v>
                </c:pt>
                <c:pt idx="549">
                  <c:v>9.4341677557990256</c:v>
                </c:pt>
                <c:pt idx="550">
                  <c:v>9.4149474797829722</c:v>
                </c:pt>
                <c:pt idx="551">
                  <c:v>9.396746418227977</c:v>
                </c:pt>
                <c:pt idx="552">
                  <c:v>9.3934174529261902</c:v>
                </c:pt>
                <c:pt idx="553">
                  <c:v>9.3975552719363229</c:v>
                </c:pt>
                <c:pt idx="554">
                  <c:v>9.3829038883319242</c:v>
                </c:pt>
                <c:pt idx="555">
                  <c:v>9.3648558047969797</c:v>
                </c:pt>
                <c:pt idx="556">
                  <c:v>9.3630261391127423</c:v>
                </c:pt>
                <c:pt idx="557">
                  <c:v>9.3382143694925279</c:v>
                </c:pt>
                <c:pt idx="558">
                  <c:v>9.3106807541062366</c:v>
                </c:pt>
                <c:pt idx="559">
                  <c:v>9.3125997528197253</c:v>
                </c:pt>
                <c:pt idx="560">
                  <c:v>9.3112630802117948</c:v>
                </c:pt>
                <c:pt idx="561">
                  <c:v>9.3103367133126085</c:v>
                </c:pt>
                <c:pt idx="562">
                  <c:v>9.2906621679797077</c:v>
                </c:pt>
                <c:pt idx="563">
                  <c:v>9.2716785158601596</c:v>
                </c:pt>
                <c:pt idx="564">
                  <c:v>9.2594977208894935</c:v>
                </c:pt>
                <c:pt idx="565">
                  <c:v>9.2333975875097849</c:v>
                </c:pt>
                <c:pt idx="566">
                  <c:v>9.1865865689771447</c:v>
                </c:pt>
                <c:pt idx="567">
                  <c:v>9.1569803378513814</c:v>
                </c:pt>
                <c:pt idx="568">
                  <c:v>9.1372846414221414</c:v>
                </c:pt>
                <c:pt idx="569">
                  <c:v>9.1306638370632012</c:v>
                </c:pt>
                <c:pt idx="570">
                  <c:v>9.0807647584650226</c:v>
                </c:pt>
                <c:pt idx="571">
                  <c:v>9.0591967107553071</c:v>
                </c:pt>
                <c:pt idx="572">
                  <c:v>9.0191065649105102</c:v>
                </c:pt>
                <c:pt idx="573">
                  <c:v>9.0039938509737212</c:v>
                </c:pt>
                <c:pt idx="574">
                  <c:v>9.0041329945153485</c:v>
                </c:pt>
                <c:pt idx="575">
                  <c:v>9.0134225751977386</c:v>
                </c:pt>
                <c:pt idx="576">
                  <c:v>8.9787828304473809</c:v>
                </c:pt>
                <c:pt idx="577">
                  <c:v>9.0006095158079535</c:v>
                </c:pt>
                <c:pt idx="578">
                  <c:v>8.9593951029269228</c:v>
                </c:pt>
                <c:pt idx="579">
                  <c:v>8.8362012132550021</c:v>
                </c:pt>
                <c:pt idx="580">
                  <c:v>8.8048913603650298</c:v>
                </c:pt>
                <c:pt idx="581">
                  <c:v>8.853232191048459</c:v>
                </c:pt>
                <c:pt idx="582">
                  <c:v>8.862908977375163</c:v>
                </c:pt>
                <c:pt idx="583">
                  <c:v>8.6817711800273329</c:v>
                </c:pt>
                <c:pt idx="584">
                  <c:v>8.6332869803755532</c:v>
                </c:pt>
                <c:pt idx="585">
                  <c:v>8.5910570752430129</c:v>
                </c:pt>
                <c:pt idx="586">
                  <c:v>8.542479828340003</c:v>
                </c:pt>
                <c:pt idx="587">
                  <c:v>8.6426405974398737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7BE-418F-8705-C8EC33B01BAD}"/>
            </c:ext>
          </c:extLst>
        </c:ser>
        <c:ser>
          <c:idx val="6"/>
          <c:order val="6"/>
          <c:tx>
            <c:strRef>
              <c:f>Sheet2!$H$1</c:f>
              <c:strCache>
                <c:ptCount val="1"/>
                <c:pt idx="0">
                  <c:v>S7_z/O-PTIR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Sheet2!$H$2:$H$589</c:f>
              <c:numCache>
                <c:formatCode>General</c:formatCode>
                <c:ptCount val="588"/>
                <c:pt idx="0">
                  <c:v>10.009178938697755</c:v>
                </c:pt>
                <c:pt idx="1">
                  <c:v>10.079592650411593</c:v>
                </c:pt>
                <c:pt idx="2">
                  <c:v>10.132797247793551</c:v>
                </c:pt>
                <c:pt idx="3">
                  <c:v>10.136696794659999</c:v>
                </c:pt>
                <c:pt idx="4">
                  <c:v>10.205727733367258</c:v>
                </c:pt>
                <c:pt idx="5">
                  <c:v>10.199781814212951</c:v>
                </c:pt>
                <c:pt idx="6">
                  <c:v>10.243138091794362</c:v>
                </c:pt>
                <c:pt idx="7">
                  <c:v>10.284556918118119</c:v>
                </c:pt>
                <c:pt idx="8">
                  <c:v>10.291547278240941</c:v>
                </c:pt>
                <c:pt idx="9">
                  <c:v>10.288571624016697</c:v>
                </c:pt>
                <c:pt idx="10">
                  <c:v>10.293604163895989</c:v>
                </c:pt>
                <c:pt idx="11">
                  <c:v>10.250178610544905</c:v>
                </c:pt>
                <c:pt idx="12">
                  <c:v>10.214214153067328</c:v>
                </c:pt>
                <c:pt idx="13">
                  <c:v>10.165538238994234</c:v>
                </c:pt>
                <c:pt idx="14">
                  <c:v>10.132703020016178</c:v>
                </c:pt>
                <c:pt idx="15">
                  <c:v>10.103009059361082</c:v>
                </c:pt>
                <c:pt idx="16">
                  <c:v>10.085997258971032</c:v>
                </c:pt>
                <c:pt idx="17">
                  <c:v>10.078296806295782</c:v>
                </c:pt>
                <c:pt idx="18">
                  <c:v>10.075213631409111</c:v>
                </c:pt>
                <c:pt idx="19">
                  <c:v>10.066450220023238</c:v>
                </c:pt>
                <c:pt idx="20">
                  <c:v>10.046949716781983</c:v>
                </c:pt>
                <c:pt idx="21">
                  <c:v>10.043102182439235</c:v>
                </c:pt>
                <c:pt idx="22">
                  <c:v>10.04116273406617</c:v>
                </c:pt>
                <c:pt idx="23">
                  <c:v>10.031152329651837</c:v>
                </c:pt>
                <c:pt idx="24">
                  <c:v>10.037632950598674</c:v>
                </c:pt>
                <c:pt idx="25">
                  <c:v>10.048453107072374</c:v>
                </c:pt>
                <c:pt idx="26">
                  <c:v>10.061148024475713</c:v>
                </c:pt>
                <c:pt idx="27">
                  <c:v>10.086743830043218</c:v>
                </c:pt>
                <c:pt idx="28">
                  <c:v>10.100832813570564</c:v>
                </c:pt>
                <c:pt idx="29">
                  <c:v>10.116039725548283</c:v>
                </c:pt>
                <c:pt idx="30">
                  <c:v>10.155201403015747</c:v>
                </c:pt>
                <c:pt idx="31">
                  <c:v>10.192562769788278</c:v>
                </c:pt>
                <c:pt idx="32">
                  <c:v>10.242287177409368</c:v>
                </c:pt>
                <c:pt idx="33">
                  <c:v>10.299160292800776</c:v>
                </c:pt>
                <c:pt idx="34">
                  <c:v>10.352275202991796</c:v>
                </c:pt>
                <c:pt idx="35">
                  <c:v>10.41886438829941</c:v>
                </c:pt>
                <c:pt idx="36">
                  <c:v>10.504713680379549</c:v>
                </c:pt>
                <c:pt idx="37">
                  <c:v>10.585751775560256</c:v>
                </c:pt>
                <c:pt idx="38">
                  <c:v>10.675602682222008</c:v>
                </c:pt>
                <c:pt idx="39">
                  <c:v>10.759622796935044</c:v>
                </c:pt>
                <c:pt idx="40">
                  <c:v>10.829698219046207</c:v>
                </c:pt>
                <c:pt idx="41">
                  <c:v>10.893009779913955</c:v>
                </c:pt>
                <c:pt idx="42">
                  <c:v>10.961398140769891</c:v>
                </c:pt>
                <c:pt idx="43">
                  <c:v>11.020558332574447</c:v>
                </c:pt>
                <c:pt idx="44">
                  <c:v>11.073771798952338</c:v>
                </c:pt>
                <c:pt idx="45">
                  <c:v>11.146917506201294</c:v>
                </c:pt>
                <c:pt idx="46">
                  <c:v>11.20326558976404</c:v>
                </c:pt>
                <c:pt idx="47">
                  <c:v>11.233694902635822</c:v>
                </c:pt>
                <c:pt idx="48">
                  <c:v>11.256378908628038</c:v>
                </c:pt>
                <c:pt idx="49">
                  <c:v>11.253283671482544</c:v>
                </c:pt>
                <c:pt idx="50">
                  <c:v>11.24851300037793</c:v>
                </c:pt>
                <c:pt idx="51">
                  <c:v>11.232506202568375</c:v>
                </c:pt>
                <c:pt idx="52">
                  <c:v>11.205394573142014</c:v>
                </c:pt>
                <c:pt idx="53">
                  <c:v>11.193331635352038</c:v>
                </c:pt>
                <c:pt idx="54">
                  <c:v>11.171798646803396</c:v>
                </c:pt>
                <c:pt idx="55">
                  <c:v>11.152271239526629</c:v>
                </c:pt>
                <c:pt idx="56">
                  <c:v>11.158330418729484</c:v>
                </c:pt>
                <c:pt idx="57">
                  <c:v>11.13398201197883</c:v>
                </c:pt>
                <c:pt idx="58">
                  <c:v>11.133690141385372</c:v>
                </c:pt>
                <c:pt idx="59">
                  <c:v>11.129520185622567</c:v>
                </c:pt>
                <c:pt idx="60">
                  <c:v>11.120403027544215</c:v>
                </c:pt>
                <c:pt idx="61">
                  <c:v>11.144628201930317</c:v>
                </c:pt>
                <c:pt idx="62">
                  <c:v>11.139760353788915</c:v>
                </c:pt>
                <c:pt idx="63">
                  <c:v>11.139568376097028</c:v>
                </c:pt>
                <c:pt idx="64">
                  <c:v>11.129426827770635</c:v>
                </c:pt>
                <c:pt idx="65">
                  <c:v>11.106273401524737</c:v>
                </c:pt>
                <c:pt idx="66">
                  <c:v>11.096273842004056</c:v>
                </c:pt>
                <c:pt idx="67">
                  <c:v>11.075088059793837</c:v>
                </c:pt>
                <c:pt idx="68">
                  <c:v>11.035178426799677</c:v>
                </c:pt>
                <c:pt idx="69">
                  <c:v>10.965951372950276</c:v>
                </c:pt>
                <c:pt idx="70">
                  <c:v>10.903665305650636</c:v>
                </c:pt>
                <c:pt idx="71">
                  <c:v>10.866596297478514</c:v>
                </c:pt>
                <c:pt idx="72">
                  <c:v>10.799945750600948</c:v>
                </c:pt>
                <c:pt idx="73">
                  <c:v>10.743527478907703</c:v>
                </c:pt>
                <c:pt idx="74">
                  <c:v>10.708744210434029</c:v>
                </c:pt>
                <c:pt idx="75">
                  <c:v>10.672147592992694</c:v>
                </c:pt>
                <c:pt idx="76">
                  <c:v>10.641961731937524</c:v>
                </c:pt>
                <c:pt idx="77">
                  <c:v>10.597781444006632</c:v>
                </c:pt>
                <c:pt idx="78">
                  <c:v>10.54805438417384</c:v>
                </c:pt>
                <c:pt idx="79">
                  <c:v>10.506530721225902</c:v>
                </c:pt>
                <c:pt idx="80">
                  <c:v>10.463509683203709</c:v>
                </c:pt>
                <c:pt idx="81">
                  <c:v>10.4221495662382</c:v>
                </c:pt>
                <c:pt idx="82">
                  <c:v>10.38810505542104</c:v>
                </c:pt>
                <c:pt idx="83">
                  <c:v>10.360608749209323</c:v>
                </c:pt>
                <c:pt idx="84">
                  <c:v>10.344272801318619</c:v>
                </c:pt>
                <c:pt idx="85">
                  <c:v>10.332605700820844</c:v>
                </c:pt>
                <c:pt idx="86">
                  <c:v>10.320242469013044</c:v>
                </c:pt>
                <c:pt idx="87">
                  <c:v>10.304402421057659</c:v>
                </c:pt>
                <c:pt idx="88">
                  <c:v>10.289902567502182</c:v>
                </c:pt>
                <c:pt idx="89">
                  <c:v>10.275258221453141</c:v>
                </c:pt>
                <c:pt idx="90">
                  <c:v>10.258059731881342</c:v>
                </c:pt>
                <c:pt idx="91">
                  <c:v>10.244997971164135</c:v>
                </c:pt>
                <c:pt idx="92">
                  <c:v>10.239977546587902</c:v>
                </c:pt>
                <c:pt idx="93">
                  <c:v>10.234516918522104</c:v>
                </c:pt>
                <c:pt idx="94">
                  <c:v>10.228399093614076</c:v>
                </c:pt>
                <c:pt idx="95">
                  <c:v>10.218156061059091</c:v>
                </c:pt>
                <c:pt idx="96">
                  <c:v>10.215191397600142</c:v>
                </c:pt>
                <c:pt idx="97">
                  <c:v>10.209877341361882</c:v>
                </c:pt>
                <c:pt idx="98">
                  <c:v>10.203822978575475</c:v>
                </c:pt>
                <c:pt idx="99">
                  <c:v>10.2012269725432</c:v>
                </c:pt>
                <c:pt idx="100">
                  <c:v>10.193135562645281</c:v>
                </c:pt>
                <c:pt idx="101">
                  <c:v>10.191943701141486</c:v>
                </c:pt>
                <c:pt idx="102">
                  <c:v>10.19044494691715</c:v>
                </c:pt>
                <c:pt idx="103">
                  <c:v>10.189796852465483</c:v>
                </c:pt>
                <c:pt idx="104">
                  <c:v>10.19066471978768</c:v>
                </c:pt>
                <c:pt idx="105">
                  <c:v>10.194999091458358</c:v>
                </c:pt>
                <c:pt idx="106">
                  <c:v>10.202000017992605</c:v>
                </c:pt>
                <c:pt idx="107">
                  <c:v>10.213362474845363</c:v>
                </c:pt>
                <c:pt idx="108">
                  <c:v>10.227341009668564</c:v>
                </c:pt>
                <c:pt idx="109">
                  <c:v>10.236372681659315</c:v>
                </c:pt>
                <c:pt idx="110">
                  <c:v>10.23823790788788</c:v>
                </c:pt>
                <c:pt idx="111">
                  <c:v>10.228712054594991</c:v>
                </c:pt>
                <c:pt idx="112">
                  <c:v>10.218892781817015</c:v>
                </c:pt>
                <c:pt idx="113">
                  <c:v>10.207196125072024</c:v>
                </c:pt>
                <c:pt idx="114">
                  <c:v>10.191755882117549</c:v>
                </c:pt>
                <c:pt idx="115">
                  <c:v>10.18083331048895</c:v>
                </c:pt>
                <c:pt idx="116">
                  <c:v>10.178726393512342</c:v>
                </c:pt>
                <c:pt idx="117">
                  <c:v>10.17765007295916</c:v>
                </c:pt>
                <c:pt idx="118">
                  <c:v>10.174952105300187</c:v>
                </c:pt>
                <c:pt idx="119">
                  <c:v>10.181577860575819</c:v>
                </c:pt>
                <c:pt idx="120">
                  <c:v>10.184578976032407</c:v>
                </c:pt>
                <c:pt idx="121">
                  <c:v>10.182196823134143</c:v>
                </c:pt>
                <c:pt idx="122">
                  <c:v>10.177749042891058</c:v>
                </c:pt>
                <c:pt idx="123">
                  <c:v>10.176452652419636</c:v>
                </c:pt>
                <c:pt idx="124">
                  <c:v>10.174966257501834</c:v>
                </c:pt>
                <c:pt idx="125">
                  <c:v>10.179437165030967</c:v>
                </c:pt>
                <c:pt idx="126">
                  <c:v>10.18356661621665</c:v>
                </c:pt>
                <c:pt idx="127">
                  <c:v>10.176378135879638</c:v>
                </c:pt>
                <c:pt idx="128">
                  <c:v>10.174265978132706</c:v>
                </c:pt>
                <c:pt idx="129">
                  <c:v>10.167811057117268</c:v>
                </c:pt>
                <c:pt idx="130">
                  <c:v>10.165245456039951</c:v>
                </c:pt>
                <c:pt idx="131">
                  <c:v>10.181615458328917</c:v>
                </c:pt>
                <c:pt idx="132">
                  <c:v>10.175945645021706</c:v>
                </c:pt>
                <c:pt idx="133">
                  <c:v>10.169954691312686</c:v>
                </c:pt>
                <c:pt idx="134">
                  <c:v>10.174197232805373</c:v>
                </c:pt>
                <c:pt idx="135">
                  <c:v>10.171641593435211</c:v>
                </c:pt>
                <c:pt idx="136">
                  <c:v>10.170547439410543</c:v>
                </c:pt>
                <c:pt idx="137">
                  <c:v>10.176586843722944</c:v>
                </c:pt>
                <c:pt idx="138">
                  <c:v>10.162715468861379</c:v>
                </c:pt>
                <c:pt idx="139">
                  <c:v>10.212709521541859</c:v>
                </c:pt>
                <c:pt idx="140">
                  <c:v>10.257511615202018</c:v>
                </c:pt>
                <c:pt idx="141">
                  <c:v>10.297890626014471</c:v>
                </c:pt>
                <c:pt idx="142">
                  <c:v>10.314712268129862</c:v>
                </c:pt>
                <c:pt idx="143">
                  <c:v>10.31600081866349</c:v>
                </c:pt>
                <c:pt idx="144">
                  <c:v>10.330824730053649</c:v>
                </c:pt>
                <c:pt idx="145">
                  <c:v>10.336219477180753</c:v>
                </c:pt>
                <c:pt idx="146">
                  <c:v>10.342694968750157</c:v>
                </c:pt>
                <c:pt idx="147">
                  <c:v>10.360917466651513</c:v>
                </c:pt>
                <c:pt idx="148">
                  <c:v>10.380256842727411</c:v>
                </c:pt>
                <c:pt idx="149">
                  <c:v>10.40728275267154</c:v>
                </c:pt>
                <c:pt idx="150">
                  <c:v>10.413257867372272</c:v>
                </c:pt>
                <c:pt idx="151">
                  <c:v>10.429627530178138</c:v>
                </c:pt>
                <c:pt idx="152">
                  <c:v>10.452026794721954</c:v>
                </c:pt>
                <c:pt idx="153">
                  <c:v>10.461200901089986</c:v>
                </c:pt>
                <c:pt idx="154">
                  <c:v>10.47071576361758</c:v>
                </c:pt>
                <c:pt idx="155">
                  <c:v>10.476551053717344</c:v>
                </c:pt>
                <c:pt idx="156">
                  <c:v>10.486075464207065</c:v>
                </c:pt>
                <c:pt idx="157">
                  <c:v>10.498273388963863</c:v>
                </c:pt>
                <c:pt idx="158">
                  <c:v>10.493830828273408</c:v>
                </c:pt>
                <c:pt idx="159">
                  <c:v>10.486928118442936</c:v>
                </c:pt>
                <c:pt idx="160">
                  <c:v>10.473456750150369</c:v>
                </c:pt>
                <c:pt idx="161">
                  <c:v>10.453230686658035</c:v>
                </c:pt>
                <c:pt idx="162">
                  <c:v>10.440215710955263</c:v>
                </c:pt>
                <c:pt idx="163">
                  <c:v>10.427581465546837</c:v>
                </c:pt>
                <c:pt idx="164">
                  <c:v>10.415743138261536</c:v>
                </c:pt>
                <c:pt idx="165">
                  <c:v>10.402501175672404</c:v>
                </c:pt>
                <c:pt idx="166">
                  <c:v>10.386687289133256</c:v>
                </c:pt>
                <c:pt idx="167">
                  <c:v>10.384207492408946</c:v>
                </c:pt>
                <c:pt idx="168">
                  <c:v>10.387122676206367</c:v>
                </c:pt>
                <c:pt idx="169">
                  <c:v>10.381356725529358</c:v>
                </c:pt>
                <c:pt idx="170">
                  <c:v>10.376706867972223</c:v>
                </c:pt>
                <c:pt idx="171">
                  <c:v>10.369522981265879</c:v>
                </c:pt>
                <c:pt idx="172">
                  <c:v>10.365681051046462</c:v>
                </c:pt>
                <c:pt idx="173">
                  <c:v>10.372655306939823</c:v>
                </c:pt>
                <c:pt idx="174">
                  <c:v>10.370465131733445</c:v>
                </c:pt>
                <c:pt idx="175">
                  <c:v>10.363998487942281</c:v>
                </c:pt>
                <c:pt idx="176">
                  <c:v>10.363089606818315</c:v>
                </c:pt>
                <c:pt idx="177">
                  <c:v>10.364620208800776</c:v>
                </c:pt>
                <c:pt idx="178">
                  <c:v>10.367425315203691</c:v>
                </c:pt>
                <c:pt idx="179">
                  <c:v>10.369496841067338</c:v>
                </c:pt>
                <c:pt idx="180">
                  <c:v>10.369474817101359</c:v>
                </c:pt>
                <c:pt idx="181">
                  <c:v>10.376364626574109</c:v>
                </c:pt>
                <c:pt idx="182">
                  <c:v>10.383433980170283</c:v>
                </c:pt>
                <c:pt idx="183">
                  <c:v>10.386968847927612</c:v>
                </c:pt>
                <c:pt idx="184">
                  <c:v>10.380860613417102</c:v>
                </c:pt>
                <c:pt idx="185">
                  <c:v>10.374967653626072</c:v>
                </c:pt>
                <c:pt idx="186">
                  <c:v>10.377228780799921</c:v>
                </c:pt>
                <c:pt idx="187">
                  <c:v>10.379064917570533</c:v>
                </c:pt>
                <c:pt idx="188">
                  <c:v>10.371418145660144</c:v>
                </c:pt>
                <c:pt idx="189">
                  <c:v>10.369431830054083</c:v>
                </c:pt>
                <c:pt idx="190">
                  <c:v>10.370928229114428</c:v>
                </c:pt>
                <c:pt idx="191">
                  <c:v>10.369067691996152</c:v>
                </c:pt>
                <c:pt idx="192">
                  <c:v>10.377032304956987</c:v>
                </c:pt>
                <c:pt idx="193">
                  <c:v>10.383214419476689</c:v>
                </c:pt>
                <c:pt idx="194">
                  <c:v>10.383719782503364</c:v>
                </c:pt>
                <c:pt idx="195">
                  <c:v>10.381905627263343</c:v>
                </c:pt>
                <c:pt idx="196">
                  <c:v>10.379847468546679</c:v>
                </c:pt>
                <c:pt idx="197">
                  <c:v>10.36155993841437</c:v>
                </c:pt>
                <c:pt idx="198">
                  <c:v>10.342847057178036</c:v>
                </c:pt>
                <c:pt idx="199">
                  <c:v>10.331907744789167</c:v>
                </c:pt>
                <c:pt idx="200">
                  <c:v>10.325560344436155</c:v>
                </c:pt>
                <c:pt idx="201">
                  <c:v>10.318489441948348</c:v>
                </c:pt>
                <c:pt idx="202">
                  <c:v>10.34995695778672</c:v>
                </c:pt>
                <c:pt idx="203">
                  <c:v>10.388544134372841</c:v>
                </c:pt>
                <c:pt idx="204">
                  <c:v>10.383563026182888</c:v>
                </c:pt>
                <c:pt idx="205">
                  <c:v>10.356334020475414</c:v>
                </c:pt>
                <c:pt idx="206">
                  <c:v>10.309257559800583</c:v>
                </c:pt>
                <c:pt idx="207">
                  <c:v>10.271388050483512</c:v>
                </c:pt>
                <c:pt idx="208">
                  <c:v>10.237354212166242</c:v>
                </c:pt>
                <c:pt idx="209">
                  <c:v>10.208137066131052</c:v>
                </c:pt>
                <c:pt idx="210">
                  <c:v>10.178497985040508</c:v>
                </c:pt>
                <c:pt idx="211">
                  <c:v>10.161410220002871</c:v>
                </c:pt>
                <c:pt idx="212">
                  <c:v>10.153346276409344</c:v>
                </c:pt>
                <c:pt idx="213">
                  <c:v>10.155220095803827</c:v>
                </c:pt>
                <c:pt idx="214">
                  <c:v>10.187241541969573</c:v>
                </c:pt>
                <c:pt idx="215">
                  <c:v>10.205357145130467</c:v>
                </c:pt>
                <c:pt idx="216">
                  <c:v>10.224232638770719</c:v>
                </c:pt>
                <c:pt idx="217">
                  <c:v>10.250761481806379</c:v>
                </c:pt>
                <c:pt idx="218">
                  <c:v>10.254172056314475</c:v>
                </c:pt>
                <c:pt idx="219">
                  <c:v>10.27332200082172</c:v>
                </c:pt>
                <c:pt idx="220">
                  <c:v>10.31273499126128</c:v>
                </c:pt>
                <c:pt idx="221">
                  <c:v>10.301251678425654</c:v>
                </c:pt>
                <c:pt idx="222">
                  <c:v>10.2925463345628</c:v>
                </c:pt>
                <c:pt idx="223">
                  <c:v>10.278573295122248</c:v>
                </c:pt>
                <c:pt idx="224">
                  <c:v>10.265042559722929</c:v>
                </c:pt>
                <c:pt idx="225">
                  <c:v>10.242165918290322</c:v>
                </c:pt>
                <c:pt idx="226">
                  <c:v>10.263779512857031</c:v>
                </c:pt>
                <c:pt idx="227">
                  <c:v>10.271660188621901</c:v>
                </c:pt>
                <c:pt idx="228">
                  <c:v>10.264326462563204</c:v>
                </c:pt>
                <c:pt idx="229">
                  <c:v>10.260163169156195</c:v>
                </c:pt>
                <c:pt idx="230">
                  <c:v>10.291287594888708</c:v>
                </c:pt>
                <c:pt idx="231">
                  <c:v>10.31388492660248</c:v>
                </c:pt>
                <c:pt idx="232">
                  <c:v>10.358970955438686</c:v>
                </c:pt>
                <c:pt idx="233">
                  <c:v>10.357545211298099</c:v>
                </c:pt>
                <c:pt idx="234">
                  <c:v>10.343814138435604</c:v>
                </c:pt>
                <c:pt idx="235">
                  <c:v>10.344898786933532</c:v>
                </c:pt>
                <c:pt idx="236">
                  <c:v>10.333528649275683</c:v>
                </c:pt>
                <c:pt idx="237">
                  <c:v>10.326397085401812</c:v>
                </c:pt>
                <c:pt idx="238">
                  <c:v>10.321878565368191</c:v>
                </c:pt>
                <c:pt idx="239">
                  <c:v>10.321695838590724</c:v>
                </c:pt>
                <c:pt idx="240">
                  <c:v>10.327490836290302</c:v>
                </c:pt>
                <c:pt idx="241">
                  <c:v>10.330766636008512</c:v>
                </c:pt>
                <c:pt idx="242">
                  <c:v>10.395542875484644</c:v>
                </c:pt>
                <c:pt idx="243">
                  <c:v>10.427309709326932</c:v>
                </c:pt>
                <c:pt idx="244">
                  <c:v>10.454440901466814</c:v>
                </c:pt>
                <c:pt idx="245">
                  <c:v>10.475308927497359</c:v>
                </c:pt>
                <c:pt idx="246">
                  <c:v>10.477438971760012</c:v>
                </c:pt>
                <c:pt idx="247">
                  <c:v>10.490236169055454</c:v>
                </c:pt>
                <c:pt idx="248">
                  <c:v>10.514460240121487</c:v>
                </c:pt>
                <c:pt idx="249">
                  <c:v>10.531223109225547</c:v>
                </c:pt>
                <c:pt idx="250">
                  <c:v>10.548346679121169</c:v>
                </c:pt>
                <c:pt idx="251">
                  <c:v>10.631715834993901</c:v>
                </c:pt>
                <c:pt idx="252">
                  <c:v>10.663759687044111</c:v>
                </c:pt>
                <c:pt idx="253">
                  <c:v>10.680846720071319</c:v>
                </c:pt>
                <c:pt idx="254">
                  <c:v>10.675167167842734</c:v>
                </c:pt>
                <c:pt idx="255">
                  <c:v>10.671299097424775</c:v>
                </c:pt>
                <c:pt idx="256">
                  <c:v>10.696773612046693</c:v>
                </c:pt>
                <c:pt idx="257">
                  <c:v>10.799423540725538</c:v>
                </c:pt>
                <c:pt idx="258">
                  <c:v>10.900486895146146</c:v>
                </c:pt>
                <c:pt idx="259">
                  <c:v>11</c:v>
                </c:pt>
                <c:pt idx="260">
                  <c:v>10.957050635346862</c:v>
                </c:pt>
                <c:pt idx="261">
                  <c:v>10.946702172072269</c:v>
                </c:pt>
                <c:pt idx="262">
                  <c:v>11.005203512054493</c:v>
                </c:pt>
                <c:pt idx="263">
                  <c:v>10.990021573302165</c:v>
                </c:pt>
                <c:pt idx="264">
                  <c:v>10.946116309115995</c:v>
                </c:pt>
                <c:pt idx="265">
                  <c:v>10.945849475401012</c:v>
                </c:pt>
                <c:pt idx="266">
                  <c:v>10.947322747175308</c:v>
                </c:pt>
                <c:pt idx="267">
                  <c:v>10.913385215969386</c:v>
                </c:pt>
                <c:pt idx="268">
                  <c:v>10.882361637934656</c:v>
                </c:pt>
                <c:pt idx="269">
                  <c:v>10.8716029093362</c:v>
                </c:pt>
                <c:pt idx="270">
                  <c:v>10.856228313925792</c:v>
                </c:pt>
                <c:pt idx="271">
                  <c:v>10.872769627873055</c:v>
                </c:pt>
                <c:pt idx="272">
                  <c:v>10.856783708274026</c:v>
                </c:pt>
                <c:pt idx="273">
                  <c:v>10.84884124658533</c:v>
                </c:pt>
                <c:pt idx="274">
                  <c:v>10.854539724996625</c:v>
                </c:pt>
                <c:pt idx="275">
                  <c:v>10.836072608305503</c:v>
                </c:pt>
                <c:pt idx="276">
                  <c:v>10.825934624551637</c:v>
                </c:pt>
                <c:pt idx="277">
                  <c:v>10.817276956846351</c:v>
                </c:pt>
                <c:pt idx="278">
                  <c:v>10.941113346701611</c:v>
                </c:pt>
                <c:pt idx="279">
                  <c:v>10.97338376128431</c:v>
                </c:pt>
                <c:pt idx="280">
                  <c:v>10.935833535820855</c:v>
                </c:pt>
                <c:pt idx="281">
                  <c:v>10.921096829151482</c:v>
                </c:pt>
                <c:pt idx="282">
                  <c:v>10.993297670068088</c:v>
                </c:pt>
                <c:pt idx="283">
                  <c:v>11.058070875414032</c:v>
                </c:pt>
                <c:pt idx="284">
                  <c:v>11.076109224952448</c:v>
                </c:pt>
                <c:pt idx="285">
                  <c:v>11.019817325842412</c:v>
                </c:pt>
                <c:pt idx="286">
                  <c:v>11.073291260627199</c:v>
                </c:pt>
                <c:pt idx="287">
                  <c:v>11.292888703267074</c:v>
                </c:pt>
                <c:pt idx="288">
                  <c:v>11.364874651382685</c:v>
                </c:pt>
                <c:pt idx="289">
                  <c:v>11.449811455330941</c:v>
                </c:pt>
                <c:pt idx="290">
                  <c:v>11.45507734740468</c:v>
                </c:pt>
                <c:pt idx="291">
                  <c:v>11.556682941203478</c:v>
                </c:pt>
                <c:pt idx="292">
                  <c:v>11.53203952364071</c:v>
                </c:pt>
                <c:pt idx="293">
                  <c:v>11.559926871945871</c:v>
                </c:pt>
                <c:pt idx="294">
                  <c:v>11.672765112747854</c:v>
                </c:pt>
                <c:pt idx="295">
                  <c:v>11.754186908700008</c:v>
                </c:pt>
                <c:pt idx="296">
                  <c:v>11.77508531846782</c:v>
                </c:pt>
                <c:pt idx="297">
                  <c:v>11.800345237336451</c:v>
                </c:pt>
                <c:pt idx="298">
                  <c:v>11.772223475952162</c:v>
                </c:pt>
                <c:pt idx="299">
                  <c:v>11.84363187844739</c:v>
                </c:pt>
                <c:pt idx="300">
                  <c:v>11.933367106243519</c:v>
                </c:pt>
                <c:pt idx="301">
                  <c:v>11.865333844708033</c:v>
                </c:pt>
                <c:pt idx="302">
                  <c:v>11.786089323604537</c:v>
                </c:pt>
                <c:pt idx="303">
                  <c:v>11.889339543271323</c:v>
                </c:pt>
                <c:pt idx="304">
                  <c:v>12.039190607792708</c:v>
                </c:pt>
                <c:pt idx="305">
                  <c:v>12.205529178190353</c:v>
                </c:pt>
                <c:pt idx="306">
                  <c:v>12.174557456198825</c:v>
                </c:pt>
                <c:pt idx="307">
                  <c:v>12.121765967311681</c:v>
                </c:pt>
                <c:pt idx="308">
                  <c:v>12.112590078657382</c:v>
                </c:pt>
                <c:pt idx="309">
                  <c:v>12.05809913738193</c:v>
                </c:pt>
                <c:pt idx="310">
                  <c:v>12.039358142701545</c:v>
                </c:pt>
                <c:pt idx="311">
                  <c:v>11.958735489961951</c:v>
                </c:pt>
                <c:pt idx="312">
                  <c:v>12.211191077297835</c:v>
                </c:pt>
                <c:pt idx="313">
                  <c:v>12.406250087522983</c:v>
                </c:pt>
                <c:pt idx="314">
                  <c:v>12.253274760051225</c:v>
                </c:pt>
                <c:pt idx="315">
                  <c:v>12.167516237264405</c:v>
                </c:pt>
                <c:pt idx="316">
                  <c:v>12.03808219547793</c:v>
                </c:pt>
                <c:pt idx="317">
                  <c:v>12.031130939564449</c:v>
                </c:pt>
                <c:pt idx="318">
                  <c:v>12.028068632279453</c:v>
                </c:pt>
                <c:pt idx="319">
                  <c:v>11.922054510970773</c:v>
                </c:pt>
                <c:pt idx="320">
                  <c:v>11.876870668566976</c:v>
                </c:pt>
                <c:pt idx="321">
                  <c:v>12.034354501320969</c:v>
                </c:pt>
                <c:pt idx="322">
                  <c:v>11.98557892774093</c:v>
                </c:pt>
                <c:pt idx="323">
                  <c:v>11.874206405214323</c:v>
                </c:pt>
                <c:pt idx="324">
                  <c:v>11.745804222304056</c:v>
                </c:pt>
                <c:pt idx="325">
                  <c:v>11.635550126843615</c:v>
                </c:pt>
                <c:pt idx="326">
                  <c:v>11.567964982997411</c:v>
                </c:pt>
                <c:pt idx="327">
                  <c:v>11.468825224680522</c:v>
                </c:pt>
                <c:pt idx="328">
                  <c:v>11.395755646516278</c:v>
                </c:pt>
                <c:pt idx="329">
                  <c:v>11.307912358024986</c:v>
                </c:pt>
                <c:pt idx="330">
                  <c:v>11.296130087886231</c:v>
                </c:pt>
                <c:pt idx="331">
                  <c:v>11.259916661991701</c:v>
                </c:pt>
                <c:pt idx="332">
                  <c:v>11.152841825743495</c:v>
                </c:pt>
                <c:pt idx="333">
                  <c:v>11.044512090223744</c:v>
                </c:pt>
                <c:pt idx="334">
                  <c:v>10.99941405217295</c:v>
                </c:pt>
                <c:pt idx="335">
                  <c:v>10.914428277787815</c:v>
                </c:pt>
                <c:pt idx="336">
                  <c:v>10.835614730477154</c:v>
                </c:pt>
                <c:pt idx="337">
                  <c:v>10.823785272187788</c:v>
                </c:pt>
                <c:pt idx="338">
                  <c:v>10.810625125025259</c:v>
                </c:pt>
                <c:pt idx="339">
                  <c:v>10.784980911289757</c:v>
                </c:pt>
                <c:pt idx="340">
                  <c:v>10.751522984830453</c:v>
                </c:pt>
                <c:pt idx="341">
                  <c:v>10.918870583865946</c:v>
                </c:pt>
                <c:pt idx="342">
                  <c:v>10.925806647910791</c:v>
                </c:pt>
                <c:pt idx="343">
                  <c:v>10.856577472292026</c:v>
                </c:pt>
                <c:pt idx="344">
                  <c:v>10.955254769758744</c:v>
                </c:pt>
                <c:pt idx="345">
                  <c:v>10.977322444186644</c:v>
                </c:pt>
                <c:pt idx="346">
                  <c:v>10.963299076376821</c:v>
                </c:pt>
                <c:pt idx="347">
                  <c:v>11.008362487151626</c:v>
                </c:pt>
                <c:pt idx="348">
                  <c:v>10.947985418182492</c:v>
                </c:pt>
                <c:pt idx="349">
                  <c:v>10.83526726952641</c:v>
                </c:pt>
                <c:pt idx="350">
                  <c:v>10.893089558441972</c:v>
                </c:pt>
                <c:pt idx="351">
                  <c:v>11.07187451278871</c:v>
                </c:pt>
                <c:pt idx="352">
                  <c:v>11.059033988962895</c:v>
                </c:pt>
                <c:pt idx="353">
                  <c:v>11.007733424971137</c:v>
                </c:pt>
                <c:pt idx="354">
                  <c:v>10.950098106371765</c:v>
                </c:pt>
                <c:pt idx="355">
                  <c:v>10.912283253833465</c:v>
                </c:pt>
                <c:pt idx="356">
                  <c:v>11.0744009460036</c:v>
                </c:pt>
                <c:pt idx="357">
                  <c:v>11.130860634634795</c:v>
                </c:pt>
                <c:pt idx="358">
                  <c:v>11.070829668684016</c:v>
                </c:pt>
                <c:pt idx="359">
                  <c:v>11.325138324510025</c:v>
                </c:pt>
                <c:pt idx="360">
                  <c:v>11.508856053140647</c:v>
                </c:pt>
                <c:pt idx="361">
                  <c:v>11.36684093748597</c:v>
                </c:pt>
                <c:pt idx="362">
                  <c:v>11.172076174235965</c:v>
                </c:pt>
                <c:pt idx="363">
                  <c:v>11.033859280351846</c:v>
                </c:pt>
                <c:pt idx="364">
                  <c:v>11.059467763491291</c:v>
                </c:pt>
                <c:pt idx="365">
                  <c:v>10.980064194556405</c:v>
                </c:pt>
                <c:pt idx="366">
                  <c:v>10.877665822853135</c:v>
                </c:pt>
                <c:pt idx="367">
                  <c:v>10.918781045198864</c:v>
                </c:pt>
                <c:pt idx="368">
                  <c:v>10.957170897234306</c:v>
                </c:pt>
                <c:pt idx="369">
                  <c:v>10.906026240855279</c:v>
                </c:pt>
                <c:pt idx="370">
                  <c:v>10.907127524025006</c:v>
                </c:pt>
                <c:pt idx="371">
                  <c:v>10.870638183242621</c:v>
                </c:pt>
                <c:pt idx="372">
                  <c:v>10.820591669814664</c:v>
                </c:pt>
                <c:pt idx="373">
                  <c:v>10.769216334670585</c:v>
                </c:pt>
                <c:pt idx="374">
                  <c:v>10.737591107715525</c:v>
                </c:pt>
                <c:pt idx="375">
                  <c:v>10.828486179515776</c:v>
                </c:pt>
                <c:pt idx="376">
                  <c:v>10.792796745782919</c:v>
                </c:pt>
                <c:pt idx="377">
                  <c:v>10.725495155194272</c:v>
                </c:pt>
                <c:pt idx="378">
                  <c:v>10.676399576359042</c:v>
                </c:pt>
                <c:pt idx="379">
                  <c:v>10.61441535196886</c:v>
                </c:pt>
                <c:pt idx="380">
                  <c:v>10.578461163854996</c:v>
                </c:pt>
                <c:pt idx="381">
                  <c:v>10.553621185578519</c:v>
                </c:pt>
                <c:pt idx="382">
                  <c:v>10.530489104332407</c:v>
                </c:pt>
                <c:pt idx="383">
                  <c:v>10.509436951156616</c:v>
                </c:pt>
                <c:pt idx="384">
                  <c:v>10.465614945200214</c:v>
                </c:pt>
                <c:pt idx="385">
                  <c:v>10.419404505908236</c:v>
                </c:pt>
                <c:pt idx="386">
                  <c:v>10.398448553755324</c:v>
                </c:pt>
                <c:pt idx="387">
                  <c:v>10.376111329747657</c:v>
                </c:pt>
                <c:pt idx="388">
                  <c:v>10.351386627200625</c:v>
                </c:pt>
                <c:pt idx="389">
                  <c:v>10.325292874190364</c:v>
                </c:pt>
                <c:pt idx="390">
                  <c:v>10.309397787537728</c:v>
                </c:pt>
                <c:pt idx="391">
                  <c:v>10.303620633918486</c:v>
                </c:pt>
                <c:pt idx="392">
                  <c:v>10.330839624874571</c:v>
                </c:pt>
                <c:pt idx="393">
                  <c:v>10.323996176062385</c:v>
                </c:pt>
                <c:pt idx="394">
                  <c:v>10.319526393071014</c:v>
                </c:pt>
                <c:pt idx="395">
                  <c:v>10.31297303256602</c:v>
                </c:pt>
                <c:pt idx="396">
                  <c:v>10.297623070897906</c:v>
                </c:pt>
                <c:pt idx="397">
                  <c:v>10.283528708685225</c:v>
                </c:pt>
                <c:pt idx="398">
                  <c:v>10.264679482549676</c:v>
                </c:pt>
                <c:pt idx="399">
                  <c:v>10.245598792594414</c:v>
                </c:pt>
                <c:pt idx="400">
                  <c:v>10.266470849986748</c:v>
                </c:pt>
                <c:pt idx="401">
                  <c:v>10.261068485707636</c:v>
                </c:pt>
                <c:pt idx="402">
                  <c:v>10.253978487295566</c:v>
                </c:pt>
                <c:pt idx="403">
                  <c:v>10.234394195382198</c:v>
                </c:pt>
                <c:pt idx="404">
                  <c:v>10.217062437476761</c:v>
                </c:pt>
                <c:pt idx="405">
                  <c:v>10.200804167562408</c:v>
                </c:pt>
                <c:pt idx="406">
                  <c:v>10.180623170451323</c:v>
                </c:pt>
                <c:pt idx="407">
                  <c:v>10.15327919667096</c:v>
                </c:pt>
                <c:pt idx="408">
                  <c:v>10.145117078809049</c:v>
                </c:pt>
                <c:pt idx="409">
                  <c:v>10.147003851605488</c:v>
                </c:pt>
                <c:pt idx="410">
                  <c:v>10.131063783442373</c:v>
                </c:pt>
                <c:pt idx="411">
                  <c:v>10.1282247817739</c:v>
                </c:pt>
                <c:pt idx="412">
                  <c:v>10.127881023310692</c:v>
                </c:pt>
                <c:pt idx="413">
                  <c:v>10.126362642719755</c:v>
                </c:pt>
                <c:pt idx="414">
                  <c:v>10.114551389211515</c:v>
                </c:pt>
                <c:pt idx="415">
                  <c:v>10.107066858395404</c:v>
                </c:pt>
                <c:pt idx="416">
                  <c:v>10.096299568457573</c:v>
                </c:pt>
                <c:pt idx="417">
                  <c:v>10.076553735633818</c:v>
                </c:pt>
                <c:pt idx="418">
                  <c:v>10.053637958165329</c:v>
                </c:pt>
                <c:pt idx="419">
                  <c:v>10.061051160399908</c:v>
                </c:pt>
                <c:pt idx="420">
                  <c:v>10.068043488463813</c:v>
                </c:pt>
                <c:pt idx="421">
                  <c:v>10.075061293673333</c:v>
                </c:pt>
                <c:pt idx="422">
                  <c:v>10.075172840393124</c:v>
                </c:pt>
                <c:pt idx="423">
                  <c:v>10.068167092138005</c:v>
                </c:pt>
                <c:pt idx="424">
                  <c:v>10.061824364982012</c:v>
                </c:pt>
                <c:pt idx="425">
                  <c:v>10.072204066006037</c:v>
                </c:pt>
                <c:pt idx="426">
                  <c:v>10.066344868869985</c:v>
                </c:pt>
                <c:pt idx="427">
                  <c:v>10.043758596879012</c:v>
                </c:pt>
                <c:pt idx="428">
                  <c:v>10.036185514018573</c:v>
                </c:pt>
                <c:pt idx="429">
                  <c:v>10.04797716768233</c:v>
                </c:pt>
                <c:pt idx="430">
                  <c:v>10.03657874418667</c:v>
                </c:pt>
                <c:pt idx="431">
                  <c:v>10.006456530244888</c:v>
                </c:pt>
                <c:pt idx="432">
                  <c:v>9.9996723192441337</c:v>
                </c:pt>
                <c:pt idx="433">
                  <c:v>10.004056589957314</c:v>
                </c:pt>
                <c:pt idx="434">
                  <c:v>10.012627954362269</c:v>
                </c:pt>
                <c:pt idx="435">
                  <c:v>10.036866461416601</c:v>
                </c:pt>
                <c:pt idx="436">
                  <c:v>10.121068520504652</c:v>
                </c:pt>
                <c:pt idx="437">
                  <c:v>10.200024862893384</c:v>
                </c:pt>
                <c:pt idx="438">
                  <c:v>10.255380998061636</c:v>
                </c:pt>
                <c:pt idx="439">
                  <c:v>10.307372579899257</c:v>
                </c:pt>
                <c:pt idx="440">
                  <c:v>10.273637168442772</c:v>
                </c:pt>
                <c:pt idx="441">
                  <c:v>10.268198394601404</c:v>
                </c:pt>
                <c:pt idx="442">
                  <c:v>10.270719629481357</c:v>
                </c:pt>
                <c:pt idx="443">
                  <c:v>10.31727782677179</c:v>
                </c:pt>
                <c:pt idx="444">
                  <c:v>10.371518590221749</c:v>
                </c:pt>
                <c:pt idx="445">
                  <c:v>10.364745181016206</c:v>
                </c:pt>
                <c:pt idx="446">
                  <c:v>10.360288107423315</c:v>
                </c:pt>
                <c:pt idx="447">
                  <c:v>10.374644380846059</c:v>
                </c:pt>
                <c:pt idx="448">
                  <c:v>10.391041626653633</c:v>
                </c:pt>
                <c:pt idx="449">
                  <c:v>10.392536073686164</c:v>
                </c:pt>
                <c:pt idx="450">
                  <c:v>10.39703846827263</c:v>
                </c:pt>
                <c:pt idx="451">
                  <c:v>10.398300963478492</c:v>
                </c:pt>
                <c:pt idx="452">
                  <c:v>10.404291227612468</c:v>
                </c:pt>
                <c:pt idx="453">
                  <c:v>10.415251439429552</c:v>
                </c:pt>
                <c:pt idx="454">
                  <c:v>10.435321637744545</c:v>
                </c:pt>
                <c:pt idx="455">
                  <c:v>10.420125949926753</c:v>
                </c:pt>
                <c:pt idx="456">
                  <c:v>10.413120249411442</c:v>
                </c:pt>
                <c:pt idx="457">
                  <c:v>10.417012720177068</c:v>
                </c:pt>
                <c:pt idx="458">
                  <c:v>10.414427980740104</c:v>
                </c:pt>
                <c:pt idx="459">
                  <c:v>10.429051300054766</c:v>
                </c:pt>
                <c:pt idx="460">
                  <c:v>10.43621023475341</c:v>
                </c:pt>
                <c:pt idx="461">
                  <c:v>10.439311922077765</c:v>
                </c:pt>
                <c:pt idx="462">
                  <c:v>10.440623769638991</c:v>
                </c:pt>
                <c:pt idx="463">
                  <c:v>10.442595402601068</c:v>
                </c:pt>
                <c:pt idx="464">
                  <c:v>10.444049536015719</c:v>
                </c:pt>
                <c:pt idx="465">
                  <c:v>10.458665386702227</c:v>
                </c:pt>
                <c:pt idx="466">
                  <c:v>10.464538486732025</c:v>
                </c:pt>
                <c:pt idx="467">
                  <c:v>10.472030072431265</c:v>
                </c:pt>
                <c:pt idx="468">
                  <c:v>10.47559456008889</c:v>
                </c:pt>
                <c:pt idx="469">
                  <c:v>10.479982930789834</c:v>
                </c:pt>
                <c:pt idx="470">
                  <c:v>10.489798660212978</c:v>
                </c:pt>
                <c:pt idx="471">
                  <c:v>10.499750649664561</c:v>
                </c:pt>
                <c:pt idx="472">
                  <c:v>10.520119126316482</c:v>
                </c:pt>
                <c:pt idx="473">
                  <c:v>10.539199052434778</c:v>
                </c:pt>
                <c:pt idx="474">
                  <c:v>10.539599218136477</c:v>
                </c:pt>
                <c:pt idx="475">
                  <c:v>10.541290989719688</c:v>
                </c:pt>
                <c:pt idx="476">
                  <c:v>10.555927888358266</c:v>
                </c:pt>
                <c:pt idx="477">
                  <c:v>10.569781514619118</c:v>
                </c:pt>
                <c:pt idx="478">
                  <c:v>10.577294954542788</c:v>
                </c:pt>
                <c:pt idx="479">
                  <c:v>10.587746663114542</c:v>
                </c:pt>
                <c:pt idx="480">
                  <c:v>10.590268216259899</c:v>
                </c:pt>
                <c:pt idx="481">
                  <c:v>10.588829868809302</c:v>
                </c:pt>
                <c:pt idx="482">
                  <c:v>10.592391683037532</c:v>
                </c:pt>
                <c:pt idx="483">
                  <c:v>10.609982551417472</c:v>
                </c:pt>
                <c:pt idx="484">
                  <c:v>10.619337220358224</c:v>
                </c:pt>
                <c:pt idx="485">
                  <c:v>10.620169632914379</c:v>
                </c:pt>
                <c:pt idx="486">
                  <c:v>10.624161190309218</c:v>
                </c:pt>
                <c:pt idx="487">
                  <c:v>10.636776085181062</c:v>
                </c:pt>
                <c:pt idx="488">
                  <c:v>10.637460695283451</c:v>
                </c:pt>
                <c:pt idx="489">
                  <c:v>10.637950526958395</c:v>
                </c:pt>
                <c:pt idx="490">
                  <c:v>10.653478229245977</c:v>
                </c:pt>
                <c:pt idx="491">
                  <c:v>10.667173359335475</c:v>
                </c:pt>
                <c:pt idx="492">
                  <c:v>10.683386902351677</c:v>
                </c:pt>
                <c:pt idx="493">
                  <c:v>10.684997707216027</c:v>
                </c:pt>
                <c:pt idx="494">
                  <c:v>10.689800204861074</c:v>
                </c:pt>
                <c:pt idx="495">
                  <c:v>10.693706594433717</c:v>
                </c:pt>
                <c:pt idx="496">
                  <c:v>10.702227577756693</c:v>
                </c:pt>
                <c:pt idx="497">
                  <c:v>10.708065880768952</c:v>
                </c:pt>
                <c:pt idx="498">
                  <c:v>10.719464407700869</c:v>
                </c:pt>
                <c:pt idx="499">
                  <c:v>10.73008097775206</c:v>
                </c:pt>
                <c:pt idx="500">
                  <c:v>10.73096719837924</c:v>
                </c:pt>
                <c:pt idx="501">
                  <c:v>10.734898582394967</c:v>
                </c:pt>
                <c:pt idx="502">
                  <c:v>10.745357547417939</c:v>
                </c:pt>
                <c:pt idx="503">
                  <c:v>10.74797632003547</c:v>
                </c:pt>
                <c:pt idx="504">
                  <c:v>10.756456692692854</c:v>
                </c:pt>
                <c:pt idx="505">
                  <c:v>10.771591273553017</c:v>
                </c:pt>
                <c:pt idx="506">
                  <c:v>10.785181800412962</c:v>
                </c:pt>
                <c:pt idx="507">
                  <c:v>10.794558663061244</c:v>
                </c:pt>
                <c:pt idx="508">
                  <c:v>10.82354254177276</c:v>
                </c:pt>
                <c:pt idx="509">
                  <c:v>10.849570201667389</c:v>
                </c:pt>
                <c:pt idx="510">
                  <c:v>10.871696182317359</c:v>
                </c:pt>
                <c:pt idx="511">
                  <c:v>10.906273639162904</c:v>
                </c:pt>
                <c:pt idx="512">
                  <c:v>10.946154925318385</c:v>
                </c:pt>
                <c:pt idx="513">
                  <c:v>10.972182075988368</c:v>
                </c:pt>
                <c:pt idx="514">
                  <c:v>11.009103748495983</c:v>
                </c:pt>
                <c:pt idx="515">
                  <c:v>11.070734443675043</c:v>
                </c:pt>
                <c:pt idx="516">
                  <c:v>11.116182234187493</c:v>
                </c:pt>
                <c:pt idx="517">
                  <c:v>11.149801754601416</c:v>
                </c:pt>
                <c:pt idx="518">
                  <c:v>11.184380145025481</c:v>
                </c:pt>
                <c:pt idx="519">
                  <c:v>11.231412642639127</c:v>
                </c:pt>
                <c:pt idx="520">
                  <c:v>11.272781713471343</c:v>
                </c:pt>
                <c:pt idx="521">
                  <c:v>11.303559336001612</c:v>
                </c:pt>
                <c:pt idx="522">
                  <c:v>11.347800603583973</c:v>
                </c:pt>
                <c:pt idx="523">
                  <c:v>11.387911210572113</c:v>
                </c:pt>
                <c:pt idx="524">
                  <c:v>11.41035664481725</c:v>
                </c:pt>
                <c:pt idx="525">
                  <c:v>11.425497506114727</c:v>
                </c:pt>
                <c:pt idx="526">
                  <c:v>11.447303693686436</c:v>
                </c:pt>
                <c:pt idx="527">
                  <c:v>11.443196457425977</c:v>
                </c:pt>
                <c:pt idx="528">
                  <c:v>11.433767484122162</c:v>
                </c:pt>
                <c:pt idx="529">
                  <c:v>11.438471192185709</c:v>
                </c:pt>
                <c:pt idx="530">
                  <c:v>11.415826057008207</c:v>
                </c:pt>
                <c:pt idx="531">
                  <c:v>11.367588903621511</c:v>
                </c:pt>
                <c:pt idx="532">
                  <c:v>11.352367330217499</c:v>
                </c:pt>
                <c:pt idx="533">
                  <c:v>11.367305859588603</c:v>
                </c:pt>
                <c:pt idx="534">
                  <c:v>11.376896936071681</c:v>
                </c:pt>
                <c:pt idx="535">
                  <c:v>11.351116674484679</c:v>
                </c:pt>
                <c:pt idx="536">
                  <c:v>11.343063032081407</c:v>
                </c:pt>
                <c:pt idx="537">
                  <c:v>11.339272109197452</c:v>
                </c:pt>
                <c:pt idx="538">
                  <c:v>11.334918153595563</c:v>
                </c:pt>
                <c:pt idx="539">
                  <c:v>11.352103721591947</c:v>
                </c:pt>
                <c:pt idx="540">
                  <c:v>11.365181459232449</c:v>
                </c:pt>
                <c:pt idx="541">
                  <c:v>11.381215585431388</c:v>
                </c:pt>
                <c:pt idx="542">
                  <c:v>11.405126568210344</c:v>
                </c:pt>
                <c:pt idx="543">
                  <c:v>11.433043706157347</c:v>
                </c:pt>
                <c:pt idx="544">
                  <c:v>11.459816701193512</c:v>
                </c:pt>
                <c:pt idx="545">
                  <c:v>11.475151661952236</c:v>
                </c:pt>
                <c:pt idx="546">
                  <c:v>11.486037866453968</c:v>
                </c:pt>
                <c:pt idx="547">
                  <c:v>11.506257819250541</c:v>
                </c:pt>
                <c:pt idx="548">
                  <c:v>11.531659642054114</c:v>
                </c:pt>
                <c:pt idx="549">
                  <c:v>11.503545349297978</c:v>
                </c:pt>
                <c:pt idx="550">
                  <c:v>11.484125727904805</c:v>
                </c:pt>
                <c:pt idx="551">
                  <c:v>11.506849368548707</c:v>
                </c:pt>
                <c:pt idx="552">
                  <c:v>11.496264455296398</c:v>
                </c:pt>
                <c:pt idx="553">
                  <c:v>11.478585024263282</c:v>
                </c:pt>
                <c:pt idx="554">
                  <c:v>11.465970511309921</c:v>
                </c:pt>
                <c:pt idx="555">
                  <c:v>11.452915858520079</c:v>
                </c:pt>
                <c:pt idx="556">
                  <c:v>11.45049466506555</c:v>
                </c:pt>
                <c:pt idx="557">
                  <c:v>11.437961118831049</c:v>
                </c:pt>
                <c:pt idx="558">
                  <c:v>11.453123452434472</c:v>
                </c:pt>
                <c:pt idx="559">
                  <c:v>11.447243095953453</c:v>
                </c:pt>
                <c:pt idx="560">
                  <c:v>11.413172063019264</c:v>
                </c:pt>
                <c:pt idx="561">
                  <c:v>11.414768312545792</c:v>
                </c:pt>
                <c:pt idx="562">
                  <c:v>11.393134073163189</c:v>
                </c:pt>
                <c:pt idx="563">
                  <c:v>11.323458986495277</c:v>
                </c:pt>
                <c:pt idx="564">
                  <c:v>11.318246308397139</c:v>
                </c:pt>
                <c:pt idx="565">
                  <c:v>11.325318674905807</c:v>
                </c:pt>
                <c:pt idx="566">
                  <c:v>11.300647249987458</c:v>
                </c:pt>
                <c:pt idx="567">
                  <c:v>11.247513731879135</c:v>
                </c:pt>
                <c:pt idx="568">
                  <c:v>11.22646561006513</c:v>
                </c:pt>
                <c:pt idx="569">
                  <c:v>11.228135951777784</c:v>
                </c:pt>
                <c:pt idx="570">
                  <c:v>11.177758017975458</c:v>
                </c:pt>
                <c:pt idx="571">
                  <c:v>11.154112935332966</c:v>
                </c:pt>
                <c:pt idx="572">
                  <c:v>11.083977000359596</c:v>
                </c:pt>
                <c:pt idx="573">
                  <c:v>11.065106068523475</c:v>
                </c:pt>
                <c:pt idx="574">
                  <c:v>10.994119898131306</c:v>
                </c:pt>
                <c:pt idx="575">
                  <c:v>10.983974445749284</c:v>
                </c:pt>
                <c:pt idx="576">
                  <c:v>10.970690387256008</c:v>
                </c:pt>
                <c:pt idx="577">
                  <c:v>10.843614904292501</c:v>
                </c:pt>
                <c:pt idx="578">
                  <c:v>10.761175847237359</c:v>
                </c:pt>
                <c:pt idx="579">
                  <c:v>10.802033062428649</c:v>
                </c:pt>
                <c:pt idx="580">
                  <c:v>10.902680125700405</c:v>
                </c:pt>
                <c:pt idx="581">
                  <c:v>10.914227134052284</c:v>
                </c:pt>
                <c:pt idx="582">
                  <c:v>10.922003503635311</c:v>
                </c:pt>
                <c:pt idx="583">
                  <c:v>10.715585049469901</c:v>
                </c:pt>
                <c:pt idx="584">
                  <c:v>10.540058963121865</c:v>
                </c:pt>
                <c:pt idx="585">
                  <c:v>10.570349427406589</c:v>
                </c:pt>
                <c:pt idx="586">
                  <c:v>10.309102097759419</c:v>
                </c:pt>
                <c:pt idx="587">
                  <c:v>10.040409283156826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7BE-418F-8705-C8EC33B01BAD}"/>
            </c:ext>
          </c:extLst>
        </c:ser>
        <c:ser>
          <c:idx val="7"/>
          <c:order val="7"/>
          <c:tx>
            <c:strRef>
              <c:f>Sheet2!$I$1</c:f>
              <c:strCache>
                <c:ptCount val="1"/>
                <c:pt idx="0">
                  <c:v>S8_z/O-PTIR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Sheet2!$I$2:$I$589</c:f>
              <c:numCache>
                <c:formatCode>General</c:formatCode>
                <c:ptCount val="588"/>
                <c:pt idx="0">
                  <c:v>11.661052430968788</c:v>
                </c:pt>
                <c:pt idx="1">
                  <c:v>11.615030079268724</c:v>
                </c:pt>
                <c:pt idx="2">
                  <c:v>11.561662516244887</c:v>
                </c:pt>
                <c:pt idx="3">
                  <c:v>11.554458039423201</c:v>
                </c:pt>
                <c:pt idx="4">
                  <c:v>11.685896826246713</c:v>
                </c:pt>
                <c:pt idx="5">
                  <c:v>11.712191995298298</c:v>
                </c:pt>
                <c:pt idx="6">
                  <c:v>11.718811074803495</c:v>
                </c:pt>
                <c:pt idx="7">
                  <c:v>11.764331642015723</c:v>
                </c:pt>
                <c:pt idx="8">
                  <c:v>11.83379903086991</c:v>
                </c:pt>
                <c:pt idx="9">
                  <c:v>11.870279275372177</c:v>
                </c:pt>
                <c:pt idx="10">
                  <c:v>11.879050455010454</c:v>
                </c:pt>
                <c:pt idx="11">
                  <c:v>11.822740096723781</c:v>
                </c:pt>
                <c:pt idx="12">
                  <c:v>11.81070206115395</c:v>
                </c:pt>
                <c:pt idx="13">
                  <c:v>11.793559138887163</c:v>
                </c:pt>
                <c:pt idx="14">
                  <c:v>11.756401897342691</c:v>
                </c:pt>
                <c:pt idx="15">
                  <c:v>11.712266841739451</c:v>
                </c:pt>
                <c:pt idx="16">
                  <c:v>11.724807637120124</c:v>
                </c:pt>
                <c:pt idx="17">
                  <c:v>11.720186909979498</c:v>
                </c:pt>
                <c:pt idx="18">
                  <c:v>11.720951087075056</c:v>
                </c:pt>
                <c:pt idx="19">
                  <c:v>11.708309779666699</c:v>
                </c:pt>
                <c:pt idx="20">
                  <c:v>11.716165430510033</c:v>
                </c:pt>
                <c:pt idx="21">
                  <c:v>11.69801039943148</c:v>
                </c:pt>
                <c:pt idx="22">
                  <c:v>11.67675550000771</c:v>
                </c:pt>
                <c:pt idx="23">
                  <c:v>11.678304097911003</c:v>
                </c:pt>
                <c:pt idx="24">
                  <c:v>11.707158084469301</c:v>
                </c:pt>
                <c:pt idx="25">
                  <c:v>11.729277488703302</c:v>
                </c:pt>
                <c:pt idx="26">
                  <c:v>11.744804415943101</c:v>
                </c:pt>
                <c:pt idx="27">
                  <c:v>11.756919294678349</c:v>
                </c:pt>
                <c:pt idx="28">
                  <c:v>11.793136908501921</c:v>
                </c:pt>
                <c:pt idx="29">
                  <c:v>11.78953650746139</c:v>
                </c:pt>
                <c:pt idx="30">
                  <c:v>11.811098917781592</c:v>
                </c:pt>
                <c:pt idx="31">
                  <c:v>11.836273156548897</c:v>
                </c:pt>
                <c:pt idx="32">
                  <c:v>11.866990332598354</c:v>
                </c:pt>
                <c:pt idx="33">
                  <c:v>11.928082231126178</c:v>
                </c:pt>
                <c:pt idx="34">
                  <c:v>11.939059821797581</c:v>
                </c:pt>
                <c:pt idx="35">
                  <c:v>11.948327724995652</c:v>
                </c:pt>
                <c:pt idx="36">
                  <c:v>11.979314366664561</c:v>
                </c:pt>
                <c:pt idx="37">
                  <c:v>12.003935697123103</c:v>
                </c:pt>
                <c:pt idx="38">
                  <c:v>12.051104130153492</c:v>
                </c:pt>
                <c:pt idx="39">
                  <c:v>12.102653345505363</c:v>
                </c:pt>
                <c:pt idx="40">
                  <c:v>12.120541230236501</c:v>
                </c:pt>
                <c:pt idx="41">
                  <c:v>12.163847230564945</c:v>
                </c:pt>
                <c:pt idx="42">
                  <c:v>12.191561947694547</c:v>
                </c:pt>
                <c:pt idx="43">
                  <c:v>12.229162600260903</c:v>
                </c:pt>
                <c:pt idx="44">
                  <c:v>12.27918453658088</c:v>
                </c:pt>
                <c:pt idx="45">
                  <c:v>12.316931042175179</c:v>
                </c:pt>
                <c:pt idx="46">
                  <c:v>12.360630427902926</c:v>
                </c:pt>
                <c:pt idx="47">
                  <c:v>12.411850460220368</c:v>
                </c:pt>
                <c:pt idx="48">
                  <c:v>12.469912191439287</c:v>
                </c:pt>
                <c:pt idx="49">
                  <c:v>12.525777587402919</c:v>
                </c:pt>
                <c:pt idx="50">
                  <c:v>12.559762203041791</c:v>
                </c:pt>
                <c:pt idx="51">
                  <c:v>12.585066658950094</c:v>
                </c:pt>
                <c:pt idx="52">
                  <c:v>12.624953222894208</c:v>
                </c:pt>
                <c:pt idx="53">
                  <c:v>12.653265912863322</c:v>
                </c:pt>
                <c:pt idx="54">
                  <c:v>12.683328962043133</c:v>
                </c:pt>
                <c:pt idx="55">
                  <c:v>12.708841814527171</c:v>
                </c:pt>
                <c:pt idx="56">
                  <c:v>12.743546848281333</c:v>
                </c:pt>
                <c:pt idx="57">
                  <c:v>12.786574720278898</c:v>
                </c:pt>
                <c:pt idx="58">
                  <c:v>12.821832938811339</c:v>
                </c:pt>
                <c:pt idx="59">
                  <c:v>12.872199048957158</c:v>
                </c:pt>
                <c:pt idx="60">
                  <c:v>12.923860633806974</c:v>
                </c:pt>
                <c:pt idx="61">
                  <c:v>12.989370883791322</c:v>
                </c:pt>
                <c:pt idx="62">
                  <c:v>13.079006355051117</c:v>
                </c:pt>
                <c:pt idx="63">
                  <c:v>13.149438376757786</c:v>
                </c:pt>
                <c:pt idx="64">
                  <c:v>13.235301206469952</c:v>
                </c:pt>
                <c:pt idx="65">
                  <c:v>13.326479008990725</c:v>
                </c:pt>
                <c:pt idx="66">
                  <c:v>13.401067043304156</c:v>
                </c:pt>
                <c:pt idx="67">
                  <c:v>13.486640747342559</c:v>
                </c:pt>
                <c:pt idx="68">
                  <c:v>13.564290466489467</c:v>
                </c:pt>
                <c:pt idx="69">
                  <c:v>13.638861544006051</c:v>
                </c:pt>
                <c:pt idx="70">
                  <c:v>13.727951080132598</c:v>
                </c:pt>
                <c:pt idx="71">
                  <c:v>13.817447333632781</c:v>
                </c:pt>
                <c:pt idx="72">
                  <c:v>13.90954068030792</c:v>
                </c:pt>
                <c:pt idx="73">
                  <c:v>13.999318809836833</c:v>
                </c:pt>
                <c:pt idx="74">
                  <c:v>14.089845741684453</c:v>
                </c:pt>
                <c:pt idx="75">
                  <c:v>14.17114129502867</c:v>
                </c:pt>
                <c:pt idx="76">
                  <c:v>14.257507422131296</c:v>
                </c:pt>
                <c:pt idx="77">
                  <c:v>14.330362176906199</c:v>
                </c:pt>
                <c:pt idx="78">
                  <c:v>14.413740467254357</c:v>
                </c:pt>
                <c:pt idx="79">
                  <c:v>14.485924814177148</c:v>
                </c:pt>
                <c:pt idx="80">
                  <c:v>14.539007452327892</c:v>
                </c:pt>
                <c:pt idx="81">
                  <c:v>14.604193557166727</c:v>
                </c:pt>
                <c:pt idx="82">
                  <c:v>14.658180803566626</c:v>
                </c:pt>
                <c:pt idx="83">
                  <c:v>14.667250969624654</c:v>
                </c:pt>
                <c:pt idx="84">
                  <c:v>14.689784095126637</c:v>
                </c:pt>
                <c:pt idx="85">
                  <c:v>14.717935081149026</c:v>
                </c:pt>
                <c:pt idx="86">
                  <c:v>14.70211586419547</c:v>
                </c:pt>
                <c:pt idx="87">
                  <c:v>14.688129947306752</c:v>
                </c:pt>
                <c:pt idx="88">
                  <c:v>14.67148869433216</c:v>
                </c:pt>
                <c:pt idx="89">
                  <c:v>14.648971788374991</c:v>
                </c:pt>
                <c:pt idx="90">
                  <c:v>14.601411659481219</c:v>
                </c:pt>
                <c:pt idx="91">
                  <c:v>14.549686548080913</c:v>
                </c:pt>
                <c:pt idx="92">
                  <c:v>14.518191141068927</c:v>
                </c:pt>
                <c:pt idx="93">
                  <c:v>14.461835595376186</c:v>
                </c:pt>
                <c:pt idx="94">
                  <c:v>14.388882048828325</c:v>
                </c:pt>
                <c:pt idx="95">
                  <c:v>14.336447946719284</c:v>
                </c:pt>
                <c:pt idx="96">
                  <c:v>14.267944699216233</c:v>
                </c:pt>
                <c:pt idx="97">
                  <c:v>14.18448629414673</c:v>
                </c:pt>
                <c:pt idx="98">
                  <c:v>14.100882650425978</c:v>
                </c:pt>
                <c:pt idx="99">
                  <c:v>14.031416306012186</c:v>
                </c:pt>
                <c:pt idx="100">
                  <c:v>13.963275049259188</c:v>
                </c:pt>
                <c:pt idx="101">
                  <c:v>13.904399821855332</c:v>
                </c:pt>
                <c:pt idx="102">
                  <c:v>13.835292273432771</c:v>
                </c:pt>
                <c:pt idx="103">
                  <c:v>13.774545900359527</c:v>
                </c:pt>
                <c:pt idx="104">
                  <c:v>13.716690292522561</c:v>
                </c:pt>
                <c:pt idx="105">
                  <c:v>13.630942719878815</c:v>
                </c:pt>
                <c:pt idx="106">
                  <c:v>13.518802384445111</c:v>
                </c:pt>
                <c:pt idx="107">
                  <c:v>13.392963168915685</c:v>
                </c:pt>
                <c:pt idx="108">
                  <c:v>13.254547048015196</c:v>
                </c:pt>
                <c:pt idx="109">
                  <c:v>13.123440658184213</c:v>
                </c:pt>
                <c:pt idx="110">
                  <c:v>12.986184234737607</c:v>
                </c:pt>
                <c:pt idx="111">
                  <c:v>12.861249013080633</c:v>
                </c:pt>
                <c:pt idx="112">
                  <c:v>12.756942103413238</c:v>
                </c:pt>
                <c:pt idx="113">
                  <c:v>12.659292948264136</c:v>
                </c:pt>
                <c:pt idx="114">
                  <c:v>12.585250480457935</c:v>
                </c:pt>
                <c:pt idx="115">
                  <c:v>12.530744392937152</c:v>
                </c:pt>
                <c:pt idx="116">
                  <c:v>12.492784391440528</c:v>
                </c:pt>
                <c:pt idx="117">
                  <c:v>12.46254151420141</c:v>
                </c:pt>
                <c:pt idx="118">
                  <c:v>12.429567241041298</c:v>
                </c:pt>
                <c:pt idx="119">
                  <c:v>12.394958480115605</c:v>
                </c:pt>
                <c:pt idx="120">
                  <c:v>12.349800748421405</c:v>
                </c:pt>
                <c:pt idx="121">
                  <c:v>12.307459565258448</c:v>
                </c:pt>
                <c:pt idx="122">
                  <c:v>12.281444152635991</c:v>
                </c:pt>
                <c:pt idx="123">
                  <c:v>12.245764041625495</c:v>
                </c:pt>
                <c:pt idx="124">
                  <c:v>12.215298268520584</c:v>
                </c:pt>
                <c:pt idx="125">
                  <c:v>12.211443976309882</c:v>
                </c:pt>
                <c:pt idx="126">
                  <c:v>12.196345300346955</c:v>
                </c:pt>
                <c:pt idx="127">
                  <c:v>12.183060448707563</c:v>
                </c:pt>
                <c:pt idx="128">
                  <c:v>12.185393114151989</c:v>
                </c:pt>
                <c:pt idx="129">
                  <c:v>12.170517026866507</c:v>
                </c:pt>
                <c:pt idx="130">
                  <c:v>12.170897940418852</c:v>
                </c:pt>
                <c:pt idx="131">
                  <c:v>12.169528863386521</c:v>
                </c:pt>
                <c:pt idx="132">
                  <c:v>12.156694104115591</c:v>
                </c:pt>
                <c:pt idx="133">
                  <c:v>12.153995638785577</c:v>
                </c:pt>
                <c:pt idx="134">
                  <c:v>12.128984977813936</c:v>
                </c:pt>
                <c:pt idx="135">
                  <c:v>12.121476065819159</c:v>
                </c:pt>
                <c:pt idx="136">
                  <c:v>12.125410411313524</c:v>
                </c:pt>
                <c:pt idx="137">
                  <c:v>12.144517772351195</c:v>
                </c:pt>
                <c:pt idx="138">
                  <c:v>12.145003621443442</c:v>
                </c:pt>
                <c:pt idx="139">
                  <c:v>12.137551600730839</c:v>
                </c:pt>
                <c:pt idx="140">
                  <c:v>12.13087344890619</c:v>
                </c:pt>
                <c:pt idx="141">
                  <c:v>12.12485458471545</c:v>
                </c:pt>
                <c:pt idx="142">
                  <c:v>12.134831509341074</c:v>
                </c:pt>
                <c:pt idx="143">
                  <c:v>12.140183959128221</c:v>
                </c:pt>
                <c:pt idx="144">
                  <c:v>12.15381089571269</c:v>
                </c:pt>
                <c:pt idx="145">
                  <c:v>12.176299601779455</c:v>
                </c:pt>
                <c:pt idx="146">
                  <c:v>12.200758368163886</c:v>
                </c:pt>
                <c:pt idx="147">
                  <c:v>12.233887771440074</c:v>
                </c:pt>
                <c:pt idx="148">
                  <c:v>12.271208329670113</c:v>
                </c:pt>
                <c:pt idx="149">
                  <c:v>12.290896583875107</c:v>
                </c:pt>
                <c:pt idx="150">
                  <c:v>12.314486498734169</c:v>
                </c:pt>
                <c:pt idx="151">
                  <c:v>12.34145782006</c:v>
                </c:pt>
                <c:pt idx="152">
                  <c:v>12.365696946775135</c:v>
                </c:pt>
                <c:pt idx="153">
                  <c:v>12.39592901098438</c:v>
                </c:pt>
                <c:pt idx="154">
                  <c:v>12.41902447547743</c:v>
                </c:pt>
                <c:pt idx="155">
                  <c:v>12.443604274071234</c:v>
                </c:pt>
                <c:pt idx="156">
                  <c:v>12.466405083500245</c:v>
                </c:pt>
                <c:pt idx="157">
                  <c:v>12.49703735269013</c:v>
                </c:pt>
                <c:pt idx="158">
                  <c:v>12.524462452644611</c:v>
                </c:pt>
                <c:pt idx="159">
                  <c:v>12.528012566952469</c:v>
                </c:pt>
                <c:pt idx="160">
                  <c:v>12.506777988037962</c:v>
                </c:pt>
                <c:pt idx="161">
                  <c:v>12.465643010644875</c:v>
                </c:pt>
                <c:pt idx="162">
                  <c:v>12.436182603567477</c:v>
                </c:pt>
                <c:pt idx="163">
                  <c:v>12.39857832617861</c:v>
                </c:pt>
                <c:pt idx="164">
                  <c:v>12.366665450200808</c:v>
                </c:pt>
                <c:pt idx="165">
                  <c:v>12.33269029596307</c:v>
                </c:pt>
                <c:pt idx="166">
                  <c:v>12.309435585030073</c:v>
                </c:pt>
                <c:pt idx="167">
                  <c:v>12.291458861428502</c:v>
                </c:pt>
                <c:pt idx="168">
                  <c:v>12.254375329728294</c:v>
                </c:pt>
                <c:pt idx="169">
                  <c:v>12.237727502923052</c:v>
                </c:pt>
                <c:pt idx="170">
                  <c:v>12.222382277591489</c:v>
                </c:pt>
                <c:pt idx="171">
                  <c:v>12.2051879012763</c:v>
                </c:pt>
                <c:pt idx="172">
                  <c:v>12.193169402885445</c:v>
                </c:pt>
                <c:pt idx="173">
                  <c:v>12.184968887042483</c:v>
                </c:pt>
                <c:pt idx="174">
                  <c:v>12.177036239439555</c:v>
                </c:pt>
                <c:pt idx="175">
                  <c:v>12.167837975840127</c:v>
                </c:pt>
                <c:pt idx="176">
                  <c:v>12.170304206778555</c:v>
                </c:pt>
                <c:pt idx="177">
                  <c:v>12.164625953028812</c:v>
                </c:pt>
                <c:pt idx="178">
                  <c:v>12.16229506927681</c:v>
                </c:pt>
                <c:pt idx="179">
                  <c:v>12.16506148466955</c:v>
                </c:pt>
                <c:pt idx="180">
                  <c:v>12.171843527593717</c:v>
                </c:pt>
                <c:pt idx="181">
                  <c:v>12.18513974520201</c:v>
                </c:pt>
                <c:pt idx="182">
                  <c:v>12.195253184329781</c:v>
                </c:pt>
                <c:pt idx="183">
                  <c:v>12.199634120245438</c:v>
                </c:pt>
                <c:pt idx="184">
                  <c:v>12.196590928150549</c:v>
                </c:pt>
                <c:pt idx="185">
                  <c:v>12.201396336926393</c:v>
                </c:pt>
                <c:pt idx="186">
                  <c:v>12.206490072686293</c:v>
                </c:pt>
                <c:pt idx="187">
                  <c:v>12.203451734167313</c:v>
                </c:pt>
                <c:pt idx="188">
                  <c:v>12.194190865582428</c:v>
                </c:pt>
                <c:pt idx="189">
                  <c:v>12.17772108514407</c:v>
                </c:pt>
                <c:pt idx="190">
                  <c:v>12.169974409367427</c:v>
                </c:pt>
                <c:pt idx="191">
                  <c:v>12.174796836377785</c:v>
                </c:pt>
                <c:pt idx="192">
                  <c:v>12.175286125979538</c:v>
                </c:pt>
                <c:pt idx="193">
                  <c:v>12.177627638448406</c:v>
                </c:pt>
                <c:pt idx="194">
                  <c:v>12.172921574384521</c:v>
                </c:pt>
                <c:pt idx="195">
                  <c:v>12.174281742954742</c:v>
                </c:pt>
                <c:pt idx="196">
                  <c:v>12.180758317784996</c:v>
                </c:pt>
                <c:pt idx="197">
                  <c:v>12.19281140558391</c:v>
                </c:pt>
                <c:pt idx="198">
                  <c:v>12.201410221839751</c:v>
                </c:pt>
                <c:pt idx="199">
                  <c:v>12.21205835300721</c:v>
                </c:pt>
                <c:pt idx="200">
                  <c:v>12.22559786378765</c:v>
                </c:pt>
                <c:pt idx="201">
                  <c:v>12.257044673602856</c:v>
                </c:pt>
                <c:pt idx="202">
                  <c:v>12.300046311715443</c:v>
                </c:pt>
                <c:pt idx="203">
                  <c:v>12.353715986800484</c:v>
                </c:pt>
                <c:pt idx="204">
                  <c:v>12.406970404675798</c:v>
                </c:pt>
                <c:pt idx="205">
                  <c:v>12.464562014845921</c:v>
                </c:pt>
                <c:pt idx="206">
                  <c:v>12.505810713365687</c:v>
                </c:pt>
                <c:pt idx="207">
                  <c:v>12.522381988834439</c:v>
                </c:pt>
                <c:pt idx="208">
                  <c:v>12.51442021977606</c:v>
                </c:pt>
                <c:pt idx="209">
                  <c:v>12.483866713678772</c:v>
                </c:pt>
                <c:pt idx="210">
                  <c:v>12.446420515414127</c:v>
                </c:pt>
                <c:pt idx="211">
                  <c:v>12.398305420049656</c:v>
                </c:pt>
                <c:pt idx="212">
                  <c:v>12.356089139669265</c:v>
                </c:pt>
                <c:pt idx="213">
                  <c:v>12.321144007501784</c:v>
                </c:pt>
                <c:pt idx="214">
                  <c:v>12.305858192396855</c:v>
                </c:pt>
                <c:pt idx="215">
                  <c:v>12.300971440146286</c:v>
                </c:pt>
                <c:pt idx="216">
                  <c:v>12.317028789507724</c:v>
                </c:pt>
                <c:pt idx="217">
                  <c:v>12.339149975434148</c:v>
                </c:pt>
                <c:pt idx="218">
                  <c:v>12.352412648074766</c:v>
                </c:pt>
                <c:pt idx="219">
                  <c:v>12.375594616806803</c:v>
                </c:pt>
                <c:pt idx="220">
                  <c:v>12.394962596439479</c:v>
                </c:pt>
                <c:pt idx="221">
                  <c:v>12.385948891599927</c:v>
                </c:pt>
                <c:pt idx="222">
                  <c:v>12.382181472254228</c:v>
                </c:pt>
                <c:pt idx="223">
                  <c:v>12.379688085865778</c:v>
                </c:pt>
                <c:pt idx="224">
                  <c:v>12.381067300113617</c:v>
                </c:pt>
                <c:pt idx="225">
                  <c:v>12.385130050337727</c:v>
                </c:pt>
                <c:pt idx="226">
                  <c:v>12.416205223688719</c:v>
                </c:pt>
                <c:pt idx="227">
                  <c:v>12.427395603729241</c:v>
                </c:pt>
                <c:pt idx="228">
                  <c:v>12.430310698282735</c:v>
                </c:pt>
                <c:pt idx="229">
                  <c:v>12.439444513766617</c:v>
                </c:pt>
                <c:pt idx="230">
                  <c:v>12.456060823047286</c:v>
                </c:pt>
                <c:pt idx="231">
                  <c:v>12.451594488770699</c:v>
                </c:pt>
                <c:pt idx="232">
                  <c:v>12.455959573767565</c:v>
                </c:pt>
                <c:pt idx="233">
                  <c:v>12.455213720457005</c:v>
                </c:pt>
                <c:pt idx="234">
                  <c:v>12.457469527376595</c:v>
                </c:pt>
                <c:pt idx="235">
                  <c:v>12.458661233856407</c:v>
                </c:pt>
                <c:pt idx="236">
                  <c:v>12.426665232711454</c:v>
                </c:pt>
                <c:pt idx="237">
                  <c:v>12.39723622028329</c:v>
                </c:pt>
                <c:pt idx="238">
                  <c:v>12.370247450659253</c:v>
                </c:pt>
                <c:pt idx="239">
                  <c:v>12.360526966867095</c:v>
                </c:pt>
                <c:pt idx="240">
                  <c:v>12.357313346676367</c:v>
                </c:pt>
                <c:pt idx="241">
                  <c:v>12.358563541817764</c:v>
                </c:pt>
                <c:pt idx="242">
                  <c:v>12.363489798489971</c:v>
                </c:pt>
                <c:pt idx="243">
                  <c:v>12.337733529958451</c:v>
                </c:pt>
                <c:pt idx="244">
                  <c:v>12.333530517534342</c:v>
                </c:pt>
                <c:pt idx="245">
                  <c:v>12.344906132149109</c:v>
                </c:pt>
                <c:pt idx="246">
                  <c:v>12.347842545574002</c:v>
                </c:pt>
                <c:pt idx="247">
                  <c:v>12.372863036572799</c:v>
                </c:pt>
                <c:pt idx="248">
                  <c:v>12.383312478316343</c:v>
                </c:pt>
                <c:pt idx="249">
                  <c:v>12.41457515943536</c:v>
                </c:pt>
                <c:pt idx="250">
                  <c:v>12.399815619409363</c:v>
                </c:pt>
                <c:pt idx="251">
                  <c:v>12.438397492999025</c:v>
                </c:pt>
                <c:pt idx="252">
                  <c:v>12.491993504318053</c:v>
                </c:pt>
                <c:pt idx="253">
                  <c:v>12.520518768624445</c:v>
                </c:pt>
                <c:pt idx="254">
                  <c:v>12.52696947819574</c:v>
                </c:pt>
                <c:pt idx="255">
                  <c:v>12.521193722864133</c:v>
                </c:pt>
                <c:pt idx="256">
                  <c:v>12.529191494396978</c:v>
                </c:pt>
                <c:pt idx="257">
                  <c:v>12.51930942953342</c:v>
                </c:pt>
                <c:pt idx="258">
                  <c:v>12.509580098716818</c:v>
                </c:pt>
                <c:pt idx="259">
                  <c:v>12.5</c:v>
                </c:pt>
                <c:pt idx="260">
                  <c:v>12.490430775750724</c:v>
                </c:pt>
                <c:pt idx="261">
                  <c:v>12.474578566768523</c:v>
                </c:pt>
                <c:pt idx="262">
                  <c:v>12.519456142688743</c:v>
                </c:pt>
                <c:pt idx="263">
                  <c:v>12.491590288891596</c:v>
                </c:pt>
                <c:pt idx="264">
                  <c:v>12.454514621213113</c:v>
                </c:pt>
                <c:pt idx="265">
                  <c:v>12.460236925772053</c:v>
                </c:pt>
                <c:pt idx="266">
                  <c:v>12.442686088097071</c:v>
                </c:pt>
                <c:pt idx="267">
                  <c:v>12.422632709820853</c:v>
                </c:pt>
                <c:pt idx="268">
                  <c:v>12.375055562692564</c:v>
                </c:pt>
                <c:pt idx="269">
                  <c:v>12.357029688955208</c:v>
                </c:pt>
                <c:pt idx="270">
                  <c:v>12.322294550742878</c:v>
                </c:pt>
                <c:pt idx="271">
                  <c:v>12.305327002304342</c:v>
                </c:pt>
                <c:pt idx="272">
                  <c:v>12.276266738769916</c:v>
                </c:pt>
                <c:pt idx="273">
                  <c:v>12.284514500180903</c:v>
                </c:pt>
                <c:pt idx="274">
                  <c:v>12.282030145129905</c:v>
                </c:pt>
                <c:pt idx="275">
                  <c:v>12.266628028516172</c:v>
                </c:pt>
                <c:pt idx="276">
                  <c:v>12.239341593382278</c:v>
                </c:pt>
                <c:pt idx="277">
                  <c:v>12.232827480135818</c:v>
                </c:pt>
                <c:pt idx="278">
                  <c:v>12.281269792529288</c:v>
                </c:pt>
                <c:pt idx="279">
                  <c:v>12.270144843607032</c:v>
                </c:pt>
                <c:pt idx="280">
                  <c:v>12.26107006972377</c:v>
                </c:pt>
                <c:pt idx="281">
                  <c:v>12.299430153325691</c:v>
                </c:pt>
                <c:pt idx="282">
                  <c:v>12.342604861353919</c:v>
                </c:pt>
                <c:pt idx="283">
                  <c:v>12.402586458314325</c:v>
                </c:pt>
                <c:pt idx="284">
                  <c:v>12.402384942757601</c:v>
                </c:pt>
                <c:pt idx="285">
                  <c:v>12.306491061832775</c:v>
                </c:pt>
                <c:pt idx="286">
                  <c:v>12.269880415876502</c:v>
                </c:pt>
                <c:pt idx="287">
                  <c:v>12.52226685464136</c:v>
                </c:pt>
                <c:pt idx="288">
                  <c:v>12.637693921092774</c:v>
                </c:pt>
                <c:pt idx="289">
                  <c:v>12.731693678659729</c:v>
                </c:pt>
                <c:pt idx="290">
                  <c:v>12.737213361783891</c:v>
                </c:pt>
                <c:pt idx="291">
                  <c:v>12.838197722272119</c:v>
                </c:pt>
                <c:pt idx="292">
                  <c:v>12.845713883911925</c:v>
                </c:pt>
                <c:pt idx="293">
                  <c:v>12.915523050522836</c:v>
                </c:pt>
                <c:pt idx="294">
                  <c:v>12.987035146463411</c:v>
                </c:pt>
                <c:pt idx="295">
                  <c:v>13.062305876162917</c:v>
                </c:pt>
                <c:pt idx="296">
                  <c:v>13.166529599225491</c:v>
                </c:pt>
                <c:pt idx="297">
                  <c:v>13.219414039453673</c:v>
                </c:pt>
                <c:pt idx="298">
                  <c:v>13.233668070333106</c:v>
                </c:pt>
                <c:pt idx="299">
                  <c:v>13.349498720836996</c:v>
                </c:pt>
                <c:pt idx="300">
                  <c:v>13.407534341046281</c:v>
                </c:pt>
                <c:pt idx="301">
                  <c:v>13.358085372434234</c:v>
                </c:pt>
                <c:pt idx="302">
                  <c:v>13.350684344987505</c:v>
                </c:pt>
                <c:pt idx="303">
                  <c:v>13.485901406424992</c:v>
                </c:pt>
                <c:pt idx="304">
                  <c:v>13.606877584644367</c:v>
                </c:pt>
                <c:pt idx="305">
                  <c:v>13.658045087754189</c:v>
                </c:pt>
                <c:pt idx="306">
                  <c:v>13.591912351300103</c:v>
                </c:pt>
                <c:pt idx="307">
                  <c:v>13.584948760061879</c:v>
                </c:pt>
                <c:pt idx="308">
                  <c:v>13.560418910293567</c:v>
                </c:pt>
                <c:pt idx="309">
                  <c:v>13.530922439304035</c:v>
                </c:pt>
                <c:pt idx="310">
                  <c:v>13.485703208502432</c:v>
                </c:pt>
                <c:pt idx="311">
                  <c:v>13.411986360345818</c:v>
                </c:pt>
                <c:pt idx="312">
                  <c:v>13.518891223315546</c:v>
                </c:pt>
                <c:pt idx="313">
                  <c:v>13.511389069464439</c:v>
                </c:pt>
                <c:pt idx="314">
                  <c:v>13.456150337732087</c:v>
                </c:pt>
                <c:pt idx="315">
                  <c:v>13.458007229862098</c:v>
                </c:pt>
                <c:pt idx="316">
                  <c:v>13.418737868748126</c:v>
                </c:pt>
                <c:pt idx="317">
                  <c:v>13.479707014811822</c:v>
                </c:pt>
                <c:pt idx="318">
                  <c:v>13.512607992831942</c:v>
                </c:pt>
                <c:pt idx="319">
                  <c:v>13.494078760266465</c:v>
                </c:pt>
                <c:pt idx="320">
                  <c:v>13.535553856599194</c:v>
                </c:pt>
                <c:pt idx="321">
                  <c:v>13.649497879140922</c:v>
                </c:pt>
                <c:pt idx="322">
                  <c:v>13.654372835358902</c:v>
                </c:pt>
                <c:pt idx="323">
                  <c:v>13.666884002423346</c:v>
                </c:pt>
                <c:pt idx="324">
                  <c:v>13.700580844017189</c:v>
                </c:pt>
                <c:pt idx="325">
                  <c:v>13.749985331756349</c:v>
                </c:pt>
                <c:pt idx="326">
                  <c:v>13.805369425015293</c:v>
                </c:pt>
                <c:pt idx="327">
                  <c:v>13.870175353553822</c:v>
                </c:pt>
                <c:pt idx="328">
                  <c:v>13.925100876045876</c:v>
                </c:pt>
                <c:pt idx="329">
                  <c:v>13.960633720962022</c:v>
                </c:pt>
                <c:pt idx="330">
                  <c:v>13.992482025948938</c:v>
                </c:pt>
                <c:pt idx="331">
                  <c:v>13.993270885628309</c:v>
                </c:pt>
                <c:pt idx="332">
                  <c:v>13.968234052209363</c:v>
                </c:pt>
                <c:pt idx="333">
                  <c:v>13.931845749179853</c:v>
                </c:pt>
                <c:pt idx="334">
                  <c:v>13.907814281788418</c:v>
                </c:pt>
                <c:pt idx="335">
                  <c:v>13.849819824817857</c:v>
                </c:pt>
                <c:pt idx="336">
                  <c:v>13.781987968169634</c:v>
                </c:pt>
                <c:pt idx="337">
                  <c:v>13.704301509296224</c:v>
                </c:pt>
                <c:pt idx="338">
                  <c:v>13.610908633030894</c:v>
                </c:pt>
                <c:pt idx="339">
                  <c:v>13.519253828442311</c:v>
                </c:pt>
                <c:pt idx="340">
                  <c:v>13.441805379101448</c:v>
                </c:pt>
                <c:pt idx="341">
                  <c:v>13.443297085722568</c:v>
                </c:pt>
                <c:pt idx="342">
                  <c:v>13.404327663312232</c:v>
                </c:pt>
                <c:pt idx="343">
                  <c:v>13.37106088540652</c:v>
                </c:pt>
                <c:pt idx="344">
                  <c:v>13.467288004251976</c:v>
                </c:pt>
                <c:pt idx="345">
                  <c:v>13.517729682731574</c:v>
                </c:pt>
                <c:pt idx="346">
                  <c:v>13.582811957908561</c:v>
                </c:pt>
                <c:pt idx="347">
                  <c:v>13.626445728205031</c:v>
                </c:pt>
                <c:pt idx="348">
                  <c:v>13.645253764915759</c:v>
                </c:pt>
                <c:pt idx="349">
                  <c:v>13.625701840899904</c:v>
                </c:pt>
                <c:pt idx="350">
                  <c:v>13.745705092181389</c:v>
                </c:pt>
                <c:pt idx="351">
                  <c:v>13.903808791472501</c:v>
                </c:pt>
                <c:pt idx="352">
                  <c:v>13.920082155680719</c:v>
                </c:pt>
                <c:pt idx="353">
                  <c:v>13.941918332257252</c:v>
                </c:pt>
                <c:pt idx="354">
                  <c:v>13.960818279721899</c:v>
                </c:pt>
                <c:pt idx="355">
                  <c:v>14.017833420236917</c:v>
                </c:pt>
                <c:pt idx="356">
                  <c:v>14.297263492464893</c:v>
                </c:pt>
                <c:pt idx="357">
                  <c:v>14.350406831033322</c:v>
                </c:pt>
                <c:pt idx="358">
                  <c:v>14.260592084653247</c:v>
                </c:pt>
                <c:pt idx="359">
                  <c:v>14.531354284684587</c:v>
                </c:pt>
                <c:pt idx="360">
                  <c:v>14.628644275216441</c:v>
                </c:pt>
                <c:pt idx="361">
                  <c:v>14.549854887295973</c:v>
                </c:pt>
                <c:pt idx="362">
                  <c:v>14.466522798075459</c:v>
                </c:pt>
                <c:pt idx="363">
                  <c:v>14.375750852800943</c:v>
                </c:pt>
                <c:pt idx="364">
                  <c:v>14.291202543470366</c:v>
                </c:pt>
                <c:pt idx="365">
                  <c:v>14.144790678480142</c:v>
                </c:pt>
                <c:pt idx="366">
                  <c:v>13.999518605138807</c:v>
                </c:pt>
                <c:pt idx="367">
                  <c:v>13.948519686994732</c:v>
                </c:pt>
                <c:pt idx="368">
                  <c:v>13.867487086876981</c:v>
                </c:pt>
                <c:pt idx="369">
                  <c:v>13.719912329674045</c:v>
                </c:pt>
                <c:pt idx="370">
                  <c:v>13.677509770279022</c:v>
                </c:pt>
                <c:pt idx="371">
                  <c:v>13.541896190121081</c:v>
                </c:pt>
                <c:pt idx="372">
                  <c:v>13.475388561006286</c:v>
                </c:pt>
                <c:pt idx="373">
                  <c:v>13.378617227282332</c:v>
                </c:pt>
                <c:pt idx="374">
                  <c:v>13.324187015283664</c:v>
                </c:pt>
                <c:pt idx="375">
                  <c:v>13.251182844095952</c:v>
                </c:pt>
                <c:pt idx="376">
                  <c:v>13.113989087072476</c:v>
                </c:pt>
                <c:pt idx="377">
                  <c:v>13.025542557597355</c:v>
                </c:pt>
                <c:pt idx="378">
                  <c:v>12.911405989398684</c:v>
                </c:pt>
                <c:pt idx="379">
                  <c:v>12.79410759296487</c:v>
                </c:pt>
                <c:pt idx="380">
                  <c:v>12.717125455537282</c:v>
                </c:pt>
                <c:pt idx="381">
                  <c:v>12.592342230675227</c:v>
                </c:pt>
                <c:pt idx="382">
                  <c:v>12.508990665713398</c:v>
                </c:pt>
                <c:pt idx="383">
                  <c:v>12.405469420966551</c:v>
                </c:pt>
                <c:pt idx="384">
                  <c:v>12.319338538701338</c:v>
                </c:pt>
                <c:pt idx="385">
                  <c:v>12.261294747281982</c:v>
                </c:pt>
                <c:pt idx="386">
                  <c:v>12.212212745871248</c:v>
                </c:pt>
                <c:pt idx="387">
                  <c:v>12.18762293293728</c:v>
                </c:pt>
                <c:pt idx="388">
                  <c:v>12.161426463502123</c:v>
                </c:pt>
                <c:pt idx="389">
                  <c:v>12.132318647211322</c:v>
                </c:pt>
                <c:pt idx="390">
                  <c:v>12.102084616996645</c:v>
                </c:pt>
                <c:pt idx="391">
                  <c:v>12.079683828235266</c:v>
                </c:pt>
                <c:pt idx="392">
                  <c:v>12.078858658893083</c:v>
                </c:pt>
                <c:pt idx="393">
                  <c:v>12.047819979517909</c:v>
                </c:pt>
                <c:pt idx="394">
                  <c:v>12.038260155232102</c:v>
                </c:pt>
                <c:pt idx="395">
                  <c:v>12.037480511203189</c:v>
                </c:pt>
                <c:pt idx="396">
                  <c:v>12.035140043174708</c:v>
                </c:pt>
                <c:pt idx="397">
                  <c:v>12.034982762740192</c:v>
                </c:pt>
                <c:pt idx="398">
                  <c:v>12.019738848126019</c:v>
                </c:pt>
                <c:pt idx="399">
                  <c:v>12.009063622946208</c:v>
                </c:pt>
                <c:pt idx="400">
                  <c:v>12.042346681834399</c:v>
                </c:pt>
                <c:pt idx="401">
                  <c:v>12.013560184556303</c:v>
                </c:pt>
                <c:pt idx="402">
                  <c:v>11.982667788272765</c:v>
                </c:pt>
                <c:pt idx="403">
                  <c:v>11.943838812375439</c:v>
                </c:pt>
                <c:pt idx="404">
                  <c:v>11.905468100056652</c:v>
                </c:pt>
                <c:pt idx="405">
                  <c:v>11.856147413299007</c:v>
                </c:pt>
                <c:pt idx="406">
                  <c:v>11.79213436860722</c:v>
                </c:pt>
                <c:pt idx="407">
                  <c:v>11.719412012010572</c:v>
                </c:pt>
                <c:pt idx="408">
                  <c:v>11.701343224060908</c:v>
                </c:pt>
                <c:pt idx="409">
                  <c:v>11.703838530376535</c:v>
                </c:pt>
                <c:pt idx="410">
                  <c:v>11.699408121777326</c:v>
                </c:pt>
                <c:pt idx="411">
                  <c:v>11.669412776909562</c:v>
                </c:pt>
                <c:pt idx="412">
                  <c:v>11.650137276329252</c:v>
                </c:pt>
                <c:pt idx="413">
                  <c:v>11.639518051585402</c:v>
                </c:pt>
                <c:pt idx="414">
                  <c:v>11.625320013462222</c:v>
                </c:pt>
                <c:pt idx="415">
                  <c:v>11.625423774006693</c:v>
                </c:pt>
                <c:pt idx="416">
                  <c:v>11.610567968831933</c:v>
                </c:pt>
                <c:pt idx="417">
                  <c:v>11.598569138175101</c:v>
                </c:pt>
                <c:pt idx="418">
                  <c:v>11.570429233972401</c:v>
                </c:pt>
                <c:pt idx="419">
                  <c:v>11.57106947592869</c:v>
                </c:pt>
                <c:pt idx="420">
                  <c:v>11.586831832318905</c:v>
                </c:pt>
                <c:pt idx="421">
                  <c:v>11.580945980683136</c:v>
                </c:pt>
                <c:pt idx="422">
                  <c:v>11.58320888365358</c:v>
                </c:pt>
                <c:pt idx="423">
                  <c:v>11.580020767775499</c:v>
                </c:pt>
                <c:pt idx="424">
                  <c:v>11.545801130010771</c:v>
                </c:pt>
                <c:pt idx="425">
                  <c:v>11.537164905893771</c:v>
                </c:pt>
                <c:pt idx="426">
                  <c:v>11.545100917209115</c:v>
                </c:pt>
                <c:pt idx="427">
                  <c:v>11.552722025908388</c:v>
                </c:pt>
                <c:pt idx="428">
                  <c:v>11.565157106258724</c:v>
                </c:pt>
                <c:pt idx="429">
                  <c:v>11.575449052535904</c:v>
                </c:pt>
                <c:pt idx="430">
                  <c:v>11.570683186580244</c:v>
                </c:pt>
                <c:pt idx="431">
                  <c:v>11.533248603875034</c:v>
                </c:pt>
                <c:pt idx="432">
                  <c:v>11.515167448714445</c:v>
                </c:pt>
                <c:pt idx="433">
                  <c:v>11.533576631113302</c:v>
                </c:pt>
                <c:pt idx="434">
                  <c:v>11.569567056113911</c:v>
                </c:pt>
                <c:pt idx="435">
                  <c:v>11.671342488037626</c:v>
                </c:pt>
                <c:pt idx="436">
                  <c:v>11.680761328230812</c:v>
                </c:pt>
                <c:pt idx="437">
                  <c:v>11.729218124554922</c:v>
                </c:pt>
                <c:pt idx="438">
                  <c:v>11.826688480725682</c:v>
                </c:pt>
                <c:pt idx="439">
                  <c:v>11.872058848194827</c:v>
                </c:pt>
                <c:pt idx="440">
                  <c:v>11.855432094510306</c:v>
                </c:pt>
                <c:pt idx="441">
                  <c:v>11.866820733911055</c:v>
                </c:pt>
                <c:pt idx="442">
                  <c:v>11.862673476172228</c:v>
                </c:pt>
                <c:pt idx="443">
                  <c:v>11.889307873317245</c:v>
                </c:pt>
                <c:pt idx="444">
                  <c:v>11.837809989138435</c:v>
                </c:pt>
                <c:pt idx="445">
                  <c:v>11.838763225303179</c:v>
                </c:pt>
                <c:pt idx="446">
                  <c:v>11.888119607346939</c:v>
                </c:pt>
                <c:pt idx="447">
                  <c:v>11.922924600189758</c:v>
                </c:pt>
                <c:pt idx="448">
                  <c:v>11.956814540379568</c:v>
                </c:pt>
                <c:pt idx="449">
                  <c:v>11.991902361535006</c:v>
                </c:pt>
                <c:pt idx="450">
                  <c:v>12.024063937199889</c:v>
                </c:pt>
                <c:pt idx="451">
                  <c:v>12.008576575819399</c:v>
                </c:pt>
                <c:pt idx="452">
                  <c:v>12.016856315537481</c:v>
                </c:pt>
                <c:pt idx="453">
                  <c:v>12.04110373633803</c:v>
                </c:pt>
                <c:pt idx="454">
                  <c:v>12.039005578478974</c:v>
                </c:pt>
                <c:pt idx="455">
                  <c:v>12.039812132207228</c:v>
                </c:pt>
                <c:pt idx="456">
                  <c:v>12.029692426437146</c:v>
                </c:pt>
                <c:pt idx="457">
                  <c:v>12.034842807728538</c:v>
                </c:pt>
                <c:pt idx="458">
                  <c:v>12.020962010692735</c:v>
                </c:pt>
                <c:pt idx="459">
                  <c:v>12.050912321748585</c:v>
                </c:pt>
                <c:pt idx="460">
                  <c:v>12.068356749379587</c:v>
                </c:pt>
                <c:pt idx="461">
                  <c:v>12.069871003625499</c:v>
                </c:pt>
                <c:pt idx="462">
                  <c:v>12.077168877224743</c:v>
                </c:pt>
                <c:pt idx="463">
                  <c:v>12.087170868419618</c:v>
                </c:pt>
                <c:pt idx="464">
                  <c:v>12.082934311027833</c:v>
                </c:pt>
                <c:pt idx="465">
                  <c:v>12.07456600890883</c:v>
                </c:pt>
                <c:pt idx="466">
                  <c:v>12.079813338843062</c:v>
                </c:pt>
                <c:pt idx="467">
                  <c:v>12.091870174339832</c:v>
                </c:pt>
                <c:pt idx="468">
                  <c:v>12.108987815005523</c:v>
                </c:pt>
                <c:pt idx="469">
                  <c:v>12.125644427397539</c:v>
                </c:pt>
                <c:pt idx="470">
                  <c:v>12.138047218412575</c:v>
                </c:pt>
                <c:pt idx="471">
                  <c:v>12.143307081631432</c:v>
                </c:pt>
                <c:pt idx="472">
                  <c:v>12.160265230106498</c:v>
                </c:pt>
                <c:pt idx="473">
                  <c:v>12.162236887803573</c:v>
                </c:pt>
                <c:pt idx="474">
                  <c:v>12.15901429771306</c:v>
                </c:pt>
                <c:pt idx="475">
                  <c:v>12.17906509560715</c:v>
                </c:pt>
                <c:pt idx="476">
                  <c:v>12.201970349074708</c:v>
                </c:pt>
                <c:pt idx="477">
                  <c:v>12.210017393618678</c:v>
                </c:pt>
                <c:pt idx="478">
                  <c:v>12.203667011762057</c:v>
                </c:pt>
                <c:pt idx="479">
                  <c:v>12.207233345614723</c:v>
                </c:pt>
                <c:pt idx="480">
                  <c:v>12.229812917995027</c:v>
                </c:pt>
                <c:pt idx="481">
                  <c:v>12.232795286796877</c:v>
                </c:pt>
                <c:pt idx="482">
                  <c:v>12.24684282566834</c:v>
                </c:pt>
                <c:pt idx="483">
                  <c:v>12.243546264623472</c:v>
                </c:pt>
                <c:pt idx="484">
                  <c:v>12.256549424547137</c:v>
                </c:pt>
                <c:pt idx="485">
                  <c:v>12.274938947851643</c:v>
                </c:pt>
                <c:pt idx="486">
                  <c:v>12.277618244628703</c:v>
                </c:pt>
                <c:pt idx="487">
                  <c:v>12.288959822774441</c:v>
                </c:pt>
                <c:pt idx="488">
                  <c:v>12.302966997096885</c:v>
                </c:pt>
                <c:pt idx="489">
                  <c:v>12.286912842494273</c:v>
                </c:pt>
                <c:pt idx="490">
                  <c:v>12.288606801924153</c:v>
                </c:pt>
                <c:pt idx="491">
                  <c:v>12.306942075766285</c:v>
                </c:pt>
                <c:pt idx="492">
                  <c:v>12.319045358141373</c:v>
                </c:pt>
                <c:pt idx="493">
                  <c:v>12.322515480603235</c:v>
                </c:pt>
                <c:pt idx="494">
                  <c:v>12.324412860157604</c:v>
                </c:pt>
                <c:pt idx="495">
                  <c:v>12.333795805392249</c:v>
                </c:pt>
                <c:pt idx="496">
                  <c:v>12.359330406811374</c:v>
                </c:pt>
                <c:pt idx="497">
                  <c:v>12.384270537338161</c:v>
                </c:pt>
                <c:pt idx="498">
                  <c:v>12.399387583164334</c:v>
                </c:pt>
                <c:pt idx="499">
                  <c:v>12.401231819134381</c:v>
                </c:pt>
                <c:pt idx="500">
                  <c:v>12.403153097942274</c:v>
                </c:pt>
                <c:pt idx="501">
                  <c:v>12.417883823701166</c:v>
                </c:pt>
                <c:pt idx="502">
                  <c:v>12.413954516095718</c:v>
                </c:pt>
                <c:pt idx="503">
                  <c:v>12.416673317294414</c:v>
                </c:pt>
                <c:pt idx="504">
                  <c:v>12.429178463467226</c:v>
                </c:pt>
                <c:pt idx="505">
                  <c:v>12.449976834926629</c:v>
                </c:pt>
                <c:pt idx="506">
                  <c:v>12.476164457337344</c:v>
                </c:pt>
                <c:pt idx="507">
                  <c:v>12.515726937573614</c:v>
                </c:pt>
                <c:pt idx="508">
                  <c:v>12.53761244859894</c:v>
                </c:pt>
                <c:pt idx="509">
                  <c:v>12.573100075390165</c:v>
                </c:pt>
                <c:pt idx="510">
                  <c:v>12.612898660591219</c:v>
                </c:pt>
                <c:pt idx="511">
                  <c:v>12.660384204153935</c:v>
                </c:pt>
                <c:pt idx="512">
                  <c:v>12.716401228286468</c:v>
                </c:pt>
                <c:pt idx="513">
                  <c:v>12.769227548479082</c:v>
                </c:pt>
                <c:pt idx="514">
                  <c:v>12.833657847104863</c:v>
                </c:pt>
                <c:pt idx="515">
                  <c:v>12.89128527543644</c:v>
                </c:pt>
                <c:pt idx="516">
                  <c:v>12.926269113335852</c:v>
                </c:pt>
                <c:pt idx="517">
                  <c:v>12.958345229202134</c:v>
                </c:pt>
                <c:pt idx="518">
                  <c:v>12.992947170546486</c:v>
                </c:pt>
                <c:pt idx="519">
                  <c:v>13.027003422508267</c:v>
                </c:pt>
                <c:pt idx="520">
                  <c:v>13.073921159127313</c:v>
                </c:pt>
                <c:pt idx="521">
                  <c:v>13.118091526031233</c:v>
                </c:pt>
                <c:pt idx="522">
                  <c:v>13.146692358671395</c:v>
                </c:pt>
                <c:pt idx="523">
                  <c:v>13.156488349359655</c:v>
                </c:pt>
                <c:pt idx="524">
                  <c:v>13.197145956058918</c:v>
                </c:pt>
                <c:pt idx="525">
                  <c:v>13.220995813698622</c:v>
                </c:pt>
                <c:pt idx="526">
                  <c:v>13.216147644304645</c:v>
                </c:pt>
                <c:pt idx="527">
                  <c:v>13.199192690588406</c:v>
                </c:pt>
                <c:pt idx="528">
                  <c:v>13.200257774030899</c:v>
                </c:pt>
                <c:pt idx="529">
                  <c:v>13.188587074288401</c:v>
                </c:pt>
                <c:pt idx="530">
                  <c:v>13.174504085881507</c:v>
                </c:pt>
                <c:pt idx="531">
                  <c:v>13.178070173983494</c:v>
                </c:pt>
                <c:pt idx="532">
                  <c:v>13.159507519325679</c:v>
                </c:pt>
                <c:pt idx="533">
                  <c:v>13.150231905700057</c:v>
                </c:pt>
                <c:pt idx="534">
                  <c:v>13.151116853894893</c:v>
                </c:pt>
                <c:pt idx="535">
                  <c:v>13.15859603005752</c:v>
                </c:pt>
                <c:pt idx="536">
                  <c:v>13.156711736726807</c:v>
                </c:pt>
                <c:pt idx="537">
                  <c:v>13.171933042278518</c:v>
                </c:pt>
                <c:pt idx="538">
                  <c:v>13.200966518988938</c:v>
                </c:pt>
                <c:pt idx="539">
                  <c:v>13.236186154664788</c:v>
                </c:pt>
                <c:pt idx="540">
                  <c:v>13.259646128852365</c:v>
                </c:pt>
                <c:pt idx="541">
                  <c:v>13.315037840382352</c:v>
                </c:pt>
                <c:pt idx="542">
                  <c:v>13.376510652462523</c:v>
                </c:pt>
                <c:pt idx="543">
                  <c:v>13.397338268252717</c:v>
                </c:pt>
                <c:pt idx="544">
                  <c:v>13.420203771547955</c:v>
                </c:pt>
                <c:pt idx="545">
                  <c:v>13.457940262802088</c:v>
                </c:pt>
                <c:pt idx="546">
                  <c:v>13.477189544856842</c:v>
                </c:pt>
                <c:pt idx="547">
                  <c:v>13.478704720667798</c:v>
                </c:pt>
                <c:pt idx="548">
                  <c:v>13.508624988703147</c:v>
                </c:pt>
                <c:pt idx="549">
                  <c:v>13.519135499490405</c:v>
                </c:pt>
                <c:pt idx="550">
                  <c:v>13.516521080892582</c:v>
                </c:pt>
                <c:pt idx="551">
                  <c:v>13.50487962548088</c:v>
                </c:pt>
                <c:pt idx="552">
                  <c:v>13.516410001585708</c:v>
                </c:pt>
                <c:pt idx="553">
                  <c:v>13.506514727623156</c:v>
                </c:pt>
                <c:pt idx="554">
                  <c:v>13.523169988386437</c:v>
                </c:pt>
                <c:pt idx="555">
                  <c:v>13.57273962058184</c:v>
                </c:pt>
                <c:pt idx="556">
                  <c:v>13.566891983176646</c:v>
                </c:pt>
                <c:pt idx="557">
                  <c:v>13.549982861962027</c:v>
                </c:pt>
                <c:pt idx="558">
                  <c:v>13.475709634268309</c:v>
                </c:pt>
                <c:pt idx="559">
                  <c:v>13.412075444966931</c:v>
                </c:pt>
                <c:pt idx="560">
                  <c:v>13.375176840652617</c:v>
                </c:pt>
                <c:pt idx="561">
                  <c:v>13.373102582047089</c:v>
                </c:pt>
                <c:pt idx="562">
                  <c:v>13.327467418221392</c:v>
                </c:pt>
                <c:pt idx="563">
                  <c:v>13.252373874761398</c:v>
                </c:pt>
                <c:pt idx="564">
                  <c:v>13.216264375877136</c:v>
                </c:pt>
                <c:pt idx="565">
                  <c:v>13.172658744033402</c:v>
                </c:pt>
                <c:pt idx="566">
                  <c:v>13.10340915171842</c:v>
                </c:pt>
                <c:pt idx="567">
                  <c:v>13.076181942498151</c:v>
                </c:pt>
                <c:pt idx="568">
                  <c:v>13.113292383897702</c:v>
                </c:pt>
                <c:pt idx="569">
                  <c:v>13.109821278433122</c:v>
                </c:pt>
                <c:pt idx="570">
                  <c:v>12.998437363589174</c:v>
                </c:pt>
                <c:pt idx="571">
                  <c:v>12.941018700459352</c:v>
                </c:pt>
                <c:pt idx="572">
                  <c:v>12.8023455243487</c:v>
                </c:pt>
                <c:pt idx="573">
                  <c:v>12.664540708262058</c:v>
                </c:pt>
                <c:pt idx="574">
                  <c:v>12.613578284093805</c:v>
                </c:pt>
                <c:pt idx="575">
                  <c:v>12.573327517643516</c:v>
                </c:pt>
                <c:pt idx="576">
                  <c:v>12.575753568345934</c:v>
                </c:pt>
                <c:pt idx="577">
                  <c:v>12.429789031029033</c:v>
                </c:pt>
                <c:pt idx="578">
                  <c:v>12.450209192193558</c:v>
                </c:pt>
                <c:pt idx="579">
                  <c:v>12.342987863787036</c:v>
                </c:pt>
                <c:pt idx="580">
                  <c:v>12.456163792581757</c:v>
                </c:pt>
                <c:pt idx="581">
                  <c:v>12.36912277267712</c:v>
                </c:pt>
                <c:pt idx="582">
                  <c:v>12.311032350066435</c:v>
                </c:pt>
                <c:pt idx="583">
                  <c:v>11.788907692911671</c:v>
                </c:pt>
                <c:pt idx="584">
                  <c:v>11.175118954080196</c:v>
                </c:pt>
                <c:pt idx="585">
                  <c:v>11.428636007242027</c:v>
                </c:pt>
                <c:pt idx="586">
                  <c:v>11.104401247209271</c:v>
                </c:pt>
                <c:pt idx="587">
                  <c:v>11.467469233858127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77BE-418F-8705-C8EC33B01BAD}"/>
            </c:ext>
          </c:extLst>
        </c:ser>
        <c:ser>
          <c:idx val="8"/>
          <c:order val="8"/>
          <c:tx>
            <c:strRef>
              <c:f>Sheet2!$J$1</c:f>
              <c:strCache>
                <c:ptCount val="1"/>
                <c:pt idx="0">
                  <c:v>S9_z/O-PTIR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Sheet2!$J$2:$J$589</c:f>
              <c:numCache>
                <c:formatCode>General</c:formatCode>
                <c:ptCount val="588"/>
                <c:pt idx="0">
                  <c:v>14.098577580560377</c:v>
                </c:pt>
                <c:pt idx="1">
                  <c:v>14.272799751930579</c:v>
                </c:pt>
                <c:pt idx="2">
                  <c:v>14.459909428130343</c:v>
                </c:pt>
                <c:pt idx="3">
                  <c:v>14.64754625184684</c:v>
                </c:pt>
                <c:pt idx="4">
                  <c:v>14.893326501474984</c:v>
                </c:pt>
                <c:pt idx="5">
                  <c:v>15.004852609289006</c:v>
                </c:pt>
                <c:pt idx="6">
                  <c:v>15.112154738275162</c:v>
                </c:pt>
                <c:pt idx="7">
                  <c:v>15.124643110021101</c:v>
                </c:pt>
                <c:pt idx="8">
                  <c:v>15.1672624644105</c:v>
                </c:pt>
                <c:pt idx="9">
                  <c:v>15.17423095992584</c:v>
                </c:pt>
                <c:pt idx="10">
                  <c:v>15.237362637362637</c:v>
                </c:pt>
                <c:pt idx="11">
                  <c:v>15.277125876990061</c:v>
                </c:pt>
                <c:pt idx="12">
                  <c:v>15.223437585501872</c:v>
                </c:pt>
                <c:pt idx="13">
                  <c:v>15.163831445452088</c:v>
                </c:pt>
                <c:pt idx="14">
                  <c:v>15.131782401995167</c:v>
                </c:pt>
                <c:pt idx="15">
                  <c:v>15.127631053117703</c:v>
                </c:pt>
                <c:pt idx="16">
                  <c:v>15.118329776455623</c:v>
                </c:pt>
                <c:pt idx="17">
                  <c:v>15.074778835168146</c:v>
                </c:pt>
                <c:pt idx="18">
                  <c:v>15.072114244590479</c:v>
                </c:pt>
                <c:pt idx="19">
                  <c:v>15.085510988181888</c:v>
                </c:pt>
                <c:pt idx="20">
                  <c:v>15.068359209825941</c:v>
                </c:pt>
                <c:pt idx="21">
                  <c:v>15.040542933752537</c:v>
                </c:pt>
                <c:pt idx="22">
                  <c:v>15.09926872584183</c:v>
                </c:pt>
                <c:pt idx="23">
                  <c:v>15.063445412291042</c:v>
                </c:pt>
                <c:pt idx="24">
                  <c:v>14.973763342436943</c:v>
                </c:pt>
                <c:pt idx="25">
                  <c:v>14.857105547236822</c:v>
                </c:pt>
                <c:pt idx="26">
                  <c:v>14.810849886494966</c:v>
                </c:pt>
                <c:pt idx="27">
                  <c:v>14.794326738600171</c:v>
                </c:pt>
                <c:pt idx="28">
                  <c:v>14.745382608940783</c:v>
                </c:pt>
                <c:pt idx="29">
                  <c:v>14.796669634876974</c:v>
                </c:pt>
                <c:pt idx="30">
                  <c:v>14.820448979118064</c:v>
                </c:pt>
                <c:pt idx="31">
                  <c:v>14.849059375813571</c:v>
                </c:pt>
                <c:pt idx="32">
                  <c:v>14.900446392297901</c:v>
                </c:pt>
                <c:pt idx="33">
                  <c:v>14.916619324541465</c:v>
                </c:pt>
                <c:pt idx="34">
                  <c:v>14.951844684664959</c:v>
                </c:pt>
                <c:pt idx="35">
                  <c:v>15.010830982809257</c:v>
                </c:pt>
                <c:pt idx="36">
                  <c:v>15.125720620107227</c:v>
                </c:pt>
                <c:pt idx="37">
                  <c:v>15.274158827440857</c:v>
                </c:pt>
                <c:pt idx="38">
                  <c:v>15.438127407525329</c:v>
                </c:pt>
                <c:pt idx="39">
                  <c:v>15.589660513019496</c:v>
                </c:pt>
                <c:pt idx="40">
                  <c:v>15.755963366646938</c:v>
                </c:pt>
                <c:pt idx="41">
                  <c:v>15.927173053293471</c:v>
                </c:pt>
                <c:pt idx="42">
                  <c:v>16.080230890280689</c:v>
                </c:pt>
                <c:pt idx="43">
                  <c:v>16.283841825897063</c:v>
                </c:pt>
                <c:pt idx="44">
                  <c:v>16.445422903639283</c:v>
                </c:pt>
                <c:pt idx="45">
                  <c:v>16.592545646597252</c:v>
                </c:pt>
                <c:pt idx="46">
                  <c:v>16.709661275799796</c:v>
                </c:pt>
                <c:pt idx="47">
                  <c:v>16.807050079843201</c:v>
                </c:pt>
                <c:pt idx="48">
                  <c:v>16.929017655047527</c:v>
                </c:pt>
                <c:pt idx="49">
                  <c:v>17.072368615238684</c:v>
                </c:pt>
                <c:pt idx="50">
                  <c:v>17.171390100769905</c:v>
                </c:pt>
                <c:pt idx="51">
                  <c:v>17.261127886750341</c:v>
                </c:pt>
                <c:pt idx="52">
                  <c:v>17.330302110745745</c:v>
                </c:pt>
                <c:pt idx="53">
                  <c:v>17.369178701184126</c:v>
                </c:pt>
                <c:pt idx="54">
                  <c:v>17.435536276007078</c:v>
                </c:pt>
                <c:pt idx="55">
                  <c:v>17.490425614825796</c:v>
                </c:pt>
                <c:pt idx="56">
                  <c:v>17.508870305791991</c:v>
                </c:pt>
                <c:pt idx="57">
                  <c:v>17.498577083094965</c:v>
                </c:pt>
                <c:pt idx="58">
                  <c:v>17.462980116307421</c:v>
                </c:pt>
                <c:pt idx="59">
                  <c:v>17.431869292620764</c:v>
                </c:pt>
                <c:pt idx="60">
                  <c:v>17.451796098876219</c:v>
                </c:pt>
                <c:pt idx="61">
                  <c:v>17.472994426729151</c:v>
                </c:pt>
                <c:pt idx="62">
                  <c:v>17.495791276778153</c:v>
                </c:pt>
                <c:pt idx="63">
                  <c:v>17.48139728085404</c:v>
                </c:pt>
                <c:pt idx="64">
                  <c:v>17.482983863880193</c:v>
                </c:pt>
                <c:pt idx="65">
                  <c:v>17.471966663184411</c:v>
                </c:pt>
                <c:pt idx="66">
                  <c:v>17.447968599983078</c:v>
                </c:pt>
                <c:pt idx="67">
                  <c:v>17.405753684975046</c:v>
                </c:pt>
                <c:pt idx="68">
                  <c:v>17.421299479153706</c:v>
                </c:pt>
                <c:pt idx="69">
                  <c:v>17.475586221534613</c:v>
                </c:pt>
                <c:pt idx="70">
                  <c:v>17.427124467504722</c:v>
                </c:pt>
                <c:pt idx="71">
                  <c:v>17.43183745483428</c:v>
                </c:pt>
                <c:pt idx="72">
                  <c:v>17.477084919004341</c:v>
                </c:pt>
                <c:pt idx="73">
                  <c:v>17.546131791853835</c:v>
                </c:pt>
                <c:pt idx="74">
                  <c:v>17.539930056362827</c:v>
                </c:pt>
                <c:pt idx="75">
                  <c:v>17.523441399403364</c:v>
                </c:pt>
                <c:pt idx="76">
                  <c:v>17.540138991836592</c:v>
                </c:pt>
                <c:pt idx="77">
                  <c:v>17.474969032777988</c:v>
                </c:pt>
                <c:pt idx="78">
                  <c:v>17.436835324024091</c:v>
                </c:pt>
                <c:pt idx="79">
                  <c:v>17.478847604786946</c:v>
                </c:pt>
                <c:pt idx="80">
                  <c:v>17.449427168576094</c:v>
                </c:pt>
                <c:pt idx="81">
                  <c:v>17.43642275937432</c:v>
                </c:pt>
                <c:pt idx="82">
                  <c:v>17.474568738941752</c:v>
                </c:pt>
                <c:pt idx="83">
                  <c:v>17.446215200221545</c:v>
                </c:pt>
                <c:pt idx="84">
                  <c:v>17.381990425449001</c:v>
                </c:pt>
                <c:pt idx="85">
                  <c:v>17.306802507888971</c:v>
                </c:pt>
                <c:pt idx="86">
                  <c:v>17.288863241783112</c:v>
                </c:pt>
                <c:pt idx="87">
                  <c:v>17.261262865699269</c:v>
                </c:pt>
                <c:pt idx="88">
                  <c:v>17.238654057576653</c:v>
                </c:pt>
                <c:pt idx="89">
                  <c:v>17.248274707034323</c:v>
                </c:pt>
                <c:pt idx="90">
                  <c:v>17.247247275133201</c:v>
                </c:pt>
                <c:pt idx="91">
                  <c:v>17.199429572992265</c:v>
                </c:pt>
                <c:pt idx="92">
                  <c:v>17.190498078954402</c:v>
                </c:pt>
                <c:pt idx="93">
                  <c:v>17.206572844689642</c:v>
                </c:pt>
                <c:pt idx="94">
                  <c:v>17.184909220853086</c:v>
                </c:pt>
                <c:pt idx="95">
                  <c:v>17.157708475318255</c:v>
                </c:pt>
                <c:pt idx="96">
                  <c:v>17.124402170939067</c:v>
                </c:pt>
                <c:pt idx="97">
                  <c:v>17.108120791235319</c:v>
                </c:pt>
                <c:pt idx="98">
                  <c:v>17.119459354588379</c:v>
                </c:pt>
                <c:pt idx="99">
                  <c:v>17.118483327446661</c:v>
                </c:pt>
                <c:pt idx="100">
                  <c:v>17.031697832874833</c:v>
                </c:pt>
                <c:pt idx="101">
                  <c:v>16.97087671646295</c:v>
                </c:pt>
                <c:pt idx="102">
                  <c:v>16.92028746868041</c:v>
                </c:pt>
                <c:pt idx="103">
                  <c:v>16.890955912956812</c:v>
                </c:pt>
                <c:pt idx="104">
                  <c:v>16.872679365300463</c:v>
                </c:pt>
                <c:pt idx="105">
                  <c:v>16.814878195593455</c:v>
                </c:pt>
                <c:pt idx="106">
                  <c:v>16.818375709095488</c:v>
                </c:pt>
                <c:pt idx="107">
                  <c:v>16.847199850097095</c:v>
                </c:pt>
                <c:pt idx="108">
                  <c:v>16.829992853080221</c:v>
                </c:pt>
                <c:pt idx="109">
                  <c:v>16.761162211863891</c:v>
                </c:pt>
                <c:pt idx="110">
                  <c:v>16.689313613804327</c:v>
                </c:pt>
                <c:pt idx="111">
                  <c:v>16.605966931815729</c:v>
                </c:pt>
                <c:pt idx="112">
                  <c:v>16.547497500236297</c:v>
                </c:pt>
                <c:pt idx="113">
                  <c:v>16.50198671104058</c:v>
                </c:pt>
                <c:pt idx="114">
                  <c:v>16.475088424477285</c:v>
                </c:pt>
                <c:pt idx="115">
                  <c:v>16.420510499007552</c:v>
                </c:pt>
                <c:pt idx="116">
                  <c:v>16.368270992625906</c:v>
                </c:pt>
                <c:pt idx="117">
                  <c:v>16.347421885493411</c:v>
                </c:pt>
                <c:pt idx="118">
                  <c:v>16.351245736306844</c:v>
                </c:pt>
                <c:pt idx="119">
                  <c:v>16.30982610267354</c:v>
                </c:pt>
                <c:pt idx="120">
                  <c:v>16.271989878237044</c:v>
                </c:pt>
                <c:pt idx="121">
                  <c:v>16.280958516359153</c:v>
                </c:pt>
                <c:pt idx="122">
                  <c:v>16.256788661768283</c:v>
                </c:pt>
                <c:pt idx="123">
                  <c:v>16.222072540406636</c:v>
                </c:pt>
                <c:pt idx="124">
                  <c:v>16.176570042301144</c:v>
                </c:pt>
                <c:pt idx="125">
                  <c:v>16.152996482919516</c:v>
                </c:pt>
                <c:pt idx="126">
                  <c:v>16.124793178754238</c:v>
                </c:pt>
                <c:pt idx="127">
                  <c:v>16.08814224857683</c:v>
                </c:pt>
                <c:pt idx="128">
                  <c:v>16.085093117234347</c:v>
                </c:pt>
                <c:pt idx="129">
                  <c:v>16.088341566385921</c:v>
                </c:pt>
                <c:pt idx="130">
                  <c:v>16.079903226394858</c:v>
                </c:pt>
                <c:pt idx="131">
                  <c:v>16.065373588234607</c:v>
                </c:pt>
                <c:pt idx="132">
                  <c:v>16.044939698900766</c:v>
                </c:pt>
                <c:pt idx="133">
                  <c:v>16.003891506109696</c:v>
                </c:pt>
                <c:pt idx="134">
                  <c:v>16.001064907628965</c:v>
                </c:pt>
                <c:pt idx="135">
                  <c:v>16.002238594361728</c:v>
                </c:pt>
                <c:pt idx="136">
                  <c:v>15.976767038604979</c:v>
                </c:pt>
                <c:pt idx="137">
                  <c:v>15.938761344284201</c:v>
                </c:pt>
                <c:pt idx="138">
                  <c:v>15.928273446788619</c:v>
                </c:pt>
                <c:pt idx="139">
                  <c:v>15.843036396227888</c:v>
                </c:pt>
                <c:pt idx="140">
                  <c:v>15.766651245238839</c:v>
                </c:pt>
                <c:pt idx="141">
                  <c:v>15.697807172456326</c:v>
                </c:pt>
                <c:pt idx="142">
                  <c:v>15.699314161016279</c:v>
                </c:pt>
                <c:pt idx="143">
                  <c:v>15.713430902883136</c:v>
                </c:pt>
                <c:pt idx="144">
                  <c:v>15.72045030569249</c:v>
                </c:pt>
                <c:pt idx="145">
                  <c:v>15.693794450607482</c:v>
                </c:pt>
                <c:pt idx="146">
                  <c:v>15.668656859965136</c:v>
                </c:pt>
                <c:pt idx="147">
                  <c:v>15.633944718326799</c:v>
                </c:pt>
                <c:pt idx="148">
                  <c:v>15.587127750776455</c:v>
                </c:pt>
                <c:pt idx="149">
                  <c:v>15.541254143472333</c:v>
                </c:pt>
                <c:pt idx="150">
                  <c:v>15.464861364680285</c:v>
                </c:pt>
                <c:pt idx="151">
                  <c:v>15.362077714046931</c:v>
                </c:pt>
                <c:pt idx="152">
                  <c:v>15.295784478084158</c:v>
                </c:pt>
                <c:pt idx="153">
                  <c:v>15.219419888998889</c:v>
                </c:pt>
                <c:pt idx="154">
                  <c:v>15.13862304889919</c:v>
                </c:pt>
                <c:pt idx="155">
                  <c:v>15.064925703540467</c:v>
                </c:pt>
                <c:pt idx="156">
                  <c:v>15.015145334520611</c:v>
                </c:pt>
                <c:pt idx="157">
                  <c:v>14.927351809198793</c:v>
                </c:pt>
                <c:pt idx="158">
                  <c:v>14.831769633716211</c:v>
                </c:pt>
                <c:pt idx="159">
                  <c:v>14.746074417509451</c:v>
                </c:pt>
                <c:pt idx="160">
                  <c:v>14.647957324100375</c:v>
                </c:pt>
                <c:pt idx="161">
                  <c:v>14.548733370145774</c:v>
                </c:pt>
                <c:pt idx="162">
                  <c:v>14.457208854221076</c:v>
                </c:pt>
                <c:pt idx="163">
                  <c:v>14.386597121001829</c:v>
                </c:pt>
                <c:pt idx="164">
                  <c:v>14.329869813301229</c:v>
                </c:pt>
                <c:pt idx="165">
                  <c:v>14.277344181395788</c:v>
                </c:pt>
                <c:pt idx="166">
                  <c:v>14.228491917016136</c:v>
                </c:pt>
                <c:pt idx="167">
                  <c:v>14.186416126502138</c:v>
                </c:pt>
                <c:pt idx="168">
                  <c:v>14.136806719762808</c:v>
                </c:pt>
                <c:pt idx="169">
                  <c:v>14.097660503070191</c:v>
                </c:pt>
                <c:pt idx="170">
                  <c:v>14.061930630106275</c:v>
                </c:pt>
                <c:pt idx="171">
                  <c:v>14.050265066154608</c:v>
                </c:pt>
                <c:pt idx="172">
                  <c:v>14.037421338281456</c:v>
                </c:pt>
                <c:pt idx="173">
                  <c:v>14.030425813811961</c:v>
                </c:pt>
                <c:pt idx="174">
                  <c:v>14.025198695977329</c:v>
                </c:pt>
                <c:pt idx="175">
                  <c:v>13.998578575491205</c:v>
                </c:pt>
                <c:pt idx="176">
                  <c:v>13.989523046743509</c:v>
                </c:pt>
                <c:pt idx="177">
                  <c:v>13.986306684111121</c:v>
                </c:pt>
                <c:pt idx="178">
                  <c:v>13.985252554899454</c:v>
                </c:pt>
                <c:pt idx="179">
                  <c:v>13.990845143991365</c:v>
                </c:pt>
                <c:pt idx="180">
                  <c:v>13.997448002427632</c:v>
                </c:pt>
                <c:pt idx="181">
                  <c:v>13.994282961643759</c:v>
                </c:pt>
                <c:pt idx="182">
                  <c:v>14.003204340551555</c:v>
                </c:pt>
                <c:pt idx="183">
                  <c:v>14.024652810596676</c:v>
                </c:pt>
                <c:pt idx="184">
                  <c:v>14.040368157570512</c:v>
                </c:pt>
                <c:pt idx="185">
                  <c:v>14.018292300727792</c:v>
                </c:pt>
                <c:pt idx="186">
                  <c:v>14.016382779737238</c:v>
                </c:pt>
                <c:pt idx="187">
                  <c:v>14.020523847662824</c:v>
                </c:pt>
                <c:pt idx="188">
                  <c:v>13.995093664446312</c:v>
                </c:pt>
                <c:pt idx="189">
                  <c:v>13.979598114274438</c:v>
                </c:pt>
                <c:pt idx="190">
                  <c:v>13.974385174204096</c:v>
                </c:pt>
                <c:pt idx="191">
                  <c:v>13.973930988281374</c:v>
                </c:pt>
                <c:pt idx="192">
                  <c:v>13.963044040613076</c:v>
                </c:pt>
                <c:pt idx="193">
                  <c:v>13.990923494794025</c:v>
                </c:pt>
                <c:pt idx="194">
                  <c:v>14.015385859048148</c:v>
                </c:pt>
                <c:pt idx="195">
                  <c:v>14.043719747884529</c:v>
                </c:pt>
                <c:pt idx="196">
                  <c:v>14.091413664048341</c:v>
                </c:pt>
                <c:pt idx="197">
                  <c:v>14.144105449401962</c:v>
                </c:pt>
                <c:pt idx="198">
                  <c:v>14.198594660206249</c:v>
                </c:pt>
                <c:pt idx="199">
                  <c:v>14.236158771061442</c:v>
                </c:pt>
                <c:pt idx="200">
                  <c:v>14.276029214485529</c:v>
                </c:pt>
                <c:pt idx="201">
                  <c:v>14.327246263620188</c:v>
                </c:pt>
                <c:pt idx="202">
                  <c:v>14.410235185065424</c:v>
                </c:pt>
                <c:pt idx="203">
                  <c:v>14.559928165994258</c:v>
                </c:pt>
                <c:pt idx="204">
                  <c:v>14.709759110664496</c:v>
                </c:pt>
                <c:pt idx="205">
                  <c:v>14.81748010552899</c:v>
                </c:pt>
                <c:pt idx="206">
                  <c:v>14.911619631311797</c:v>
                </c:pt>
                <c:pt idx="207">
                  <c:v>14.946851955951102</c:v>
                </c:pt>
                <c:pt idx="208">
                  <c:v>14.939239574368592</c:v>
                </c:pt>
                <c:pt idx="209">
                  <c:v>14.883833037341407</c:v>
                </c:pt>
                <c:pt idx="210">
                  <c:v>14.792809303266518</c:v>
                </c:pt>
                <c:pt idx="211">
                  <c:v>14.67576265593468</c:v>
                </c:pt>
                <c:pt idx="212">
                  <c:v>14.566089938430363</c:v>
                </c:pt>
                <c:pt idx="213">
                  <c:v>14.447235004319658</c:v>
                </c:pt>
                <c:pt idx="214">
                  <c:v>14.331096894655065</c:v>
                </c:pt>
                <c:pt idx="215">
                  <c:v>14.277261353404404</c:v>
                </c:pt>
                <c:pt idx="216">
                  <c:v>14.256474097805016</c:v>
                </c:pt>
                <c:pt idx="217">
                  <c:v>14.237050726548237</c:v>
                </c:pt>
                <c:pt idx="218">
                  <c:v>14.242802504572538</c:v>
                </c:pt>
                <c:pt idx="219">
                  <c:v>14.258765340589694</c:v>
                </c:pt>
                <c:pt idx="220">
                  <c:v>14.28661453229131</c:v>
                </c:pt>
                <c:pt idx="221">
                  <c:v>14.311473708123776</c:v>
                </c:pt>
                <c:pt idx="222">
                  <c:v>14.312451476394436</c:v>
                </c:pt>
                <c:pt idx="223">
                  <c:v>14.340143137381705</c:v>
                </c:pt>
                <c:pt idx="224">
                  <c:v>14.347431917712587</c:v>
                </c:pt>
                <c:pt idx="225">
                  <c:v>14.324810590043727</c:v>
                </c:pt>
                <c:pt idx="226">
                  <c:v>14.323862420965183</c:v>
                </c:pt>
                <c:pt idx="227">
                  <c:v>14.321357433874409</c:v>
                </c:pt>
                <c:pt idx="228">
                  <c:v>14.317797073908437</c:v>
                </c:pt>
                <c:pt idx="229">
                  <c:v>14.314644303938101</c:v>
                </c:pt>
                <c:pt idx="230">
                  <c:v>14.292642071976612</c:v>
                </c:pt>
                <c:pt idx="231">
                  <c:v>14.271913102741532</c:v>
                </c:pt>
                <c:pt idx="232">
                  <c:v>14.319321307936065</c:v>
                </c:pt>
                <c:pt idx="233">
                  <c:v>14.324013899183658</c:v>
                </c:pt>
                <c:pt idx="234">
                  <c:v>14.317592366890691</c:v>
                </c:pt>
                <c:pt idx="235">
                  <c:v>14.321381643857878</c:v>
                </c:pt>
                <c:pt idx="236">
                  <c:v>14.316337676206395</c:v>
                </c:pt>
                <c:pt idx="237">
                  <c:v>14.283015618755773</c:v>
                </c:pt>
                <c:pt idx="238">
                  <c:v>14.245812833612742</c:v>
                </c:pt>
                <c:pt idx="239">
                  <c:v>14.21542466135042</c:v>
                </c:pt>
                <c:pt idx="240">
                  <c:v>14.168717716567423</c:v>
                </c:pt>
                <c:pt idx="241">
                  <c:v>14.137045503161392</c:v>
                </c:pt>
                <c:pt idx="242">
                  <c:v>14.106216079077102</c:v>
                </c:pt>
                <c:pt idx="243">
                  <c:v>14.07029667179056</c:v>
                </c:pt>
                <c:pt idx="244">
                  <c:v>14.042654923166467</c:v>
                </c:pt>
                <c:pt idx="245">
                  <c:v>14.02886269457116</c:v>
                </c:pt>
                <c:pt idx="246">
                  <c:v>14.006126866946243</c:v>
                </c:pt>
                <c:pt idx="247">
                  <c:v>13.988589387072864</c:v>
                </c:pt>
                <c:pt idx="248">
                  <c:v>13.974377960955598</c:v>
                </c:pt>
                <c:pt idx="249">
                  <c:v>13.962325286001157</c:v>
                </c:pt>
                <c:pt idx="250">
                  <c:v>13.94476500562965</c:v>
                </c:pt>
                <c:pt idx="251">
                  <c:v>13.982706775644756</c:v>
                </c:pt>
                <c:pt idx="252">
                  <c:v>13.996005103995145</c:v>
                </c:pt>
                <c:pt idx="253">
                  <c:v>14.022447463506767</c:v>
                </c:pt>
                <c:pt idx="254">
                  <c:v>14.039827744309409</c:v>
                </c:pt>
                <c:pt idx="255">
                  <c:v>14.024810507132825</c:v>
                </c:pt>
                <c:pt idx="256">
                  <c:v>14.030178076035931</c:v>
                </c:pt>
                <c:pt idx="257">
                  <c:v>14.019962043388933</c:v>
                </c:pt>
                <c:pt idx="258">
                  <c:v>14.009903873099889</c:v>
                </c:pt>
                <c:pt idx="259">
                  <c:v>14</c:v>
                </c:pt>
                <c:pt idx="260">
                  <c:v>13.917117701975103</c:v>
                </c:pt>
                <c:pt idx="261">
                  <c:v>13.872606403706449</c:v>
                </c:pt>
                <c:pt idx="262">
                  <c:v>13.888753219015781</c:v>
                </c:pt>
                <c:pt idx="263">
                  <c:v>13.901683837514529</c:v>
                </c:pt>
                <c:pt idx="264">
                  <c:v>13.890582565163824</c:v>
                </c:pt>
                <c:pt idx="265">
                  <c:v>13.88984772583686</c:v>
                </c:pt>
                <c:pt idx="266">
                  <c:v>13.883770854164698</c:v>
                </c:pt>
                <c:pt idx="267">
                  <c:v>13.877204476525437</c:v>
                </c:pt>
                <c:pt idx="268">
                  <c:v>13.833353646504394</c:v>
                </c:pt>
                <c:pt idx="269">
                  <c:v>13.830825361450078</c:v>
                </c:pt>
                <c:pt idx="270">
                  <c:v>13.82659135040303</c:v>
                </c:pt>
                <c:pt idx="271">
                  <c:v>13.843345322249805</c:v>
                </c:pt>
                <c:pt idx="272">
                  <c:v>13.833797966029746</c:v>
                </c:pt>
                <c:pt idx="273">
                  <c:v>13.821789482586222</c:v>
                </c:pt>
                <c:pt idx="274">
                  <c:v>13.812998937082233</c:v>
                </c:pt>
                <c:pt idx="275">
                  <c:v>13.783011473210658</c:v>
                </c:pt>
                <c:pt idx="276">
                  <c:v>13.757799345667159</c:v>
                </c:pt>
                <c:pt idx="277">
                  <c:v>13.781713751768075</c:v>
                </c:pt>
                <c:pt idx="278">
                  <c:v>13.847477601619747</c:v>
                </c:pt>
                <c:pt idx="279">
                  <c:v>13.888034630225667</c:v>
                </c:pt>
                <c:pt idx="280">
                  <c:v>13.876392861702957</c:v>
                </c:pt>
                <c:pt idx="281">
                  <c:v>13.86828749189546</c:v>
                </c:pt>
                <c:pt idx="282">
                  <c:v>13.839673032565743</c:v>
                </c:pt>
                <c:pt idx="283">
                  <c:v>13.874656127032768</c:v>
                </c:pt>
                <c:pt idx="284">
                  <c:v>13.894609050222449</c:v>
                </c:pt>
                <c:pt idx="285">
                  <c:v>13.812792820579149</c:v>
                </c:pt>
                <c:pt idx="286">
                  <c:v>13.801772966734488</c:v>
                </c:pt>
                <c:pt idx="287">
                  <c:v>13.94604009239591</c:v>
                </c:pt>
                <c:pt idx="288">
                  <c:v>14.000795530107435</c:v>
                </c:pt>
                <c:pt idx="289">
                  <c:v>14.09838290576181</c:v>
                </c:pt>
                <c:pt idx="290">
                  <c:v>14.103188587480123</c:v>
                </c:pt>
                <c:pt idx="291">
                  <c:v>14.264147667633409</c:v>
                </c:pt>
                <c:pt idx="292">
                  <c:v>14.343542567286342</c:v>
                </c:pt>
                <c:pt idx="293">
                  <c:v>14.403492538847903</c:v>
                </c:pt>
                <c:pt idx="294">
                  <c:v>14.457297900530131</c:v>
                </c:pt>
                <c:pt idx="295">
                  <c:v>14.434875641937662</c:v>
                </c:pt>
                <c:pt idx="296">
                  <c:v>14.468025907998745</c:v>
                </c:pt>
                <c:pt idx="297">
                  <c:v>14.405603118776501</c:v>
                </c:pt>
                <c:pt idx="298">
                  <c:v>14.373908270694146</c:v>
                </c:pt>
                <c:pt idx="299">
                  <c:v>14.506289455225625</c:v>
                </c:pt>
                <c:pt idx="300">
                  <c:v>14.65313195933386</c:v>
                </c:pt>
                <c:pt idx="301">
                  <c:v>14.620235732277381</c:v>
                </c:pt>
                <c:pt idx="302">
                  <c:v>14.515823379879514</c:v>
                </c:pt>
                <c:pt idx="303">
                  <c:v>14.622424911741344</c:v>
                </c:pt>
                <c:pt idx="304">
                  <c:v>14.797495095820123</c:v>
                </c:pt>
                <c:pt idx="305">
                  <c:v>14.861571294255771</c:v>
                </c:pt>
                <c:pt idx="306">
                  <c:v>14.774284354546918</c:v>
                </c:pt>
                <c:pt idx="307">
                  <c:v>14.81385092951413</c:v>
                </c:pt>
                <c:pt idx="308">
                  <c:v>14.857881759104025</c:v>
                </c:pt>
                <c:pt idx="309">
                  <c:v>15.072285041049188</c:v>
                </c:pt>
                <c:pt idx="310">
                  <c:v>15.49824792681288</c:v>
                </c:pt>
                <c:pt idx="311">
                  <c:v>15.565454343453439</c:v>
                </c:pt>
                <c:pt idx="312">
                  <c:v>15.598200667598588</c:v>
                </c:pt>
                <c:pt idx="313">
                  <c:v>15.724956347409952</c:v>
                </c:pt>
                <c:pt idx="314">
                  <c:v>15.66531074177068</c:v>
                </c:pt>
                <c:pt idx="315">
                  <c:v>15.640187080159922</c:v>
                </c:pt>
                <c:pt idx="316">
                  <c:v>15.605979865916481</c:v>
                </c:pt>
                <c:pt idx="317">
                  <c:v>15.779725797063959</c:v>
                </c:pt>
                <c:pt idx="318">
                  <c:v>15.958544880500519</c:v>
                </c:pt>
                <c:pt idx="319">
                  <c:v>15.937890779810202</c:v>
                </c:pt>
                <c:pt idx="320">
                  <c:v>15.805464160104263</c:v>
                </c:pt>
                <c:pt idx="321">
                  <c:v>15.87187512954829</c:v>
                </c:pt>
                <c:pt idx="322">
                  <c:v>15.976047703616739</c:v>
                </c:pt>
                <c:pt idx="323">
                  <c:v>15.872643547790673</c:v>
                </c:pt>
                <c:pt idx="324">
                  <c:v>15.725429105374776</c:v>
                </c:pt>
                <c:pt idx="325">
                  <c:v>15.667277222551094</c:v>
                </c:pt>
                <c:pt idx="326">
                  <c:v>15.691918840175976</c:v>
                </c:pt>
                <c:pt idx="327">
                  <c:v>15.915124109329636</c:v>
                </c:pt>
                <c:pt idx="328">
                  <c:v>16.168382756522178</c:v>
                </c:pt>
                <c:pt idx="329">
                  <c:v>16.33379763438613</c:v>
                </c:pt>
                <c:pt idx="330">
                  <c:v>16.550354941572685</c:v>
                </c:pt>
                <c:pt idx="331">
                  <c:v>16.631180468844569</c:v>
                </c:pt>
                <c:pt idx="332">
                  <c:v>16.651668747730312</c:v>
                </c:pt>
                <c:pt idx="333">
                  <c:v>16.677902752144497</c:v>
                </c:pt>
                <c:pt idx="334">
                  <c:v>16.65316346547673</c:v>
                </c:pt>
                <c:pt idx="335">
                  <c:v>16.597586961099864</c:v>
                </c:pt>
                <c:pt idx="336">
                  <c:v>16.548855580815751</c:v>
                </c:pt>
                <c:pt idx="337">
                  <c:v>16.511704863719348</c:v>
                </c:pt>
                <c:pt idx="338">
                  <c:v>16.431277308778444</c:v>
                </c:pt>
                <c:pt idx="339">
                  <c:v>16.323628114755326</c:v>
                </c:pt>
                <c:pt idx="340">
                  <c:v>16.21512394350783</c:v>
                </c:pt>
                <c:pt idx="341">
                  <c:v>16.194339506879121</c:v>
                </c:pt>
                <c:pt idx="342">
                  <c:v>16.132356311260789</c:v>
                </c:pt>
                <c:pt idx="343">
                  <c:v>16.006813949593489</c:v>
                </c:pt>
                <c:pt idx="344">
                  <c:v>15.925779155204237</c:v>
                </c:pt>
                <c:pt idx="345">
                  <c:v>15.847672442240125</c:v>
                </c:pt>
                <c:pt idx="346">
                  <c:v>15.78716605561331</c:v>
                </c:pt>
                <c:pt idx="347">
                  <c:v>15.730280056445745</c:v>
                </c:pt>
                <c:pt idx="348">
                  <c:v>15.6382423220359</c:v>
                </c:pt>
                <c:pt idx="349">
                  <c:v>15.471386286868409</c:v>
                </c:pt>
                <c:pt idx="350">
                  <c:v>15.366541139560603</c:v>
                </c:pt>
                <c:pt idx="351">
                  <c:v>15.255632220503205</c:v>
                </c:pt>
                <c:pt idx="352">
                  <c:v>15.161650391256545</c:v>
                </c:pt>
                <c:pt idx="353">
                  <c:v>15.082772938544789</c:v>
                </c:pt>
                <c:pt idx="354">
                  <c:v>14.974360466755211</c:v>
                </c:pt>
                <c:pt idx="355">
                  <c:v>14.87642428493492</c:v>
                </c:pt>
                <c:pt idx="356">
                  <c:v>14.832849299485778</c:v>
                </c:pt>
                <c:pt idx="357">
                  <c:v>14.741262932027988</c:v>
                </c:pt>
                <c:pt idx="358">
                  <c:v>14.622058279731435</c:v>
                </c:pt>
                <c:pt idx="359">
                  <c:v>14.606524093079095</c:v>
                </c:pt>
                <c:pt idx="360">
                  <c:v>14.605174469411681</c:v>
                </c:pt>
                <c:pt idx="361">
                  <c:v>14.598101506159452</c:v>
                </c:pt>
                <c:pt idx="362">
                  <c:v>14.574722953220011</c:v>
                </c:pt>
                <c:pt idx="363">
                  <c:v>14.520731207829442</c:v>
                </c:pt>
                <c:pt idx="364">
                  <c:v>14.512229523909017</c:v>
                </c:pt>
                <c:pt idx="365">
                  <c:v>14.488722624892837</c:v>
                </c:pt>
                <c:pt idx="366">
                  <c:v>14.414673737308414</c:v>
                </c:pt>
                <c:pt idx="367">
                  <c:v>14.38627036913592</c:v>
                </c:pt>
                <c:pt idx="368">
                  <c:v>14.383893645210984</c:v>
                </c:pt>
                <c:pt idx="369">
                  <c:v>14.30066295557468</c:v>
                </c:pt>
                <c:pt idx="370">
                  <c:v>14.295304506870826</c:v>
                </c:pt>
                <c:pt idx="371">
                  <c:v>14.244045587730515</c:v>
                </c:pt>
                <c:pt idx="372">
                  <c:v>14.18489197538541</c:v>
                </c:pt>
                <c:pt idx="373">
                  <c:v>14.136805890653784</c:v>
                </c:pt>
                <c:pt idx="374">
                  <c:v>14.085784925803035</c:v>
                </c:pt>
                <c:pt idx="375">
                  <c:v>14.104171496226725</c:v>
                </c:pt>
                <c:pt idx="376">
                  <c:v>14.062072076105576</c:v>
                </c:pt>
                <c:pt idx="377">
                  <c:v>14.019198682711584</c:v>
                </c:pt>
                <c:pt idx="378">
                  <c:v>13.988314288699078</c:v>
                </c:pt>
                <c:pt idx="379">
                  <c:v>13.929223688639714</c:v>
                </c:pt>
                <c:pt idx="380">
                  <c:v>13.88179483863051</c:v>
                </c:pt>
                <c:pt idx="381">
                  <c:v>13.823515853393626</c:v>
                </c:pt>
                <c:pt idx="382">
                  <c:v>13.763340861643261</c:v>
                </c:pt>
                <c:pt idx="383">
                  <c:v>13.731745589554553</c:v>
                </c:pt>
                <c:pt idx="384">
                  <c:v>13.707513468876076</c:v>
                </c:pt>
                <c:pt idx="385">
                  <c:v>13.684223672057534</c:v>
                </c:pt>
                <c:pt idx="386">
                  <c:v>13.672811442367802</c:v>
                </c:pt>
                <c:pt idx="387">
                  <c:v>13.663607793293171</c:v>
                </c:pt>
                <c:pt idx="388">
                  <c:v>13.65250780606145</c:v>
                </c:pt>
                <c:pt idx="389">
                  <c:v>13.639452448110212</c:v>
                </c:pt>
                <c:pt idx="390">
                  <c:v>13.63110688541879</c:v>
                </c:pt>
                <c:pt idx="391">
                  <c:v>13.65513417471317</c:v>
                </c:pt>
                <c:pt idx="392">
                  <c:v>13.716086041617956</c:v>
                </c:pt>
                <c:pt idx="393">
                  <c:v>13.721836575978722</c:v>
                </c:pt>
                <c:pt idx="394">
                  <c:v>13.75966202199792</c:v>
                </c:pt>
                <c:pt idx="395">
                  <c:v>13.788693606077038</c:v>
                </c:pt>
                <c:pt idx="396">
                  <c:v>13.77851455169246</c:v>
                </c:pt>
                <c:pt idx="397">
                  <c:v>13.775632237085384</c:v>
                </c:pt>
                <c:pt idx="398">
                  <c:v>13.749625906008886</c:v>
                </c:pt>
                <c:pt idx="399">
                  <c:v>13.738613928699939</c:v>
                </c:pt>
                <c:pt idx="400">
                  <c:v>13.76722855385146</c:v>
                </c:pt>
                <c:pt idx="401">
                  <c:v>13.733168257726881</c:v>
                </c:pt>
                <c:pt idx="402">
                  <c:v>13.742905148269566</c:v>
                </c:pt>
                <c:pt idx="403">
                  <c:v>13.732768295534253</c:v>
                </c:pt>
                <c:pt idx="404">
                  <c:v>13.712263766111661</c:v>
                </c:pt>
                <c:pt idx="405">
                  <c:v>13.677404540532653</c:v>
                </c:pt>
                <c:pt idx="406">
                  <c:v>13.627060916298127</c:v>
                </c:pt>
                <c:pt idx="407">
                  <c:v>13.588217946230621</c:v>
                </c:pt>
                <c:pt idx="408">
                  <c:v>13.558758541895708</c:v>
                </c:pt>
                <c:pt idx="409">
                  <c:v>13.542165665932076</c:v>
                </c:pt>
                <c:pt idx="410">
                  <c:v>13.519913996521058</c:v>
                </c:pt>
                <c:pt idx="411">
                  <c:v>13.497444727446991</c:v>
                </c:pt>
                <c:pt idx="412">
                  <c:v>13.476393815178334</c:v>
                </c:pt>
                <c:pt idx="413">
                  <c:v>13.460721042952823</c:v>
                </c:pt>
                <c:pt idx="414">
                  <c:v>13.46034056482223</c:v>
                </c:pt>
                <c:pt idx="415">
                  <c:v>13.454168055424281</c:v>
                </c:pt>
                <c:pt idx="416">
                  <c:v>13.455691004332923</c:v>
                </c:pt>
                <c:pt idx="417">
                  <c:v>13.448283205401811</c:v>
                </c:pt>
                <c:pt idx="418">
                  <c:v>13.42973777768934</c:v>
                </c:pt>
                <c:pt idx="419">
                  <c:v>13.400010529684591</c:v>
                </c:pt>
                <c:pt idx="420">
                  <c:v>13.401666923690463</c:v>
                </c:pt>
                <c:pt idx="421">
                  <c:v>13.398090769197605</c:v>
                </c:pt>
                <c:pt idx="422">
                  <c:v>13.395709070618532</c:v>
                </c:pt>
                <c:pt idx="423">
                  <c:v>13.384573390243377</c:v>
                </c:pt>
                <c:pt idx="424">
                  <c:v>13.377885838320424</c:v>
                </c:pt>
                <c:pt idx="425">
                  <c:v>13.397129417285598</c:v>
                </c:pt>
                <c:pt idx="426">
                  <c:v>13.410272287694198</c:v>
                </c:pt>
                <c:pt idx="427">
                  <c:v>13.409645771461072</c:v>
                </c:pt>
                <c:pt idx="428">
                  <c:v>13.425867704047876</c:v>
                </c:pt>
                <c:pt idx="429">
                  <c:v>13.457079264480804</c:v>
                </c:pt>
                <c:pt idx="430">
                  <c:v>13.450900536765181</c:v>
                </c:pt>
                <c:pt idx="431">
                  <c:v>13.490184427011046</c:v>
                </c:pt>
                <c:pt idx="432">
                  <c:v>13.54319069341704</c:v>
                </c:pt>
                <c:pt idx="433">
                  <c:v>13.57034927875806</c:v>
                </c:pt>
                <c:pt idx="434">
                  <c:v>13.623445088938524</c:v>
                </c:pt>
                <c:pt idx="435">
                  <c:v>13.773591799780121</c:v>
                </c:pt>
                <c:pt idx="436">
                  <c:v>13.787045171517782</c:v>
                </c:pt>
                <c:pt idx="437">
                  <c:v>13.800625894401358</c:v>
                </c:pt>
                <c:pt idx="438">
                  <c:v>13.926061632648324</c:v>
                </c:pt>
                <c:pt idx="439">
                  <c:v>13.974649494160584</c:v>
                </c:pt>
                <c:pt idx="440">
                  <c:v>13.894143588417016</c:v>
                </c:pt>
                <c:pt idx="441">
                  <c:v>13.939953188504569</c:v>
                </c:pt>
                <c:pt idx="442">
                  <c:v>14.033953258149726</c:v>
                </c:pt>
                <c:pt idx="443">
                  <c:v>14.057953477034509</c:v>
                </c:pt>
                <c:pt idx="444">
                  <c:v>14.128402704885277</c:v>
                </c:pt>
                <c:pt idx="445">
                  <c:v>14.121161100857796</c:v>
                </c:pt>
                <c:pt idx="446">
                  <c:v>14.031166622723887</c:v>
                </c:pt>
                <c:pt idx="447">
                  <c:v>14.032267182040835</c:v>
                </c:pt>
                <c:pt idx="448">
                  <c:v>14.062945127906648</c:v>
                </c:pt>
                <c:pt idx="449">
                  <c:v>14.105189393374093</c:v>
                </c:pt>
                <c:pt idx="450">
                  <c:v>14.144262482650893</c:v>
                </c:pt>
                <c:pt idx="451">
                  <c:v>14.167135610729998</c:v>
                </c:pt>
                <c:pt idx="452">
                  <c:v>14.161234261437974</c:v>
                </c:pt>
                <c:pt idx="453">
                  <c:v>14.164691314419699</c:v>
                </c:pt>
                <c:pt idx="454">
                  <c:v>14.19948354798966</c:v>
                </c:pt>
                <c:pt idx="455">
                  <c:v>14.260838030235947</c:v>
                </c:pt>
                <c:pt idx="456">
                  <c:v>14.28716796256407</c:v>
                </c:pt>
                <c:pt idx="457">
                  <c:v>14.314308846427451</c:v>
                </c:pt>
                <c:pt idx="458">
                  <c:v>14.339497924740115</c:v>
                </c:pt>
                <c:pt idx="459">
                  <c:v>14.359446785295585</c:v>
                </c:pt>
                <c:pt idx="460">
                  <c:v>14.406381486327163</c:v>
                </c:pt>
                <c:pt idx="461">
                  <c:v>14.434825397930876</c:v>
                </c:pt>
                <c:pt idx="462">
                  <c:v>14.441139892248991</c:v>
                </c:pt>
                <c:pt idx="463">
                  <c:v>14.444131649247087</c:v>
                </c:pt>
                <c:pt idx="464">
                  <c:v>14.45932258476396</c:v>
                </c:pt>
                <c:pt idx="465">
                  <c:v>14.489458707883333</c:v>
                </c:pt>
                <c:pt idx="466">
                  <c:v>14.520352470827799</c:v>
                </c:pt>
                <c:pt idx="467">
                  <c:v>14.545798324204842</c:v>
                </c:pt>
                <c:pt idx="468">
                  <c:v>14.590539866049147</c:v>
                </c:pt>
                <c:pt idx="469">
                  <c:v>14.631347783045383</c:v>
                </c:pt>
                <c:pt idx="470">
                  <c:v>14.642576406542002</c:v>
                </c:pt>
                <c:pt idx="471">
                  <c:v>14.669557106542168</c:v>
                </c:pt>
                <c:pt idx="472">
                  <c:v>14.727774986444068</c:v>
                </c:pt>
                <c:pt idx="473">
                  <c:v>14.765801905955813</c:v>
                </c:pt>
                <c:pt idx="474">
                  <c:v>14.802424480604644</c:v>
                </c:pt>
                <c:pt idx="475">
                  <c:v>14.788770381572551</c:v>
                </c:pt>
                <c:pt idx="476">
                  <c:v>14.765544882158732</c:v>
                </c:pt>
                <c:pt idx="477">
                  <c:v>14.772182894817576</c:v>
                </c:pt>
                <c:pt idx="478">
                  <c:v>14.789587551425491</c:v>
                </c:pt>
                <c:pt idx="479">
                  <c:v>14.808772968392713</c:v>
                </c:pt>
                <c:pt idx="480">
                  <c:v>14.844347715058445</c:v>
                </c:pt>
                <c:pt idx="481">
                  <c:v>14.885932673030913</c:v>
                </c:pt>
                <c:pt idx="482">
                  <c:v>14.929530210245472</c:v>
                </c:pt>
                <c:pt idx="483">
                  <c:v>14.947186584352728</c:v>
                </c:pt>
                <c:pt idx="484">
                  <c:v>14.940388222008856</c:v>
                </c:pt>
                <c:pt idx="485">
                  <c:v>14.935610232531914</c:v>
                </c:pt>
                <c:pt idx="486">
                  <c:v>14.929375332679989</c:v>
                </c:pt>
                <c:pt idx="487">
                  <c:v>14.926920009219689</c:v>
                </c:pt>
                <c:pt idx="488">
                  <c:v>14.918938342478402</c:v>
                </c:pt>
                <c:pt idx="489">
                  <c:v>14.929386608562714</c:v>
                </c:pt>
                <c:pt idx="490">
                  <c:v>14.922035562144217</c:v>
                </c:pt>
                <c:pt idx="491">
                  <c:v>14.894404177382896</c:v>
                </c:pt>
                <c:pt idx="492">
                  <c:v>14.891842893789473</c:v>
                </c:pt>
                <c:pt idx="493">
                  <c:v>14.877951337933229</c:v>
                </c:pt>
                <c:pt idx="494">
                  <c:v>14.924390729234554</c:v>
                </c:pt>
                <c:pt idx="495">
                  <c:v>14.868954510104357</c:v>
                </c:pt>
                <c:pt idx="496">
                  <c:v>14.786669087665009</c:v>
                </c:pt>
                <c:pt idx="497">
                  <c:v>14.786763606093624</c:v>
                </c:pt>
                <c:pt idx="498">
                  <c:v>14.81652082638954</c:v>
                </c:pt>
                <c:pt idx="499">
                  <c:v>14.819599639835033</c:v>
                </c:pt>
                <c:pt idx="500">
                  <c:v>14.819466650747776</c:v>
                </c:pt>
                <c:pt idx="501">
                  <c:v>14.834370880364544</c:v>
                </c:pt>
                <c:pt idx="502">
                  <c:v>14.838746088678189</c:v>
                </c:pt>
                <c:pt idx="503">
                  <c:v>14.843465708879918</c:v>
                </c:pt>
                <c:pt idx="504">
                  <c:v>14.84158844023036</c:v>
                </c:pt>
                <c:pt idx="505">
                  <c:v>14.84919286236625</c:v>
                </c:pt>
                <c:pt idx="506">
                  <c:v>14.862122320112363</c:v>
                </c:pt>
                <c:pt idx="507">
                  <c:v>14.889280283621618</c:v>
                </c:pt>
                <c:pt idx="508">
                  <c:v>14.914238455071409</c:v>
                </c:pt>
                <c:pt idx="509">
                  <c:v>14.943979922295901</c:v>
                </c:pt>
                <c:pt idx="510">
                  <c:v>14.959129236539836</c:v>
                </c:pt>
                <c:pt idx="511">
                  <c:v>14.979046590952436</c:v>
                </c:pt>
                <c:pt idx="512">
                  <c:v>15.03716895749489</c:v>
                </c:pt>
                <c:pt idx="513">
                  <c:v>15.082809419341793</c:v>
                </c:pt>
                <c:pt idx="514">
                  <c:v>15.14242733273969</c:v>
                </c:pt>
                <c:pt idx="515">
                  <c:v>15.197899701023289</c:v>
                </c:pt>
                <c:pt idx="516">
                  <c:v>15.231958173108016</c:v>
                </c:pt>
                <c:pt idx="517">
                  <c:v>15.292579805888987</c:v>
                </c:pt>
                <c:pt idx="518">
                  <c:v>15.246520146520139</c:v>
                </c:pt>
                <c:pt idx="519">
                  <c:v>15.152137360150036</c:v>
                </c:pt>
                <c:pt idx="520">
                  <c:v>15.166732663744877</c:v>
                </c:pt>
                <c:pt idx="521">
                  <c:v>15.331769799538026</c:v>
                </c:pt>
                <c:pt idx="522">
                  <c:v>15.526797632727913</c:v>
                </c:pt>
                <c:pt idx="523">
                  <c:v>15.496462025977651</c:v>
                </c:pt>
                <c:pt idx="524">
                  <c:v>15.429944433113294</c:v>
                </c:pt>
                <c:pt idx="525">
                  <c:v>15.389654377612729</c:v>
                </c:pt>
                <c:pt idx="526">
                  <c:v>15.299175699809464</c:v>
                </c:pt>
                <c:pt idx="527">
                  <c:v>15.27196434167915</c:v>
                </c:pt>
                <c:pt idx="528">
                  <c:v>15.272383373379295</c:v>
                </c:pt>
                <c:pt idx="529">
                  <c:v>15.241954906418471</c:v>
                </c:pt>
                <c:pt idx="530">
                  <c:v>15.216548352809109</c:v>
                </c:pt>
                <c:pt idx="531">
                  <c:v>15.191123890444851</c:v>
                </c:pt>
                <c:pt idx="532">
                  <c:v>15.167627935667769</c:v>
                </c:pt>
                <c:pt idx="533">
                  <c:v>15.156939062145041</c:v>
                </c:pt>
                <c:pt idx="534">
                  <c:v>15.113576826071174</c:v>
                </c:pt>
                <c:pt idx="535">
                  <c:v>15.086442740901765</c:v>
                </c:pt>
                <c:pt idx="536">
                  <c:v>15.060965547203672</c:v>
                </c:pt>
                <c:pt idx="537">
                  <c:v>15.048617294882568</c:v>
                </c:pt>
                <c:pt idx="538">
                  <c:v>15.058202292652277</c:v>
                </c:pt>
                <c:pt idx="539">
                  <c:v>15.067853287500183</c:v>
                </c:pt>
                <c:pt idx="540">
                  <c:v>15.092285638007679</c:v>
                </c:pt>
                <c:pt idx="541">
                  <c:v>15.13212299998176</c:v>
                </c:pt>
                <c:pt idx="542">
                  <c:v>15.191265004800549</c:v>
                </c:pt>
                <c:pt idx="543">
                  <c:v>15.229711785121465</c:v>
                </c:pt>
                <c:pt idx="544">
                  <c:v>15.238988520156473</c:v>
                </c:pt>
                <c:pt idx="545">
                  <c:v>15.264769996865972</c:v>
                </c:pt>
                <c:pt idx="546">
                  <c:v>15.330400443075865</c:v>
                </c:pt>
                <c:pt idx="547">
                  <c:v>15.40678260927243</c:v>
                </c:pt>
                <c:pt idx="548">
                  <c:v>15.451070794303028</c:v>
                </c:pt>
                <c:pt idx="549">
                  <c:v>15.469259290581148</c:v>
                </c:pt>
                <c:pt idx="550">
                  <c:v>15.48706689417418</c:v>
                </c:pt>
                <c:pt idx="551">
                  <c:v>15.516822290430261</c:v>
                </c:pt>
                <c:pt idx="552">
                  <c:v>15.577750030262477</c:v>
                </c:pt>
                <c:pt idx="553">
                  <c:v>15.600414057046022</c:v>
                </c:pt>
                <c:pt idx="554">
                  <c:v>15.621264988218353</c:v>
                </c:pt>
                <c:pt idx="555">
                  <c:v>15.603222746771872</c:v>
                </c:pt>
                <c:pt idx="556">
                  <c:v>15.553640866452097</c:v>
                </c:pt>
                <c:pt idx="557">
                  <c:v>15.510371324766973</c:v>
                </c:pt>
                <c:pt idx="558">
                  <c:v>15.491878048012042</c:v>
                </c:pt>
                <c:pt idx="559">
                  <c:v>15.453307398803101</c:v>
                </c:pt>
                <c:pt idx="560">
                  <c:v>15.420855905826487</c:v>
                </c:pt>
                <c:pt idx="561">
                  <c:v>15.418666726362522</c:v>
                </c:pt>
                <c:pt idx="562">
                  <c:v>15.436276504542695</c:v>
                </c:pt>
                <c:pt idx="563">
                  <c:v>15.383305060715651</c:v>
                </c:pt>
                <c:pt idx="564">
                  <c:v>15.34678877784355</c:v>
                </c:pt>
                <c:pt idx="565">
                  <c:v>15.360531094075688</c:v>
                </c:pt>
                <c:pt idx="566">
                  <c:v>15.329546626604117</c:v>
                </c:pt>
                <c:pt idx="567">
                  <c:v>15.322067731574304</c:v>
                </c:pt>
                <c:pt idx="568">
                  <c:v>15.307041125465746</c:v>
                </c:pt>
                <c:pt idx="569">
                  <c:v>15.307993937554825</c:v>
                </c:pt>
                <c:pt idx="570">
                  <c:v>15.134967838861009</c:v>
                </c:pt>
                <c:pt idx="571">
                  <c:v>15.090247190564067</c:v>
                </c:pt>
                <c:pt idx="572">
                  <c:v>15.092122469351986</c:v>
                </c:pt>
                <c:pt idx="573">
                  <c:v>15.104902355830374</c:v>
                </c:pt>
                <c:pt idx="574">
                  <c:v>14.996219926142972</c:v>
                </c:pt>
                <c:pt idx="575">
                  <c:v>15.106570025718959</c:v>
                </c:pt>
                <c:pt idx="576">
                  <c:v>15.295767066794683</c:v>
                </c:pt>
                <c:pt idx="577">
                  <c:v>15.404946464430395</c:v>
                </c:pt>
                <c:pt idx="578">
                  <c:v>15.354843737822465</c:v>
                </c:pt>
                <c:pt idx="579">
                  <c:v>15.261339807016586</c:v>
                </c:pt>
                <c:pt idx="580">
                  <c:v>15.379323845009672</c:v>
                </c:pt>
                <c:pt idx="581">
                  <c:v>15.462344189686885</c:v>
                </c:pt>
                <c:pt idx="582">
                  <c:v>15.467160649822487</c:v>
                </c:pt>
                <c:pt idx="583">
                  <c:v>14.281541131269515</c:v>
                </c:pt>
                <c:pt idx="584">
                  <c:v>13.706129603006017</c:v>
                </c:pt>
                <c:pt idx="585">
                  <c:v>13.129142736507495</c:v>
                </c:pt>
                <c:pt idx="586">
                  <c:v>13.410050501030582</c:v>
                </c:pt>
                <c:pt idx="587">
                  <c:v>13.009919609977787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7BE-418F-8705-C8EC33B01BAD}"/>
            </c:ext>
          </c:extLst>
        </c:ser>
        <c:ser>
          <c:idx val="9"/>
          <c:order val="9"/>
          <c:tx>
            <c:strRef>
              <c:f>Sheet2!$K$1</c:f>
              <c:strCache>
                <c:ptCount val="1"/>
                <c:pt idx="0">
                  <c:v>S10_z_o_faint/O-PTIR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Sheet2!$K$2:$K$589</c:f>
              <c:numCache>
                <c:formatCode>General</c:formatCode>
                <c:ptCount val="588"/>
                <c:pt idx="0">
                  <c:v>14.919738225341561</c:v>
                </c:pt>
                <c:pt idx="1">
                  <c:v>15.241038212070597</c:v>
                </c:pt>
                <c:pt idx="2">
                  <c:v>15.318031011780358</c:v>
                </c:pt>
                <c:pt idx="3">
                  <c:v>15.534804271408261</c:v>
                </c:pt>
                <c:pt idx="4">
                  <c:v>15.575306526792627</c:v>
                </c:pt>
                <c:pt idx="5">
                  <c:v>15.568501723338008</c:v>
                </c:pt>
                <c:pt idx="6">
                  <c:v>15.64183187304927</c:v>
                </c:pt>
                <c:pt idx="7">
                  <c:v>15.627689540382304</c:v>
                </c:pt>
                <c:pt idx="8">
                  <c:v>15.606072967953567</c:v>
                </c:pt>
                <c:pt idx="9">
                  <c:v>15.643508407887513</c:v>
                </c:pt>
                <c:pt idx="10">
                  <c:v>15.646845020965555</c:v>
                </c:pt>
                <c:pt idx="11">
                  <c:v>15.626730754800759</c:v>
                </c:pt>
                <c:pt idx="12">
                  <c:v>15.623737239153478</c:v>
                </c:pt>
                <c:pt idx="13">
                  <c:v>15.591842690620629</c:v>
                </c:pt>
                <c:pt idx="14">
                  <c:v>15.569491308424888</c:v>
                </c:pt>
                <c:pt idx="15">
                  <c:v>15.574011286810881</c:v>
                </c:pt>
                <c:pt idx="16">
                  <c:v>15.539383357668465</c:v>
                </c:pt>
                <c:pt idx="17">
                  <c:v>15.463961936642701</c:v>
                </c:pt>
                <c:pt idx="18">
                  <c:v>15.443398812981025</c:v>
                </c:pt>
                <c:pt idx="19">
                  <c:v>15.411429983288247</c:v>
                </c:pt>
                <c:pt idx="20">
                  <c:v>15.389822092092635</c:v>
                </c:pt>
                <c:pt idx="21">
                  <c:v>15.388774908911216</c:v>
                </c:pt>
                <c:pt idx="22">
                  <c:v>15.374685116576883</c:v>
                </c:pt>
                <c:pt idx="23">
                  <c:v>15.342129360036102</c:v>
                </c:pt>
                <c:pt idx="24">
                  <c:v>15.293279306370984</c:v>
                </c:pt>
                <c:pt idx="25">
                  <c:v>15.248436660892766</c:v>
                </c:pt>
                <c:pt idx="26">
                  <c:v>15.224882135275353</c:v>
                </c:pt>
                <c:pt idx="27">
                  <c:v>15.211706514533214</c:v>
                </c:pt>
                <c:pt idx="28">
                  <c:v>15.202450281823022</c:v>
                </c:pt>
                <c:pt idx="29">
                  <c:v>15.178492343076897</c:v>
                </c:pt>
                <c:pt idx="30">
                  <c:v>15.163510648400546</c:v>
                </c:pt>
                <c:pt idx="31">
                  <c:v>15.154135747008031</c:v>
                </c:pt>
                <c:pt idx="32">
                  <c:v>15.137112528257413</c:v>
                </c:pt>
                <c:pt idx="33">
                  <c:v>15.130286814354321</c:v>
                </c:pt>
                <c:pt idx="34">
                  <c:v>15.134737267386358</c:v>
                </c:pt>
                <c:pt idx="35">
                  <c:v>15.170455106474947</c:v>
                </c:pt>
                <c:pt idx="36">
                  <c:v>15.213374972050204</c:v>
                </c:pt>
                <c:pt idx="37">
                  <c:v>15.23358911014039</c:v>
                </c:pt>
                <c:pt idx="38">
                  <c:v>15.266405983075671</c:v>
                </c:pt>
                <c:pt idx="39">
                  <c:v>15.347319152174165</c:v>
                </c:pt>
                <c:pt idx="40">
                  <c:v>15.425623497486141</c:v>
                </c:pt>
                <c:pt idx="41">
                  <c:v>15.499129687507311</c:v>
                </c:pt>
                <c:pt idx="42">
                  <c:v>15.576186501875222</c:v>
                </c:pt>
                <c:pt idx="43">
                  <c:v>15.641634771312919</c:v>
                </c:pt>
                <c:pt idx="44">
                  <c:v>15.697944495365958</c:v>
                </c:pt>
                <c:pt idx="45">
                  <c:v>15.799594488277542</c:v>
                </c:pt>
                <c:pt idx="46">
                  <c:v>15.909714345156468</c:v>
                </c:pt>
                <c:pt idx="47">
                  <c:v>16.031278784893082</c:v>
                </c:pt>
                <c:pt idx="48">
                  <c:v>16.118257493829152</c:v>
                </c:pt>
                <c:pt idx="49">
                  <c:v>16.18023410039703</c:v>
                </c:pt>
                <c:pt idx="50">
                  <c:v>16.231872943585724</c:v>
                </c:pt>
                <c:pt idx="51">
                  <c:v>16.270205645579527</c:v>
                </c:pt>
                <c:pt idx="52">
                  <c:v>16.282880094959108</c:v>
                </c:pt>
                <c:pt idx="53">
                  <c:v>16.332178930632114</c:v>
                </c:pt>
                <c:pt idx="54">
                  <c:v>16.400058020832848</c:v>
                </c:pt>
                <c:pt idx="55">
                  <c:v>16.456069034977517</c:v>
                </c:pt>
                <c:pt idx="56">
                  <c:v>16.519433581999074</c:v>
                </c:pt>
                <c:pt idx="57">
                  <c:v>16.57193073493206</c:v>
                </c:pt>
                <c:pt idx="58">
                  <c:v>16.630118096475822</c:v>
                </c:pt>
                <c:pt idx="59">
                  <c:v>16.700064527983244</c:v>
                </c:pt>
                <c:pt idx="60">
                  <c:v>16.738391643792241</c:v>
                </c:pt>
                <c:pt idx="61">
                  <c:v>16.806401631890648</c:v>
                </c:pt>
                <c:pt idx="62">
                  <c:v>16.878531657739597</c:v>
                </c:pt>
                <c:pt idx="63">
                  <c:v>16.96987664949091</c:v>
                </c:pt>
                <c:pt idx="64">
                  <c:v>17.023690330299022</c:v>
                </c:pt>
                <c:pt idx="65">
                  <c:v>17.038431215117487</c:v>
                </c:pt>
                <c:pt idx="66">
                  <c:v>17.084323685891555</c:v>
                </c:pt>
                <c:pt idx="67">
                  <c:v>17.110068146925112</c:v>
                </c:pt>
                <c:pt idx="68">
                  <c:v>17.213447894408418</c:v>
                </c:pt>
                <c:pt idx="69">
                  <c:v>17.370955054915971</c:v>
                </c:pt>
                <c:pt idx="70">
                  <c:v>17.507787896488896</c:v>
                </c:pt>
                <c:pt idx="71">
                  <c:v>17.631325618258558</c:v>
                </c:pt>
                <c:pt idx="72">
                  <c:v>17.752385489628338</c:v>
                </c:pt>
                <c:pt idx="73">
                  <c:v>17.769883534086226</c:v>
                </c:pt>
                <c:pt idx="74">
                  <c:v>17.818427177966633</c:v>
                </c:pt>
                <c:pt idx="75">
                  <c:v>17.850289870148373</c:v>
                </c:pt>
                <c:pt idx="76">
                  <c:v>17.912171209618872</c:v>
                </c:pt>
                <c:pt idx="77">
                  <c:v>18.043725861453868</c:v>
                </c:pt>
                <c:pt idx="78">
                  <c:v>18.217665765881787</c:v>
                </c:pt>
                <c:pt idx="79">
                  <c:v>18.392006063879073</c:v>
                </c:pt>
                <c:pt idx="80">
                  <c:v>18.471392090838016</c:v>
                </c:pt>
                <c:pt idx="81">
                  <c:v>18.476544666907131</c:v>
                </c:pt>
                <c:pt idx="82">
                  <c:v>18.433440155277811</c:v>
                </c:pt>
                <c:pt idx="83">
                  <c:v>18.488358088939009</c:v>
                </c:pt>
                <c:pt idx="84">
                  <c:v>18.573506340999145</c:v>
                </c:pt>
                <c:pt idx="85">
                  <c:v>18.612355689597152</c:v>
                </c:pt>
                <c:pt idx="86">
                  <c:v>18.621521863949823</c:v>
                </c:pt>
                <c:pt idx="87">
                  <c:v>18.677344759547204</c:v>
                </c:pt>
                <c:pt idx="88">
                  <c:v>18.719383366727143</c:v>
                </c:pt>
                <c:pt idx="89">
                  <c:v>18.700086268810541</c:v>
                </c:pt>
                <c:pt idx="90">
                  <c:v>18.634979738001903</c:v>
                </c:pt>
                <c:pt idx="91">
                  <c:v>18.60576157589594</c:v>
                </c:pt>
                <c:pt idx="92">
                  <c:v>18.540790623301962</c:v>
                </c:pt>
                <c:pt idx="93">
                  <c:v>18.509873657107594</c:v>
                </c:pt>
                <c:pt idx="94">
                  <c:v>18.481639267436787</c:v>
                </c:pt>
                <c:pt idx="95">
                  <c:v>18.483832977302129</c:v>
                </c:pt>
                <c:pt idx="96">
                  <c:v>18.48771250715069</c:v>
                </c:pt>
                <c:pt idx="97">
                  <c:v>18.456824528726042</c:v>
                </c:pt>
                <c:pt idx="98">
                  <c:v>18.453781114860561</c:v>
                </c:pt>
                <c:pt idx="99">
                  <c:v>18.346638090563534</c:v>
                </c:pt>
                <c:pt idx="100">
                  <c:v>18.311419158167983</c:v>
                </c:pt>
                <c:pt idx="101">
                  <c:v>18.291660973539148</c:v>
                </c:pt>
                <c:pt idx="102">
                  <c:v>18.183102681776333</c:v>
                </c:pt>
                <c:pt idx="103">
                  <c:v>18.138520699758725</c:v>
                </c:pt>
                <c:pt idx="104">
                  <c:v>18.083115409218991</c:v>
                </c:pt>
                <c:pt idx="105">
                  <c:v>17.997826445693295</c:v>
                </c:pt>
                <c:pt idx="106">
                  <c:v>17.926331735130891</c:v>
                </c:pt>
                <c:pt idx="107">
                  <c:v>17.837004412935013</c:v>
                </c:pt>
                <c:pt idx="108">
                  <c:v>17.716735062202169</c:v>
                </c:pt>
                <c:pt idx="109">
                  <c:v>17.597297902025268</c:v>
                </c:pt>
                <c:pt idx="110">
                  <c:v>17.514405562753016</c:v>
                </c:pt>
                <c:pt idx="111">
                  <c:v>17.482920617445533</c:v>
                </c:pt>
                <c:pt idx="112">
                  <c:v>17.378256651372091</c:v>
                </c:pt>
                <c:pt idx="113">
                  <c:v>17.291465457071446</c:v>
                </c:pt>
                <c:pt idx="114">
                  <c:v>17.257839040275339</c:v>
                </c:pt>
                <c:pt idx="115">
                  <c:v>17.174239520204097</c:v>
                </c:pt>
                <c:pt idx="116">
                  <c:v>17.058283006086072</c:v>
                </c:pt>
                <c:pt idx="117">
                  <c:v>17.05695168237013</c:v>
                </c:pt>
                <c:pt idx="118">
                  <c:v>17.096118990567348</c:v>
                </c:pt>
                <c:pt idx="119">
                  <c:v>17.092917955703975</c:v>
                </c:pt>
                <c:pt idx="120">
                  <c:v>17.032439956439831</c:v>
                </c:pt>
                <c:pt idx="121">
                  <c:v>16.988911347700292</c:v>
                </c:pt>
                <c:pt idx="122">
                  <c:v>16.898338457273915</c:v>
                </c:pt>
                <c:pt idx="123">
                  <c:v>16.790739177559608</c:v>
                </c:pt>
                <c:pt idx="124">
                  <c:v>16.737005364096202</c:v>
                </c:pt>
                <c:pt idx="125">
                  <c:v>16.69882696158502</c:v>
                </c:pt>
                <c:pt idx="126">
                  <c:v>16.689709100181886</c:v>
                </c:pt>
                <c:pt idx="127">
                  <c:v>16.659030528197924</c:v>
                </c:pt>
                <c:pt idx="128">
                  <c:v>16.644592807137869</c:v>
                </c:pt>
                <c:pt idx="129">
                  <c:v>16.592430674314411</c:v>
                </c:pt>
                <c:pt idx="130">
                  <c:v>16.531763952591103</c:v>
                </c:pt>
                <c:pt idx="131">
                  <c:v>16.504436336592089</c:v>
                </c:pt>
                <c:pt idx="132">
                  <c:v>16.484118627616322</c:v>
                </c:pt>
                <c:pt idx="133">
                  <c:v>16.425271794311243</c:v>
                </c:pt>
                <c:pt idx="134">
                  <c:v>16.397087227369653</c:v>
                </c:pt>
                <c:pt idx="135">
                  <c:v>16.374647523063015</c:v>
                </c:pt>
                <c:pt idx="136">
                  <c:v>16.331483828070521</c:v>
                </c:pt>
                <c:pt idx="137">
                  <c:v>16.241414147209252</c:v>
                </c:pt>
                <c:pt idx="138">
                  <c:v>16.18757283743312</c:v>
                </c:pt>
                <c:pt idx="139">
                  <c:v>16.070286660356793</c:v>
                </c:pt>
                <c:pt idx="140">
                  <c:v>15.965180781772972</c:v>
                </c:pt>
                <c:pt idx="141">
                  <c:v>15.870451467905934</c:v>
                </c:pt>
                <c:pt idx="142">
                  <c:v>15.864116885330573</c:v>
                </c:pt>
                <c:pt idx="143">
                  <c:v>15.838329848510217</c:v>
                </c:pt>
                <c:pt idx="144">
                  <c:v>15.792244578871871</c:v>
                </c:pt>
                <c:pt idx="145">
                  <c:v>15.740526849695243</c:v>
                </c:pt>
                <c:pt idx="146">
                  <c:v>15.737518009784278</c:v>
                </c:pt>
                <c:pt idx="147">
                  <c:v>15.738981288243663</c:v>
                </c:pt>
                <c:pt idx="148">
                  <c:v>15.706550390481866</c:v>
                </c:pt>
                <c:pt idx="149">
                  <c:v>15.691557598924916</c:v>
                </c:pt>
                <c:pt idx="150">
                  <c:v>15.698461368437119</c:v>
                </c:pt>
                <c:pt idx="151">
                  <c:v>15.655373615362189</c:v>
                </c:pt>
                <c:pt idx="152">
                  <c:v>15.611731848636133</c:v>
                </c:pt>
                <c:pt idx="153">
                  <c:v>15.600172824479206</c:v>
                </c:pt>
                <c:pt idx="154">
                  <c:v>15.572906958468829</c:v>
                </c:pt>
                <c:pt idx="155">
                  <c:v>15.543598436049432</c:v>
                </c:pt>
                <c:pt idx="156">
                  <c:v>15.532750669096608</c:v>
                </c:pt>
                <c:pt idx="157">
                  <c:v>15.496158818555131</c:v>
                </c:pt>
                <c:pt idx="158">
                  <c:v>15.466755859417168</c:v>
                </c:pt>
                <c:pt idx="159">
                  <c:v>15.417197870063228</c:v>
                </c:pt>
                <c:pt idx="160">
                  <c:v>15.383388015036802</c:v>
                </c:pt>
                <c:pt idx="161">
                  <c:v>15.347185310206125</c:v>
                </c:pt>
                <c:pt idx="162">
                  <c:v>15.314983974443656</c:v>
                </c:pt>
                <c:pt idx="163">
                  <c:v>15.265310562433692</c:v>
                </c:pt>
                <c:pt idx="164">
                  <c:v>15.232870379526904</c:v>
                </c:pt>
                <c:pt idx="165">
                  <c:v>15.224902970234844</c:v>
                </c:pt>
                <c:pt idx="166">
                  <c:v>15.1839403075391</c:v>
                </c:pt>
                <c:pt idx="167">
                  <c:v>15.172561249119232</c:v>
                </c:pt>
                <c:pt idx="168">
                  <c:v>15.151390212672094</c:v>
                </c:pt>
                <c:pt idx="169">
                  <c:v>15.12408773450464</c:v>
                </c:pt>
                <c:pt idx="170">
                  <c:v>15.099615829013224</c:v>
                </c:pt>
                <c:pt idx="171">
                  <c:v>15.082021347378712</c:v>
                </c:pt>
                <c:pt idx="172">
                  <c:v>15.073600362528294</c:v>
                </c:pt>
                <c:pt idx="173">
                  <c:v>15.071338750322148</c:v>
                </c:pt>
                <c:pt idx="174">
                  <c:v>15.059028648522235</c:v>
                </c:pt>
                <c:pt idx="175">
                  <c:v>15.055914086289645</c:v>
                </c:pt>
                <c:pt idx="176">
                  <c:v>15.037525234080015</c:v>
                </c:pt>
                <c:pt idx="177">
                  <c:v>15.04418294724996</c:v>
                </c:pt>
                <c:pt idx="178">
                  <c:v>15.04904281478491</c:v>
                </c:pt>
                <c:pt idx="179">
                  <c:v>15.040907065059274</c:v>
                </c:pt>
                <c:pt idx="180">
                  <c:v>15.049648953579258</c:v>
                </c:pt>
                <c:pt idx="181">
                  <c:v>15.057056612057432</c:v>
                </c:pt>
                <c:pt idx="182">
                  <c:v>15.064645821541326</c:v>
                </c:pt>
                <c:pt idx="183">
                  <c:v>15.077521335828898</c:v>
                </c:pt>
                <c:pt idx="184">
                  <c:v>15.071290286394635</c:v>
                </c:pt>
                <c:pt idx="185">
                  <c:v>15.079285626610652</c:v>
                </c:pt>
                <c:pt idx="186">
                  <c:v>15.100559063864134</c:v>
                </c:pt>
                <c:pt idx="187">
                  <c:v>15.088966484853966</c:v>
                </c:pt>
                <c:pt idx="188">
                  <c:v>15.081421889359419</c:v>
                </c:pt>
                <c:pt idx="189">
                  <c:v>15.077208735947536</c:v>
                </c:pt>
                <c:pt idx="190">
                  <c:v>15.065775363203922</c:v>
                </c:pt>
                <c:pt idx="191">
                  <c:v>15.051121970117535</c:v>
                </c:pt>
                <c:pt idx="192">
                  <c:v>15.050001336155011</c:v>
                </c:pt>
                <c:pt idx="193">
                  <c:v>15.062969966103937</c:v>
                </c:pt>
                <c:pt idx="194">
                  <c:v>15.072587753301397</c:v>
                </c:pt>
                <c:pt idx="195">
                  <c:v>15.083438577558061</c:v>
                </c:pt>
                <c:pt idx="196">
                  <c:v>15.107631513510338</c:v>
                </c:pt>
                <c:pt idx="197">
                  <c:v>15.128175500714654</c:v>
                </c:pt>
                <c:pt idx="198">
                  <c:v>15.145892500969657</c:v>
                </c:pt>
                <c:pt idx="199">
                  <c:v>15.167897388730371</c:v>
                </c:pt>
                <c:pt idx="200">
                  <c:v>15.19698442647169</c:v>
                </c:pt>
                <c:pt idx="201">
                  <c:v>15.223197900560777</c:v>
                </c:pt>
                <c:pt idx="202">
                  <c:v>15.247474478306957</c:v>
                </c:pt>
                <c:pt idx="203">
                  <c:v>15.29948367044952</c:v>
                </c:pt>
                <c:pt idx="204">
                  <c:v>15.370922594652995</c:v>
                </c:pt>
                <c:pt idx="205">
                  <c:v>15.423284471327246</c:v>
                </c:pt>
                <c:pt idx="206">
                  <c:v>15.495934238828726</c:v>
                </c:pt>
                <c:pt idx="207">
                  <c:v>15.560025367318072</c:v>
                </c:pt>
                <c:pt idx="208">
                  <c:v>15.566805108430112</c:v>
                </c:pt>
                <c:pt idx="209">
                  <c:v>15.544472522991303</c:v>
                </c:pt>
                <c:pt idx="210">
                  <c:v>15.523420910116325</c:v>
                </c:pt>
                <c:pt idx="211">
                  <c:v>15.487466941486828</c:v>
                </c:pt>
                <c:pt idx="212">
                  <c:v>15.411639691684872</c:v>
                </c:pt>
                <c:pt idx="213">
                  <c:v>15.348150663329248</c:v>
                </c:pt>
                <c:pt idx="214">
                  <c:v>15.307469499053594</c:v>
                </c:pt>
                <c:pt idx="215">
                  <c:v>15.271488127923028</c:v>
                </c:pt>
                <c:pt idx="216">
                  <c:v>15.248377703996523</c:v>
                </c:pt>
                <c:pt idx="217">
                  <c:v>15.25031218469195</c:v>
                </c:pt>
                <c:pt idx="218">
                  <c:v>15.237119427950521</c:v>
                </c:pt>
                <c:pt idx="219">
                  <c:v>15.221493963221466</c:v>
                </c:pt>
                <c:pt idx="220">
                  <c:v>15.227269021449892</c:v>
                </c:pt>
                <c:pt idx="221">
                  <c:v>15.226810803319038</c:v>
                </c:pt>
                <c:pt idx="222">
                  <c:v>15.233060989210662</c:v>
                </c:pt>
                <c:pt idx="223">
                  <c:v>15.217734234389972</c:v>
                </c:pt>
                <c:pt idx="224">
                  <c:v>15.210824199292125</c:v>
                </c:pt>
                <c:pt idx="225">
                  <c:v>15.202533319705056</c:v>
                </c:pt>
                <c:pt idx="226">
                  <c:v>15.162750021401127</c:v>
                </c:pt>
                <c:pt idx="227">
                  <c:v>15.153931926752135</c:v>
                </c:pt>
                <c:pt idx="228">
                  <c:v>15.151740104111386</c:v>
                </c:pt>
                <c:pt idx="229">
                  <c:v>15.136215417175524</c:v>
                </c:pt>
                <c:pt idx="230">
                  <c:v>15.122944906780917</c:v>
                </c:pt>
                <c:pt idx="231">
                  <c:v>15.107014844002769</c:v>
                </c:pt>
                <c:pt idx="232">
                  <c:v>15.110537461936566</c:v>
                </c:pt>
                <c:pt idx="233">
                  <c:v>15.11492544783462</c:v>
                </c:pt>
                <c:pt idx="234">
                  <c:v>15.115821200114803</c:v>
                </c:pt>
                <c:pt idx="235">
                  <c:v>15.115508902189376</c:v>
                </c:pt>
                <c:pt idx="236">
                  <c:v>15.099431937849014</c:v>
                </c:pt>
                <c:pt idx="237">
                  <c:v>15.088600740728102</c:v>
                </c:pt>
                <c:pt idx="238">
                  <c:v>15.084382227598381</c:v>
                </c:pt>
                <c:pt idx="239">
                  <c:v>15.073906696824013</c:v>
                </c:pt>
                <c:pt idx="240">
                  <c:v>15.051789707922554</c:v>
                </c:pt>
                <c:pt idx="241">
                  <c:v>15.009477641899284</c:v>
                </c:pt>
                <c:pt idx="242">
                  <c:v>14.99492438494973</c:v>
                </c:pt>
                <c:pt idx="243">
                  <c:v>14.991826581271514</c:v>
                </c:pt>
                <c:pt idx="244">
                  <c:v>14.97070170633789</c:v>
                </c:pt>
                <c:pt idx="245">
                  <c:v>14.955187059436856</c:v>
                </c:pt>
                <c:pt idx="246">
                  <c:v>14.950865503844426</c:v>
                </c:pt>
                <c:pt idx="247">
                  <c:v>14.953160519925847</c:v>
                </c:pt>
                <c:pt idx="248">
                  <c:v>14.94799416711721</c:v>
                </c:pt>
                <c:pt idx="249">
                  <c:v>14.950397925079599</c:v>
                </c:pt>
                <c:pt idx="250">
                  <c:v>14.936922915028241</c:v>
                </c:pt>
                <c:pt idx="251">
                  <c:v>14.929137018997407</c:v>
                </c:pt>
                <c:pt idx="252">
                  <c:v>14.941855969132856</c:v>
                </c:pt>
                <c:pt idx="253">
                  <c:v>14.947873082787408</c:v>
                </c:pt>
                <c:pt idx="254">
                  <c:v>14.945593164502725</c:v>
                </c:pt>
                <c:pt idx="255">
                  <c:v>14.939368380654106</c:v>
                </c:pt>
                <c:pt idx="256">
                  <c:v>14.965131902656049</c:v>
                </c:pt>
                <c:pt idx="257">
                  <c:v>14.976935662098022</c:v>
                </c:pt>
                <c:pt idx="258">
                  <c:v>14.988556926921984</c:v>
                </c:pt>
                <c:pt idx="259">
                  <c:v>15</c:v>
                </c:pt>
                <c:pt idx="260">
                  <c:v>14.940360192666002</c:v>
                </c:pt>
                <c:pt idx="261">
                  <c:v>14.843515035820277</c:v>
                </c:pt>
                <c:pt idx="262">
                  <c:v>14.85210722968565</c:v>
                </c:pt>
                <c:pt idx="263">
                  <c:v>14.8745963037876</c:v>
                </c:pt>
                <c:pt idx="264">
                  <c:v>14.867715520670922</c:v>
                </c:pt>
                <c:pt idx="265">
                  <c:v>14.888586337430018</c:v>
                </c:pt>
                <c:pt idx="266">
                  <c:v>14.888837678001137</c:v>
                </c:pt>
                <c:pt idx="267">
                  <c:v>14.851212421017763</c:v>
                </c:pt>
                <c:pt idx="268">
                  <c:v>14.787237205862837</c:v>
                </c:pt>
                <c:pt idx="269">
                  <c:v>14.773948200667231</c:v>
                </c:pt>
                <c:pt idx="270">
                  <c:v>14.812170349044452</c:v>
                </c:pt>
                <c:pt idx="271">
                  <c:v>14.821575785730861</c:v>
                </c:pt>
                <c:pt idx="272">
                  <c:v>14.800572863250347</c:v>
                </c:pt>
                <c:pt idx="273">
                  <c:v>14.777244823456178</c:v>
                </c:pt>
                <c:pt idx="274">
                  <c:v>14.771087847587138</c:v>
                </c:pt>
                <c:pt idx="275">
                  <c:v>14.763919508059431</c:v>
                </c:pt>
                <c:pt idx="276">
                  <c:v>14.749205176490978</c:v>
                </c:pt>
                <c:pt idx="277">
                  <c:v>14.725781360048783</c:v>
                </c:pt>
                <c:pt idx="278">
                  <c:v>14.798449131672868</c:v>
                </c:pt>
                <c:pt idx="279">
                  <c:v>14.80242372102412</c:v>
                </c:pt>
                <c:pt idx="280">
                  <c:v>14.798087237485172</c:v>
                </c:pt>
                <c:pt idx="281">
                  <c:v>14.760758652207606</c:v>
                </c:pt>
                <c:pt idx="282">
                  <c:v>14.721345759474284</c:v>
                </c:pt>
                <c:pt idx="283">
                  <c:v>14.714481904762193</c:v>
                </c:pt>
                <c:pt idx="284">
                  <c:v>14.687873944116713</c:v>
                </c:pt>
                <c:pt idx="285">
                  <c:v>14.668985864385853</c:v>
                </c:pt>
                <c:pt idx="286">
                  <c:v>14.653974125094003</c:v>
                </c:pt>
                <c:pt idx="287">
                  <c:v>14.68784289927218</c:v>
                </c:pt>
                <c:pt idx="288">
                  <c:v>14.706019457587496</c:v>
                </c:pt>
                <c:pt idx="289">
                  <c:v>14.719451571023885</c:v>
                </c:pt>
                <c:pt idx="290">
                  <c:v>14.685234962481221</c:v>
                </c:pt>
                <c:pt idx="291">
                  <c:v>14.689455645919224</c:v>
                </c:pt>
                <c:pt idx="292">
                  <c:v>14.706719674527736</c:v>
                </c:pt>
                <c:pt idx="293">
                  <c:v>14.660958007290121</c:v>
                </c:pt>
                <c:pt idx="294">
                  <c:v>14.695192695444376</c:v>
                </c:pt>
                <c:pt idx="295">
                  <c:v>14.714997985199025</c:v>
                </c:pt>
                <c:pt idx="296">
                  <c:v>14.746824782369034</c:v>
                </c:pt>
                <c:pt idx="297">
                  <c:v>14.770742126914193</c:v>
                </c:pt>
                <c:pt idx="298">
                  <c:v>14.777025584575366</c:v>
                </c:pt>
                <c:pt idx="299">
                  <c:v>14.784042247862642</c:v>
                </c:pt>
                <c:pt idx="300">
                  <c:v>14.827885494686104</c:v>
                </c:pt>
                <c:pt idx="301">
                  <c:v>14.830352625650281</c:v>
                </c:pt>
                <c:pt idx="302">
                  <c:v>14.75568307490183</c:v>
                </c:pt>
                <c:pt idx="303">
                  <c:v>14.743007814015677</c:v>
                </c:pt>
                <c:pt idx="304">
                  <c:v>14.842112639226219</c:v>
                </c:pt>
                <c:pt idx="305">
                  <c:v>14.897769572293006</c:v>
                </c:pt>
                <c:pt idx="306">
                  <c:v>14.91418627480436</c:v>
                </c:pt>
                <c:pt idx="307">
                  <c:v>14.934947896748582</c:v>
                </c:pt>
                <c:pt idx="308">
                  <c:v>14.986849177388995</c:v>
                </c:pt>
                <c:pt idx="309">
                  <c:v>14.988891833798018</c:v>
                </c:pt>
                <c:pt idx="310">
                  <c:v>14.990109018170651</c:v>
                </c:pt>
                <c:pt idx="311">
                  <c:v>14.938643950622355</c:v>
                </c:pt>
                <c:pt idx="312">
                  <c:v>15.020552328737011</c:v>
                </c:pt>
                <c:pt idx="313">
                  <c:v>15.043934135559795</c:v>
                </c:pt>
                <c:pt idx="314">
                  <c:v>15.04595769325595</c:v>
                </c:pt>
                <c:pt idx="315">
                  <c:v>15.096723204392612</c:v>
                </c:pt>
                <c:pt idx="316">
                  <c:v>15.117110400977854</c:v>
                </c:pt>
                <c:pt idx="317">
                  <c:v>15.150017068059206</c:v>
                </c:pt>
                <c:pt idx="318">
                  <c:v>15.193568474471814</c:v>
                </c:pt>
                <c:pt idx="319">
                  <c:v>15.195071158180673</c:v>
                </c:pt>
                <c:pt idx="320">
                  <c:v>15.195929014991055</c:v>
                </c:pt>
                <c:pt idx="321">
                  <c:v>15.296640906302621</c:v>
                </c:pt>
                <c:pt idx="322">
                  <c:v>15.349242762455946</c:v>
                </c:pt>
                <c:pt idx="323">
                  <c:v>15.430799701607144</c:v>
                </c:pt>
                <c:pt idx="324">
                  <c:v>15.529490979292918</c:v>
                </c:pt>
                <c:pt idx="325">
                  <c:v>15.625410754432373</c:v>
                </c:pt>
                <c:pt idx="326">
                  <c:v>15.74170953560234</c:v>
                </c:pt>
                <c:pt idx="327">
                  <c:v>15.845124762907973</c:v>
                </c:pt>
                <c:pt idx="328">
                  <c:v>15.890045539484287</c:v>
                </c:pt>
                <c:pt idx="329">
                  <c:v>15.949862859163373</c:v>
                </c:pt>
                <c:pt idx="330">
                  <c:v>16.01393896534497</c:v>
                </c:pt>
                <c:pt idx="331">
                  <c:v>16.105034088560359</c:v>
                </c:pt>
                <c:pt idx="332">
                  <c:v>16.145520944192047</c:v>
                </c:pt>
                <c:pt idx="333">
                  <c:v>16.139452686751063</c:v>
                </c:pt>
                <c:pt idx="334">
                  <c:v>16.163219789346481</c:v>
                </c:pt>
                <c:pt idx="335">
                  <c:v>16.143018786339447</c:v>
                </c:pt>
                <c:pt idx="336">
                  <c:v>16.107883646715781</c:v>
                </c:pt>
                <c:pt idx="337">
                  <c:v>16.13973546848387</c:v>
                </c:pt>
                <c:pt idx="338">
                  <c:v>16.131772437552865</c:v>
                </c:pt>
                <c:pt idx="339">
                  <c:v>16.087753452375427</c:v>
                </c:pt>
                <c:pt idx="340">
                  <c:v>16.030954937153155</c:v>
                </c:pt>
                <c:pt idx="341">
                  <c:v>15.823355702732233</c:v>
                </c:pt>
                <c:pt idx="342">
                  <c:v>15.697275738459659</c:v>
                </c:pt>
                <c:pt idx="343">
                  <c:v>15.647378199657188</c:v>
                </c:pt>
                <c:pt idx="344">
                  <c:v>15.580733203361433</c:v>
                </c:pt>
                <c:pt idx="345">
                  <c:v>15.494509384262026</c:v>
                </c:pt>
                <c:pt idx="346">
                  <c:v>15.452435976660617</c:v>
                </c:pt>
                <c:pt idx="347">
                  <c:v>15.371871717644629</c:v>
                </c:pt>
                <c:pt idx="348">
                  <c:v>15.341556776094993</c:v>
                </c:pt>
                <c:pt idx="349">
                  <c:v>15.345120309057938</c:v>
                </c:pt>
                <c:pt idx="350">
                  <c:v>15.310721564469933</c:v>
                </c:pt>
                <c:pt idx="351">
                  <c:v>15.230744836213818</c:v>
                </c:pt>
                <c:pt idx="352">
                  <c:v>15.196818124240675</c:v>
                </c:pt>
                <c:pt idx="353">
                  <c:v>15.18395412202311</c:v>
                </c:pt>
                <c:pt idx="354">
                  <c:v>15.147173322555519</c:v>
                </c:pt>
                <c:pt idx="355">
                  <c:v>15.105496571818785</c:v>
                </c:pt>
                <c:pt idx="356">
                  <c:v>15.083908647459349</c:v>
                </c:pt>
                <c:pt idx="357">
                  <c:v>15.043445457624033</c:v>
                </c:pt>
                <c:pt idx="358">
                  <c:v>14.999743526177994</c:v>
                </c:pt>
                <c:pt idx="359">
                  <c:v>14.971242886861791</c:v>
                </c:pt>
                <c:pt idx="360">
                  <c:v>14.983530379711098</c:v>
                </c:pt>
                <c:pt idx="361">
                  <c:v>14.979526179806003</c:v>
                </c:pt>
                <c:pt idx="362">
                  <c:v>14.988578441282328</c:v>
                </c:pt>
                <c:pt idx="363">
                  <c:v>14.996523505835222</c:v>
                </c:pt>
                <c:pt idx="364">
                  <c:v>14.99166688432657</c:v>
                </c:pt>
                <c:pt idx="365">
                  <c:v>14.976681037756116</c:v>
                </c:pt>
                <c:pt idx="366">
                  <c:v>14.969215743438912</c:v>
                </c:pt>
                <c:pt idx="367">
                  <c:v>14.961639933249621</c:v>
                </c:pt>
                <c:pt idx="368">
                  <c:v>14.9352292819352</c:v>
                </c:pt>
                <c:pt idx="369">
                  <c:v>14.913734812937543</c:v>
                </c:pt>
                <c:pt idx="370">
                  <c:v>14.926694082252494</c:v>
                </c:pt>
                <c:pt idx="371">
                  <c:v>14.918896372195716</c:v>
                </c:pt>
                <c:pt idx="372">
                  <c:v>14.894748540911179</c:v>
                </c:pt>
                <c:pt idx="373">
                  <c:v>14.864242876444312</c:v>
                </c:pt>
                <c:pt idx="374">
                  <c:v>14.842326914706355</c:v>
                </c:pt>
                <c:pt idx="375">
                  <c:v>14.849017276861735</c:v>
                </c:pt>
                <c:pt idx="376">
                  <c:v>14.826245307793497</c:v>
                </c:pt>
                <c:pt idx="377">
                  <c:v>14.824519101204004</c:v>
                </c:pt>
                <c:pt idx="378">
                  <c:v>14.81845975146309</c:v>
                </c:pt>
                <c:pt idx="379">
                  <c:v>14.806011485950821</c:v>
                </c:pt>
                <c:pt idx="380">
                  <c:v>14.804483739899386</c:v>
                </c:pt>
                <c:pt idx="381">
                  <c:v>14.79949656019348</c:v>
                </c:pt>
                <c:pt idx="382">
                  <c:v>14.768618357592221</c:v>
                </c:pt>
                <c:pt idx="383">
                  <c:v>14.747783454717103</c:v>
                </c:pt>
                <c:pt idx="384">
                  <c:v>14.746066099210942</c:v>
                </c:pt>
                <c:pt idx="385">
                  <c:v>14.743727544858196</c:v>
                </c:pt>
                <c:pt idx="386">
                  <c:v>14.749496790434881</c:v>
                </c:pt>
                <c:pt idx="387">
                  <c:v>14.757581622841034</c:v>
                </c:pt>
                <c:pt idx="388">
                  <c:v>14.760686239400027</c:v>
                </c:pt>
                <c:pt idx="389">
                  <c:v>14.753270881045516</c:v>
                </c:pt>
                <c:pt idx="390">
                  <c:v>14.749118949199387</c:v>
                </c:pt>
                <c:pt idx="391">
                  <c:v>14.755928376354253</c:v>
                </c:pt>
                <c:pt idx="392">
                  <c:v>14.789665535489409</c:v>
                </c:pt>
                <c:pt idx="393">
                  <c:v>14.799942794448178</c:v>
                </c:pt>
                <c:pt idx="394">
                  <c:v>14.828334540905443</c:v>
                </c:pt>
                <c:pt idx="395">
                  <c:v>14.846500700613257</c:v>
                </c:pt>
                <c:pt idx="396">
                  <c:v>14.840697598227399</c:v>
                </c:pt>
                <c:pt idx="397">
                  <c:v>14.844445664010914</c:v>
                </c:pt>
                <c:pt idx="398">
                  <c:v>14.841406326550548</c:v>
                </c:pt>
                <c:pt idx="399">
                  <c:v>14.821199020213383</c:v>
                </c:pt>
                <c:pt idx="400">
                  <c:v>14.825584741441928</c:v>
                </c:pt>
                <c:pt idx="401">
                  <c:v>14.802440460706249</c:v>
                </c:pt>
                <c:pt idx="402">
                  <c:v>14.769137438716156</c:v>
                </c:pt>
                <c:pt idx="403">
                  <c:v>14.751036576979212</c:v>
                </c:pt>
                <c:pt idx="404">
                  <c:v>14.744907154589209</c:v>
                </c:pt>
                <c:pt idx="405">
                  <c:v>14.712446533040094</c:v>
                </c:pt>
                <c:pt idx="406">
                  <c:v>14.679649041901369</c:v>
                </c:pt>
                <c:pt idx="407">
                  <c:v>14.661156033766524</c:v>
                </c:pt>
                <c:pt idx="408">
                  <c:v>14.650122365755298</c:v>
                </c:pt>
                <c:pt idx="409">
                  <c:v>14.632185645377213</c:v>
                </c:pt>
                <c:pt idx="410">
                  <c:v>14.616911308219558</c:v>
                </c:pt>
                <c:pt idx="411">
                  <c:v>14.618079339827702</c:v>
                </c:pt>
                <c:pt idx="412">
                  <c:v>14.622314083088913</c:v>
                </c:pt>
                <c:pt idx="413">
                  <c:v>14.609767389378066</c:v>
                </c:pt>
                <c:pt idx="414">
                  <c:v>14.584942242623708</c:v>
                </c:pt>
                <c:pt idx="415">
                  <c:v>14.580889352324148</c:v>
                </c:pt>
                <c:pt idx="416">
                  <c:v>14.578133254248558</c:v>
                </c:pt>
                <c:pt idx="417">
                  <c:v>14.581220730090196</c:v>
                </c:pt>
                <c:pt idx="418">
                  <c:v>14.558836406389206</c:v>
                </c:pt>
                <c:pt idx="419">
                  <c:v>14.583609371383606</c:v>
                </c:pt>
                <c:pt idx="420">
                  <c:v>14.569799704513471</c:v>
                </c:pt>
                <c:pt idx="421">
                  <c:v>14.567803992816167</c:v>
                </c:pt>
                <c:pt idx="422">
                  <c:v>14.570811539978287</c:v>
                </c:pt>
                <c:pt idx="423">
                  <c:v>14.543826365599489</c:v>
                </c:pt>
                <c:pt idx="424">
                  <c:v>14.532236593835902</c:v>
                </c:pt>
                <c:pt idx="425">
                  <c:v>14.551206588550164</c:v>
                </c:pt>
                <c:pt idx="426">
                  <c:v>14.552044709709378</c:v>
                </c:pt>
                <c:pt idx="427">
                  <c:v>14.56844504998352</c:v>
                </c:pt>
                <c:pt idx="428">
                  <c:v>14.554873522548483</c:v>
                </c:pt>
                <c:pt idx="429">
                  <c:v>14.524445979743588</c:v>
                </c:pt>
                <c:pt idx="430">
                  <c:v>14.523830293951837</c:v>
                </c:pt>
                <c:pt idx="431">
                  <c:v>14.51091353790936</c:v>
                </c:pt>
                <c:pt idx="432">
                  <c:v>14.490524471792257</c:v>
                </c:pt>
                <c:pt idx="433">
                  <c:v>14.495507113902534</c:v>
                </c:pt>
                <c:pt idx="434">
                  <c:v>14.505248305536528</c:v>
                </c:pt>
                <c:pt idx="435">
                  <c:v>14.532794900922974</c:v>
                </c:pt>
                <c:pt idx="436">
                  <c:v>14.724154836662221</c:v>
                </c:pt>
                <c:pt idx="437">
                  <c:v>14.81876963374104</c:v>
                </c:pt>
                <c:pt idx="438">
                  <c:v>14.782820137833825</c:v>
                </c:pt>
                <c:pt idx="439">
                  <c:v>14.671214167077956</c:v>
                </c:pt>
                <c:pt idx="440">
                  <c:v>14.66116903674396</c:v>
                </c:pt>
                <c:pt idx="441">
                  <c:v>14.763904278156975</c:v>
                </c:pt>
                <c:pt idx="442">
                  <c:v>14.842596750078471</c:v>
                </c:pt>
                <c:pt idx="443">
                  <c:v>14.811733513168223</c:v>
                </c:pt>
                <c:pt idx="444">
                  <c:v>14.821651501181478</c:v>
                </c:pt>
                <c:pt idx="445">
                  <c:v>14.800005223837669</c:v>
                </c:pt>
                <c:pt idx="446">
                  <c:v>14.761982649461016</c:v>
                </c:pt>
                <c:pt idx="447">
                  <c:v>14.746882890014211</c:v>
                </c:pt>
                <c:pt idx="448">
                  <c:v>14.744749627952544</c:v>
                </c:pt>
                <c:pt idx="449">
                  <c:v>14.819459187862337</c:v>
                </c:pt>
                <c:pt idx="450">
                  <c:v>14.821925639425661</c:v>
                </c:pt>
                <c:pt idx="451">
                  <c:v>14.787364593522774</c:v>
                </c:pt>
                <c:pt idx="452">
                  <c:v>14.799611888488277</c:v>
                </c:pt>
                <c:pt idx="453">
                  <c:v>14.806999768852732</c:v>
                </c:pt>
                <c:pt idx="454">
                  <c:v>14.801669850288738</c:v>
                </c:pt>
                <c:pt idx="455">
                  <c:v>14.80247511014975</c:v>
                </c:pt>
                <c:pt idx="456">
                  <c:v>14.803476565879311</c:v>
                </c:pt>
                <c:pt idx="457">
                  <c:v>14.809064675639689</c:v>
                </c:pt>
                <c:pt idx="458">
                  <c:v>14.794777083295903</c:v>
                </c:pt>
                <c:pt idx="459">
                  <c:v>14.768725948266193</c:v>
                </c:pt>
                <c:pt idx="460">
                  <c:v>14.764534931998769</c:v>
                </c:pt>
                <c:pt idx="461">
                  <c:v>14.78455068503988</c:v>
                </c:pt>
                <c:pt idx="462">
                  <c:v>14.788986757420529</c:v>
                </c:pt>
                <c:pt idx="463">
                  <c:v>14.795441310863183</c:v>
                </c:pt>
                <c:pt idx="464">
                  <c:v>14.776759995458582</c:v>
                </c:pt>
                <c:pt idx="465">
                  <c:v>14.781514310522121</c:v>
                </c:pt>
                <c:pt idx="466">
                  <c:v>14.80067216900836</c:v>
                </c:pt>
                <c:pt idx="467">
                  <c:v>14.830299330427813</c:v>
                </c:pt>
                <c:pt idx="468">
                  <c:v>14.829029681211532</c:v>
                </c:pt>
                <c:pt idx="469">
                  <c:v>14.836724952717475</c:v>
                </c:pt>
                <c:pt idx="470">
                  <c:v>14.856391267253196</c:v>
                </c:pt>
                <c:pt idx="471">
                  <c:v>14.83510084497839</c:v>
                </c:pt>
                <c:pt idx="472">
                  <c:v>14.84099804438239</c:v>
                </c:pt>
                <c:pt idx="473">
                  <c:v>14.848928350838976</c:v>
                </c:pt>
                <c:pt idx="474">
                  <c:v>14.839314111623748</c:v>
                </c:pt>
                <c:pt idx="475">
                  <c:v>14.845944988459999</c:v>
                </c:pt>
                <c:pt idx="476">
                  <c:v>14.855815210818839</c:v>
                </c:pt>
                <c:pt idx="477">
                  <c:v>14.849862904456764</c:v>
                </c:pt>
                <c:pt idx="478">
                  <c:v>14.831881730503422</c:v>
                </c:pt>
                <c:pt idx="479">
                  <c:v>14.83975810008118</c:v>
                </c:pt>
                <c:pt idx="480">
                  <c:v>14.853535971935006</c:v>
                </c:pt>
                <c:pt idx="481">
                  <c:v>14.867867593228517</c:v>
                </c:pt>
                <c:pt idx="482">
                  <c:v>14.878211207003927</c:v>
                </c:pt>
                <c:pt idx="483">
                  <c:v>14.874257320506446</c:v>
                </c:pt>
                <c:pt idx="484">
                  <c:v>14.870544092888894</c:v>
                </c:pt>
                <c:pt idx="485">
                  <c:v>14.874696553157907</c:v>
                </c:pt>
                <c:pt idx="486">
                  <c:v>14.87007024853842</c:v>
                </c:pt>
                <c:pt idx="487">
                  <c:v>14.87001978415284</c:v>
                </c:pt>
                <c:pt idx="488">
                  <c:v>14.882941422209433</c:v>
                </c:pt>
                <c:pt idx="489">
                  <c:v>14.87891895397029</c:v>
                </c:pt>
                <c:pt idx="490">
                  <c:v>14.877497383174381</c:v>
                </c:pt>
                <c:pt idx="491">
                  <c:v>14.889205120629132</c:v>
                </c:pt>
                <c:pt idx="492">
                  <c:v>14.898860614573932</c:v>
                </c:pt>
                <c:pt idx="493">
                  <c:v>14.903702930920181</c:v>
                </c:pt>
                <c:pt idx="494">
                  <c:v>14.892075589233036</c:v>
                </c:pt>
                <c:pt idx="495">
                  <c:v>14.89442012608774</c:v>
                </c:pt>
                <c:pt idx="496">
                  <c:v>14.888063727196098</c:v>
                </c:pt>
                <c:pt idx="497">
                  <c:v>14.895028605040581</c:v>
                </c:pt>
                <c:pt idx="498">
                  <c:v>14.899339818642247</c:v>
                </c:pt>
                <c:pt idx="499">
                  <c:v>14.900188956475015</c:v>
                </c:pt>
                <c:pt idx="500">
                  <c:v>14.894311572929228</c:v>
                </c:pt>
                <c:pt idx="501">
                  <c:v>14.903241579996505</c:v>
                </c:pt>
                <c:pt idx="502">
                  <c:v>14.906443256516246</c:v>
                </c:pt>
                <c:pt idx="503">
                  <c:v>14.916978989755087</c:v>
                </c:pt>
                <c:pt idx="504">
                  <c:v>14.915101276775378</c:v>
                </c:pt>
                <c:pt idx="505">
                  <c:v>14.916387873268491</c:v>
                </c:pt>
                <c:pt idx="506">
                  <c:v>14.929854541787153</c:v>
                </c:pt>
                <c:pt idx="507">
                  <c:v>14.946980991722935</c:v>
                </c:pt>
                <c:pt idx="508">
                  <c:v>14.94955558125536</c:v>
                </c:pt>
                <c:pt idx="509">
                  <c:v>14.960946076256254</c:v>
                </c:pt>
                <c:pt idx="510">
                  <c:v>14.974168877613183</c:v>
                </c:pt>
                <c:pt idx="511">
                  <c:v>14.984950252004873</c:v>
                </c:pt>
                <c:pt idx="512">
                  <c:v>14.997708154455895</c:v>
                </c:pt>
                <c:pt idx="513">
                  <c:v>15.021487788222601</c:v>
                </c:pt>
                <c:pt idx="514">
                  <c:v>15.025484514718315</c:v>
                </c:pt>
                <c:pt idx="515">
                  <c:v>15.021828922939788</c:v>
                </c:pt>
                <c:pt idx="516">
                  <c:v>15.035528097528143</c:v>
                </c:pt>
                <c:pt idx="517">
                  <c:v>15.051725881986863</c:v>
                </c:pt>
                <c:pt idx="518">
                  <c:v>15.044293538611029</c:v>
                </c:pt>
                <c:pt idx="519">
                  <c:v>15.033209491139329</c:v>
                </c:pt>
                <c:pt idx="520">
                  <c:v>15.055522713653827</c:v>
                </c:pt>
                <c:pt idx="521">
                  <c:v>15.056895745033239</c:v>
                </c:pt>
                <c:pt idx="522">
                  <c:v>15.056338107910898</c:v>
                </c:pt>
                <c:pt idx="523">
                  <c:v>15.07121853411566</c:v>
                </c:pt>
                <c:pt idx="524">
                  <c:v>15.089063639175944</c:v>
                </c:pt>
                <c:pt idx="525">
                  <c:v>15.083070493273706</c:v>
                </c:pt>
                <c:pt idx="526">
                  <c:v>15.070765864425107</c:v>
                </c:pt>
                <c:pt idx="527">
                  <c:v>15.069057095790839</c:v>
                </c:pt>
                <c:pt idx="528">
                  <c:v>15.066134803999647</c:v>
                </c:pt>
                <c:pt idx="529">
                  <c:v>15.063269430902141</c:v>
                </c:pt>
                <c:pt idx="530">
                  <c:v>15.050195720287951</c:v>
                </c:pt>
                <c:pt idx="531">
                  <c:v>15.035164655816283</c:v>
                </c:pt>
                <c:pt idx="532">
                  <c:v>15.026983159766546</c:v>
                </c:pt>
                <c:pt idx="533">
                  <c:v>15.025265332454238</c:v>
                </c:pt>
                <c:pt idx="534">
                  <c:v>15.038066490092902</c:v>
                </c:pt>
                <c:pt idx="535">
                  <c:v>15.0265022571961</c:v>
                </c:pt>
                <c:pt idx="536">
                  <c:v>15.015148072396352</c:v>
                </c:pt>
                <c:pt idx="537">
                  <c:v>14.995376941406809</c:v>
                </c:pt>
                <c:pt idx="538">
                  <c:v>14.998277530115198</c:v>
                </c:pt>
                <c:pt idx="539">
                  <c:v>14.994376410417299</c:v>
                </c:pt>
                <c:pt idx="540">
                  <c:v>14.995260235438062</c:v>
                </c:pt>
                <c:pt idx="541">
                  <c:v>15.013308858798309</c:v>
                </c:pt>
                <c:pt idx="542">
                  <c:v>15.030827926938139</c:v>
                </c:pt>
                <c:pt idx="543">
                  <c:v>15.037475033905878</c:v>
                </c:pt>
                <c:pt idx="544">
                  <c:v>15.042422506406373</c:v>
                </c:pt>
                <c:pt idx="545">
                  <c:v>15.068458354916892</c:v>
                </c:pt>
                <c:pt idx="546">
                  <c:v>15.08456302371426</c:v>
                </c:pt>
                <c:pt idx="547">
                  <c:v>15.075795884129242</c:v>
                </c:pt>
                <c:pt idx="548">
                  <c:v>15.087270851302858</c:v>
                </c:pt>
                <c:pt idx="549">
                  <c:v>15.08572143991311</c:v>
                </c:pt>
                <c:pt idx="550">
                  <c:v>15.109993941254171</c:v>
                </c:pt>
                <c:pt idx="551">
                  <c:v>15.108575654229051</c:v>
                </c:pt>
                <c:pt idx="552">
                  <c:v>15.062097502175215</c:v>
                </c:pt>
                <c:pt idx="553">
                  <c:v>15.049962572561897</c:v>
                </c:pt>
                <c:pt idx="554">
                  <c:v>15.07752239267467</c:v>
                </c:pt>
                <c:pt idx="555">
                  <c:v>15.091958792677508</c:v>
                </c:pt>
                <c:pt idx="556">
                  <c:v>15.061552320735178</c:v>
                </c:pt>
                <c:pt idx="557">
                  <c:v>15.036307596773479</c:v>
                </c:pt>
                <c:pt idx="558">
                  <c:v>15.031586062801097</c:v>
                </c:pt>
                <c:pt idx="559">
                  <c:v>15.059571565292762</c:v>
                </c:pt>
                <c:pt idx="560">
                  <c:v>15.072289232115489</c:v>
                </c:pt>
                <c:pt idx="561">
                  <c:v>15.029131953686603</c:v>
                </c:pt>
                <c:pt idx="562">
                  <c:v>14.971882580509378</c:v>
                </c:pt>
                <c:pt idx="563">
                  <c:v>14.928790373584411</c:v>
                </c:pt>
                <c:pt idx="564">
                  <c:v>14.882370650003933</c:v>
                </c:pt>
                <c:pt idx="565">
                  <c:v>14.880730463111327</c:v>
                </c:pt>
                <c:pt idx="566">
                  <c:v>14.881513057404993</c:v>
                </c:pt>
                <c:pt idx="567">
                  <c:v>14.888826732098504</c:v>
                </c:pt>
                <c:pt idx="568">
                  <c:v>14.868935988814343</c:v>
                </c:pt>
                <c:pt idx="569">
                  <c:v>14.854979811981099</c:v>
                </c:pt>
                <c:pt idx="570">
                  <c:v>14.836627949373465</c:v>
                </c:pt>
                <c:pt idx="571">
                  <c:v>14.81319418725767</c:v>
                </c:pt>
                <c:pt idx="572">
                  <c:v>14.699173795720469</c:v>
                </c:pt>
                <c:pt idx="573">
                  <c:v>14.703160519925845</c:v>
                </c:pt>
                <c:pt idx="574">
                  <c:v>14.673957889678286</c:v>
                </c:pt>
                <c:pt idx="575">
                  <c:v>14.660351509923103</c:v>
                </c:pt>
                <c:pt idx="576">
                  <c:v>14.586532776637307</c:v>
                </c:pt>
                <c:pt idx="577">
                  <c:v>14.646275399967056</c:v>
                </c:pt>
                <c:pt idx="578">
                  <c:v>14.743740038284992</c:v>
                </c:pt>
                <c:pt idx="579">
                  <c:v>14.773009872600262</c:v>
                </c:pt>
                <c:pt idx="580">
                  <c:v>14.828321670033727</c:v>
                </c:pt>
                <c:pt idx="581">
                  <c:v>14.655322150747574</c:v>
                </c:pt>
                <c:pt idx="582">
                  <c:v>14.243317998249562</c:v>
                </c:pt>
                <c:pt idx="583">
                  <c:v>14.27795123049308</c:v>
                </c:pt>
                <c:pt idx="584">
                  <c:v>14.283763976596603</c:v>
                </c:pt>
                <c:pt idx="585">
                  <c:v>13.381197173752842</c:v>
                </c:pt>
                <c:pt idx="586">
                  <c:v>13.926291084313192</c:v>
                </c:pt>
                <c:pt idx="587">
                  <c:v>13.972278293761756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77BE-418F-8705-C8EC33B01BAD}"/>
            </c:ext>
          </c:extLst>
        </c:ser>
        <c:ser>
          <c:idx val="10"/>
          <c:order val="10"/>
          <c:tx>
            <c:strRef>
              <c:f>Sheet2!$L$1</c:f>
              <c:strCache>
                <c:ptCount val="1"/>
                <c:pt idx="0">
                  <c:v>S11_z/O-PTIR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Sheet2!$L$2:$L$589</c:f>
              <c:numCache>
                <c:formatCode>General</c:formatCode>
                <c:ptCount val="588"/>
                <c:pt idx="0">
                  <c:v>16.057264115959505</c:v>
                </c:pt>
                <c:pt idx="1">
                  <c:v>16.245289351439826</c:v>
                </c:pt>
                <c:pt idx="2">
                  <c:v>16.433329603920519</c:v>
                </c:pt>
                <c:pt idx="3">
                  <c:v>16.59209016553007</c:v>
                </c:pt>
                <c:pt idx="4">
                  <c:v>16.670121584137846</c:v>
                </c:pt>
                <c:pt idx="5">
                  <c:v>16.740175255168122</c:v>
                </c:pt>
                <c:pt idx="6">
                  <c:v>16.737139007359811</c:v>
                </c:pt>
                <c:pt idx="7">
                  <c:v>16.740699318259448</c:v>
                </c:pt>
                <c:pt idx="8">
                  <c:v>16.79536061601674</c:v>
                </c:pt>
                <c:pt idx="9">
                  <c:v>16.754239837982301</c:v>
                </c:pt>
                <c:pt idx="10">
                  <c:v>16.738002302509457</c:v>
                </c:pt>
                <c:pt idx="11">
                  <c:v>16.776121097757944</c:v>
                </c:pt>
                <c:pt idx="12">
                  <c:v>16.765027317393066</c:v>
                </c:pt>
                <c:pt idx="13">
                  <c:v>16.744513573825991</c:v>
                </c:pt>
                <c:pt idx="14">
                  <c:v>16.724700637504494</c:v>
                </c:pt>
                <c:pt idx="15">
                  <c:v>16.735802671487892</c:v>
                </c:pt>
                <c:pt idx="16">
                  <c:v>16.736164246675148</c:v>
                </c:pt>
                <c:pt idx="17">
                  <c:v>16.75000773255675</c:v>
                </c:pt>
                <c:pt idx="18">
                  <c:v>16.749824568921426</c:v>
                </c:pt>
                <c:pt idx="19">
                  <c:v>16.766703802392033</c:v>
                </c:pt>
                <c:pt idx="20">
                  <c:v>16.782658130368656</c:v>
                </c:pt>
                <c:pt idx="21">
                  <c:v>16.782344159385211</c:v>
                </c:pt>
                <c:pt idx="22">
                  <c:v>16.790072297529775</c:v>
                </c:pt>
                <c:pt idx="23">
                  <c:v>16.770663871885834</c:v>
                </c:pt>
                <c:pt idx="24">
                  <c:v>16.779709837788051</c:v>
                </c:pt>
                <c:pt idx="25">
                  <c:v>16.797544823609751</c:v>
                </c:pt>
                <c:pt idx="26">
                  <c:v>16.833883505093358</c:v>
                </c:pt>
                <c:pt idx="27">
                  <c:v>16.826453080804843</c:v>
                </c:pt>
                <c:pt idx="28">
                  <c:v>16.80663839371578</c:v>
                </c:pt>
                <c:pt idx="29">
                  <c:v>16.836315654721624</c:v>
                </c:pt>
                <c:pt idx="30">
                  <c:v>16.842809918581807</c:v>
                </c:pt>
                <c:pt idx="31">
                  <c:v>16.833220214295618</c:v>
                </c:pt>
                <c:pt idx="32">
                  <c:v>16.867736930332541</c:v>
                </c:pt>
                <c:pt idx="33">
                  <c:v>16.92501979409473</c:v>
                </c:pt>
                <c:pt idx="34">
                  <c:v>16.933679007104697</c:v>
                </c:pt>
                <c:pt idx="35">
                  <c:v>16.993080633100895</c:v>
                </c:pt>
                <c:pt idx="36">
                  <c:v>17.066435876595566</c:v>
                </c:pt>
                <c:pt idx="37">
                  <c:v>17.125150117897523</c:v>
                </c:pt>
                <c:pt idx="38">
                  <c:v>17.201663162491489</c:v>
                </c:pt>
                <c:pt idx="39">
                  <c:v>17.259036065728484</c:v>
                </c:pt>
                <c:pt idx="40">
                  <c:v>17.36420759134484</c:v>
                </c:pt>
                <c:pt idx="41">
                  <c:v>17.479495802284653</c:v>
                </c:pt>
                <c:pt idx="42">
                  <c:v>17.539587480811381</c:v>
                </c:pt>
                <c:pt idx="43">
                  <c:v>17.736513316379792</c:v>
                </c:pt>
                <c:pt idx="44">
                  <c:v>17.855056287594078</c:v>
                </c:pt>
                <c:pt idx="45">
                  <c:v>17.880932131995539</c:v>
                </c:pt>
                <c:pt idx="46">
                  <c:v>18.014819163634989</c:v>
                </c:pt>
                <c:pt idx="47">
                  <c:v>18.18832273049043</c:v>
                </c:pt>
                <c:pt idx="48">
                  <c:v>18.26897875810387</c:v>
                </c:pt>
                <c:pt idx="49">
                  <c:v>18.335982967199204</c:v>
                </c:pt>
                <c:pt idx="50">
                  <c:v>18.420082837984229</c:v>
                </c:pt>
                <c:pt idx="51">
                  <c:v>18.493353127567005</c:v>
                </c:pt>
                <c:pt idx="52">
                  <c:v>18.541665308432307</c:v>
                </c:pt>
                <c:pt idx="53">
                  <c:v>18.614551596329029</c:v>
                </c:pt>
                <c:pt idx="54">
                  <c:v>18.70930213654503</c:v>
                </c:pt>
                <c:pt idx="55">
                  <c:v>18.780634409802499</c:v>
                </c:pt>
                <c:pt idx="56">
                  <c:v>18.828326652209768</c:v>
                </c:pt>
                <c:pt idx="57">
                  <c:v>18.838451090932445</c:v>
                </c:pt>
                <c:pt idx="58">
                  <c:v>18.862042100290811</c:v>
                </c:pt>
                <c:pt idx="59">
                  <c:v>18.857631499943441</c:v>
                </c:pt>
                <c:pt idx="60">
                  <c:v>18.983021139517916</c:v>
                </c:pt>
                <c:pt idx="61">
                  <c:v>19.060864600722041</c:v>
                </c:pt>
                <c:pt idx="62">
                  <c:v>19.108236369294911</c:v>
                </c:pt>
                <c:pt idx="63">
                  <c:v>19.187561146599361</c:v>
                </c:pt>
                <c:pt idx="64">
                  <c:v>19.190443076752242</c:v>
                </c:pt>
                <c:pt idx="65">
                  <c:v>19.240626411295821</c:v>
                </c:pt>
                <c:pt idx="66">
                  <c:v>19.248282434490655</c:v>
                </c:pt>
                <c:pt idx="67">
                  <c:v>19.288049869196822</c:v>
                </c:pt>
                <c:pt idx="68">
                  <c:v>19.35793584170527</c:v>
                </c:pt>
                <c:pt idx="69">
                  <c:v>19.337511220544272</c:v>
                </c:pt>
                <c:pt idx="70">
                  <c:v>19.343184707895695</c:v>
                </c:pt>
                <c:pt idx="71">
                  <c:v>19.35379802761862</c:v>
                </c:pt>
                <c:pt idx="72">
                  <c:v>19.404212130001326</c:v>
                </c:pt>
                <c:pt idx="73">
                  <c:v>19.476738926957889</c:v>
                </c:pt>
                <c:pt idx="74">
                  <c:v>19.46882879235638</c:v>
                </c:pt>
                <c:pt idx="75">
                  <c:v>19.446799467666622</c:v>
                </c:pt>
                <c:pt idx="76">
                  <c:v>19.393979977388415</c:v>
                </c:pt>
                <c:pt idx="77">
                  <c:v>19.376234530822227</c:v>
                </c:pt>
                <c:pt idx="78">
                  <c:v>19.342624128795133</c:v>
                </c:pt>
                <c:pt idx="79">
                  <c:v>19.329484368105046</c:v>
                </c:pt>
                <c:pt idx="80">
                  <c:v>19.346970034112456</c:v>
                </c:pt>
                <c:pt idx="81">
                  <c:v>19.292379100537332</c:v>
                </c:pt>
                <c:pt idx="82">
                  <c:v>19.209395052280836</c:v>
                </c:pt>
                <c:pt idx="83">
                  <c:v>19.132143850733222</c:v>
                </c:pt>
                <c:pt idx="84">
                  <c:v>19.041568474311944</c:v>
                </c:pt>
                <c:pt idx="85">
                  <c:v>18.953220741193284</c:v>
                </c:pt>
                <c:pt idx="86">
                  <c:v>18.871578614590952</c:v>
                </c:pt>
                <c:pt idx="87">
                  <c:v>18.804608920627629</c:v>
                </c:pt>
                <c:pt idx="88">
                  <c:v>18.762812929902026</c:v>
                </c:pt>
                <c:pt idx="89">
                  <c:v>18.69185932265804</c:v>
                </c:pt>
                <c:pt idx="90">
                  <c:v>18.595615461078399</c:v>
                </c:pt>
                <c:pt idx="91">
                  <c:v>18.495232951713248</c:v>
                </c:pt>
                <c:pt idx="92">
                  <c:v>18.419950946827608</c:v>
                </c:pt>
                <c:pt idx="93">
                  <c:v>18.336080676703343</c:v>
                </c:pt>
                <c:pt idx="94">
                  <c:v>18.269128323675908</c:v>
                </c:pt>
                <c:pt idx="95">
                  <c:v>18.229758896796344</c:v>
                </c:pt>
                <c:pt idx="96">
                  <c:v>18.17156455009151</c:v>
                </c:pt>
                <c:pt idx="97">
                  <c:v>18.114842348799751</c:v>
                </c:pt>
                <c:pt idx="98">
                  <c:v>18.095694454043564</c:v>
                </c:pt>
                <c:pt idx="99">
                  <c:v>18.109006290174388</c:v>
                </c:pt>
                <c:pt idx="100">
                  <c:v>18.063031967598466</c:v>
                </c:pt>
                <c:pt idx="101">
                  <c:v>18.011000322724829</c:v>
                </c:pt>
                <c:pt idx="102">
                  <c:v>17.959630134511471</c:v>
                </c:pt>
                <c:pt idx="103">
                  <c:v>17.927627770808524</c:v>
                </c:pt>
                <c:pt idx="104">
                  <c:v>17.885275369476563</c:v>
                </c:pt>
                <c:pt idx="105">
                  <c:v>17.828548165991776</c:v>
                </c:pt>
                <c:pt idx="106">
                  <c:v>17.78104400604299</c:v>
                </c:pt>
                <c:pt idx="107">
                  <c:v>17.724751826613318</c:v>
                </c:pt>
                <c:pt idx="108">
                  <c:v>17.653865748975448</c:v>
                </c:pt>
                <c:pt idx="109">
                  <c:v>17.569781218249101</c:v>
                </c:pt>
                <c:pt idx="110">
                  <c:v>17.51179212819887</c:v>
                </c:pt>
                <c:pt idx="111">
                  <c:v>17.470812828857717</c:v>
                </c:pt>
                <c:pt idx="112">
                  <c:v>17.411324248072425</c:v>
                </c:pt>
                <c:pt idx="113">
                  <c:v>17.371831933983724</c:v>
                </c:pt>
                <c:pt idx="114">
                  <c:v>17.360077780767053</c:v>
                </c:pt>
                <c:pt idx="115">
                  <c:v>17.342456722067901</c:v>
                </c:pt>
                <c:pt idx="116">
                  <c:v>17.355218900552984</c:v>
                </c:pt>
                <c:pt idx="117">
                  <c:v>17.349051946857703</c:v>
                </c:pt>
                <c:pt idx="118">
                  <c:v>17.300401284263042</c:v>
                </c:pt>
                <c:pt idx="119">
                  <c:v>17.251875843234274</c:v>
                </c:pt>
                <c:pt idx="120">
                  <c:v>17.221700864020466</c:v>
                </c:pt>
                <c:pt idx="121">
                  <c:v>17.193332676934446</c:v>
                </c:pt>
                <c:pt idx="122">
                  <c:v>17.204228787304167</c:v>
                </c:pt>
                <c:pt idx="123">
                  <c:v>17.229530129834423</c:v>
                </c:pt>
                <c:pt idx="124">
                  <c:v>17.224080657361533</c:v>
                </c:pt>
                <c:pt idx="125">
                  <c:v>17.233634846077102</c:v>
                </c:pt>
                <c:pt idx="126">
                  <c:v>17.267041241997845</c:v>
                </c:pt>
                <c:pt idx="127">
                  <c:v>17.302085022441922</c:v>
                </c:pt>
                <c:pt idx="128">
                  <c:v>17.367105361775693</c:v>
                </c:pt>
                <c:pt idx="129">
                  <c:v>17.403729251632736</c:v>
                </c:pt>
                <c:pt idx="130">
                  <c:v>17.437349491306147</c:v>
                </c:pt>
                <c:pt idx="131">
                  <c:v>17.459037666430259</c:v>
                </c:pt>
                <c:pt idx="132">
                  <c:v>17.479715898778622</c:v>
                </c:pt>
                <c:pt idx="133">
                  <c:v>17.517310547565899</c:v>
                </c:pt>
                <c:pt idx="134">
                  <c:v>17.553294656932511</c:v>
                </c:pt>
                <c:pt idx="135">
                  <c:v>17.583309482598999</c:v>
                </c:pt>
                <c:pt idx="136">
                  <c:v>17.641717422946844</c:v>
                </c:pt>
                <c:pt idx="137">
                  <c:v>17.735901214690877</c:v>
                </c:pt>
                <c:pt idx="138">
                  <c:v>17.811553715341361</c:v>
                </c:pt>
                <c:pt idx="139">
                  <c:v>18.015929650490943</c:v>
                </c:pt>
                <c:pt idx="140">
                  <c:v>18.19908078033211</c:v>
                </c:pt>
                <c:pt idx="141">
                  <c:v>18.364150316234475</c:v>
                </c:pt>
                <c:pt idx="142">
                  <c:v>18.338072883453314</c:v>
                </c:pt>
                <c:pt idx="143">
                  <c:v>18.276493219235544</c:v>
                </c:pt>
                <c:pt idx="144">
                  <c:v>18.272328393306442</c:v>
                </c:pt>
                <c:pt idx="145">
                  <c:v>18.265568763105236</c:v>
                </c:pt>
                <c:pt idx="146">
                  <c:v>18.252470353877641</c:v>
                </c:pt>
                <c:pt idx="147">
                  <c:v>18.23782543330039</c:v>
                </c:pt>
                <c:pt idx="148">
                  <c:v>18.215279048589551</c:v>
                </c:pt>
                <c:pt idx="149">
                  <c:v>18.161852625555262</c:v>
                </c:pt>
                <c:pt idx="150">
                  <c:v>18.111651116376937</c:v>
                </c:pt>
                <c:pt idx="151">
                  <c:v>18.095781658942315</c:v>
                </c:pt>
                <c:pt idx="152">
                  <c:v>18.048400552942415</c:v>
                </c:pt>
                <c:pt idx="153">
                  <c:v>17.956635154795777</c:v>
                </c:pt>
                <c:pt idx="154">
                  <c:v>17.978806208288479</c:v>
                </c:pt>
                <c:pt idx="155">
                  <c:v>17.937602977438697</c:v>
                </c:pt>
                <c:pt idx="156">
                  <c:v>17.877169482387245</c:v>
                </c:pt>
                <c:pt idx="157">
                  <c:v>17.824655959583612</c:v>
                </c:pt>
                <c:pt idx="158">
                  <c:v>17.778271123698481</c:v>
                </c:pt>
                <c:pt idx="159">
                  <c:v>17.708314120048801</c:v>
                </c:pt>
                <c:pt idx="160">
                  <c:v>17.596456579838879</c:v>
                </c:pt>
                <c:pt idx="161">
                  <c:v>17.560273549928848</c:v>
                </c:pt>
                <c:pt idx="162">
                  <c:v>17.523430897495977</c:v>
                </c:pt>
                <c:pt idx="163">
                  <c:v>17.471529142901733</c:v>
                </c:pt>
                <c:pt idx="164">
                  <c:v>17.411369768029132</c:v>
                </c:pt>
                <c:pt idx="165">
                  <c:v>17.379154310902472</c:v>
                </c:pt>
                <c:pt idx="166">
                  <c:v>17.315768771625628</c:v>
                </c:pt>
                <c:pt idx="167">
                  <c:v>17.270957625672388</c:v>
                </c:pt>
                <c:pt idx="168">
                  <c:v>17.259377298664024</c:v>
                </c:pt>
                <c:pt idx="169">
                  <c:v>17.26266357275469</c:v>
                </c:pt>
                <c:pt idx="170">
                  <c:v>17.226959502828699</c:v>
                </c:pt>
                <c:pt idx="171">
                  <c:v>17.167563796094271</c:v>
                </c:pt>
                <c:pt idx="172">
                  <c:v>17.130887800059675</c:v>
                </c:pt>
                <c:pt idx="173">
                  <c:v>17.119995691444391</c:v>
                </c:pt>
                <c:pt idx="174">
                  <c:v>17.080915224583045</c:v>
                </c:pt>
                <c:pt idx="175">
                  <c:v>17.065310049680949</c:v>
                </c:pt>
                <c:pt idx="176">
                  <c:v>17.102224150104476</c:v>
                </c:pt>
                <c:pt idx="177">
                  <c:v>17.108755596932955</c:v>
                </c:pt>
                <c:pt idx="178">
                  <c:v>17.079303101134588</c:v>
                </c:pt>
                <c:pt idx="179">
                  <c:v>17.087596903942636</c:v>
                </c:pt>
                <c:pt idx="180">
                  <c:v>17.106923877209834</c:v>
                </c:pt>
                <c:pt idx="181">
                  <c:v>17.08083702363178</c:v>
                </c:pt>
                <c:pt idx="182">
                  <c:v>17.064653761953473</c:v>
                </c:pt>
                <c:pt idx="183">
                  <c:v>17.11636726734946</c:v>
                </c:pt>
                <c:pt idx="184">
                  <c:v>17.123943672305</c:v>
                </c:pt>
                <c:pt idx="185">
                  <c:v>17.093434796705456</c:v>
                </c:pt>
                <c:pt idx="186">
                  <c:v>17.122362479083538</c:v>
                </c:pt>
                <c:pt idx="187">
                  <c:v>17.126935984184399</c:v>
                </c:pt>
                <c:pt idx="188">
                  <c:v>17.096714901424701</c:v>
                </c:pt>
                <c:pt idx="189">
                  <c:v>17.052642996233601</c:v>
                </c:pt>
                <c:pt idx="190">
                  <c:v>17.014517364654623</c:v>
                </c:pt>
                <c:pt idx="191">
                  <c:v>17.005033956970635</c:v>
                </c:pt>
                <c:pt idx="192">
                  <c:v>17.027804273190107</c:v>
                </c:pt>
                <c:pt idx="193">
                  <c:v>17.061994346021201</c:v>
                </c:pt>
                <c:pt idx="194">
                  <c:v>17.090242063624729</c:v>
                </c:pt>
                <c:pt idx="195">
                  <c:v>17.126447520033576</c:v>
                </c:pt>
                <c:pt idx="196">
                  <c:v>17.131185263806074</c:v>
                </c:pt>
                <c:pt idx="197">
                  <c:v>17.153115961922975</c:v>
                </c:pt>
                <c:pt idx="198">
                  <c:v>17.174762868954463</c:v>
                </c:pt>
                <c:pt idx="199">
                  <c:v>17.182066821128831</c:v>
                </c:pt>
                <c:pt idx="200">
                  <c:v>17.197386454177952</c:v>
                </c:pt>
                <c:pt idx="201">
                  <c:v>17.217950970004434</c:v>
                </c:pt>
                <c:pt idx="202">
                  <c:v>17.30966976438587</c:v>
                </c:pt>
                <c:pt idx="203">
                  <c:v>17.46544797681717</c:v>
                </c:pt>
                <c:pt idx="204">
                  <c:v>17.556100553751108</c:v>
                </c:pt>
                <c:pt idx="205">
                  <c:v>17.654186556289389</c:v>
                </c:pt>
                <c:pt idx="206">
                  <c:v>17.728939662630424</c:v>
                </c:pt>
                <c:pt idx="207">
                  <c:v>17.711852504668922</c:v>
                </c:pt>
                <c:pt idx="208">
                  <c:v>17.670483034270276</c:v>
                </c:pt>
                <c:pt idx="209">
                  <c:v>17.577158119072038</c:v>
                </c:pt>
                <c:pt idx="210">
                  <c:v>17.495526997294398</c:v>
                </c:pt>
                <c:pt idx="211">
                  <c:v>17.398733227959358</c:v>
                </c:pt>
                <c:pt idx="212">
                  <c:v>17.261345328147616</c:v>
                </c:pt>
                <c:pt idx="213">
                  <c:v>17.168118872782475</c:v>
                </c:pt>
                <c:pt idx="214">
                  <c:v>17.153393000047771</c:v>
                </c:pt>
                <c:pt idx="215">
                  <c:v>17.14895171958306</c:v>
                </c:pt>
                <c:pt idx="216">
                  <c:v>17.113210883538191</c:v>
                </c:pt>
                <c:pt idx="217">
                  <c:v>17.121708775822469</c:v>
                </c:pt>
                <c:pt idx="218">
                  <c:v>17.141281940357352</c:v>
                </c:pt>
                <c:pt idx="219">
                  <c:v>17.170183778071369</c:v>
                </c:pt>
                <c:pt idx="220">
                  <c:v>17.227499156088349</c:v>
                </c:pt>
                <c:pt idx="221">
                  <c:v>17.23986382696614</c:v>
                </c:pt>
                <c:pt idx="222">
                  <c:v>17.242027775677322</c:v>
                </c:pt>
                <c:pt idx="223">
                  <c:v>17.215807613654619</c:v>
                </c:pt>
                <c:pt idx="224">
                  <c:v>17.169748670646356</c:v>
                </c:pt>
                <c:pt idx="225">
                  <c:v>17.133998413804587</c:v>
                </c:pt>
                <c:pt idx="226">
                  <c:v>17.149095949482518</c:v>
                </c:pt>
                <c:pt idx="227">
                  <c:v>17.152470262170773</c:v>
                </c:pt>
                <c:pt idx="228">
                  <c:v>17.1110344293444</c:v>
                </c:pt>
                <c:pt idx="229">
                  <c:v>17.063642651999348</c:v>
                </c:pt>
                <c:pt idx="230">
                  <c:v>17.131001099732142</c:v>
                </c:pt>
                <c:pt idx="231">
                  <c:v>17.14284362502594</c:v>
                </c:pt>
                <c:pt idx="232">
                  <c:v>17.176127300477319</c:v>
                </c:pt>
                <c:pt idx="233">
                  <c:v>17.229996334226197</c:v>
                </c:pt>
                <c:pt idx="234">
                  <c:v>17.215875726849912</c:v>
                </c:pt>
                <c:pt idx="235">
                  <c:v>17.177953934637511</c:v>
                </c:pt>
                <c:pt idx="236">
                  <c:v>17.204409950062274</c:v>
                </c:pt>
                <c:pt idx="237">
                  <c:v>17.225811999744224</c:v>
                </c:pt>
                <c:pt idx="238">
                  <c:v>17.182148690354996</c:v>
                </c:pt>
                <c:pt idx="239">
                  <c:v>17.13822034810428</c:v>
                </c:pt>
                <c:pt idx="240">
                  <c:v>17.110692446079902</c:v>
                </c:pt>
                <c:pt idx="241">
                  <c:v>17.073197257564338</c:v>
                </c:pt>
                <c:pt idx="242">
                  <c:v>17.095155717852638</c:v>
                </c:pt>
                <c:pt idx="243">
                  <c:v>17.102317607744531</c:v>
                </c:pt>
                <c:pt idx="244">
                  <c:v>17.082720015833608</c:v>
                </c:pt>
                <c:pt idx="245">
                  <c:v>17.073904651030755</c:v>
                </c:pt>
                <c:pt idx="246">
                  <c:v>17.039831962996445</c:v>
                </c:pt>
                <c:pt idx="247">
                  <c:v>17.061977838784152</c:v>
                </c:pt>
                <c:pt idx="248">
                  <c:v>17.069869131791865</c:v>
                </c:pt>
                <c:pt idx="249">
                  <c:v>17.052778222185577</c:v>
                </c:pt>
                <c:pt idx="250">
                  <c:v>17.02090474832341</c:v>
                </c:pt>
                <c:pt idx="251">
                  <c:v>17.065102041820168</c:v>
                </c:pt>
                <c:pt idx="252">
                  <c:v>17.101586203751495</c:v>
                </c:pt>
                <c:pt idx="253">
                  <c:v>17.129775645806049</c:v>
                </c:pt>
                <c:pt idx="254">
                  <c:v>17.119446033798653</c:v>
                </c:pt>
                <c:pt idx="255">
                  <c:v>17.09089926842093</c:v>
                </c:pt>
                <c:pt idx="256">
                  <c:v>17.095010404144684</c:v>
                </c:pt>
                <c:pt idx="257">
                  <c:v>17.062846969825689</c:v>
                </c:pt>
                <c:pt idx="258">
                  <c:v>17.031180670125462</c:v>
                </c:pt>
                <c:pt idx="259">
                  <c:v>17</c:v>
                </c:pt>
                <c:pt idx="260">
                  <c:v>16.945653256815344</c:v>
                </c:pt>
                <c:pt idx="261">
                  <c:v>16.878363755976686</c:v>
                </c:pt>
                <c:pt idx="262">
                  <c:v>16.900763159581881</c:v>
                </c:pt>
                <c:pt idx="263">
                  <c:v>16.90394713882478</c:v>
                </c:pt>
                <c:pt idx="264">
                  <c:v>16.888827926976987</c:v>
                </c:pt>
                <c:pt idx="265">
                  <c:v>16.887438401119024</c:v>
                </c:pt>
                <c:pt idx="266">
                  <c:v>16.895142778846626</c:v>
                </c:pt>
                <c:pt idx="267">
                  <c:v>16.846047004440866</c:v>
                </c:pt>
                <c:pt idx="268">
                  <c:v>16.781767239787378</c:v>
                </c:pt>
                <c:pt idx="269">
                  <c:v>16.736403268132804</c:v>
                </c:pt>
                <c:pt idx="270">
                  <c:v>16.722696342121324</c:v>
                </c:pt>
                <c:pt idx="271">
                  <c:v>16.729226871881082</c:v>
                </c:pt>
                <c:pt idx="272">
                  <c:v>16.682630568284978</c:v>
                </c:pt>
                <c:pt idx="273">
                  <c:v>16.668659359740968</c:v>
                </c:pt>
                <c:pt idx="274">
                  <c:v>16.640095420167125</c:v>
                </c:pt>
                <c:pt idx="275">
                  <c:v>16.620479653621477</c:v>
                </c:pt>
                <c:pt idx="276">
                  <c:v>16.601803007135047</c:v>
                </c:pt>
                <c:pt idx="277">
                  <c:v>16.562982237462609</c:v>
                </c:pt>
                <c:pt idx="278">
                  <c:v>16.599668904842364</c:v>
                </c:pt>
                <c:pt idx="279">
                  <c:v>16.610651386411991</c:v>
                </c:pt>
                <c:pt idx="280">
                  <c:v>16.572462185296406</c:v>
                </c:pt>
                <c:pt idx="281">
                  <c:v>16.567465536348895</c:v>
                </c:pt>
                <c:pt idx="282">
                  <c:v>16.580562278178792</c:v>
                </c:pt>
                <c:pt idx="283">
                  <c:v>16.579907657848995</c:v>
                </c:pt>
                <c:pt idx="284">
                  <c:v>16.545940891252407</c:v>
                </c:pt>
                <c:pt idx="285">
                  <c:v>16.504116221286683</c:v>
                </c:pt>
                <c:pt idx="286">
                  <c:v>16.452607805805528</c:v>
                </c:pt>
                <c:pt idx="287">
                  <c:v>16.494802137837265</c:v>
                </c:pt>
                <c:pt idx="288">
                  <c:v>16.559873541225034</c:v>
                </c:pt>
                <c:pt idx="289">
                  <c:v>16.581033318023845</c:v>
                </c:pt>
                <c:pt idx="290">
                  <c:v>16.519274366870341</c:v>
                </c:pt>
                <c:pt idx="291">
                  <c:v>16.541669476926508</c:v>
                </c:pt>
                <c:pt idx="292">
                  <c:v>16.529344531798483</c:v>
                </c:pt>
                <c:pt idx="293">
                  <c:v>16.443615071574296</c:v>
                </c:pt>
                <c:pt idx="294">
                  <c:v>16.535306854113291</c:v>
                </c:pt>
                <c:pt idx="295">
                  <c:v>16.605597295614352</c:v>
                </c:pt>
                <c:pt idx="296">
                  <c:v>16.620215912993189</c:v>
                </c:pt>
                <c:pt idx="297">
                  <c:v>16.684611311675894</c:v>
                </c:pt>
                <c:pt idx="298">
                  <c:v>16.696733209451246</c:v>
                </c:pt>
                <c:pt idx="299">
                  <c:v>16.698122735309205</c:v>
                </c:pt>
                <c:pt idx="300">
                  <c:v>16.749930782153744</c:v>
                </c:pt>
                <c:pt idx="301">
                  <c:v>16.756631886696326</c:v>
                </c:pt>
                <c:pt idx="302">
                  <c:v>16.701214757569964</c:v>
                </c:pt>
                <c:pt idx="303">
                  <c:v>16.665034062016691</c:v>
                </c:pt>
                <c:pt idx="304">
                  <c:v>16.812197247476583</c:v>
                </c:pt>
                <c:pt idx="305">
                  <c:v>16.896479948417387</c:v>
                </c:pt>
                <c:pt idx="306">
                  <c:v>16.886022613747578</c:v>
                </c:pt>
                <c:pt idx="307">
                  <c:v>16.9117519772627</c:v>
                </c:pt>
                <c:pt idx="308">
                  <c:v>16.989295473623894</c:v>
                </c:pt>
                <c:pt idx="309">
                  <c:v>17.013686000170576</c:v>
                </c:pt>
                <c:pt idx="310">
                  <c:v>17.057577743042181</c:v>
                </c:pt>
                <c:pt idx="311">
                  <c:v>17.009522674899387</c:v>
                </c:pt>
                <c:pt idx="312">
                  <c:v>17.094010882604447</c:v>
                </c:pt>
                <c:pt idx="313">
                  <c:v>17.273564935427107</c:v>
                </c:pt>
                <c:pt idx="314">
                  <c:v>17.307868057821018</c:v>
                </c:pt>
                <c:pt idx="315">
                  <c:v>17.468572680072487</c:v>
                </c:pt>
                <c:pt idx="316">
                  <c:v>17.521723982489323</c:v>
                </c:pt>
                <c:pt idx="317">
                  <c:v>17.674363068675358</c:v>
                </c:pt>
                <c:pt idx="318">
                  <c:v>17.889194254247631</c:v>
                </c:pt>
                <c:pt idx="319">
                  <c:v>17.931972342207708</c:v>
                </c:pt>
                <c:pt idx="320">
                  <c:v>17.995952725607459</c:v>
                </c:pt>
                <c:pt idx="321">
                  <c:v>18.251346694580022</c:v>
                </c:pt>
                <c:pt idx="322">
                  <c:v>18.487901570847015</c:v>
                </c:pt>
                <c:pt idx="323">
                  <c:v>18.641030204992369</c:v>
                </c:pt>
                <c:pt idx="324">
                  <c:v>18.797537820539489</c:v>
                </c:pt>
                <c:pt idx="325">
                  <c:v>19.022708872614913</c:v>
                </c:pt>
                <c:pt idx="326">
                  <c:v>19.170269899161621</c:v>
                </c:pt>
                <c:pt idx="327">
                  <c:v>19.239988131463303</c:v>
                </c:pt>
                <c:pt idx="328">
                  <c:v>19.401469260815091</c:v>
                </c:pt>
                <c:pt idx="329">
                  <c:v>19.449562679104574</c:v>
                </c:pt>
                <c:pt idx="330">
                  <c:v>19.437677468430117</c:v>
                </c:pt>
                <c:pt idx="331">
                  <c:v>19.57181661059904</c:v>
                </c:pt>
                <c:pt idx="332">
                  <c:v>19.507155261986103</c:v>
                </c:pt>
                <c:pt idx="333">
                  <c:v>19.436114449843384</c:v>
                </c:pt>
                <c:pt idx="334">
                  <c:v>19.369666317874863</c:v>
                </c:pt>
                <c:pt idx="335">
                  <c:v>19.259503353928753</c:v>
                </c:pt>
                <c:pt idx="336">
                  <c:v>19.164802502163667</c:v>
                </c:pt>
                <c:pt idx="337">
                  <c:v>19.034438014866346</c:v>
                </c:pt>
                <c:pt idx="338">
                  <c:v>18.920990277487487</c:v>
                </c:pt>
                <c:pt idx="339">
                  <c:v>18.794297233145294</c:v>
                </c:pt>
                <c:pt idx="340">
                  <c:v>18.664825970786026</c:v>
                </c:pt>
                <c:pt idx="341">
                  <c:v>18.680227889910743</c:v>
                </c:pt>
                <c:pt idx="342">
                  <c:v>18.582536060184381</c:v>
                </c:pt>
                <c:pt idx="343">
                  <c:v>18.447193890588196</c:v>
                </c:pt>
                <c:pt idx="344">
                  <c:v>18.440221500442821</c:v>
                </c:pt>
                <c:pt idx="345">
                  <c:v>18.314075362540191</c:v>
                </c:pt>
                <c:pt idx="346">
                  <c:v>18.253158488900851</c:v>
                </c:pt>
                <c:pt idx="347">
                  <c:v>18.183240502356906</c:v>
                </c:pt>
                <c:pt idx="348">
                  <c:v>18.043279474442915</c:v>
                </c:pt>
                <c:pt idx="349">
                  <c:v>17.869353389014968</c:v>
                </c:pt>
                <c:pt idx="350">
                  <c:v>17.837400713762921</c:v>
                </c:pt>
                <c:pt idx="351">
                  <c:v>17.793648865556808</c:v>
                </c:pt>
                <c:pt idx="352">
                  <c:v>17.681278267080259</c:v>
                </c:pt>
                <c:pt idx="353">
                  <c:v>17.630426139326584</c:v>
                </c:pt>
                <c:pt idx="354">
                  <c:v>17.536090114174225</c:v>
                </c:pt>
                <c:pt idx="355">
                  <c:v>17.447002056484934</c:v>
                </c:pt>
                <c:pt idx="356">
                  <c:v>17.45270222219925</c:v>
                </c:pt>
                <c:pt idx="357">
                  <c:v>17.343396884250669</c:v>
                </c:pt>
                <c:pt idx="358">
                  <c:v>17.224844325499703</c:v>
                </c:pt>
                <c:pt idx="359">
                  <c:v>17.276726238061539</c:v>
                </c:pt>
                <c:pt idx="360">
                  <c:v>17.31696929795638</c:v>
                </c:pt>
                <c:pt idx="361">
                  <c:v>17.276259783560111</c:v>
                </c:pt>
                <c:pt idx="362">
                  <c:v>17.236557794212946</c:v>
                </c:pt>
                <c:pt idx="363">
                  <c:v>17.207778927077946</c:v>
                </c:pt>
                <c:pt idx="364">
                  <c:v>17.21841634069737</c:v>
                </c:pt>
                <c:pt idx="365">
                  <c:v>17.180413096108218</c:v>
                </c:pt>
                <c:pt idx="366">
                  <c:v>17.095367977577503</c:v>
                </c:pt>
                <c:pt idx="367">
                  <c:v>17.092919153972421</c:v>
                </c:pt>
                <c:pt idx="368">
                  <c:v>17.12197897761677</c:v>
                </c:pt>
                <c:pt idx="369">
                  <c:v>17.073103799924283</c:v>
                </c:pt>
                <c:pt idx="370">
                  <c:v>17.07241774914819</c:v>
                </c:pt>
                <c:pt idx="371">
                  <c:v>17.021108921169525</c:v>
                </c:pt>
                <c:pt idx="372">
                  <c:v>16.988503292985367</c:v>
                </c:pt>
                <c:pt idx="373">
                  <c:v>16.914864925364363</c:v>
                </c:pt>
                <c:pt idx="374">
                  <c:v>16.884465097573194</c:v>
                </c:pt>
                <c:pt idx="375">
                  <c:v>16.928868481423397</c:v>
                </c:pt>
                <c:pt idx="376">
                  <c:v>16.887472749511264</c:v>
                </c:pt>
                <c:pt idx="377">
                  <c:v>16.84446147598543</c:v>
                </c:pt>
                <c:pt idx="378">
                  <c:v>16.797506973682381</c:v>
                </c:pt>
                <c:pt idx="379">
                  <c:v>16.732039855139824</c:v>
                </c:pt>
                <c:pt idx="380">
                  <c:v>16.712591745431059</c:v>
                </c:pt>
                <c:pt idx="381">
                  <c:v>16.696517489876186</c:v>
                </c:pt>
                <c:pt idx="382">
                  <c:v>16.663535988569656</c:v>
                </c:pt>
                <c:pt idx="383">
                  <c:v>16.667470130029507</c:v>
                </c:pt>
                <c:pt idx="384">
                  <c:v>16.639180185579693</c:v>
                </c:pt>
                <c:pt idx="385">
                  <c:v>16.63215944090155</c:v>
                </c:pt>
                <c:pt idx="386">
                  <c:v>16.620777659272118</c:v>
                </c:pt>
                <c:pt idx="387">
                  <c:v>16.602307228193961</c:v>
                </c:pt>
                <c:pt idx="388">
                  <c:v>16.608138618105823</c:v>
                </c:pt>
                <c:pt idx="389">
                  <c:v>16.620020619039732</c:v>
                </c:pt>
                <c:pt idx="390">
                  <c:v>16.617402929734446</c:v>
                </c:pt>
                <c:pt idx="391">
                  <c:v>16.597402411173768</c:v>
                </c:pt>
                <c:pt idx="392">
                  <c:v>16.638921613884222</c:v>
                </c:pt>
                <c:pt idx="393">
                  <c:v>16.66464626700089</c:v>
                </c:pt>
                <c:pt idx="394">
                  <c:v>16.678488502334233</c:v>
                </c:pt>
                <c:pt idx="395">
                  <c:v>16.684315848806715</c:v>
                </c:pt>
                <c:pt idx="396">
                  <c:v>16.694409732466877</c:v>
                </c:pt>
                <c:pt idx="397">
                  <c:v>16.689852109328932</c:v>
                </c:pt>
                <c:pt idx="398">
                  <c:v>16.657743323968951</c:v>
                </c:pt>
                <c:pt idx="399">
                  <c:v>16.617751749329436</c:v>
                </c:pt>
                <c:pt idx="400">
                  <c:v>16.613925363444757</c:v>
                </c:pt>
                <c:pt idx="401">
                  <c:v>16.582757490596503</c:v>
                </c:pt>
                <c:pt idx="402">
                  <c:v>16.573747957333627</c:v>
                </c:pt>
                <c:pt idx="403">
                  <c:v>16.54896538390706</c:v>
                </c:pt>
                <c:pt idx="404">
                  <c:v>16.536127130402754</c:v>
                </c:pt>
                <c:pt idx="405">
                  <c:v>16.481535863348089</c:v>
                </c:pt>
                <c:pt idx="406">
                  <c:v>16.423489373132671</c:v>
                </c:pt>
                <c:pt idx="407">
                  <c:v>16.397142155406634</c:v>
                </c:pt>
                <c:pt idx="408">
                  <c:v>16.399238657881593</c:v>
                </c:pt>
                <c:pt idx="409">
                  <c:v>16.3814491920166</c:v>
                </c:pt>
                <c:pt idx="410">
                  <c:v>16.358740444456522</c:v>
                </c:pt>
                <c:pt idx="411">
                  <c:v>16.335415155761204</c:v>
                </c:pt>
                <c:pt idx="412">
                  <c:v>16.305572051213453</c:v>
                </c:pt>
                <c:pt idx="413">
                  <c:v>16.291836841968802</c:v>
                </c:pt>
                <c:pt idx="414">
                  <c:v>16.303293656493903</c:v>
                </c:pt>
                <c:pt idx="415">
                  <c:v>16.292301087168298</c:v>
                </c:pt>
                <c:pt idx="416">
                  <c:v>16.275186312932696</c:v>
                </c:pt>
                <c:pt idx="417">
                  <c:v>16.249671501814255</c:v>
                </c:pt>
                <c:pt idx="418">
                  <c:v>16.208341611268072</c:v>
                </c:pt>
                <c:pt idx="419">
                  <c:v>16.201340416827744</c:v>
                </c:pt>
                <c:pt idx="420">
                  <c:v>16.215484867990874</c:v>
                </c:pt>
                <c:pt idx="421">
                  <c:v>16.215591477230141</c:v>
                </c:pt>
                <c:pt idx="422">
                  <c:v>16.217294140372708</c:v>
                </c:pt>
                <c:pt idx="423">
                  <c:v>16.224213132107334</c:v>
                </c:pt>
                <c:pt idx="424">
                  <c:v>16.212704836678814</c:v>
                </c:pt>
                <c:pt idx="425">
                  <c:v>16.203794242625872</c:v>
                </c:pt>
                <c:pt idx="426">
                  <c:v>16.224123217687353</c:v>
                </c:pt>
                <c:pt idx="427">
                  <c:v>16.197616471688129</c:v>
                </c:pt>
                <c:pt idx="428">
                  <c:v>16.137112831300456</c:v>
                </c:pt>
                <c:pt idx="429">
                  <c:v>16.163344977743993</c:v>
                </c:pt>
                <c:pt idx="430">
                  <c:v>16.178186453244209</c:v>
                </c:pt>
                <c:pt idx="431">
                  <c:v>16.11926548589344</c:v>
                </c:pt>
                <c:pt idx="432">
                  <c:v>16.109471202332955</c:v>
                </c:pt>
                <c:pt idx="433">
                  <c:v>16.10084280491639</c:v>
                </c:pt>
                <c:pt idx="434">
                  <c:v>16.083974060419322</c:v>
                </c:pt>
                <c:pt idx="435">
                  <c:v>16.036271831863118</c:v>
                </c:pt>
                <c:pt idx="436">
                  <c:v>16.118620838686027</c:v>
                </c:pt>
                <c:pt idx="437">
                  <c:v>16.141667765759639</c:v>
                </c:pt>
                <c:pt idx="438">
                  <c:v>16.209063386039496</c:v>
                </c:pt>
                <c:pt idx="439">
                  <c:v>16.323744622538264</c:v>
                </c:pt>
                <c:pt idx="440">
                  <c:v>16.388460766007498</c:v>
                </c:pt>
                <c:pt idx="441">
                  <c:v>16.393973641277231</c:v>
                </c:pt>
                <c:pt idx="442">
                  <c:v>16.362323723759225</c:v>
                </c:pt>
                <c:pt idx="443">
                  <c:v>16.393035229862026</c:v>
                </c:pt>
                <c:pt idx="444">
                  <c:v>16.391949128697174</c:v>
                </c:pt>
                <c:pt idx="445">
                  <c:v>16.436118118118287</c:v>
                </c:pt>
                <c:pt idx="446">
                  <c:v>16.508422776018719</c:v>
                </c:pt>
                <c:pt idx="447">
                  <c:v>16.511640436694787</c:v>
                </c:pt>
                <c:pt idx="448">
                  <c:v>16.462179252087104</c:v>
                </c:pt>
                <c:pt idx="449">
                  <c:v>16.4263511277736</c:v>
                </c:pt>
                <c:pt idx="450">
                  <c:v>16.470294518288394</c:v>
                </c:pt>
                <c:pt idx="451">
                  <c:v>16.468403689317459</c:v>
                </c:pt>
                <c:pt idx="452">
                  <c:v>16.476979449073465</c:v>
                </c:pt>
                <c:pt idx="453">
                  <c:v>16.498185329418174</c:v>
                </c:pt>
                <c:pt idx="454">
                  <c:v>16.481441822118846</c:v>
                </c:pt>
                <c:pt idx="455">
                  <c:v>16.487204015026922</c:v>
                </c:pt>
                <c:pt idx="456">
                  <c:v>16.530303118725634</c:v>
                </c:pt>
                <c:pt idx="457">
                  <c:v>16.515423386869863</c:v>
                </c:pt>
                <c:pt idx="458">
                  <c:v>16.498902477161028</c:v>
                </c:pt>
                <c:pt idx="459">
                  <c:v>16.515300958195088</c:v>
                </c:pt>
                <c:pt idx="460">
                  <c:v>16.51509007407331</c:v>
                </c:pt>
                <c:pt idx="461">
                  <c:v>16.489875728017093</c:v>
                </c:pt>
                <c:pt idx="462">
                  <c:v>16.49512002720526</c:v>
                </c:pt>
                <c:pt idx="463">
                  <c:v>16.51885318221597</c:v>
                </c:pt>
                <c:pt idx="464">
                  <c:v>16.516289725020279</c:v>
                </c:pt>
                <c:pt idx="465">
                  <c:v>16.508832580683915</c:v>
                </c:pt>
                <c:pt idx="466">
                  <c:v>16.504557914932541</c:v>
                </c:pt>
                <c:pt idx="467">
                  <c:v>16.518157668958033</c:v>
                </c:pt>
                <c:pt idx="468">
                  <c:v>16.512105515593127</c:v>
                </c:pt>
                <c:pt idx="469">
                  <c:v>16.49821325832934</c:v>
                </c:pt>
                <c:pt idx="470">
                  <c:v>16.506004966010515</c:v>
                </c:pt>
                <c:pt idx="471">
                  <c:v>16.492291620517964</c:v>
                </c:pt>
                <c:pt idx="472">
                  <c:v>16.473715559796673</c:v>
                </c:pt>
                <c:pt idx="473">
                  <c:v>16.490181695491664</c:v>
                </c:pt>
                <c:pt idx="474">
                  <c:v>16.503790286724872</c:v>
                </c:pt>
                <c:pt idx="475">
                  <c:v>16.504167535450332</c:v>
                </c:pt>
                <c:pt idx="476">
                  <c:v>16.528787204123407</c:v>
                </c:pt>
                <c:pt idx="477">
                  <c:v>16.5300134500634</c:v>
                </c:pt>
                <c:pt idx="478">
                  <c:v>16.529896815595571</c:v>
                </c:pt>
                <c:pt idx="479">
                  <c:v>16.529558875770451</c:v>
                </c:pt>
                <c:pt idx="480">
                  <c:v>16.535536079609571</c:v>
                </c:pt>
                <c:pt idx="481">
                  <c:v>16.548131518326493</c:v>
                </c:pt>
                <c:pt idx="482">
                  <c:v>16.553919806008285</c:v>
                </c:pt>
                <c:pt idx="483">
                  <c:v>16.578748649720517</c:v>
                </c:pt>
                <c:pt idx="484">
                  <c:v>16.579202557054387</c:v>
                </c:pt>
                <c:pt idx="485">
                  <c:v>16.553032708756731</c:v>
                </c:pt>
                <c:pt idx="486">
                  <c:v>16.582793089537006</c:v>
                </c:pt>
                <c:pt idx="487">
                  <c:v>16.602749422059119</c:v>
                </c:pt>
                <c:pt idx="488">
                  <c:v>16.59570220744278</c:v>
                </c:pt>
                <c:pt idx="489">
                  <c:v>16.600032272482128</c:v>
                </c:pt>
                <c:pt idx="490">
                  <c:v>16.608318405260842</c:v>
                </c:pt>
                <c:pt idx="491">
                  <c:v>16.624411585779399</c:v>
                </c:pt>
                <c:pt idx="492">
                  <c:v>16.624357311984863</c:v>
                </c:pt>
                <c:pt idx="493">
                  <c:v>16.643232087000811</c:v>
                </c:pt>
                <c:pt idx="494">
                  <c:v>16.659659705809354</c:v>
                </c:pt>
                <c:pt idx="495">
                  <c:v>16.663311056622408</c:v>
                </c:pt>
                <c:pt idx="496">
                  <c:v>16.662056840086308</c:v>
                </c:pt>
                <c:pt idx="497">
                  <c:v>16.662082976544966</c:v>
                </c:pt>
                <c:pt idx="498">
                  <c:v>16.675323489739959</c:v>
                </c:pt>
                <c:pt idx="499">
                  <c:v>16.680801683137915</c:v>
                </c:pt>
                <c:pt idx="500">
                  <c:v>16.686339152523452</c:v>
                </c:pt>
                <c:pt idx="501">
                  <c:v>16.689810466071833</c:v>
                </c:pt>
                <c:pt idx="502">
                  <c:v>16.703074989793443</c:v>
                </c:pt>
                <c:pt idx="503">
                  <c:v>16.697871208368937</c:v>
                </c:pt>
                <c:pt idx="504">
                  <c:v>16.701888386233332</c:v>
                </c:pt>
                <c:pt idx="505">
                  <c:v>16.70998810395124</c:v>
                </c:pt>
                <c:pt idx="506">
                  <c:v>16.747627438996382</c:v>
                </c:pt>
                <c:pt idx="507">
                  <c:v>16.756742435162618</c:v>
                </c:pt>
                <c:pt idx="508">
                  <c:v>16.754632093286901</c:v>
                </c:pt>
                <c:pt idx="509">
                  <c:v>16.765713534908929</c:v>
                </c:pt>
                <c:pt idx="510">
                  <c:v>16.790874482554393</c:v>
                </c:pt>
                <c:pt idx="511">
                  <c:v>16.822503432546554</c:v>
                </c:pt>
                <c:pt idx="512">
                  <c:v>16.843759084712055</c:v>
                </c:pt>
                <c:pt idx="513">
                  <c:v>16.874917244968817</c:v>
                </c:pt>
                <c:pt idx="514">
                  <c:v>16.885267282597813</c:v>
                </c:pt>
                <c:pt idx="515">
                  <c:v>16.919847276376753</c:v>
                </c:pt>
                <c:pt idx="516">
                  <c:v>16.977718564780776</c:v>
                </c:pt>
                <c:pt idx="517">
                  <c:v>16.991483182752038</c:v>
                </c:pt>
                <c:pt idx="518">
                  <c:v>17.026850688455998</c:v>
                </c:pt>
                <c:pt idx="519">
                  <c:v>17.071044063568205</c:v>
                </c:pt>
                <c:pt idx="520">
                  <c:v>17.087417908801516</c:v>
                </c:pt>
                <c:pt idx="521">
                  <c:v>17.085984196904995</c:v>
                </c:pt>
                <c:pt idx="522">
                  <c:v>17.104622451559806</c:v>
                </c:pt>
                <c:pt idx="523">
                  <c:v>17.148101430135331</c:v>
                </c:pt>
                <c:pt idx="524">
                  <c:v>17.165004173913246</c:v>
                </c:pt>
                <c:pt idx="525">
                  <c:v>17.119160491945678</c:v>
                </c:pt>
                <c:pt idx="526">
                  <c:v>17.133224407800789</c:v>
                </c:pt>
                <c:pt idx="527">
                  <c:v>17.151823395240196</c:v>
                </c:pt>
                <c:pt idx="528">
                  <c:v>17.140899522699076</c:v>
                </c:pt>
                <c:pt idx="529">
                  <c:v>17.08854957160802</c:v>
                </c:pt>
                <c:pt idx="530">
                  <c:v>17.065098790394689</c:v>
                </c:pt>
                <c:pt idx="531">
                  <c:v>17.074142588679919</c:v>
                </c:pt>
                <c:pt idx="532">
                  <c:v>17.05276296549679</c:v>
                </c:pt>
                <c:pt idx="533">
                  <c:v>17.039626789711726</c:v>
                </c:pt>
                <c:pt idx="534">
                  <c:v>17.059420884439419</c:v>
                </c:pt>
                <c:pt idx="535">
                  <c:v>17.065175323948274</c:v>
                </c:pt>
                <c:pt idx="536">
                  <c:v>17.029367458516607</c:v>
                </c:pt>
                <c:pt idx="537">
                  <c:v>17.018690610942013</c:v>
                </c:pt>
                <c:pt idx="538">
                  <c:v>17.036185947855973</c:v>
                </c:pt>
                <c:pt idx="539">
                  <c:v>17.018285433305387</c:v>
                </c:pt>
                <c:pt idx="540">
                  <c:v>17.017172778832453</c:v>
                </c:pt>
                <c:pt idx="541">
                  <c:v>17.05253311472638</c:v>
                </c:pt>
                <c:pt idx="542">
                  <c:v>17.054762925645989</c:v>
                </c:pt>
                <c:pt idx="543">
                  <c:v>17.042582919061431</c:v>
                </c:pt>
                <c:pt idx="544">
                  <c:v>17.03614092811857</c:v>
                </c:pt>
                <c:pt idx="545">
                  <c:v>17.068615665584723</c:v>
                </c:pt>
                <c:pt idx="546">
                  <c:v>17.08998053229837</c:v>
                </c:pt>
                <c:pt idx="547">
                  <c:v>17.084300125246578</c:v>
                </c:pt>
                <c:pt idx="548">
                  <c:v>17.079977813606451</c:v>
                </c:pt>
                <c:pt idx="549">
                  <c:v>17.083723705868049</c:v>
                </c:pt>
                <c:pt idx="550">
                  <c:v>17.094876595480734</c:v>
                </c:pt>
                <c:pt idx="551">
                  <c:v>17.076436761150035</c:v>
                </c:pt>
                <c:pt idx="552">
                  <c:v>17.039989948926777</c:v>
                </c:pt>
                <c:pt idx="553">
                  <c:v>17.048313598153324</c:v>
                </c:pt>
                <c:pt idx="554">
                  <c:v>17.044782133233578</c:v>
                </c:pt>
                <c:pt idx="555">
                  <c:v>17.001636133975072</c:v>
                </c:pt>
                <c:pt idx="556">
                  <c:v>16.946227175097349</c:v>
                </c:pt>
                <c:pt idx="557">
                  <c:v>16.945570303780684</c:v>
                </c:pt>
                <c:pt idx="558">
                  <c:v>16.94759344075765</c:v>
                </c:pt>
                <c:pt idx="559">
                  <c:v>16.971759702316159</c:v>
                </c:pt>
                <c:pt idx="560">
                  <c:v>16.965229422666056</c:v>
                </c:pt>
                <c:pt idx="561">
                  <c:v>16.932795953292523</c:v>
                </c:pt>
                <c:pt idx="562">
                  <c:v>16.90079992570076</c:v>
                </c:pt>
                <c:pt idx="563">
                  <c:v>16.901446959371103</c:v>
                </c:pt>
                <c:pt idx="564">
                  <c:v>16.921833813974612</c:v>
                </c:pt>
                <c:pt idx="565">
                  <c:v>16.91040196872979</c:v>
                </c:pt>
                <c:pt idx="566">
                  <c:v>16.805367086353442</c:v>
                </c:pt>
                <c:pt idx="567">
                  <c:v>16.776855169587265</c:v>
                </c:pt>
                <c:pt idx="568">
                  <c:v>16.778229438756441</c:v>
                </c:pt>
                <c:pt idx="569">
                  <c:v>16.770575833288245</c:v>
                </c:pt>
                <c:pt idx="570">
                  <c:v>16.724544485711611</c:v>
                </c:pt>
                <c:pt idx="571">
                  <c:v>16.719939383424684</c:v>
                </c:pt>
                <c:pt idx="572">
                  <c:v>16.679665726782382</c:v>
                </c:pt>
                <c:pt idx="573">
                  <c:v>16.627052160117866</c:v>
                </c:pt>
                <c:pt idx="574">
                  <c:v>16.601655067275747</c:v>
                </c:pt>
                <c:pt idx="575">
                  <c:v>16.607488749859417</c:v>
                </c:pt>
                <c:pt idx="576">
                  <c:v>16.533363960649748</c:v>
                </c:pt>
                <c:pt idx="577">
                  <c:v>16.487606774936914</c:v>
                </c:pt>
                <c:pt idx="578">
                  <c:v>16.513146972185055</c:v>
                </c:pt>
                <c:pt idx="579">
                  <c:v>16.558781729223121</c:v>
                </c:pt>
                <c:pt idx="580">
                  <c:v>16.398422883565871</c:v>
                </c:pt>
                <c:pt idx="581">
                  <c:v>16.297360451111111</c:v>
                </c:pt>
                <c:pt idx="582">
                  <c:v>16.28197001618793</c:v>
                </c:pt>
                <c:pt idx="583">
                  <c:v>16.100003061758994</c:v>
                </c:pt>
                <c:pt idx="584">
                  <c:v>16.355444082609885</c:v>
                </c:pt>
                <c:pt idx="585">
                  <c:v>15.767634377038133</c:v>
                </c:pt>
                <c:pt idx="586">
                  <c:v>16.037782022601743</c:v>
                </c:pt>
                <c:pt idx="587">
                  <c:v>16.022409478334627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77BE-418F-8705-C8EC33B01BAD}"/>
            </c:ext>
          </c:extLst>
        </c:ser>
        <c:ser>
          <c:idx val="11"/>
          <c:order val="11"/>
          <c:tx>
            <c:strRef>
              <c:f>Sheet2!$M$1</c:f>
              <c:strCache>
                <c:ptCount val="1"/>
                <c:pt idx="0">
                  <c:v>S12_z/O-PTIR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Sheet2!$M$2:$M$589</c:f>
              <c:numCache>
                <c:formatCode>General</c:formatCode>
                <c:ptCount val="588"/>
                <c:pt idx="0">
                  <c:v>17.683855818772518</c:v>
                </c:pt>
                <c:pt idx="1">
                  <c:v>17.763507737426682</c:v>
                </c:pt>
                <c:pt idx="2">
                  <c:v>17.885726354015386</c:v>
                </c:pt>
                <c:pt idx="3">
                  <c:v>17.946393532213449</c:v>
                </c:pt>
                <c:pt idx="4">
                  <c:v>18.033869858458029</c:v>
                </c:pt>
                <c:pt idx="5">
                  <c:v>18.057627132009387</c:v>
                </c:pt>
                <c:pt idx="6">
                  <c:v>18.078406175130247</c:v>
                </c:pt>
                <c:pt idx="7">
                  <c:v>18.083012289096153</c:v>
                </c:pt>
                <c:pt idx="8">
                  <c:v>18.108161188617945</c:v>
                </c:pt>
                <c:pt idx="9">
                  <c:v>18.109028254909948</c:v>
                </c:pt>
                <c:pt idx="10">
                  <c:v>18.100320975667287</c:v>
                </c:pt>
                <c:pt idx="11">
                  <c:v>18.101683596573153</c:v>
                </c:pt>
                <c:pt idx="12">
                  <c:v>18.098780827309469</c:v>
                </c:pt>
                <c:pt idx="13">
                  <c:v>18.086436120973747</c:v>
                </c:pt>
                <c:pt idx="14">
                  <c:v>18.083426656957169</c:v>
                </c:pt>
                <c:pt idx="15">
                  <c:v>18.07338723612591</c:v>
                </c:pt>
                <c:pt idx="16">
                  <c:v>18.054790532692067</c:v>
                </c:pt>
                <c:pt idx="17">
                  <c:v>18.049561941241087</c:v>
                </c:pt>
                <c:pt idx="18">
                  <c:v>18.034593922239001</c:v>
                </c:pt>
                <c:pt idx="19">
                  <c:v>18.019410559489181</c:v>
                </c:pt>
                <c:pt idx="20">
                  <c:v>18.001135585991445</c:v>
                </c:pt>
                <c:pt idx="21">
                  <c:v>17.984794077755517</c:v>
                </c:pt>
                <c:pt idx="22">
                  <c:v>17.967547172657618</c:v>
                </c:pt>
                <c:pt idx="23">
                  <c:v>17.936796592899178</c:v>
                </c:pt>
                <c:pt idx="24">
                  <c:v>17.906357011888648</c:v>
                </c:pt>
                <c:pt idx="25">
                  <c:v>17.883806637017045</c:v>
                </c:pt>
                <c:pt idx="26">
                  <c:v>17.855275287547844</c:v>
                </c:pt>
                <c:pt idx="27">
                  <c:v>17.828012446806905</c:v>
                </c:pt>
                <c:pt idx="28">
                  <c:v>17.792153512904168</c:v>
                </c:pt>
                <c:pt idx="29">
                  <c:v>17.76993721054934</c:v>
                </c:pt>
                <c:pt idx="30">
                  <c:v>17.752096147332015</c:v>
                </c:pt>
                <c:pt idx="31">
                  <c:v>17.7394835898533</c:v>
                </c:pt>
                <c:pt idx="32">
                  <c:v>17.717084257312635</c:v>
                </c:pt>
                <c:pt idx="33">
                  <c:v>17.70184830145519</c:v>
                </c:pt>
                <c:pt idx="34">
                  <c:v>17.693209180685781</c:v>
                </c:pt>
                <c:pt idx="35">
                  <c:v>17.680452986424534</c:v>
                </c:pt>
                <c:pt idx="36">
                  <c:v>17.669826933019557</c:v>
                </c:pt>
                <c:pt idx="37">
                  <c:v>17.665944574270107</c:v>
                </c:pt>
                <c:pt idx="38">
                  <c:v>17.680097160109327</c:v>
                </c:pt>
                <c:pt idx="39">
                  <c:v>17.697873287638359</c:v>
                </c:pt>
                <c:pt idx="40">
                  <c:v>17.718265647992343</c:v>
                </c:pt>
                <c:pt idx="41">
                  <c:v>17.746052962699348</c:v>
                </c:pt>
                <c:pt idx="42">
                  <c:v>17.792057240774948</c:v>
                </c:pt>
                <c:pt idx="43">
                  <c:v>17.835122664680881</c:v>
                </c:pt>
                <c:pt idx="44">
                  <c:v>17.881077486721441</c:v>
                </c:pt>
                <c:pt idx="45">
                  <c:v>17.94017695146486</c:v>
                </c:pt>
                <c:pt idx="46">
                  <c:v>18.003204099656738</c:v>
                </c:pt>
                <c:pt idx="47">
                  <c:v>18.075190315736929</c:v>
                </c:pt>
                <c:pt idx="48">
                  <c:v>18.14578500870152</c:v>
                </c:pt>
                <c:pt idx="49">
                  <c:v>18.215158403308909</c:v>
                </c:pt>
                <c:pt idx="50">
                  <c:v>18.276894208998293</c:v>
                </c:pt>
                <c:pt idx="51">
                  <c:v>18.320153239995999</c:v>
                </c:pt>
                <c:pt idx="52">
                  <c:v>18.385587637122644</c:v>
                </c:pt>
                <c:pt idx="53">
                  <c:v>18.440208150765997</c:v>
                </c:pt>
                <c:pt idx="54">
                  <c:v>18.486863517114362</c:v>
                </c:pt>
                <c:pt idx="55">
                  <c:v>18.537856066309828</c:v>
                </c:pt>
                <c:pt idx="56">
                  <c:v>18.582333104309896</c:v>
                </c:pt>
                <c:pt idx="57">
                  <c:v>18.635297243627456</c:v>
                </c:pt>
                <c:pt idx="58">
                  <c:v>18.685011718594648</c:v>
                </c:pt>
                <c:pt idx="59">
                  <c:v>18.736685989662401</c:v>
                </c:pt>
                <c:pt idx="60">
                  <c:v>18.792644507620171</c:v>
                </c:pt>
                <c:pt idx="61">
                  <c:v>18.832479089611251</c:v>
                </c:pt>
                <c:pt idx="62">
                  <c:v>18.866813680516415</c:v>
                </c:pt>
                <c:pt idx="63">
                  <c:v>18.899211171955464</c:v>
                </c:pt>
                <c:pt idx="64">
                  <c:v>18.930148947520721</c:v>
                </c:pt>
                <c:pt idx="65">
                  <c:v>18.975102957693746</c:v>
                </c:pt>
                <c:pt idx="66">
                  <c:v>19.010945949096453</c:v>
                </c:pt>
                <c:pt idx="67">
                  <c:v>19.052401523348735</c:v>
                </c:pt>
                <c:pt idx="68">
                  <c:v>19.077645803591139</c:v>
                </c:pt>
                <c:pt idx="69">
                  <c:v>19.101441750561929</c:v>
                </c:pt>
                <c:pt idx="70">
                  <c:v>19.131477969179205</c:v>
                </c:pt>
                <c:pt idx="71">
                  <c:v>19.149958515214973</c:v>
                </c:pt>
                <c:pt idx="72">
                  <c:v>19.164011229005613</c:v>
                </c:pt>
                <c:pt idx="73">
                  <c:v>19.173632956336061</c:v>
                </c:pt>
                <c:pt idx="74">
                  <c:v>19.18168895873875</c:v>
                </c:pt>
                <c:pt idx="75">
                  <c:v>19.18911562666711</c:v>
                </c:pt>
                <c:pt idx="76">
                  <c:v>19.188356695095745</c:v>
                </c:pt>
                <c:pt idx="77">
                  <c:v>19.180000630843015</c:v>
                </c:pt>
                <c:pt idx="78">
                  <c:v>19.188971904172206</c:v>
                </c:pt>
                <c:pt idx="79">
                  <c:v>19.182968061515425</c:v>
                </c:pt>
                <c:pt idx="80">
                  <c:v>19.178382518517299</c:v>
                </c:pt>
                <c:pt idx="81">
                  <c:v>19.177010160686688</c:v>
                </c:pt>
                <c:pt idx="82">
                  <c:v>19.17724329832155</c:v>
                </c:pt>
                <c:pt idx="83">
                  <c:v>19.171075710761222</c:v>
                </c:pt>
                <c:pt idx="84">
                  <c:v>19.16116502990333</c:v>
                </c:pt>
                <c:pt idx="85">
                  <c:v>19.146707205187177</c:v>
                </c:pt>
                <c:pt idx="86">
                  <c:v>19.128615587582264</c:v>
                </c:pt>
                <c:pt idx="87">
                  <c:v>19.106194604098011</c:v>
                </c:pt>
                <c:pt idx="88">
                  <c:v>19.091853073919715</c:v>
                </c:pt>
                <c:pt idx="89">
                  <c:v>19.076864106815435</c:v>
                </c:pt>
                <c:pt idx="90">
                  <c:v>19.061573569323471</c:v>
                </c:pt>
                <c:pt idx="91">
                  <c:v>19.043096726061908</c:v>
                </c:pt>
                <c:pt idx="92">
                  <c:v>19.022451428516575</c:v>
                </c:pt>
                <c:pt idx="93">
                  <c:v>18.988103672192029</c:v>
                </c:pt>
                <c:pt idx="94">
                  <c:v>18.959174720200554</c:v>
                </c:pt>
                <c:pt idx="95">
                  <c:v>18.931991146255463</c:v>
                </c:pt>
                <c:pt idx="96">
                  <c:v>18.908875412619331</c:v>
                </c:pt>
                <c:pt idx="97">
                  <c:v>18.879804932369517</c:v>
                </c:pt>
                <c:pt idx="98">
                  <c:v>18.862687967218104</c:v>
                </c:pt>
                <c:pt idx="99">
                  <c:v>18.832497054923113</c:v>
                </c:pt>
                <c:pt idx="100">
                  <c:v>18.800243423118754</c:v>
                </c:pt>
                <c:pt idx="101">
                  <c:v>18.785571111778523</c:v>
                </c:pt>
                <c:pt idx="102">
                  <c:v>18.77396483461628</c:v>
                </c:pt>
                <c:pt idx="103">
                  <c:v>18.760310649041461</c:v>
                </c:pt>
                <c:pt idx="104">
                  <c:v>18.740076633711979</c:v>
                </c:pt>
                <c:pt idx="105">
                  <c:v>18.710478713848239</c:v>
                </c:pt>
                <c:pt idx="106">
                  <c:v>18.673078500184456</c:v>
                </c:pt>
                <c:pt idx="107">
                  <c:v>18.639376123689111</c:v>
                </c:pt>
                <c:pt idx="108">
                  <c:v>18.611506096549153</c:v>
                </c:pt>
                <c:pt idx="109">
                  <c:v>18.578494081732568</c:v>
                </c:pt>
                <c:pt idx="110">
                  <c:v>18.536488165522233</c:v>
                </c:pt>
                <c:pt idx="111">
                  <c:v>18.50603538480738</c:v>
                </c:pt>
                <c:pt idx="112">
                  <c:v>18.472767741431163</c:v>
                </c:pt>
                <c:pt idx="113">
                  <c:v>18.437678881707335</c:v>
                </c:pt>
                <c:pt idx="114">
                  <c:v>18.400285662172596</c:v>
                </c:pt>
                <c:pt idx="115">
                  <c:v>18.363176390563137</c:v>
                </c:pt>
                <c:pt idx="116">
                  <c:v>18.333754146764257</c:v>
                </c:pt>
                <c:pt idx="117">
                  <c:v>18.312089009206193</c:v>
                </c:pt>
                <c:pt idx="118">
                  <c:v>18.290829668272572</c:v>
                </c:pt>
                <c:pt idx="119">
                  <c:v>18.263653842725347</c:v>
                </c:pt>
                <c:pt idx="120">
                  <c:v>18.241015698391216</c:v>
                </c:pt>
                <c:pt idx="121">
                  <c:v>18.215048348631278</c:v>
                </c:pt>
                <c:pt idx="122">
                  <c:v>18.194770105721062</c:v>
                </c:pt>
                <c:pt idx="123">
                  <c:v>18.179490196562455</c:v>
                </c:pt>
                <c:pt idx="124">
                  <c:v>18.16568632291208</c:v>
                </c:pt>
                <c:pt idx="125">
                  <c:v>18.149250462503925</c:v>
                </c:pt>
                <c:pt idx="126">
                  <c:v>18.141053137552575</c:v>
                </c:pt>
                <c:pt idx="127">
                  <c:v>18.118879417101056</c:v>
                </c:pt>
                <c:pt idx="128">
                  <c:v>18.098136887448007</c:v>
                </c:pt>
                <c:pt idx="129">
                  <c:v>18.085561580563454</c:v>
                </c:pt>
                <c:pt idx="130">
                  <c:v>18.080656227586218</c:v>
                </c:pt>
                <c:pt idx="131">
                  <c:v>18.076650854449433</c:v>
                </c:pt>
                <c:pt idx="132">
                  <c:v>18.067502053668285</c:v>
                </c:pt>
                <c:pt idx="133">
                  <c:v>18.052000012342582</c:v>
                </c:pt>
                <c:pt idx="134">
                  <c:v>18.037770045379556</c:v>
                </c:pt>
                <c:pt idx="135">
                  <c:v>18.020212827232669</c:v>
                </c:pt>
                <c:pt idx="136">
                  <c:v>17.997576431430794</c:v>
                </c:pt>
                <c:pt idx="137">
                  <c:v>17.979257573201789</c:v>
                </c:pt>
                <c:pt idx="138">
                  <c:v>17.952722499016023</c:v>
                </c:pt>
                <c:pt idx="139">
                  <c:v>17.821164920191503</c:v>
                </c:pt>
                <c:pt idx="140">
                  <c:v>17.703269789613856</c:v>
                </c:pt>
                <c:pt idx="141">
                  <c:v>17.597013858318146</c:v>
                </c:pt>
                <c:pt idx="142">
                  <c:v>17.593502428402747</c:v>
                </c:pt>
                <c:pt idx="143">
                  <c:v>17.59514624586695</c:v>
                </c:pt>
                <c:pt idx="144">
                  <c:v>17.606893159878933</c:v>
                </c:pt>
                <c:pt idx="145">
                  <c:v>17.622099536398956</c:v>
                </c:pt>
                <c:pt idx="146">
                  <c:v>17.629120253420609</c:v>
                </c:pt>
                <c:pt idx="147">
                  <c:v>17.645411302786819</c:v>
                </c:pt>
                <c:pt idx="148">
                  <c:v>17.654441734790854</c:v>
                </c:pt>
                <c:pt idx="149">
                  <c:v>17.665044114440409</c:v>
                </c:pt>
                <c:pt idx="150">
                  <c:v>17.691509778752383</c:v>
                </c:pt>
                <c:pt idx="151">
                  <c:v>17.71320474421373</c:v>
                </c:pt>
                <c:pt idx="152">
                  <c:v>17.727905837766379</c:v>
                </c:pt>
                <c:pt idx="153">
                  <c:v>17.746188336809826</c:v>
                </c:pt>
                <c:pt idx="154">
                  <c:v>17.763684750604444</c:v>
                </c:pt>
                <c:pt idx="155">
                  <c:v>17.781100560490302</c:v>
                </c:pt>
                <c:pt idx="156">
                  <c:v>17.807257266008669</c:v>
                </c:pt>
                <c:pt idx="157">
                  <c:v>17.829574434675521</c:v>
                </c:pt>
                <c:pt idx="158">
                  <c:v>17.836838146254095</c:v>
                </c:pt>
                <c:pt idx="159">
                  <c:v>17.845793717077882</c:v>
                </c:pt>
                <c:pt idx="160">
                  <c:v>17.850734897824005</c:v>
                </c:pt>
                <c:pt idx="161">
                  <c:v>17.856427981727496</c:v>
                </c:pt>
                <c:pt idx="162">
                  <c:v>17.8602736555844</c:v>
                </c:pt>
                <c:pt idx="163">
                  <c:v>17.856891479916566</c:v>
                </c:pt>
                <c:pt idx="164">
                  <c:v>17.851194727523819</c:v>
                </c:pt>
                <c:pt idx="165">
                  <c:v>17.840281726260759</c:v>
                </c:pt>
                <c:pt idx="166">
                  <c:v>17.833409034494771</c:v>
                </c:pt>
                <c:pt idx="167">
                  <c:v>17.826425636637168</c:v>
                </c:pt>
                <c:pt idx="168">
                  <c:v>17.809782249449039</c:v>
                </c:pt>
                <c:pt idx="169">
                  <c:v>17.799753559805975</c:v>
                </c:pt>
                <c:pt idx="170">
                  <c:v>17.797559426097425</c:v>
                </c:pt>
                <c:pt idx="171">
                  <c:v>17.78750152568011</c:v>
                </c:pt>
                <c:pt idx="172">
                  <c:v>17.790089799131358</c:v>
                </c:pt>
                <c:pt idx="173">
                  <c:v>17.788106037853325</c:v>
                </c:pt>
                <c:pt idx="174">
                  <c:v>17.787200966698347</c:v>
                </c:pt>
                <c:pt idx="175">
                  <c:v>17.782774934412899</c:v>
                </c:pt>
                <c:pt idx="176">
                  <c:v>17.784501970013014</c:v>
                </c:pt>
                <c:pt idx="177">
                  <c:v>17.789691853759617</c:v>
                </c:pt>
                <c:pt idx="178">
                  <c:v>17.789785931652276</c:v>
                </c:pt>
                <c:pt idx="179">
                  <c:v>17.792777053222579</c:v>
                </c:pt>
                <c:pt idx="180">
                  <c:v>17.793982614789428</c:v>
                </c:pt>
                <c:pt idx="181">
                  <c:v>17.796899646590774</c:v>
                </c:pt>
                <c:pt idx="182">
                  <c:v>17.795889474932903</c:v>
                </c:pt>
                <c:pt idx="183">
                  <c:v>17.80680083051854</c:v>
                </c:pt>
                <c:pt idx="184">
                  <c:v>17.820882412233967</c:v>
                </c:pt>
                <c:pt idx="185">
                  <c:v>17.82369086361037</c:v>
                </c:pt>
                <c:pt idx="186">
                  <c:v>17.825710349802449</c:v>
                </c:pt>
                <c:pt idx="187">
                  <c:v>17.827026411751234</c:v>
                </c:pt>
                <c:pt idx="188">
                  <c:v>17.828276509463333</c:v>
                </c:pt>
                <c:pt idx="189">
                  <c:v>17.831945444422043</c:v>
                </c:pt>
                <c:pt idx="190">
                  <c:v>17.838723132601828</c:v>
                </c:pt>
                <c:pt idx="191">
                  <c:v>17.84387420578922</c:v>
                </c:pt>
                <c:pt idx="192">
                  <c:v>17.847916675237904</c:v>
                </c:pt>
                <c:pt idx="193">
                  <c:v>17.861426246909211</c:v>
                </c:pt>
                <c:pt idx="194">
                  <c:v>17.88092920432868</c:v>
                </c:pt>
                <c:pt idx="195">
                  <c:v>17.90491179854714</c:v>
                </c:pt>
                <c:pt idx="196">
                  <c:v>17.931247060065854</c:v>
                </c:pt>
                <c:pt idx="197">
                  <c:v>17.960874910687714</c:v>
                </c:pt>
                <c:pt idx="198">
                  <c:v>17.994385325768704</c:v>
                </c:pt>
                <c:pt idx="199">
                  <c:v>18.036760010861471</c:v>
                </c:pt>
                <c:pt idx="200">
                  <c:v>18.087452669631627</c:v>
                </c:pt>
                <c:pt idx="201">
                  <c:v>18.135430886348146</c:v>
                </c:pt>
                <c:pt idx="202">
                  <c:v>18.203915683717256</c:v>
                </c:pt>
                <c:pt idx="203">
                  <c:v>18.300879477442564</c:v>
                </c:pt>
                <c:pt idx="204">
                  <c:v>18.40095092727066</c:v>
                </c:pt>
                <c:pt idx="205">
                  <c:v>18.504120913405828</c:v>
                </c:pt>
                <c:pt idx="206">
                  <c:v>18.585388373014734</c:v>
                </c:pt>
                <c:pt idx="207">
                  <c:v>18.647524284027465</c:v>
                </c:pt>
                <c:pt idx="208">
                  <c:v>18.666398558386575</c:v>
                </c:pt>
                <c:pt idx="209">
                  <c:v>18.649438069730095</c:v>
                </c:pt>
                <c:pt idx="210">
                  <c:v>18.602430459843415</c:v>
                </c:pt>
                <c:pt idx="211">
                  <c:v>18.527907054881972</c:v>
                </c:pt>
                <c:pt idx="212">
                  <c:v>18.447639961436291</c:v>
                </c:pt>
                <c:pt idx="213">
                  <c:v>18.375473715103066</c:v>
                </c:pt>
                <c:pt idx="214">
                  <c:v>18.30321764221053</c:v>
                </c:pt>
                <c:pt idx="215">
                  <c:v>18.263007571487542</c:v>
                </c:pt>
                <c:pt idx="216">
                  <c:v>18.259477799125875</c:v>
                </c:pt>
                <c:pt idx="217">
                  <c:v>18.278861067797799</c:v>
                </c:pt>
                <c:pt idx="218">
                  <c:v>18.293051812782252</c:v>
                </c:pt>
                <c:pt idx="219">
                  <c:v>18.304996893783866</c:v>
                </c:pt>
                <c:pt idx="220">
                  <c:v>18.325710418372342</c:v>
                </c:pt>
                <c:pt idx="221">
                  <c:v>18.33932030779653</c:v>
                </c:pt>
                <c:pt idx="222">
                  <c:v>18.346961736628533</c:v>
                </c:pt>
                <c:pt idx="223">
                  <c:v>18.348291032566586</c:v>
                </c:pt>
                <c:pt idx="224">
                  <c:v>18.34693177158546</c:v>
                </c:pt>
                <c:pt idx="225">
                  <c:v>18.333482335709963</c:v>
                </c:pt>
                <c:pt idx="226">
                  <c:v>18.311408590161868</c:v>
                </c:pt>
                <c:pt idx="227">
                  <c:v>18.288884340419347</c:v>
                </c:pt>
                <c:pt idx="228">
                  <c:v>18.282357172342198</c:v>
                </c:pt>
                <c:pt idx="229">
                  <c:v>18.273450697561518</c:v>
                </c:pt>
                <c:pt idx="230">
                  <c:v>18.270422582534156</c:v>
                </c:pt>
                <c:pt idx="231">
                  <c:v>18.259089899243403</c:v>
                </c:pt>
                <c:pt idx="232">
                  <c:v>18.259880715814827</c:v>
                </c:pt>
                <c:pt idx="233">
                  <c:v>18.269342469585823</c:v>
                </c:pt>
                <c:pt idx="234">
                  <c:v>18.275204509704697</c:v>
                </c:pt>
                <c:pt idx="235">
                  <c:v>18.283426519817382</c:v>
                </c:pt>
                <c:pt idx="236">
                  <c:v>18.269092463757381</c:v>
                </c:pt>
                <c:pt idx="237">
                  <c:v>18.25169491060543</c:v>
                </c:pt>
                <c:pt idx="238">
                  <c:v>18.226222292620641</c:v>
                </c:pt>
                <c:pt idx="239">
                  <c:v>18.196101527325787</c:v>
                </c:pt>
                <c:pt idx="240">
                  <c:v>18.159603213459448</c:v>
                </c:pt>
                <c:pt idx="241">
                  <c:v>18.113841244241843</c:v>
                </c:pt>
                <c:pt idx="242">
                  <c:v>18.044143342617698</c:v>
                </c:pt>
                <c:pt idx="243">
                  <c:v>18.00013779119919</c:v>
                </c:pt>
                <c:pt idx="244">
                  <c:v>17.970742838217568</c:v>
                </c:pt>
                <c:pt idx="245">
                  <c:v>17.944759031683404</c:v>
                </c:pt>
                <c:pt idx="246">
                  <c:v>17.92672127572914</c:v>
                </c:pt>
                <c:pt idx="247">
                  <c:v>17.907427422197173</c:v>
                </c:pt>
                <c:pt idx="248">
                  <c:v>17.889217967231819</c:v>
                </c:pt>
                <c:pt idx="249">
                  <c:v>17.874756096892</c:v>
                </c:pt>
                <c:pt idx="250">
                  <c:v>17.856724169378605</c:v>
                </c:pt>
                <c:pt idx="251">
                  <c:v>17.834482221883945</c:v>
                </c:pt>
                <c:pt idx="252">
                  <c:v>17.830210180434815</c:v>
                </c:pt>
                <c:pt idx="253">
                  <c:v>17.825427567565345</c:v>
                </c:pt>
                <c:pt idx="254">
                  <c:v>17.823544501174602</c:v>
                </c:pt>
                <c:pt idx="255">
                  <c:v>17.820375132168468</c:v>
                </c:pt>
                <c:pt idx="256">
                  <c:v>17.816503504607212</c:v>
                </c:pt>
                <c:pt idx="257">
                  <c:v>17.822200839844044</c:v>
                </c:pt>
                <c:pt idx="258">
                  <c:v>17.827810131338772</c:v>
                </c:pt>
                <c:pt idx="259">
                  <c:v>17.833333333333332</c:v>
                </c:pt>
                <c:pt idx="260">
                  <c:v>17.813964430053911</c:v>
                </c:pt>
                <c:pt idx="261">
                  <c:v>17.787284021980764</c:v>
                </c:pt>
                <c:pt idx="262">
                  <c:v>17.807539465401689</c:v>
                </c:pt>
                <c:pt idx="263">
                  <c:v>17.799245525471658</c:v>
                </c:pt>
                <c:pt idx="264">
                  <c:v>17.776833610355698</c:v>
                </c:pt>
                <c:pt idx="265">
                  <c:v>17.79238627340462</c:v>
                </c:pt>
                <c:pt idx="266">
                  <c:v>17.790977573530924</c:v>
                </c:pt>
                <c:pt idx="267">
                  <c:v>17.772756444541358</c:v>
                </c:pt>
                <c:pt idx="268">
                  <c:v>17.755657170422239</c:v>
                </c:pt>
                <c:pt idx="269">
                  <c:v>17.778912512359724</c:v>
                </c:pt>
                <c:pt idx="270">
                  <c:v>17.808633326613485</c:v>
                </c:pt>
                <c:pt idx="271">
                  <c:v>17.811323666349875</c:v>
                </c:pt>
                <c:pt idx="272">
                  <c:v>17.794523219822732</c:v>
                </c:pt>
                <c:pt idx="273">
                  <c:v>17.793995265934615</c:v>
                </c:pt>
                <c:pt idx="274">
                  <c:v>17.793854971934344</c:v>
                </c:pt>
                <c:pt idx="275">
                  <c:v>17.792448192017641</c:v>
                </c:pt>
                <c:pt idx="276">
                  <c:v>17.78834606676239</c:v>
                </c:pt>
                <c:pt idx="277">
                  <c:v>17.79331508688491</c:v>
                </c:pt>
                <c:pt idx="278">
                  <c:v>17.85934593922239</c:v>
                </c:pt>
                <c:pt idx="279">
                  <c:v>17.867954032115396</c:v>
                </c:pt>
                <c:pt idx="280">
                  <c:v>17.859067442603571</c:v>
                </c:pt>
                <c:pt idx="281">
                  <c:v>17.857506654708079</c:v>
                </c:pt>
                <c:pt idx="282">
                  <c:v>17.850398493930879</c:v>
                </c:pt>
                <c:pt idx="283">
                  <c:v>17.855657770408801</c:v>
                </c:pt>
                <c:pt idx="284">
                  <c:v>17.857604915364181</c:v>
                </c:pt>
                <c:pt idx="285">
                  <c:v>17.84097891064383</c:v>
                </c:pt>
                <c:pt idx="286">
                  <c:v>17.814067010613247</c:v>
                </c:pt>
                <c:pt idx="287">
                  <c:v>17.91270305259448</c:v>
                </c:pt>
                <c:pt idx="288">
                  <c:v>17.96918719306402</c:v>
                </c:pt>
                <c:pt idx="289">
                  <c:v>17.983557659736995</c:v>
                </c:pt>
                <c:pt idx="290">
                  <c:v>17.966757658914155</c:v>
                </c:pt>
                <c:pt idx="291">
                  <c:v>18.005956975135184</c:v>
                </c:pt>
                <c:pt idx="292">
                  <c:v>18.005706180752981</c:v>
                </c:pt>
                <c:pt idx="293">
                  <c:v>18.029688946396174</c:v>
                </c:pt>
                <c:pt idx="294">
                  <c:v>18.084465147980687</c:v>
                </c:pt>
                <c:pt idx="295">
                  <c:v>18.113844055607441</c:v>
                </c:pt>
                <c:pt idx="296">
                  <c:v>18.129526744315214</c:v>
                </c:pt>
                <c:pt idx="297">
                  <c:v>18.106148113710823</c:v>
                </c:pt>
                <c:pt idx="298">
                  <c:v>18.081979146524262</c:v>
                </c:pt>
                <c:pt idx="299">
                  <c:v>18.117650644625559</c:v>
                </c:pt>
                <c:pt idx="300">
                  <c:v>18.141254595897053</c:v>
                </c:pt>
                <c:pt idx="301">
                  <c:v>18.110926063827598</c:v>
                </c:pt>
                <c:pt idx="302">
                  <c:v>18.092204288909642</c:v>
                </c:pt>
                <c:pt idx="303">
                  <c:v>18.166946706108067</c:v>
                </c:pt>
                <c:pt idx="304">
                  <c:v>18.230687495457243</c:v>
                </c:pt>
                <c:pt idx="305">
                  <c:v>18.277295137160355</c:v>
                </c:pt>
                <c:pt idx="306">
                  <c:v>18.230033887240925</c:v>
                </c:pt>
                <c:pt idx="307">
                  <c:v>18.215207293642337</c:v>
                </c:pt>
                <c:pt idx="308">
                  <c:v>18.189129477785411</c:v>
                </c:pt>
                <c:pt idx="309">
                  <c:v>18.168434741347507</c:v>
                </c:pt>
                <c:pt idx="310">
                  <c:v>18.168188644002946</c:v>
                </c:pt>
                <c:pt idx="311">
                  <c:v>18.123997405315265</c:v>
                </c:pt>
                <c:pt idx="312">
                  <c:v>18.282700364654691</c:v>
                </c:pt>
                <c:pt idx="313">
                  <c:v>18.338139808525433</c:v>
                </c:pt>
                <c:pt idx="314">
                  <c:v>18.266538852386848</c:v>
                </c:pt>
                <c:pt idx="315">
                  <c:v>18.231703015566737</c:v>
                </c:pt>
                <c:pt idx="316">
                  <c:v>18.195966924626603</c:v>
                </c:pt>
                <c:pt idx="317">
                  <c:v>18.253258509866519</c:v>
                </c:pt>
                <c:pt idx="318">
                  <c:v>18.313557296316564</c:v>
                </c:pt>
                <c:pt idx="319">
                  <c:v>18.321292254482071</c:v>
                </c:pt>
                <c:pt idx="320">
                  <c:v>18.362121922754643</c:v>
                </c:pt>
                <c:pt idx="321">
                  <c:v>18.476523245879289</c:v>
                </c:pt>
                <c:pt idx="322">
                  <c:v>18.581077932425739</c:v>
                </c:pt>
                <c:pt idx="323">
                  <c:v>18.697315488704483</c:v>
                </c:pt>
                <c:pt idx="324">
                  <c:v>18.818411427584021</c:v>
                </c:pt>
                <c:pt idx="325">
                  <c:v>18.986040678403089</c:v>
                </c:pt>
                <c:pt idx="326">
                  <c:v>19.159189531297361</c:v>
                </c:pt>
                <c:pt idx="327">
                  <c:v>19.306013716721321</c:v>
                </c:pt>
                <c:pt idx="328">
                  <c:v>19.443108931502792</c:v>
                </c:pt>
                <c:pt idx="329">
                  <c:v>19.557568813315722</c:v>
                </c:pt>
                <c:pt idx="330">
                  <c:v>19.626160236867833</c:v>
                </c:pt>
                <c:pt idx="331">
                  <c:v>19.721441942557625</c:v>
                </c:pt>
                <c:pt idx="332">
                  <c:v>19.818607537476876</c:v>
                </c:pt>
                <c:pt idx="333">
                  <c:v>19.862557547282368</c:v>
                </c:pt>
                <c:pt idx="334">
                  <c:v>19.897056431650213</c:v>
                </c:pt>
                <c:pt idx="335">
                  <c:v>19.895097526958253</c:v>
                </c:pt>
                <c:pt idx="336">
                  <c:v>19.859180342931751</c:v>
                </c:pt>
                <c:pt idx="337">
                  <c:v>19.812222583356991</c:v>
                </c:pt>
                <c:pt idx="338">
                  <c:v>19.757843367165719</c:v>
                </c:pt>
                <c:pt idx="339">
                  <c:v>19.690491824411705</c:v>
                </c:pt>
                <c:pt idx="340">
                  <c:v>19.628393283990437</c:v>
                </c:pt>
                <c:pt idx="341">
                  <c:v>19.574951966790231</c:v>
                </c:pt>
                <c:pt idx="342">
                  <c:v>19.477459567762821</c:v>
                </c:pt>
                <c:pt idx="343">
                  <c:v>19.390469059207359</c:v>
                </c:pt>
                <c:pt idx="344">
                  <c:v>19.341847931177771</c:v>
                </c:pt>
                <c:pt idx="345">
                  <c:v>19.240950214143776</c:v>
                </c:pt>
                <c:pt idx="346">
                  <c:v>19.206988780594177</c:v>
                </c:pt>
                <c:pt idx="347">
                  <c:v>19.133738718538417</c:v>
                </c:pt>
                <c:pt idx="348">
                  <c:v>19.047818037447392</c:v>
                </c:pt>
                <c:pt idx="349">
                  <c:v>18.968805087337476</c:v>
                </c:pt>
                <c:pt idx="350">
                  <c:v>18.874660956166007</c:v>
                </c:pt>
                <c:pt idx="351">
                  <c:v>18.716206082698033</c:v>
                </c:pt>
                <c:pt idx="352">
                  <c:v>18.618439404100208</c:v>
                </c:pt>
                <c:pt idx="353">
                  <c:v>18.546635892498863</c:v>
                </c:pt>
                <c:pt idx="354">
                  <c:v>18.488069455815616</c:v>
                </c:pt>
                <c:pt idx="355">
                  <c:v>18.440070462421637</c:v>
                </c:pt>
                <c:pt idx="356">
                  <c:v>18.341260287198139</c:v>
                </c:pt>
                <c:pt idx="357">
                  <c:v>18.241351142305838</c:v>
                </c:pt>
                <c:pt idx="358">
                  <c:v>18.197056500220111</c:v>
                </c:pt>
                <c:pt idx="359">
                  <c:v>18.141895587253131</c:v>
                </c:pt>
                <c:pt idx="360">
                  <c:v>18.077183779654764</c:v>
                </c:pt>
                <c:pt idx="361">
                  <c:v>18.064989481378475</c:v>
                </c:pt>
                <c:pt idx="362">
                  <c:v>18.056738123351753</c:v>
                </c:pt>
                <c:pt idx="363">
                  <c:v>18.054077920083163</c:v>
                </c:pt>
                <c:pt idx="364">
                  <c:v>18.041771407177624</c:v>
                </c:pt>
                <c:pt idx="365">
                  <c:v>18.021868721569209</c:v>
                </c:pt>
                <c:pt idx="366">
                  <c:v>18.009291666152393</c:v>
                </c:pt>
                <c:pt idx="367">
                  <c:v>17.988519274311113</c:v>
                </c:pt>
                <c:pt idx="368">
                  <c:v>17.956274865157305</c:v>
                </c:pt>
                <c:pt idx="369">
                  <c:v>17.925882734512459</c:v>
                </c:pt>
                <c:pt idx="370">
                  <c:v>17.905324520730737</c:v>
                </c:pt>
                <c:pt idx="371">
                  <c:v>17.882735746719273</c:v>
                </c:pt>
                <c:pt idx="372">
                  <c:v>17.870230929684318</c:v>
                </c:pt>
                <c:pt idx="373">
                  <c:v>17.844133194273592</c:v>
                </c:pt>
                <c:pt idx="374">
                  <c:v>17.829626924928309</c:v>
                </c:pt>
                <c:pt idx="375">
                  <c:v>17.79765638392557</c:v>
                </c:pt>
                <c:pt idx="376">
                  <c:v>17.768484814511584</c:v>
                </c:pt>
                <c:pt idx="377">
                  <c:v>17.749179098388197</c:v>
                </c:pt>
                <c:pt idx="378">
                  <c:v>17.739031165701888</c:v>
                </c:pt>
                <c:pt idx="379">
                  <c:v>17.724626722647127</c:v>
                </c:pt>
                <c:pt idx="380">
                  <c:v>17.716979311092004</c:v>
                </c:pt>
                <c:pt idx="381">
                  <c:v>17.698187132036814</c:v>
                </c:pt>
                <c:pt idx="382">
                  <c:v>17.682618920764746</c:v>
                </c:pt>
                <c:pt idx="383">
                  <c:v>17.67516307634709</c:v>
                </c:pt>
                <c:pt idx="384">
                  <c:v>17.65929475179756</c:v>
                </c:pt>
                <c:pt idx="385">
                  <c:v>17.650526805342416</c:v>
                </c:pt>
                <c:pt idx="386">
                  <c:v>17.646590139238025</c:v>
                </c:pt>
                <c:pt idx="387">
                  <c:v>17.646027746121344</c:v>
                </c:pt>
                <c:pt idx="388">
                  <c:v>17.648340094324745</c:v>
                </c:pt>
                <c:pt idx="389">
                  <c:v>17.644892468694415</c:v>
                </c:pt>
                <c:pt idx="390">
                  <c:v>17.652727024628934</c:v>
                </c:pt>
                <c:pt idx="391">
                  <c:v>17.677841176357649</c:v>
                </c:pt>
                <c:pt idx="392">
                  <c:v>17.697723582420323</c:v>
                </c:pt>
                <c:pt idx="393">
                  <c:v>17.698097974033953</c:v>
                </c:pt>
                <c:pt idx="394">
                  <c:v>17.70195633332099</c:v>
                </c:pt>
                <c:pt idx="395">
                  <c:v>17.707709861584814</c:v>
                </c:pt>
                <c:pt idx="396">
                  <c:v>17.708519569161652</c:v>
                </c:pt>
                <c:pt idx="397">
                  <c:v>17.708011929104217</c:v>
                </c:pt>
                <c:pt idx="398">
                  <c:v>17.702803857193597</c:v>
                </c:pt>
                <c:pt idx="399">
                  <c:v>17.708562322489691</c:v>
                </c:pt>
                <c:pt idx="400">
                  <c:v>17.724871791443299</c:v>
                </c:pt>
                <c:pt idx="401">
                  <c:v>17.714658837356328</c:v>
                </c:pt>
                <c:pt idx="402">
                  <c:v>17.71613447858768</c:v>
                </c:pt>
                <c:pt idx="403">
                  <c:v>17.708925417213511</c:v>
                </c:pt>
                <c:pt idx="404">
                  <c:v>17.697783152514525</c:v>
                </c:pt>
                <c:pt idx="405">
                  <c:v>17.686374819489757</c:v>
                </c:pt>
                <c:pt idx="406">
                  <c:v>17.678366764584474</c:v>
                </c:pt>
                <c:pt idx="407">
                  <c:v>17.667490465356433</c:v>
                </c:pt>
                <c:pt idx="408">
                  <c:v>17.670746832413812</c:v>
                </c:pt>
                <c:pt idx="409">
                  <c:v>17.661066529252601</c:v>
                </c:pt>
                <c:pt idx="410">
                  <c:v>17.647711822683743</c:v>
                </c:pt>
                <c:pt idx="411">
                  <c:v>17.643074475131758</c:v>
                </c:pt>
                <c:pt idx="412">
                  <c:v>17.634944580098548</c:v>
                </c:pt>
                <c:pt idx="413">
                  <c:v>17.635815657729268</c:v>
                </c:pt>
                <c:pt idx="414">
                  <c:v>17.641372004695665</c:v>
                </c:pt>
                <c:pt idx="415">
                  <c:v>17.638273254107681</c:v>
                </c:pt>
                <c:pt idx="416">
                  <c:v>17.637990369015736</c:v>
                </c:pt>
                <c:pt idx="417">
                  <c:v>17.629185017684176</c:v>
                </c:pt>
                <c:pt idx="418">
                  <c:v>17.611810486873665</c:v>
                </c:pt>
                <c:pt idx="419">
                  <c:v>17.617465865907462</c:v>
                </c:pt>
                <c:pt idx="420">
                  <c:v>17.626772591722517</c:v>
                </c:pt>
                <c:pt idx="421">
                  <c:v>17.628017092417132</c:v>
                </c:pt>
                <c:pt idx="422">
                  <c:v>17.623413944099081</c:v>
                </c:pt>
                <c:pt idx="423">
                  <c:v>17.625102229138641</c:v>
                </c:pt>
                <c:pt idx="424">
                  <c:v>17.634971288071718</c:v>
                </c:pt>
                <c:pt idx="425">
                  <c:v>17.637959769701158</c:v>
                </c:pt>
                <c:pt idx="426">
                  <c:v>17.640161077534721</c:v>
                </c:pt>
                <c:pt idx="427">
                  <c:v>17.623332954484678</c:v>
                </c:pt>
                <c:pt idx="428">
                  <c:v>17.619381605852031</c:v>
                </c:pt>
                <c:pt idx="429">
                  <c:v>17.603349647825031</c:v>
                </c:pt>
                <c:pt idx="430">
                  <c:v>17.623224476914576</c:v>
                </c:pt>
                <c:pt idx="431">
                  <c:v>17.612463006542939</c:v>
                </c:pt>
                <c:pt idx="432">
                  <c:v>17.623098299740942</c:v>
                </c:pt>
                <c:pt idx="433">
                  <c:v>17.638333689896776</c:v>
                </c:pt>
                <c:pt idx="434">
                  <c:v>17.668119302699047</c:v>
                </c:pt>
                <c:pt idx="435">
                  <c:v>17.752348433109383</c:v>
                </c:pt>
                <c:pt idx="436">
                  <c:v>17.818838069455815</c:v>
                </c:pt>
                <c:pt idx="437">
                  <c:v>17.863148242622223</c:v>
                </c:pt>
                <c:pt idx="438">
                  <c:v>17.858138971972743</c:v>
                </c:pt>
                <c:pt idx="439">
                  <c:v>17.903056331538174</c:v>
                </c:pt>
                <c:pt idx="440">
                  <c:v>17.948643413244685</c:v>
                </c:pt>
                <c:pt idx="441">
                  <c:v>17.981354166238106</c:v>
                </c:pt>
                <c:pt idx="442">
                  <c:v>17.984063431264854</c:v>
                </c:pt>
                <c:pt idx="443">
                  <c:v>18.018941198574296</c:v>
                </c:pt>
                <c:pt idx="444">
                  <c:v>18.061065089284856</c:v>
                </c:pt>
                <c:pt idx="445">
                  <c:v>18.066252435945433</c:v>
                </c:pt>
                <c:pt idx="446">
                  <c:v>18.056584183942853</c:v>
                </c:pt>
                <c:pt idx="447">
                  <c:v>18.040376009863092</c:v>
                </c:pt>
                <c:pt idx="448">
                  <c:v>18.029336051443877</c:v>
                </c:pt>
                <c:pt idx="449">
                  <c:v>18.032601898288906</c:v>
                </c:pt>
                <c:pt idx="450">
                  <c:v>18.040141603685221</c:v>
                </c:pt>
                <c:pt idx="451">
                  <c:v>18.045725352894951</c:v>
                </c:pt>
                <c:pt idx="452">
                  <c:v>18.04284966873885</c:v>
                </c:pt>
                <c:pt idx="453">
                  <c:v>18.036478051463074</c:v>
                </c:pt>
                <c:pt idx="454">
                  <c:v>18.03989502635141</c:v>
                </c:pt>
                <c:pt idx="455">
                  <c:v>18.039005160570117</c:v>
                </c:pt>
                <c:pt idx="456">
                  <c:v>18.032687096380471</c:v>
                </c:pt>
                <c:pt idx="457">
                  <c:v>18.038708424359868</c:v>
                </c:pt>
                <c:pt idx="458">
                  <c:v>18.027328222133537</c:v>
                </c:pt>
                <c:pt idx="459">
                  <c:v>18.021734221724863</c:v>
                </c:pt>
                <c:pt idx="460">
                  <c:v>18.00622419200667</c:v>
                </c:pt>
                <c:pt idx="461">
                  <c:v>18.006823527152992</c:v>
                </c:pt>
                <c:pt idx="462">
                  <c:v>18.004393101594523</c:v>
                </c:pt>
                <c:pt idx="463">
                  <c:v>18.007801025257034</c:v>
                </c:pt>
                <c:pt idx="464">
                  <c:v>18.010482999466525</c:v>
                </c:pt>
                <c:pt idx="465">
                  <c:v>18.008490324102453</c:v>
                </c:pt>
                <c:pt idx="466">
                  <c:v>18.000788142345613</c:v>
                </c:pt>
                <c:pt idx="467">
                  <c:v>18.003133026963052</c:v>
                </c:pt>
                <c:pt idx="468">
                  <c:v>18.000940778926552</c:v>
                </c:pt>
                <c:pt idx="469">
                  <c:v>18.001215469916332</c:v>
                </c:pt>
                <c:pt idx="470">
                  <c:v>18.003557200318713</c:v>
                </c:pt>
                <c:pt idx="471">
                  <c:v>18.011335460371402</c:v>
                </c:pt>
                <c:pt idx="472">
                  <c:v>18.009507318464639</c:v>
                </c:pt>
                <c:pt idx="473">
                  <c:v>18.015273703583325</c:v>
                </c:pt>
                <c:pt idx="474">
                  <c:v>18.017249442183925</c:v>
                </c:pt>
                <c:pt idx="475">
                  <c:v>18.015775909476769</c:v>
                </c:pt>
                <c:pt idx="476">
                  <c:v>18.014502258006562</c:v>
                </c:pt>
                <c:pt idx="477">
                  <c:v>18.017340125866895</c:v>
                </c:pt>
                <c:pt idx="478">
                  <c:v>18.033915354581772</c:v>
                </c:pt>
                <c:pt idx="479">
                  <c:v>18.044771099984501</c:v>
                </c:pt>
                <c:pt idx="480">
                  <c:v>18.047557574710325</c:v>
                </c:pt>
                <c:pt idx="481">
                  <c:v>18.045388469012579</c:v>
                </c:pt>
                <c:pt idx="482">
                  <c:v>18.043051572787626</c:v>
                </c:pt>
                <c:pt idx="483">
                  <c:v>18.040431551476104</c:v>
                </c:pt>
                <c:pt idx="484">
                  <c:v>18.035918246859843</c:v>
                </c:pt>
                <c:pt idx="485">
                  <c:v>18.028964196916274</c:v>
                </c:pt>
                <c:pt idx="486">
                  <c:v>18.03082542379622</c:v>
                </c:pt>
                <c:pt idx="487">
                  <c:v>18.037562107180229</c:v>
                </c:pt>
                <c:pt idx="488">
                  <c:v>18.030396621972812</c:v>
                </c:pt>
                <c:pt idx="489">
                  <c:v>18.028235881801962</c:v>
                </c:pt>
                <c:pt idx="490">
                  <c:v>18.031921822094041</c:v>
                </c:pt>
                <c:pt idx="491">
                  <c:v>18.035614825085062</c:v>
                </c:pt>
                <c:pt idx="492">
                  <c:v>18.035323437326433</c:v>
                </c:pt>
                <c:pt idx="493">
                  <c:v>18.030588926236625</c:v>
                </c:pt>
                <c:pt idx="494">
                  <c:v>18.034028392049734</c:v>
                </c:pt>
                <c:pt idx="495">
                  <c:v>18.032689702036389</c:v>
                </c:pt>
                <c:pt idx="496">
                  <c:v>18.017325280485146</c:v>
                </c:pt>
                <c:pt idx="497">
                  <c:v>18.015685808637887</c:v>
                </c:pt>
                <c:pt idx="498">
                  <c:v>18.007686787815953</c:v>
                </c:pt>
                <c:pt idx="499">
                  <c:v>17.995828379158592</c:v>
                </c:pt>
                <c:pt idx="500">
                  <c:v>18.000924459292111</c:v>
                </c:pt>
                <c:pt idx="501">
                  <c:v>18.001410174126384</c:v>
                </c:pt>
                <c:pt idx="502">
                  <c:v>18.004465751395742</c:v>
                </c:pt>
                <c:pt idx="503">
                  <c:v>18.011841677603563</c:v>
                </c:pt>
                <c:pt idx="504">
                  <c:v>18.007878817800197</c:v>
                </c:pt>
                <c:pt idx="505">
                  <c:v>18.009162926179027</c:v>
                </c:pt>
                <c:pt idx="506">
                  <c:v>18.003892987082804</c:v>
                </c:pt>
                <c:pt idx="507">
                  <c:v>18.008766626484711</c:v>
                </c:pt>
                <c:pt idx="508">
                  <c:v>18.019778025543655</c:v>
                </c:pt>
                <c:pt idx="509">
                  <c:v>18.028323651264497</c:v>
                </c:pt>
                <c:pt idx="510">
                  <c:v>18.04007392520122</c:v>
                </c:pt>
                <c:pt idx="511">
                  <c:v>18.043912947778541</c:v>
                </c:pt>
                <c:pt idx="512">
                  <c:v>18.042340811565822</c:v>
                </c:pt>
                <c:pt idx="513">
                  <c:v>18.05048091494179</c:v>
                </c:pt>
                <c:pt idx="514">
                  <c:v>18.055954369479267</c:v>
                </c:pt>
                <c:pt idx="515">
                  <c:v>18.057372497713192</c:v>
                </c:pt>
                <c:pt idx="516">
                  <c:v>18.060028381078549</c:v>
                </c:pt>
                <c:pt idx="517">
                  <c:v>18.062804433180698</c:v>
                </c:pt>
                <c:pt idx="518">
                  <c:v>18.055850040387668</c:v>
                </c:pt>
                <c:pt idx="519">
                  <c:v>18.04318322698143</c:v>
                </c:pt>
                <c:pt idx="520">
                  <c:v>18.042658495878264</c:v>
                </c:pt>
                <c:pt idx="521">
                  <c:v>18.061043455483741</c:v>
                </c:pt>
                <c:pt idx="522">
                  <c:v>18.065342444900661</c:v>
                </c:pt>
                <c:pt idx="523">
                  <c:v>18.071918297601563</c:v>
                </c:pt>
                <c:pt idx="524">
                  <c:v>18.077015234858738</c:v>
                </c:pt>
                <c:pt idx="525">
                  <c:v>18.08254512241783</c:v>
                </c:pt>
                <c:pt idx="526">
                  <c:v>18.083553099839136</c:v>
                </c:pt>
                <c:pt idx="527">
                  <c:v>18.080749139790697</c:v>
                </c:pt>
                <c:pt idx="528">
                  <c:v>18.075264714070403</c:v>
                </c:pt>
                <c:pt idx="529">
                  <c:v>18.064635797872413</c:v>
                </c:pt>
                <c:pt idx="530">
                  <c:v>18.064061456451945</c:v>
                </c:pt>
                <c:pt idx="531">
                  <c:v>18.06105302098376</c:v>
                </c:pt>
                <c:pt idx="532">
                  <c:v>18.056554321754621</c:v>
                </c:pt>
                <c:pt idx="533">
                  <c:v>18.06006815161626</c:v>
                </c:pt>
                <c:pt idx="534">
                  <c:v>18.071350401751001</c:v>
                </c:pt>
                <c:pt idx="535">
                  <c:v>18.076887146299352</c:v>
                </c:pt>
                <c:pt idx="536">
                  <c:v>18.076847787180995</c:v>
                </c:pt>
                <c:pt idx="537">
                  <c:v>18.068843623617116</c:v>
                </c:pt>
                <c:pt idx="538">
                  <c:v>18.061994348469451</c:v>
                </c:pt>
                <c:pt idx="539">
                  <c:v>18.073366356593613</c:v>
                </c:pt>
                <c:pt idx="540">
                  <c:v>18.097858493684026</c:v>
                </c:pt>
                <c:pt idx="541">
                  <c:v>18.129034138206734</c:v>
                </c:pt>
                <c:pt idx="542">
                  <c:v>18.138302113461229</c:v>
                </c:pt>
                <c:pt idx="543">
                  <c:v>18.158412702984023</c:v>
                </c:pt>
                <c:pt idx="544">
                  <c:v>18.183943536807632</c:v>
                </c:pt>
                <c:pt idx="545">
                  <c:v>18.201208612927072</c:v>
                </c:pt>
                <c:pt idx="546">
                  <c:v>18.204838428762052</c:v>
                </c:pt>
                <c:pt idx="547">
                  <c:v>18.204706157439215</c:v>
                </c:pt>
                <c:pt idx="548">
                  <c:v>18.221938731429564</c:v>
                </c:pt>
                <c:pt idx="549">
                  <c:v>18.251521840196496</c:v>
                </c:pt>
                <c:pt idx="550">
                  <c:v>18.278947123013019</c:v>
                </c:pt>
                <c:pt idx="551">
                  <c:v>18.296959748101642</c:v>
                </c:pt>
                <c:pt idx="552">
                  <c:v>18.298201480286842</c:v>
                </c:pt>
                <c:pt idx="553">
                  <c:v>18.321879144192884</c:v>
                </c:pt>
                <c:pt idx="554">
                  <c:v>18.322430720409006</c:v>
                </c:pt>
                <c:pt idx="555">
                  <c:v>18.313735783747017</c:v>
                </c:pt>
                <c:pt idx="556">
                  <c:v>18.310673795192702</c:v>
                </c:pt>
                <c:pt idx="557">
                  <c:v>18.306416427700594</c:v>
                </c:pt>
                <c:pt idx="558">
                  <c:v>18.295113435173342</c:v>
                </c:pt>
                <c:pt idx="559">
                  <c:v>18.293459323654009</c:v>
                </c:pt>
                <c:pt idx="560">
                  <c:v>18.303921169308662</c:v>
                </c:pt>
                <c:pt idx="561">
                  <c:v>18.303987339255031</c:v>
                </c:pt>
                <c:pt idx="562">
                  <c:v>18.291288675133675</c:v>
                </c:pt>
                <c:pt idx="563">
                  <c:v>18.28690527617896</c:v>
                </c:pt>
                <c:pt idx="564">
                  <c:v>18.295140451711024</c:v>
                </c:pt>
                <c:pt idx="565">
                  <c:v>18.32276122729137</c:v>
                </c:pt>
                <c:pt idx="566">
                  <c:v>18.323539838421908</c:v>
                </c:pt>
                <c:pt idx="567">
                  <c:v>18.293578360987574</c:v>
                </c:pt>
                <c:pt idx="568">
                  <c:v>18.272277946688281</c:v>
                </c:pt>
                <c:pt idx="569">
                  <c:v>18.311443423667306</c:v>
                </c:pt>
                <c:pt idx="570">
                  <c:v>18.307711438692344</c:v>
                </c:pt>
                <c:pt idx="571">
                  <c:v>18.329326040239557</c:v>
                </c:pt>
                <c:pt idx="572">
                  <c:v>18.309229781824317</c:v>
                </c:pt>
                <c:pt idx="573">
                  <c:v>18.311004439214848</c:v>
                </c:pt>
                <c:pt idx="574">
                  <c:v>18.322600705172778</c:v>
                </c:pt>
                <c:pt idx="575">
                  <c:v>18.359236295964113</c:v>
                </c:pt>
                <c:pt idx="576">
                  <c:v>18.376780520116352</c:v>
                </c:pt>
                <c:pt idx="577">
                  <c:v>18.344156610891918</c:v>
                </c:pt>
                <c:pt idx="578">
                  <c:v>18.295467461528865</c:v>
                </c:pt>
                <c:pt idx="579">
                  <c:v>18.345115697979796</c:v>
                </c:pt>
                <c:pt idx="580">
                  <c:v>18.375448892801945</c:v>
                </c:pt>
                <c:pt idx="581">
                  <c:v>18.434640481196077</c:v>
                </c:pt>
                <c:pt idx="582">
                  <c:v>18.590359347379188</c:v>
                </c:pt>
                <c:pt idx="583">
                  <c:v>18.250726429442267</c:v>
                </c:pt>
                <c:pt idx="584">
                  <c:v>17.918131353857675</c:v>
                </c:pt>
                <c:pt idx="585">
                  <c:v>18.060783335596138</c:v>
                </c:pt>
                <c:pt idx="586">
                  <c:v>17.430513083649782</c:v>
                </c:pt>
                <c:pt idx="587">
                  <c:v>17.522140339770676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77BE-418F-8705-C8EC33B01BAD}"/>
            </c:ext>
          </c:extLst>
        </c:ser>
        <c:ser>
          <c:idx val="12"/>
          <c:order val="12"/>
          <c:tx>
            <c:strRef>
              <c:f>Sheet2!$N$1</c:f>
              <c:strCache>
                <c:ptCount val="1"/>
                <c:pt idx="0">
                  <c:v>S13_z_o/O-PTIR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Sheet2!$N$2:$N$589</c:f>
              <c:numCache>
                <c:formatCode>General</c:formatCode>
                <c:ptCount val="588"/>
                <c:pt idx="0">
                  <c:v>19.138570503644484</c:v>
                </c:pt>
                <c:pt idx="1">
                  <c:v>19.101274699642918</c:v>
                </c:pt>
                <c:pt idx="2">
                  <c:v>18.959537656444951</c:v>
                </c:pt>
                <c:pt idx="3">
                  <c:v>18.915752476466757</c:v>
                </c:pt>
                <c:pt idx="4">
                  <c:v>19.018455338858672</c:v>
                </c:pt>
                <c:pt idx="5">
                  <c:v>19.043624145597878</c:v>
                </c:pt>
                <c:pt idx="6">
                  <c:v>19.036341293961367</c:v>
                </c:pt>
                <c:pt idx="7">
                  <c:v>19.092564991214786</c:v>
                </c:pt>
                <c:pt idx="8">
                  <c:v>19.104472874511199</c:v>
                </c:pt>
                <c:pt idx="9">
                  <c:v>19.094057629462014</c:v>
                </c:pt>
                <c:pt idx="10">
                  <c:v>19.074199820789861</c:v>
                </c:pt>
                <c:pt idx="11">
                  <c:v>19.073596872836429</c:v>
                </c:pt>
                <c:pt idx="12">
                  <c:v>19.070348579804683</c:v>
                </c:pt>
                <c:pt idx="13">
                  <c:v>19.088789960219337</c:v>
                </c:pt>
                <c:pt idx="14">
                  <c:v>19.101604074114906</c:v>
                </c:pt>
                <c:pt idx="15">
                  <c:v>19.118121877669015</c:v>
                </c:pt>
                <c:pt idx="16">
                  <c:v>19.115019119653148</c:v>
                </c:pt>
                <c:pt idx="17">
                  <c:v>19.122350217945161</c:v>
                </c:pt>
                <c:pt idx="18">
                  <c:v>19.139128360550725</c:v>
                </c:pt>
                <c:pt idx="19">
                  <c:v>19.137714363887504</c:v>
                </c:pt>
                <c:pt idx="20">
                  <c:v>19.126318951380266</c:v>
                </c:pt>
                <c:pt idx="21">
                  <c:v>19.126764364809873</c:v>
                </c:pt>
                <c:pt idx="22">
                  <c:v>19.141264546179482</c:v>
                </c:pt>
                <c:pt idx="23">
                  <c:v>19.152708361073543</c:v>
                </c:pt>
                <c:pt idx="24">
                  <c:v>19.16658493959898</c:v>
                </c:pt>
                <c:pt idx="25">
                  <c:v>19.180161781781365</c:v>
                </c:pt>
                <c:pt idx="26">
                  <c:v>19.185037177491914</c:v>
                </c:pt>
                <c:pt idx="27">
                  <c:v>19.201030182893483</c:v>
                </c:pt>
                <c:pt idx="28">
                  <c:v>19.230110979492949</c:v>
                </c:pt>
                <c:pt idx="29">
                  <c:v>19.250416376368918</c:v>
                </c:pt>
                <c:pt idx="30">
                  <c:v>19.253847667361224</c:v>
                </c:pt>
                <c:pt idx="31">
                  <c:v>19.259346567559327</c:v>
                </c:pt>
                <c:pt idx="32">
                  <c:v>19.256825075325875</c:v>
                </c:pt>
                <c:pt idx="33">
                  <c:v>19.231404981076622</c:v>
                </c:pt>
                <c:pt idx="34">
                  <c:v>19.213772064778283</c:v>
                </c:pt>
                <c:pt idx="35">
                  <c:v>19.203662818110452</c:v>
                </c:pt>
                <c:pt idx="36">
                  <c:v>19.182385253448405</c:v>
                </c:pt>
                <c:pt idx="37">
                  <c:v>19.151368241162395</c:v>
                </c:pt>
                <c:pt idx="38">
                  <c:v>19.109248973747</c:v>
                </c:pt>
                <c:pt idx="39">
                  <c:v>19.06587274148059</c:v>
                </c:pt>
                <c:pt idx="40">
                  <c:v>19.030846721454658</c:v>
                </c:pt>
                <c:pt idx="41">
                  <c:v>19.046889967965466</c:v>
                </c:pt>
                <c:pt idx="42">
                  <c:v>19.111623696042539</c:v>
                </c:pt>
                <c:pt idx="43">
                  <c:v>19.177744809852168</c:v>
                </c:pt>
                <c:pt idx="44">
                  <c:v>19.249078179876165</c:v>
                </c:pt>
                <c:pt idx="45">
                  <c:v>19.346354956024097</c:v>
                </c:pt>
                <c:pt idx="46">
                  <c:v>19.443330236338287</c:v>
                </c:pt>
                <c:pt idx="47">
                  <c:v>19.507904987327734</c:v>
                </c:pt>
                <c:pt idx="48">
                  <c:v>19.548437926348637</c:v>
                </c:pt>
                <c:pt idx="49">
                  <c:v>19.572191706412212</c:v>
                </c:pt>
                <c:pt idx="50">
                  <c:v>19.584438155060571</c:v>
                </c:pt>
                <c:pt idx="51">
                  <c:v>19.613028152113369</c:v>
                </c:pt>
                <c:pt idx="52">
                  <c:v>19.666431601624378</c:v>
                </c:pt>
                <c:pt idx="53">
                  <c:v>19.721806598706465</c:v>
                </c:pt>
                <c:pt idx="54">
                  <c:v>19.783845541109617</c:v>
                </c:pt>
                <c:pt idx="55">
                  <c:v>19.846965400937876</c:v>
                </c:pt>
                <c:pt idx="56">
                  <c:v>19.890271253576575</c:v>
                </c:pt>
                <c:pt idx="57">
                  <c:v>19.92435781212556</c:v>
                </c:pt>
                <c:pt idx="58">
                  <c:v>19.966738937655801</c:v>
                </c:pt>
                <c:pt idx="59">
                  <c:v>20.017490080625326</c:v>
                </c:pt>
                <c:pt idx="60">
                  <c:v>20.065481293051242</c:v>
                </c:pt>
                <c:pt idx="61">
                  <c:v>20.09406731212508</c:v>
                </c:pt>
                <c:pt idx="62">
                  <c:v>20.124940712813611</c:v>
                </c:pt>
                <c:pt idx="63">
                  <c:v>20.153763399778406</c:v>
                </c:pt>
                <c:pt idx="64">
                  <c:v>20.188975332945908</c:v>
                </c:pt>
                <c:pt idx="65">
                  <c:v>20.236409540889646</c:v>
                </c:pt>
                <c:pt idx="66">
                  <c:v>20.276600767146682</c:v>
                </c:pt>
                <c:pt idx="67">
                  <c:v>20.339101286251083</c:v>
                </c:pt>
                <c:pt idx="68">
                  <c:v>20.39182550678359</c:v>
                </c:pt>
                <c:pt idx="69">
                  <c:v>20.411374694231117</c:v>
                </c:pt>
                <c:pt idx="70">
                  <c:v>20.417491339590097</c:v>
                </c:pt>
                <c:pt idx="71">
                  <c:v>20.414411859308238</c:v>
                </c:pt>
                <c:pt idx="72">
                  <c:v>20.416419208689934</c:v>
                </c:pt>
                <c:pt idx="73">
                  <c:v>20.441146937887311</c:v>
                </c:pt>
                <c:pt idx="74">
                  <c:v>20.460292906896321</c:v>
                </c:pt>
                <c:pt idx="75">
                  <c:v>20.468673852849225</c:v>
                </c:pt>
                <c:pt idx="76">
                  <c:v>20.483301799471565</c:v>
                </c:pt>
                <c:pt idx="77">
                  <c:v>20.492776033927001</c:v>
                </c:pt>
                <c:pt idx="78">
                  <c:v>20.505159176423714</c:v>
                </c:pt>
                <c:pt idx="79">
                  <c:v>20.505890250270831</c:v>
                </c:pt>
                <c:pt idx="80">
                  <c:v>20.490562878776817</c:v>
                </c:pt>
                <c:pt idx="81">
                  <c:v>20.475784380950849</c:v>
                </c:pt>
                <c:pt idx="82">
                  <c:v>20.481679133769291</c:v>
                </c:pt>
                <c:pt idx="83">
                  <c:v>20.482942994512399</c:v>
                </c:pt>
                <c:pt idx="84">
                  <c:v>20.494344494201723</c:v>
                </c:pt>
                <c:pt idx="85">
                  <c:v>20.490792814703379</c:v>
                </c:pt>
                <c:pt idx="86">
                  <c:v>20.465031597829999</c:v>
                </c:pt>
                <c:pt idx="87">
                  <c:v>20.4258371394432</c:v>
                </c:pt>
                <c:pt idx="88">
                  <c:v>20.401953703494037</c:v>
                </c:pt>
                <c:pt idx="89">
                  <c:v>20.389647585161317</c:v>
                </c:pt>
                <c:pt idx="90">
                  <c:v>20.367279977765282</c:v>
                </c:pt>
                <c:pt idx="91">
                  <c:v>20.34777336780682</c:v>
                </c:pt>
                <c:pt idx="92">
                  <c:v>20.343251848295793</c:v>
                </c:pt>
                <c:pt idx="93">
                  <c:v>20.314246349155169</c:v>
                </c:pt>
                <c:pt idx="94">
                  <c:v>20.280768377672644</c:v>
                </c:pt>
                <c:pt idx="95">
                  <c:v>20.246643613040042</c:v>
                </c:pt>
                <c:pt idx="96">
                  <c:v>20.226096433728749</c:v>
                </c:pt>
                <c:pt idx="97">
                  <c:v>20.208951082137048</c:v>
                </c:pt>
                <c:pt idx="98">
                  <c:v>20.169342127085674</c:v>
                </c:pt>
                <c:pt idx="99">
                  <c:v>20.130764911148123</c:v>
                </c:pt>
                <c:pt idx="100">
                  <c:v>20.093383974025461</c:v>
                </c:pt>
                <c:pt idx="101">
                  <c:v>20.062774955938419</c:v>
                </c:pt>
                <c:pt idx="102">
                  <c:v>20.029945526168152</c:v>
                </c:pt>
                <c:pt idx="103">
                  <c:v>20.009223228354614</c:v>
                </c:pt>
                <c:pt idx="104">
                  <c:v>19.97862199136927</c:v>
                </c:pt>
                <c:pt idx="105">
                  <c:v>19.948448365264849</c:v>
                </c:pt>
                <c:pt idx="106">
                  <c:v>19.927131294026061</c:v>
                </c:pt>
                <c:pt idx="107">
                  <c:v>19.893905814922213</c:v>
                </c:pt>
                <c:pt idx="108">
                  <c:v>19.861524454210358</c:v>
                </c:pt>
                <c:pt idx="109">
                  <c:v>19.818586149341723</c:v>
                </c:pt>
                <c:pt idx="110">
                  <c:v>19.774963544664267</c:v>
                </c:pt>
                <c:pt idx="111">
                  <c:v>19.733543516335811</c:v>
                </c:pt>
                <c:pt idx="112">
                  <c:v>19.687532900290254</c:v>
                </c:pt>
                <c:pt idx="113">
                  <c:v>19.655804365267993</c:v>
                </c:pt>
                <c:pt idx="114">
                  <c:v>19.628428832076743</c:v>
                </c:pt>
                <c:pt idx="115">
                  <c:v>19.589995566520596</c:v>
                </c:pt>
                <c:pt idx="116">
                  <c:v>19.548193389927878</c:v>
                </c:pt>
                <c:pt idx="117">
                  <c:v>19.517193655621902</c:v>
                </c:pt>
                <c:pt idx="118">
                  <c:v>19.499672057163295</c:v>
                </c:pt>
                <c:pt idx="119">
                  <c:v>19.478519350769353</c:v>
                </c:pt>
                <c:pt idx="120">
                  <c:v>19.468165283539413</c:v>
                </c:pt>
                <c:pt idx="121">
                  <c:v>19.462206271060886</c:v>
                </c:pt>
                <c:pt idx="122">
                  <c:v>19.451204623827884</c:v>
                </c:pt>
                <c:pt idx="123">
                  <c:v>19.44121688037448</c:v>
                </c:pt>
                <c:pt idx="124">
                  <c:v>19.429433188706842</c:v>
                </c:pt>
                <c:pt idx="125">
                  <c:v>19.417992870937141</c:v>
                </c:pt>
                <c:pt idx="126">
                  <c:v>19.407193051493667</c:v>
                </c:pt>
                <c:pt idx="127">
                  <c:v>19.382960558819487</c:v>
                </c:pt>
                <c:pt idx="128">
                  <c:v>19.366447399883668</c:v>
                </c:pt>
                <c:pt idx="129">
                  <c:v>19.353416458813623</c:v>
                </c:pt>
                <c:pt idx="130">
                  <c:v>19.346409314450845</c:v>
                </c:pt>
                <c:pt idx="131">
                  <c:v>19.332613639711735</c:v>
                </c:pt>
                <c:pt idx="132">
                  <c:v>19.316987351513195</c:v>
                </c:pt>
                <c:pt idx="133">
                  <c:v>19.301581513291389</c:v>
                </c:pt>
                <c:pt idx="134">
                  <c:v>19.289276050669486</c:v>
                </c:pt>
                <c:pt idx="135">
                  <c:v>19.271576339295901</c:v>
                </c:pt>
                <c:pt idx="136">
                  <c:v>19.270768634711285</c:v>
                </c:pt>
                <c:pt idx="137">
                  <c:v>19.275444836404084</c:v>
                </c:pt>
                <c:pt idx="138">
                  <c:v>19.26765064234743</c:v>
                </c:pt>
                <c:pt idx="139">
                  <c:v>19.224396088151664</c:v>
                </c:pt>
                <c:pt idx="140">
                  <c:v>19.185633590194204</c:v>
                </c:pt>
                <c:pt idx="141">
                  <c:v>19.150697929851006</c:v>
                </c:pt>
                <c:pt idx="142">
                  <c:v>19.164162929625007</c:v>
                </c:pt>
                <c:pt idx="143">
                  <c:v>19.176229057798636</c:v>
                </c:pt>
                <c:pt idx="144">
                  <c:v>19.184656755932807</c:v>
                </c:pt>
                <c:pt idx="145">
                  <c:v>19.201943937774267</c:v>
                </c:pt>
                <c:pt idx="146">
                  <c:v>19.225507955127348</c:v>
                </c:pt>
                <c:pt idx="147">
                  <c:v>19.255166607812978</c:v>
                </c:pt>
                <c:pt idx="148">
                  <c:v>19.275515063032607</c:v>
                </c:pt>
                <c:pt idx="149">
                  <c:v>19.279595289163662</c:v>
                </c:pt>
                <c:pt idx="150">
                  <c:v>19.29515342715127</c:v>
                </c:pt>
                <c:pt idx="151">
                  <c:v>19.322460045135635</c:v>
                </c:pt>
                <c:pt idx="152">
                  <c:v>19.342904583847009</c:v>
                </c:pt>
                <c:pt idx="153">
                  <c:v>19.357528333920122</c:v>
                </c:pt>
                <c:pt idx="154">
                  <c:v>19.365410480654386</c:v>
                </c:pt>
                <c:pt idx="155">
                  <c:v>19.380701066771557</c:v>
                </c:pt>
                <c:pt idx="156">
                  <c:v>19.40135552037254</c:v>
                </c:pt>
                <c:pt idx="157">
                  <c:v>19.409356154051476</c:v>
                </c:pt>
                <c:pt idx="158">
                  <c:v>19.422337086243196</c:v>
                </c:pt>
                <c:pt idx="159">
                  <c:v>19.42962933366929</c:v>
                </c:pt>
                <c:pt idx="160">
                  <c:v>19.420805433202347</c:v>
                </c:pt>
                <c:pt idx="161">
                  <c:v>19.407105973097146</c:v>
                </c:pt>
                <c:pt idx="162">
                  <c:v>19.398106473273359</c:v>
                </c:pt>
                <c:pt idx="163">
                  <c:v>19.392218277563089</c:v>
                </c:pt>
                <c:pt idx="164">
                  <c:v>19.380714180987901</c:v>
                </c:pt>
                <c:pt idx="165">
                  <c:v>19.367684332769219</c:v>
                </c:pt>
                <c:pt idx="166">
                  <c:v>19.360021827301683</c:v>
                </c:pt>
                <c:pt idx="167">
                  <c:v>19.350737967553506</c:v>
                </c:pt>
                <c:pt idx="168">
                  <c:v>19.350485431460775</c:v>
                </c:pt>
                <c:pt idx="169">
                  <c:v>19.355126181055393</c:v>
                </c:pt>
                <c:pt idx="170">
                  <c:v>19.356486278289442</c:v>
                </c:pt>
                <c:pt idx="171">
                  <c:v>19.361332003085515</c:v>
                </c:pt>
                <c:pt idx="172">
                  <c:v>19.368684685191926</c:v>
                </c:pt>
                <c:pt idx="173">
                  <c:v>19.370567012377808</c:v>
                </c:pt>
                <c:pt idx="174">
                  <c:v>19.372650161929972</c:v>
                </c:pt>
                <c:pt idx="175">
                  <c:v>19.364349037840547</c:v>
                </c:pt>
                <c:pt idx="176">
                  <c:v>19.368538374251582</c:v>
                </c:pt>
                <c:pt idx="177">
                  <c:v>19.389873849107303</c:v>
                </c:pt>
                <c:pt idx="178">
                  <c:v>19.398978656088332</c:v>
                </c:pt>
                <c:pt idx="179">
                  <c:v>19.39788903956638</c:v>
                </c:pt>
                <c:pt idx="180">
                  <c:v>19.390722207762582</c:v>
                </c:pt>
                <c:pt idx="181">
                  <c:v>19.382434984742485</c:v>
                </c:pt>
                <c:pt idx="182">
                  <c:v>19.382774905230114</c:v>
                </c:pt>
                <c:pt idx="183">
                  <c:v>19.393115246246953</c:v>
                </c:pt>
                <c:pt idx="184">
                  <c:v>19.393125169337321</c:v>
                </c:pt>
                <c:pt idx="185">
                  <c:v>19.388787817137814</c:v>
                </c:pt>
                <c:pt idx="186">
                  <c:v>19.393870931106736</c:v>
                </c:pt>
                <c:pt idx="187">
                  <c:v>19.403781650396152</c:v>
                </c:pt>
                <c:pt idx="188">
                  <c:v>19.405140807778025</c:v>
                </c:pt>
                <c:pt idx="189">
                  <c:v>19.407839494931313</c:v>
                </c:pt>
                <c:pt idx="190">
                  <c:v>19.416242297911456</c:v>
                </c:pt>
                <c:pt idx="191">
                  <c:v>19.422123411944902</c:v>
                </c:pt>
                <c:pt idx="192">
                  <c:v>19.429520048533092</c:v>
                </c:pt>
                <c:pt idx="193">
                  <c:v>19.441129452265521</c:v>
                </c:pt>
                <c:pt idx="194">
                  <c:v>19.453518102733099</c:v>
                </c:pt>
                <c:pt idx="195">
                  <c:v>19.469563652428153</c:v>
                </c:pt>
                <c:pt idx="196">
                  <c:v>19.484141808742443</c:v>
                </c:pt>
                <c:pt idx="197">
                  <c:v>19.516133327516449</c:v>
                </c:pt>
                <c:pt idx="198">
                  <c:v>19.553846229168833</c:v>
                </c:pt>
                <c:pt idx="199">
                  <c:v>19.592579460566817</c:v>
                </c:pt>
                <c:pt idx="200">
                  <c:v>19.646726223860195</c:v>
                </c:pt>
                <c:pt idx="201">
                  <c:v>19.69996058740848</c:v>
                </c:pt>
                <c:pt idx="202">
                  <c:v>19.785504402049</c:v>
                </c:pt>
                <c:pt idx="203">
                  <c:v>19.893504957042637</c:v>
                </c:pt>
                <c:pt idx="204">
                  <c:v>19.990125607089858</c:v>
                </c:pt>
                <c:pt idx="205">
                  <c:v>20.073507106025556</c:v>
                </c:pt>
                <c:pt idx="206">
                  <c:v>20.116233922298619</c:v>
                </c:pt>
                <c:pt idx="207">
                  <c:v>20.148190644685258</c:v>
                </c:pt>
                <c:pt idx="208">
                  <c:v>20.165794644136561</c:v>
                </c:pt>
                <c:pt idx="209">
                  <c:v>20.155547108057384</c:v>
                </c:pt>
                <c:pt idx="210">
                  <c:v>20.075564551713683</c:v>
                </c:pt>
                <c:pt idx="211">
                  <c:v>19.974989440870139</c:v>
                </c:pt>
                <c:pt idx="212">
                  <c:v>19.887556173652857</c:v>
                </c:pt>
                <c:pt idx="213">
                  <c:v>19.822271768702993</c:v>
                </c:pt>
                <c:pt idx="214">
                  <c:v>19.764521743326984</c:v>
                </c:pt>
                <c:pt idx="215">
                  <c:v>19.756463319668029</c:v>
                </c:pt>
                <c:pt idx="216">
                  <c:v>19.779644795330359</c:v>
                </c:pt>
                <c:pt idx="217">
                  <c:v>19.80351599134427</c:v>
                </c:pt>
                <c:pt idx="218">
                  <c:v>19.813778390201968</c:v>
                </c:pt>
                <c:pt idx="219">
                  <c:v>19.822499606354938</c:v>
                </c:pt>
                <c:pt idx="220">
                  <c:v>19.843373242225084</c:v>
                </c:pt>
                <c:pt idx="221">
                  <c:v>19.858184613020022</c:v>
                </c:pt>
                <c:pt idx="222">
                  <c:v>19.859859211019021</c:v>
                </c:pt>
                <c:pt idx="223">
                  <c:v>19.840489600907294</c:v>
                </c:pt>
                <c:pt idx="224">
                  <c:v>19.814514097738854</c:v>
                </c:pt>
                <c:pt idx="225">
                  <c:v>19.778450702218198</c:v>
                </c:pt>
                <c:pt idx="226">
                  <c:v>19.754622783118226</c:v>
                </c:pt>
                <c:pt idx="227">
                  <c:v>19.746298578008034</c:v>
                </c:pt>
                <c:pt idx="228">
                  <c:v>19.730044730843385</c:v>
                </c:pt>
                <c:pt idx="229">
                  <c:v>19.716545306251486</c:v>
                </c:pt>
                <c:pt idx="230">
                  <c:v>19.726751751119451</c:v>
                </c:pt>
                <c:pt idx="231">
                  <c:v>19.725617152835436</c:v>
                </c:pt>
                <c:pt idx="232">
                  <c:v>19.741775135078612</c:v>
                </c:pt>
                <c:pt idx="233">
                  <c:v>19.750395284337632</c:v>
                </c:pt>
                <c:pt idx="234">
                  <c:v>19.736567392340369</c:v>
                </c:pt>
                <c:pt idx="235">
                  <c:v>19.716309643783788</c:v>
                </c:pt>
                <c:pt idx="236">
                  <c:v>19.703766770132006</c:v>
                </c:pt>
                <c:pt idx="237">
                  <c:v>19.696070954554955</c:v>
                </c:pt>
                <c:pt idx="238">
                  <c:v>19.677326542850395</c:v>
                </c:pt>
                <c:pt idx="239">
                  <c:v>19.657407578216027</c:v>
                </c:pt>
                <c:pt idx="240">
                  <c:v>19.624088507321535</c:v>
                </c:pt>
                <c:pt idx="241">
                  <c:v>19.589183577958639</c:v>
                </c:pt>
                <c:pt idx="242">
                  <c:v>19.568681686407789</c:v>
                </c:pt>
                <c:pt idx="243">
                  <c:v>19.553017716694285</c:v>
                </c:pt>
                <c:pt idx="244">
                  <c:v>19.527408493588329</c:v>
                </c:pt>
                <c:pt idx="245">
                  <c:v>19.508006841074671</c:v>
                </c:pt>
                <c:pt idx="246">
                  <c:v>19.49059072462952</c:v>
                </c:pt>
                <c:pt idx="247">
                  <c:v>19.480657011747454</c:v>
                </c:pt>
                <c:pt idx="248">
                  <c:v>19.490887805343764</c:v>
                </c:pt>
                <c:pt idx="249">
                  <c:v>19.497206671918764</c:v>
                </c:pt>
                <c:pt idx="250">
                  <c:v>19.484906804695832</c:v>
                </c:pt>
                <c:pt idx="251">
                  <c:v>19.537069081058007</c:v>
                </c:pt>
                <c:pt idx="252">
                  <c:v>19.586215437373539</c:v>
                </c:pt>
                <c:pt idx="253">
                  <c:v>19.621324380228693</c:v>
                </c:pt>
                <c:pt idx="254">
                  <c:v>19.653341296868351</c:v>
                </c:pt>
                <c:pt idx="255">
                  <c:v>19.674334665533713</c:v>
                </c:pt>
                <c:pt idx="256">
                  <c:v>19.723777621708891</c:v>
                </c:pt>
                <c:pt idx="257">
                  <c:v>19.817286005933397</c:v>
                </c:pt>
                <c:pt idx="258">
                  <c:v>19.909349028660596</c:v>
                </c:pt>
                <c:pt idx="259">
                  <c:v>20</c:v>
                </c:pt>
                <c:pt idx="260">
                  <c:v>19.876351212352471</c:v>
                </c:pt>
                <c:pt idx="261">
                  <c:v>19.660092451728097</c:v>
                </c:pt>
                <c:pt idx="262">
                  <c:v>19.479203475721956</c:v>
                </c:pt>
                <c:pt idx="263">
                  <c:v>19.434266782852795</c:v>
                </c:pt>
                <c:pt idx="264">
                  <c:v>19.398749944155295</c:v>
                </c:pt>
                <c:pt idx="265">
                  <c:v>19.379927328007273</c:v>
                </c:pt>
                <c:pt idx="266">
                  <c:v>19.364580132189552</c:v>
                </c:pt>
                <c:pt idx="267">
                  <c:v>19.338173127589346</c:v>
                </c:pt>
                <c:pt idx="268">
                  <c:v>19.282178002930415</c:v>
                </c:pt>
                <c:pt idx="269">
                  <c:v>19.240773536805353</c:v>
                </c:pt>
                <c:pt idx="270">
                  <c:v>19.263676379084433</c:v>
                </c:pt>
                <c:pt idx="271">
                  <c:v>19.268541338064477</c:v>
                </c:pt>
                <c:pt idx="272">
                  <c:v>19.272573456878579</c:v>
                </c:pt>
                <c:pt idx="273">
                  <c:v>19.272744269546457</c:v>
                </c:pt>
                <c:pt idx="274">
                  <c:v>19.273907675392369</c:v>
                </c:pt>
                <c:pt idx="275">
                  <c:v>19.280201406386045</c:v>
                </c:pt>
                <c:pt idx="276">
                  <c:v>19.29451386867721</c:v>
                </c:pt>
                <c:pt idx="277">
                  <c:v>19.333343598850458</c:v>
                </c:pt>
                <c:pt idx="278">
                  <c:v>19.631954414284564</c:v>
                </c:pt>
                <c:pt idx="279">
                  <c:v>19.720419770328107</c:v>
                </c:pt>
                <c:pt idx="280">
                  <c:v>19.618003554652056</c:v>
                </c:pt>
                <c:pt idx="281">
                  <c:v>19.434039207485174</c:v>
                </c:pt>
                <c:pt idx="282">
                  <c:v>19.301891292938457</c:v>
                </c:pt>
                <c:pt idx="283">
                  <c:v>19.264444369450555</c:v>
                </c:pt>
                <c:pt idx="284">
                  <c:v>19.250307353517044</c:v>
                </c:pt>
                <c:pt idx="285">
                  <c:v>19.212076352890971</c:v>
                </c:pt>
                <c:pt idx="286">
                  <c:v>19.220776892296175</c:v>
                </c:pt>
                <c:pt idx="287">
                  <c:v>19.226386738764546</c:v>
                </c:pt>
                <c:pt idx="288">
                  <c:v>19.262727084677358</c:v>
                </c:pt>
                <c:pt idx="289">
                  <c:v>19.304366207846865</c:v>
                </c:pt>
                <c:pt idx="290">
                  <c:v>19.287069190343146</c:v>
                </c:pt>
                <c:pt idx="291">
                  <c:v>19.288289555602049</c:v>
                </c:pt>
                <c:pt idx="292">
                  <c:v>19.267180213550152</c:v>
                </c:pt>
                <c:pt idx="293">
                  <c:v>19.259836208683552</c:v>
                </c:pt>
                <c:pt idx="294">
                  <c:v>19.32167507185935</c:v>
                </c:pt>
                <c:pt idx="295">
                  <c:v>19.364296100120573</c:v>
                </c:pt>
                <c:pt idx="296">
                  <c:v>19.422052245464208</c:v>
                </c:pt>
                <c:pt idx="297">
                  <c:v>19.438231123025425</c:v>
                </c:pt>
                <c:pt idx="298">
                  <c:v>19.432584797178592</c:v>
                </c:pt>
                <c:pt idx="299">
                  <c:v>19.457263654063059</c:v>
                </c:pt>
                <c:pt idx="300">
                  <c:v>19.481254189445696</c:v>
                </c:pt>
                <c:pt idx="301">
                  <c:v>19.445145025310001</c:v>
                </c:pt>
                <c:pt idx="302">
                  <c:v>19.365075171999504</c:v>
                </c:pt>
                <c:pt idx="303">
                  <c:v>19.400295279695197</c:v>
                </c:pt>
                <c:pt idx="304">
                  <c:v>19.517668521395713</c:v>
                </c:pt>
                <c:pt idx="305">
                  <c:v>19.555142394598203</c:v>
                </c:pt>
                <c:pt idx="306">
                  <c:v>19.58965346033024</c:v>
                </c:pt>
                <c:pt idx="307">
                  <c:v>19.612104037001675</c:v>
                </c:pt>
                <c:pt idx="308">
                  <c:v>19.623964140836542</c:v>
                </c:pt>
                <c:pt idx="309">
                  <c:v>19.641041866785965</c:v>
                </c:pt>
                <c:pt idx="310">
                  <c:v>19.68111996107001</c:v>
                </c:pt>
                <c:pt idx="311">
                  <c:v>19.651744072745782</c:v>
                </c:pt>
                <c:pt idx="312">
                  <c:v>19.692738107613337</c:v>
                </c:pt>
                <c:pt idx="313">
                  <c:v>19.771735786309613</c:v>
                </c:pt>
                <c:pt idx="314">
                  <c:v>19.778712374548313</c:v>
                </c:pt>
                <c:pt idx="315">
                  <c:v>19.823260755471534</c:v>
                </c:pt>
                <c:pt idx="316">
                  <c:v>19.854475737781769</c:v>
                </c:pt>
                <c:pt idx="317">
                  <c:v>19.946938918963671</c:v>
                </c:pt>
                <c:pt idx="318">
                  <c:v>20.041249805800312</c:v>
                </c:pt>
                <c:pt idx="319">
                  <c:v>20.095875675130788</c:v>
                </c:pt>
                <c:pt idx="320">
                  <c:v>20.147416468780428</c:v>
                </c:pt>
                <c:pt idx="321">
                  <c:v>20.329674962399356</c:v>
                </c:pt>
                <c:pt idx="322">
                  <c:v>20.460678202572502</c:v>
                </c:pt>
                <c:pt idx="323">
                  <c:v>20.633406245461934</c:v>
                </c:pt>
                <c:pt idx="324">
                  <c:v>20.827630587213516</c:v>
                </c:pt>
                <c:pt idx="325">
                  <c:v>20.986396186246008</c:v>
                </c:pt>
                <c:pt idx="326">
                  <c:v>21.153527256456108</c:v>
                </c:pt>
                <c:pt idx="327">
                  <c:v>21.326100726448907</c:v>
                </c:pt>
                <c:pt idx="328">
                  <c:v>21.520483313077694</c:v>
                </c:pt>
                <c:pt idx="329">
                  <c:v>21.658098828559513</c:v>
                </c:pt>
                <c:pt idx="330">
                  <c:v>21.772183068515055</c:v>
                </c:pt>
                <c:pt idx="331">
                  <c:v>21.89481567925214</c:v>
                </c:pt>
                <c:pt idx="332">
                  <c:v>21.96938800935725</c:v>
                </c:pt>
                <c:pt idx="333">
                  <c:v>21.964618980869773</c:v>
                </c:pt>
                <c:pt idx="334">
                  <c:v>21.88107023196163</c:v>
                </c:pt>
                <c:pt idx="335">
                  <c:v>21.774875329702333</c:v>
                </c:pt>
                <c:pt idx="336">
                  <c:v>21.667641956364807</c:v>
                </c:pt>
                <c:pt idx="337">
                  <c:v>21.56772351804765</c:v>
                </c:pt>
                <c:pt idx="338">
                  <c:v>21.462859971031573</c:v>
                </c:pt>
                <c:pt idx="339">
                  <c:v>21.356030340701224</c:v>
                </c:pt>
                <c:pt idx="340">
                  <c:v>21.246767236386106</c:v>
                </c:pt>
                <c:pt idx="341">
                  <c:v>21.099333719124441</c:v>
                </c:pt>
                <c:pt idx="342">
                  <c:v>20.987686450278012</c:v>
                </c:pt>
                <c:pt idx="343">
                  <c:v>20.912761260325148</c:v>
                </c:pt>
                <c:pt idx="344">
                  <c:v>20.863265060431612</c:v>
                </c:pt>
                <c:pt idx="345">
                  <c:v>20.782428506319611</c:v>
                </c:pt>
                <c:pt idx="346">
                  <c:v>20.684989179460093</c:v>
                </c:pt>
                <c:pt idx="347">
                  <c:v>20.557873080439368</c:v>
                </c:pt>
                <c:pt idx="348">
                  <c:v>20.473472432037539</c:v>
                </c:pt>
                <c:pt idx="349">
                  <c:v>20.389341062211308</c:v>
                </c:pt>
                <c:pt idx="350">
                  <c:v>20.274762066587169</c:v>
                </c:pt>
                <c:pt idx="351">
                  <c:v>20.153428812405419</c:v>
                </c:pt>
                <c:pt idx="352">
                  <c:v>20.093085931602019</c:v>
                </c:pt>
                <c:pt idx="353">
                  <c:v>20.050435614924293</c:v>
                </c:pt>
                <c:pt idx="354">
                  <c:v>19.990263481217688</c:v>
                </c:pt>
                <c:pt idx="355">
                  <c:v>19.946321501658204</c:v>
                </c:pt>
                <c:pt idx="356">
                  <c:v>19.895649830839723</c:v>
                </c:pt>
                <c:pt idx="357">
                  <c:v>19.82382475420243</c:v>
                </c:pt>
                <c:pt idx="358">
                  <c:v>19.782632738382137</c:v>
                </c:pt>
                <c:pt idx="359">
                  <c:v>19.758428878413639</c:v>
                </c:pt>
                <c:pt idx="360">
                  <c:v>19.739868852590874</c:v>
                </c:pt>
                <c:pt idx="361">
                  <c:v>19.719772015468831</c:v>
                </c:pt>
                <c:pt idx="362">
                  <c:v>19.713245069994507</c:v>
                </c:pt>
                <c:pt idx="363">
                  <c:v>19.718591954568158</c:v>
                </c:pt>
                <c:pt idx="364">
                  <c:v>19.708909728641508</c:v>
                </c:pt>
                <c:pt idx="365">
                  <c:v>19.683223831083996</c:v>
                </c:pt>
                <c:pt idx="366">
                  <c:v>19.647053685842302</c:v>
                </c:pt>
                <c:pt idx="367">
                  <c:v>19.626783172781813</c:v>
                </c:pt>
                <c:pt idx="368">
                  <c:v>19.584658911035692</c:v>
                </c:pt>
                <c:pt idx="369">
                  <c:v>19.541960202899659</c:v>
                </c:pt>
                <c:pt idx="370">
                  <c:v>19.521428104937161</c:v>
                </c:pt>
                <c:pt idx="371">
                  <c:v>19.475416177469967</c:v>
                </c:pt>
                <c:pt idx="372">
                  <c:v>19.447871951742481</c:v>
                </c:pt>
                <c:pt idx="373">
                  <c:v>19.409533633112662</c:v>
                </c:pt>
                <c:pt idx="374">
                  <c:v>19.37569541410717</c:v>
                </c:pt>
                <c:pt idx="375">
                  <c:v>19.346371567364798</c:v>
                </c:pt>
                <c:pt idx="376">
                  <c:v>19.318835297595228</c:v>
                </c:pt>
                <c:pt idx="377">
                  <c:v>19.301863141087374</c:v>
                </c:pt>
                <c:pt idx="378">
                  <c:v>19.287891364279794</c:v>
                </c:pt>
                <c:pt idx="379">
                  <c:v>19.261868999644953</c:v>
                </c:pt>
                <c:pt idx="380">
                  <c:v>19.236939814227508</c:v>
                </c:pt>
                <c:pt idx="381">
                  <c:v>19.203635234542077</c:v>
                </c:pt>
                <c:pt idx="382">
                  <c:v>19.177065646444749</c:v>
                </c:pt>
                <c:pt idx="383">
                  <c:v>19.145991969815618</c:v>
                </c:pt>
                <c:pt idx="384">
                  <c:v>19.125595002924033</c:v>
                </c:pt>
                <c:pt idx="385">
                  <c:v>19.110569979687828</c:v>
                </c:pt>
                <c:pt idx="386">
                  <c:v>19.101740341751231</c:v>
                </c:pt>
                <c:pt idx="387">
                  <c:v>19.102146882457891</c:v>
                </c:pt>
                <c:pt idx="388">
                  <c:v>19.099748729429148</c:v>
                </c:pt>
                <c:pt idx="389">
                  <c:v>19.095831436507652</c:v>
                </c:pt>
                <c:pt idx="390">
                  <c:v>19.097584643305119</c:v>
                </c:pt>
                <c:pt idx="391">
                  <c:v>19.11476172037186</c:v>
                </c:pt>
                <c:pt idx="392">
                  <c:v>19.160536990876615</c:v>
                </c:pt>
                <c:pt idx="393">
                  <c:v>19.201718285825045</c:v>
                </c:pt>
                <c:pt idx="394">
                  <c:v>19.255621539977945</c:v>
                </c:pt>
                <c:pt idx="395">
                  <c:v>19.302801594408937</c:v>
                </c:pt>
                <c:pt idx="396">
                  <c:v>19.309943225060323</c:v>
                </c:pt>
                <c:pt idx="397">
                  <c:v>19.296701844532016</c:v>
                </c:pt>
                <c:pt idx="398">
                  <c:v>19.275253587415737</c:v>
                </c:pt>
                <c:pt idx="399">
                  <c:v>19.256462336101801</c:v>
                </c:pt>
                <c:pt idx="400">
                  <c:v>19.232195025183231</c:v>
                </c:pt>
                <c:pt idx="401">
                  <c:v>19.219986848189571</c:v>
                </c:pt>
                <c:pt idx="402">
                  <c:v>19.202835420344293</c:v>
                </c:pt>
                <c:pt idx="403">
                  <c:v>19.181709893163724</c:v>
                </c:pt>
                <c:pt idx="404">
                  <c:v>19.165499934909771</c:v>
                </c:pt>
                <c:pt idx="405">
                  <c:v>19.153194057004352</c:v>
                </c:pt>
                <c:pt idx="406">
                  <c:v>19.120515998076232</c:v>
                </c:pt>
                <c:pt idx="407">
                  <c:v>19.080505414685071</c:v>
                </c:pt>
                <c:pt idx="408">
                  <c:v>19.061152093522896</c:v>
                </c:pt>
                <c:pt idx="409">
                  <c:v>19.053336228223735</c:v>
                </c:pt>
                <c:pt idx="410">
                  <c:v>19.045364831050861</c:v>
                </c:pt>
                <c:pt idx="411">
                  <c:v>19.035694536328958</c:v>
                </c:pt>
                <c:pt idx="412">
                  <c:v>19.025620476742855</c:v>
                </c:pt>
                <c:pt idx="413">
                  <c:v>19.018830957336043</c:v>
                </c:pt>
                <c:pt idx="414">
                  <c:v>19.010732307184519</c:v>
                </c:pt>
                <c:pt idx="415">
                  <c:v>19.006409517229415</c:v>
                </c:pt>
                <c:pt idx="416">
                  <c:v>19.007408633364019</c:v>
                </c:pt>
                <c:pt idx="417">
                  <c:v>19.015247940324894</c:v>
                </c:pt>
                <c:pt idx="418">
                  <c:v>19.012239091026562</c:v>
                </c:pt>
                <c:pt idx="419">
                  <c:v>19.017836074634403</c:v>
                </c:pt>
                <c:pt idx="420">
                  <c:v>19.015481678008133</c:v>
                </c:pt>
                <c:pt idx="421">
                  <c:v>19.004141262562655</c:v>
                </c:pt>
                <c:pt idx="422">
                  <c:v>19.002071765285372</c:v>
                </c:pt>
                <c:pt idx="423">
                  <c:v>18.998632344332723</c:v>
                </c:pt>
                <c:pt idx="424">
                  <c:v>19.010852589137546</c:v>
                </c:pt>
                <c:pt idx="425">
                  <c:v>19.002193890571284</c:v>
                </c:pt>
                <c:pt idx="426">
                  <c:v>19.002587254905677</c:v>
                </c:pt>
                <c:pt idx="427">
                  <c:v>19.002246004213028</c:v>
                </c:pt>
                <c:pt idx="428">
                  <c:v>18.995864882677161</c:v>
                </c:pt>
                <c:pt idx="429">
                  <c:v>18.991643951933249</c:v>
                </c:pt>
                <c:pt idx="430">
                  <c:v>19.016257388003062</c:v>
                </c:pt>
                <c:pt idx="431">
                  <c:v>19.039605804907321</c:v>
                </c:pt>
                <c:pt idx="432">
                  <c:v>19.029313770652813</c:v>
                </c:pt>
                <c:pt idx="433">
                  <c:v>19.052796053652532</c:v>
                </c:pt>
                <c:pt idx="434">
                  <c:v>19.098704542738314</c:v>
                </c:pt>
                <c:pt idx="435">
                  <c:v>19.228526760301587</c:v>
                </c:pt>
                <c:pt idx="436">
                  <c:v>19.152235560788807</c:v>
                </c:pt>
                <c:pt idx="437">
                  <c:v>19.102041914084573</c:v>
                </c:pt>
                <c:pt idx="438">
                  <c:v>19.121149349154557</c:v>
                </c:pt>
                <c:pt idx="439">
                  <c:v>19.0980006699616</c:v>
                </c:pt>
                <c:pt idx="440">
                  <c:v>19.098565936400071</c:v>
                </c:pt>
                <c:pt idx="441">
                  <c:v>19.085409208138262</c:v>
                </c:pt>
                <c:pt idx="442">
                  <c:v>19.107216193714113</c:v>
                </c:pt>
                <c:pt idx="443">
                  <c:v>19.169163096175552</c:v>
                </c:pt>
                <c:pt idx="444">
                  <c:v>19.172208555994512</c:v>
                </c:pt>
                <c:pt idx="445">
                  <c:v>19.189277397062362</c:v>
                </c:pt>
                <c:pt idx="446">
                  <c:v>19.184923870662701</c:v>
                </c:pt>
                <c:pt idx="447">
                  <c:v>19.191479011702164</c:v>
                </c:pt>
                <c:pt idx="448">
                  <c:v>19.172048125414573</c:v>
                </c:pt>
                <c:pt idx="449">
                  <c:v>19.180535241877294</c:v>
                </c:pt>
                <c:pt idx="450">
                  <c:v>19.199345574376011</c:v>
                </c:pt>
                <c:pt idx="451">
                  <c:v>19.1985942827787</c:v>
                </c:pt>
                <c:pt idx="452">
                  <c:v>19.188915029407756</c:v>
                </c:pt>
                <c:pt idx="453">
                  <c:v>19.212158972453938</c:v>
                </c:pt>
                <c:pt idx="454">
                  <c:v>19.234802502961845</c:v>
                </c:pt>
                <c:pt idx="455">
                  <c:v>19.23994056549725</c:v>
                </c:pt>
                <c:pt idx="456">
                  <c:v>19.233771047989379</c:v>
                </c:pt>
                <c:pt idx="457">
                  <c:v>19.212867161993533</c:v>
                </c:pt>
                <c:pt idx="458">
                  <c:v>19.206953131277064</c:v>
                </c:pt>
                <c:pt idx="459">
                  <c:v>19.2052505562832</c:v>
                </c:pt>
                <c:pt idx="460">
                  <c:v>19.197601383602283</c:v>
                </c:pt>
                <c:pt idx="461">
                  <c:v>19.194545093626324</c:v>
                </c:pt>
                <c:pt idx="462">
                  <c:v>19.208025131035065</c:v>
                </c:pt>
                <c:pt idx="463">
                  <c:v>19.230903471586608</c:v>
                </c:pt>
                <c:pt idx="464">
                  <c:v>19.226206068577387</c:v>
                </c:pt>
                <c:pt idx="465">
                  <c:v>19.221850400189055</c:v>
                </c:pt>
                <c:pt idx="466">
                  <c:v>19.20829209276577</c:v>
                </c:pt>
                <c:pt idx="467">
                  <c:v>19.206974026595105</c:v>
                </c:pt>
                <c:pt idx="468">
                  <c:v>19.223097212450917</c:v>
                </c:pt>
                <c:pt idx="469">
                  <c:v>19.224781165257571</c:v>
                </c:pt>
                <c:pt idx="470">
                  <c:v>19.227848930172829</c:v>
                </c:pt>
                <c:pt idx="471">
                  <c:v>19.234042206269311</c:v>
                </c:pt>
                <c:pt idx="472">
                  <c:v>19.233385599314005</c:v>
                </c:pt>
                <c:pt idx="473">
                  <c:v>19.241340770376279</c:v>
                </c:pt>
                <c:pt idx="474">
                  <c:v>19.250392049497599</c:v>
                </c:pt>
                <c:pt idx="475">
                  <c:v>19.249711902523952</c:v>
                </c:pt>
                <c:pt idx="476">
                  <c:v>19.239626939013384</c:v>
                </c:pt>
                <c:pt idx="477">
                  <c:v>19.240296507185846</c:v>
                </c:pt>
                <c:pt idx="478">
                  <c:v>19.256527317043787</c:v>
                </c:pt>
                <c:pt idx="479">
                  <c:v>19.257645719270617</c:v>
                </c:pt>
                <c:pt idx="480">
                  <c:v>19.266722330686505</c:v>
                </c:pt>
                <c:pt idx="481">
                  <c:v>19.266094662435261</c:v>
                </c:pt>
                <c:pt idx="482">
                  <c:v>19.277360735983809</c:v>
                </c:pt>
                <c:pt idx="483">
                  <c:v>19.290026883269224</c:v>
                </c:pt>
                <c:pt idx="484">
                  <c:v>19.281426733190131</c:v>
                </c:pt>
                <c:pt idx="485">
                  <c:v>19.283612916768703</c:v>
                </c:pt>
                <c:pt idx="486">
                  <c:v>19.280841030431191</c:v>
                </c:pt>
                <c:pt idx="487">
                  <c:v>19.289253953214946</c:v>
                </c:pt>
                <c:pt idx="488">
                  <c:v>19.291015017613702</c:v>
                </c:pt>
                <c:pt idx="489">
                  <c:v>19.2887728800454</c:v>
                </c:pt>
                <c:pt idx="490">
                  <c:v>19.285712437234267</c:v>
                </c:pt>
                <c:pt idx="491">
                  <c:v>19.30151087137935</c:v>
                </c:pt>
                <c:pt idx="492">
                  <c:v>19.312932807389146</c:v>
                </c:pt>
                <c:pt idx="493">
                  <c:v>19.313030726871176</c:v>
                </c:pt>
                <c:pt idx="494">
                  <c:v>19.305283875135522</c:v>
                </c:pt>
                <c:pt idx="495">
                  <c:v>19.302517125199412</c:v>
                </c:pt>
                <c:pt idx="496">
                  <c:v>19.302693839264645</c:v>
                </c:pt>
                <c:pt idx="497">
                  <c:v>19.300571434491562</c:v>
                </c:pt>
                <c:pt idx="498">
                  <c:v>19.290885121300818</c:v>
                </c:pt>
                <c:pt idx="499">
                  <c:v>19.286161380573773</c:v>
                </c:pt>
                <c:pt idx="500">
                  <c:v>19.291649548971499</c:v>
                </c:pt>
                <c:pt idx="501">
                  <c:v>19.286579833360275</c:v>
                </c:pt>
                <c:pt idx="502">
                  <c:v>19.290541332119364</c:v>
                </c:pt>
                <c:pt idx="503">
                  <c:v>19.291662532045681</c:v>
                </c:pt>
                <c:pt idx="504">
                  <c:v>19.295578721187301</c:v>
                </c:pt>
                <c:pt idx="505">
                  <c:v>19.291038579489069</c:v>
                </c:pt>
                <c:pt idx="506">
                  <c:v>19.294095284748543</c:v>
                </c:pt>
                <c:pt idx="507">
                  <c:v>19.302411162331353</c:v>
                </c:pt>
                <c:pt idx="508">
                  <c:v>19.315615254771192</c:v>
                </c:pt>
                <c:pt idx="509">
                  <c:v>19.345489723743789</c:v>
                </c:pt>
                <c:pt idx="510">
                  <c:v>19.386446142667463</c:v>
                </c:pt>
                <c:pt idx="511">
                  <c:v>19.409417047729363</c:v>
                </c:pt>
                <c:pt idx="512">
                  <c:v>19.423338837515647</c:v>
                </c:pt>
                <c:pt idx="513">
                  <c:v>19.444202200582989</c:v>
                </c:pt>
                <c:pt idx="514">
                  <c:v>19.463715892218278</c:v>
                </c:pt>
                <c:pt idx="515">
                  <c:v>19.491481748201974</c:v>
                </c:pt>
                <c:pt idx="516">
                  <c:v>19.499156100178276</c:v>
                </c:pt>
                <c:pt idx="517">
                  <c:v>19.518814529047944</c:v>
                </c:pt>
                <c:pt idx="518">
                  <c:v>19.495656658975033</c:v>
                </c:pt>
                <c:pt idx="519">
                  <c:v>19.448378991060387</c:v>
                </c:pt>
                <c:pt idx="520">
                  <c:v>19.435425161582444</c:v>
                </c:pt>
                <c:pt idx="521">
                  <c:v>19.434074528441194</c:v>
                </c:pt>
                <c:pt idx="522">
                  <c:v>19.428100653184146</c:v>
                </c:pt>
                <c:pt idx="523">
                  <c:v>19.439775933996675</c:v>
                </c:pt>
                <c:pt idx="524">
                  <c:v>19.469016090181746</c:v>
                </c:pt>
                <c:pt idx="525">
                  <c:v>19.48763473655157</c:v>
                </c:pt>
                <c:pt idx="526">
                  <c:v>19.461396555629761</c:v>
                </c:pt>
                <c:pt idx="527">
                  <c:v>19.452695098229416</c:v>
                </c:pt>
                <c:pt idx="528">
                  <c:v>19.465189755279106</c:v>
                </c:pt>
                <c:pt idx="529">
                  <c:v>19.460123208936832</c:v>
                </c:pt>
                <c:pt idx="530">
                  <c:v>19.45285461081421</c:v>
                </c:pt>
                <c:pt idx="531">
                  <c:v>19.445169636322674</c:v>
                </c:pt>
                <c:pt idx="532">
                  <c:v>19.449926118876526</c:v>
                </c:pt>
                <c:pt idx="533">
                  <c:v>19.44442374341109</c:v>
                </c:pt>
                <c:pt idx="534">
                  <c:v>19.443407304216336</c:v>
                </c:pt>
                <c:pt idx="535">
                  <c:v>19.460998888876162</c:v>
                </c:pt>
                <c:pt idx="536">
                  <c:v>19.475939128703704</c:v>
                </c:pt>
                <c:pt idx="537">
                  <c:v>19.473052514830211</c:v>
                </c:pt>
                <c:pt idx="538">
                  <c:v>19.502406677269366</c:v>
                </c:pt>
                <c:pt idx="539">
                  <c:v>19.526683583422894</c:v>
                </c:pt>
                <c:pt idx="540">
                  <c:v>19.537364282067909</c:v>
                </c:pt>
                <c:pt idx="541">
                  <c:v>19.552487640069664</c:v>
                </c:pt>
                <c:pt idx="542">
                  <c:v>19.592425193668561</c:v>
                </c:pt>
                <c:pt idx="543">
                  <c:v>19.638756364875618</c:v>
                </c:pt>
                <c:pt idx="544">
                  <c:v>19.64194880227425</c:v>
                </c:pt>
                <c:pt idx="545">
                  <c:v>19.711275533269937</c:v>
                </c:pt>
                <c:pt idx="546">
                  <c:v>19.755500124191631</c:v>
                </c:pt>
                <c:pt idx="547">
                  <c:v>19.76825203845193</c:v>
                </c:pt>
                <c:pt idx="548">
                  <c:v>19.778355055866999</c:v>
                </c:pt>
                <c:pt idx="549">
                  <c:v>19.798389906459793</c:v>
                </c:pt>
                <c:pt idx="550">
                  <c:v>19.829951191509611</c:v>
                </c:pt>
                <c:pt idx="551">
                  <c:v>19.83326506655159</c:v>
                </c:pt>
                <c:pt idx="552">
                  <c:v>19.85396830503737</c:v>
                </c:pt>
                <c:pt idx="553">
                  <c:v>19.872880141570587</c:v>
                </c:pt>
                <c:pt idx="554">
                  <c:v>19.802173445303094</c:v>
                </c:pt>
                <c:pt idx="555">
                  <c:v>19.751509905298747</c:v>
                </c:pt>
                <c:pt idx="556">
                  <c:v>19.714639023763748</c:v>
                </c:pt>
                <c:pt idx="557">
                  <c:v>19.662124849263012</c:v>
                </c:pt>
                <c:pt idx="558">
                  <c:v>19.633710844993548</c:v>
                </c:pt>
                <c:pt idx="559">
                  <c:v>19.570241185301342</c:v>
                </c:pt>
                <c:pt idx="560">
                  <c:v>19.552879798852402</c:v>
                </c:pt>
                <c:pt idx="561">
                  <c:v>19.492981927123601</c:v>
                </c:pt>
                <c:pt idx="562">
                  <c:v>19.455490087444719</c:v>
                </c:pt>
                <c:pt idx="563">
                  <c:v>19.471194798656999</c:v>
                </c:pt>
                <c:pt idx="564">
                  <c:v>19.467544893678241</c:v>
                </c:pt>
                <c:pt idx="565">
                  <c:v>19.401970227406633</c:v>
                </c:pt>
                <c:pt idx="566">
                  <c:v>19.379313976108872</c:v>
                </c:pt>
                <c:pt idx="567">
                  <c:v>19.373928404597006</c:v>
                </c:pt>
                <c:pt idx="568">
                  <c:v>19.36160829776685</c:v>
                </c:pt>
                <c:pt idx="569">
                  <c:v>19.363006819654785</c:v>
                </c:pt>
                <c:pt idx="570">
                  <c:v>19.384914533340666</c:v>
                </c:pt>
                <c:pt idx="571">
                  <c:v>19.348259424378575</c:v>
                </c:pt>
                <c:pt idx="572">
                  <c:v>19.281295525455612</c:v>
                </c:pt>
                <c:pt idx="573">
                  <c:v>19.327179654884535</c:v>
                </c:pt>
                <c:pt idx="574">
                  <c:v>19.341721288106307</c:v>
                </c:pt>
                <c:pt idx="575">
                  <c:v>19.298338957729296</c:v>
                </c:pt>
                <c:pt idx="576">
                  <c:v>19.331982299479915</c:v>
                </c:pt>
                <c:pt idx="577">
                  <c:v>19.26189114081355</c:v>
                </c:pt>
                <c:pt idx="578">
                  <c:v>19.208138809433738</c:v>
                </c:pt>
                <c:pt idx="579">
                  <c:v>19.099425704423574</c:v>
                </c:pt>
                <c:pt idx="580">
                  <c:v>19.068877503514827</c:v>
                </c:pt>
                <c:pt idx="581">
                  <c:v>19.097498592188874</c:v>
                </c:pt>
                <c:pt idx="582">
                  <c:v>19.029148815668236</c:v>
                </c:pt>
                <c:pt idx="583">
                  <c:v>19.063135017676654</c:v>
                </c:pt>
                <c:pt idx="584">
                  <c:v>19.027041311923472</c:v>
                </c:pt>
                <c:pt idx="585">
                  <c:v>19.073473238561846</c:v>
                </c:pt>
                <c:pt idx="586">
                  <c:v>19.314233060082607</c:v>
                </c:pt>
                <c:pt idx="587">
                  <c:v>19.298521048623233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77BE-418F-8705-C8EC33B01BAD}"/>
            </c:ext>
          </c:extLst>
        </c:ser>
        <c:ser>
          <c:idx val="13"/>
          <c:order val="13"/>
          <c:tx>
            <c:strRef>
              <c:f>Sheet2!$O$1</c:f>
              <c:strCache>
                <c:ptCount val="1"/>
                <c:pt idx="0">
                  <c:v>S14_z_o_faint/O-PTIR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Sheet2!$O$2:$O$589</c:f>
              <c:numCache>
                <c:formatCode>General</c:formatCode>
                <c:ptCount val="588"/>
                <c:pt idx="0">
                  <c:v>20.928489530473161</c:v>
                </c:pt>
                <c:pt idx="1">
                  <c:v>21.091466808469619</c:v>
                </c:pt>
                <c:pt idx="2">
                  <c:v>21.284609375336942</c:v>
                </c:pt>
                <c:pt idx="3">
                  <c:v>21.42596882332186</c:v>
                </c:pt>
                <c:pt idx="4">
                  <c:v>21.474967015544046</c:v>
                </c:pt>
                <c:pt idx="5">
                  <c:v>21.502227987953432</c:v>
                </c:pt>
                <c:pt idx="6">
                  <c:v>21.514464553788706</c:v>
                </c:pt>
                <c:pt idx="7">
                  <c:v>21.519408346457372</c:v>
                </c:pt>
                <c:pt idx="8">
                  <c:v>21.586752936604451</c:v>
                </c:pt>
                <c:pt idx="9">
                  <c:v>21.603002654958754</c:v>
                </c:pt>
                <c:pt idx="10">
                  <c:v>21.624116087101111</c:v>
                </c:pt>
                <c:pt idx="11">
                  <c:v>21.656852962936068</c:v>
                </c:pt>
                <c:pt idx="12">
                  <c:v>21.666597874983928</c:v>
                </c:pt>
                <c:pt idx="13">
                  <c:v>21.656324931889241</c:v>
                </c:pt>
                <c:pt idx="14">
                  <c:v>21.677859739800756</c:v>
                </c:pt>
                <c:pt idx="15">
                  <c:v>21.705716932696792</c:v>
                </c:pt>
                <c:pt idx="16">
                  <c:v>21.712612575228398</c:v>
                </c:pt>
                <c:pt idx="17">
                  <c:v>21.735001324740143</c:v>
                </c:pt>
                <c:pt idx="18">
                  <c:v>21.751264447856116</c:v>
                </c:pt>
                <c:pt idx="19">
                  <c:v>21.756213602429451</c:v>
                </c:pt>
                <c:pt idx="20">
                  <c:v>21.774144511024019</c:v>
                </c:pt>
                <c:pt idx="21">
                  <c:v>21.788708842864835</c:v>
                </c:pt>
                <c:pt idx="22">
                  <c:v>21.806884534063894</c:v>
                </c:pt>
                <c:pt idx="23">
                  <c:v>21.84095524196702</c:v>
                </c:pt>
                <c:pt idx="24">
                  <c:v>21.869926545402919</c:v>
                </c:pt>
                <c:pt idx="25">
                  <c:v>21.875628115077198</c:v>
                </c:pt>
                <c:pt idx="26">
                  <c:v>21.896102198369256</c:v>
                </c:pt>
                <c:pt idx="27">
                  <c:v>21.923799233504074</c:v>
                </c:pt>
                <c:pt idx="28">
                  <c:v>21.926922309847924</c:v>
                </c:pt>
                <c:pt idx="29">
                  <c:v>21.952760046256916</c:v>
                </c:pt>
                <c:pt idx="30">
                  <c:v>21.989053263645669</c:v>
                </c:pt>
                <c:pt idx="31">
                  <c:v>22.00910037613761</c:v>
                </c:pt>
                <c:pt idx="32">
                  <c:v>22.038704151198246</c:v>
                </c:pt>
                <c:pt idx="33">
                  <c:v>22.093559116922279</c:v>
                </c:pt>
                <c:pt idx="34">
                  <c:v>22.132619426810059</c:v>
                </c:pt>
                <c:pt idx="35">
                  <c:v>22.178691476121859</c:v>
                </c:pt>
                <c:pt idx="36">
                  <c:v>22.239162454171741</c:v>
                </c:pt>
                <c:pt idx="37">
                  <c:v>22.326986722641845</c:v>
                </c:pt>
                <c:pt idx="38">
                  <c:v>22.406791563299439</c:v>
                </c:pt>
                <c:pt idx="39">
                  <c:v>22.473979842269078</c:v>
                </c:pt>
                <c:pt idx="40">
                  <c:v>22.554317726188742</c:v>
                </c:pt>
                <c:pt idx="41">
                  <c:v>22.654061042487157</c:v>
                </c:pt>
                <c:pt idx="42">
                  <c:v>22.748367154324121</c:v>
                </c:pt>
                <c:pt idx="43">
                  <c:v>22.835156575192958</c:v>
                </c:pt>
                <c:pt idx="44">
                  <c:v>22.942758345600637</c:v>
                </c:pt>
                <c:pt idx="45">
                  <c:v>23.03745564335221</c:v>
                </c:pt>
                <c:pt idx="46">
                  <c:v>23.115839695835472</c:v>
                </c:pt>
                <c:pt idx="47">
                  <c:v>23.217489985185988</c:v>
                </c:pt>
                <c:pt idx="48">
                  <c:v>23.313001126815923</c:v>
                </c:pt>
                <c:pt idx="49">
                  <c:v>23.392209980113158</c:v>
                </c:pt>
                <c:pt idx="50">
                  <c:v>23.464486590051269</c:v>
                </c:pt>
                <c:pt idx="51">
                  <c:v>23.533291716405135</c:v>
                </c:pt>
                <c:pt idx="52">
                  <c:v>23.601869777752544</c:v>
                </c:pt>
                <c:pt idx="53">
                  <c:v>23.663230482288167</c:v>
                </c:pt>
                <c:pt idx="54">
                  <c:v>23.729632076592249</c:v>
                </c:pt>
                <c:pt idx="55">
                  <c:v>23.782628442969326</c:v>
                </c:pt>
                <c:pt idx="56">
                  <c:v>23.843103034476698</c:v>
                </c:pt>
                <c:pt idx="57">
                  <c:v>23.903726127430797</c:v>
                </c:pt>
                <c:pt idx="58">
                  <c:v>23.967323678718866</c:v>
                </c:pt>
                <c:pt idx="59">
                  <c:v>24.024194370909292</c:v>
                </c:pt>
                <c:pt idx="60">
                  <c:v>24.085763024095591</c:v>
                </c:pt>
                <c:pt idx="61">
                  <c:v>24.141978864537421</c:v>
                </c:pt>
                <c:pt idx="62">
                  <c:v>24.19358626447875</c:v>
                </c:pt>
                <c:pt idx="63">
                  <c:v>24.235089737885627</c:v>
                </c:pt>
                <c:pt idx="64">
                  <c:v>24.281169014112415</c:v>
                </c:pt>
                <c:pt idx="65">
                  <c:v>24.324162164512327</c:v>
                </c:pt>
                <c:pt idx="66">
                  <c:v>24.364569944356251</c:v>
                </c:pt>
                <c:pt idx="67">
                  <c:v>24.403439556938824</c:v>
                </c:pt>
                <c:pt idx="68">
                  <c:v>24.442242961655044</c:v>
                </c:pt>
                <c:pt idx="69">
                  <c:v>24.464191801857577</c:v>
                </c:pt>
                <c:pt idx="70">
                  <c:v>24.4909593624742</c:v>
                </c:pt>
                <c:pt idx="71">
                  <c:v>24.513269548426223</c:v>
                </c:pt>
                <c:pt idx="72">
                  <c:v>24.523433388417189</c:v>
                </c:pt>
                <c:pt idx="73">
                  <c:v>24.555051840875919</c:v>
                </c:pt>
                <c:pt idx="74">
                  <c:v>24.560016964600116</c:v>
                </c:pt>
                <c:pt idx="75">
                  <c:v>24.565911329716226</c:v>
                </c:pt>
                <c:pt idx="76">
                  <c:v>24.571341773515243</c:v>
                </c:pt>
                <c:pt idx="77">
                  <c:v>24.578053479404051</c:v>
                </c:pt>
                <c:pt idx="78">
                  <c:v>24.602743884776871</c:v>
                </c:pt>
                <c:pt idx="79">
                  <c:v>24.598488397479393</c:v>
                </c:pt>
                <c:pt idx="80">
                  <c:v>24.581289272309107</c:v>
                </c:pt>
                <c:pt idx="81">
                  <c:v>24.574277766011384</c:v>
                </c:pt>
                <c:pt idx="82">
                  <c:v>24.558415853240476</c:v>
                </c:pt>
                <c:pt idx="83">
                  <c:v>24.508446165486333</c:v>
                </c:pt>
                <c:pt idx="84">
                  <c:v>24.466892803053391</c:v>
                </c:pt>
                <c:pt idx="85">
                  <c:v>24.452491193362988</c:v>
                </c:pt>
                <c:pt idx="86">
                  <c:v>24.420069387708949</c:v>
                </c:pt>
                <c:pt idx="87">
                  <c:v>24.366307201469255</c:v>
                </c:pt>
                <c:pt idx="88">
                  <c:v>24.324380370719755</c:v>
                </c:pt>
                <c:pt idx="89">
                  <c:v>24.301542619973489</c:v>
                </c:pt>
                <c:pt idx="90">
                  <c:v>24.277260185608164</c:v>
                </c:pt>
                <c:pt idx="91">
                  <c:v>24.209604138737653</c:v>
                </c:pt>
                <c:pt idx="92">
                  <c:v>24.152584245721634</c:v>
                </c:pt>
                <c:pt idx="93">
                  <c:v>24.10168135342867</c:v>
                </c:pt>
                <c:pt idx="94">
                  <c:v>24.055251222135432</c:v>
                </c:pt>
                <c:pt idx="95">
                  <c:v>24.013768030715791</c:v>
                </c:pt>
                <c:pt idx="96">
                  <c:v>23.980247500857036</c:v>
                </c:pt>
                <c:pt idx="97">
                  <c:v>23.927451856215633</c:v>
                </c:pt>
                <c:pt idx="98">
                  <c:v>23.868633626998633</c:v>
                </c:pt>
                <c:pt idx="99">
                  <c:v>23.8361278958802</c:v>
                </c:pt>
                <c:pt idx="100">
                  <c:v>23.795044516047895</c:v>
                </c:pt>
                <c:pt idx="101">
                  <c:v>23.75408492627556</c:v>
                </c:pt>
                <c:pt idx="102">
                  <c:v>23.716531544726273</c:v>
                </c:pt>
                <c:pt idx="103">
                  <c:v>23.687144343989029</c:v>
                </c:pt>
                <c:pt idx="104">
                  <c:v>23.639468152675807</c:v>
                </c:pt>
                <c:pt idx="105">
                  <c:v>23.591719692212685</c:v>
                </c:pt>
                <c:pt idx="106">
                  <c:v>23.547138252399076</c:v>
                </c:pt>
                <c:pt idx="107">
                  <c:v>23.500593889223754</c:v>
                </c:pt>
                <c:pt idx="108">
                  <c:v>23.438482751160645</c:v>
                </c:pt>
                <c:pt idx="109">
                  <c:v>23.370127092293885</c:v>
                </c:pt>
                <c:pt idx="110">
                  <c:v>23.310750991864943</c:v>
                </c:pt>
                <c:pt idx="111">
                  <c:v>23.259694935599452</c:v>
                </c:pt>
                <c:pt idx="112">
                  <c:v>23.221324912656325</c:v>
                </c:pt>
                <c:pt idx="113">
                  <c:v>23.183148384533883</c:v>
                </c:pt>
                <c:pt idx="114">
                  <c:v>23.1498940848983</c:v>
                </c:pt>
                <c:pt idx="115">
                  <c:v>23.100458256348233</c:v>
                </c:pt>
                <c:pt idx="116">
                  <c:v>23.062887390327191</c:v>
                </c:pt>
                <c:pt idx="117">
                  <c:v>23.045405482967148</c:v>
                </c:pt>
                <c:pt idx="118">
                  <c:v>23.027034665063386</c:v>
                </c:pt>
                <c:pt idx="119">
                  <c:v>23.006804898123228</c:v>
                </c:pt>
                <c:pt idx="120">
                  <c:v>22.992225179947265</c:v>
                </c:pt>
                <c:pt idx="121">
                  <c:v>22.971503749661533</c:v>
                </c:pt>
                <c:pt idx="122">
                  <c:v>22.953179790142048</c:v>
                </c:pt>
                <c:pt idx="123">
                  <c:v>22.929716561559733</c:v>
                </c:pt>
                <c:pt idx="124">
                  <c:v>22.900159878009671</c:v>
                </c:pt>
                <c:pt idx="125">
                  <c:v>22.883363128815915</c:v>
                </c:pt>
                <c:pt idx="126">
                  <c:v>22.869316570465166</c:v>
                </c:pt>
                <c:pt idx="127">
                  <c:v>22.850544075963732</c:v>
                </c:pt>
                <c:pt idx="128">
                  <c:v>22.830158813788163</c:v>
                </c:pt>
                <c:pt idx="129">
                  <c:v>22.814247944496355</c:v>
                </c:pt>
                <c:pt idx="130">
                  <c:v>22.800820569571815</c:v>
                </c:pt>
                <c:pt idx="131">
                  <c:v>22.79521947732853</c:v>
                </c:pt>
                <c:pt idx="132">
                  <c:v>22.787769693605611</c:v>
                </c:pt>
                <c:pt idx="133">
                  <c:v>22.76299093336889</c:v>
                </c:pt>
                <c:pt idx="134">
                  <c:v>22.747738878972605</c:v>
                </c:pt>
                <c:pt idx="135">
                  <c:v>22.738504746626109</c:v>
                </c:pt>
                <c:pt idx="136">
                  <c:v>22.717866076173316</c:v>
                </c:pt>
                <c:pt idx="137">
                  <c:v>22.699433712928993</c:v>
                </c:pt>
                <c:pt idx="138">
                  <c:v>22.671900332449741</c:v>
                </c:pt>
                <c:pt idx="139">
                  <c:v>22.482739329489153</c:v>
                </c:pt>
                <c:pt idx="140">
                  <c:v>22.313222946480845</c:v>
                </c:pt>
                <c:pt idx="141">
                  <c:v>22.160442117015172</c:v>
                </c:pt>
                <c:pt idx="142">
                  <c:v>22.162377181785235</c:v>
                </c:pt>
                <c:pt idx="143">
                  <c:v>22.164541526261498</c:v>
                </c:pt>
                <c:pt idx="144">
                  <c:v>22.153551719825092</c:v>
                </c:pt>
                <c:pt idx="145">
                  <c:v>22.158685976672686</c:v>
                </c:pt>
                <c:pt idx="146">
                  <c:v>22.149016480979636</c:v>
                </c:pt>
                <c:pt idx="147">
                  <c:v>22.127614438490276</c:v>
                </c:pt>
                <c:pt idx="148">
                  <c:v>22.116640717767872</c:v>
                </c:pt>
                <c:pt idx="149">
                  <c:v>22.11576113227574</c:v>
                </c:pt>
                <c:pt idx="150">
                  <c:v>22.1042738343365</c:v>
                </c:pt>
                <c:pt idx="151">
                  <c:v>22.094892948990452</c:v>
                </c:pt>
                <c:pt idx="152">
                  <c:v>22.085588295941239</c:v>
                </c:pt>
                <c:pt idx="153">
                  <c:v>22.079370234971485</c:v>
                </c:pt>
                <c:pt idx="154">
                  <c:v>22.072580431775531</c:v>
                </c:pt>
                <c:pt idx="155">
                  <c:v>22.0645640346048</c:v>
                </c:pt>
                <c:pt idx="156">
                  <c:v>22.057244451914848</c:v>
                </c:pt>
                <c:pt idx="157">
                  <c:v>22.036518242540165</c:v>
                </c:pt>
                <c:pt idx="158">
                  <c:v>22.020885842601754</c:v>
                </c:pt>
                <c:pt idx="159">
                  <c:v>21.993441749491584</c:v>
                </c:pt>
                <c:pt idx="160">
                  <c:v>21.952103329498019</c:v>
                </c:pt>
                <c:pt idx="161">
                  <c:v>21.912789727896161</c:v>
                </c:pt>
                <c:pt idx="162">
                  <c:v>21.883401244964329</c:v>
                </c:pt>
                <c:pt idx="163">
                  <c:v>21.843133457457544</c:v>
                </c:pt>
                <c:pt idx="164">
                  <c:v>21.804226194979137</c:v>
                </c:pt>
                <c:pt idx="165">
                  <c:v>21.772704723057046</c:v>
                </c:pt>
                <c:pt idx="166">
                  <c:v>21.740858739339277</c:v>
                </c:pt>
                <c:pt idx="167">
                  <c:v>21.712309277925119</c:v>
                </c:pt>
                <c:pt idx="168">
                  <c:v>21.691067859449557</c:v>
                </c:pt>
                <c:pt idx="169">
                  <c:v>21.660989555825644</c:v>
                </c:pt>
                <c:pt idx="170">
                  <c:v>21.636291340722117</c:v>
                </c:pt>
                <c:pt idx="171">
                  <c:v>21.618065527370717</c:v>
                </c:pt>
                <c:pt idx="172">
                  <c:v>21.602612984365035</c:v>
                </c:pt>
                <c:pt idx="173">
                  <c:v>21.594536324048342</c:v>
                </c:pt>
                <c:pt idx="174">
                  <c:v>21.585025354232485</c:v>
                </c:pt>
                <c:pt idx="175">
                  <c:v>21.574942642190425</c:v>
                </c:pt>
                <c:pt idx="176">
                  <c:v>21.578030516464487</c:v>
                </c:pt>
                <c:pt idx="177">
                  <c:v>21.583859955908824</c:v>
                </c:pt>
                <c:pt idx="178">
                  <c:v>21.575964085030016</c:v>
                </c:pt>
                <c:pt idx="179">
                  <c:v>21.575705431411272</c:v>
                </c:pt>
                <c:pt idx="180">
                  <c:v>21.577336849188622</c:v>
                </c:pt>
                <c:pt idx="181">
                  <c:v>21.576885167001766</c:v>
                </c:pt>
                <c:pt idx="182">
                  <c:v>21.583470984693978</c:v>
                </c:pt>
                <c:pt idx="183">
                  <c:v>21.605439757194308</c:v>
                </c:pt>
                <c:pt idx="184">
                  <c:v>21.617961436482236</c:v>
                </c:pt>
                <c:pt idx="185">
                  <c:v>21.625987974646584</c:v>
                </c:pt>
                <c:pt idx="186">
                  <c:v>21.631869750943025</c:v>
                </c:pt>
                <c:pt idx="187">
                  <c:v>21.626579765733723</c:v>
                </c:pt>
                <c:pt idx="188">
                  <c:v>21.618555209142841</c:v>
                </c:pt>
                <c:pt idx="189">
                  <c:v>21.60220769430989</c:v>
                </c:pt>
                <c:pt idx="190">
                  <c:v>21.589673775891736</c:v>
                </c:pt>
                <c:pt idx="191">
                  <c:v>21.583876857564849</c:v>
                </c:pt>
                <c:pt idx="192">
                  <c:v>21.581616814746543</c:v>
                </c:pt>
                <c:pt idx="193">
                  <c:v>21.592079056388705</c:v>
                </c:pt>
                <c:pt idx="194">
                  <c:v>21.605953450974301</c:v>
                </c:pt>
                <c:pt idx="195">
                  <c:v>21.625930159326668</c:v>
                </c:pt>
                <c:pt idx="196">
                  <c:v>21.651874900702772</c:v>
                </c:pt>
                <c:pt idx="197">
                  <c:v>21.679950183243093</c:v>
                </c:pt>
                <c:pt idx="198">
                  <c:v>21.714747429228979</c:v>
                </c:pt>
                <c:pt idx="199">
                  <c:v>21.751796208923587</c:v>
                </c:pt>
                <c:pt idx="200">
                  <c:v>21.790339677826466</c:v>
                </c:pt>
                <c:pt idx="201">
                  <c:v>21.834216726554875</c:v>
                </c:pt>
                <c:pt idx="202">
                  <c:v>21.907207402319212</c:v>
                </c:pt>
                <c:pt idx="203">
                  <c:v>22.003734741447207</c:v>
                </c:pt>
                <c:pt idx="204">
                  <c:v>22.089241967721097</c:v>
                </c:pt>
                <c:pt idx="205">
                  <c:v>22.16754827258664</c:v>
                </c:pt>
                <c:pt idx="206">
                  <c:v>22.219443117243522</c:v>
                </c:pt>
                <c:pt idx="207">
                  <c:v>22.241315025770362</c:v>
                </c:pt>
                <c:pt idx="208">
                  <c:v>22.22813150094515</c:v>
                </c:pt>
                <c:pt idx="209">
                  <c:v>22.167256748161012</c:v>
                </c:pt>
                <c:pt idx="210">
                  <c:v>22.084771071731684</c:v>
                </c:pt>
                <c:pt idx="211">
                  <c:v>21.985268924580261</c:v>
                </c:pt>
                <c:pt idx="212">
                  <c:v>21.884691482416279</c:v>
                </c:pt>
                <c:pt idx="213">
                  <c:v>21.809383531329434</c:v>
                </c:pt>
                <c:pt idx="214">
                  <c:v>21.765988354642435</c:v>
                </c:pt>
                <c:pt idx="215">
                  <c:v>21.742235583207957</c:v>
                </c:pt>
                <c:pt idx="216">
                  <c:v>21.7310896987204</c:v>
                </c:pt>
                <c:pt idx="217">
                  <c:v>21.742515917571676</c:v>
                </c:pt>
                <c:pt idx="218">
                  <c:v>21.7580289568496</c:v>
                </c:pt>
                <c:pt idx="219">
                  <c:v>21.780278063713649</c:v>
                </c:pt>
                <c:pt idx="220">
                  <c:v>21.827640583603696</c:v>
                </c:pt>
                <c:pt idx="221">
                  <c:v>21.845848912483344</c:v>
                </c:pt>
                <c:pt idx="222">
                  <c:v>21.852280750261016</c:v>
                </c:pt>
                <c:pt idx="223">
                  <c:v>21.847214915979542</c:v>
                </c:pt>
                <c:pt idx="224">
                  <c:v>21.825639777219862</c:v>
                </c:pt>
                <c:pt idx="225">
                  <c:v>21.7902001517419</c:v>
                </c:pt>
                <c:pt idx="226">
                  <c:v>21.778084461887985</c:v>
                </c:pt>
                <c:pt idx="227">
                  <c:v>21.776609355288077</c:v>
                </c:pt>
                <c:pt idx="228">
                  <c:v>21.763976241633532</c:v>
                </c:pt>
                <c:pt idx="229">
                  <c:v>21.744357731825737</c:v>
                </c:pt>
                <c:pt idx="230">
                  <c:v>21.758294604257046</c:v>
                </c:pt>
                <c:pt idx="231">
                  <c:v>21.756919625398691</c:v>
                </c:pt>
                <c:pt idx="232">
                  <c:v>21.786667239380257</c:v>
                </c:pt>
                <c:pt idx="233">
                  <c:v>21.809895826351688</c:v>
                </c:pt>
                <c:pt idx="234">
                  <c:v>21.807136893272805</c:v>
                </c:pt>
                <c:pt idx="235">
                  <c:v>21.810324662162127</c:v>
                </c:pt>
                <c:pt idx="236">
                  <c:v>21.797847043742998</c:v>
                </c:pt>
                <c:pt idx="237">
                  <c:v>21.783159504657927</c:v>
                </c:pt>
                <c:pt idx="238">
                  <c:v>21.757396601788006</c:v>
                </c:pt>
                <c:pt idx="239">
                  <c:v>21.731192274288002</c:v>
                </c:pt>
                <c:pt idx="240">
                  <c:v>21.694862922324301</c:v>
                </c:pt>
                <c:pt idx="241">
                  <c:v>21.6615658440145</c:v>
                </c:pt>
                <c:pt idx="242">
                  <c:v>21.66079874195729</c:v>
                </c:pt>
                <c:pt idx="243">
                  <c:v>21.642868882431031</c:v>
                </c:pt>
                <c:pt idx="244">
                  <c:v>21.62629103882357</c:v>
                </c:pt>
                <c:pt idx="245">
                  <c:v>21.608956467278801</c:v>
                </c:pt>
                <c:pt idx="246">
                  <c:v>21.588682522906698</c:v>
                </c:pt>
                <c:pt idx="247">
                  <c:v>21.578298728261121</c:v>
                </c:pt>
                <c:pt idx="248">
                  <c:v>21.587157294154441</c:v>
                </c:pt>
                <c:pt idx="249">
                  <c:v>21.59512858138806</c:v>
                </c:pt>
                <c:pt idx="250">
                  <c:v>21.59504314060278</c:v>
                </c:pt>
                <c:pt idx="251">
                  <c:v>21.630041458013782</c:v>
                </c:pt>
                <c:pt idx="252">
                  <c:v>21.65534754991846</c:v>
                </c:pt>
                <c:pt idx="253">
                  <c:v>21.664415230093901</c:v>
                </c:pt>
                <c:pt idx="254">
                  <c:v>21.673590381489028</c:v>
                </c:pt>
                <c:pt idx="255">
                  <c:v>21.682116159603385</c:v>
                </c:pt>
                <c:pt idx="256">
                  <c:v>21.687917857019219</c:v>
                </c:pt>
                <c:pt idx="257">
                  <c:v>21.624302821259391</c:v>
                </c:pt>
                <c:pt idx="258">
                  <c:v>21.561670995627601</c:v>
                </c:pt>
                <c:pt idx="259">
                  <c:v>21.5</c:v>
                </c:pt>
                <c:pt idx="260">
                  <c:v>21.46807236379917</c:v>
                </c:pt>
                <c:pt idx="261">
                  <c:v>21.414956403635323</c:v>
                </c:pt>
                <c:pt idx="262">
                  <c:v>21.369758461347836</c:v>
                </c:pt>
                <c:pt idx="263">
                  <c:v>21.349789854134045</c:v>
                </c:pt>
                <c:pt idx="264">
                  <c:v>21.33316707543419</c:v>
                </c:pt>
                <c:pt idx="265">
                  <c:v>21.337706860242303</c:v>
                </c:pt>
                <c:pt idx="266">
                  <c:v>21.328431814231916</c:v>
                </c:pt>
                <c:pt idx="267">
                  <c:v>21.303457111348461</c:v>
                </c:pt>
                <c:pt idx="268">
                  <c:v>21.256267512884016</c:v>
                </c:pt>
                <c:pt idx="269">
                  <c:v>21.239635409132561</c:v>
                </c:pt>
                <c:pt idx="270">
                  <c:v>21.212037802360427</c:v>
                </c:pt>
                <c:pt idx="271">
                  <c:v>21.211041712004874</c:v>
                </c:pt>
                <c:pt idx="272">
                  <c:v>21.191683837389284</c:v>
                </c:pt>
                <c:pt idx="273">
                  <c:v>21.179465513686203</c:v>
                </c:pt>
                <c:pt idx="274">
                  <c:v>21.163951250495249</c:v>
                </c:pt>
                <c:pt idx="275">
                  <c:v>21.144505312423615</c:v>
                </c:pt>
                <c:pt idx="276">
                  <c:v>21.135386519309094</c:v>
                </c:pt>
                <c:pt idx="277">
                  <c:v>21.138936916142491</c:v>
                </c:pt>
                <c:pt idx="278">
                  <c:v>21.262874253660755</c:v>
                </c:pt>
                <c:pt idx="279">
                  <c:v>21.294186727863874</c:v>
                </c:pt>
                <c:pt idx="280">
                  <c:v>21.257660325903561</c:v>
                </c:pt>
                <c:pt idx="281">
                  <c:v>21.188895122426853</c:v>
                </c:pt>
                <c:pt idx="282">
                  <c:v>21.181023030429625</c:v>
                </c:pt>
                <c:pt idx="283">
                  <c:v>21.19056704589709</c:v>
                </c:pt>
                <c:pt idx="284">
                  <c:v>21.180082948665241</c:v>
                </c:pt>
                <c:pt idx="285">
                  <c:v>21.148094757910588</c:v>
                </c:pt>
                <c:pt idx="286">
                  <c:v>21.155170781909074</c:v>
                </c:pt>
                <c:pt idx="287">
                  <c:v>21.222148606120427</c:v>
                </c:pt>
                <c:pt idx="288">
                  <c:v>21.278857974918175</c:v>
                </c:pt>
                <c:pt idx="289">
                  <c:v>21.32650846405793</c:v>
                </c:pt>
                <c:pt idx="290">
                  <c:v>21.324582607776325</c:v>
                </c:pt>
                <c:pt idx="291">
                  <c:v>21.370923684826778</c:v>
                </c:pt>
                <c:pt idx="292">
                  <c:v>21.354802652184549</c:v>
                </c:pt>
                <c:pt idx="293">
                  <c:v>21.335706869800482</c:v>
                </c:pt>
                <c:pt idx="294">
                  <c:v>21.354050003957319</c:v>
                </c:pt>
                <c:pt idx="295">
                  <c:v>21.402404301366552</c:v>
                </c:pt>
                <c:pt idx="296">
                  <c:v>21.461771426433327</c:v>
                </c:pt>
                <c:pt idx="297">
                  <c:v>21.501086951327078</c:v>
                </c:pt>
                <c:pt idx="298">
                  <c:v>21.500857555057728</c:v>
                </c:pt>
                <c:pt idx="299">
                  <c:v>21.555368426377726</c:v>
                </c:pt>
                <c:pt idx="300">
                  <c:v>21.613222678385615</c:v>
                </c:pt>
                <c:pt idx="301">
                  <c:v>21.596019706631544</c:v>
                </c:pt>
                <c:pt idx="302">
                  <c:v>21.569521873132441</c:v>
                </c:pt>
                <c:pt idx="303">
                  <c:v>21.648094874473731</c:v>
                </c:pt>
                <c:pt idx="304">
                  <c:v>21.726567048694605</c:v>
                </c:pt>
                <c:pt idx="305">
                  <c:v>21.813735882600401</c:v>
                </c:pt>
                <c:pt idx="306">
                  <c:v>21.824387306226889</c:v>
                </c:pt>
                <c:pt idx="307">
                  <c:v>21.846682805222642</c:v>
                </c:pt>
                <c:pt idx="308">
                  <c:v>21.897187401249163</c:v>
                </c:pt>
                <c:pt idx="309">
                  <c:v>21.922907875134293</c:v>
                </c:pt>
                <c:pt idx="310">
                  <c:v>21.958922623169652</c:v>
                </c:pt>
                <c:pt idx="311">
                  <c:v>21.931733686783879</c:v>
                </c:pt>
                <c:pt idx="312">
                  <c:v>22.042969779489336</c:v>
                </c:pt>
                <c:pt idx="313">
                  <c:v>22.123874859672544</c:v>
                </c:pt>
                <c:pt idx="314">
                  <c:v>22.113424857160613</c:v>
                </c:pt>
                <c:pt idx="315">
                  <c:v>22.172026512054209</c:v>
                </c:pt>
                <c:pt idx="316">
                  <c:v>22.169707138595093</c:v>
                </c:pt>
                <c:pt idx="317">
                  <c:v>22.237883523344856</c:v>
                </c:pt>
                <c:pt idx="318">
                  <c:v>22.33806371831071</c:v>
                </c:pt>
                <c:pt idx="319">
                  <c:v>22.360452467822455</c:v>
                </c:pt>
                <c:pt idx="320">
                  <c:v>22.39673810860678</c:v>
                </c:pt>
                <c:pt idx="321">
                  <c:v>22.568374775222544</c:v>
                </c:pt>
                <c:pt idx="322">
                  <c:v>22.635095053165035</c:v>
                </c:pt>
                <c:pt idx="323">
                  <c:v>22.689268940432857</c:v>
                </c:pt>
                <c:pt idx="324">
                  <c:v>22.751631854889137</c:v>
                </c:pt>
                <c:pt idx="325">
                  <c:v>22.814086621103684</c:v>
                </c:pt>
                <c:pt idx="326">
                  <c:v>22.876087956684202</c:v>
                </c:pt>
                <c:pt idx="327">
                  <c:v>22.93709197799614</c:v>
                </c:pt>
                <c:pt idx="328">
                  <c:v>22.98227604926938</c:v>
                </c:pt>
                <c:pt idx="329">
                  <c:v>23.009871441341751</c:v>
                </c:pt>
                <c:pt idx="330">
                  <c:v>23.053726459635755</c:v>
                </c:pt>
                <c:pt idx="331">
                  <c:v>23.069152892496959</c:v>
                </c:pt>
                <c:pt idx="332">
                  <c:v>23.0496593383806</c:v>
                </c:pt>
                <c:pt idx="333">
                  <c:v>23.018450488813372</c:v>
                </c:pt>
                <c:pt idx="334">
                  <c:v>22.982385618625671</c:v>
                </c:pt>
                <c:pt idx="335">
                  <c:v>22.922003578255421</c:v>
                </c:pt>
                <c:pt idx="336">
                  <c:v>22.86255940494981</c:v>
                </c:pt>
                <c:pt idx="337">
                  <c:v>22.80360736124236</c:v>
                </c:pt>
                <c:pt idx="338">
                  <c:v>22.739969945358691</c:v>
                </c:pt>
                <c:pt idx="339">
                  <c:v>22.640518969427934</c:v>
                </c:pt>
                <c:pt idx="340">
                  <c:v>22.536365136849216</c:v>
                </c:pt>
                <c:pt idx="341">
                  <c:v>22.527166672825089</c:v>
                </c:pt>
                <c:pt idx="342">
                  <c:v>22.476456342847644</c:v>
                </c:pt>
                <c:pt idx="343">
                  <c:v>22.392492296050342</c:v>
                </c:pt>
                <c:pt idx="344">
                  <c:v>22.3905275076783</c:v>
                </c:pt>
                <c:pt idx="345">
                  <c:v>22.360585582934036</c:v>
                </c:pt>
                <c:pt idx="346">
                  <c:v>22.348599977549934</c:v>
                </c:pt>
                <c:pt idx="347">
                  <c:v>22.321897808857656</c:v>
                </c:pt>
                <c:pt idx="348">
                  <c:v>22.264887124330102</c:v>
                </c:pt>
                <c:pt idx="349">
                  <c:v>22.175128607031954</c:v>
                </c:pt>
                <c:pt idx="350">
                  <c:v>22.157665349775108</c:v>
                </c:pt>
                <c:pt idx="351">
                  <c:v>22.158509150381729</c:v>
                </c:pt>
                <c:pt idx="352">
                  <c:v>22.083808260154015</c:v>
                </c:pt>
                <c:pt idx="353">
                  <c:v>22.022172000343623</c:v>
                </c:pt>
                <c:pt idx="354">
                  <c:v>21.95845963435773</c:v>
                </c:pt>
                <c:pt idx="355">
                  <c:v>21.914816527861333</c:v>
                </c:pt>
                <c:pt idx="356">
                  <c:v>21.944881776413009</c:v>
                </c:pt>
                <c:pt idx="357">
                  <c:v>21.911744622738137</c:v>
                </c:pt>
                <c:pt idx="358">
                  <c:v>21.844869315812804</c:v>
                </c:pt>
                <c:pt idx="359">
                  <c:v>21.904774962609455</c:v>
                </c:pt>
                <c:pt idx="360">
                  <c:v>21.91951437229406</c:v>
                </c:pt>
                <c:pt idx="361">
                  <c:v>21.877980592469484</c:v>
                </c:pt>
                <c:pt idx="362">
                  <c:v>21.818956279612145</c:v>
                </c:pt>
                <c:pt idx="363">
                  <c:v>21.776010803538533</c:v>
                </c:pt>
                <c:pt idx="364">
                  <c:v>21.763038840821487</c:v>
                </c:pt>
                <c:pt idx="365">
                  <c:v>21.711520145433504</c:v>
                </c:pt>
                <c:pt idx="366">
                  <c:v>21.650347806940193</c:v>
                </c:pt>
                <c:pt idx="367">
                  <c:v>21.635042832876078</c:v>
                </c:pt>
                <c:pt idx="368">
                  <c:v>21.61935308387033</c:v>
                </c:pt>
                <c:pt idx="369">
                  <c:v>21.556184601518982</c:v>
                </c:pt>
                <c:pt idx="370">
                  <c:v>21.548600187363601</c:v>
                </c:pt>
                <c:pt idx="371">
                  <c:v>21.493736246277411</c:v>
                </c:pt>
                <c:pt idx="372">
                  <c:v>21.446181572042843</c:v>
                </c:pt>
                <c:pt idx="373">
                  <c:v>21.398465982386611</c:v>
                </c:pt>
                <c:pt idx="374">
                  <c:v>21.369719645820553</c:v>
                </c:pt>
                <c:pt idx="375">
                  <c:v>21.355197801246085</c:v>
                </c:pt>
                <c:pt idx="376">
                  <c:v>21.307792968934407</c:v>
                </c:pt>
                <c:pt idx="377">
                  <c:v>21.269326082017791</c:v>
                </c:pt>
                <c:pt idx="378">
                  <c:v>21.22745724143293</c:v>
                </c:pt>
                <c:pt idx="379">
                  <c:v>21.178779947548914</c:v>
                </c:pt>
                <c:pt idx="380">
                  <c:v>21.15374672996667</c:v>
                </c:pt>
                <c:pt idx="381">
                  <c:v>21.103768533102944</c:v>
                </c:pt>
                <c:pt idx="382">
                  <c:v>21.058864155096124</c:v>
                </c:pt>
                <c:pt idx="383">
                  <c:v>21.018522874526418</c:v>
                </c:pt>
                <c:pt idx="384">
                  <c:v>20.992077960695141</c:v>
                </c:pt>
                <c:pt idx="385">
                  <c:v>20.977899248878749</c:v>
                </c:pt>
                <c:pt idx="386">
                  <c:v>20.955561291757434</c:v>
                </c:pt>
                <c:pt idx="387">
                  <c:v>20.938581567566818</c:v>
                </c:pt>
                <c:pt idx="388">
                  <c:v>20.932273199300482</c:v>
                </c:pt>
                <c:pt idx="389">
                  <c:v>20.919960197182878</c:v>
                </c:pt>
                <c:pt idx="390">
                  <c:v>20.911608593547925</c:v>
                </c:pt>
                <c:pt idx="391">
                  <c:v>20.935325550956104</c:v>
                </c:pt>
                <c:pt idx="392">
                  <c:v>20.97117530385972</c:v>
                </c:pt>
                <c:pt idx="393">
                  <c:v>20.993589726404153</c:v>
                </c:pt>
                <c:pt idx="394">
                  <c:v>21.01413677822498</c:v>
                </c:pt>
                <c:pt idx="395">
                  <c:v>21.030133671117785</c:v>
                </c:pt>
                <c:pt idx="396">
                  <c:v>21.030057438820961</c:v>
                </c:pt>
                <c:pt idx="397">
                  <c:v>21.027879165048869</c:v>
                </c:pt>
                <c:pt idx="398">
                  <c:v>21.004267318456691</c:v>
                </c:pt>
                <c:pt idx="399">
                  <c:v>20.984753394930738</c:v>
                </c:pt>
                <c:pt idx="400">
                  <c:v>20.991208749322915</c:v>
                </c:pt>
                <c:pt idx="401">
                  <c:v>20.967977131709709</c:v>
                </c:pt>
                <c:pt idx="402">
                  <c:v>20.938397980613452</c:v>
                </c:pt>
                <c:pt idx="403">
                  <c:v>20.909645961594077</c:v>
                </c:pt>
                <c:pt idx="404">
                  <c:v>20.885106884324252</c:v>
                </c:pt>
                <c:pt idx="405">
                  <c:v>20.849109358493564</c:v>
                </c:pt>
                <c:pt idx="406">
                  <c:v>20.816641248130182</c:v>
                </c:pt>
                <c:pt idx="407">
                  <c:v>20.784293489214004</c:v>
                </c:pt>
                <c:pt idx="408">
                  <c:v>20.756050938560616</c:v>
                </c:pt>
                <c:pt idx="409">
                  <c:v>20.733084895502891</c:v>
                </c:pt>
                <c:pt idx="410">
                  <c:v>20.710919859807174</c:v>
                </c:pt>
                <c:pt idx="411">
                  <c:v>20.689729801967374</c:v>
                </c:pt>
                <c:pt idx="412">
                  <c:v>20.67414484322898</c:v>
                </c:pt>
                <c:pt idx="413">
                  <c:v>20.664412024607412</c:v>
                </c:pt>
                <c:pt idx="414">
                  <c:v>20.657513613701113</c:v>
                </c:pt>
                <c:pt idx="415">
                  <c:v>20.647334649642076</c:v>
                </c:pt>
                <c:pt idx="416">
                  <c:v>20.638081371799014</c:v>
                </c:pt>
                <c:pt idx="417">
                  <c:v>20.634514816399641</c:v>
                </c:pt>
                <c:pt idx="418">
                  <c:v>20.624418029357827</c:v>
                </c:pt>
                <c:pt idx="419">
                  <c:v>20.626245142085228</c:v>
                </c:pt>
                <c:pt idx="420">
                  <c:v>20.634215132553859</c:v>
                </c:pt>
                <c:pt idx="421">
                  <c:v>20.622892130367486</c:v>
                </c:pt>
                <c:pt idx="422">
                  <c:v>20.623380427952263</c:v>
                </c:pt>
                <c:pt idx="423">
                  <c:v>20.621243300970352</c:v>
                </c:pt>
                <c:pt idx="424">
                  <c:v>20.620516529761311</c:v>
                </c:pt>
                <c:pt idx="425">
                  <c:v>20.612889846895474</c:v>
                </c:pt>
                <c:pt idx="426">
                  <c:v>20.618600887325286</c:v>
                </c:pt>
                <c:pt idx="427">
                  <c:v>20.610661050285223</c:v>
                </c:pt>
                <c:pt idx="428">
                  <c:v>20.584281266111212</c:v>
                </c:pt>
                <c:pt idx="429">
                  <c:v>20.591609904300494</c:v>
                </c:pt>
                <c:pt idx="430">
                  <c:v>20.598042018915635</c:v>
                </c:pt>
                <c:pt idx="431">
                  <c:v>20.588938386295158</c:v>
                </c:pt>
                <c:pt idx="432">
                  <c:v>20.55984084497323</c:v>
                </c:pt>
                <c:pt idx="433">
                  <c:v>20.557958790935956</c:v>
                </c:pt>
                <c:pt idx="434">
                  <c:v>20.554279322275065</c:v>
                </c:pt>
                <c:pt idx="435">
                  <c:v>20.54387435320568</c:v>
                </c:pt>
                <c:pt idx="436">
                  <c:v>20.517861666443835</c:v>
                </c:pt>
                <c:pt idx="437">
                  <c:v>20.491506811301811</c:v>
                </c:pt>
                <c:pt idx="438">
                  <c:v>20.520970347239277</c:v>
                </c:pt>
                <c:pt idx="439">
                  <c:v>20.561019913968238</c:v>
                </c:pt>
                <c:pt idx="440">
                  <c:v>20.556960824642289</c:v>
                </c:pt>
                <c:pt idx="441">
                  <c:v>20.588230287044905</c:v>
                </c:pt>
                <c:pt idx="442">
                  <c:v>20.593343409537265</c:v>
                </c:pt>
                <c:pt idx="443">
                  <c:v>20.595951160217091</c:v>
                </c:pt>
                <c:pt idx="444">
                  <c:v>20.578801829365311</c:v>
                </c:pt>
                <c:pt idx="445">
                  <c:v>20.585746100583968</c:v>
                </c:pt>
                <c:pt idx="446">
                  <c:v>20.591115130175972</c:v>
                </c:pt>
                <c:pt idx="447">
                  <c:v>20.609800442730137</c:v>
                </c:pt>
                <c:pt idx="448">
                  <c:v>20.603089931613567</c:v>
                </c:pt>
                <c:pt idx="449">
                  <c:v>20.611189256176768</c:v>
                </c:pt>
                <c:pt idx="450">
                  <c:v>20.61528112524465</c:v>
                </c:pt>
                <c:pt idx="451">
                  <c:v>20.61427644564235</c:v>
                </c:pt>
                <c:pt idx="452">
                  <c:v>20.624424717168271</c:v>
                </c:pt>
                <c:pt idx="453">
                  <c:v>20.617197379637187</c:v>
                </c:pt>
                <c:pt idx="454">
                  <c:v>20.628794815178061</c:v>
                </c:pt>
                <c:pt idx="455">
                  <c:v>20.631907954513796</c:v>
                </c:pt>
                <c:pt idx="456">
                  <c:v>20.622233825435735</c:v>
                </c:pt>
                <c:pt idx="457">
                  <c:v>20.629355469335092</c:v>
                </c:pt>
                <c:pt idx="458">
                  <c:v>20.643034081548276</c:v>
                </c:pt>
                <c:pt idx="459">
                  <c:v>20.640970141651032</c:v>
                </c:pt>
                <c:pt idx="460">
                  <c:v>20.642430488442706</c:v>
                </c:pt>
                <c:pt idx="461">
                  <c:v>20.637876191523038</c:v>
                </c:pt>
                <c:pt idx="462">
                  <c:v>20.629842033043087</c:v>
                </c:pt>
                <c:pt idx="463">
                  <c:v>20.63709785569273</c:v>
                </c:pt>
                <c:pt idx="464">
                  <c:v>20.650693853776897</c:v>
                </c:pt>
                <c:pt idx="465">
                  <c:v>20.659345782354926</c:v>
                </c:pt>
                <c:pt idx="466">
                  <c:v>20.664028459008414</c:v>
                </c:pt>
                <c:pt idx="467">
                  <c:v>20.662144274051144</c:v>
                </c:pt>
                <c:pt idx="468">
                  <c:v>20.659730382451837</c:v>
                </c:pt>
                <c:pt idx="469">
                  <c:v>20.653141388413928</c:v>
                </c:pt>
                <c:pt idx="470">
                  <c:v>20.659507149458779</c:v>
                </c:pt>
                <c:pt idx="471">
                  <c:v>20.661429406853284</c:v>
                </c:pt>
                <c:pt idx="472">
                  <c:v>20.661635475923241</c:v>
                </c:pt>
                <c:pt idx="473">
                  <c:v>20.654840398244978</c:v>
                </c:pt>
                <c:pt idx="474">
                  <c:v>20.662005753323712</c:v>
                </c:pt>
                <c:pt idx="475">
                  <c:v>20.660568850294574</c:v>
                </c:pt>
                <c:pt idx="476">
                  <c:v>20.671592241487129</c:v>
                </c:pt>
                <c:pt idx="477">
                  <c:v>20.671984185062175</c:v>
                </c:pt>
                <c:pt idx="478">
                  <c:v>20.677098757308656</c:v>
                </c:pt>
                <c:pt idx="479">
                  <c:v>20.683951460891723</c:v>
                </c:pt>
                <c:pt idx="480">
                  <c:v>20.683882921762468</c:v>
                </c:pt>
                <c:pt idx="481">
                  <c:v>20.685480157397546</c:v>
                </c:pt>
                <c:pt idx="482">
                  <c:v>20.688343268787268</c:v>
                </c:pt>
                <c:pt idx="483">
                  <c:v>20.695865933616588</c:v>
                </c:pt>
                <c:pt idx="484">
                  <c:v>20.698307508962831</c:v>
                </c:pt>
                <c:pt idx="485">
                  <c:v>20.701725941745703</c:v>
                </c:pt>
                <c:pt idx="486">
                  <c:v>20.701007213393666</c:v>
                </c:pt>
                <c:pt idx="487">
                  <c:v>20.704484495994365</c:v>
                </c:pt>
                <c:pt idx="488">
                  <c:v>20.714847396696204</c:v>
                </c:pt>
                <c:pt idx="489">
                  <c:v>20.713465088930104</c:v>
                </c:pt>
                <c:pt idx="490">
                  <c:v>20.711094602531915</c:v>
                </c:pt>
                <c:pt idx="491">
                  <c:v>20.713004067121254</c:v>
                </c:pt>
                <c:pt idx="492">
                  <c:v>20.720372300353851</c:v>
                </c:pt>
                <c:pt idx="493">
                  <c:v>20.730531434107846</c:v>
                </c:pt>
                <c:pt idx="494">
                  <c:v>20.727327754349233</c:v>
                </c:pt>
                <c:pt idx="495">
                  <c:v>20.726498800973207</c:v>
                </c:pt>
                <c:pt idx="496">
                  <c:v>20.732305802012135</c:v>
                </c:pt>
                <c:pt idx="497">
                  <c:v>20.728917777639715</c:v>
                </c:pt>
                <c:pt idx="498">
                  <c:v>20.72539486056775</c:v>
                </c:pt>
                <c:pt idx="499">
                  <c:v>20.726185843499291</c:v>
                </c:pt>
                <c:pt idx="500">
                  <c:v>20.728317608576532</c:v>
                </c:pt>
                <c:pt idx="501">
                  <c:v>20.73310449268164</c:v>
                </c:pt>
                <c:pt idx="502">
                  <c:v>20.734281285052724</c:v>
                </c:pt>
                <c:pt idx="503">
                  <c:v>20.728283921827625</c:v>
                </c:pt>
                <c:pt idx="504">
                  <c:v>20.735795760854856</c:v>
                </c:pt>
                <c:pt idx="505">
                  <c:v>20.743133906225651</c:v>
                </c:pt>
                <c:pt idx="506">
                  <c:v>20.740144717224222</c:v>
                </c:pt>
                <c:pt idx="507">
                  <c:v>20.740072448074326</c:v>
                </c:pt>
                <c:pt idx="508">
                  <c:v>20.741995200862196</c:v>
                </c:pt>
                <c:pt idx="509">
                  <c:v>20.745573951680612</c:v>
                </c:pt>
                <c:pt idx="510">
                  <c:v>20.755130206278302</c:v>
                </c:pt>
                <c:pt idx="511">
                  <c:v>20.759228100203742</c:v>
                </c:pt>
                <c:pt idx="512">
                  <c:v>20.777866867637069</c:v>
                </c:pt>
                <c:pt idx="513">
                  <c:v>20.789232881623949</c:v>
                </c:pt>
                <c:pt idx="514">
                  <c:v>20.798621547559918</c:v>
                </c:pt>
                <c:pt idx="515">
                  <c:v>20.811400248582562</c:v>
                </c:pt>
                <c:pt idx="516">
                  <c:v>20.822816705270437</c:v>
                </c:pt>
                <c:pt idx="517">
                  <c:v>20.826984974194669</c:v>
                </c:pt>
                <c:pt idx="518">
                  <c:v>20.833849028113981</c:v>
                </c:pt>
                <c:pt idx="519">
                  <c:v>20.835706345266331</c:v>
                </c:pt>
                <c:pt idx="520">
                  <c:v>20.847651823787764</c:v>
                </c:pt>
                <c:pt idx="521">
                  <c:v>20.848578471649688</c:v>
                </c:pt>
                <c:pt idx="522">
                  <c:v>20.847531996874711</c:v>
                </c:pt>
                <c:pt idx="523">
                  <c:v>20.843067978110842</c:v>
                </c:pt>
                <c:pt idx="524">
                  <c:v>20.853484818408024</c:v>
                </c:pt>
                <c:pt idx="525">
                  <c:v>20.853442010593024</c:v>
                </c:pt>
                <c:pt idx="526">
                  <c:v>20.849768814486374</c:v>
                </c:pt>
                <c:pt idx="527">
                  <c:v>20.847635417525105</c:v>
                </c:pt>
                <c:pt idx="528">
                  <c:v>20.853818189002709</c:v>
                </c:pt>
                <c:pt idx="529">
                  <c:v>20.864431554762358</c:v>
                </c:pt>
                <c:pt idx="530">
                  <c:v>20.86786617525199</c:v>
                </c:pt>
                <c:pt idx="531">
                  <c:v>20.85873176267604</c:v>
                </c:pt>
                <c:pt idx="532">
                  <c:v>20.851702859328917</c:v>
                </c:pt>
                <c:pt idx="533">
                  <c:v>20.846165323140429</c:v>
                </c:pt>
                <c:pt idx="534">
                  <c:v>20.837811563087296</c:v>
                </c:pt>
                <c:pt idx="535">
                  <c:v>20.836924867243319</c:v>
                </c:pt>
                <c:pt idx="536">
                  <c:v>20.842008244278119</c:v>
                </c:pt>
                <c:pt idx="537">
                  <c:v>20.844214260078719</c:v>
                </c:pt>
                <c:pt idx="538">
                  <c:v>20.841534823064723</c:v>
                </c:pt>
                <c:pt idx="539">
                  <c:v>20.850830675596491</c:v>
                </c:pt>
                <c:pt idx="540">
                  <c:v>20.84871782288953</c:v>
                </c:pt>
                <c:pt idx="541">
                  <c:v>20.856505348325065</c:v>
                </c:pt>
                <c:pt idx="542">
                  <c:v>20.858157222934359</c:v>
                </c:pt>
                <c:pt idx="543">
                  <c:v>20.848505648824851</c:v>
                </c:pt>
                <c:pt idx="544">
                  <c:v>20.842424083297889</c:v>
                </c:pt>
                <c:pt idx="545">
                  <c:v>20.850696045164025</c:v>
                </c:pt>
                <c:pt idx="546">
                  <c:v>20.863401136560601</c:v>
                </c:pt>
                <c:pt idx="547">
                  <c:v>20.868907346403869</c:v>
                </c:pt>
                <c:pt idx="548">
                  <c:v>20.870960751906885</c:v>
                </c:pt>
                <c:pt idx="549">
                  <c:v>20.873701821683799</c:v>
                </c:pt>
                <c:pt idx="550">
                  <c:v>20.880668043199702</c:v>
                </c:pt>
                <c:pt idx="551">
                  <c:v>20.883839493248722</c:v>
                </c:pt>
                <c:pt idx="552">
                  <c:v>20.88065568750633</c:v>
                </c:pt>
                <c:pt idx="553">
                  <c:v>20.872419160836277</c:v>
                </c:pt>
                <c:pt idx="554">
                  <c:v>20.858446503519449</c:v>
                </c:pt>
                <c:pt idx="555">
                  <c:v>20.843360755590282</c:v>
                </c:pt>
                <c:pt idx="556">
                  <c:v>20.834068837064656</c:v>
                </c:pt>
                <c:pt idx="557">
                  <c:v>20.821826734479995</c:v>
                </c:pt>
                <c:pt idx="558">
                  <c:v>20.830100561356449</c:v>
                </c:pt>
                <c:pt idx="559">
                  <c:v>20.839986835358403</c:v>
                </c:pt>
                <c:pt idx="560">
                  <c:v>20.820042007026192</c:v>
                </c:pt>
                <c:pt idx="561">
                  <c:v>20.804629299475316</c:v>
                </c:pt>
                <c:pt idx="562">
                  <c:v>20.788394268077283</c:v>
                </c:pt>
                <c:pt idx="563">
                  <c:v>20.78602156697934</c:v>
                </c:pt>
                <c:pt idx="564">
                  <c:v>20.760544535222525</c:v>
                </c:pt>
                <c:pt idx="565">
                  <c:v>20.73802925641689</c:v>
                </c:pt>
                <c:pt idx="566">
                  <c:v>20.714687326357339</c:v>
                </c:pt>
                <c:pt idx="567">
                  <c:v>20.735589458658609</c:v>
                </c:pt>
                <c:pt idx="568">
                  <c:v>20.755120793804341</c:v>
                </c:pt>
                <c:pt idx="569">
                  <c:v>20.721529714102076</c:v>
                </c:pt>
                <c:pt idx="570">
                  <c:v>20.689551926608114</c:v>
                </c:pt>
                <c:pt idx="571">
                  <c:v>20.670471588840758</c:v>
                </c:pt>
                <c:pt idx="572">
                  <c:v>20.665125973870506</c:v>
                </c:pt>
                <c:pt idx="573">
                  <c:v>20.628954972939283</c:v>
                </c:pt>
                <c:pt idx="574">
                  <c:v>20.615834093519311</c:v>
                </c:pt>
                <c:pt idx="575">
                  <c:v>20.612589915353009</c:v>
                </c:pt>
                <c:pt idx="576">
                  <c:v>20.577446316552166</c:v>
                </c:pt>
                <c:pt idx="577">
                  <c:v>20.557473513065155</c:v>
                </c:pt>
                <c:pt idx="578">
                  <c:v>20.512517337310779</c:v>
                </c:pt>
                <c:pt idx="579">
                  <c:v>20.452922823046304</c:v>
                </c:pt>
                <c:pt idx="580">
                  <c:v>20.472158065948165</c:v>
                </c:pt>
                <c:pt idx="581">
                  <c:v>20.600555521007536</c:v>
                </c:pt>
                <c:pt idx="582">
                  <c:v>20.49579424600751</c:v>
                </c:pt>
                <c:pt idx="583">
                  <c:v>20.348221890418753</c:v>
                </c:pt>
                <c:pt idx="584">
                  <c:v>20.317757923059233</c:v>
                </c:pt>
                <c:pt idx="585">
                  <c:v>19.79514254565283</c:v>
                </c:pt>
                <c:pt idx="586">
                  <c:v>19.950598441014559</c:v>
                </c:pt>
                <c:pt idx="587">
                  <c:v>20.089776613726407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77BE-418F-8705-C8EC33B01BAD}"/>
            </c:ext>
          </c:extLst>
        </c:ser>
        <c:ser>
          <c:idx val="14"/>
          <c:order val="14"/>
          <c:tx>
            <c:strRef>
              <c:f>Sheet2!$P$1</c:f>
              <c:strCache>
                <c:ptCount val="1"/>
                <c:pt idx="0">
                  <c:v>S15_z/O-PTIR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Sheet2!$P$2:$P$589</c:f>
              <c:numCache>
                <c:formatCode>General</c:formatCode>
                <c:ptCount val="588"/>
                <c:pt idx="0">
                  <c:v>22.41709029264657</c:v>
                </c:pt>
                <c:pt idx="1">
                  <c:v>22.150987458221312</c:v>
                </c:pt>
                <c:pt idx="2">
                  <c:v>22.080004039123782</c:v>
                </c:pt>
                <c:pt idx="3">
                  <c:v>22.101339187628973</c:v>
                </c:pt>
                <c:pt idx="4">
                  <c:v>22.1815460698955</c:v>
                </c:pt>
                <c:pt idx="5">
                  <c:v>22.24484188909987</c:v>
                </c:pt>
                <c:pt idx="6">
                  <c:v>22.258098504950848</c:v>
                </c:pt>
                <c:pt idx="7">
                  <c:v>22.307346434737568</c:v>
                </c:pt>
                <c:pt idx="8">
                  <c:v>22.365557839390931</c:v>
                </c:pt>
                <c:pt idx="9">
                  <c:v>22.390487130175153</c:v>
                </c:pt>
                <c:pt idx="10">
                  <c:v>22.44010712119918</c:v>
                </c:pt>
                <c:pt idx="11">
                  <c:v>22.403527820316359</c:v>
                </c:pt>
                <c:pt idx="12">
                  <c:v>22.342243469549992</c:v>
                </c:pt>
                <c:pt idx="13">
                  <c:v>22.325308070695783</c:v>
                </c:pt>
                <c:pt idx="14">
                  <c:v>22.289800558324682</c:v>
                </c:pt>
                <c:pt idx="15">
                  <c:v>22.274186910540074</c:v>
                </c:pt>
                <c:pt idx="16">
                  <c:v>22.238477853779855</c:v>
                </c:pt>
                <c:pt idx="17">
                  <c:v>22.223075696936537</c:v>
                </c:pt>
                <c:pt idx="18">
                  <c:v>22.224831801902187</c:v>
                </c:pt>
                <c:pt idx="19">
                  <c:v>22.218534525686305</c:v>
                </c:pt>
                <c:pt idx="20">
                  <c:v>22.22194418159642</c:v>
                </c:pt>
                <c:pt idx="21">
                  <c:v>22.226170880245792</c:v>
                </c:pt>
                <c:pt idx="22">
                  <c:v>22.228301279671452</c:v>
                </c:pt>
                <c:pt idx="23">
                  <c:v>22.228876453305308</c:v>
                </c:pt>
                <c:pt idx="24">
                  <c:v>22.232418597923868</c:v>
                </c:pt>
                <c:pt idx="25">
                  <c:v>22.232185930963073</c:v>
                </c:pt>
                <c:pt idx="26">
                  <c:v>22.246496041905775</c:v>
                </c:pt>
                <c:pt idx="27">
                  <c:v>22.252782738031129</c:v>
                </c:pt>
                <c:pt idx="28">
                  <c:v>22.260564869766053</c:v>
                </c:pt>
                <c:pt idx="29">
                  <c:v>22.271855362686772</c:v>
                </c:pt>
                <c:pt idx="30">
                  <c:v>22.274964705578252</c:v>
                </c:pt>
                <c:pt idx="31">
                  <c:v>22.291354532878231</c:v>
                </c:pt>
                <c:pt idx="32">
                  <c:v>22.305642216563175</c:v>
                </c:pt>
                <c:pt idx="33">
                  <c:v>22.308821818858206</c:v>
                </c:pt>
                <c:pt idx="34">
                  <c:v>22.330482400177797</c:v>
                </c:pt>
                <c:pt idx="35">
                  <c:v>22.366190395761272</c:v>
                </c:pt>
                <c:pt idx="36">
                  <c:v>22.395770206515763</c:v>
                </c:pt>
                <c:pt idx="37">
                  <c:v>22.440452082833364</c:v>
                </c:pt>
                <c:pt idx="38">
                  <c:v>22.486839317694397</c:v>
                </c:pt>
                <c:pt idx="39">
                  <c:v>22.52873603269666</c:v>
                </c:pt>
                <c:pt idx="40">
                  <c:v>22.570362163467593</c:v>
                </c:pt>
                <c:pt idx="41">
                  <c:v>22.603577058917292</c:v>
                </c:pt>
                <c:pt idx="42">
                  <c:v>22.627763209211341</c:v>
                </c:pt>
                <c:pt idx="43">
                  <c:v>22.678737261761068</c:v>
                </c:pt>
                <c:pt idx="44">
                  <c:v>22.722826653009268</c:v>
                </c:pt>
                <c:pt idx="45">
                  <c:v>22.752687406347192</c:v>
                </c:pt>
                <c:pt idx="46">
                  <c:v>22.797713610760621</c:v>
                </c:pt>
                <c:pt idx="47">
                  <c:v>22.843455840222639</c:v>
                </c:pt>
                <c:pt idx="48">
                  <c:v>22.872556220827143</c:v>
                </c:pt>
                <c:pt idx="49">
                  <c:v>22.897210049134699</c:v>
                </c:pt>
                <c:pt idx="50">
                  <c:v>22.925791181703612</c:v>
                </c:pt>
                <c:pt idx="51">
                  <c:v>22.950909710394413</c:v>
                </c:pt>
                <c:pt idx="52">
                  <c:v>22.962127583981207</c:v>
                </c:pt>
                <c:pt idx="53">
                  <c:v>23.0043616581574</c:v>
                </c:pt>
                <c:pt idx="54">
                  <c:v>23.033889170320702</c:v>
                </c:pt>
                <c:pt idx="55">
                  <c:v>23.034137390648109</c:v>
                </c:pt>
                <c:pt idx="56">
                  <c:v>23.040092207706309</c:v>
                </c:pt>
                <c:pt idx="57">
                  <c:v>23.065770530887402</c:v>
                </c:pt>
                <c:pt idx="58">
                  <c:v>23.089417349980017</c:v>
                </c:pt>
                <c:pt idx="59">
                  <c:v>23.104857693347668</c:v>
                </c:pt>
                <c:pt idx="60">
                  <c:v>23.133775931675167</c:v>
                </c:pt>
                <c:pt idx="61">
                  <c:v>23.169590868532932</c:v>
                </c:pt>
                <c:pt idx="62">
                  <c:v>23.205860685929441</c:v>
                </c:pt>
                <c:pt idx="63">
                  <c:v>23.243767946557746</c:v>
                </c:pt>
                <c:pt idx="64">
                  <c:v>23.286435994506967</c:v>
                </c:pt>
                <c:pt idx="65">
                  <c:v>23.320171531776637</c:v>
                </c:pt>
                <c:pt idx="66">
                  <c:v>23.350109386732335</c:v>
                </c:pt>
                <c:pt idx="67">
                  <c:v>23.382447845222018</c:v>
                </c:pt>
                <c:pt idx="68">
                  <c:v>23.422690328226082</c:v>
                </c:pt>
                <c:pt idx="69">
                  <c:v>23.46355418564853</c:v>
                </c:pt>
                <c:pt idx="70">
                  <c:v>23.518028347546977</c:v>
                </c:pt>
                <c:pt idx="71">
                  <c:v>23.565579075596581</c:v>
                </c:pt>
                <c:pt idx="72">
                  <c:v>23.603003960121548</c:v>
                </c:pt>
                <c:pt idx="73">
                  <c:v>23.643186383689578</c:v>
                </c:pt>
                <c:pt idx="74">
                  <c:v>23.680006365793389</c:v>
                </c:pt>
                <c:pt idx="75">
                  <c:v>23.717201656018574</c:v>
                </c:pt>
                <c:pt idx="76">
                  <c:v>23.758242270642008</c:v>
                </c:pt>
                <c:pt idx="77">
                  <c:v>23.778446949145366</c:v>
                </c:pt>
                <c:pt idx="78">
                  <c:v>23.820155186487082</c:v>
                </c:pt>
                <c:pt idx="79">
                  <c:v>23.848333198600841</c:v>
                </c:pt>
                <c:pt idx="80">
                  <c:v>23.865928966159167</c:v>
                </c:pt>
                <c:pt idx="81">
                  <c:v>23.901049544980079</c:v>
                </c:pt>
                <c:pt idx="82">
                  <c:v>23.921526138145317</c:v>
                </c:pt>
                <c:pt idx="83">
                  <c:v>23.935014803257197</c:v>
                </c:pt>
                <c:pt idx="84">
                  <c:v>23.929921281592339</c:v>
                </c:pt>
                <c:pt idx="85">
                  <c:v>23.937997501831557</c:v>
                </c:pt>
                <c:pt idx="86">
                  <c:v>23.946353492608253</c:v>
                </c:pt>
                <c:pt idx="87">
                  <c:v>23.917850221903141</c:v>
                </c:pt>
                <c:pt idx="88">
                  <c:v>23.884864413922536</c:v>
                </c:pt>
                <c:pt idx="89">
                  <c:v>23.870143770125928</c:v>
                </c:pt>
                <c:pt idx="90">
                  <c:v>23.840763682337784</c:v>
                </c:pt>
                <c:pt idx="91">
                  <c:v>23.789180609367598</c:v>
                </c:pt>
                <c:pt idx="92">
                  <c:v>23.757959205705088</c:v>
                </c:pt>
                <c:pt idx="93">
                  <c:v>23.72849764488452</c:v>
                </c:pt>
                <c:pt idx="94">
                  <c:v>23.664349605723739</c:v>
                </c:pt>
                <c:pt idx="95">
                  <c:v>23.599102377517397</c:v>
                </c:pt>
                <c:pt idx="96">
                  <c:v>23.544679278810342</c:v>
                </c:pt>
                <c:pt idx="97">
                  <c:v>23.490074354595471</c:v>
                </c:pt>
                <c:pt idx="98">
                  <c:v>23.430320917586542</c:v>
                </c:pt>
                <c:pt idx="99">
                  <c:v>23.396225023700666</c:v>
                </c:pt>
                <c:pt idx="100">
                  <c:v>23.355582524579386</c:v>
                </c:pt>
                <c:pt idx="101">
                  <c:v>23.294779314516568</c:v>
                </c:pt>
                <c:pt idx="102">
                  <c:v>23.240172743101969</c:v>
                </c:pt>
                <c:pt idx="103">
                  <c:v>23.201087354549095</c:v>
                </c:pt>
                <c:pt idx="104">
                  <c:v>23.149801537774977</c:v>
                </c:pt>
                <c:pt idx="105">
                  <c:v>23.098522943338104</c:v>
                </c:pt>
                <c:pt idx="106">
                  <c:v>23.045746600876665</c:v>
                </c:pt>
                <c:pt idx="107">
                  <c:v>22.989318606692038</c:v>
                </c:pt>
                <c:pt idx="108">
                  <c:v>22.915124929962332</c:v>
                </c:pt>
                <c:pt idx="109">
                  <c:v>22.843126210216639</c:v>
                </c:pt>
                <c:pt idx="110">
                  <c:v>22.780887782364875</c:v>
                </c:pt>
                <c:pt idx="111">
                  <c:v>22.712249666822178</c:v>
                </c:pt>
                <c:pt idx="112">
                  <c:v>22.642678285929037</c:v>
                </c:pt>
                <c:pt idx="113">
                  <c:v>22.590436206362195</c:v>
                </c:pt>
                <c:pt idx="114">
                  <c:v>22.557734160210696</c:v>
                </c:pt>
                <c:pt idx="115">
                  <c:v>22.522058981914</c:v>
                </c:pt>
                <c:pt idx="116">
                  <c:v>22.480622500849577</c:v>
                </c:pt>
                <c:pt idx="117">
                  <c:v>22.450452739179102</c:v>
                </c:pt>
                <c:pt idx="118">
                  <c:v>22.428607988259774</c:v>
                </c:pt>
                <c:pt idx="119">
                  <c:v>22.399518504514973</c:v>
                </c:pt>
                <c:pt idx="120">
                  <c:v>22.374319738191542</c:v>
                </c:pt>
                <c:pt idx="121">
                  <c:v>22.352602296804609</c:v>
                </c:pt>
                <c:pt idx="122">
                  <c:v>22.314483529396561</c:v>
                </c:pt>
                <c:pt idx="123">
                  <c:v>22.299955354552136</c:v>
                </c:pt>
                <c:pt idx="124">
                  <c:v>22.290762269547255</c:v>
                </c:pt>
                <c:pt idx="125">
                  <c:v>22.269732977521301</c:v>
                </c:pt>
                <c:pt idx="126">
                  <c:v>22.253020837583321</c:v>
                </c:pt>
                <c:pt idx="127">
                  <c:v>22.24452464476871</c:v>
                </c:pt>
                <c:pt idx="128">
                  <c:v>22.232474190914502</c:v>
                </c:pt>
                <c:pt idx="129">
                  <c:v>22.217752850225704</c:v>
                </c:pt>
                <c:pt idx="130">
                  <c:v>22.204282953687585</c:v>
                </c:pt>
                <c:pt idx="131">
                  <c:v>22.188844526773458</c:v>
                </c:pt>
                <c:pt idx="132">
                  <c:v>22.181906394834787</c:v>
                </c:pt>
                <c:pt idx="133">
                  <c:v>22.174050772650705</c:v>
                </c:pt>
                <c:pt idx="134">
                  <c:v>22.184810376268565</c:v>
                </c:pt>
                <c:pt idx="135">
                  <c:v>22.201309568127041</c:v>
                </c:pt>
                <c:pt idx="136">
                  <c:v>22.190446032542077</c:v>
                </c:pt>
                <c:pt idx="137">
                  <c:v>22.176907444607842</c:v>
                </c:pt>
                <c:pt idx="138">
                  <c:v>22.177837859035687</c:v>
                </c:pt>
                <c:pt idx="139">
                  <c:v>22.206006653166387</c:v>
                </c:pt>
                <c:pt idx="140">
                  <c:v>22.231250052266915</c:v>
                </c:pt>
                <c:pt idx="141">
                  <c:v>22.254001301541194</c:v>
                </c:pt>
                <c:pt idx="142">
                  <c:v>22.27648019267675</c:v>
                </c:pt>
                <c:pt idx="143">
                  <c:v>22.30332371959998</c:v>
                </c:pt>
                <c:pt idx="144">
                  <c:v>22.317967673578739</c:v>
                </c:pt>
                <c:pt idx="145">
                  <c:v>22.357121579304682</c:v>
                </c:pt>
                <c:pt idx="146">
                  <c:v>22.404587444891668</c:v>
                </c:pt>
                <c:pt idx="147">
                  <c:v>22.442829847309653</c:v>
                </c:pt>
                <c:pt idx="148">
                  <c:v>22.460266026556408</c:v>
                </c:pt>
                <c:pt idx="149">
                  <c:v>22.498296827163895</c:v>
                </c:pt>
                <c:pt idx="150">
                  <c:v>22.568871447718767</c:v>
                </c:pt>
                <c:pt idx="151">
                  <c:v>22.612260905792592</c:v>
                </c:pt>
                <c:pt idx="152">
                  <c:v>22.651953097381686</c:v>
                </c:pt>
                <c:pt idx="153">
                  <c:v>22.680319143679149</c:v>
                </c:pt>
                <c:pt idx="154">
                  <c:v>22.715199801525102</c:v>
                </c:pt>
                <c:pt idx="155">
                  <c:v>22.75560104924088</c:v>
                </c:pt>
                <c:pt idx="156">
                  <c:v>22.798285885956506</c:v>
                </c:pt>
                <c:pt idx="157">
                  <c:v>22.824769182971199</c:v>
                </c:pt>
                <c:pt idx="158">
                  <c:v>22.850126935744768</c:v>
                </c:pt>
                <c:pt idx="159">
                  <c:v>22.848809746151314</c:v>
                </c:pt>
                <c:pt idx="160">
                  <c:v>22.82838288574693</c:v>
                </c:pt>
                <c:pt idx="161">
                  <c:v>22.81411927651947</c:v>
                </c:pt>
                <c:pt idx="162">
                  <c:v>22.785436461044615</c:v>
                </c:pt>
                <c:pt idx="163">
                  <c:v>22.765712321383361</c:v>
                </c:pt>
                <c:pt idx="164">
                  <c:v>22.759523601964574</c:v>
                </c:pt>
                <c:pt idx="165">
                  <c:v>22.740906000393807</c:v>
                </c:pt>
                <c:pt idx="166">
                  <c:v>22.71219188812422</c:v>
                </c:pt>
                <c:pt idx="167">
                  <c:v>22.689121525580632</c:v>
                </c:pt>
                <c:pt idx="168">
                  <c:v>22.688611020374339</c:v>
                </c:pt>
                <c:pt idx="169">
                  <c:v>22.68682678630574</c:v>
                </c:pt>
                <c:pt idx="170">
                  <c:v>22.691026955536504</c:v>
                </c:pt>
                <c:pt idx="171">
                  <c:v>22.684538699183573</c:v>
                </c:pt>
                <c:pt idx="172">
                  <c:v>22.679002650977889</c:v>
                </c:pt>
                <c:pt idx="173">
                  <c:v>22.681236443863053</c:v>
                </c:pt>
                <c:pt idx="174">
                  <c:v>22.682383084931388</c:v>
                </c:pt>
                <c:pt idx="175">
                  <c:v>22.687685104068812</c:v>
                </c:pt>
                <c:pt idx="176">
                  <c:v>22.702738989040039</c:v>
                </c:pt>
                <c:pt idx="177">
                  <c:v>22.711743026199851</c:v>
                </c:pt>
                <c:pt idx="178">
                  <c:v>22.707880596266026</c:v>
                </c:pt>
                <c:pt idx="179">
                  <c:v>22.720763852126066</c:v>
                </c:pt>
                <c:pt idx="180">
                  <c:v>22.722488280173973</c:v>
                </c:pt>
                <c:pt idx="181">
                  <c:v>22.730479669627485</c:v>
                </c:pt>
                <c:pt idx="182">
                  <c:v>22.739999597069605</c:v>
                </c:pt>
                <c:pt idx="183">
                  <c:v>22.755197612016548</c:v>
                </c:pt>
                <c:pt idx="184">
                  <c:v>22.775815357527232</c:v>
                </c:pt>
                <c:pt idx="185">
                  <c:v>22.772223258409397</c:v>
                </c:pt>
                <c:pt idx="186">
                  <c:v>22.772234218622934</c:v>
                </c:pt>
                <c:pt idx="187">
                  <c:v>22.772939916996336</c:v>
                </c:pt>
                <c:pt idx="188">
                  <c:v>22.769569746364187</c:v>
                </c:pt>
                <c:pt idx="189">
                  <c:v>22.756153938163109</c:v>
                </c:pt>
                <c:pt idx="190">
                  <c:v>22.742869082339965</c:v>
                </c:pt>
                <c:pt idx="191">
                  <c:v>22.74648766336103</c:v>
                </c:pt>
                <c:pt idx="192">
                  <c:v>22.750657359396932</c:v>
                </c:pt>
                <c:pt idx="193">
                  <c:v>22.761316198739461</c:v>
                </c:pt>
                <c:pt idx="194">
                  <c:v>22.773039572579545</c:v>
                </c:pt>
                <c:pt idx="195">
                  <c:v>22.777984846269383</c:v>
                </c:pt>
                <c:pt idx="196">
                  <c:v>22.799978003548322</c:v>
                </c:pt>
                <c:pt idx="197">
                  <c:v>22.814216271241587</c:v>
                </c:pt>
                <c:pt idx="198">
                  <c:v>22.828760474606387</c:v>
                </c:pt>
                <c:pt idx="199">
                  <c:v>22.857255129189873</c:v>
                </c:pt>
                <c:pt idx="200">
                  <c:v>22.886141057061277</c:v>
                </c:pt>
                <c:pt idx="201">
                  <c:v>22.911168166167478</c:v>
                </c:pt>
                <c:pt idx="202">
                  <c:v>22.950642167147183</c:v>
                </c:pt>
                <c:pt idx="203">
                  <c:v>23.029204977786875</c:v>
                </c:pt>
                <c:pt idx="204">
                  <c:v>23.100146448726093</c:v>
                </c:pt>
                <c:pt idx="205">
                  <c:v>23.15240259284441</c:v>
                </c:pt>
                <c:pt idx="206">
                  <c:v>23.177216896417239</c:v>
                </c:pt>
                <c:pt idx="207">
                  <c:v>23.175428164226318</c:v>
                </c:pt>
                <c:pt idx="208">
                  <c:v>23.156929224389401</c:v>
                </c:pt>
                <c:pt idx="209">
                  <c:v>23.117336371614339</c:v>
                </c:pt>
                <c:pt idx="210">
                  <c:v>23.048553809326748</c:v>
                </c:pt>
                <c:pt idx="211">
                  <c:v>22.984760298229308</c:v>
                </c:pt>
                <c:pt idx="212">
                  <c:v>22.925441468531769</c:v>
                </c:pt>
                <c:pt idx="213">
                  <c:v>22.887525148304992</c:v>
                </c:pt>
                <c:pt idx="214">
                  <c:v>22.894611084741836</c:v>
                </c:pt>
                <c:pt idx="215">
                  <c:v>22.905117938233051</c:v>
                </c:pt>
                <c:pt idx="216">
                  <c:v>22.920136535117916</c:v>
                </c:pt>
                <c:pt idx="217">
                  <c:v>22.931693985262882</c:v>
                </c:pt>
                <c:pt idx="218">
                  <c:v>22.94635532986948</c:v>
                </c:pt>
                <c:pt idx="219">
                  <c:v>22.96210040518579</c:v>
                </c:pt>
                <c:pt idx="220">
                  <c:v>22.979932672611959</c:v>
                </c:pt>
                <c:pt idx="221">
                  <c:v>22.996413222604343</c:v>
                </c:pt>
                <c:pt idx="222">
                  <c:v>23.015667593575515</c:v>
                </c:pt>
                <c:pt idx="223">
                  <c:v>23.037365585334953</c:v>
                </c:pt>
                <c:pt idx="224">
                  <c:v>23.043888622943566</c:v>
                </c:pt>
                <c:pt idx="225">
                  <c:v>23.027845087708318</c:v>
                </c:pt>
                <c:pt idx="226">
                  <c:v>23.038981108139673</c:v>
                </c:pt>
                <c:pt idx="227">
                  <c:v>23.061581258516341</c:v>
                </c:pt>
                <c:pt idx="228">
                  <c:v>23.059984108323906</c:v>
                </c:pt>
                <c:pt idx="229">
                  <c:v>23.04831008712166</c:v>
                </c:pt>
                <c:pt idx="230">
                  <c:v>23.060837927964663</c:v>
                </c:pt>
                <c:pt idx="231">
                  <c:v>23.054306337588258</c:v>
                </c:pt>
                <c:pt idx="232">
                  <c:v>23.054035246526244</c:v>
                </c:pt>
                <c:pt idx="233">
                  <c:v>23.048283478510758</c:v>
                </c:pt>
                <c:pt idx="234">
                  <c:v>23.035997966088466</c:v>
                </c:pt>
                <c:pt idx="235">
                  <c:v>23.019170047016146</c:v>
                </c:pt>
                <c:pt idx="236">
                  <c:v>22.990841569543122</c:v>
                </c:pt>
                <c:pt idx="237">
                  <c:v>22.956936307348208</c:v>
                </c:pt>
                <c:pt idx="238">
                  <c:v>22.925605745027166</c:v>
                </c:pt>
                <c:pt idx="239">
                  <c:v>22.900885268484686</c:v>
                </c:pt>
                <c:pt idx="240">
                  <c:v>22.867637175625195</c:v>
                </c:pt>
                <c:pt idx="241">
                  <c:v>22.830260123246017</c:v>
                </c:pt>
                <c:pt idx="242">
                  <c:v>22.822640240683754</c:v>
                </c:pt>
                <c:pt idx="243">
                  <c:v>22.812571288903371</c:v>
                </c:pt>
                <c:pt idx="244">
                  <c:v>22.818793332439622</c:v>
                </c:pt>
                <c:pt idx="245">
                  <c:v>22.832030292763143</c:v>
                </c:pt>
                <c:pt idx="246">
                  <c:v>22.834016308797743</c:v>
                </c:pt>
                <c:pt idx="247">
                  <c:v>22.84638658865191</c:v>
                </c:pt>
                <c:pt idx="248">
                  <c:v>22.871452597013093</c:v>
                </c:pt>
                <c:pt idx="249">
                  <c:v>22.883532082762411</c:v>
                </c:pt>
                <c:pt idx="250">
                  <c:v>22.895063177711815</c:v>
                </c:pt>
                <c:pt idx="251">
                  <c:v>22.968370851052345</c:v>
                </c:pt>
                <c:pt idx="252">
                  <c:v>22.991539095271751</c:v>
                </c:pt>
                <c:pt idx="253">
                  <c:v>22.996982393462289</c:v>
                </c:pt>
                <c:pt idx="254">
                  <c:v>22.993824141409814</c:v>
                </c:pt>
                <c:pt idx="255">
                  <c:v>23.000464763737074</c:v>
                </c:pt>
                <c:pt idx="256">
                  <c:v>23.011022997188864</c:v>
                </c:pt>
                <c:pt idx="257">
                  <c:v>23.007291456279138</c:v>
                </c:pt>
                <c:pt idx="258">
                  <c:v>23.003617504005859</c:v>
                </c:pt>
                <c:pt idx="259">
                  <c:v>23</c:v>
                </c:pt>
                <c:pt idx="260">
                  <c:v>22.964292637954877</c:v>
                </c:pt>
                <c:pt idx="261">
                  <c:v>22.94166448518293</c:v>
                </c:pt>
                <c:pt idx="262">
                  <c:v>23.014500552572152</c:v>
                </c:pt>
                <c:pt idx="263">
                  <c:v>22.983267301742409</c:v>
                </c:pt>
                <c:pt idx="264">
                  <c:v>22.965865967105167</c:v>
                </c:pt>
                <c:pt idx="265">
                  <c:v>22.991351441211059</c:v>
                </c:pt>
                <c:pt idx="266">
                  <c:v>22.968579221817233</c:v>
                </c:pt>
                <c:pt idx="267">
                  <c:v>22.932854184052015</c:v>
                </c:pt>
                <c:pt idx="268">
                  <c:v>22.87806287285316</c:v>
                </c:pt>
                <c:pt idx="269">
                  <c:v>22.872748056240972</c:v>
                </c:pt>
                <c:pt idx="270">
                  <c:v>22.835179801986317</c:v>
                </c:pt>
                <c:pt idx="271">
                  <c:v>22.809718085568729</c:v>
                </c:pt>
                <c:pt idx="272">
                  <c:v>22.788074007923282</c:v>
                </c:pt>
                <c:pt idx="273">
                  <c:v>22.773677989179671</c:v>
                </c:pt>
                <c:pt idx="274">
                  <c:v>22.765487668682756</c:v>
                </c:pt>
                <c:pt idx="275">
                  <c:v>22.744147119263086</c:v>
                </c:pt>
                <c:pt idx="276">
                  <c:v>22.741445648364419</c:v>
                </c:pt>
                <c:pt idx="277">
                  <c:v>22.727972504942233</c:v>
                </c:pt>
                <c:pt idx="278">
                  <c:v>22.789080066830692</c:v>
                </c:pt>
                <c:pt idx="279">
                  <c:v>22.806890667245128</c:v>
                </c:pt>
                <c:pt idx="280">
                  <c:v>22.816925091185176</c:v>
                </c:pt>
                <c:pt idx="281">
                  <c:v>22.859878864932409</c:v>
                </c:pt>
                <c:pt idx="282">
                  <c:v>22.961255455082004</c:v>
                </c:pt>
                <c:pt idx="283">
                  <c:v>23.022903868663949</c:v>
                </c:pt>
                <c:pt idx="284">
                  <c:v>23.01969930495774</c:v>
                </c:pt>
                <c:pt idx="285">
                  <c:v>22.955830466149919</c:v>
                </c:pt>
                <c:pt idx="286">
                  <c:v>22.897552349907794</c:v>
                </c:pt>
                <c:pt idx="287">
                  <c:v>23.081952494253173</c:v>
                </c:pt>
                <c:pt idx="288">
                  <c:v>23.201008288962417</c:v>
                </c:pt>
                <c:pt idx="289">
                  <c:v>23.318160554330856</c:v>
                </c:pt>
                <c:pt idx="290">
                  <c:v>23.36220262026395</c:v>
                </c:pt>
                <c:pt idx="291">
                  <c:v>23.441344484959924</c:v>
                </c:pt>
                <c:pt idx="292">
                  <c:v>23.391409498665894</c:v>
                </c:pt>
                <c:pt idx="293">
                  <c:v>23.447574447725607</c:v>
                </c:pt>
                <c:pt idx="294">
                  <c:v>23.538540798983096</c:v>
                </c:pt>
                <c:pt idx="295">
                  <c:v>23.62024633998557</c:v>
                </c:pt>
                <c:pt idx="296">
                  <c:v>23.70960477089859</c:v>
                </c:pt>
                <c:pt idx="297">
                  <c:v>23.767707840493287</c:v>
                </c:pt>
                <c:pt idx="298">
                  <c:v>23.747942710900482</c:v>
                </c:pt>
                <c:pt idx="299">
                  <c:v>23.823561468805455</c:v>
                </c:pt>
                <c:pt idx="300">
                  <c:v>23.940415717731799</c:v>
                </c:pt>
                <c:pt idx="301">
                  <c:v>23.893347492493202</c:v>
                </c:pt>
                <c:pt idx="302">
                  <c:v>23.851133691544362</c:v>
                </c:pt>
                <c:pt idx="303">
                  <c:v>24.008832158204154</c:v>
                </c:pt>
                <c:pt idx="304">
                  <c:v>24.12625659164981</c:v>
                </c:pt>
                <c:pt idx="305">
                  <c:v>24.176872504967573</c:v>
                </c:pt>
                <c:pt idx="306">
                  <c:v>24.133114517632762</c:v>
                </c:pt>
                <c:pt idx="307">
                  <c:v>24.111451053713658</c:v>
                </c:pt>
                <c:pt idx="308">
                  <c:v>24.0823332508044</c:v>
                </c:pt>
                <c:pt idx="309">
                  <c:v>24.041206094841705</c:v>
                </c:pt>
                <c:pt idx="310">
                  <c:v>23.994636337580655</c:v>
                </c:pt>
                <c:pt idx="311">
                  <c:v>23.922350878375585</c:v>
                </c:pt>
                <c:pt idx="312">
                  <c:v>24.000098831983344</c:v>
                </c:pt>
                <c:pt idx="313">
                  <c:v>23.965672991322297</c:v>
                </c:pt>
                <c:pt idx="314">
                  <c:v>23.936310135777404</c:v>
                </c:pt>
                <c:pt idx="315">
                  <c:v>23.969602449614058</c:v>
                </c:pt>
                <c:pt idx="316">
                  <c:v>23.906772043523574</c:v>
                </c:pt>
                <c:pt idx="317">
                  <c:v>23.963373627217415</c:v>
                </c:pt>
                <c:pt idx="318">
                  <c:v>24.019721415446323</c:v>
                </c:pt>
                <c:pt idx="319">
                  <c:v>23.996458520596708</c:v>
                </c:pt>
                <c:pt idx="320">
                  <c:v>23.995589305973937</c:v>
                </c:pt>
                <c:pt idx="321">
                  <c:v>24.120353407967528</c:v>
                </c:pt>
                <c:pt idx="322">
                  <c:v>24.158787519091675</c:v>
                </c:pt>
                <c:pt idx="323">
                  <c:v>24.185869509851646</c:v>
                </c:pt>
                <c:pt idx="324">
                  <c:v>24.216860432260685</c:v>
                </c:pt>
                <c:pt idx="325">
                  <c:v>24.255066342869434</c:v>
                </c:pt>
                <c:pt idx="326">
                  <c:v>24.293917448938707</c:v>
                </c:pt>
                <c:pt idx="327">
                  <c:v>24.329805622830285</c:v>
                </c:pt>
                <c:pt idx="328">
                  <c:v>24.372305909823162</c:v>
                </c:pt>
                <c:pt idx="329">
                  <c:v>24.409540226011003</c:v>
                </c:pt>
                <c:pt idx="330">
                  <c:v>24.416897126802191</c:v>
                </c:pt>
                <c:pt idx="331">
                  <c:v>24.430679627003023</c:v>
                </c:pt>
                <c:pt idx="332">
                  <c:v>24.405603925505009</c:v>
                </c:pt>
                <c:pt idx="333">
                  <c:v>24.347139992463426</c:v>
                </c:pt>
                <c:pt idx="334">
                  <c:v>24.329461991626648</c:v>
                </c:pt>
                <c:pt idx="335">
                  <c:v>24.244630699089299</c:v>
                </c:pt>
                <c:pt idx="336">
                  <c:v>24.178859534663541</c:v>
                </c:pt>
                <c:pt idx="337">
                  <c:v>24.134182663298944</c:v>
                </c:pt>
                <c:pt idx="338">
                  <c:v>24.060848064578337</c:v>
                </c:pt>
                <c:pt idx="339">
                  <c:v>23.967300297940415</c:v>
                </c:pt>
                <c:pt idx="340">
                  <c:v>23.89809472209333</c:v>
                </c:pt>
                <c:pt idx="341">
                  <c:v>23.906899131317548</c:v>
                </c:pt>
                <c:pt idx="342">
                  <c:v>23.893005001658601</c:v>
                </c:pt>
                <c:pt idx="343">
                  <c:v>23.839241669794234</c:v>
                </c:pt>
                <c:pt idx="344">
                  <c:v>23.898987631050574</c:v>
                </c:pt>
                <c:pt idx="345">
                  <c:v>23.944583133029621</c:v>
                </c:pt>
                <c:pt idx="346">
                  <c:v>24.007945077799775</c:v>
                </c:pt>
                <c:pt idx="347">
                  <c:v>24.070257122808368</c:v>
                </c:pt>
                <c:pt idx="348">
                  <c:v>24.082957919622224</c:v>
                </c:pt>
                <c:pt idx="349">
                  <c:v>24.043498996855366</c:v>
                </c:pt>
                <c:pt idx="350">
                  <c:v>24.103225571838053</c:v>
                </c:pt>
                <c:pt idx="351">
                  <c:v>24.291666107041117</c:v>
                </c:pt>
                <c:pt idx="352">
                  <c:v>24.341813201976333</c:v>
                </c:pt>
                <c:pt idx="353">
                  <c:v>24.3740007516299</c:v>
                </c:pt>
                <c:pt idx="354">
                  <c:v>24.374354012616536</c:v>
                </c:pt>
                <c:pt idx="355">
                  <c:v>24.355661590166061</c:v>
                </c:pt>
                <c:pt idx="356">
                  <c:v>24.565411694763245</c:v>
                </c:pt>
                <c:pt idx="357">
                  <c:v>24.672873484164448</c:v>
                </c:pt>
                <c:pt idx="358">
                  <c:v>24.570075550715885</c:v>
                </c:pt>
                <c:pt idx="359">
                  <c:v>24.815565581229627</c:v>
                </c:pt>
                <c:pt idx="360">
                  <c:v>24.957981708987454</c:v>
                </c:pt>
                <c:pt idx="361">
                  <c:v>24.918610848051909</c:v>
                </c:pt>
                <c:pt idx="362">
                  <c:v>24.851938031839619</c:v>
                </c:pt>
                <c:pt idx="363">
                  <c:v>24.723315554557669</c:v>
                </c:pt>
                <c:pt idx="364">
                  <c:v>24.645602192144072</c:v>
                </c:pt>
                <c:pt idx="365">
                  <c:v>24.522593371516265</c:v>
                </c:pt>
                <c:pt idx="366">
                  <c:v>24.369208667514254</c:v>
                </c:pt>
                <c:pt idx="367">
                  <c:v>24.274470609015349</c:v>
                </c:pt>
                <c:pt idx="368">
                  <c:v>24.180862022695369</c:v>
                </c:pt>
                <c:pt idx="369">
                  <c:v>24.044819924325108</c:v>
                </c:pt>
                <c:pt idx="370">
                  <c:v>23.998598993282211</c:v>
                </c:pt>
                <c:pt idx="371">
                  <c:v>23.882043140920974</c:v>
                </c:pt>
                <c:pt idx="372">
                  <c:v>23.800956186768119</c:v>
                </c:pt>
                <c:pt idx="373">
                  <c:v>23.676433716303045</c:v>
                </c:pt>
                <c:pt idx="374">
                  <c:v>23.600566357947649</c:v>
                </c:pt>
                <c:pt idx="375">
                  <c:v>23.532006484391768</c:v>
                </c:pt>
                <c:pt idx="376">
                  <c:v>23.406136477846051</c:v>
                </c:pt>
                <c:pt idx="377">
                  <c:v>23.332225739345592</c:v>
                </c:pt>
                <c:pt idx="378">
                  <c:v>23.243194214223642</c:v>
                </c:pt>
                <c:pt idx="379">
                  <c:v>23.130244715593228</c:v>
                </c:pt>
                <c:pt idx="380">
                  <c:v>23.036521395477195</c:v>
                </c:pt>
                <c:pt idx="381">
                  <c:v>22.894902322323532</c:v>
                </c:pt>
                <c:pt idx="382">
                  <c:v>22.809777321404901</c:v>
                </c:pt>
                <c:pt idx="383">
                  <c:v>22.692800672868415</c:v>
                </c:pt>
                <c:pt idx="384">
                  <c:v>22.610891132515697</c:v>
                </c:pt>
                <c:pt idx="385">
                  <c:v>22.552367520161091</c:v>
                </c:pt>
                <c:pt idx="386">
                  <c:v>22.514534541904887</c:v>
                </c:pt>
                <c:pt idx="387">
                  <c:v>22.478429222742204</c:v>
                </c:pt>
                <c:pt idx="388">
                  <c:v>22.444542364836494</c:v>
                </c:pt>
                <c:pt idx="389">
                  <c:v>22.424695888918933</c:v>
                </c:pt>
                <c:pt idx="390">
                  <c:v>22.398666015304766</c:v>
                </c:pt>
                <c:pt idx="391">
                  <c:v>22.383452288606623</c:v>
                </c:pt>
                <c:pt idx="392">
                  <c:v>22.411938485453071</c:v>
                </c:pt>
                <c:pt idx="393">
                  <c:v>22.405111666203336</c:v>
                </c:pt>
                <c:pt idx="394">
                  <c:v>22.395521764449931</c:v>
                </c:pt>
                <c:pt idx="395">
                  <c:v>22.38900870507041</c:v>
                </c:pt>
                <c:pt idx="396">
                  <c:v>22.388309056988295</c:v>
                </c:pt>
                <c:pt idx="397">
                  <c:v>22.383663605324863</c:v>
                </c:pt>
                <c:pt idx="398">
                  <c:v>22.359365382095849</c:v>
                </c:pt>
                <c:pt idx="399">
                  <c:v>22.347941038359227</c:v>
                </c:pt>
                <c:pt idx="400">
                  <c:v>22.362537096838366</c:v>
                </c:pt>
                <c:pt idx="401">
                  <c:v>22.347046577233012</c:v>
                </c:pt>
                <c:pt idx="402">
                  <c:v>22.338999816527291</c:v>
                </c:pt>
                <c:pt idx="403">
                  <c:v>22.312082133939636</c:v>
                </c:pt>
                <c:pt idx="404">
                  <c:v>22.291348514263863</c:v>
                </c:pt>
                <c:pt idx="405">
                  <c:v>22.258249825586891</c:v>
                </c:pt>
                <c:pt idx="406">
                  <c:v>22.226798320793918</c:v>
                </c:pt>
                <c:pt idx="407">
                  <c:v>22.191043332502975</c:v>
                </c:pt>
                <c:pt idx="408">
                  <c:v>22.158154249990687</c:v>
                </c:pt>
                <c:pt idx="409">
                  <c:v>22.145115967295229</c:v>
                </c:pt>
                <c:pt idx="410">
                  <c:v>22.130211739921862</c:v>
                </c:pt>
                <c:pt idx="411">
                  <c:v>22.124223574988513</c:v>
                </c:pt>
                <c:pt idx="412">
                  <c:v>22.112406960141062</c:v>
                </c:pt>
                <c:pt idx="413">
                  <c:v>22.102960206378921</c:v>
                </c:pt>
                <c:pt idx="414">
                  <c:v>22.103552802317534</c:v>
                </c:pt>
                <c:pt idx="415">
                  <c:v>22.094987094506944</c:v>
                </c:pt>
                <c:pt idx="416">
                  <c:v>22.078477987773216</c:v>
                </c:pt>
                <c:pt idx="417">
                  <c:v>22.05980541883094</c:v>
                </c:pt>
                <c:pt idx="418">
                  <c:v>22.043964362453881</c:v>
                </c:pt>
                <c:pt idx="419">
                  <c:v>22.066266151901971</c:v>
                </c:pt>
                <c:pt idx="420">
                  <c:v>22.062579568457746</c:v>
                </c:pt>
                <c:pt idx="421">
                  <c:v>22.052704574444686</c:v>
                </c:pt>
                <c:pt idx="422">
                  <c:v>22.058147939948672</c:v>
                </c:pt>
                <c:pt idx="423">
                  <c:v>22.064355879337299</c:v>
                </c:pt>
                <c:pt idx="424">
                  <c:v>22.058565758493657</c:v>
                </c:pt>
                <c:pt idx="425">
                  <c:v>22.054523193807491</c:v>
                </c:pt>
                <c:pt idx="426">
                  <c:v>22.049962497697088</c:v>
                </c:pt>
                <c:pt idx="427">
                  <c:v>22.060541855693394</c:v>
                </c:pt>
                <c:pt idx="428">
                  <c:v>22.031378000485162</c:v>
                </c:pt>
                <c:pt idx="429">
                  <c:v>22.015378192265143</c:v>
                </c:pt>
                <c:pt idx="430">
                  <c:v>22.00504671456433</c:v>
                </c:pt>
                <c:pt idx="431">
                  <c:v>22.004681316863639</c:v>
                </c:pt>
                <c:pt idx="432">
                  <c:v>22.012207462476791</c:v>
                </c:pt>
                <c:pt idx="433">
                  <c:v>22.038626263307158</c:v>
                </c:pt>
                <c:pt idx="434">
                  <c:v>22.090275699420008</c:v>
                </c:pt>
                <c:pt idx="435">
                  <c:v>22.236332455333645</c:v>
                </c:pt>
                <c:pt idx="436">
                  <c:v>22.228497977492157</c:v>
                </c:pt>
                <c:pt idx="437">
                  <c:v>22.082592431345351</c:v>
                </c:pt>
                <c:pt idx="438">
                  <c:v>22.136078368441073</c:v>
                </c:pt>
                <c:pt idx="439">
                  <c:v>22.17504401824489</c:v>
                </c:pt>
                <c:pt idx="440">
                  <c:v>22.13863960562491</c:v>
                </c:pt>
                <c:pt idx="441">
                  <c:v>22.150022975268435</c:v>
                </c:pt>
                <c:pt idx="442">
                  <c:v>22.211093744416942</c:v>
                </c:pt>
                <c:pt idx="443">
                  <c:v>22.242892840028272</c:v>
                </c:pt>
                <c:pt idx="444">
                  <c:v>22.290189994351373</c:v>
                </c:pt>
                <c:pt idx="445">
                  <c:v>22.31221413165586</c:v>
                </c:pt>
                <c:pt idx="446">
                  <c:v>22.278788806441614</c:v>
                </c:pt>
                <c:pt idx="447">
                  <c:v>22.24756621489469</c:v>
                </c:pt>
                <c:pt idx="448">
                  <c:v>22.291332232328145</c:v>
                </c:pt>
                <c:pt idx="449">
                  <c:v>22.292468324982874</c:v>
                </c:pt>
                <c:pt idx="450">
                  <c:v>22.309526028416474</c:v>
                </c:pt>
                <c:pt idx="451">
                  <c:v>22.313730917507986</c:v>
                </c:pt>
                <c:pt idx="452">
                  <c:v>22.345823024608404</c:v>
                </c:pt>
                <c:pt idx="453">
                  <c:v>22.340800079116267</c:v>
                </c:pt>
                <c:pt idx="454">
                  <c:v>22.337847441936844</c:v>
                </c:pt>
                <c:pt idx="455">
                  <c:v>22.334442173279836</c:v>
                </c:pt>
                <c:pt idx="456">
                  <c:v>22.331023378578951</c:v>
                </c:pt>
                <c:pt idx="457">
                  <c:v>22.311024885133161</c:v>
                </c:pt>
                <c:pt idx="458">
                  <c:v>22.322299967233395</c:v>
                </c:pt>
                <c:pt idx="459">
                  <c:v>22.358361920695696</c:v>
                </c:pt>
                <c:pt idx="460">
                  <c:v>22.369916551594983</c:v>
                </c:pt>
                <c:pt idx="461">
                  <c:v>22.356488769519</c:v>
                </c:pt>
                <c:pt idx="462">
                  <c:v>22.366900180457066</c:v>
                </c:pt>
                <c:pt idx="463">
                  <c:v>22.396258632910392</c:v>
                </c:pt>
                <c:pt idx="464">
                  <c:v>22.408566762651951</c:v>
                </c:pt>
                <c:pt idx="465">
                  <c:v>22.412502366265752</c:v>
                </c:pt>
                <c:pt idx="466">
                  <c:v>22.408516237968154</c:v>
                </c:pt>
                <c:pt idx="467">
                  <c:v>22.425857766584702</c:v>
                </c:pt>
                <c:pt idx="468">
                  <c:v>22.440906741633682</c:v>
                </c:pt>
                <c:pt idx="469">
                  <c:v>22.43551564700358</c:v>
                </c:pt>
                <c:pt idx="470">
                  <c:v>22.425153303611093</c:v>
                </c:pt>
                <c:pt idx="471">
                  <c:v>22.434011753656971</c:v>
                </c:pt>
                <c:pt idx="472">
                  <c:v>22.461770490087531</c:v>
                </c:pt>
                <c:pt idx="473">
                  <c:v>22.475923515195163</c:v>
                </c:pt>
                <c:pt idx="474">
                  <c:v>22.471972389891665</c:v>
                </c:pt>
                <c:pt idx="475">
                  <c:v>22.46989115304234</c:v>
                </c:pt>
                <c:pt idx="476">
                  <c:v>22.48068382736232</c:v>
                </c:pt>
                <c:pt idx="477">
                  <c:v>22.473508625371284</c:v>
                </c:pt>
                <c:pt idx="478">
                  <c:v>22.480425660482741</c:v>
                </c:pt>
                <c:pt idx="479">
                  <c:v>22.49252693995146</c:v>
                </c:pt>
                <c:pt idx="480">
                  <c:v>22.502386665690171</c:v>
                </c:pt>
                <c:pt idx="481">
                  <c:v>22.51213504706303</c:v>
                </c:pt>
                <c:pt idx="482">
                  <c:v>22.516652650686463</c:v>
                </c:pt>
                <c:pt idx="483">
                  <c:v>22.50924215255046</c:v>
                </c:pt>
                <c:pt idx="484">
                  <c:v>22.521260058371688</c:v>
                </c:pt>
                <c:pt idx="485">
                  <c:v>22.532561907467414</c:v>
                </c:pt>
                <c:pt idx="486">
                  <c:v>22.535452109441977</c:v>
                </c:pt>
                <c:pt idx="487">
                  <c:v>22.538293719024725</c:v>
                </c:pt>
                <c:pt idx="488">
                  <c:v>22.550021654340966</c:v>
                </c:pt>
                <c:pt idx="489">
                  <c:v>22.563928898243859</c:v>
                </c:pt>
                <c:pt idx="490">
                  <c:v>22.559908717259688</c:v>
                </c:pt>
                <c:pt idx="491">
                  <c:v>22.5666522895696</c:v>
                </c:pt>
                <c:pt idx="492">
                  <c:v>22.584736451845636</c:v>
                </c:pt>
                <c:pt idx="493">
                  <c:v>22.586852850073655</c:v>
                </c:pt>
                <c:pt idx="494">
                  <c:v>22.595816404132595</c:v>
                </c:pt>
                <c:pt idx="495">
                  <c:v>22.589153481255249</c:v>
                </c:pt>
                <c:pt idx="496">
                  <c:v>22.577596981417813</c:v>
                </c:pt>
                <c:pt idx="497">
                  <c:v>22.583420592682732</c:v>
                </c:pt>
                <c:pt idx="498">
                  <c:v>22.599548071749993</c:v>
                </c:pt>
                <c:pt idx="499">
                  <c:v>22.615832795036908</c:v>
                </c:pt>
                <c:pt idx="500">
                  <c:v>22.621538948290851</c:v>
                </c:pt>
                <c:pt idx="501">
                  <c:v>22.62641858740713</c:v>
                </c:pt>
                <c:pt idx="502">
                  <c:v>22.629106817354184</c:v>
                </c:pt>
                <c:pt idx="503">
                  <c:v>22.627210256935282</c:v>
                </c:pt>
                <c:pt idx="504">
                  <c:v>22.621340207308954</c:v>
                </c:pt>
                <c:pt idx="505">
                  <c:v>22.636097279560964</c:v>
                </c:pt>
                <c:pt idx="506">
                  <c:v>22.657997686824757</c:v>
                </c:pt>
                <c:pt idx="507">
                  <c:v>22.69316761828351</c:v>
                </c:pt>
                <c:pt idx="508">
                  <c:v>22.717525837594724</c:v>
                </c:pt>
                <c:pt idx="509">
                  <c:v>22.737430662394758</c:v>
                </c:pt>
                <c:pt idx="510">
                  <c:v>22.755970972286246</c:v>
                </c:pt>
                <c:pt idx="511">
                  <c:v>22.781172177732341</c:v>
                </c:pt>
                <c:pt idx="512">
                  <c:v>22.805162501320929</c:v>
                </c:pt>
                <c:pt idx="513">
                  <c:v>22.83382586716829</c:v>
                </c:pt>
                <c:pt idx="514">
                  <c:v>22.905442056455364</c:v>
                </c:pt>
                <c:pt idx="515">
                  <c:v>22.95604384186781</c:v>
                </c:pt>
                <c:pt idx="516">
                  <c:v>22.995321192542189</c:v>
                </c:pt>
                <c:pt idx="517">
                  <c:v>23.024082756834545</c:v>
                </c:pt>
                <c:pt idx="518">
                  <c:v>23.043637868462739</c:v>
                </c:pt>
                <c:pt idx="519">
                  <c:v>23.074502209908488</c:v>
                </c:pt>
                <c:pt idx="520">
                  <c:v>23.095236399768783</c:v>
                </c:pt>
                <c:pt idx="521">
                  <c:v>23.125372425521864</c:v>
                </c:pt>
                <c:pt idx="522">
                  <c:v>23.132131012690785</c:v>
                </c:pt>
                <c:pt idx="523">
                  <c:v>23.136430457381746</c:v>
                </c:pt>
                <c:pt idx="524">
                  <c:v>23.173508669718967</c:v>
                </c:pt>
                <c:pt idx="525">
                  <c:v>23.167560378105826</c:v>
                </c:pt>
                <c:pt idx="526">
                  <c:v>23.171806985697998</c:v>
                </c:pt>
                <c:pt idx="527">
                  <c:v>23.168068222451026</c:v>
                </c:pt>
                <c:pt idx="528">
                  <c:v>23.167406808408625</c:v>
                </c:pt>
                <c:pt idx="529">
                  <c:v>23.18363311945923</c:v>
                </c:pt>
                <c:pt idx="530">
                  <c:v>23.144054204527972</c:v>
                </c:pt>
                <c:pt idx="531">
                  <c:v>23.117776427355579</c:v>
                </c:pt>
                <c:pt idx="532">
                  <c:v>23.121171179275894</c:v>
                </c:pt>
                <c:pt idx="533">
                  <c:v>23.112697857195894</c:v>
                </c:pt>
                <c:pt idx="534">
                  <c:v>23.109259771252106</c:v>
                </c:pt>
                <c:pt idx="535">
                  <c:v>23.101867012190038</c:v>
                </c:pt>
                <c:pt idx="536">
                  <c:v>23.095637556255035</c:v>
                </c:pt>
                <c:pt idx="537">
                  <c:v>23.109548664741894</c:v>
                </c:pt>
                <c:pt idx="538">
                  <c:v>23.13490920508422</c:v>
                </c:pt>
                <c:pt idx="539">
                  <c:v>23.169599357946886</c:v>
                </c:pt>
                <c:pt idx="540">
                  <c:v>23.177109828435277</c:v>
                </c:pt>
                <c:pt idx="541">
                  <c:v>23.185152851264704</c:v>
                </c:pt>
                <c:pt idx="542">
                  <c:v>23.230733908569263</c:v>
                </c:pt>
                <c:pt idx="543">
                  <c:v>23.252865684040231</c:v>
                </c:pt>
                <c:pt idx="544">
                  <c:v>23.287786444864043</c:v>
                </c:pt>
                <c:pt idx="545">
                  <c:v>23.314471080367888</c:v>
                </c:pt>
                <c:pt idx="546">
                  <c:v>23.333372190352428</c:v>
                </c:pt>
                <c:pt idx="547">
                  <c:v>23.362228088505812</c:v>
                </c:pt>
                <c:pt idx="548">
                  <c:v>23.372236854142493</c:v>
                </c:pt>
                <c:pt idx="549">
                  <c:v>23.388657534760348</c:v>
                </c:pt>
                <c:pt idx="550">
                  <c:v>23.411871647156637</c:v>
                </c:pt>
                <c:pt idx="551">
                  <c:v>23.415753336656451</c:v>
                </c:pt>
                <c:pt idx="552">
                  <c:v>23.449593027631646</c:v>
                </c:pt>
                <c:pt idx="553">
                  <c:v>23.448106746651305</c:v>
                </c:pt>
                <c:pt idx="554">
                  <c:v>23.422064645746893</c:v>
                </c:pt>
                <c:pt idx="555">
                  <c:v>23.405725691576801</c:v>
                </c:pt>
                <c:pt idx="556">
                  <c:v>23.371957210312683</c:v>
                </c:pt>
                <c:pt idx="557">
                  <c:v>23.333526647003325</c:v>
                </c:pt>
                <c:pt idx="558">
                  <c:v>23.321652871157809</c:v>
                </c:pt>
                <c:pt idx="559">
                  <c:v>23.28751364324847</c:v>
                </c:pt>
                <c:pt idx="560">
                  <c:v>23.282038224663342</c:v>
                </c:pt>
                <c:pt idx="561">
                  <c:v>23.271041519316203</c:v>
                </c:pt>
                <c:pt idx="562">
                  <c:v>23.228047832652617</c:v>
                </c:pt>
                <c:pt idx="563">
                  <c:v>23.167021997211922</c:v>
                </c:pt>
                <c:pt idx="564">
                  <c:v>23.168337602959486</c:v>
                </c:pt>
                <c:pt idx="565">
                  <c:v>23.146983685880532</c:v>
                </c:pt>
                <c:pt idx="566">
                  <c:v>23.1379563978631</c:v>
                </c:pt>
                <c:pt idx="567">
                  <c:v>23.139906302211479</c:v>
                </c:pt>
                <c:pt idx="568">
                  <c:v>23.115868970076971</c:v>
                </c:pt>
                <c:pt idx="569">
                  <c:v>23.11471098867208</c:v>
                </c:pt>
                <c:pt idx="570">
                  <c:v>23.071290297157361</c:v>
                </c:pt>
                <c:pt idx="571">
                  <c:v>22.975511335141537</c:v>
                </c:pt>
                <c:pt idx="572">
                  <c:v>22.935555591596849</c:v>
                </c:pt>
                <c:pt idx="573">
                  <c:v>22.867776870832426</c:v>
                </c:pt>
                <c:pt idx="574">
                  <c:v>22.829922003826066</c:v>
                </c:pt>
                <c:pt idx="575">
                  <c:v>22.843591924261251</c:v>
                </c:pt>
                <c:pt idx="576">
                  <c:v>22.78894512316112</c:v>
                </c:pt>
                <c:pt idx="577">
                  <c:v>22.658956420417063</c:v>
                </c:pt>
                <c:pt idx="578">
                  <c:v>22.668060619990772</c:v>
                </c:pt>
                <c:pt idx="579">
                  <c:v>22.532035373740747</c:v>
                </c:pt>
                <c:pt idx="580">
                  <c:v>22.521512491729155</c:v>
                </c:pt>
                <c:pt idx="581">
                  <c:v>22.458456134184438</c:v>
                </c:pt>
                <c:pt idx="582">
                  <c:v>22.35148023702444</c:v>
                </c:pt>
                <c:pt idx="583">
                  <c:v>21.924047129805167</c:v>
                </c:pt>
                <c:pt idx="584">
                  <c:v>21.863271351953109</c:v>
                </c:pt>
                <c:pt idx="585">
                  <c:v>21.869831261493971</c:v>
                </c:pt>
                <c:pt idx="586">
                  <c:v>20.699213094680282</c:v>
                </c:pt>
                <c:pt idx="587">
                  <c:v>21.196696680335048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77BE-418F-8705-C8EC33B01BAD}"/>
            </c:ext>
          </c:extLst>
        </c:ser>
        <c:ser>
          <c:idx val="15"/>
          <c:order val="15"/>
          <c:tx>
            <c:strRef>
              <c:f>Sheet2!$Q$1</c:f>
              <c:strCache>
                <c:ptCount val="1"/>
                <c:pt idx="0">
                  <c:v>S16_z/O-PTIR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Sheet2!$Q$2:$Q$589</c:f>
              <c:numCache>
                <c:formatCode>General</c:formatCode>
                <c:ptCount val="588"/>
                <c:pt idx="0">
                  <c:v>23.389882982048512</c:v>
                </c:pt>
                <c:pt idx="1">
                  <c:v>23.397806722745017</c:v>
                </c:pt>
                <c:pt idx="2">
                  <c:v>23.585426455519954</c:v>
                </c:pt>
                <c:pt idx="3">
                  <c:v>23.716739423864642</c:v>
                </c:pt>
                <c:pt idx="4">
                  <c:v>23.739950530353454</c:v>
                </c:pt>
                <c:pt idx="5">
                  <c:v>23.723475802435452</c:v>
                </c:pt>
                <c:pt idx="6">
                  <c:v>23.789798012063464</c:v>
                </c:pt>
                <c:pt idx="7">
                  <c:v>23.869912724118887</c:v>
                </c:pt>
                <c:pt idx="8">
                  <c:v>23.908121625358486</c:v>
                </c:pt>
                <c:pt idx="9">
                  <c:v>23.899949655439055</c:v>
                </c:pt>
                <c:pt idx="10">
                  <c:v>23.914914865440174</c:v>
                </c:pt>
                <c:pt idx="11">
                  <c:v>23.904612008749567</c:v>
                </c:pt>
                <c:pt idx="12">
                  <c:v>23.863167139398698</c:v>
                </c:pt>
                <c:pt idx="13">
                  <c:v>23.85499207874906</c:v>
                </c:pt>
                <c:pt idx="14">
                  <c:v>23.854932218965715</c:v>
                </c:pt>
                <c:pt idx="15">
                  <c:v>23.814700421596736</c:v>
                </c:pt>
                <c:pt idx="16">
                  <c:v>23.786131930539828</c:v>
                </c:pt>
                <c:pt idx="17">
                  <c:v>23.781486721536197</c:v>
                </c:pt>
                <c:pt idx="18">
                  <c:v>23.78516704155199</c:v>
                </c:pt>
                <c:pt idx="19">
                  <c:v>23.783457260167523</c:v>
                </c:pt>
                <c:pt idx="20">
                  <c:v>23.78454625386064</c:v>
                </c:pt>
                <c:pt idx="21">
                  <c:v>23.774561610298971</c:v>
                </c:pt>
                <c:pt idx="22">
                  <c:v>23.789885741251673</c:v>
                </c:pt>
                <c:pt idx="23">
                  <c:v>23.810166478880593</c:v>
                </c:pt>
                <c:pt idx="24">
                  <c:v>23.819322938829007</c:v>
                </c:pt>
                <c:pt idx="25">
                  <c:v>23.820980257049428</c:v>
                </c:pt>
                <c:pt idx="26">
                  <c:v>23.816395621074577</c:v>
                </c:pt>
                <c:pt idx="27">
                  <c:v>23.828908059282426</c:v>
                </c:pt>
                <c:pt idx="28">
                  <c:v>23.825952977789115</c:v>
                </c:pt>
                <c:pt idx="29">
                  <c:v>23.829681085248893</c:v>
                </c:pt>
                <c:pt idx="30">
                  <c:v>23.834737334953687</c:v>
                </c:pt>
                <c:pt idx="31">
                  <c:v>23.843359706155564</c:v>
                </c:pt>
                <c:pt idx="32">
                  <c:v>23.854788381136803</c:v>
                </c:pt>
                <c:pt idx="33">
                  <c:v>23.86769682905874</c:v>
                </c:pt>
                <c:pt idx="34">
                  <c:v>23.879519955180712</c:v>
                </c:pt>
                <c:pt idx="35">
                  <c:v>23.894673911056501</c:v>
                </c:pt>
                <c:pt idx="36">
                  <c:v>23.908319986838244</c:v>
                </c:pt>
                <c:pt idx="37">
                  <c:v>23.928539385359958</c:v>
                </c:pt>
                <c:pt idx="38">
                  <c:v>23.947999388827917</c:v>
                </c:pt>
                <c:pt idx="39">
                  <c:v>23.970895465375737</c:v>
                </c:pt>
                <c:pt idx="40">
                  <c:v>24.002404588101818</c:v>
                </c:pt>
                <c:pt idx="41">
                  <c:v>24.033739256278384</c:v>
                </c:pt>
                <c:pt idx="42">
                  <c:v>24.058687736183298</c:v>
                </c:pt>
                <c:pt idx="43">
                  <c:v>24.083772525215341</c:v>
                </c:pt>
                <c:pt idx="44">
                  <c:v>24.107138128589803</c:v>
                </c:pt>
                <c:pt idx="45">
                  <c:v>24.132524752522329</c:v>
                </c:pt>
                <c:pt idx="46">
                  <c:v>24.15278890059081</c:v>
                </c:pt>
                <c:pt idx="47">
                  <c:v>24.169272636534462</c:v>
                </c:pt>
                <c:pt idx="48">
                  <c:v>24.189282499397969</c:v>
                </c:pt>
                <c:pt idx="49">
                  <c:v>24.213582982619108</c:v>
                </c:pt>
                <c:pt idx="50">
                  <c:v>24.232945271462796</c:v>
                </c:pt>
                <c:pt idx="51">
                  <c:v>24.243933002267699</c:v>
                </c:pt>
                <c:pt idx="52">
                  <c:v>24.267927740946725</c:v>
                </c:pt>
                <c:pt idx="53">
                  <c:v>24.290707690571519</c:v>
                </c:pt>
                <c:pt idx="54">
                  <c:v>24.300517245587734</c:v>
                </c:pt>
                <c:pt idx="55">
                  <c:v>24.301531956089864</c:v>
                </c:pt>
                <c:pt idx="56">
                  <c:v>24.324060473491414</c:v>
                </c:pt>
                <c:pt idx="57">
                  <c:v>24.342085400732458</c:v>
                </c:pt>
                <c:pt idx="58">
                  <c:v>24.357377329974707</c:v>
                </c:pt>
                <c:pt idx="59">
                  <c:v>24.371397991691062</c:v>
                </c:pt>
                <c:pt idx="60">
                  <c:v>24.392087022705404</c:v>
                </c:pt>
                <c:pt idx="61">
                  <c:v>24.419925678769264</c:v>
                </c:pt>
                <c:pt idx="62">
                  <c:v>24.454909786076033</c:v>
                </c:pt>
                <c:pt idx="63">
                  <c:v>24.482746645818064</c:v>
                </c:pt>
                <c:pt idx="64">
                  <c:v>24.509820068782219</c:v>
                </c:pt>
                <c:pt idx="65">
                  <c:v>24.546046068469661</c:v>
                </c:pt>
                <c:pt idx="66">
                  <c:v>24.577073935444208</c:v>
                </c:pt>
                <c:pt idx="67">
                  <c:v>24.605376148206275</c:v>
                </c:pt>
                <c:pt idx="68">
                  <c:v>24.642812551809357</c:v>
                </c:pt>
                <c:pt idx="69">
                  <c:v>24.678081111961255</c:v>
                </c:pt>
                <c:pt idx="70">
                  <c:v>24.712528330372749</c:v>
                </c:pt>
                <c:pt idx="71">
                  <c:v>24.755101052084562</c:v>
                </c:pt>
                <c:pt idx="72">
                  <c:v>24.793318116021894</c:v>
                </c:pt>
                <c:pt idx="73">
                  <c:v>24.836524199677868</c:v>
                </c:pt>
                <c:pt idx="74">
                  <c:v>24.882989445129926</c:v>
                </c:pt>
                <c:pt idx="75">
                  <c:v>24.925596402622507</c:v>
                </c:pt>
                <c:pt idx="76">
                  <c:v>24.969671166382412</c:v>
                </c:pt>
                <c:pt idx="77">
                  <c:v>25.013242114701914</c:v>
                </c:pt>
                <c:pt idx="78">
                  <c:v>25.048646244319002</c:v>
                </c:pt>
                <c:pt idx="79">
                  <c:v>25.07911143989671</c:v>
                </c:pt>
                <c:pt idx="80">
                  <c:v>25.11302081841902</c:v>
                </c:pt>
                <c:pt idx="81">
                  <c:v>25.15355460918747</c:v>
                </c:pt>
                <c:pt idx="82">
                  <c:v>25.178100713002401</c:v>
                </c:pt>
                <c:pt idx="83">
                  <c:v>25.203490454081631</c:v>
                </c:pt>
                <c:pt idx="84">
                  <c:v>25.219013527677042</c:v>
                </c:pt>
                <c:pt idx="85">
                  <c:v>25.232989756844596</c:v>
                </c:pt>
                <c:pt idx="86">
                  <c:v>25.230105286649113</c:v>
                </c:pt>
                <c:pt idx="87">
                  <c:v>25.235386155832188</c:v>
                </c:pt>
                <c:pt idx="88">
                  <c:v>25.227751259723519</c:v>
                </c:pt>
                <c:pt idx="89">
                  <c:v>25.22188394429585</c:v>
                </c:pt>
                <c:pt idx="90">
                  <c:v>25.210135682527802</c:v>
                </c:pt>
                <c:pt idx="91">
                  <c:v>25.184225008117792</c:v>
                </c:pt>
                <c:pt idx="92">
                  <c:v>25.162993963407658</c:v>
                </c:pt>
                <c:pt idx="93">
                  <c:v>25.129826465801258</c:v>
                </c:pt>
                <c:pt idx="94">
                  <c:v>25.1055632298416</c:v>
                </c:pt>
                <c:pt idx="95">
                  <c:v>25.071791428438292</c:v>
                </c:pt>
                <c:pt idx="96">
                  <c:v>25.039070686637682</c:v>
                </c:pt>
                <c:pt idx="97">
                  <c:v>25.006204442768819</c:v>
                </c:pt>
                <c:pt idx="98">
                  <c:v>24.957563534582313</c:v>
                </c:pt>
                <c:pt idx="99">
                  <c:v>24.911593334293485</c:v>
                </c:pt>
                <c:pt idx="100">
                  <c:v>24.869069113271092</c:v>
                </c:pt>
                <c:pt idx="101">
                  <c:v>24.827717573405902</c:v>
                </c:pt>
                <c:pt idx="102">
                  <c:v>24.792747097011841</c:v>
                </c:pt>
                <c:pt idx="103">
                  <c:v>24.769540098288392</c:v>
                </c:pt>
                <c:pt idx="104">
                  <c:v>24.742342095122005</c:v>
                </c:pt>
                <c:pt idx="105">
                  <c:v>24.70158091114304</c:v>
                </c:pt>
                <c:pt idx="106">
                  <c:v>24.65020177449124</c:v>
                </c:pt>
                <c:pt idx="107">
                  <c:v>24.589638361319146</c:v>
                </c:pt>
                <c:pt idx="108">
                  <c:v>24.52503586567866</c:v>
                </c:pt>
                <c:pt idx="109">
                  <c:v>24.448406678386434</c:v>
                </c:pt>
                <c:pt idx="110">
                  <c:v>24.372647227858035</c:v>
                </c:pt>
                <c:pt idx="111">
                  <c:v>24.300239661031959</c:v>
                </c:pt>
                <c:pt idx="112">
                  <c:v>24.245729641095956</c:v>
                </c:pt>
                <c:pt idx="113">
                  <c:v>24.193439240946248</c:v>
                </c:pt>
                <c:pt idx="114">
                  <c:v>24.152983960008381</c:v>
                </c:pt>
                <c:pt idx="115">
                  <c:v>24.117425875043839</c:v>
                </c:pt>
                <c:pt idx="116">
                  <c:v>24.080704513195197</c:v>
                </c:pt>
                <c:pt idx="117">
                  <c:v>24.062061915409515</c:v>
                </c:pt>
                <c:pt idx="118">
                  <c:v>24.035674845883513</c:v>
                </c:pt>
                <c:pt idx="119">
                  <c:v>24.00866297335854</c:v>
                </c:pt>
                <c:pt idx="120">
                  <c:v>23.986486746367707</c:v>
                </c:pt>
                <c:pt idx="121">
                  <c:v>23.954610064495352</c:v>
                </c:pt>
                <c:pt idx="122">
                  <c:v>23.927561578704836</c:v>
                </c:pt>
                <c:pt idx="123">
                  <c:v>23.904159256398842</c:v>
                </c:pt>
                <c:pt idx="124">
                  <c:v>23.885063774179944</c:v>
                </c:pt>
                <c:pt idx="125">
                  <c:v>23.88075783225376</c:v>
                </c:pt>
                <c:pt idx="126">
                  <c:v>23.876562047122171</c:v>
                </c:pt>
                <c:pt idx="127">
                  <c:v>23.863370969093438</c:v>
                </c:pt>
                <c:pt idx="128">
                  <c:v>23.84620209487052</c:v>
                </c:pt>
                <c:pt idx="129">
                  <c:v>23.838700285076275</c:v>
                </c:pt>
                <c:pt idx="130">
                  <c:v>23.826188533697362</c:v>
                </c:pt>
                <c:pt idx="131">
                  <c:v>23.819565812107061</c:v>
                </c:pt>
                <c:pt idx="132">
                  <c:v>23.815297038192867</c:v>
                </c:pt>
                <c:pt idx="133">
                  <c:v>23.812634625075404</c:v>
                </c:pt>
                <c:pt idx="134">
                  <c:v>23.800378294810862</c:v>
                </c:pt>
                <c:pt idx="135">
                  <c:v>23.800296113087125</c:v>
                </c:pt>
                <c:pt idx="136">
                  <c:v>23.797762665310479</c:v>
                </c:pt>
                <c:pt idx="137">
                  <c:v>23.802296475944136</c:v>
                </c:pt>
                <c:pt idx="138">
                  <c:v>23.798416737788685</c:v>
                </c:pt>
                <c:pt idx="139">
                  <c:v>23.820871024832247</c:v>
                </c:pt>
                <c:pt idx="140">
                  <c:v>23.840993421975124</c:v>
                </c:pt>
                <c:pt idx="141">
                  <c:v>23.859129219256189</c:v>
                </c:pt>
                <c:pt idx="142">
                  <c:v>23.874780994027443</c:v>
                </c:pt>
                <c:pt idx="143">
                  <c:v>23.882411742746005</c:v>
                </c:pt>
                <c:pt idx="144">
                  <c:v>23.890865312528828</c:v>
                </c:pt>
                <c:pt idx="145">
                  <c:v>23.916880067939005</c:v>
                </c:pt>
                <c:pt idx="146">
                  <c:v>23.94073593509065</c:v>
                </c:pt>
                <c:pt idx="147">
                  <c:v>23.980248067818124</c:v>
                </c:pt>
                <c:pt idx="148">
                  <c:v>24.019371798782792</c:v>
                </c:pt>
                <c:pt idx="149">
                  <c:v>24.047318392655452</c:v>
                </c:pt>
                <c:pt idx="150">
                  <c:v>24.080195203123317</c:v>
                </c:pt>
                <c:pt idx="151">
                  <c:v>24.108960655585616</c:v>
                </c:pt>
                <c:pt idx="152">
                  <c:v>24.140202073525987</c:v>
                </c:pt>
                <c:pt idx="153">
                  <c:v>24.183371702415407</c:v>
                </c:pt>
                <c:pt idx="154">
                  <c:v>24.228312134798525</c:v>
                </c:pt>
                <c:pt idx="155">
                  <c:v>24.260392329367654</c:v>
                </c:pt>
                <c:pt idx="156">
                  <c:v>24.284647270547097</c:v>
                </c:pt>
                <c:pt idx="157">
                  <c:v>24.301924135411813</c:v>
                </c:pt>
                <c:pt idx="158">
                  <c:v>24.319528406346596</c:v>
                </c:pt>
                <c:pt idx="159">
                  <c:v>24.325931765341622</c:v>
                </c:pt>
                <c:pt idx="160">
                  <c:v>24.315316665650514</c:v>
                </c:pt>
                <c:pt idx="161">
                  <c:v>24.300040269308798</c:v>
                </c:pt>
                <c:pt idx="162">
                  <c:v>24.2867799800566</c:v>
                </c:pt>
                <c:pt idx="163">
                  <c:v>24.256866043948811</c:v>
                </c:pt>
                <c:pt idx="164">
                  <c:v>24.236497392216201</c:v>
                </c:pt>
                <c:pt idx="165">
                  <c:v>24.218269639107323</c:v>
                </c:pt>
                <c:pt idx="166">
                  <c:v>24.196884427717755</c:v>
                </c:pt>
                <c:pt idx="167">
                  <c:v>24.184549931037093</c:v>
                </c:pt>
                <c:pt idx="168">
                  <c:v>24.17492508017143</c:v>
                </c:pt>
                <c:pt idx="169">
                  <c:v>24.162895429871966</c:v>
                </c:pt>
                <c:pt idx="170">
                  <c:v>24.152006866598697</c:v>
                </c:pt>
                <c:pt idx="171">
                  <c:v>24.143673095632053</c:v>
                </c:pt>
                <c:pt idx="172">
                  <c:v>24.13710632418347</c:v>
                </c:pt>
                <c:pt idx="173">
                  <c:v>24.137564386250194</c:v>
                </c:pt>
                <c:pt idx="174">
                  <c:v>24.13704651723312</c:v>
                </c:pt>
                <c:pt idx="175">
                  <c:v>24.136428159859541</c:v>
                </c:pt>
                <c:pt idx="176">
                  <c:v>24.139929930768702</c:v>
                </c:pt>
                <c:pt idx="177">
                  <c:v>24.142506754434248</c:v>
                </c:pt>
                <c:pt idx="178">
                  <c:v>24.151997990655534</c:v>
                </c:pt>
                <c:pt idx="179">
                  <c:v>24.160582824014455</c:v>
                </c:pt>
                <c:pt idx="180">
                  <c:v>24.164137110920656</c:v>
                </c:pt>
                <c:pt idx="181">
                  <c:v>24.173024571674986</c:v>
                </c:pt>
                <c:pt idx="182">
                  <c:v>24.184140686657759</c:v>
                </c:pt>
                <c:pt idx="183">
                  <c:v>24.184866664842168</c:v>
                </c:pt>
                <c:pt idx="184">
                  <c:v>24.19376479786149</c:v>
                </c:pt>
                <c:pt idx="185">
                  <c:v>24.201920838632923</c:v>
                </c:pt>
                <c:pt idx="186">
                  <c:v>24.206278768226195</c:v>
                </c:pt>
                <c:pt idx="187">
                  <c:v>24.203955490103695</c:v>
                </c:pt>
                <c:pt idx="188">
                  <c:v>24.197527352434012</c:v>
                </c:pt>
                <c:pt idx="189">
                  <c:v>24.200259874935849</c:v>
                </c:pt>
                <c:pt idx="190">
                  <c:v>24.197771018206989</c:v>
                </c:pt>
                <c:pt idx="191">
                  <c:v>24.194015226257832</c:v>
                </c:pt>
                <c:pt idx="192">
                  <c:v>24.194072074560459</c:v>
                </c:pt>
                <c:pt idx="193">
                  <c:v>24.198774950778141</c:v>
                </c:pt>
                <c:pt idx="194">
                  <c:v>24.201695453076216</c:v>
                </c:pt>
                <c:pt idx="195">
                  <c:v>24.206000496841487</c:v>
                </c:pt>
                <c:pt idx="196">
                  <c:v>24.222306449756932</c:v>
                </c:pt>
                <c:pt idx="197">
                  <c:v>24.235550677778644</c:v>
                </c:pt>
                <c:pt idx="198">
                  <c:v>24.250139981020276</c:v>
                </c:pt>
                <c:pt idx="199">
                  <c:v>24.271758767080776</c:v>
                </c:pt>
                <c:pt idx="200">
                  <c:v>24.293301262296485</c:v>
                </c:pt>
                <c:pt idx="201">
                  <c:v>24.323565692493162</c:v>
                </c:pt>
                <c:pt idx="202">
                  <c:v>24.371771415299779</c:v>
                </c:pt>
                <c:pt idx="203">
                  <c:v>24.426897415124586</c:v>
                </c:pt>
                <c:pt idx="204">
                  <c:v>24.483013029778895</c:v>
                </c:pt>
                <c:pt idx="205">
                  <c:v>24.528962625199672</c:v>
                </c:pt>
                <c:pt idx="206">
                  <c:v>24.568612731293609</c:v>
                </c:pt>
                <c:pt idx="207">
                  <c:v>24.584966022572583</c:v>
                </c:pt>
                <c:pt idx="208">
                  <c:v>24.561516520402044</c:v>
                </c:pt>
                <c:pt idx="209">
                  <c:v>24.525935400251676</c:v>
                </c:pt>
                <c:pt idx="210">
                  <c:v>24.477185022099516</c:v>
                </c:pt>
                <c:pt idx="211">
                  <c:v>24.423002249734594</c:v>
                </c:pt>
                <c:pt idx="212">
                  <c:v>24.380053357098319</c:v>
                </c:pt>
                <c:pt idx="213">
                  <c:v>24.352137829026724</c:v>
                </c:pt>
                <c:pt idx="214">
                  <c:v>24.34083352291573</c:v>
                </c:pt>
                <c:pt idx="215">
                  <c:v>24.335539392650912</c:v>
                </c:pt>
                <c:pt idx="216">
                  <c:v>24.3495787572475</c:v>
                </c:pt>
                <c:pt idx="217">
                  <c:v>24.374606592310919</c:v>
                </c:pt>
                <c:pt idx="218">
                  <c:v>24.393217754464573</c:v>
                </c:pt>
                <c:pt idx="219">
                  <c:v>24.403322064759941</c:v>
                </c:pt>
                <c:pt idx="220">
                  <c:v>24.418116148690224</c:v>
                </c:pt>
                <c:pt idx="221">
                  <c:v>24.435002313556854</c:v>
                </c:pt>
                <c:pt idx="222">
                  <c:v>24.447714988815783</c:v>
                </c:pt>
                <c:pt idx="223">
                  <c:v>24.453026501135962</c:v>
                </c:pt>
                <c:pt idx="224">
                  <c:v>24.460101261831554</c:v>
                </c:pt>
                <c:pt idx="225">
                  <c:v>24.457061145632778</c:v>
                </c:pt>
                <c:pt idx="226">
                  <c:v>24.470109204744023</c:v>
                </c:pt>
                <c:pt idx="227">
                  <c:v>24.477975509370832</c:v>
                </c:pt>
                <c:pt idx="228">
                  <c:v>24.483915417333641</c:v>
                </c:pt>
                <c:pt idx="229">
                  <c:v>24.485010328322197</c:v>
                </c:pt>
                <c:pt idx="230">
                  <c:v>24.491632838580514</c:v>
                </c:pt>
                <c:pt idx="231">
                  <c:v>24.48559423858303</c:v>
                </c:pt>
                <c:pt idx="232">
                  <c:v>24.497079392035936</c:v>
                </c:pt>
                <c:pt idx="233">
                  <c:v>24.49699031560635</c:v>
                </c:pt>
                <c:pt idx="234">
                  <c:v>24.48116884125513</c:v>
                </c:pt>
                <c:pt idx="235">
                  <c:v>24.463286140436651</c:v>
                </c:pt>
                <c:pt idx="236">
                  <c:v>24.44381041915268</c:v>
                </c:pt>
                <c:pt idx="237">
                  <c:v>24.419270866629127</c:v>
                </c:pt>
                <c:pt idx="238">
                  <c:v>24.398180569017697</c:v>
                </c:pt>
                <c:pt idx="239">
                  <c:v>24.367392405341501</c:v>
                </c:pt>
                <c:pt idx="240">
                  <c:v>24.340214425880223</c:v>
                </c:pt>
                <c:pt idx="241">
                  <c:v>24.308898037919931</c:v>
                </c:pt>
                <c:pt idx="242">
                  <c:v>24.316164846552379</c:v>
                </c:pt>
                <c:pt idx="243">
                  <c:v>24.315552829138202</c:v>
                </c:pt>
                <c:pt idx="244">
                  <c:v>24.313046009191041</c:v>
                </c:pt>
                <c:pt idx="245">
                  <c:v>24.307696404281458</c:v>
                </c:pt>
                <c:pt idx="246">
                  <c:v>24.311574874445029</c:v>
                </c:pt>
                <c:pt idx="247">
                  <c:v>24.323803388137705</c:v>
                </c:pt>
                <c:pt idx="248">
                  <c:v>24.34089195620821</c:v>
                </c:pt>
                <c:pt idx="249">
                  <c:v>24.365645218196573</c:v>
                </c:pt>
                <c:pt idx="250">
                  <c:v>24.357403587973224</c:v>
                </c:pt>
                <c:pt idx="251">
                  <c:v>24.425175904815234</c:v>
                </c:pt>
                <c:pt idx="252">
                  <c:v>24.45030465089912</c:v>
                </c:pt>
                <c:pt idx="253">
                  <c:v>24.460525827779442</c:v>
                </c:pt>
                <c:pt idx="254">
                  <c:v>24.46851533895061</c:v>
                </c:pt>
                <c:pt idx="255">
                  <c:v>24.472745993858908</c:v>
                </c:pt>
                <c:pt idx="256">
                  <c:v>24.485754745221865</c:v>
                </c:pt>
                <c:pt idx="257">
                  <c:v>24.490577129674254</c:v>
                </c:pt>
                <c:pt idx="258">
                  <c:v>24.495324913937694</c:v>
                </c:pt>
                <c:pt idx="259">
                  <c:v>24.5</c:v>
                </c:pt>
                <c:pt idx="260">
                  <c:v>24.478652194370898</c:v>
                </c:pt>
                <c:pt idx="261">
                  <c:v>24.462056399644837</c:v>
                </c:pt>
                <c:pt idx="262">
                  <c:v>24.481784768310941</c:v>
                </c:pt>
                <c:pt idx="263">
                  <c:v>24.479375900736525</c:v>
                </c:pt>
                <c:pt idx="264">
                  <c:v>24.440370674179661</c:v>
                </c:pt>
                <c:pt idx="265">
                  <c:v>24.451713812541982</c:v>
                </c:pt>
                <c:pt idx="266">
                  <c:v>24.445295660308361</c:v>
                </c:pt>
                <c:pt idx="267">
                  <c:v>24.419326552605867</c:v>
                </c:pt>
                <c:pt idx="268">
                  <c:v>24.376573300550106</c:v>
                </c:pt>
                <c:pt idx="269">
                  <c:v>24.363951392376599</c:v>
                </c:pt>
                <c:pt idx="270">
                  <c:v>24.32239982679231</c:v>
                </c:pt>
                <c:pt idx="271">
                  <c:v>24.311481571375847</c:v>
                </c:pt>
                <c:pt idx="272">
                  <c:v>24.279037832968065</c:v>
                </c:pt>
                <c:pt idx="273">
                  <c:v>24.263115817427344</c:v>
                </c:pt>
                <c:pt idx="274">
                  <c:v>24.271997096721261</c:v>
                </c:pt>
                <c:pt idx="275">
                  <c:v>24.268278763365561</c:v>
                </c:pt>
                <c:pt idx="276">
                  <c:v>24.257691559495818</c:v>
                </c:pt>
                <c:pt idx="277">
                  <c:v>24.243961003755054</c:v>
                </c:pt>
                <c:pt idx="278">
                  <c:v>24.281795451142528</c:v>
                </c:pt>
                <c:pt idx="279">
                  <c:v>24.311729622287409</c:v>
                </c:pt>
                <c:pt idx="280">
                  <c:v>24.313162770110011</c:v>
                </c:pt>
                <c:pt idx="281">
                  <c:v>24.331809541702299</c:v>
                </c:pt>
                <c:pt idx="282">
                  <c:v>24.38787158369967</c:v>
                </c:pt>
                <c:pt idx="283">
                  <c:v>24.438717107101883</c:v>
                </c:pt>
                <c:pt idx="284">
                  <c:v>24.447568218755652</c:v>
                </c:pt>
                <c:pt idx="285">
                  <c:v>24.403366550141737</c:v>
                </c:pt>
                <c:pt idx="286">
                  <c:v>24.422688210412264</c:v>
                </c:pt>
                <c:pt idx="287">
                  <c:v>24.590576041314559</c:v>
                </c:pt>
                <c:pt idx="288">
                  <c:v>24.696457484285091</c:v>
                </c:pt>
                <c:pt idx="289">
                  <c:v>24.778235035608912</c:v>
                </c:pt>
                <c:pt idx="290">
                  <c:v>24.777326730758727</c:v>
                </c:pt>
                <c:pt idx="291">
                  <c:v>24.815917746634724</c:v>
                </c:pt>
                <c:pt idx="292">
                  <c:v>24.803429294606609</c:v>
                </c:pt>
                <c:pt idx="293">
                  <c:v>24.831128154565675</c:v>
                </c:pt>
                <c:pt idx="294">
                  <c:v>24.913303221343941</c:v>
                </c:pt>
                <c:pt idx="295">
                  <c:v>24.974811711130741</c:v>
                </c:pt>
                <c:pt idx="296">
                  <c:v>25.043562230875327</c:v>
                </c:pt>
                <c:pt idx="297">
                  <c:v>25.12615700296594</c:v>
                </c:pt>
                <c:pt idx="298">
                  <c:v>25.151902627099545</c:v>
                </c:pt>
                <c:pt idx="299">
                  <c:v>25.223656174280414</c:v>
                </c:pt>
                <c:pt idx="300">
                  <c:v>25.324480337302749</c:v>
                </c:pt>
                <c:pt idx="301">
                  <c:v>25.300135527198798</c:v>
                </c:pt>
                <c:pt idx="302">
                  <c:v>25.237401311927801</c:v>
                </c:pt>
                <c:pt idx="303">
                  <c:v>25.339818389749642</c:v>
                </c:pt>
                <c:pt idx="304">
                  <c:v>25.459976470297345</c:v>
                </c:pt>
                <c:pt idx="305">
                  <c:v>25.550698542010107</c:v>
                </c:pt>
                <c:pt idx="306">
                  <c:v>25.497293893995671</c:v>
                </c:pt>
                <c:pt idx="307">
                  <c:v>25.465779223805111</c:v>
                </c:pt>
                <c:pt idx="308">
                  <c:v>25.441539657027217</c:v>
                </c:pt>
                <c:pt idx="309">
                  <c:v>25.401914065442966</c:v>
                </c:pt>
                <c:pt idx="310">
                  <c:v>25.34708250389934</c:v>
                </c:pt>
                <c:pt idx="311">
                  <c:v>25.286972080826455</c:v>
                </c:pt>
                <c:pt idx="312">
                  <c:v>25.376369101024402</c:v>
                </c:pt>
                <c:pt idx="313">
                  <c:v>25.392407296321146</c:v>
                </c:pt>
                <c:pt idx="314">
                  <c:v>25.341031857978994</c:v>
                </c:pt>
                <c:pt idx="315">
                  <c:v>25.350224376446505</c:v>
                </c:pt>
                <c:pt idx="316">
                  <c:v>25.312726052573272</c:v>
                </c:pt>
                <c:pt idx="317">
                  <c:v>25.358404403397671</c:v>
                </c:pt>
                <c:pt idx="318">
                  <c:v>25.381644158578027</c:v>
                </c:pt>
                <c:pt idx="319">
                  <c:v>25.362406819767529</c:v>
                </c:pt>
                <c:pt idx="320">
                  <c:v>25.372589639893476</c:v>
                </c:pt>
                <c:pt idx="321">
                  <c:v>25.484249850192043</c:v>
                </c:pt>
                <c:pt idx="322">
                  <c:v>25.512301000561827</c:v>
                </c:pt>
                <c:pt idx="323">
                  <c:v>25.544384787774618</c:v>
                </c:pt>
                <c:pt idx="324">
                  <c:v>25.574150051834454</c:v>
                </c:pt>
                <c:pt idx="325">
                  <c:v>25.606506457301485</c:v>
                </c:pt>
                <c:pt idx="326">
                  <c:v>25.643721807653456</c:v>
                </c:pt>
                <c:pt idx="327">
                  <c:v>25.68367285048696</c:v>
                </c:pt>
                <c:pt idx="328">
                  <c:v>25.741921016151778</c:v>
                </c:pt>
                <c:pt idx="329">
                  <c:v>25.770367357324233</c:v>
                </c:pt>
                <c:pt idx="330">
                  <c:v>25.7962149491382</c:v>
                </c:pt>
                <c:pt idx="331">
                  <c:v>25.814981862961137</c:v>
                </c:pt>
                <c:pt idx="332">
                  <c:v>25.800078943061145</c:v>
                </c:pt>
                <c:pt idx="333">
                  <c:v>25.769455459830386</c:v>
                </c:pt>
                <c:pt idx="334">
                  <c:v>25.745064579354793</c:v>
                </c:pt>
                <c:pt idx="335">
                  <c:v>25.684039088808358</c:v>
                </c:pt>
                <c:pt idx="336">
                  <c:v>25.635632019457763</c:v>
                </c:pt>
                <c:pt idx="337">
                  <c:v>25.582477165843727</c:v>
                </c:pt>
                <c:pt idx="338">
                  <c:v>25.518407226792924</c:v>
                </c:pt>
                <c:pt idx="339">
                  <c:v>25.446150075503635</c:v>
                </c:pt>
                <c:pt idx="340">
                  <c:v>25.379761824631863</c:v>
                </c:pt>
                <c:pt idx="341">
                  <c:v>25.393665355598287</c:v>
                </c:pt>
                <c:pt idx="342">
                  <c:v>25.367958299551038</c:v>
                </c:pt>
                <c:pt idx="343">
                  <c:v>25.328019302640396</c:v>
                </c:pt>
                <c:pt idx="344">
                  <c:v>25.403110204449955</c:v>
                </c:pt>
                <c:pt idx="345">
                  <c:v>25.436840479119187</c:v>
                </c:pt>
                <c:pt idx="346">
                  <c:v>25.497401884637465</c:v>
                </c:pt>
                <c:pt idx="347">
                  <c:v>25.555473165435011</c:v>
                </c:pt>
                <c:pt idx="348">
                  <c:v>25.577583985178023</c:v>
                </c:pt>
                <c:pt idx="349">
                  <c:v>25.549874769951934</c:v>
                </c:pt>
                <c:pt idx="350">
                  <c:v>25.622238221227178</c:v>
                </c:pt>
                <c:pt idx="351">
                  <c:v>25.760887638695866</c:v>
                </c:pt>
                <c:pt idx="352">
                  <c:v>25.78748313438718</c:v>
                </c:pt>
                <c:pt idx="353">
                  <c:v>25.813493029161815</c:v>
                </c:pt>
                <c:pt idx="354">
                  <c:v>25.815045051223187</c:v>
                </c:pt>
                <c:pt idx="355">
                  <c:v>25.840555357197019</c:v>
                </c:pt>
                <c:pt idx="356">
                  <c:v>26.047699582714436</c:v>
                </c:pt>
                <c:pt idx="357">
                  <c:v>26.098773027657128</c:v>
                </c:pt>
                <c:pt idx="358">
                  <c:v>26.018664681977608</c:v>
                </c:pt>
                <c:pt idx="359">
                  <c:v>26.230279212868691</c:v>
                </c:pt>
                <c:pt idx="360">
                  <c:v>26.340239468719869</c:v>
                </c:pt>
                <c:pt idx="361">
                  <c:v>26.287117582894716</c:v>
                </c:pt>
                <c:pt idx="362">
                  <c:v>26.227852699073939</c:v>
                </c:pt>
                <c:pt idx="363">
                  <c:v>26.149723477387425</c:v>
                </c:pt>
                <c:pt idx="364">
                  <c:v>26.085479823449038</c:v>
                </c:pt>
                <c:pt idx="365">
                  <c:v>25.974727284004718</c:v>
                </c:pt>
                <c:pt idx="366">
                  <c:v>25.843042311938063</c:v>
                </c:pt>
                <c:pt idx="367">
                  <c:v>25.76999477904344</c:v>
                </c:pt>
                <c:pt idx="368">
                  <c:v>25.686770765982274</c:v>
                </c:pt>
                <c:pt idx="369">
                  <c:v>25.552283320528378</c:v>
                </c:pt>
                <c:pt idx="370">
                  <c:v>25.508181083611071</c:v>
                </c:pt>
                <c:pt idx="371">
                  <c:v>25.397764773346982</c:v>
                </c:pt>
                <c:pt idx="372">
                  <c:v>25.315466394358367</c:v>
                </c:pt>
                <c:pt idx="373">
                  <c:v>25.199416607502521</c:v>
                </c:pt>
                <c:pt idx="374">
                  <c:v>25.128907488686082</c:v>
                </c:pt>
                <c:pt idx="375">
                  <c:v>25.063716961811153</c:v>
                </c:pt>
                <c:pt idx="376">
                  <c:v>24.943536691405541</c:v>
                </c:pt>
                <c:pt idx="377">
                  <c:v>24.852591981451816</c:v>
                </c:pt>
                <c:pt idx="378">
                  <c:v>24.75288291162213</c:v>
                </c:pt>
                <c:pt idx="379">
                  <c:v>24.645242024251825</c:v>
                </c:pt>
                <c:pt idx="380">
                  <c:v>24.558820452666762</c:v>
                </c:pt>
                <c:pt idx="381">
                  <c:v>24.432360558140441</c:v>
                </c:pt>
                <c:pt idx="382">
                  <c:v>24.331714917808238</c:v>
                </c:pt>
                <c:pt idx="383">
                  <c:v>24.217937319568719</c:v>
                </c:pt>
                <c:pt idx="384">
                  <c:v>24.145156804630876</c:v>
                </c:pt>
                <c:pt idx="385">
                  <c:v>24.088106045964917</c:v>
                </c:pt>
                <c:pt idx="386">
                  <c:v>24.037618730268861</c:v>
                </c:pt>
                <c:pt idx="387">
                  <c:v>24.004135080020326</c:v>
                </c:pt>
                <c:pt idx="388">
                  <c:v>23.970263899753409</c:v>
                </c:pt>
                <c:pt idx="389">
                  <c:v>23.940679086788023</c:v>
                </c:pt>
                <c:pt idx="390">
                  <c:v>23.904865765624592</c:v>
                </c:pt>
                <c:pt idx="391">
                  <c:v>23.885859993831218</c:v>
                </c:pt>
                <c:pt idx="392">
                  <c:v>23.914949127637435</c:v>
                </c:pt>
                <c:pt idx="393">
                  <c:v>23.921279154435389</c:v>
                </c:pt>
                <c:pt idx="394">
                  <c:v>23.925808976177919</c:v>
                </c:pt>
                <c:pt idx="395">
                  <c:v>23.931051779188088</c:v>
                </c:pt>
                <c:pt idx="396">
                  <c:v>23.930897454009671</c:v>
                </c:pt>
                <c:pt idx="397">
                  <c:v>23.931683424059912</c:v>
                </c:pt>
                <c:pt idx="398">
                  <c:v>23.914250886775406</c:v>
                </c:pt>
                <c:pt idx="399">
                  <c:v>23.899301236091318</c:v>
                </c:pt>
                <c:pt idx="400">
                  <c:v>23.92618113179476</c:v>
                </c:pt>
                <c:pt idx="401">
                  <c:v>23.914217892570022</c:v>
                </c:pt>
                <c:pt idx="402">
                  <c:v>23.89580799771085</c:v>
                </c:pt>
                <c:pt idx="403">
                  <c:v>23.867952038841128</c:v>
                </c:pt>
                <c:pt idx="404">
                  <c:v>23.835161425404618</c:v>
                </c:pt>
                <c:pt idx="405">
                  <c:v>23.792971373075652</c:v>
                </c:pt>
                <c:pt idx="406">
                  <c:v>23.752382688825389</c:v>
                </c:pt>
                <c:pt idx="407">
                  <c:v>23.716115254861613</c:v>
                </c:pt>
                <c:pt idx="408">
                  <c:v>23.687539353977158</c:v>
                </c:pt>
                <c:pt idx="409">
                  <c:v>23.677758447652486</c:v>
                </c:pt>
                <c:pt idx="410">
                  <c:v>23.653093601681274</c:v>
                </c:pt>
                <c:pt idx="411">
                  <c:v>23.642740051731955</c:v>
                </c:pt>
                <c:pt idx="412">
                  <c:v>23.616894612862531</c:v>
                </c:pt>
                <c:pt idx="413">
                  <c:v>23.604077856603432</c:v>
                </c:pt>
                <c:pt idx="414">
                  <c:v>23.597424630562642</c:v>
                </c:pt>
                <c:pt idx="415">
                  <c:v>23.599776147920974</c:v>
                </c:pt>
                <c:pt idx="416">
                  <c:v>23.58926984457484</c:v>
                </c:pt>
                <c:pt idx="417">
                  <c:v>23.579315903587393</c:v>
                </c:pt>
                <c:pt idx="418">
                  <c:v>23.579439856397805</c:v>
                </c:pt>
                <c:pt idx="419">
                  <c:v>23.590828629259569</c:v>
                </c:pt>
                <c:pt idx="420">
                  <c:v>23.570373833328595</c:v>
                </c:pt>
                <c:pt idx="421">
                  <c:v>23.55841293196389</c:v>
                </c:pt>
                <c:pt idx="422">
                  <c:v>23.555768369794617</c:v>
                </c:pt>
                <c:pt idx="423">
                  <c:v>23.559274783403211</c:v>
                </c:pt>
                <c:pt idx="424">
                  <c:v>23.546129273832673</c:v>
                </c:pt>
                <c:pt idx="425">
                  <c:v>23.540356489841326</c:v>
                </c:pt>
                <c:pt idx="426">
                  <c:v>23.544792546225963</c:v>
                </c:pt>
                <c:pt idx="427">
                  <c:v>23.544383480157986</c:v>
                </c:pt>
                <c:pt idx="428">
                  <c:v>23.531610542264126</c:v>
                </c:pt>
                <c:pt idx="429">
                  <c:v>23.530289519265182</c:v>
                </c:pt>
                <c:pt idx="430">
                  <c:v>23.516082489158933</c:v>
                </c:pt>
                <c:pt idx="431">
                  <c:v>23.522609625955074</c:v>
                </c:pt>
                <c:pt idx="432">
                  <c:v>23.5249799502086</c:v>
                </c:pt>
                <c:pt idx="433">
                  <c:v>23.535946529654158</c:v>
                </c:pt>
                <c:pt idx="434">
                  <c:v>23.557386479328617</c:v>
                </c:pt>
                <c:pt idx="435">
                  <c:v>23.618015359185645</c:v>
                </c:pt>
                <c:pt idx="436">
                  <c:v>23.724637150915232</c:v>
                </c:pt>
                <c:pt idx="437">
                  <c:v>23.744432168404536</c:v>
                </c:pt>
                <c:pt idx="438">
                  <c:v>23.772871905452607</c:v>
                </c:pt>
                <c:pt idx="439">
                  <c:v>23.788800657200191</c:v>
                </c:pt>
                <c:pt idx="440">
                  <c:v>23.79614748140358</c:v>
                </c:pt>
                <c:pt idx="441">
                  <c:v>23.767089096400458</c:v>
                </c:pt>
                <c:pt idx="442">
                  <c:v>23.811030721012941</c:v>
                </c:pt>
                <c:pt idx="443">
                  <c:v>23.873807757426391</c:v>
                </c:pt>
                <c:pt idx="444">
                  <c:v>23.879213338894182</c:v>
                </c:pt>
                <c:pt idx="445">
                  <c:v>23.846603493550095</c:v>
                </c:pt>
                <c:pt idx="446">
                  <c:v>23.84364064560652</c:v>
                </c:pt>
                <c:pt idx="447">
                  <c:v>23.860035542869063</c:v>
                </c:pt>
                <c:pt idx="448">
                  <c:v>23.907393665936759</c:v>
                </c:pt>
                <c:pt idx="449">
                  <c:v>23.918129779602936</c:v>
                </c:pt>
                <c:pt idx="450">
                  <c:v>23.89616163536294</c:v>
                </c:pt>
                <c:pt idx="451">
                  <c:v>23.904334794024756</c:v>
                </c:pt>
                <c:pt idx="452">
                  <c:v>23.916799497621618</c:v>
                </c:pt>
                <c:pt idx="453">
                  <c:v>23.948344758116285</c:v>
                </c:pt>
                <c:pt idx="454">
                  <c:v>23.957010637289549</c:v>
                </c:pt>
                <c:pt idx="455">
                  <c:v>23.969245490941624</c:v>
                </c:pt>
                <c:pt idx="456">
                  <c:v>23.976187640819745</c:v>
                </c:pt>
                <c:pt idx="457">
                  <c:v>23.967077700323433</c:v>
                </c:pt>
                <c:pt idx="458">
                  <c:v>23.963316360909797</c:v>
                </c:pt>
                <c:pt idx="459">
                  <c:v>23.986583694913545</c:v>
                </c:pt>
                <c:pt idx="460">
                  <c:v>23.995235731842119</c:v>
                </c:pt>
                <c:pt idx="461">
                  <c:v>24.002646034889011</c:v>
                </c:pt>
                <c:pt idx="462">
                  <c:v>24.007291957138072</c:v>
                </c:pt>
                <c:pt idx="463">
                  <c:v>24.004407962439544</c:v>
                </c:pt>
                <c:pt idx="464">
                  <c:v>24.000177783028203</c:v>
                </c:pt>
                <c:pt idx="465">
                  <c:v>24.011346414008013</c:v>
                </c:pt>
                <c:pt idx="466">
                  <c:v>24.019304806545122</c:v>
                </c:pt>
                <c:pt idx="467">
                  <c:v>24.025076388585834</c:v>
                </c:pt>
                <c:pt idx="468">
                  <c:v>24.04456457845663</c:v>
                </c:pt>
                <c:pt idx="469">
                  <c:v>24.0547820570273</c:v>
                </c:pt>
                <c:pt idx="470">
                  <c:v>24.062057107606972</c:v>
                </c:pt>
                <c:pt idx="471">
                  <c:v>24.073055563509858</c:v>
                </c:pt>
                <c:pt idx="472">
                  <c:v>24.089763311352343</c:v>
                </c:pt>
                <c:pt idx="473">
                  <c:v>24.105387243135226</c:v>
                </c:pt>
                <c:pt idx="474">
                  <c:v>24.111746856410381</c:v>
                </c:pt>
                <c:pt idx="475">
                  <c:v>24.118250492429933</c:v>
                </c:pt>
                <c:pt idx="476">
                  <c:v>24.128502735111319</c:v>
                </c:pt>
                <c:pt idx="477">
                  <c:v>24.139341793868265</c:v>
                </c:pt>
                <c:pt idx="478">
                  <c:v>24.14042434193599</c:v>
                </c:pt>
                <c:pt idx="479">
                  <c:v>24.151926084949327</c:v>
                </c:pt>
                <c:pt idx="480">
                  <c:v>24.157347912563083</c:v>
                </c:pt>
                <c:pt idx="481">
                  <c:v>24.169093955345343</c:v>
                </c:pt>
                <c:pt idx="482">
                  <c:v>24.181112035218899</c:v>
                </c:pt>
                <c:pt idx="483">
                  <c:v>24.190067069373846</c:v>
                </c:pt>
                <c:pt idx="484">
                  <c:v>24.20571488167047</c:v>
                </c:pt>
                <c:pt idx="485">
                  <c:v>24.206756801165032</c:v>
                </c:pt>
                <c:pt idx="486">
                  <c:v>24.216172380537465</c:v>
                </c:pt>
                <c:pt idx="487">
                  <c:v>24.230987333500781</c:v>
                </c:pt>
                <c:pt idx="488">
                  <c:v>24.236503573676615</c:v>
                </c:pt>
                <c:pt idx="489">
                  <c:v>24.250698901274472</c:v>
                </c:pt>
                <c:pt idx="490">
                  <c:v>24.259309886965923</c:v>
                </c:pt>
                <c:pt idx="491">
                  <c:v>24.265883949367815</c:v>
                </c:pt>
                <c:pt idx="492">
                  <c:v>24.267865820676572</c:v>
                </c:pt>
                <c:pt idx="493">
                  <c:v>24.269541207781288</c:v>
                </c:pt>
                <c:pt idx="494">
                  <c:v>24.289439962856292</c:v>
                </c:pt>
                <c:pt idx="495">
                  <c:v>24.29472173020028</c:v>
                </c:pt>
                <c:pt idx="496">
                  <c:v>24.296687698777539</c:v>
                </c:pt>
                <c:pt idx="497">
                  <c:v>24.313676306821492</c:v>
                </c:pt>
                <c:pt idx="498">
                  <c:v>24.326093962636296</c:v>
                </c:pt>
                <c:pt idx="499">
                  <c:v>24.329793751610747</c:v>
                </c:pt>
                <c:pt idx="500">
                  <c:v>24.336811716836703</c:v>
                </c:pt>
                <c:pt idx="501">
                  <c:v>24.356039915539061</c:v>
                </c:pt>
                <c:pt idx="502">
                  <c:v>24.368542896640804</c:v>
                </c:pt>
                <c:pt idx="503">
                  <c:v>24.374206223874747</c:v>
                </c:pt>
                <c:pt idx="504">
                  <c:v>24.373556642201116</c:v>
                </c:pt>
                <c:pt idx="505">
                  <c:v>24.379045831883509</c:v>
                </c:pt>
                <c:pt idx="506">
                  <c:v>24.414337955551179</c:v>
                </c:pt>
                <c:pt idx="507">
                  <c:v>24.434915244781081</c:v>
                </c:pt>
                <c:pt idx="508">
                  <c:v>24.450823787908071</c:v>
                </c:pt>
                <c:pt idx="509">
                  <c:v>24.476684693636784</c:v>
                </c:pt>
                <c:pt idx="510">
                  <c:v>24.509195371449241</c:v>
                </c:pt>
                <c:pt idx="511">
                  <c:v>24.552422905301189</c:v>
                </c:pt>
                <c:pt idx="512">
                  <c:v>24.6084093961157</c:v>
                </c:pt>
                <c:pt idx="513">
                  <c:v>24.663475219159189</c:v>
                </c:pt>
                <c:pt idx="514">
                  <c:v>24.734751367397163</c:v>
                </c:pt>
                <c:pt idx="515">
                  <c:v>24.805679874527979</c:v>
                </c:pt>
                <c:pt idx="516">
                  <c:v>24.855597016541907</c:v>
                </c:pt>
                <c:pt idx="517">
                  <c:v>24.906228460648347</c:v>
                </c:pt>
                <c:pt idx="518">
                  <c:v>24.947922358321193</c:v>
                </c:pt>
                <c:pt idx="519">
                  <c:v>24.983328918256053</c:v>
                </c:pt>
                <c:pt idx="520">
                  <c:v>24.993299983738005</c:v>
                </c:pt>
                <c:pt idx="521">
                  <c:v>25.011101110412191</c:v>
                </c:pt>
                <c:pt idx="522">
                  <c:v>25.045672063697996</c:v>
                </c:pt>
                <c:pt idx="523">
                  <c:v>25.066508023271457</c:v>
                </c:pt>
                <c:pt idx="524">
                  <c:v>25.098332717476723</c:v>
                </c:pt>
                <c:pt idx="525">
                  <c:v>25.102044129710077</c:v>
                </c:pt>
                <c:pt idx="526">
                  <c:v>25.098897185195394</c:v>
                </c:pt>
                <c:pt idx="527">
                  <c:v>25.098480438530768</c:v>
                </c:pt>
                <c:pt idx="528">
                  <c:v>25.103036227690346</c:v>
                </c:pt>
                <c:pt idx="529">
                  <c:v>25.100795263374067</c:v>
                </c:pt>
                <c:pt idx="530">
                  <c:v>25.05707236736092</c:v>
                </c:pt>
                <c:pt idx="531">
                  <c:v>25.026149532380447</c:v>
                </c:pt>
                <c:pt idx="532">
                  <c:v>25.029843721057428</c:v>
                </c:pt>
                <c:pt idx="533">
                  <c:v>25.027719200662148</c:v>
                </c:pt>
                <c:pt idx="534">
                  <c:v>25.015341063927607</c:v>
                </c:pt>
                <c:pt idx="535">
                  <c:v>25.008612676347294</c:v>
                </c:pt>
                <c:pt idx="536">
                  <c:v>25.013129052092594</c:v>
                </c:pt>
                <c:pt idx="537">
                  <c:v>25.026498230147503</c:v>
                </c:pt>
                <c:pt idx="538">
                  <c:v>25.050995833273017</c:v>
                </c:pt>
                <c:pt idx="539">
                  <c:v>25.083660360766938</c:v>
                </c:pt>
                <c:pt idx="540">
                  <c:v>25.107912818795615</c:v>
                </c:pt>
                <c:pt idx="541">
                  <c:v>25.1242786843274</c:v>
                </c:pt>
                <c:pt idx="542">
                  <c:v>25.16850412778907</c:v>
                </c:pt>
                <c:pt idx="543">
                  <c:v>25.214192728214503</c:v>
                </c:pt>
                <c:pt idx="544">
                  <c:v>25.246963450028389</c:v>
                </c:pt>
                <c:pt idx="545">
                  <c:v>25.277658891798346</c:v>
                </c:pt>
                <c:pt idx="546">
                  <c:v>25.321860454746268</c:v>
                </c:pt>
                <c:pt idx="547">
                  <c:v>25.351244053250166</c:v>
                </c:pt>
                <c:pt idx="548">
                  <c:v>25.382066399874134</c:v>
                </c:pt>
                <c:pt idx="549">
                  <c:v>25.377881604005502</c:v>
                </c:pt>
                <c:pt idx="550">
                  <c:v>25.401901385524162</c:v>
                </c:pt>
                <c:pt idx="551">
                  <c:v>25.412831052867549</c:v>
                </c:pt>
                <c:pt idx="552">
                  <c:v>25.412790054463425</c:v>
                </c:pt>
                <c:pt idx="553">
                  <c:v>25.4256525640962</c:v>
                </c:pt>
                <c:pt idx="554">
                  <c:v>25.424085326132271</c:v>
                </c:pt>
                <c:pt idx="555">
                  <c:v>25.41727451907974</c:v>
                </c:pt>
                <c:pt idx="556">
                  <c:v>25.396952413215732</c:v>
                </c:pt>
                <c:pt idx="557">
                  <c:v>25.365575320144178</c:v>
                </c:pt>
                <c:pt idx="558">
                  <c:v>25.333287597570656</c:v>
                </c:pt>
                <c:pt idx="559">
                  <c:v>25.277564849067229</c:v>
                </c:pt>
                <c:pt idx="560">
                  <c:v>25.254348763068641</c:v>
                </c:pt>
                <c:pt idx="561">
                  <c:v>25.212373899528341</c:v>
                </c:pt>
                <c:pt idx="562">
                  <c:v>25.160264293887554</c:v>
                </c:pt>
                <c:pt idx="563">
                  <c:v>25.112221560870534</c:v>
                </c:pt>
                <c:pt idx="564">
                  <c:v>25.087227644589909</c:v>
                </c:pt>
                <c:pt idx="565">
                  <c:v>25.089585686823124</c:v>
                </c:pt>
                <c:pt idx="566">
                  <c:v>25.084570144940983</c:v>
                </c:pt>
                <c:pt idx="567">
                  <c:v>25.074547408789911</c:v>
                </c:pt>
                <c:pt idx="568">
                  <c:v>25.05226023250956</c:v>
                </c:pt>
                <c:pt idx="569">
                  <c:v>25.015736466062254</c:v>
                </c:pt>
                <c:pt idx="570">
                  <c:v>24.955300591740112</c:v>
                </c:pt>
                <c:pt idx="571">
                  <c:v>24.887172022012763</c:v>
                </c:pt>
                <c:pt idx="572">
                  <c:v>24.841218833948329</c:v>
                </c:pt>
                <c:pt idx="573">
                  <c:v>24.864203722760763</c:v>
                </c:pt>
                <c:pt idx="574">
                  <c:v>24.804418328273165</c:v>
                </c:pt>
                <c:pt idx="575">
                  <c:v>24.6969516841204</c:v>
                </c:pt>
                <c:pt idx="576">
                  <c:v>24.656545432201902</c:v>
                </c:pt>
                <c:pt idx="577">
                  <c:v>24.628911768158677</c:v>
                </c:pt>
                <c:pt idx="578">
                  <c:v>24.571950825584231</c:v>
                </c:pt>
                <c:pt idx="579">
                  <c:v>24.368267161239856</c:v>
                </c:pt>
                <c:pt idx="580">
                  <c:v>24.155696088974146</c:v>
                </c:pt>
                <c:pt idx="581">
                  <c:v>24.004895610983471</c:v>
                </c:pt>
                <c:pt idx="582">
                  <c:v>23.619498856852488</c:v>
                </c:pt>
                <c:pt idx="583">
                  <c:v>23.538404710225286</c:v>
                </c:pt>
                <c:pt idx="584">
                  <c:v>23.31001916728226</c:v>
                </c:pt>
                <c:pt idx="585">
                  <c:v>22.893702602859765</c:v>
                </c:pt>
                <c:pt idx="586">
                  <c:v>23.181082422325193</c:v>
                </c:pt>
                <c:pt idx="587">
                  <c:v>24.030678905042517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77BE-418F-8705-C8EC33B01BAD}"/>
            </c:ext>
          </c:extLst>
        </c:ser>
        <c:ser>
          <c:idx val="16"/>
          <c:order val="16"/>
          <c:tx>
            <c:strRef>
              <c:f>Sheet2!$R$1</c:f>
              <c:strCache>
                <c:ptCount val="1"/>
                <c:pt idx="0">
                  <c:v>S17_z/O-PTIR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Sheet2!$R$2:$R$589</c:f>
              <c:numCache>
                <c:formatCode>General</c:formatCode>
                <c:ptCount val="588"/>
                <c:pt idx="0">
                  <c:v>26.697251081311801</c:v>
                </c:pt>
                <c:pt idx="1">
                  <c:v>27.022118817922568</c:v>
                </c:pt>
                <c:pt idx="2">
                  <c:v>27.560876438119024</c:v>
                </c:pt>
                <c:pt idx="3">
                  <c:v>28.109818281316308</c:v>
                </c:pt>
                <c:pt idx="4">
                  <c:v>28.222901450152005</c:v>
                </c:pt>
                <c:pt idx="5">
                  <c:v>28.34488753264143</c:v>
                </c:pt>
                <c:pt idx="6">
                  <c:v>28.33336999264937</c:v>
                </c:pt>
                <c:pt idx="7">
                  <c:v>28.168923146946113</c:v>
                </c:pt>
                <c:pt idx="8">
                  <c:v>28.242564645998549</c:v>
                </c:pt>
                <c:pt idx="9">
                  <c:v>28.186609389797958</c:v>
                </c:pt>
                <c:pt idx="10">
                  <c:v>28.123868626703377</c:v>
                </c:pt>
                <c:pt idx="11">
                  <c:v>27.908946209189324</c:v>
                </c:pt>
                <c:pt idx="12">
                  <c:v>27.669800982977602</c:v>
                </c:pt>
                <c:pt idx="13">
                  <c:v>27.532783863187436</c:v>
                </c:pt>
                <c:pt idx="14">
                  <c:v>27.407612229680336</c:v>
                </c:pt>
                <c:pt idx="15">
                  <c:v>27.268435633252697</c:v>
                </c:pt>
                <c:pt idx="16">
                  <c:v>27.054604713747608</c:v>
                </c:pt>
                <c:pt idx="17">
                  <c:v>26.884976151016954</c:v>
                </c:pt>
                <c:pt idx="18">
                  <c:v>26.785627140967552</c:v>
                </c:pt>
                <c:pt idx="19">
                  <c:v>26.564658917638113</c:v>
                </c:pt>
                <c:pt idx="20">
                  <c:v>26.35596955002125</c:v>
                </c:pt>
                <c:pt idx="21">
                  <c:v>26.242896484581394</c:v>
                </c:pt>
                <c:pt idx="22">
                  <c:v>26.066287303476532</c:v>
                </c:pt>
                <c:pt idx="23">
                  <c:v>25.926418872878411</c:v>
                </c:pt>
                <c:pt idx="24">
                  <c:v>25.834882272250411</c:v>
                </c:pt>
                <c:pt idx="25">
                  <c:v>25.790525631652713</c:v>
                </c:pt>
                <c:pt idx="26">
                  <c:v>25.691772514920729</c:v>
                </c:pt>
                <c:pt idx="27">
                  <c:v>25.628393623001557</c:v>
                </c:pt>
                <c:pt idx="28">
                  <c:v>25.631534329848378</c:v>
                </c:pt>
                <c:pt idx="29">
                  <c:v>25.578881766086845</c:v>
                </c:pt>
                <c:pt idx="30">
                  <c:v>25.57223596762541</c:v>
                </c:pt>
                <c:pt idx="31">
                  <c:v>25.553182163895634</c:v>
                </c:pt>
                <c:pt idx="32">
                  <c:v>25.555600519347674</c:v>
                </c:pt>
                <c:pt idx="33">
                  <c:v>25.57314775769208</c:v>
                </c:pt>
                <c:pt idx="34">
                  <c:v>25.6142482891307</c:v>
                </c:pt>
                <c:pt idx="35">
                  <c:v>25.624097650811404</c:v>
                </c:pt>
                <c:pt idx="36">
                  <c:v>25.570786999877768</c:v>
                </c:pt>
                <c:pt idx="37">
                  <c:v>25.544871872377879</c:v>
                </c:pt>
                <c:pt idx="38">
                  <c:v>25.526264854062248</c:v>
                </c:pt>
                <c:pt idx="39">
                  <c:v>25.434143622918743</c:v>
                </c:pt>
                <c:pt idx="40">
                  <c:v>25.423826399477672</c:v>
                </c:pt>
                <c:pt idx="41">
                  <c:v>25.381749772342335</c:v>
                </c:pt>
                <c:pt idx="42">
                  <c:v>25.410942043940167</c:v>
                </c:pt>
                <c:pt idx="43">
                  <c:v>25.39441359228061</c:v>
                </c:pt>
                <c:pt idx="44">
                  <c:v>25.248328053618888</c:v>
                </c:pt>
                <c:pt idx="45">
                  <c:v>25.242105562598489</c:v>
                </c:pt>
                <c:pt idx="46">
                  <c:v>25.203498748007064</c:v>
                </c:pt>
                <c:pt idx="47">
                  <c:v>25.205015251158827</c:v>
                </c:pt>
                <c:pt idx="48">
                  <c:v>25.251344745422582</c:v>
                </c:pt>
                <c:pt idx="49">
                  <c:v>25.294028963454526</c:v>
                </c:pt>
                <c:pt idx="50">
                  <c:v>25.298903582796665</c:v>
                </c:pt>
                <c:pt idx="51">
                  <c:v>25.467653729792794</c:v>
                </c:pt>
                <c:pt idx="52">
                  <c:v>25.524469637970483</c:v>
                </c:pt>
                <c:pt idx="53">
                  <c:v>25.703807853949286</c:v>
                </c:pt>
                <c:pt idx="54">
                  <c:v>25.889362929547531</c:v>
                </c:pt>
                <c:pt idx="55">
                  <c:v>26.050457601016568</c:v>
                </c:pt>
                <c:pt idx="56">
                  <c:v>26.349368140249712</c:v>
                </c:pt>
                <c:pt idx="57">
                  <c:v>26.597695531350841</c:v>
                </c:pt>
                <c:pt idx="58">
                  <c:v>26.910527307822651</c:v>
                </c:pt>
                <c:pt idx="59">
                  <c:v>27.053010696017974</c:v>
                </c:pt>
                <c:pt idx="60">
                  <c:v>27.192066051695601</c:v>
                </c:pt>
                <c:pt idx="61">
                  <c:v>27.395661734332371</c:v>
                </c:pt>
                <c:pt idx="62">
                  <c:v>27.704172073087637</c:v>
                </c:pt>
                <c:pt idx="63">
                  <c:v>27.885820695531024</c:v>
                </c:pt>
                <c:pt idx="64">
                  <c:v>27.957196052586688</c:v>
                </c:pt>
                <c:pt idx="65">
                  <c:v>28.216381612879616</c:v>
                </c:pt>
                <c:pt idx="66">
                  <c:v>28.42876294352666</c:v>
                </c:pt>
                <c:pt idx="67">
                  <c:v>28.614461040146256</c:v>
                </c:pt>
                <c:pt idx="68">
                  <c:v>28.823810027007529</c:v>
                </c:pt>
                <c:pt idx="69">
                  <c:v>29.211816865515843</c:v>
                </c:pt>
                <c:pt idx="70">
                  <c:v>29.531946109480412</c:v>
                </c:pt>
                <c:pt idx="71">
                  <c:v>29.650543413629372</c:v>
                </c:pt>
                <c:pt idx="72">
                  <c:v>29.801827025225716</c:v>
                </c:pt>
                <c:pt idx="73">
                  <c:v>30.048010674486154</c:v>
                </c:pt>
                <c:pt idx="74">
                  <c:v>30.354402943963933</c:v>
                </c:pt>
                <c:pt idx="75">
                  <c:v>30.737727769465032</c:v>
                </c:pt>
                <c:pt idx="76">
                  <c:v>31.100648373005473</c:v>
                </c:pt>
                <c:pt idx="77">
                  <c:v>31.1822036466965</c:v>
                </c:pt>
                <c:pt idx="78">
                  <c:v>31.183783089035451</c:v>
                </c:pt>
                <c:pt idx="79">
                  <c:v>31.37758940925611</c:v>
                </c:pt>
                <c:pt idx="80">
                  <c:v>31.654865016975361</c:v>
                </c:pt>
                <c:pt idx="81">
                  <c:v>31.806258937778658</c:v>
                </c:pt>
                <c:pt idx="82">
                  <c:v>31.946700114979954</c:v>
                </c:pt>
                <c:pt idx="83">
                  <c:v>31.999779712844933</c:v>
                </c:pt>
                <c:pt idx="84">
                  <c:v>32.004953976547554</c:v>
                </c:pt>
                <c:pt idx="85">
                  <c:v>31.954740430510693</c:v>
                </c:pt>
                <c:pt idx="86">
                  <c:v>31.997700732115248</c:v>
                </c:pt>
                <c:pt idx="87">
                  <c:v>32.025595379866168</c:v>
                </c:pt>
                <c:pt idx="88">
                  <c:v>31.971594882315323</c:v>
                </c:pt>
                <c:pt idx="89">
                  <c:v>31.916003679623635</c:v>
                </c:pt>
                <c:pt idx="90">
                  <c:v>31.818346574302875</c:v>
                </c:pt>
                <c:pt idx="91">
                  <c:v>31.636180691118678</c:v>
                </c:pt>
                <c:pt idx="92">
                  <c:v>31.503612212454868</c:v>
                </c:pt>
                <c:pt idx="93">
                  <c:v>31.377609947306652</c:v>
                </c:pt>
                <c:pt idx="94">
                  <c:v>31.231649334649973</c:v>
                </c:pt>
                <c:pt idx="95">
                  <c:v>31.099783787329145</c:v>
                </c:pt>
                <c:pt idx="96">
                  <c:v>30.992445309987104</c:v>
                </c:pt>
                <c:pt idx="97">
                  <c:v>30.894494046781066</c:v>
                </c:pt>
                <c:pt idx="98">
                  <c:v>30.749219140005572</c:v>
                </c:pt>
                <c:pt idx="99">
                  <c:v>30.605250718252073</c:v>
                </c:pt>
                <c:pt idx="100">
                  <c:v>30.463527237927039</c:v>
                </c:pt>
                <c:pt idx="101">
                  <c:v>30.361192425964461</c:v>
                </c:pt>
                <c:pt idx="102">
                  <c:v>30.186790257146328</c:v>
                </c:pt>
                <c:pt idx="103">
                  <c:v>29.998383456666538</c:v>
                </c:pt>
                <c:pt idx="104">
                  <c:v>29.826265317824678</c:v>
                </c:pt>
                <c:pt idx="105">
                  <c:v>29.655339048432388</c:v>
                </c:pt>
                <c:pt idx="106">
                  <c:v>29.43460370009544</c:v>
                </c:pt>
                <c:pt idx="107">
                  <c:v>29.224093319601568</c:v>
                </c:pt>
                <c:pt idx="108">
                  <c:v>29.010776182619047</c:v>
                </c:pt>
                <c:pt idx="109">
                  <c:v>28.832675177148971</c:v>
                </c:pt>
                <c:pt idx="110">
                  <c:v>28.62127271649177</c:v>
                </c:pt>
                <c:pt idx="111">
                  <c:v>28.412267576347723</c:v>
                </c:pt>
                <c:pt idx="112">
                  <c:v>28.270371841405179</c:v>
                </c:pt>
                <c:pt idx="113">
                  <c:v>28.092523586460395</c:v>
                </c:pt>
                <c:pt idx="114">
                  <c:v>27.915108949389278</c:v>
                </c:pt>
                <c:pt idx="115">
                  <c:v>27.758367019600922</c:v>
                </c:pt>
                <c:pt idx="116">
                  <c:v>27.573547918418893</c:v>
                </c:pt>
                <c:pt idx="117">
                  <c:v>27.384456074575652</c:v>
                </c:pt>
                <c:pt idx="118">
                  <c:v>27.214375840362376</c:v>
                </c:pt>
                <c:pt idx="119">
                  <c:v>27.030633164910281</c:v>
                </c:pt>
                <c:pt idx="120">
                  <c:v>26.848350512970942</c:v>
                </c:pt>
                <c:pt idx="121">
                  <c:v>26.712874906377962</c:v>
                </c:pt>
                <c:pt idx="122">
                  <c:v>26.612046328541897</c:v>
                </c:pt>
                <c:pt idx="123">
                  <c:v>26.476607988572898</c:v>
                </c:pt>
                <c:pt idx="124">
                  <c:v>26.321324177558736</c:v>
                </c:pt>
                <c:pt idx="125">
                  <c:v>26.222574911711227</c:v>
                </c:pt>
                <c:pt idx="126">
                  <c:v>26.116195760085095</c:v>
                </c:pt>
                <c:pt idx="127">
                  <c:v>25.964734842173364</c:v>
                </c:pt>
                <c:pt idx="128">
                  <c:v>25.837652507447526</c:v>
                </c:pt>
                <c:pt idx="129">
                  <c:v>25.687778982087842</c:v>
                </c:pt>
                <c:pt idx="130">
                  <c:v>25.513803474706897</c:v>
                </c:pt>
                <c:pt idx="131">
                  <c:v>25.398649772242958</c:v>
                </c:pt>
                <c:pt idx="132">
                  <c:v>25.334155076194513</c:v>
                </c:pt>
                <c:pt idx="133">
                  <c:v>25.342317564140828</c:v>
                </c:pt>
                <c:pt idx="134">
                  <c:v>25.334238967505822</c:v>
                </c:pt>
                <c:pt idx="135">
                  <c:v>25.412353289582871</c:v>
                </c:pt>
                <c:pt idx="136">
                  <c:v>25.570249656567359</c:v>
                </c:pt>
                <c:pt idx="137">
                  <c:v>25.79603074016153</c:v>
                </c:pt>
                <c:pt idx="138">
                  <c:v>26.003167497408729</c:v>
                </c:pt>
                <c:pt idx="139">
                  <c:v>26.2077967077505</c:v>
                </c:pt>
                <c:pt idx="140">
                  <c:v>26.391174998434806</c:v>
                </c:pt>
                <c:pt idx="141">
                  <c:v>26.556448997560942</c:v>
                </c:pt>
                <c:pt idx="142">
                  <c:v>26.552128719250483</c:v>
                </c:pt>
                <c:pt idx="143">
                  <c:v>26.487595514357256</c:v>
                </c:pt>
                <c:pt idx="144">
                  <c:v>26.382751582009597</c:v>
                </c:pt>
                <c:pt idx="145">
                  <c:v>26.352233446745334</c:v>
                </c:pt>
                <c:pt idx="146">
                  <c:v>26.289162584177024</c:v>
                </c:pt>
                <c:pt idx="147">
                  <c:v>26.33362174939802</c:v>
                </c:pt>
                <c:pt idx="148">
                  <c:v>26.314597966004225</c:v>
                </c:pt>
                <c:pt idx="149">
                  <c:v>26.416892778457044</c:v>
                </c:pt>
                <c:pt idx="150">
                  <c:v>26.526428827207752</c:v>
                </c:pt>
                <c:pt idx="151">
                  <c:v>26.561092087649779</c:v>
                </c:pt>
                <c:pt idx="152">
                  <c:v>26.528886933725367</c:v>
                </c:pt>
                <c:pt idx="153">
                  <c:v>26.360005111324515</c:v>
                </c:pt>
                <c:pt idx="154">
                  <c:v>26.39868198716902</c:v>
                </c:pt>
                <c:pt idx="155">
                  <c:v>26.450756379963213</c:v>
                </c:pt>
                <c:pt idx="156">
                  <c:v>26.405989558057595</c:v>
                </c:pt>
                <c:pt idx="157">
                  <c:v>26.368086420141601</c:v>
                </c:pt>
                <c:pt idx="158">
                  <c:v>26.367076577446507</c:v>
                </c:pt>
                <c:pt idx="159">
                  <c:v>26.365573821538256</c:v>
                </c:pt>
                <c:pt idx="160">
                  <c:v>26.288902877215254</c:v>
                </c:pt>
                <c:pt idx="161">
                  <c:v>26.11416439781939</c:v>
                </c:pt>
                <c:pt idx="162">
                  <c:v>26.077456690385908</c:v>
                </c:pt>
                <c:pt idx="163">
                  <c:v>26.057770968935536</c:v>
                </c:pt>
                <c:pt idx="164">
                  <c:v>26.044784047367372</c:v>
                </c:pt>
                <c:pt idx="165">
                  <c:v>26.119041356677368</c:v>
                </c:pt>
                <c:pt idx="166">
                  <c:v>26.129727685325268</c:v>
                </c:pt>
                <c:pt idx="167">
                  <c:v>26.082929915227542</c:v>
                </c:pt>
                <c:pt idx="168">
                  <c:v>25.944319771484377</c:v>
                </c:pt>
                <c:pt idx="169">
                  <c:v>25.867791682553293</c:v>
                </c:pt>
                <c:pt idx="170">
                  <c:v>25.826855207074896</c:v>
                </c:pt>
                <c:pt idx="171">
                  <c:v>25.794881934366355</c:v>
                </c:pt>
                <c:pt idx="172">
                  <c:v>25.815238703492497</c:v>
                </c:pt>
                <c:pt idx="173">
                  <c:v>25.784978204822007</c:v>
                </c:pt>
                <c:pt idx="174">
                  <c:v>25.724211164948041</c:v>
                </c:pt>
                <c:pt idx="175">
                  <c:v>25.750807029445934</c:v>
                </c:pt>
                <c:pt idx="176">
                  <c:v>25.710758990283182</c:v>
                </c:pt>
                <c:pt idx="177">
                  <c:v>25.735258234516053</c:v>
                </c:pt>
                <c:pt idx="178">
                  <c:v>25.809724816623369</c:v>
                </c:pt>
                <c:pt idx="179">
                  <c:v>25.829467348971622</c:v>
                </c:pt>
                <c:pt idx="180">
                  <c:v>25.809810861117395</c:v>
                </c:pt>
                <c:pt idx="181">
                  <c:v>25.800545715878599</c:v>
                </c:pt>
                <c:pt idx="182">
                  <c:v>25.768936331049524</c:v>
                </c:pt>
                <c:pt idx="183">
                  <c:v>25.774575185331063</c:v>
                </c:pt>
                <c:pt idx="184">
                  <c:v>25.801234485904438</c:v>
                </c:pt>
                <c:pt idx="185">
                  <c:v>25.815658905381536</c:v>
                </c:pt>
                <c:pt idx="186">
                  <c:v>25.850000265007107</c:v>
                </c:pt>
                <c:pt idx="187">
                  <c:v>25.865821768809791</c:v>
                </c:pt>
                <c:pt idx="188">
                  <c:v>25.820165682441324</c:v>
                </c:pt>
                <c:pt idx="189">
                  <c:v>25.791212828198876</c:v>
                </c:pt>
                <c:pt idx="190">
                  <c:v>25.767169396184627</c:v>
                </c:pt>
                <c:pt idx="191">
                  <c:v>25.706244842713318</c:v>
                </c:pt>
                <c:pt idx="192">
                  <c:v>25.726122777128694</c:v>
                </c:pt>
                <c:pt idx="193">
                  <c:v>25.779792015799725</c:v>
                </c:pt>
                <c:pt idx="194">
                  <c:v>25.762602412823433</c:v>
                </c:pt>
                <c:pt idx="195">
                  <c:v>25.753913906479657</c:v>
                </c:pt>
                <c:pt idx="196">
                  <c:v>25.772130991686396</c:v>
                </c:pt>
                <c:pt idx="197">
                  <c:v>25.738467967431951</c:v>
                </c:pt>
                <c:pt idx="198">
                  <c:v>25.725818184588711</c:v>
                </c:pt>
                <c:pt idx="199">
                  <c:v>25.766290649191216</c:v>
                </c:pt>
                <c:pt idx="200">
                  <c:v>25.832813146472411</c:v>
                </c:pt>
                <c:pt idx="201">
                  <c:v>25.908024812615135</c:v>
                </c:pt>
                <c:pt idx="202">
                  <c:v>25.91784705247505</c:v>
                </c:pt>
                <c:pt idx="203">
                  <c:v>25.980294237387405</c:v>
                </c:pt>
                <c:pt idx="204">
                  <c:v>25.968939179875893</c:v>
                </c:pt>
                <c:pt idx="205">
                  <c:v>25.930023714823207</c:v>
                </c:pt>
                <c:pt idx="206">
                  <c:v>25.965016329406481</c:v>
                </c:pt>
                <c:pt idx="207">
                  <c:v>25.940378867406015</c:v>
                </c:pt>
                <c:pt idx="208">
                  <c:v>25.831139295352735</c:v>
                </c:pt>
                <c:pt idx="209">
                  <c:v>25.745378193294197</c:v>
                </c:pt>
                <c:pt idx="210">
                  <c:v>25.7213437052697</c:v>
                </c:pt>
                <c:pt idx="211">
                  <c:v>25.729824595110554</c:v>
                </c:pt>
                <c:pt idx="212">
                  <c:v>25.740285253646583</c:v>
                </c:pt>
                <c:pt idx="213">
                  <c:v>25.721712396402928</c:v>
                </c:pt>
                <c:pt idx="214">
                  <c:v>25.82912756017566</c:v>
                </c:pt>
                <c:pt idx="215">
                  <c:v>25.851338964955129</c:v>
                </c:pt>
                <c:pt idx="216">
                  <c:v>25.815362263054666</c:v>
                </c:pt>
                <c:pt idx="217">
                  <c:v>25.803783274540404</c:v>
                </c:pt>
                <c:pt idx="218">
                  <c:v>25.815807143730247</c:v>
                </c:pt>
                <c:pt idx="219">
                  <c:v>25.848517219002204</c:v>
                </c:pt>
                <c:pt idx="220">
                  <c:v>25.881176694480267</c:v>
                </c:pt>
                <c:pt idx="221">
                  <c:v>25.826744483794318</c:v>
                </c:pt>
                <c:pt idx="222">
                  <c:v>25.848315647973838</c:v>
                </c:pt>
                <c:pt idx="223">
                  <c:v>25.828724004045334</c:v>
                </c:pt>
                <c:pt idx="224">
                  <c:v>25.771748304865497</c:v>
                </c:pt>
                <c:pt idx="225">
                  <c:v>25.755908581824421</c:v>
                </c:pt>
                <c:pt idx="226">
                  <c:v>25.73488291820523</c:v>
                </c:pt>
                <c:pt idx="227">
                  <c:v>25.767174613511983</c:v>
                </c:pt>
                <c:pt idx="228">
                  <c:v>25.786518724242551</c:v>
                </c:pt>
                <c:pt idx="229">
                  <c:v>25.831540201412029</c:v>
                </c:pt>
                <c:pt idx="230">
                  <c:v>25.880314758875006</c:v>
                </c:pt>
                <c:pt idx="231">
                  <c:v>25.821931292270705</c:v>
                </c:pt>
                <c:pt idx="232">
                  <c:v>25.897933259285931</c:v>
                </c:pt>
                <c:pt idx="233">
                  <c:v>25.948221338570757</c:v>
                </c:pt>
                <c:pt idx="234">
                  <c:v>25.918183197423339</c:v>
                </c:pt>
                <c:pt idx="235">
                  <c:v>25.940918736565383</c:v>
                </c:pt>
                <c:pt idx="236">
                  <c:v>25.893664822990164</c:v>
                </c:pt>
                <c:pt idx="237">
                  <c:v>25.89774626364828</c:v>
                </c:pt>
                <c:pt idx="238">
                  <c:v>25.851773659420161</c:v>
                </c:pt>
                <c:pt idx="239">
                  <c:v>25.815841843097907</c:v>
                </c:pt>
                <c:pt idx="240">
                  <c:v>25.772827463481196</c:v>
                </c:pt>
                <c:pt idx="241">
                  <c:v>25.699794404176245</c:v>
                </c:pt>
                <c:pt idx="242">
                  <c:v>25.70623863160932</c:v>
                </c:pt>
                <c:pt idx="243">
                  <c:v>25.724548552117124</c:v>
                </c:pt>
                <c:pt idx="244">
                  <c:v>25.700081605625041</c:v>
                </c:pt>
                <c:pt idx="245">
                  <c:v>25.676554647611773</c:v>
                </c:pt>
                <c:pt idx="246">
                  <c:v>25.613304698211568</c:v>
                </c:pt>
                <c:pt idx="247">
                  <c:v>25.556982862653111</c:v>
                </c:pt>
                <c:pt idx="248">
                  <c:v>25.509045893267729</c:v>
                </c:pt>
                <c:pt idx="249">
                  <c:v>25.454668795777906</c:v>
                </c:pt>
                <c:pt idx="250">
                  <c:v>25.377003412297721</c:v>
                </c:pt>
                <c:pt idx="251">
                  <c:v>25.288784245128923</c:v>
                </c:pt>
                <c:pt idx="252">
                  <c:v>25.265234181808786</c:v>
                </c:pt>
                <c:pt idx="253">
                  <c:v>25.30320483442522</c:v>
                </c:pt>
                <c:pt idx="254">
                  <c:v>25.295127397196293</c:v>
                </c:pt>
                <c:pt idx="255">
                  <c:v>25.174039688788909</c:v>
                </c:pt>
                <c:pt idx="256">
                  <c:v>25.150268396296262</c:v>
                </c:pt>
                <c:pt idx="257">
                  <c:v>25.437924487550795</c:v>
                </c:pt>
                <c:pt idx="258">
                  <c:v>25.721134266842942</c:v>
                </c:pt>
                <c:pt idx="259">
                  <c:v>26</c:v>
                </c:pt>
                <c:pt idx="260">
                  <c:v>25.886242470899735</c:v>
                </c:pt>
                <c:pt idx="261">
                  <c:v>25.886488596247432</c:v>
                </c:pt>
                <c:pt idx="262">
                  <c:v>26.04661359016055</c:v>
                </c:pt>
                <c:pt idx="263">
                  <c:v>26.008448343655914</c:v>
                </c:pt>
                <c:pt idx="264">
                  <c:v>25.879036348043105</c:v>
                </c:pt>
                <c:pt idx="265">
                  <c:v>25.947340604024067</c:v>
                </c:pt>
                <c:pt idx="266">
                  <c:v>25.926829054186335</c:v>
                </c:pt>
                <c:pt idx="267">
                  <c:v>25.857045313233431</c:v>
                </c:pt>
                <c:pt idx="268">
                  <c:v>25.77537161449284</c:v>
                </c:pt>
                <c:pt idx="269">
                  <c:v>25.846969163442139</c:v>
                </c:pt>
                <c:pt idx="270">
                  <c:v>25.911412679993656</c:v>
                </c:pt>
                <c:pt idx="271">
                  <c:v>25.913507147075961</c:v>
                </c:pt>
                <c:pt idx="272">
                  <c:v>25.883216006959088</c:v>
                </c:pt>
                <c:pt idx="273">
                  <c:v>25.86435520293416</c:v>
                </c:pt>
                <c:pt idx="274">
                  <c:v>25.833875659329394</c:v>
                </c:pt>
                <c:pt idx="275">
                  <c:v>25.811959406211834</c:v>
                </c:pt>
                <c:pt idx="276">
                  <c:v>25.866540103690657</c:v>
                </c:pt>
                <c:pt idx="277">
                  <c:v>25.920461844442819</c:v>
                </c:pt>
                <c:pt idx="278">
                  <c:v>26.216460535307725</c:v>
                </c:pt>
                <c:pt idx="279">
                  <c:v>26.275247475227637</c:v>
                </c:pt>
                <c:pt idx="280">
                  <c:v>26.198745638562777</c:v>
                </c:pt>
                <c:pt idx="281">
                  <c:v>26.032578565496674</c:v>
                </c:pt>
                <c:pt idx="282">
                  <c:v>26.022061510136357</c:v>
                </c:pt>
                <c:pt idx="283">
                  <c:v>26.065353981582668</c:v>
                </c:pt>
                <c:pt idx="284">
                  <c:v>26.030708774749595</c:v>
                </c:pt>
                <c:pt idx="285">
                  <c:v>25.915533374829028</c:v>
                </c:pt>
                <c:pt idx="286">
                  <c:v>25.853573140469997</c:v>
                </c:pt>
                <c:pt idx="287">
                  <c:v>26.262783114542366</c:v>
                </c:pt>
                <c:pt idx="288">
                  <c:v>26.266610976527989</c:v>
                </c:pt>
                <c:pt idx="289">
                  <c:v>26.346102258953682</c:v>
                </c:pt>
                <c:pt idx="290">
                  <c:v>26.33867402701814</c:v>
                </c:pt>
                <c:pt idx="291">
                  <c:v>26.428266220836385</c:v>
                </c:pt>
                <c:pt idx="292">
                  <c:v>26.327001209426172</c:v>
                </c:pt>
                <c:pt idx="293">
                  <c:v>26.390184700013616</c:v>
                </c:pt>
                <c:pt idx="294">
                  <c:v>26.569383000523061</c:v>
                </c:pt>
                <c:pt idx="295">
                  <c:v>26.594217644371732</c:v>
                </c:pt>
                <c:pt idx="296">
                  <c:v>26.691074262609455</c:v>
                </c:pt>
                <c:pt idx="297">
                  <c:v>26.745545975916819</c:v>
                </c:pt>
                <c:pt idx="298">
                  <c:v>26.638565755053271</c:v>
                </c:pt>
                <c:pt idx="299">
                  <c:v>26.61788062556252</c:v>
                </c:pt>
                <c:pt idx="300">
                  <c:v>26.648188328623387</c:v>
                </c:pt>
                <c:pt idx="301">
                  <c:v>26.56411051856259</c:v>
                </c:pt>
                <c:pt idx="302">
                  <c:v>26.457039201507097</c:v>
                </c:pt>
                <c:pt idx="303">
                  <c:v>26.771048106408305</c:v>
                </c:pt>
                <c:pt idx="304">
                  <c:v>27.106937157209174</c:v>
                </c:pt>
                <c:pt idx="305">
                  <c:v>27.062877738641383</c:v>
                </c:pt>
                <c:pt idx="306">
                  <c:v>26.726608899534813</c:v>
                </c:pt>
                <c:pt idx="307">
                  <c:v>26.539428253798629</c:v>
                </c:pt>
                <c:pt idx="308">
                  <c:v>26.234152326745811</c:v>
                </c:pt>
                <c:pt idx="309">
                  <c:v>26.080082910785027</c:v>
                </c:pt>
                <c:pt idx="310">
                  <c:v>26.067267415687166</c:v>
                </c:pt>
                <c:pt idx="311">
                  <c:v>25.981409503220998</c:v>
                </c:pt>
                <c:pt idx="312">
                  <c:v>26.607609778364626</c:v>
                </c:pt>
                <c:pt idx="313">
                  <c:v>26.58858541526779</c:v>
                </c:pt>
                <c:pt idx="314">
                  <c:v>26.161659550673832</c:v>
                </c:pt>
                <c:pt idx="315">
                  <c:v>25.769703360985723</c:v>
                </c:pt>
                <c:pt idx="316">
                  <c:v>25.426258667802664</c:v>
                </c:pt>
                <c:pt idx="317">
                  <c:v>25.409107201004907</c:v>
                </c:pt>
                <c:pt idx="318">
                  <c:v>25.383158036655121</c:v>
                </c:pt>
                <c:pt idx="319">
                  <c:v>25.329969951507014</c:v>
                </c:pt>
                <c:pt idx="320">
                  <c:v>25.305190793520708</c:v>
                </c:pt>
                <c:pt idx="321">
                  <c:v>25.232171377940876</c:v>
                </c:pt>
                <c:pt idx="322">
                  <c:v>25.424738810654745</c:v>
                </c:pt>
                <c:pt idx="323">
                  <c:v>25.705174296828496</c:v>
                </c:pt>
                <c:pt idx="324">
                  <c:v>25.875709101039593</c:v>
                </c:pt>
                <c:pt idx="325">
                  <c:v>25.82059126728716</c:v>
                </c:pt>
                <c:pt idx="326">
                  <c:v>25.799374218850158</c:v>
                </c:pt>
                <c:pt idx="327">
                  <c:v>25.773984799192526</c:v>
                </c:pt>
                <c:pt idx="328">
                  <c:v>25.807330974328433</c:v>
                </c:pt>
                <c:pt idx="329">
                  <c:v>25.934898189239586</c:v>
                </c:pt>
                <c:pt idx="330">
                  <c:v>25.998861463230103</c:v>
                </c:pt>
                <c:pt idx="331">
                  <c:v>25.905496479214996</c:v>
                </c:pt>
                <c:pt idx="332">
                  <c:v>25.651542407596164</c:v>
                </c:pt>
                <c:pt idx="333">
                  <c:v>25.530388944301137</c:v>
                </c:pt>
                <c:pt idx="334">
                  <c:v>25.471447886187399</c:v>
                </c:pt>
                <c:pt idx="335">
                  <c:v>25.558951492768454</c:v>
                </c:pt>
                <c:pt idx="336">
                  <c:v>25.634689943344796</c:v>
                </c:pt>
                <c:pt idx="337">
                  <c:v>25.763861610640301</c:v>
                </c:pt>
                <c:pt idx="338">
                  <c:v>25.816284653405493</c:v>
                </c:pt>
                <c:pt idx="339">
                  <c:v>25.825144337775406</c:v>
                </c:pt>
                <c:pt idx="340">
                  <c:v>25.825046450776419</c:v>
                </c:pt>
                <c:pt idx="341">
                  <c:v>26.078722761824537</c:v>
                </c:pt>
                <c:pt idx="342">
                  <c:v>26.010937174434634</c:v>
                </c:pt>
                <c:pt idx="343">
                  <c:v>25.913670374888987</c:v>
                </c:pt>
                <c:pt idx="344">
                  <c:v>26.053022704152365</c:v>
                </c:pt>
                <c:pt idx="345">
                  <c:v>26.050969892874193</c:v>
                </c:pt>
                <c:pt idx="346">
                  <c:v>25.973238920135806</c:v>
                </c:pt>
                <c:pt idx="347">
                  <c:v>25.846225818515848</c:v>
                </c:pt>
                <c:pt idx="348">
                  <c:v>25.819659518872982</c:v>
                </c:pt>
                <c:pt idx="349">
                  <c:v>25.793881366919894</c:v>
                </c:pt>
                <c:pt idx="350">
                  <c:v>25.82363603328092</c:v>
                </c:pt>
                <c:pt idx="351">
                  <c:v>25.889723753282365</c:v>
                </c:pt>
                <c:pt idx="352">
                  <c:v>25.886579609624665</c:v>
                </c:pt>
                <c:pt idx="353">
                  <c:v>25.861869684744239</c:v>
                </c:pt>
                <c:pt idx="354">
                  <c:v>25.773117397815746</c:v>
                </c:pt>
                <c:pt idx="355">
                  <c:v>25.723131592258746</c:v>
                </c:pt>
                <c:pt idx="356">
                  <c:v>25.678708906921887</c:v>
                </c:pt>
                <c:pt idx="357">
                  <c:v>25.643515342420649</c:v>
                </c:pt>
                <c:pt idx="358">
                  <c:v>25.599185243940695</c:v>
                </c:pt>
                <c:pt idx="359">
                  <c:v>25.498851649685786</c:v>
                </c:pt>
                <c:pt idx="360">
                  <c:v>25.492406676920236</c:v>
                </c:pt>
                <c:pt idx="361">
                  <c:v>25.5040132841436</c:v>
                </c:pt>
                <c:pt idx="362">
                  <c:v>25.491720639780151</c:v>
                </c:pt>
                <c:pt idx="363">
                  <c:v>25.537311840815534</c:v>
                </c:pt>
                <c:pt idx="364">
                  <c:v>25.491132324009612</c:v>
                </c:pt>
                <c:pt idx="365">
                  <c:v>25.463893486026009</c:v>
                </c:pt>
                <c:pt idx="366">
                  <c:v>25.436346494469468</c:v>
                </c:pt>
                <c:pt idx="367">
                  <c:v>25.377851973325711</c:v>
                </c:pt>
                <c:pt idx="368">
                  <c:v>25.337271849587268</c:v>
                </c:pt>
                <c:pt idx="369">
                  <c:v>25.322393605444837</c:v>
                </c:pt>
                <c:pt idx="370">
                  <c:v>25.277738666225872</c:v>
                </c:pt>
                <c:pt idx="371">
                  <c:v>25.286557212383649</c:v>
                </c:pt>
                <c:pt idx="372">
                  <c:v>25.195462138435072</c:v>
                </c:pt>
                <c:pt idx="373">
                  <c:v>25.166751413730086</c:v>
                </c:pt>
                <c:pt idx="374">
                  <c:v>25.114359426484878</c:v>
                </c:pt>
                <c:pt idx="375">
                  <c:v>25.059422253044019</c:v>
                </c:pt>
                <c:pt idx="376">
                  <c:v>25.050642909304301</c:v>
                </c:pt>
                <c:pt idx="377">
                  <c:v>25.068797433166036</c:v>
                </c:pt>
                <c:pt idx="378">
                  <c:v>25.092168300959955</c:v>
                </c:pt>
                <c:pt idx="379">
                  <c:v>25.107814537759705</c:v>
                </c:pt>
                <c:pt idx="380">
                  <c:v>25.050186915928485</c:v>
                </c:pt>
                <c:pt idx="381">
                  <c:v>25.051799365109233</c:v>
                </c:pt>
                <c:pt idx="382">
                  <c:v>25.101668267337178</c:v>
                </c:pt>
                <c:pt idx="383">
                  <c:v>25.256408844843971</c:v>
                </c:pt>
                <c:pt idx="384">
                  <c:v>25.268930492611769</c:v>
                </c:pt>
                <c:pt idx="385">
                  <c:v>25.313620545271991</c:v>
                </c:pt>
                <c:pt idx="386">
                  <c:v>25.31101587740374</c:v>
                </c:pt>
                <c:pt idx="387">
                  <c:v>25.266747538001191</c:v>
                </c:pt>
                <c:pt idx="388">
                  <c:v>25.241962044688812</c:v>
                </c:pt>
                <c:pt idx="389">
                  <c:v>25.229256009947044</c:v>
                </c:pt>
                <c:pt idx="390">
                  <c:v>25.274021072039861</c:v>
                </c:pt>
                <c:pt idx="391">
                  <c:v>25.392166332039988</c:v>
                </c:pt>
                <c:pt idx="392">
                  <c:v>25.567214993969433</c:v>
                </c:pt>
                <c:pt idx="393">
                  <c:v>25.552932560329694</c:v>
                </c:pt>
                <c:pt idx="394">
                  <c:v>25.52302369296012</c:v>
                </c:pt>
                <c:pt idx="395">
                  <c:v>25.500314902972619</c:v>
                </c:pt>
                <c:pt idx="396">
                  <c:v>25.465856691777194</c:v>
                </c:pt>
                <c:pt idx="397">
                  <c:v>25.47182920656542</c:v>
                </c:pt>
                <c:pt idx="398">
                  <c:v>25.463229187749917</c:v>
                </c:pt>
                <c:pt idx="399">
                  <c:v>25.510528111125431</c:v>
                </c:pt>
                <c:pt idx="400">
                  <c:v>25.640303539136749</c:v>
                </c:pt>
                <c:pt idx="401">
                  <c:v>25.60535013732337</c:v>
                </c:pt>
                <c:pt idx="402">
                  <c:v>25.620437530041041</c:v>
                </c:pt>
                <c:pt idx="403">
                  <c:v>25.59025794135194</c:v>
                </c:pt>
                <c:pt idx="404">
                  <c:v>25.579509046183119</c:v>
                </c:pt>
                <c:pt idx="405">
                  <c:v>25.53707407975455</c:v>
                </c:pt>
                <c:pt idx="406">
                  <c:v>25.505804442314084</c:v>
                </c:pt>
                <c:pt idx="407">
                  <c:v>25.489138642441485</c:v>
                </c:pt>
                <c:pt idx="408">
                  <c:v>25.467971986761569</c:v>
                </c:pt>
                <c:pt idx="409">
                  <c:v>25.47210232951182</c:v>
                </c:pt>
                <c:pt idx="410">
                  <c:v>25.443252413966274</c:v>
                </c:pt>
                <c:pt idx="411">
                  <c:v>25.422778876084998</c:v>
                </c:pt>
                <c:pt idx="412">
                  <c:v>25.396798076512187</c:v>
                </c:pt>
                <c:pt idx="413">
                  <c:v>25.375021738863989</c:v>
                </c:pt>
                <c:pt idx="414">
                  <c:v>25.39455102330837</c:v>
                </c:pt>
                <c:pt idx="415">
                  <c:v>25.386891241415842</c:v>
                </c:pt>
                <c:pt idx="416">
                  <c:v>25.352277462768985</c:v>
                </c:pt>
                <c:pt idx="417">
                  <c:v>25.321829305943083</c:v>
                </c:pt>
                <c:pt idx="418">
                  <c:v>25.319072072656997</c:v>
                </c:pt>
                <c:pt idx="419">
                  <c:v>25.383952809522501</c:v>
                </c:pt>
                <c:pt idx="420">
                  <c:v>25.39331811916508</c:v>
                </c:pt>
                <c:pt idx="421">
                  <c:v>25.380968829533188</c:v>
                </c:pt>
                <c:pt idx="422">
                  <c:v>25.406171501997324</c:v>
                </c:pt>
                <c:pt idx="423">
                  <c:v>25.426263553871141</c:v>
                </c:pt>
                <c:pt idx="424">
                  <c:v>25.377710277339872</c:v>
                </c:pt>
                <c:pt idx="425">
                  <c:v>25.36950445659134</c:v>
                </c:pt>
                <c:pt idx="426">
                  <c:v>25.364432758919392</c:v>
                </c:pt>
                <c:pt idx="427">
                  <c:v>25.340302702708076</c:v>
                </c:pt>
                <c:pt idx="428">
                  <c:v>25.270250642062525</c:v>
                </c:pt>
                <c:pt idx="429">
                  <c:v>25.276214440601475</c:v>
                </c:pt>
                <c:pt idx="430">
                  <c:v>25.265449458673302</c:v>
                </c:pt>
                <c:pt idx="431">
                  <c:v>25.237026639342226</c:v>
                </c:pt>
                <c:pt idx="432">
                  <c:v>25.253571384797933</c:v>
                </c:pt>
                <c:pt idx="433">
                  <c:v>25.299974066570449</c:v>
                </c:pt>
                <c:pt idx="434">
                  <c:v>25.390692519876364</c:v>
                </c:pt>
                <c:pt idx="435">
                  <c:v>25.647230452165061</c:v>
                </c:pt>
                <c:pt idx="436">
                  <c:v>25.437398117190778</c:v>
                </c:pt>
                <c:pt idx="437">
                  <c:v>25.530291678412556</c:v>
                </c:pt>
                <c:pt idx="438">
                  <c:v>25.551443427442877</c:v>
                </c:pt>
                <c:pt idx="439">
                  <c:v>25.485296743360827</c:v>
                </c:pt>
                <c:pt idx="440">
                  <c:v>25.564353331321488</c:v>
                </c:pt>
                <c:pt idx="441">
                  <c:v>25.588833196909889</c:v>
                </c:pt>
                <c:pt idx="442">
                  <c:v>25.618071720528807</c:v>
                </c:pt>
                <c:pt idx="443">
                  <c:v>25.757843713385544</c:v>
                </c:pt>
                <c:pt idx="444">
                  <c:v>25.850070326260187</c:v>
                </c:pt>
                <c:pt idx="445">
                  <c:v>25.910621633788672</c:v>
                </c:pt>
                <c:pt idx="446">
                  <c:v>25.917822787762109</c:v>
                </c:pt>
                <c:pt idx="447">
                  <c:v>25.940717082722301</c:v>
                </c:pt>
                <c:pt idx="448">
                  <c:v>25.936299497115897</c:v>
                </c:pt>
                <c:pt idx="449">
                  <c:v>25.962945795778239</c:v>
                </c:pt>
                <c:pt idx="450">
                  <c:v>25.9164530322941</c:v>
                </c:pt>
                <c:pt idx="451">
                  <c:v>25.878154205646176</c:v>
                </c:pt>
                <c:pt idx="452">
                  <c:v>25.882879779196081</c:v>
                </c:pt>
                <c:pt idx="453">
                  <c:v>25.934439809764651</c:v>
                </c:pt>
                <c:pt idx="454">
                  <c:v>25.956005259728496</c:v>
                </c:pt>
                <c:pt idx="455">
                  <c:v>25.971368798129848</c:v>
                </c:pt>
                <c:pt idx="456">
                  <c:v>25.921557317558346</c:v>
                </c:pt>
                <c:pt idx="457">
                  <c:v>25.944109090836818</c:v>
                </c:pt>
                <c:pt idx="458">
                  <c:v>25.941426059539811</c:v>
                </c:pt>
                <c:pt idx="459">
                  <c:v>25.945595366615798</c:v>
                </c:pt>
                <c:pt idx="460">
                  <c:v>25.922167993303272</c:v>
                </c:pt>
                <c:pt idx="461">
                  <c:v>25.920973722226844</c:v>
                </c:pt>
                <c:pt idx="462">
                  <c:v>25.929461734133614</c:v>
                </c:pt>
                <c:pt idx="463">
                  <c:v>25.930849626025289</c:v>
                </c:pt>
                <c:pt idx="464">
                  <c:v>25.921659345293325</c:v>
                </c:pt>
                <c:pt idx="465">
                  <c:v>25.920366690329594</c:v>
                </c:pt>
                <c:pt idx="466">
                  <c:v>25.942604098931128</c:v>
                </c:pt>
                <c:pt idx="467">
                  <c:v>25.932907903074977</c:v>
                </c:pt>
                <c:pt idx="468">
                  <c:v>25.902672083191032</c:v>
                </c:pt>
                <c:pt idx="469">
                  <c:v>25.90785876910163</c:v>
                </c:pt>
                <c:pt idx="470">
                  <c:v>25.908198061009273</c:v>
                </c:pt>
                <c:pt idx="471">
                  <c:v>25.916559863282838</c:v>
                </c:pt>
                <c:pt idx="472">
                  <c:v>25.937857159183476</c:v>
                </c:pt>
                <c:pt idx="473">
                  <c:v>25.954533310896068</c:v>
                </c:pt>
                <c:pt idx="474">
                  <c:v>25.968693302972355</c:v>
                </c:pt>
                <c:pt idx="475">
                  <c:v>25.981137539680674</c:v>
                </c:pt>
                <c:pt idx="476">
                  <c:v>25.96025108760572</c:v>
                </c:pt>
                <c:pt idx="477">
                  <c:v>25.944429004099991</c:v>
                </c:pt>
                <c:pt idx="478">
                  <c:v>25.949517720196887</c:v>
                </c:pt>
                <c:pt idx="479">
                  <c:v>25.942490642764795</c:v>
                </c:pt>
                <c:pt idx="480">
                  <c:v>25.928483029773219</c:v>
                </c:pt>
                <c:pt idx="481">
                  <c:v>25.914226641362905</c:v>
                </c:pt>
                <c:pt idx="482">
                  <c:v>25.903108185506298</c:v>
                </c:pt>
                <c:pt idx="483">
                  <c:v>25.916880024990171</c:v>
                </c:pt>
                <c:pt idx="484">
                  <c:v>25.91205822073568</c:v>
                </c:pt>
                <c:pt idx="485">
                  <c:v>25.913994677332322</c:v>
                </c:pt>
                <c:pt idx="486">
                  <c:v>25.943677626145867</c:v>
                </c:pt>
                <c:pt idx="487">
                  <c:v>25.947235346515011</c:v>
                </c:pt>
                <c:pt idx="488">
                  <c:v>25.938057322361601</c:v>
                </c:pt>
                <c:pt idx="489">
                  <c:v>25.971873553847953</c:v>
                </c:pt>
                <c:pt idx="490">
                  <c:v>25.965977559860967</c:v>
                </c:pt>
                <c:pt idx="491">
                  <c:v>25.945039845474358</c:v>
                </c:pt>
                <c:pt idx="492">
                  <c:v>25.931493841731797</c:v>
                </c:pt>
                <c:pt idx="493">
                  <c:v>25.933784414070949</c:v>
                </c:pt>
                <c:pt idx="494">
                  <c:v>25.91236927282382</c:v>
                </c:pt>
                <c:pt idx="495">
                  <c:v>25.885514943584958</c:v>
                </c:pt>
                <c:pt idx="496">
                  <c:v>25.902340410237624</c:v>
                </c:pt>
                <c:pt idx="497">
                  <c:v>25.935230773154913</c:v>
                </c:pt>
                <c:pt idx="498">
                  <c:v>25.950700231583085</c:v>
                </c:pt>
                <c:pt idx="499">
                  <c:v>25.959223274116393</c:v>
                </c:pt>
                <c:pt idx="500">
                  <c:v>25.975846507222936</c:v>
                </c:pt>
                <c:pt idx="501">
                  <c:v>25.99859049346642</c:v>
                </c:pt>
                <c:pt idx="502">
                  <c:v>25.985000846366439</c:v>
                </c:pt>
                <c:pt idx="503">
                  <c:v>25.978952142035858</c:v>
                </c:pt>
                <c:pt idx="504">
                  <c:v>25.995646761431001</c:v>
                </c:pt>
                <c:pt idx="505">
                  <c:v>25.977532946180037</c:v>
                </c:pt>
                <c:pt idx="506">
                  <c:v>25.965315124916067</c:v>
                </c:pt>
                <c:pt idx="507">
                  <c:v>25.988415131640625</c:v>
                </c:pt>
                <c:pt idx="508">
                  <c:v>26.010782476537763</c:v>
                </c:pt>
                <c:pt idx="509">
                  <c:v>26.027426082065414</c:v>
                </c:pt>
                <c:pt idx="510">
                  <c:v>26.015190041563052</c:v>
                </c:pt>
                <c:pt idx="511">
                  <c:v>26.047354367830525</c:v>
                </c:pt>
                <c:pt idx="512">
                  <c:v>26.112512244156349</c:v>
                </c:pt>
                <c:pt idx="513">
                  <c:v>26.117782324489937</c:v>
                </c:pt>
                <c:pt idx="514">
                  <c:v>26.147141881822073</c:v>
                </c:pt>
                <c:pt idx="515">
                  <c:v>26.178496445757851</c:v>
                </c:pt>
                <c:pt idx="516">
                  <c:v>26.140287390266359</c:v>
                </c:pt>
                <c:pt idx="517">
                  <c:v>26.135640739144566</c:v>
                </c:pt>
                <c:pt idx="518">
                  <c:v>26.158808819568918</c:v>
                </c:pt>
                <c:pt idx="519">
                  <c:v>26.234284084965253</c:v>
                </c:pt>
                <c:pt idx="520">
                  <c:v>26.242123409170638</c:v>
                </c:pt>
                <c:pt idx="521">
                  <c:v>26.191475003039304</c:v>
                </c:pt>
                <c:pt idx="522">
                  <c:v>26.221091534447446</c:v>
                </c:pt>
                <c:pt idx="523">
                  <c:v>26.197651324853329</c:v>
                </c:pt>
                <c:pt idx="524">
                  <c:v>26.169535230541278</c:v>
                </c:pt>
                <c:pt idx="525">
                  <c:v>26.175379051254694</c:v>
                </c:pt>
                <c:pt idx="526">
                  <c:v>26.1972494250174</c:v>
                </c:pt>
                <c:pt idx="527">
                  <c:v>26.196884626176011</c:v>
                </c:pt>
                <c:pt idx="528">
                  <c:v>26.215456075569428</c:v>
                </c:pt>
                <c:pt idx="529">
                  <c:v>26.190750539869164</c:v>
                </c:pt>
                <c:pt idx="530">
                  <c:v>26.185474828134613</c:v>
                </c:pt>
                <c:pt idx="531">
                  <c:v>26.153718944065943</c:v>
                </c:pt>
                <c:pt idx="532">
                  <c:v>26.211290495155836</c:v>
                </c:pt>
                <c:pt idx="533">
                  <c:v>26.238447512196124</c:v>
                </c:pt>
                <c:pt idx="534">
                  <c:v>26.216913117752263</c:v>
                </c:pt>
                <c:pt idx="535">
                  <c:v>26.255213849138745</c:v>
                </c:pt>
                <c:pt idx="536">
                  <c:v>26.331636100857729</c:v>
                </c:pt>
                <c:pt idx="537">
                  <c:v>26.341498423042104</c:v>
                </c:pt>
                <c:pt idx="538">
                  <c:v>26.332965939630718</c:v>
                </c:pt>
                <c:pt idx="539">
                  <c:v>26.383975583570489</c:v>
                </c:pt>
                <c:pt idx="540">
                  <c:v>26.405073295996043</c:v>
                </c:pt>
                <c:pt idx="541">
                  <c:v>26.466274036558396</c:v>
                </c:pt>
                <c:pt idx="542">
                  <c:v>26.478708169870881</c:v>
                </c:pt>
                <c:pt idx="543">
                  <c:v>26.566677774881107</c:v>
                </c:pt>
                <c:pt idx="544">
                  <c:v>26.595724209757101</c:v>
                </c:pt>
                <c:pt idx="545">
                  <c:v>26.577739005766226</c:v>
                </c:pt>
                <c:pt idx="546">
                  <c:v>26.673273569814633</c:v>
                </c:pt>
                <c:pt idx="547">
                  <c:v>26.766678636154193</c:v>
                </c:pt>
                <c:pt idx="548">
                  <c:v>26.800752752678481</c:v>
                </c:pt>
                <c:pt idx="549">
                  <c:v>26.820903395966663</c:v>
                </c:pt>
                <c:pt idx="550">
                  <c:v>26.885193622471547</c:v>
                </c:pt>
                <c:pt idx="551">
                  <c:v>26.908357893418781</c:v>
                </c:pt>
                <c:pt idx="552">
                  <c:v>26.918590977104383</c:v>
                </c:pt>
                <c:pt idx="553">
                  <c:v>26.988200061812908</c:v>
                </c:pt>
                <c:pt idx="554">
                  <c:v>27.083638395156736</c:v>
                </c:pt>
                <c:pt idx="555">
                  <c:v>27.04093365977792</c:v>
                </c:pt>
                <c:pt idx="556">
                  <c:v>26.965175747742393</c:v>
                </c:pt>
                <c:pt idx="557">
                  <c:v>26.964295924157618</c:v>
                </c:pt>
                <c:pt idx="558">
                  <c:v>26.986859291496884</c:v>
                </c:pt>
                <c:pt idx="559">
                  <c:v>26.974023506792633</c:v>
                </c:pt>
                <c:pt idx="560">
                  <c:v>26.973121654492356</c:v>
                </c:pt>
                <c:pt idx="561">
                  <c:v>26.928592013944677</c:v>
                </c:pt>
                <c:pt idx="562">
                  <c:v>26.920179529062501</c:v>
                </c:pt>
                <c:pt idx="563">
                  <c:v>26.891185929977841</c:v>
                </c:pt>
                <c:pt idx="564">
                  <c:v>26.918681576408009</c:v>
                </c:pt>
                <c:pt idx="565">
                  <c:v>26.885696639080535</c:v>
                </c:pt>
                <c:pt idx="566">
                  <c:v>26.796606882168238</c:v>
                </c:pt>
                <c:pt idx="567">
                  <c:v>26.78583268710247</c:v>
                </c:pt>
                <c:pt idx="568">
                  <c:v>26.77400889827603</c:v>
                </c:pt>
                <c:pt idx="569">
                  <c:v>26.682587741367644</c:v>
                </c:pt>
                <c:pt idx="570">
                  <c:v>26.63897088466328</c:v>
                </c:pt>
                <c:pt idx="571">
                  <c:v>26.623113853345735</c:v>
                </c:pt>
                <c:pt idx="572">
                  <c:v>26.599496751509797</c:v>
                </c:pt>
                <c:pt idx="573">
                  <c:v>26.56550578096434</c:v>
                </c:pt>
                <c:pt idx="574">
                  <c:v>26.454315756626755</c:v>
                </c:pt>
                <c:pt idx="575">
                  <c:v>26.431449121783022</c:v>
                </c:pt>
                <c:pt idx="576">
                  <c:v>26.502496035659359</c:v>
                </c:pt>
                <c:pt idx="577">
                  <c:v>26.381746542568262</c:v>
                </c:pt>
                <c:pt idx="578">
                  <c:v>26.25695047381614</c:v>
                </c:pt>
                <c:pt idx="579">
                  <c:v>26.049123538692861</c:v>
                </c:pt>
                <c:pt idx="580">
                  <c:v>25.552049258526687</c:v>
                </c:pt>
                <c:pt idx="581">
                  <c:v>25.315501474598904</c:v>
                </c:pt>
                <c:pt idx="582">
                  <c:v>25.656291417711817</c:v>
                </c:pt>
                <c:pt idx="583">
                  <c:v>25.709585257257306</c:v>
                </c:pt>
                <c:pt idx="584">
                  <c:v>25.494273859003634</c:v>
                </c:pt>
                <c:pt idx="585">
                  <c:v>25.204479833290655</c:v>
                </c:pt>
                <c:pt idx="586">
                  <c:v>25.757699698587544</c:v>
                </c:pt>
                <c:pt idx="587">
                  <c:v>25.06287710200322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77BE-418F-8705-C8EC33B01BAD}"/>
            </c:ext>
          </c:extLst>
        </c:ser>
        <c:ser>
          <c:idx val="17"/>
          <c:order val="17"/>
          <c:tx>
            <c:strRef>
              <c:f>Sheet2!$S$1</c:f>
              <c:strCache>
                <c:ptCount val="1"/>
                <c:pt idx="0">
                  <c:v>S18_z/O-PTIR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Sheet2!$S$2:$S$589</c:f>
              <c:numCache>
                <c:formatCode>General</c:formatCode>
                <c:ptCount val="588"/>
                <c:pt idx="0">
                  <c:v>26.572044410180457</c:v>
                </c:pt>
                <c:pt idx="1">
                  <c:v>26.579499639136227</c:v>
                </c:pt>
                <c:pt idx="2">
                  <c:v>26.54101962619194</c:v>
                </c:pt>
                <c:pt idx="3">
                  <c:v>26.548459569557789</c:v>
                </c:pt>
                <c:pt idx="4">
                  <c:v>26.52780595722724</c:v>
                </c:pt>
                <c:pt idx="5">
                  <c:v>26.514898045873501</c:v>
                </c:pt>
                <c:pt idx="6">
                  <c:v>26.50564812341991</c:v>
                </c:pt>
                <c:pt idx="7">
                  <c:v>26.507290235893745</c:v>
                </c:pt>
                <c:pt idx="8">
                  <c:v>26.523221782586159</c:v>
                </c:pt>
                <c:pt idx="9">
                  <c:v>26.539131941142781</c:v>
                </c:pt>
                <c:pt idx="10">
                  <c:v>26.560550992500495</c:v>
                </c:pt>
                <c:pt idx="11">
                  <c:v>26.593040498080473</c:v>
                </c:pt>
                <c:pt idx="12">
                  <c:v>26.598061653235821</c:v>
                </c:pt>
                <c:pt idx="13">
                  <c:v>26.606874721554561</c:v>
                </c:pt>
                <c:pt idx="14">
                  <c:v>26.630496600823498</c:v>
                </c:pt>
                <c:pt idx="15">
                  <c:v>26.655231326645637</c:v>
                </c:pt>
                <c:pt idx="16">
                  <c:v>26.687794511423007</c:v>
                </c:pt>
                <c:pt idx="17">
                  <c:v>26.716063854562979</c:v>
                </c:pt>
                <c:pt idx="18">
                  <c:v>26.741406591737828</c:v>
                </c:pt>
                <c:pt idx="19">
                  <c:v>26.762977990317619</c:v>
                </c:pt>
                <c:pt idx="20">
                  <c:v>26.79445536109808</c:v>
                </c:pt>
                <c:pt idx="21">
                  <c:v>26.823987247205157</c:v>
                </c:pt>
                <c:pt idx="22">
                  <c:v>26.844187757747651</c:v>
                </c:pt>
                <c:pt idx="23">
                  <c:v>26.863860381484852</c:v>
                </c:pt>
                <c:pt idx="24">
                  <c:v>26.882839435007188</c:v>
                </c:pt>
                <c:pt idx="25">
                  <c:v>26.905916164043106</c:v>
                </c:pt>
                <c:pt idx="26">
                  <c:v>26.918941584554172</c:v>
                </c:pt>
                <c:pt idx="27">
                  <c:v>26.914821312401667</c:v>
                </c:pt>
                <c:pt idx="28">
                  <c:v>26.93073642345151</c:v>
                </c:pt>
                <c:pt idx="29">
                  <c:v>26.965956697459262</c:v>
                </c:pt>
                <c:pt idx="30">
                  <c:v>26.976497397620417</c:v>
                </c:pt>
                <c:pt idx="31">
                  <c:v>26.994712563422876</c:v>
                </c:pt>
                <c:pt idx="32">
                  <c:v>27.015952847942366</c:v>
                </c:pt>
                <c:pt idx="33">
                  <c:v>27.048135163084797</c:v>
                </c:pt>
                <c:pt idx="34">
                  <c:v>27.065123892518255</c:v>
                </c:pt>
                <c:pt idx="35">
                  <c:v>27.104820727517748</c:v>
                </c:pt>
                <c:pt idx="36">
                  <c:v>27.151081254227709</c:v>
                </c:pt>
                <c:pt idx="37">
                  <c:v>27.181798275911838</c:v>
                </c:pt>
                <c:pt idx="38">
                  <c:v>27.234714245785614</c:v>
                </c:pt>
                <c:pt idx="39">
                  <c:v>27.307979778080785</c:v>
                </c:pt>
                <c:pt idx="40">
                  <c:v>27.340791209937791</c:v>
                </c:pt>
                <c:pt idx="41">
                  <c:v>27.364190004268085</c:v>
                </c:pt>
                <c:pt idx="42">
                  <c:v>27.427855908058067</c:v>
                </c:pt>
                <c:pt idx="43">
                  <c:v>27.469648973093975</c:v>
                </c:pt>
                <c:pt idx="44">
                  <c:v>27.493433275183641</c:v>
                </c:pt>
                <c:pt idx="45">
                  <c:v>27.511529290476155</c:v>
                </c:pt>
                <c:pt idx="46">
                  <c:v>27.580630520031562</c:v>
                </c:pt>
                <c:pt idx="47">
                  <c:v>27.616854297124974</c:v>
                </c:pt>
                <c:pt idx="48">
                  <c:v>27.618556880567866</c:v>
                </c:pt>
                <c:pt idx="49">
                  <c:v>27.64258039360919</c:v>
                </c:pt>
                <c:pt idx="50">
                  <c:v>27.656733977858231</c:v>
                </c:pt>
                <c:pt idx="51">
                  <c:v>27.638941070948242</c:v>
                </c:pt>
                <c:pt idx="52">
                  <c:v>27.615944062045617</c:v>
                </c:pt>
                <c:pt idx="53">
                  <c:v>27.657105836641062</c:v>
                </c:pt>
                <c:pt idx="54">
                  <c:v>27.651570013966946</c:v>
                </c:pt>
                <c:pt idx="55">
                  <c:v>27.62637218342627</c:v>
                </c:pt>
                <c:pt idx="56">
                  <c:v>27.643335333666677</c:v>
                </c:pt>
                <c:pt idx="57">
                  <c:v>27.667419205515323</c:v>
                </c:pt>
                <c:pt idx="58">
                  <c:v>27.663432693332826</c:v>
                </c:pt>
                <c:pt idx="59">
                  <c:v>27.67086066856832</c:v>
                </c:pt>
                <c:pt idx="60">
                  <c:v>27.692932479069171</c:v>
                </c:pt>
                <c:pt idx="61">
                  <c:v>27.720849893459629</c:v>
                </c:pt>
                <c:pt idx="62">
                  <c:v>27.689237246156203</c:v>
                </c:pt>
                <c:pt idx="63">
                  <c:v>27.698646648369959</c:v>
                </c:pt>
                <c:pt idx="64">
                  <c:v>27.734321332192682</c:v>
                </c:pt>
                <c:pt idx="65">
                  <c:v>27.749540749853541</c:v>
                </c:pt>
                <c:pt idx="66">
                  <c:v>27.768367440356371</c:v>
                </c:pt>
                <c:pt idx="67">
                  <c:v>27.760318891654578</c:v>
                </c:pt>
                <c:pt idx="68">
                  <c:v>27.748877712904697</c:v>
                </c:pt>
                <c:pt idx="69">
                  <c:v>27.725895869531556</c:v>
                </c:pt>
                <c:pt idx="70">
                  <c:v>27.737312277916622</c:v>
                </c:pt>
                <c:pt idx="71">
                  <c:v>27.756863981832105</c:v>
                </c:pt>
                <c:pt idx="72">
                  <c:v>27.763619416386955</c:v>
                </c:pt>
                <c:pt idx="73">
                  <c:v>27.780048436679085</c:v>
                </c:pt>
                <c:pt idx="74">
                  <c:v>27.805520257785695</c:v>
                </c:pt>
                <c:pt idx="75">
                  <c:v>27.801531723532605</c:v>
                </c:pt>
                <c:pt idx="76">
                  <c:v>27.788588651846613</c:v>
                </c:pt>
                <c:pt idx="77">
                  <c:v>27.780684681192518</c:v>
                </c:pt>
                <c:pt idx="78">
                  <c:v>27.803444299007015</c:v>
                </c:pt>
                <c:pt idx="79">
                  <c:v>27.818499221224783</c:v>
                </c:pt>
                <c:pt idx="80">
                  <c:v>27.826947634387196</c:v>
                </c:pt>
                <c:pt idx="81">
                  <c:v>27.809192337990318</c:v>
                </c:pt>
                <c:pt idx="82">
                  <c:v>27.779998491535331</c:v>
                </c:pt>
                <c:pt idx="83">
                  <c:v>27.780997394410377</c:v>
                </c:pt>
                <c:pt idx="84">
                  <c:v>27.762937574181553</c:v>
                </c:pt>
                <c:pt idx="85">
                  <c:v>27.740397148819802</c:v>
                </c:pt>
                <c:pt idx="86">
                  <c:v>27.726956445559818</c:v>
                </c:pt>
                <c:pt idx="87">
                  <c:v>27.699320402292972</c:v>
                </c:pt>
                <c:pt idx="88">
                  <c:v>27.684950962007669</c:v>
                </c:pt>
                <c:pt idx="89">
                  <c:v>27.692262870390884</c:v>
                </c:pt>
                <c:pt idx="90">
                  <c:v>27.692008493909746</c:v>
                </c:pt>
                <c:pt idx="91">
                  <c:v>27.675260694187955</c:v>
                </c:pt>
                <c:pt idx="92">
                  <c:v>27.647901472385872</c:v>
                </c:pt>
                <c:pt idx="93">
                  <c:v>27.620524355259001</c:v>
                </c:pt>
                <c:pt idx="94">
                  <c:v>27.626505437878627</c:v>
                </c:pt>
                <c:pt idx="95">
                  <c:v>27.633324264346701</c:v>
                </c:pt>
                <c:pt idx="96">
                  <c:v>27.635416197483099</c:v>
                </c:pt>
                <c:pt idx="97">
                  <c:v>27.625724514213967</c:v>
                </c:pt>
                <c:pt idx="98">
                  <c:v>27.618391070778891</c:v>
                </c:pt>
                <c:pt idx="99">
                  <c:v>27.611546867324822</c:v>
                </c:pt>
                <c:pt idx="100">
                  <c:v>27.604108175115158</c:v>
                </c:pt>
                <c:pt idx="101">
                  <c:v>27.607024506434048</c:v>
                </c:pt>
                <c:pt idx="102">
                  <c:v>27.620485935917657</c:v>
                </c:pt>
                <c:pt idx="103">
                  <c:v>27.635119559726483</c:v>
                </c:pt>
                <c:pt idx="104">
                  <c:v>27.634401016939748</c:v>
                </c:pt>
                <c:pt idx="105">
                  <c:v>27.613228219026439</c:v>
                </c:pt>
                <c:pt idx="106">
                  <c:v>27.602660069256927</c:v>
                </c:pt>
                <c:pt idx="107">
                  <c:v>27.59117794357746</c:v>
                </c:pt>
                <c:pt idx="108">
                  <c:v>27.59393402580152</c:v>
                </c:pt>
                <c:pt idx="109">
                  <c:v>27.592353171008586</c:v>
                </c:pt>
                <c:pt idx="110">
                  <c:v>27.569580308631668</c:v>
                </c:pt>
                <c:pt idx="111">
                  <c:v>27.569842975602249</c:v>
                </c:pt>
                <c:pt idx="112">
                  <c:v>27.575539653992376</c:v>
                </c:pt>
                <c:pt idx="113">
                  <c:v>27.585501384789769</c:v>
                </c:pt>
                <c:pt idx="114">
                  <c:v>27.596406310417258</c:v>
                </c:pt>
                <c:pt idx="115">
                  <c:v>27.600394035842111</c:v>
                </c:pt>
                <c:pt idx="116">
                  <c:v>27.598820864917442</c:v>
                </c:pt>
                <c:pt idx="117">
                  <c:v>27.601913419688898</c:v>
                </c:pt>
                <c:pt idx="118">
                  <c:v>27.605378237657295</c:v>
                </c:pt>
                <c:pt idx="119">
                  <c:v>27.635405682715994</c:v>
                </c:pt>
                <c:pt idx="120">
                  <c:v>27.666302719235041</c:v>
                </c:pt>
                <c:pt idx="121">
                  <c:v>27.678835108382735</c:v>
                </c:pt>
                <c:pt idx="122">
                  <c:v>27.691265989586444</c:v>
                </c:pt>
                <c:pt idx="123">
                  <c:v>27.726653236073762</c:v>
                </c:pt>
                <c:pt idx="124">
                  <c:v>27.739922568850616</c:v>
                </c:pt>
                <c:pt idx="125">
                  <c:v>27.741011150556655</c:v>
                </c:pt>
                <c:pt idx="126">
                  <c:v>27.781106889533223</c:v>
                </c:pt>
                <c:pt idx="127">
                  <c:v>27.809251989072941</c:v>
                </c:pt>
                <c:pt idx="128">
                  <c:v>27.846871399292567</c:v>
                </c:pt>
                <c:pt idx="129">
                  <c:v>27.880242540290894</c:v>
                </c:pt>
                <c:pt idx="130">
                  <c:v>27.908162482269599</c:v>
                </c:pt>
                <c:pt idx="131">
                  <c:v>27.940287522262366</c:v>
                </c:pt>
                <c:pt idx="132">
                  <c:v>27.993660277884064</c:v>
                </c:pt>
                <c:pt idx="133">
                  <c:v>28.014485684068759</c:v>
                </c:pt>
                <c:pt idx="134">
                  <c:v>28.074096426379466</c:v>
                </c:pt>
                <c:pt idx="135">
                  <c:v>28.105836464130512</c:v>
                </c:pt>
                <c:pt idx="136">
                  <c:v>28.12065773609077</c:v>
                </c:pt>
                <c:pt idx="137">
                  <c:v>28.135388014874149</c:v>
                </c:pt>
                <c:pt idx="138">
                  <c:v>28.145423146834222</c:v>
                </c:pt>
                <c:pt idx="139">
                  <c:v>28.070982437659691</c:v>
                </c:pt>
                <c:pt idx="140">
                  <c:v>28.004272609896127</c:v>
                </c:pt>
                <c:pt idx="141">
                  <c:v>27.944148767171363</c:v>
                </c:pt>
                <c:pt idx="142">
                  <c:v>27.966726095321526</c:v>
                </c:pt>
                <c:pt idx="143">
                  <c:v>27.969799238215231</c:v>
                </c:pt>
                <c:pt idx="144">
                  <c:v>27.920860681206268</c:v>
                </c:pt>
                <c:pt idx="145">
                  <c:v>27.904959926857668</c:v>
                </c:pt>
                <c:pt idx="146">
                  <c:v>27.931809384662188</c:v>
                </c:pt>
                <c:pt idx="147">
                  <c:v>27.896385437593523</c:v>
                </c:pt>
                <c:pt idx="148">
                  <c:v>27.884500515451077</c:v>
                </c:pt>
                <c:pt idx="149">
                  <c:v>27.864574930682156</c:v>
                </c:pt>
                <c:pt idx="150">
                  <c:v>27.823295774888546</c:v>
                </c:pt>
                <c:pt idx="151">
                  <c:v>27.77873368637675</c:v>
                </c:pt>
                <c:pt idx="152">
                  <c:v>27.765109379106548</c:v>
                </c:pt>
                <c:pt idx="153">
                  <c:v>27.764287811822872</c:v>
                </c:pt>
                <c:pt idx="154">
                  <c:v>27.71617607948113</c:v>
                </c:pt>
                <c:pt idx="155">
                  <c:v>27.653960202516441</c:v>
                </c:pt>
                <c:pt idx="156">
                  <c:v>27.639768906650755</c:v>
                </c:pt>
                <c:pt idx="157">
                  <c:v>27.639210208544739</c:v>
                </c:pt>
                <c:pt idx="158">
                  <c:v>27.600123381692672</c:v>
                </c:pt>
                <c:pt idx="159">
                  <c:v>27.555970155855643</c:v>
                </c:pt>
                <c:pt idx="160">
                  <c:v>27.533662774130217</c:v>
                </c:pt>
                <c:pt idx="161">
                  <c:v>27.483603686699777</c:v>
                </c:pt>
                <c:pt idx="162">
                  <c:v>27.433421455169963</c:v>
                </c:pt>
                <c:pt idx="163">
                  <c:v>27.402592360222982</c:v>
                </c:pt>
                <c:pt idx="164">
                  <c:v>27.378468855790629</c:v>
                </c:pt>
                <c:pt idx="165">
                  <c:v>27.327178832884105</c:v>
                </c:pt>
                <c:pt idx="166">
                  <c:v>27.304659234849499</c:v>
                </c:pt>
                <c:pt idx="167">
                  <c:v>27.293052852931822</c:v>
                </c:pt>
                <c:pt idx="168">
                  <c:v>27.26247848832833</c:v>
                </c:pt>
                <c:pt idx="169">
                  <c:v>27.240770802190287</c:v>
                </c:pt>
                <c:pt idx="170">
                  <c:v>27.23465186490769</c:v>
                </c:pt>
                <c:pt idx="171">
                  <c:v>27.230802752422278</c:v>
                </c:pt>
                <c:pt idx="172">
                  <c:v>27.20618439676301</c:v>
                </c:pt>
                <c:pt idx="173">
                  <c:v>27.211127398889772</c:v>
                </c:pt>
                <c:pt idx="174">
                  <c:v>27.224287742061438</c:v>
                </c:pt>
                <c:pt idx="175">
                  <c:v>27.217179152876778</c:v>
                </c:pt>
                <c:pt idx="176">
                  <c:v>27.224544545027292</c:v>
                </c:pt>
                <c:pt idx="177">
                  <c:v>27.235820116195253</c:v>
                </c:pt>
                <c:pt idx="178">
                  <c:v>27.243239750389542</c:v>
                </c:pt>
                <c:pt idx="179">
                  <c:v>27.223713726770644</c:v>
                </c:pt>
                <c:pt idx="180">
                  <c:v>27.22673697507237</c:v>
                </c:pt>
                <c:pt idx="181">
                  <c:v>27.260868616822325</c:v>
                </c:pt>
                <c:pt idx="182">
                  <c:v>27.264000905281009</c:v>
                </c:pt>
                <c:pt idx="183">
                  <c:v>27.271534280946387</c:v>
                </c:pt>
                <c:pt idx="184">
                  <c:v>27.301329996714642</c:v>
                </c:pt>
                <c:pt idx="185">
                  <c:v>27.291307502695801</c:v>
                </c:pt>
                <c:pt idx="186">
                  <c:v>27.293229278591436</c:v>
                </c:pt>
                <c:pt idx="187">
                  <c:v>27.29068723254009</c:v>
                </c:pt>
                <c:pt idx="188">
                  <c:v>27.291135727798562</c:v>
                </c:pt>
                <c:pt idx="189">
                  <c:v>27.275565177578493</c:v>
                </c:pt>
                <c:pt idx="190">
                  <c:v>27.249029494578906</c:v>
                </c:pt>
                <c:pt idx="191">
                  <c:v>27.23822142613303</c:v>
                </c:pt>
                <c:pt idx="192">
                  <c:v>27.234354367771068</c:v>
                </c:pt>
                <c:pt idx="193">
                  <c:v>27.238637972676063</c:v>
                </c:pt>
                <c:pt idx="194">
                  <c:v>27.265189630033372</c:v>
                </c:pt>
                <c:pt idx="195">
                  <c:v>27.295724210397864</c:v>
                </c:pt>
                <c:pt idx="196">
                  <c:v>27.316896603897046</c:v>
                </c:pt>
                <c:pt idx="197">
                  <c:v>27.347587085904586</c:v>
                </c:pt>
                <c:pt idx="198">
                  <c:v>27.374191165442127</c:v>
                </c:pt>
                <c:pt idx="199">
                  <c:v>27.39797708518827</c:v>
                </c:pt>
                <c:pt idx="200">
                  <c:v>27.406737807154421</c:v>
                </c:pt>
                <c:pt idx="201">
                  <c:v>27.435248901472235</c:v>
                </c:pt>
                <c:pt idx="202">
                  <c:v>27.503989090322509</c:v>
                </c:pt>
                <c:pt idx="203">
                  <c:v>27.603671104555563</c:v>
                </c:pt>
                <c:pt idx="204">
                  <c:v>27.683541679904909</c:v>
                </c:pt>
                <c:pt idx="205">
                  <c:v>27.740125685842116</c:v>
                </c:pt>
                <c:pt idx="206">
                  <c:v>27.770092064368775</c:v>
                </c:pt>
                <c:pt idx="207">
                  <c:v>27.774093438770162</c:v>
                </c:pt>
                <c:pt idx="208">
                  <c:v>27.736196196050468</c:v>
                </c:pt>
                <c:pt idx="209">
                  <c:v>27.683686460159674</c:v>
                </c:pt>
                <c:pt idx="210">
                  <c:v>27.636652794756856</c:v>
                </c:pt>
                <c:pt idx="211">
                  <c:v>27.571047826367625</c:v>
                </c:pt>
                <c:pt idx="212">
                  <c:v>27.518354183156021</c:v>
                </c:pt>
                <c:pt idx="213">
                  <c:v>27.472023086182219</c:v>
                </c:pt>
                <c:pt idx="214">
                  <c:v>27.462015757692853</c:v>
                </c:pt>
                <c:pt idx="215">
                  <c:v>27.418583602230811</c:v>
                </c:pt>
                <c:pt idx="216">
                  <c:v>27.404946758122897</c:v>
                </c:pt>
                <c:pt idx="217">
                  <c:v>27.414613367716623</c:v>
                </c:pt>
                <c:pt idx="218">
                  <c:v>27.407796866629734</c:v>
                </c:pt>
                <c:pt idx="219">
                  <c:v>27.403208687341024</c:v>
                </c:pt>
                <c:pt idx="220">
                  <c:v>27.425999141732134</c:v>
                </c:pt>
                <c:pt idx="221">
                  <c:v>27.43059085964439</c:v>
                </c:pt>
                <c:pt idx="222">
                  <c:v>27.444810970016082</c:v>
                </c:pt>
                <c:pt idx="223">
                  <c:v>27.460936578615097</c:v>
                </c:pt>
                <c:pt idx="224">
                  <c:v>27.440755606329748</c:v>
                </c:pt>
                <c:pt idx="225">
                  <c:v>27.405937673819086</c:v>
                </c:pt>
                <c:pt idx="226">
                  <c:v>27.399969026933629</c:v>
                </c:pt>
                <c:pt idx="227">
                  <c:v>27.401684956042462</c:v>
                </c:pt>
                <c:pt idx="228">
                  <c:v>27.381094615564699</c:v>
                </c:pt>
                <c:pt idx="229">
                  <c:v>27.355037101709595</c:v>
                </c:pt>
                <c:pt idx="230">
                  <c:v>27.319147016816501</c:v>
                </c:pt>
                <c:pt idx="231">
                  <c:v>27.293896309129707</c:v>
                </c:pt>
                <c:pt idx="232">
                  <c:v>27.295529737758169</c:v>
                </c:pt>
                <c:pt idx="233">
                  <c:v>27.339806208798102</c:v>
                </c:pt>
                <c:pt idx="234">
                  <c:v>27.354528045436737</c:v>
                </c:pt>
                <c:pt idx="235">
                  <c:v>27.363294125889972</c:v>
                </c:pt>
                <c:pt idx="236">
                  <c:v>27.371950610116834</c:v>
                </c:pt>
                <c:pt idx="237">
                  <c:v>27.374777667018861</c:v>
                </c:pt>
                <c:pt idx="238">
                  <c:v>27.351665501195729</c:v>
                </c:pt>
                <c:pt idx="239">
                  <c:v>27.29939709943072</c:v>
                </c:pt>
                <c:pt idx="240">
                  <c:v>27.254381056069846</c:v>
                </c:pt>
                <c:pt idx="241">
                  <c:v>27.212673019102553</c:v>
                </c:pt>
                <c:pt idx="242">
                  <c:v>27.110204692690008</c:v>
                </c:pt>
                <c:pt idx="243">
                  <c:v>27.08654171483618</c:v>
                </c:pt>
                <c:pt idx="244">
                  <c:v>27.074025350597974</c:v>
                </c:pt>
                <c:pt idx="245">
                  <c:v>27.075914116191111</c:v>
                </c:pt>
                <c:pt idx="246">
                  <c:v>27.070575799262581</c:v>
                </c:pt>
                <c:pt idx="247">
                  <c:v>27.038197798238102</c:v>
                </c:pt>
                <c:pt idx="248">
                  <c:v>27.035787439534403</c:v>
                </c:pt>
                <c:pt idx="249">
                  <c:v>27.043859090392775</c:v>
                </c:pt>
                <c:pt idx="250">
                  <c:v>27.016472520085859</c:v>
                </c:pt>
                <c:pt idx="251">
                  <c:v>26.977809923645097</c:v>
                </c:pt>
                <c:pt idx="252">
                  <c:v>27.015511632138043</c:v>
                </c:pt>
                <c:pt idx="253">
                  <c:v>27.048117722725895</c:v>
                </c:pt>
                <c:pt idx="254">
                  <c:v>27.071193390174749</c:v>
                </c:pt>
                <c:pt idx="255">
                  <c:v>27.084782968382449</c:v>
                </c:pt>
                <c:pt idx="256">
                  <c:v>27.050827347877988</c:v>
                </c:pt>
                <c:pt idx="257">
                  <c:v>26.977200016601202</c:v>
                </c:pt>
                <c:pt idx="258">
                  <c:v>26.904710731932433</c:v>
                </c:pt>
                <c:pt idx="259">
                  <c:v>26.833333333333332</c:v>
                </c:pt>
                <c:pt idx="260">
                  <c:v>26.793393622379227</c:v>
                </c:pt>
                <c:pt idx="261">
                  <c:v>26.682461110653616</c:v>
                </c:pt>
                <c:pt idx="262">
                  <c:v>26.631974355291856</c:v>
                </c:pt>
                <c:pt idx="263">
                  <c:v>26.666802701466096</c:v>
                </c:pt>
                <c:pt idx="264">
                  <c:v>26.684099392251518</c:v>
                </c:pt>
                <c:pt idx="265">
                  <c:v>26.674509747719902</c:v>
                </c:pt>
                <c:pt idx="266">
                  <c:v>26.679641838723391</c:v>
                </c:pt>
                <c:pt idx="267">
                  <c:v>26.681091903462509</c:v>
                </c:pt>
                <c:pt idx="268">
                  <c:v>26.653918813258898</c:v>
                </c:pt>
                <c:pt idx="269">
                  <c:v>26.609418663297088</c:v>
                </c:pt>
                <c:pt idx="270">
                  <c:v>26.600009469609365</c:v>
                </c:pt>
                <c:pt idx="271">
                  <c:v>26.613326125157172</c:v>
                </c:pt>
                <c:pt idx="272">
                  <c:v>26.62918144610704</c:v>
                </c:pt>
                <c:pt idx="273">
                  <c:v>26.631034547430016</c:v>
                </c:pt>
                <c:pt idx="274">
                  <c:v>26.646264707340919</c:v>
                </c:pt>
                <c:pt idx="275">
                  <c:v>26.637294195550304</c:v>
                </c:pt>
                <c:pt idx="276">
                  <c:v>26.604065427278936</c:v>
                </c:pt>
                <c:pt idx="277">
                  <c:v>26.588816026102506</c:v>
                </c:pt>
                <c:pt idx="278">
                  <c:v>26.605163834984278</c:v>
                </c:pt>
                <c:pt idx="279">
                  <c:v>26.646081760503634</c:v>
                </c:pt>
                <c:pt idx="280">
                  <c:v>26.643297571498266</c:v>
                </c:pt>
                <c:pt idx="281">
                  <c:v>26.598420596042718</c:v>
                </c:pt>
                <c:pt idx="282">
                  <c:v>26.569258237018321</c:v>
                </c:pt>
                <c:pt idx="283">
                  <c:v>26.563434932776012</c:v>
                </c:pt>
                <c:pt idx="284">
                  <c:v>26.586778992182825</c:v>
                </c:pt>
                <c:pt idx="285">
                  <c:v>26.602599678854748</c:v>
                </c:pt>
                <c:pt idx="286">
                  <c:v>26.584938086473141</c:v>
                </c:pt>
                <c:pt idx="287">
                  <c:v>26.550268052629239</c:v>
                </c:pt>
                <c:pt idx="288">
                  <c:v>26.554962640223646</c:v>
                </c:pt>
                <c:pt idx="289">
                  <c:v>26.57121616374485</c:v>
                </c:pt>
                <c:pt idx="290">
                  <c:v>26.57879696960368</c:v>
                </c:pt>
                <c:pt idx="291">
                  <c:v>26.580522882686086</c:v>
                </c:pt>
                <c:pt idx="292">
                  <c:v>26.584772283003137</c:v>
                </c:pt>
                <c:pt idx="293">
                  <c:v>26.591672731614665</c:v>
                </c:pt>
                <c:pt idx="294">
                  <c:v>26.578609030779607</c:v>
                </c:pt>
                <c:pt idx="295">
                  <c:v>26.582583031400279</c:v>
                </c:pt>
                <c:pt idx="296">
                  <c:v>26.609479805656772</c:v>
                </c:pt>
                <c:pt idx="297">
                  <c:v>26.659711451536808</c:v>
                </c:pt>
                <c:pt idx="298">
                  <c:v>26.689099985476478</c:v>
                </c:pt>
                <c:pt idx="299">
                  <c:v>26.689660288601036</c:v>
                </c:pt>
                <c:pt idx="300">
                  <c:v>26.734707598228525</c:v>
                </c:pt>
                <c:pt idx="301">
                  <c:v>26.761693191936004</c:v>
                </c:pt>
                <c:pt idx="302">
                  <c:v>26.718248954602139</c:v>
                </c:pt>
                <c:pt idx="303">
                  <c:v>26.661600710009647</c:v>
                </c:pt>
                <c:pt idx="304">
                  <c:v>26.702779027670164</c:v>
                </c:pt>
                <c:pt idx="305">
                  <c:v>26.79338720230508</c:v>
                </c:pt>
                <c:pt idx="306">
                  <c:v>26.935066081014359</c:v>
                </c:pt>
                <c:pt idx="307">
                  <c:v>27.011604789537078</c:v>
                </c:pt>
                <c:pt idx="308">
                  <c:v>27.122120805271418</c:v>
                </c:pt>
                <c:pt idx="309">
                  <c:v>27.162951010840676</c:v>
                </c:pt>
                <c:pt idx="310">
                  <c:v>27.16771895220548</c:v>
                </c:pt>
                <c:pt idx="311">
                  <c:v>27.137401896085489</c:v>
                </c:pt>
                <c:pt idx="312">
                  <c:v>26.988877322645074</c:v>
                </c:pt>
                <c:pt idx="313">
                  <c:v>27.1805573311863</c:v>
                </c:pt>
                <c:pt idx="314">
                  <c:v>27.384705022616103</c:v>
                </c:pt>
                <c:pt idx="315">
                  <c:v>27.568812528425887</c:v>
                </c:pt>
                <c:pt idx="316">
                  <c:v>27.663876234518337</c:v>
                </c:pt>
                <c:pt idx="317">
                  <c:v>27.699945424314585</c:v>
                </c:pt>
                <c:pt idx="318">
                  <c:v>27.850437725204952</c:v>
                </c:pt>
                <c:pt idx="319">
                  <c:v>27.949736860370418</c:v>
                </c:pt>
                <c:pt idx="320">
                  <c:v>27.949758092111683</c:v>
                </c:pt>
                <c:pt idx="321">
                  <c:v>28.073788768338098</c:v>
                </c:pt>
                <c:pt idx="322">
                  <c:v>28.235682716498168</c:v>
                </c:pt>
                <c:pt idx="323">
                  <c:v>28.319779823809913</c:v>
                </c:pt>
                <c:pt idx="324">
                  <c:v>28.397518125714452</c:v>
                </c:pt>
                <c:pt idx="325">
                  <c:v>28.449931206630694</c:v>
                </c:pt>
                <c:pt idx="326">
                  <c:v>28.468600377834004</c:v>
                </c:pt>
                <c:pt idx="327">
                  <c:v>28.519898286815856</c:v>
                </c:pt>
                <c:pt idx="328">
                  <c:v>28.518479804291875</c:v>
                </c:pt>
                <c:pt idx="329">
                  <c:v>28.517598990339714</c:v>
                </c:pt>
                <c:pt idx="330">
                  <c:v>28.551240987694538</c:v>
                </c:pt>
                <c:pt idx="331">
                  <c:v>28.54118341075084</c:v>
                </c:pt>
                <c:pt idx="332">
                  <c:v>28.533008381533179</c:v>
                </c:pt>
                <c:pt idx="333">
                  <c:v>28.517331065985573</c:v>
                </c:pt>
                <c:pt idx="334">
                  <c:v>28.505028384057731</c:v>
                </c:pt>
                <c:pt idx="335">
                  <c:v>28.44960221574452</c:v>
                </c:pt>
                <c:pt idx="336">
                  <c:v>28.423847911375475</c:v>
                </c:pt>
                <c:pt idx="337">
                  <c:v>28.437260305647097</c:v>
                </c:pt>
                <c:pt idx="338">
                  <c:v>28.409008339676319</c:v>
                </c:pt>
                <c:pt idx="339">
                  <c:v>28.330107751592465</c:v>
                </c:pt>
                <c:pt idx="340">
                  <c:v>28.282135542121932</c:v>
                </c:pt>
                <c:pt idx="341">
                  <c:v>28.318967355843938</c:v>
                </c:pt>
                <c:pt idx="342">
                  <c:v>28.296164061304527</c:v>
                </c:pt>
                <c:pt idx="343">
                  <c:v>28.229928712406611</c:v>
                </c:pt>
                <c:pt idx="344">
                  <c:v>28.242491230406205</c:v>
                </c:pt>
                <c:pt idx="345">
                  <c:v>28.167135534286412</c:v>
                </c:pt>
                <c:pt idx="346">
                  <c:v>28.122342929726528</c:v>
                </c:pt>
                <c:pt idx="347">
                  <c:v>28.107570591874723</c:v>
                </c:pt>
                <c:pt idx="348">
                  <c:v>28.020005532385156</c:v>
                </c:pt>
                <c:pt idx="349">
                  <c:v>27.905492944667095</c:v>
                </c:pt>
                <c:pt idx="350">
                  <c:v>27.812973003386013</c:v>
                </c:pt>
                <c:pt idx="351">
                  <c:v>27.752198256135983</c:v>
                </c:pt>
                <c:pt idx="352">
                  <c:v>27.731928717158482</c:v>
                </c:pt>
                <c:pt idx="353">
                  <c:v>27.680890644248372</c:v>
                </c:pt>
                <c:pt idx="354">
                  <c:v>27.634135519070327</c:v>
                </c:pt>
                <c:pt idx="355">
                  <c:v>27.575518118940515</c:v>
                </c:pt>
                <c:pt idx="356">
                  <c:v>27.460153228465721</c:v>
                </c:pt>
                <c:pt idx="357">
                  <c:v>27.426223793775492</c:v>
                </c:pt>
                <c:pt idx="358">
                  <c:v>27.388694264593905</c:v>
                </c:pt>
                <c:pt idx="359">
                  <c:v>27.22860016147245</c:v>
                </c:pt>
                <c:pt idx="360">
                  <c:v>27.236494173428852</c:v>
                </c:pt>
                <c:pt idx="361">
                  <c:v>27.352934249391978</c:v>
                </c:pt>
                <c:pt idx="362">
                  <c:v>27.420721537473291</c:v>
                </c:pt>
                <c:pt idx="363">
                  <c:v>27.39821983476347</c:v>
                </c:pt>
                <c:pt idx="364">
                  <c:v>27.368734911246015</c:v>
                </c:pt>
                <c:pt idx="365">
                  <c:v>27.366535505057378</c:v>
                </c:pt>
                <c:pt idx="366">
                  <c:v>27.331295060895414</c:v>
                </c:pt>
                <c:pt idx="367">
                  <c:v>27.248561587442701</c:v>
                </c:pt>
                <c:pt idx="368">
                  <c:v>27.216299097201087</c:v>
                </c:pt>
                <c:pt idx="369">
                  <c:v>27.219986292383421</c:v>
                </c:pt>
                <c:pt idx="370">
                  <c:v>27.166764332676514</c:v>
                </c:pt>
                <c:pt idx="371">
                  <c:v>27.13910078924954</c:v>
                </c:pt>
                <c:pt idx="372">
                  <c:v>27.125369969410624</c:v>
                </c:pt>
                <c:pt idx="373">
                  <c:v>27.075982361073766</c:v>
                </c:pt>
                <c:pt idx="374">
                  <c:v>27.00566379446704</c:v>
                </c:pt>
                <c:pt idx="375">
                  <c:v>26.90257378244937</c:v>
                </c:pt>
                <c:pt idx="376">
                  <c:v>26.905210739439369</c:v>
                </c:pt>
                <c:pt idx="377">
                  <c:v>26.908976112926172</c:v>
                </c:pt>
                <c:pt idx="378">
                  <c:v>26.916331066137229</c:v>
                </c:pt>
                <c:pt idx="379">
                  <c:v>26.906177390288388</c:v>
                </c:pt>
                <c:pt idx="380">
                  <c:v>26.85408556583829</c:v>
                </c:pt>
                <c:pt idx="381">
                  <c:v>26.774054033669398</c:v>
                </c:pt>
                <c:pt idx="382">
                  <c:v>26.707791096145765</c:v>
                </c:pt>
                <c:pt idx="383">
                  <c:v>26.669512882687602</c:v>
                </c:pt>
                <c:pt idx="384">
                  <c:v>26.672517932353955</c:v>
                </c:pt>
                <c:pt idx="385">
                  <c:v>26.664964184327307</c:v>
                </c:pt>
                <c:pt idx="386">
                  <c:v>26.680224877504227</c:v>
                </c:pt>
                <c:pt idx="387">
                  <c:v>26.698213268089205</c:v>
                </c:pt>
                <c:pt idx="388">
                  <c:v>26.708241107957186</c:v>
                </c:pt>
                <c:pt idx="389">
                  <c:v>26.703784830861125</c:v>
                </c:pt>
                <c:pt idx="390">
                  <c:v>26.679517102243423</c:v>
                </c:pt>
                <c:pt idx="391">
                  <c:v>26.63877102744895</c:v>
                </c:pt>
                <c:pt idx="392">
                  <c:v>26.641804702052195</c:v>
                </c:pt>
                <c:pt idx="393">
                  <c:v>26.678439136408024</c:v>
                </c:pt>
                <c:pt idx="394">
                  <c:v>26.715994168955017</c:v>
                </c:pt>
                <c:pt idx="395">
                  <c:v>26.740532627549811</c:v>
                </c:pt>
                <c:pt idx="396">
                  <c:v>26.749699684602483</c:v>
                </c:pt>
                <c:pt idx="397">
                  <c:v>26.733106295246674</c:v>
                </c:pt>
                <c:pt idx="398">
                  <c:v>26.704918795414127</c:v>
                </c:pt>
                <c:pt idx="399">
                  <c:v>26.666684283956744</c:v>
                </c:pt>
                <c:pt idx="400">
                  <c:v>26.64159124722477</c:v>
                </c:pt>
                <c:pt idx="401">
                  <c:v>26.649249561577182</c:v>
                </c:pt>
                <c:pt idx="402">
                  <c:v>26.634869897197426</c:v>
                </c:pt>
                <c:pt idx="403">
                  <c:v>26.622868390047106</c:v>
                </c:pt>
                <c:pt idx="404">
                  <c:v>26.610806840037988</c:v>
                </c:pt>
                <c:pt idx="405">
                  <c:v>26.601523949934947</c:v>
                </c:pt>
                <c:pt idx="406">
                  <c:v>26.587247632319624</c:v>
                </c:pt>
                <c:pt idx="407">
                  <c:v>26.563910858685929</c:v>
                </c:pt>
                <c:pt idx="408">
                  <c:v>26.553802900589499</c:v>
                </c:pt>
                <c:pt idx="409">
                  <c:v>26.55339042978251</c:v>
                </c:pt>
                <c:pt idx="410">
                  <c:v>26.551997899270855</c:v>
                </c:pt>
                <c:pt idx="411">
                  <c:v>26.549247071270862</c:v>
                </c:pt>
                <c:pt idx="412">
                  <c:v>26.545673617559622</c:v>
                </c:pt>
                <c:pt idx="413">
                  <c:v>26.541115257493249</c:v>
                </c:pt>
                <c:pt idx="414">
                  <c:v>26.543258330058844</c:v>
                </c:pt>
                <c:pt idx="415">
                  <c:v>26.545854643429841</c:v>
                </c:pt>
                <c:pt idx="416">
                  <c:v>26.546595902915943</c:v>
                </c:pt>
                <c:pt idx="417">
                  <c:v>26.539980161844507</c:v>
                </c:pt>
                <c:pt idx="418">
                  <c:v>26.521934022187068</c:v>
                </c:pt>
                <c:pt idx="419">
                  <c:v>26.514426905004083</c:v>
                </c:pt>
                <c:pt idx="420">
                  <c:v>26.51592448366301</c:v>
                </c:pt>
                <c:pt idx="421">
                  <c:v>26.522799131917509</c:v>
                </c:pt>
                <c:pt idx="422">
                  <c:v>26.525307420448076</c:v>
                </c:pt>
                <c:pt idx="423">
                  <c:v>26.524922900027871</c:v>
                </c:pt>
                <c:pt idx="424">
                  <c:v>26.526252326139463</c:v>
                </c:pt>
                <c:pt idx="425">
                  <c:v>26.519911616684368</c:v>
                </c:pt>
                <c:pt idx="426">
                  <c:v>26.519932878440748</c:v>
                </c:pt>
                <c:pt idx="427">
                  <c:v>26.511256173507913</c:v>
                </c:pt>
                <c:pt idx="428">
                  <c:v>26.494446175763407</c:v>
                </c:pt>
                <c:pt idx="429">
                  <c:v>26.503850914576844</c:v>
                </c:pt>
                <c:pt idx="430">
                  <c:v>26.517251323735877</c:v>
                </c:pt>
                <c:pt idx="431">
                  <c:v>26.50992994321571</c:v>
                </c:pt>
                <c:pt idx="432">
                  <c:v>26.489690273222433</c:v>
                </c:pt>
                <c:pt idx="433">
                  <c:v>26.486950617162485</c:v>
                </c:pt>
                <c:pt idx="434">
                  <c:v>26.481594522600002</c:v>
                </c:pt>
                <c:pt idx="435">
                  <c:v>26.46644829441631</c:v>
                </c:pt>
                <c:pt idx="436">
                  <c:v>26.459862881244351</c:v>
                </c:pt>
                <c:pt idx="437">
                  <c:v>26.462644640605514</c:v>
                </c:pt>
                <c:pt idx="438">
                  <c:v>26.498495663399467</c:v>
                </c:pt>
                <c:pt idx="439">
                  <c:v>26.469095263815255</c:v>
                </c:pt>
                <c:pt idx="440">
                  <c:v>26.507098145505974</c:v>
                </c:pt>
                <c:pt idx="441">
                  <c:v>26.519324683837887</c:v>
                </c:pt>
                <c:pt idx="442">
                  <c:v>26.502151630426486</c:v>
                </c:pt>
                <c:pt idx="443">
                  <c:v>26.509455184735611</c:v>
                </c:pt>
                <c:pt idx="444">
                  <c:v>26.504304562560918</c:v>
                </c:pt>
                <c:pt idx="445">
                  <c:v>26.491816572870395</c:v>
                </c:pt>
                <c:pt idx="446">
                  <c:v>26.486597847200009</c:v>
                </c:pt>
                <c:pt idx="447">
                  <c:v>26.488427783176707</c:v>
                </c:pt>
                <c:pt idx="448">
                  <c:v>26.490045404110305</c:v>
                </c:pt>
                <c:pt idx="449">
                  <c:v>26.494771517838984</c:v>
                </c:pt>
                <c:pt idx="450">
                  <c:v>26.492928190383811</c:v>
                </c:pt>
                <c:pt idx="451">
                  <c:v>26.489990432225426</c:v>
                </c:pt>
                <c:pt idx="452">
                  <c:v>26.503419933135309</c:v>
                </c:pt>
                <c:pt idx="453">
                  <c:v>26.516511302768016</c:v>
                </c:pt>
                <c:pt idx="454">
                  <c:v>26.510229800487856</c:v>
                </c:pt>
                <c:pt idx="455">
                  <c:v>26.517360542403754</c:v>
                </c:pt>
                <c:pt idx="456">
                  <c:v>26.51855958919462</c:v>
                </c:pt>
                <c:pt idx="457">
                  <c:v>26.522516144717166</c:v>
                </c:pt>
                <c:pt idx="458">
                  <c:v>26.529974855425742</c:v>
                </c:pt>
                <c:pt idx="459">
                  <c:v>26.534365762770779</c:v>
                </c:pt>
                <c:pt idx="460">
                  <c:v>26.523582783797735</c:v>
                </c:pt>
                <c:pt idx="461">
                  <c:v>26.524771276327929</c:v>
                </c:pt>
                <c:pt idx="462">
                  <c:v>26.531863933807923</c:v>
                </c:pt>
                <c:pt idx="463">
                  <c:v>26.531827460709525</c:v>
                </c:pt>
                <c:pt idx="464">
                  <c:v>26.531734635031171</c:v>
                </c:pt>
                <c:pt idx="465">
                  <c:v>26.530121386035368</c:v>
                </c:pt>
                <c:pt idx="466">
                  <c:v>26.524806108073708</c:v>
                </c:pt>
                <c:pt idx="467">
                  <c:v>26.524959283080936</c:v>
                </c:pt>
                <c:pt idx="468">
                  <c:v>26.529637103286809</c:v>
                </c:pt>
                <c:pt idx="469">
                  <c:v>26.538050540946855</c:v>
                </c:pt>
                <c:pt idx="470">
                  <c:v>26.530149622355566</c:v>
                </c:pt>
                <c:pt idx="471">
                  <c:v>26.518114074910539</c:v>
                </c:pt>
                <c:pt idx="472">
                  <c:v>26.514394711428537</c:v>
                </c:pt>
                <c:pt idx="473">
                  <c:v>26.524379234752942</c:v>
                </c:pt>
                <c:pt idx="474">
                  <c:v>26.532605152220718</c:v>
                </c:pt>
                <c:pt idx="475">
                  <c:v>26.533397532179105</c:v>
                </c:pt>
                <c:pt idx="476">
                  <c:v>26.531725602062675</c:v>
                </c:pt>
                <c:pt idx="477">
                  <c:v>26.535784627592477</c:v>
                </c:pt>
                <c:pt idx="478">
                  <c:v>26.5382311308081</c:v>
                </c:pt>
                <c:pt idx="479">
                  <c:v>26.536967320887388</c:v>
                </c:pt>
                <c:pt idx="480">
                  <c:v>26.54284110106698</c:v>
                </c:pt>
                <c:pt idx="481">
                  <c:v>26.539657025484612</c:v>
                </c:pt>
                <c:pt idx="482">
                  <c:v>26.542262479246606</c:v>
                </c:pt>
                <c:pt idx="483">
                  <c:v>26.545580346393837</c:v>
                </c:pt>
                <c:pt idx="484">
                  <c:v>26.546992036024402</c:v>
                </c:pt>
                <c:pt idx="485">
                  <c:v>26.546327014918788</c:v>
                </c:pt>
                <c:pt idx="486">
                  <c:v>26.549623634527322</c:v>
                </c:pt>
                <c:pt idx="487">
                  <c:v>26.5555549868482</c:v>
                </c:pt>
                <c:pt idx="488">
                  <c:v>26.553229801549442</c:v>
                </c:pt>
                <c:pt idx="489">
                  <c:v>26.555222305683188</c:v>
                </c:pt>
                <c:pt idx="490">
                  <c:v>26.561274236601367</c:v>
                </c:pt>
                <c:pt idx="491">
                  <c:v>26.564527211079856</c:v>
                </c:pt>
                <c:pt idx="492">
                  <c:v>26.567696591896055</c:v>
                </c:pt>
                <c:pt idx="493">
                  <c:v>26.571934498005557</c:v>
                </c:pt>
                <c:pt idx="494">
                  <c:v>26.580609996015003</c:v>
                </c:pt>
                <c:pt idx="495">
                  <c:v>26.572944048346091</c:v>
                </c:pt>
                <c:pt idx="496">
                  <c:v>26.576089309651451</c:v>
                </c:pt>
                <c:pt idx="497">
                  <c:v>26.589568008881741</c:v>
                </c:pt>
                <c:pt idx="498">
                  <c:v>26.588946816156323</c:v>
                </c:pt>
                <c:pt idx="499">
                  <c:v>26.593752949379535</c:v>
                </c:pt>
                <c:pt idx="500">
                  <c:v>26.599322445848063</c:v>
                </c:pt>
                <c:pt idx="501">
                  <c:v>26.60651121645088</c:v>
                </c:pt>
                <c:pt idx="502">
                  <c:v>26.598202054443949</c:v>
                </c:pt>
                <c:pt idx="503">
                  <c:v>26.592190615489475</c:v>
                </c:pt>
                <c:pt idx="504">
                  <c:v>26.602016937065528</c:v>
                </c:pt>
                <c:pt idx="505">
                  <c:v>26.611544238633044</c:v>
                </c:pt>
                <c:pt idx="506">
                  <c:v>26.616457213011437</c:v>
                </c:pt>
                <c:pt idx="507">
                  <c:v>26.633793789139389</c:v>
                </c:pt>
                <c:pt idx="508">
                  <c:v>26.632913708187814</c:v>
                </c:pt>
                <c:pt idx="509">
                  <c:v>26.63870355348071</c:v>
                </c:pt>
                <c:pt idx="510">
                  <c:v>26.656354245638003</c:v>
                </c:pt>
                <c:pt idx="511">
                  <c:v>26.675094277777802</c:v>
                </c:pt>
                <c:pt idx="512">
                  <c:v>26.696585551810177</c:v>
                </c:pt>
                <c:pt idx="513">
                  <c:v>26.712279347233149</c:v>
                </c:pt>
                <c:pt idx="514">
                  <c:v>26.728583529941787</c:v>
                </c:pt>
                <c:pt idx="515">
                  <c:v>26.752130718978037</c:v>
                </c:pt>
                <c:pt idx="516">
                  <c:v>26.765524358544862</c:v>
                </c:pt>
                <c:pt idx="517">
                  <c:v>26.770115596215351</c:v>
                </c:pt>
                <c:pt idx="518">
                  <c:v>26.774756374615471</c:v>
                </c:pt>
                <c:pt idx="519">
                  <c:v>26.789018190193232</c:v>
                </c:pt>
                <c:pt idx="520">
                  <c:v>26.795039057051863</c:v>
                </c:pt>
                <c:pt idx="521">
                  <c:v>26.806701930566849</c:v>
                </c:pt>
                <c:pt idx="522">
                  <c:v>26.814412641823608</c:v>
                </c:pt>
                <c:pt idx="523">
                  <c:v>26.808113740257852</c:v>
                </c:pt>
                <c:pt idx="524">
                  <c:v>26.813355604418891</c:v>
                </c:pt>
                <c:pt idx="525">
                  <c:v>26.821279214433662</c:v>
                </c:pt>
                <c:pt idx="526">
                  <c:v>26.826727355071505</c:v>
                </c:pt>
                <c:pt idx="527">
                  <c:v>26.821127432759454</c:v>
                </c:pt>
                <c:pt idx="528">
                  <c:v>26.811855885208672</c:v>
                </c:pt>
                <c:pt idx="529">
                  <c:v>26.807805981112953</c:v>
                </c:pt>
                <c:pt idx="530">
                  <c:v>26.806229221012973</c:v>
                </c:pt>
                <c:pt idx="531">
                  <c:v>26.789633910690096</c:v>
                </c:pt>
                <c:pt idx="532">
                  <c:v>26.77773453074288</c:v>
                </c:pt>
                <c:pt idx="533">
                  <c:v>26.779915991054967</c:v>
                </c:pt>
                <c:pt idx="534">
                  <c:v>26.775428890020237</c:v>
                </c:pt>
                <c:pt idx="535">
                  <c:v>26.772124624457259</c:v>
                </c:pt>
                <c:pt idx="536">
                  <c:v>26.767110925687238</c:v>
                </c:pt>
                <c:pt idx="537">
                  <c:v>26.766937558409406</c:v>
                </c:pt>
                <c:pt idx="538">
                  <c:v>26.757530051886839</c:v>
                </c:pt>
                <c:pt idx="539">
                  <c:v>26.762757609898401</c:v>
                </c:pt>
                <c:pt idx="540">
                  <c:v>26.757329715242413</c:v>
                </c:pt>
                <c:pt idx="541">
                  <c:v>26.748436345445082</c:v>
                </c:pt>
                <c:pt idx="542">
                  <c:v>26.759503946652117</c:v>
                </c:pt>
                <c:pt idx="543">
                  <c:v>26.768452417873224</c:v>
                </c:pt>
                <c:pt idx="544">
                  <c:v>26.772263742914348</c:v>
                </c:pt>
                <c:pt idx="545">
                  <c:v>26.770124063635976</c:v>
                </c:pt>
                <c:pt idx="546">
                  <c:v>26.769643341627361</c:v>
                </c:pt>
                <c:pt idx="547">
                  <c:v>26.772420453385635</c:v>
                </c:pt>
                <c:pt idx="548">
                  <c:v>26.774681052485725</c:v>
                </c:pt>
                <c:pt idx="549">
                  <c:v>26.766647012140464</c:v>
                </c:pt>
                <c:pt idx="550">
                  <c:v>26.758003266958362</c:v>
                </c:pt>
                <c:pt idx="551">
                  <c:v>26.746878264222246</c:v>
                </c:pt>
                <c:pt idx="552">
                  <c:v>26.740232324790238</c:v>
                </c:pt>
                <c:pt idx="553">
                  <c:v>26.719859356901679</c:v>
                </c:pt>
                <c:pt idx="554">
                  <c:v>26.718387516989818</c:v>
                </c:pt>
                <c:pt idx="555">
                  <c:v>26.706162368831439</c:v>
                </c:pt>
                <c:pt idx="556">
                  <c:v>26.669903218140522</c:v>
                </c:pt>
                <c:pt idx="557">
                  <c:v>26.657903265456973</c:v>
                </c:pt>
                <c:pt idx="558">
                  <c:v>26.638316958858397</c:v>
                </c:pt>
                <c:pt idx="559">
                  <c:v>26.611505364325811</c:v>
                </c:pt>
                <c:pt idx="560">
                  <c:v>26.606564687580235</c:v>
                </c:pt>
                <c:pt idx="561">
                  <c:v>26.59488275604987</c:v>
                </c:pt>
                <c:pt idx="562">
                  <c:v>26.575983511126417</c:v>
                </c:pt>
                <c:pt idx="563">
                  <c:v>26.548923517858903</c:v>
                </c:pt>
                <c:pt idx="564">
                  <c:v>26.537280255269227</c:v>
                </c:pt>
                <c:pt idx="565">
                  <c:v>26.544475073126918</c:v>
                </c:pt>
                <c:pt idx="566">
                  <c:v>26.55600456896962</c:v>
                </c:pt>
                <c:pt idx="567">
                  <c:v>26.534297799082314</c:v>
                </c:pt>
                <c:pt idx="568">
                  <c:v>26.515723933753328</c:v>
                </c:pt>
                <c:pt idx="569">
                  <c:v>26.51675670315139</c:v>
                </c:pt>
                <c:pt idx="570">
                  <c:v>26.533206339085165</c:v>
                </c:pt>
                <c:pt idx="571">
                  <c:v>26.562129660929596</c:v>
                </c:pt>
                <c:pt idx="572">
                  <c:v>26.562702058563918</c:v>
                </c:pt>
                <c:pt idx="573">
                  <c:v>26.573075621952267</c:v>
                </c:pt>
                <c:pt idx="574">
                  <c:v>26.565777766959702</c:v>
                </c:pt>
                <c:pt idx="575">
                  <c:v>26.584510614429909</c:v>
                </c:pt>
                <c:pt idx="576">
                  <c:v>26.550297549584077</c:v>
                </c:pt>
                <c:pt idx="577">
                  <c:v>26.519387094730924</c:v>
                </c:pt>
                <c:pt idx="578">
                  <c:v>26.475285103107655</c:v>
                </c:pt>
                <c:pt idx="579">
                  <c:v>26.479495717583063</c:v>
                </c:pt>
                <c:pt idx="580">
                  <c:v>26.439661805153985</c:v>
                </c:pt>
                <c:pt idx="581">
                  <c:v>26.392799156371925</c:v>
                </c:pt>
                <c:pt idx="582">
                  <c:v>26.35253111170459</c:v>
                </c:pt>
                <c:pt idx="583">
                  <c:v>26.326725269811199</c:v>
                </c:pt>
                <c:pt idx="584">
                  <c:v>26.163687474228077</c:v>
                </c:pt>
                <c:pt idx="585">
                  <c:v>26.144561163414494</c:v>
                </c:pt>
                <c:pt idx="586">
                  <c:v>26.049015067105191</c:v>
                </c:pt>
                <c:pt idx="587">
                  <c:v>26.128107094722836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77BE-418F-8705-C8EC33B01BAD}"/>
            </c:ext>
          </c:extLst>
        </c:ser>
        <c:ser>
          <c:idx val="18"/>
          <c:order val="18"/>
          <c:tx>
            <c:strRef>
              <c:f>Sheet2!$T$1</c:f>
              <c:strCache>
                <c:ptCount val="1"/>
                <c:pt idx="0">
                  <c:v>S19_z/O-PTIR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Sheet2!$T$2:$T$589</c:f>
              <c:numCache>
                <c:formatCode>General</c:formatCode>
                <c:ptCount val="588"/>
                <c:pt idx="0">
                  <c:v>27.9574338781389</c:v>
                </c:pt>
                <c:pt idx="1">
                  <c:v>27.941151684308242</c:v>
                </c:pt>
                <c:pt idx="2">
                  <c:v>28.27076397893893</c:v>
                </c:pt>
                <c:pt idx="3">
                  <c:v>28.271675898971807</c:v>
                </c:pt>
                <c:pt idx="4">
                  <c:v>28.408758814433366</c:v>
                </c:pt>
                <c:pt idx="5">
                  <c:v>28.397108108642687</c:v>
                </c:pt>
                <c:pt idx="6">
                  <c:v>28.348910341138541</c:v>
                </c:pt>
                <c:pt idx="7">
                  <c:v>28.432386720425082</c:v>
                </c:pt>
                <c:pt idx="8">
                  <c:v>28.451937458788613</c:v>
                </c:pt>
                <c:pt idx="9">
                  <c:v>28.533755725972725</c:v>
                </c:pt>
                <c:pt idx="10">
                  <c:v>28.589499993040558</c:v>
                </c:pt>
                <c:pt idx="11">
                  <c:v>28.617896448959552</c:v>
                </c:pt>
                <c:pt idx="12">
                  <c:v>28.658728728997385</c:v>
                </c:pt>
                <c:pt idx="13">
                  <c:v>28.661856082595861</c:v>
                </c:pt>
                <c:pt idx="14">
                  <c:v>28.71932549218408</c:v>
                </c:pt>
                <c:pt idx="15">
                  <c:v>28.767890145502957</c:v>
                </c:pt>
                <c:pt idx="16">
                  <c:v>28.846267051715849</c:v>
                </c:pt>
                <c:pt idx="17">
                  <c:v>28.945686847340003</c:v>
                </c:pt>
                <c:pt idx="18">
                  <c:v>29.046738149351761</c:v>
                </c:pt>
                <c:pt idx="19">
                  <c:v>29.13166126016786</c:v>
                </c:pt>
                <c:pt idx="20">
                  <c:v>29.221297678256789</c:v>
                </c:pt>
                <c:pt idx="21">
                  <c:v>29.303248474533536</c:v>
                </c:pt>
                <c:pt idx="22">
                  <c:v>29.379476278324677</c:v>
                </c:pt>
                <c:pt idx="23">
                  <c:v>29.468736153956449</c:v>
                </c:pt>
                <c:pt idx="24">
                  <c:v>29.532526868275607</c:v>
                </c:pt>
                <c:pt idx="25">
                  <c:v>29.591909891405393</c:v>
                </c:pt>
                <c:pt idx="26">
                  <c:v>29.675540011099145</c:v>
                </c:pt>
                <c:pt idx="27">
                  <c:v>29.744890953530838</c:v>
                </c:pt>
                <c:pt idx="28">
                  <c:v>29.789288732343245</c:v>
                </c:pt>
                <c:pt idx="29">
                  <c:v>29.827630131414914</c:v>
                </c:pt>
                <c:pt idx="30">
                  <c:v>29.898316088012901</c:v>
                </c:pt>
                <c:pt idx="31">
                  <c:v>29.990280889085067</c:v>
                </c:pt>
                <c:pt idx="32">
                  <c:v>30.054032310859174</c:v>
                </c:pt>
                <c:pt idx="33">
                  <c:v>30.132655627947813</c:v>
                </c:pt>
                <c:pt idx="34">
                  <c:v>30.198494749217328</c:v>
                </c:pt>
                <c:pt idx="35">
                  <c:v>30.277313330275618</c:v>
                </c:pt>
                <c:pt idx="36">
                  <c:v>30.373044887870062</c:v>
                </c:pt>
                <c:pt idx="37">
                  <c:v>30.466303812222655</c:v>
                </c:pt>
                <c:pt idx="38">
                  <c:v>30.543227693439029</c:v>
                </c:pt>
                <c:pt idx="39">
                  <c:v>30.623728395010751</c:v>
                </c:pt>
                <c:pt idx="40">
                  <c:v>30.724281614065823</c:v>
                </c:pt>
                <c:pt idx="41">
                  <c:v>30.803007091771587</c:v>
                </c:pt>
                <c:pt idx="42">
                  <c:v>30.875594407964904</c:v>
                </c:pt>
                <c:pt idx="43">
                  <c:v>30.947464601912241</c:v>
                </c:pt>
                <c:pt idx="44">
                  <c:v>30.989466334646888</c:v>
                </c:pt>
                <c:pt idx="45">
                  <c:v>31.003218725415092</c:v>
                </c:pt>
                <c:pt idx="46">
                  <c:v>31.057102790163619</c:v>
                </c:pt>
                <c:pt idx="47">
                  <c:v>31.122582018359473</c:v>
                </c:pt>
                <c:pt idx="48">
                  <c:v>31.153177724643299</c:v>
                </c:pt>
                <c:pt idx="49">
                  <c:v>31.186084898136745</c:v>
                </c:pt>
                <c:pt idx="50">
                  <c:v>31.204637106374452</c:v>
                </c:pt>
                <c:pt idx="51">
                  <c:v>31.232450900468578</c:v>
                </c:pt>
                <c:pt idx="52">
                  <c:v>31.271763691170982</c:v>
                </c:pt>
                <c:pt idx="53">
                  <c:v>31.333293951991571</c:v>
                </c:pt>
                <c:pt idx="54">
                  <c:v>31.371200469166293</c:v>
                </c:pt>
                <c:pt idx="55">
                  <c:v>31.419962384380863</c:v>
                </c:pt>
                <c:pt idx="56">
                  <c:v>31.48761855276765</c:v>
                </c:pt>
                <c:pt idx="57">
                  <c:v>31.59640003034184</c:v>
                </c:pt>
                <c:pt idx="58">
                  <c:v>31.694794690125324</c:v>
                </c:pt>
                <c:pt idx="59">
                  <c:v>31.747277809148905</c:v>
                </c:pt>
                <c:pt idx="60">
                  <c:v>31.799516382027704</c:v>
                </c:pt>
                <c:pt idx="61">
                  <c:v>31.868771690400578</c:v>
                </c:pt>
                <c:pt idx="62">
                  <c:v>31.975988658706346</c:v>
                </c:pt>
                <c:pt idx="63">
                  <c:v>32.044903520485498</c:v>
                </c:pt>
                <c:pt idx="64">
                  <c:v>32.163471638874071</c:v>
                </c:pt>
                <c:pt idx="65">
                  <c:v>32.27242600364648</c:v>
                </c:pt>
                <c:pt idx="66">
                  <c:v>32.305584116647971</c:v>
                </c:pt>
                <c:pt idx="67">
                  <c:v>32.419288483934452</c:v>
                </c:pt>
                <c:pt idx="68">
                  <c:v>32.480887739800238</c:v>
                </c:pt>
                <c:pt idx="69">
                  <c:v>32.583358435053853</c:v>
                </c:pt>
                <c:pt idx="70">
                  <c:v>32.744200004115726</c:v>
                </c:pt>
                <c:pt idx="71">
                  <c:v>32.733679192086655</c:v>
                </c:pt>
                <c:pt idx="72">
                  <c:v>32.820163282501888</c:v>
                </c:pt>
                <c:pt idx="73">
                  <c:v>32.932994955702995</c:v>
                </c:pt>
                <c:pt idx="74">
                  <c:v>32.950421665616304</c:v>
                </c:pt>
                <c:pt idx="75">
                  <c:v>33.03190294927844</c:v>
                </c:pt>
                <c:pt idx="76">
                  <c:v>33.064452094429157</c:v>
                </c:pt>
                <c:pt idx="77">
                  <c:v>33.124192746316467</c:v>
                </c:pt>
                <c:pt idx="78">
                  <c:v>33.250448351248188</c:v>
                </c:pt>
                <c:pt idx="79">
                  <c:v>33.349368065989644</c:v>
                </c:pt>
                <c:pt idx="80">
                  <c:v>33.294440018298339</c:v>
                </c:pt>
                <c:pt idx="81">
                  <c:v>33.353266419239056</c:v>
                </c:pt>
                <c:pt idx="82">
                  <c:v>33.424653115089669</c:v>
                </c:pt>
                <c:pt idx="83">
                  <c:v>33.236543851712327</c:v>
                </c:pt>
                <c:pt idx="84">
                  <c:v>33.273115487915852</c:v>
                </c:pt>
                <c:pt idx="85">
                  <c:v>33.382941747603212</c:v>
                </c:pt>
                <c:pt idx="86">
                  <c:v>33.32595077469913</c:v>
                </c:pt>
                <c:pt idx="87">
                  <c:v>33.291145837877224</c:v>
                </c:pt>
                <c:pt idx="88">
                  <c:v>33.172178134284735</c:v>
                </c:pt>
                <c:pt idx="89">
                  <c:v>33.179599230691913</c:v>
                </c:pt>
                <c:pt idx="90">
                  <c:v>33.197863471192669</c:v>
                </c:pt>
                <c:pt idx="91">
                  <c:v>33.103394602842606</c:v>
                </c:pt>
                <c:pt idx="92">
                  <c:v>33.142965259196615</c:v>
                </c:pt>
                <c:pt idx="93">
                  <c:v>33.070637140605584</c:v>
                </c:pt>
                <c:pt idx="94">
                  <c:v>33.014160833444151</c:v>
                </c:pt>
                <c:pt idx="95">
                  <c:v>32.938415462189219</c:v>
                </c:pt>
                <c:pt idx="96">
                  <c:v>32.904465104923418</c:v>
                </c:pt>
                <c:pt idx="97">
                  <c:v>32.904232279944587</c:v>
                </c:pt>
                <c:pt idx="98">
                  <c:v>32.805141009955605</c:v>
                </c:pt>
                <c:pt idx="99">
                  <c:v>32.73699947874109</c:v>
                </c:pt>
                <c:pt idx="100">
                  <c:v>32.712404743049731</c:v>
                </c:pt>
                <c:pt idx="101">
                  <c:v>32.620814486508699</c:v>
                </c:pt>
                <c:pt idx="102">
                  <c:v>32.594934152021253</c:v>
                </c:pt>
                <c:pt idx="103">
                  <c:v>32.556530817242965</c:v>
                </c:pt>
                <c:pt idx="104">
                  <c:v>32.548343582804804</c:v>
                </c:pt>
                <c:pt idx="105">
                  <c:v>32.510286022423003</c:v>
                </c:pt>
                <c:pt idx="106">
                  <c:v>32.375321857557068</c:v>
                </c:pt>
                <c:pt idx="107">
                  <c:v>32.299540257243635</c:v>
                </c:pt>
                <c:pt idx="108">
                  <c:v>32.154086980774821</c:v>
                </c:pt>
                <c:pt idx="109">
                  <c:v>32.095134044519526</c:v>
                </c:pt>
                <c:pt idx="110">
                  <c:v>32.057151073375763</c:v>
                </c:pt>
                <c:pt idx="111">
                  <c:v>32.020691321029339</c:v>
                </c:pt>
                <c:pt idx="112">
                  <c:v>31.959388823775004</c:v>
                </c:pt>
                <c:pt idx="113">
                  <c:v>31.815311985138631</c:v>
                </c:pt>
                <c:pt idx="114">
                  <c:v>31.731405485678831</c:v>
                </c:pt>
                <c:pt idx="115">
                  <c:v>31.605221006913411</c:v>
                </c:pt>
                <c:pt idx="116">
                  <c:v>31.529621084672691</c:v>
                </c:pt>
                <c:pt idx="117">
                  <c:v>31.488876979769859</c:v>
                </c:pt>
                <c:pt idx="118">
                  <c:v>31.39853715852696</c:v>
                </c:pt>
                <c:pt idx="119">
                  <c:v>31.270316127172265</c:v>
                </c:pt>
                <c:pt idx="120">
                  <c:v>31.238902603171073</c:v>
                </c:pt>
                <c:pt idx="121">
                  <c:v>31.133353237116328</c:v>
                </c:pt>
                <c:pt idx="122">
                  <c:v>31.018684004757457</c:v>
                </c:pt>
                <c:pt idx="123">
                  <c:v>30.993667839871016</c:v>
                </c:pt>
                <c:pt idx="124">
                  <c:v>30.943697046219562</c:v>
                </c:pt>
                <c:pt idx="125">
                  <c:v>30.892172132514979</c:v>
                </c:pt>
                <c:pt idx="126">
                  <c:v>30.816179284823736</c:v>
                </c:pt>
                <c:pt idx="127">
                  <c:v>30.701644845873659</c:v>
                </c:pt>
                <c:pt idx="128">
                  <c:v>30.59338442740539</c:v>
                </c:pt>
                <c:pt idx="129">
                  <c:v>30.492063738368657</c:v>
                </c:pt>
                <c:pt idx="130">
                  <c:v>30.411274003499432</c:v>
                </c:pt>
                <c:pt idx="131">
                  <c:v>30.398434531727098</c:v>
                </c:pt>
                <c:pt idx="132">
                  <c:v>30.33166970473517</c:v>
                </c:pt>
                <c:pt idx="133">
                  <c:v>30.220847279134439</c:v>
                </c:pt>
                <c:pt idx="134">
                  <c:v>30.127701703784691</c:v>
                </c:pt>
                <c:pt idx="135">
                  <c:v>30.049652723829148</c:v>
                </c:pt>
                <c:pt idx="136">
                  <c:v>29.903861398277826</c:v>
                </c:pt>
                <c:pt idx="137">
                  <c:v>29.81048619463089</c:v>
                </c:pt>
                <c:pt idx="138">
                  <c:v>29.79786462998976</c:v>
                </c:pt>
                <c:pt idx="139">
                  <c:v>29.664744550839924</c:v>
                </c:pt>
                <c:pt idx="140">
                  <c:v>29.545449187380221</c:v>
                </c:pt>
                <c:pt idx="141">
                  <c:v>29.4379313314159</c:v>
                </c:pt>
                <c:pt idx="142">
                  <c:v>29.434914063541108</c:v>
                </c:pt>
                <c:pt idx="143">
                  <c:v>29.408856712808323</c:v>
                </c:pt>
                <c:pt idx="144">
                  <c:v>29.425127422726714</c:v>
                </c:pt>
                <c:pt idx="145">
                  <c:v>29.406750366003397</c:v>
                </c:pt>
                <c:pt idx="146">
                  <c:v>29.393448973735328</c:v>
                </c:pt>
                <c:pt idx="147">
                  <c:v>29.354936552196381</c:v>
                </c:pt>
                <c:pt idx="148">
                  <c:v>29.315949290240113</c:v>
                </c:pt>
                <c:pt idx="149">
                  <c:v>29.303787514973624</c:v>
                </c:pt>
                <c:pt idx="150">
                  <c:v>29.304075216320445</c:v>
                </c:pt>
                <c:pt idx="151">
                  <c:v>29.256059459876681</c:v>
                </c:pt>
                <c:pt idx="152">
                  <c:v>29.210355703422799</c:v>
                </c:pt>
                <c:pt idx="153">
                  <c:v>29.155325628309438</c:v>
                </c:pt>
                <c:pt idx="154">
                  <c:v>29.105168228367738</c:v>
                </c:pt>
                <c:pt idx="155">
                  <c:v>29.072824603206897</c:v>
                </c:pt>
                <c:pt idx="156">
                  <c:v>29.031924993062201</c:v>
                </c:pt>
                <c:pt idx="157">
                  <c:v>29.012274391696458</c:v>
                </c:pt>
                <c:pt idx="158">
                  <c:v>28.973899294272591</c:v>
                </c:pt>
                <c:pt idx="159">
                  <c:v>28.941064578896132</c:v>
                </c:pt>
                <c:pt idx="160">
                  <c:v>28.889768427720796</c:v>
                </c:pt>
                <c:pt idx="161">
                  <c:v>28.842145197142354</c:v>
                </c:pt>
                <c:pt idx="162">
                  <c:v>28.810969226544898</c:v>
                </c:pt>
                <c:pt idx="163">
                  <c:v>28.775556587225353</c:v>
                </c:pt>
                <c:pt idx="164">
                  <c:v>28.73651031985397</c:v>
                </c:pt>
                <c:pt idx="165">
                  <c:v>28.685876148166457</c:v>
                </c:pt>
                <c:pt idx="166">
                  <c:v>28.654582366531383</c:v>
                </c:pt>
                <c:pt idx="167">
                  <c:v>28.625416442704712</c:v>
                </c:pt>
                <c:pt idx="168">
                  <c:v>28.613697341246628</c:v>
                </c:pt>
                <c:pt idx="169">
                  <c:v>28.605200028690216</c:v>
                </c:pt>
                <c:pt idx="170">
                  <c:v>28.583003603392772</c:v>
                </c:pt>
                <c:pt idx="171">
                  <c:v>28.575436125605879</c:v>
                </c:pt>
                <c:pt idx="172">
                  <c:v>28.556039027753258</c:v>
                </c:pt>
                <c:pt idx="173">
                  <c:v>28.538304936921811</c:v>
                </c:pt>
                <c:pt idx="174">
                  <c:v>28.551987766565787</c:v>
                </c:pt>
                <c:pt idx="175">
                  <c:v>28.550136188627125</c:v>
                </c:pt>
                <c:pt idx="176">
                  <c:v>28.549968362841479</c:v>
                </c:pt>
                <c:pt idx="177">
                  <c:v>28.541148185440299</c:v>
                </c:pt>
                <c:pt idx="178">
                  <c:v>28.528623686704954</c:v>
                </c:pt>
                <c:pt idx="179">
                  <c:v>28.527466920838375</c:v>
                </c:pt>
                <c:pt idx="180">
                  <c:v>28.51721995786907</c:v>
                </c:pt>
                <c:pt idx="181">
                  <c:v>28.512282616491905</c:v>
                </c:pt>
                <c:pt idx="182">
                  <c:v>28.514934563594018</c:v>
                </c:pt>
                <c:pt idx="183">
                  <c:v>28.515572867658513</c:v>
                </c:pt>
                <c:pt idx="184">
                  <c:v>28.513272855224756</c:v>
                </c:pt>
                <c:pt idx="185">
                  <c:v>28.505208626431855</c:v>
                </c:pt>
                <c:pt idx="186">
                  <c:v>28.499675303723048</c:v>
                </c:pt>
                <c:pt idx="187">
                  <c:v>28.490521339481528</c:v>
                </c:pt>
                <c:pt idx="188">
                  <c:v>28.492845193832455</c:v>
                </c:pt>
                <c:pt idx="189">
                  <c:v>28.482350621231785</c:v>
                </c:pt>
                <c:pt idx="190">
                  <c:v>28.486107887605474</c:v>
                </c:pt>
                <c:pt idx="191">
                  <c:v>28.480960197917216</c:v>
                </c:pt>
                <c:pt idx="192">
                  <c:v>28.487280370490073</c:v>
                </c:pt>
                <c:pt idx="193">
                  <c:v>28.504377822195373</c:v>
                </c:pt>
                <c:pt idx="194">
                  <c:v>28.510179233277242</c:v>
                </c:pt>
                <c:pt idx="195">
                  <c:v>28.518522539036308</c:v>
                </c:pt>
                <c:pt idx="196">
                  <c:v>28.534595554175063</c:v>
                </c:pt>
                <c:pt idx="197">
                  <c:v>28.546024057293589</c:v>
                </c:pt>
                <c:pt idx="198">
                  <c:v>28.55610865547504</c:v>
                </c:pt>
                <c:pt idx="199">
                  <c:v>28.577182046556871</c:v>
                </c:pt>
                <c:pt idx="200">
                  <c:v>28.591372449306125</c:v>
                </c:pt>
                <c:pt idx="201">
                  <c:v>28.593164655543234</c:v>
                </c:pt>
                <c:pt idx="202">
                  <c:v>28.624803412404365</c:v>
                </c:pt>
                <c:pt idx="203">
                  <c:v>28.716389606495817</c:v>
                </c:pt>
                <c:pt idx="204">
                  <c:v>28.798133284441864</c:v>
                </c:pt>
                <c:pt idx="205">
                  <c:v>28.858008663140417</c:v>
                </c:pt>
                <c:pt idx="206">
                  <c:v>28.889227256159622</c:v>
                </c:pt>
                <c:pt idx="207">
                  <c:v>28.906978629051135</c:v>
                </c:pt>
                <c:pt idx="208">
                  <c:v>28.908108323020151</c:v>
                </c:pt>
                <c:pt idx="209">
                  <c:v>28.895833198750818</c:v>
                </c:pt>
                <c:pt idx="210">
                  <c:v>28.861056832270982</c:v>
                </c:pt>
                <c:pt idx="211">
                  <c:v>28.810833167782963</c:v>
                </c:pt>
                <c:pt idx="212">
                  <c:v>28.74165131649006</c:v>
                </c:pt>
                <c:pt idx="213">
                  <c:v>28.699973647355801</c:v>
                </c:pt>
                <c:pt idx="214">
                  <c:v>28.668601547020756</c:v>
                </c:pt>
                <c:pt idx="215">
                  <c:v>28.649714153394498</c:v>
                </c:pt>
                <c:pt idx="216">
                  <c:v>28.639094577222536</c:v>
                </c:pt>
                <c:pt idx="217">
                  <c:v>28.637649210942428</c:v>
                </c:pt>
                <c:pt idx="218">
                  <c:v>28.637339998592129</c:v>
                </c:pt>
                <c:pt idx="219">
                  <c:v>28.634932697531116</c:v>
                </c:pt>
                <c:pt idx="220">
                  <c:v>28.647678533170666</c:v>
                </c:pt>
                <c:pt idx="221">
                  <c:v>28.659962914497225</c:v>
                </c:pt>
                <c:pt idx="222">
                  <c:v>28.679451617257843</c:v>
                </c:pt>
                <c:pt idx="223">
                  <c:v>28.668633314044467</c:v>
                </c:pt>
                <c:pt idx="224">
                  <c:v>28.655705067759328</c:v>
                </c:pt>
                <c:pt idx="225">
                  <c:v>28.639941165074575</c:v>
                </c:pt>
                <c:pt idx="226">
                  <c:v>28.638373592319599</c:v>
                </c:pt>
                <c:pt idx="227">
                  <c:v>28.625451406410054</c:v>
                </c:pt>
                <c:pt idx="228">
                  <c:v>28.611118484938068</c:v>
                </c:pt>
                <c:pt idx="229">
                  <c:v>28.600749182298827</c:v>
                </c:pt>
                <c:pt idx="230">
                  <c:v>28.599144248327285</c:v>
                </c:pt>
                <c:pt idx="231">
                  <c:v>28.598276549056976</c:v>
                </c:pt>
                <c:pt idx="232">
                  <c:v>28.619752588829289</c:v>
                </c:pt>
                <c:pt idx="233">
                  <c:v>28.625283780417011</c:v>
                </c:pt>
                <c:pt idx="234">
                  <c:v>28.622383857397097</c:v>
                </c:pt>
                <c:pt idx="235">
                  <c:v>28.638088488276601</c:v>
                </c:pt>
                <c:pt idx="236">
                  <c:v>28.627939690072392</c:v>
                </c:pt>
                <c:pt idx="237">
                  <c:v>28.612957575839104</c:v>
                </c:pt>
                <c:pt idx="238">
                  <c:v>28.610024553844806</c:v>
                </c:pt>
                <c:pt idx="239">
                  <c:v>28.592680225081018</c:v>
                </c:pt>
                <c:pt idx="240">
                  <c:v>28.568878932409564</c:v>
                </c:pt>
                <c:pt idx="241">
                  <c:v>28.546323746196531</c:v>
                </c:pt>
                <c:pt idx="242">
                  <c:v>28.552911141374508</c:v>
                </c:pt>
                <c:pt idx="243">
                  <c:v>28.577633311447165</c:v>
                </c:pt>
                <c:pt idx="244">
                  <c:v>28.584326896393083</c:v>
                </c:pt>
                <c:pt idx="245">
                  <c:v>28.596682403885939</c:v>
                </c:pt>
                <c:pt idx="246">
                  <c:v>28.599975318953902</c:v>
                </c:pt>
                <c:pt idx="247">
                  <c:v>28.573987429449069</c:v>
                </c:pt>
                <c:pt idx="248">
                  <c:v>28.606398651106907</c:v>
                </c:pt>
                <c:pt idx="249">
                  <c:v>28.622457447672154</c:v>
                </c:pt>
                <c:pt idx="250">
                  <c:v>28.619975557373078</c:v>
                </c:pt>
                <c:pt idx="251">
                  <c:v>28.711820815871736</c:v>
                </c:pt>
                <c:pt idx="252">
                  <c:v>28.763656340474828</c:v>
                </c:pt>
                <c:pt idx="253">
                  <c:v>28.781100831929734</c:v>
                </c:pt>
                <c:pt idx="254">
                  <c:v>28.809053548479774</c:v>
                </c:pt>
                <c:pt idx="255">
                  <c:v>28.814770946772519</c:v>
                </c:pt>
                <c:pt idx="256">
                  <c:v>28.84969755728903</c:v>
                </c:pt>
                <c:pt idx="257">
                  <c:v>28.900578805827628</c:v>
                </c:pt>
                <c:pt idx="258">
                  <c:v>28.950673537489848</c:v>
                </c:pt>
                <c:pt idx="259">
                  <c:v>29</c:v>
                </c:pt>
                <c:pt idx="260">
                  <c:v>28.941506120546464</c:v>
                </c:pt>
                <c:pt idx="261">
                  <c:v>28.88855948268634</c:v>
                </c:pt>
                <c:pt idx="262">
                  <c:v>28.981608158624137</c:v>
                </c:pt>
                <c:pt idx="263">
                  <c:v>28.977771341496101</c:v>
                </c:pt>
                <c:pt idx="264">
                  <c:v>28.918644585677097</c:v>
                </c:pt>
                <c:pt idx="265">
                  <c:v>28.917117970405521</c:v>
                </c:pt>
                <c:pt idx="266">
                  <c:v>28.908486463818125</c:v>
                </c:pt>
                <c:pt idx="267">
                  <c:v>28.882288325898493</c:v>
                </c:pt>
                <c:pt idx="268">
                  <c:v>28.843035472976688</c:v>
                </c:pt>
                <c:pt idx="269">
                  <c:v>28.850954186157821</c:v>
                </c:pt>
                <c:pt idx="270">
                  <c:v>28.873091073259886</c:v>
                </c:pt>
                <c:pt idx="271">
                  <c:v>28.835446484186317</c:v>
                </c:pt>
                <c:pt idx="272">
                  <c:v>28.786869443726115</c:v>
                </c:pt>
                <c:pt idx="273">
                  <c:v>28.764518445552284</c:v>
                </c:pt>
                <c:pt idx="274">
                  <c:v>28.752118584101797</c:v>
                </c:pt>
                <c:pt idx="275">
                  <c:v>28.752034205026234</c:v>
                </c:pt>
                <c:pt idx="276">
                  <c:v>28.753239420598788</c:v>
                </c:pt>
                <c:pt idx="277">
                  <c:v>28.707241769227423</c:v>
                </c:pt>
                <c:pt idx="278">
                  <c:v>28.825118472018147</c:v>
                </c:pt>
                <c:pt idx="279">
                  <c:v>28.851095972307682</c:v>
                </c:pt>
                <c:pt idx="280">
                  <c:v>28.79818889338274</c:v>
                </c:pt>
                <c:pt idx="281">
                  <c:v>28.755941282552623</c:v>
                </c:pt>
                <c:pt idx="282">
                  <c:v>28.776253663613591</c:v>
                </c:pt>
                <c:pt idx="283">
                  <c:v>28.842517344162271</c:v>
                </c:pt>
                <c:pt idx="284">
                  <c:v>28.84139038069215</c:v>
                </c:pt>
                <c:pt idx="285">
                  <c:v>28.746329393667413</c:v>
                </c:pt>
                <c:pt idx="286">
                  <c:v>28.61754980879515</c:v>
                </c:pt>
                <c:pt idx="287">
                  <c:v>28.872033704212779</c:v>
                </c:pt>
                <c:pt idx="288">
                  <c:v>28.95816296296691</c:v>
                </c:pt>
                <c:pt idx="289">
                  <c:v>28.996360311572566</c:v>
                </c:pt>
                <c:pt idx="290">
                  <c:v>28.996265876269373</c:v>
                </c:pt>
                <c:pt idx="291">
                  <c:v>29.091503812941912</c:v>
                </c:pt>
                <c:pt idx="292">
                  <c:v>29.144496070112819</c:v>
                </c:pt>
                <c:pt idx="293">
                  <c:v>29.068086588248956</c:v>
                </c:pt>
                <c:pt idx="294">
                  <c:v>29.096751432229915</c:v>
                </c:pt>
                <c:pt idx="295">
                  <c:v>29.202578043818647</c:v>
                </c:pt>
                <c:pt idx="296">
                  <c:v>29.255022669467579</c:v>
                </c:pt>
                <c:pt idx="297">
                  <c:v>29.374843221080305</c:v>
                </c:pt>
                <c:pt idx="298">
                  <c:v>29.397049369617712</c:v>
                </c:pt>
                <c:pt idx="299">
                  <c:v>29.453567633225536</c:v>
                </c:pt>
                <c:pt idx="300">
                  <c:v>29.548518268136455</c:v>
                </c:pt>
                <c:pt idx="301">
                  <c:v>29.518620903594009</c:v>
                </c:pt>
                <c:pt idx="302">
                  <c:v>29.33943797408703</c:v>
                </c:pt>
                <c:pt idx="303">
                  <c:v>29.325466610627061</c:v>
                </c:pt>
                <c:pt idx="304">
                  <c:v>29.49920039670819</c:v>
                </c:pt>
                <c:pt idx="305">
                  <c:v>29.77736577583363</c:v>
                </c:pt>
                <c:pt idx="306">
                  <c:v>29.910733065029628</c:v>
                </c:pt>
                <c:pt idx="307">
                  <c:v>29.94787624126981</c:v>
                </c:pt>
                <c:pt idx="308">
                  <c:v>30.057387494621416</c:v>
                </c:pt>
                <c:pt idx="309">
                  <c:v>30.060161148716887</c:v>
                </c:pt>
                <c:pt idx="310">
                  <c:v>30.090134034862878</c:v>
                </c:pt>
                <c:pt idx="311">
                  <c:v>29.994298851505548</c:v>
                </c:pt>
                <c:pt idx="312">
                  <c:v>30.125676339581091</c:v>
                </c:pt>
                <c:pt idx="313">
                  <c:v>30.476260676333919</c:v>
                </c:pt>
                <c:pt idx="314">
                  <c:v>30.518760558622777</c:v>
                </c:pt>
                <c:pt idx="315">
                  <c:v>30.656767165231344</c:v>
                </c:pt>
                <c:pt idx="316">
                  <c:v>30.62017261947614</c:v>
                </c:pt>
                <c:pt idx="317">
                  <c:v>30.690200459243272</c:v>
                </c:pt>
                <c:pt idx="318">
                  <c:v>30.822349679542654</c:v>
                </c:pt>
                <c:pt idx="319">
                  <c:v>30.765401062670207</c:v>
                </c:pt>
                <c:pt idx="320">
                  <c:v>30.704166761290661</c:v>
                </c:pt>
                <c:pt idx="321">
                  <c:v>30.983940870447093</c:v>
                </c:pt>
                <c:pt idx="322">
                  <c:v>31.083851822884384</c:v>
                </c:pt>
                <c:pt idx="323">
                  <c:v>31.0318170384596</c:v>
                </c:pt>
                <c:pt idx="324">
                  <c:v>30.897864090549724</c:v>
                </c:pt>
                <c:pt idx="325">
                  <c:v>30.763655141719219</c:v>
                </c:pt>
                <c:pt idx="326">
                  <c:v>30.627336116621873</c:v>
                </c:pt>
                <c:pt idx="327">
                  <c:v>30.491979026305426</c:v>
                </c:pt>
                <c:pt idx="328">
                  <c:v>30.403131522604102</c:v>
                </c:pt>
                <c:pt idx="329">
                  <c:v>30.31230234268147</c:v>
                </c:pt>
                <c:pt idx="330">
                  <c:v>30.249406566024028</c:v>
                </c:pt>
                <c:pt idx="331">
                  <c:v>30.21753205389259</c:v>
                </c:pt>
                <c:pt idx="332">
                  <c:v>30.136216464895007</c:v>
                </c:pt>
                <c:pt idx="333">
                  <c:v>30.023826333344232</c:v>
                </c:pt>
                <c:pt idx="334">
                  <c:v>29.945972350968205</c:v>
                </c:pt>
                <c:pt idx="335">
                  <c:v>29.856452878148957</c:v>
                </c:pt>
                <c:pt idx="336">
                  <c:v>29.750418016071446</c:v>
                </c:pt>
                <c:pt idx="337">
                  <c:v>29.678402106719751</c:v>
                </c:pt>
                <c:pt idx="338">
                  <c:v>29.638941203101766</c:v>
                </c:pt>
                <c:pt idx="339">
                  <c:v>29.54458182109758</c:v>
                </c:pt>
                <c:pt idx="340">
                  <c:v>29.434165107673891</c:v>
                </c:pt>
                <c:pt idx="341">
                  <c:v>29.422004797553154</c:v>
                </c:pt>
                <c:pt idx="342">
                  <c:v>29.382455851995239</c:v>
                </c:pt>
                <c:pt idx="343">
                  <c:v>29.28872461793161</c:v>
                </c:pt>
                <c:pt idx="344">
                  <c:v>29.25227592077584</c:v>
                </c:pt>
                <c:pt idx="345">
                  <c:v>29.204496985162933</c:v>
                </c:pt>
                <c:pt idx="346">
                  <c:v>29.169457092241114</c:v>
                </c:pt>
                <c:pt idx="347">
                  <c:v>29.142090966770425</c:v>
                </c:pt>
                <c:pt idx="348">
                  <c:v>29.082090451305515</c:v>
                </c:pt>
                <c:pt idx="349">
                  <c:v>29.010196415441008</c:v>
                </c:pt>
                <c:pt idx="350">
                  <c:v>29.005624960915572</c:v>
                </c:pt>
                <c:pt idx="351">
                  <c:v>29.018060984827017</c:v>
                </c:pt>
                <c:pt idx="352">
                  <c:v>28.954127685187597</c:v>
                </c:pt>
                <c:pt idx="353">
                  <c:v>28.903826168182349</c:v>
                </c:pt>
                <c:pt idx="354">
                  <c:v>28.829041666147759</c:v>
                </c:pt>
                <c:pt idx="355">
                  <c:v>28.778901981150099</c:v>
                </c:pt>
                <c:pt idx="356">
                  <c:v>28.821745972897066</c:v>
                </c:pt>
                <c:pt idx="357">
                  <c:v>28.8362130218025</c:v>
                </c:pt>
                <c:pt idx="358">
                  <c:v>28.789940189420701</c:v>
                </c:pt>
                <c:pt idx="359">
                  <c:v>28.87581218190104</c:v>
                </c:pt>
                <c:pt idx="360">
                  <c:v>28.952029529879351</c:v>
                </c:pt>
                <c:pt idx="361">
                  <c:v>28.89909954140272</c:v>
                </c:pt>
                <c:pt idx="362">
                  <c:v>28.816562886619497</c:v>
                </c:pt>
                <c:pt idx="363">
                  <c:v>28.766847228120728</c:v>
                </c:pt>
                <c:pt idx="364">
                  <c:v>28.790231886619566</c:v>
                </c:pt>
                <c:pt idx="365">
                  <c:v>28.755519853357558</c:v>
                </c:pt>
                <c:pt idx="366">
                  <c:v>28.711057807924853</c:v>
                </c:pt>
                <c:pt idx="367">
                  <c:v>28.725839130593169</c:v>
                </c:pt>
                <c:pt idx="368">
                  <c:v>28.75894270021433</c:v>
                </c:pt>
                <c:pt idx="369">
                  <c:v>28.715050929465153</c:v>
                </c:pt>
                <c:pt idx="370">
                  <c:v>28.743616143535267</c:v>
                </c:pt>
                <c:pt idx="371">
                  <c:v>28.718500948115793</c:v>
                </c:pt>
                <c:pt idx="372">
                  <c:v>28.682471549033998</c:v>
                </c:pt>
                <c:pt idx="373">
                  <c:v>28.63929656754312</c:v>
                </c:pt>
                <c:pt idx="374">
                  <c:v>28.606834132381646</c:v>
                </c:pt>
                <c:pt idx="375">
                  <c:v>28.736153756657007</c:v>
                </c:pt>
                <c:pt idx="376">
                  <c:v>28.726562912592534</c:v>
                </c:pt>
                <c:pt idx="377">
                  <c:v>28.700484117453808</c:v>
                </c:pt>
                <c:pt idx="378">
                  <c:v>28.664377398635057</c:v>
                </c:pt>
                <c:pt idx="379">
                  <c:v>28.609753701674084</c:v>
                </c:pt>
                <c:pt idx="380">
                  <c:v>28.599933895287766</c:v>
                </c:pt>
                <c:pt idx="381">
                  <c:v>28.58642858137063</c:v>
                </c:pt>
                <c:pt idx="382">
                  <c:v>28.572557114211641</c:v>
                </c:pt>
                <c:pt idx="383">
                  <c:v>28.63940718604707</c:v>
                </c:pt>
                <c:pt idx="384">
                  <c:v>28.62063767005597</c:v>
                </c:pt>
                <c:pt idx="385">
                  <c:v>28.631545746745161</c:v>
                </c:pt>
                <c:pt idx="386">
                  <c:v>28.631250719669602</c:v>
                </c:pt>
                <c:pt idx="387">
                  <c:v>28.62929934532626</c:v>
                </c:pt>
                <c:pt idx="388">
                  <c:v>28.620033830215313</c:v>
                </c:pt>
                <c:pt idx="389">
                  <c:v>28.612185310834999</c:v>
                </c:pt>
                <c:pt idx="390">
                  <c:v>28.631386179053731</c:v>
                </c:pt>
                <c:pt idx="391">
                  <c:v>28.649426785035345</c:v>
                </c:pt>
                <c:pt idx="392">
                  <c:v>28.708924422521129</c:v>
                </c:pt>
                <c:pt idx="393">
                  <c:v>28.677867728107042</c:v>
                </c:pt>
                <c:pt idx="394">
                  <c:v>28.666950194568024</c:v>
                </c:pt>
                <c:pt idx="395">
                  <c:v>28.670054638614808</c:v>
                </c:pt>
                <c:pt idx="396">
                  <c:v>28.660768012085587</c:v>
                </c:pt>
                <c:pt idx="397">
                  <c:v>28.66042210449406</c:v>
                </c:pt>
                <c:pt idx="398">
                  <c:v>28.629139711037297</c:v>
                </c:pt>
                <c:pt idx="399">
                  <c:v>28.591460491246053</c:v>
                </c:pt>
                <c:pt idx="400">
                  <c:v>28.687892721495572</c:v>
                </c:pt>
                <c:pt idx="401">
                  <c:v>28.681844200263846</c:v>
                </c:pt>
                <c:pt idx="402">
                  <c:v>28.665778810542736</c:v>
                </c:pt>
                <c:pt idx="403">
                  <c:v>28.651132148088141</c:v>
                </c:pt>
                <c:pt idx="404">
                  <c:v>28.638878801212421</c:v>
                </c:pt>
                <c:pt idx="405">
                  <c:v>28.592022374640297</c:v>
                </c:pt>
                <c:pt idx="406">
                  <c:v>28.539560133943624</c:v>
                </c:pt>
                <c:pt idx="407">
                  <c:v>28.495262884108769</c:v>
                </c:pt>
                <c:pt idx="408">
                  <c:v>28.522551190360993</c:v>
                </c:pt>
                <c:pt idx="409">
                  <c:v>28.523744351779897</c:v>
                </c:pt>
                <c:pt idx="410">
                  <c:v>28.485410911113537</c:v>
                </c:pt>
                <c:pt idx="411">
                  <c:v>28.465928701612476</c:v>
                </c:pt>
                <c:pt idx="412">
                  <c:v>28.441720298215767</c:v>
                </c:pt>
                <c:pt idx="413">
                  <c:v>28.444768567242633</c:v>
                </c:pt>
                <c:pt idx="414">
                  <c:v>28.439088996349192</c:v>
                </c:pt>
                <c:pt idx="415">
                  <c:v>28.412422211582896</c:v>
                </c:pt>
                <c:pt idx="416">
                  <c:v>28.385968905211797</c:v>
                </c:pt>
                <c:pt idx="417">
                  <c:v>28.354618715465431</c:v>
                </c:pt>
                <c:pt idx="418">
                  <c:v>28.345161266261535</c:v>
                </c:pt>
                <c:pt idx="419">
                  <c:v>28.349919526869808</c:v>
                </c:pt>
                <c:pt idx="420">
                  <c:v>28.346756909877087</c:v>
                </c:pt>
                <c:pt idx="421">
                  <c:v>28.327664395846153</c:v>
                </c:pt>
                <c:pt idx="422">
                  <c:v>28.307664956597389</c:v>
                </c:pt>
                <c:pt idx="423">
                  <c:v>28.298603662824409</c:v>
                </c:pt>
                <c:pt idx="424">
                  <c:v>28.292716773807669</c:v>
                </c:pt>
                <c:pt idx="425">
                  <c:v>28.278590904068849</c:v>
                </c:pt>
                <c:pt idx="426">
                  <c:v>28.262887205554819</c:v>
                </c:pt>
                <c:pt idx="427">
                  <c:v>28.245739755750879</c:v>
                </c:pt>
                <c:pt idx="428">
                  <c:v>28.237459984039234</c:v>
                </c:pt>
                <c:pt idx="429">
                  <c:v>28.239379441514412</c:v>
                </c:pt>
                <c:pt idx="430">
                  <c:v>28.223915494122735</c:v>
                </c:pt>
                <c:pt idx="431">
                  <c:v>28.171185398144367</c:v>
                </c:pt>
                <c:pt idx="432">
                  <c:v>28.142373590055282</c:v>
                </c:pt>
                <c:pt idx="433">
                  <c:v>28.133666062382844</c:v>
                </c:pt>
                <c:pt idx="434">
                  <c:v>28.116642617187185</c:v>
                </c:pt>
                <c:pt idx="435">
                  <c:v>28.068502914407983</c:v>
                </c:pt>
                <c:pt idx="436">
                  <c:v>28.221582549208417</c:v>
                </c:pt>
                <c:pt idx="437">
                  <c:v>28.310243013735541</c:v>
                </c:pt>
                <c:pt idx="438">
                  <c:v>28.240431499408182</c:v>
                </c:pt>
                <c:pt idx="439">
                  <c:v>28.317844955746274</c:v>
                </c:pt>
                <c:pt idx="440">
                  <c:v>28.411268409306579</c:v>
                </c:pt>
                <c:pt idx="441">
                  <c:v>28.404858729648044</c:v>
                </c:pt>
                <c:pt idx="442">
                  <c:v>28.4694482480886</c:v>
                </c:pt>
                <c:pt idx="443">
                  <c:v>28.474587413292507</c:v>
                </c:pt>
                <c:pt idx="444">
                  <c:v>28.445549356731089</c:v>
                </c:pt>
                <c:pt idx="445">
                  <c:v>28.428422302421932</c:v>
                </c:pt>
                <c:pt idx="446">
                  <c:v>28.448201104040599</c:v>
                </c:pt>
                <c:pt idx="447">
                  <c:v>28.450216112327663</c:v>
                </c:pt>
                <c:pt idx="448">
                  <c:v>28.466107982173973</c:v>
                </c:pt>
                <c:pt idx="449">
                  <c:v>28.479244112661448</c:v>
                </c:pt>
                <c:pt idx="450">
                  <c:v>28.493360625446744</c:v>
                </c:pt>
                <c:pt idx="451">
                  <c:v>28.515048478675901</c:v>
                </c:pt>
                <c:pt idx="452">
                  <c:v>28.500615427811567</c:v>
                </c:pt>
                <c:pt idx="453">
                  <c:v>28.51114220031992</c:v>
                </c:pt>
                <c:pt idx="454">
                  <c:v>28.485336688161908</c:v>
                </c:pt>
                <c:pt idx="455">
                  <c:v>28.515929763843147</c:v>
                </c:pt>
                <c:pt idx="456">
                  <c:v>28.578383599265056</c:v>
                </c:pt>
                <c:pt idx="457">
                  <c:v>28.598540142096493</c:v>
                </c:pt>
                <c:pt idx="458">
                  <c:v>28.575882462278656</c:v>
                </c:pt>
                <c:pt idx="459">
                  <c:v>28.553650440599295</c:v>
                </c:pt>
                <c:pt idx="460">
                  <c:v>28.556928038234442</c:v>
                </c:pt>
                <c:pt idx="461">
                  <c:v>28.549655254535441</c:v>
                </c:pt>
                <c:pt idx="462">
                  <c:v>28.555044759869606</c:v>
                </c:pt>
                <c:pt idx="463">
                  <c:v>28.555325801463027</c:v>
                </c:pt>
                <c:pt idx="464">
                  <c:v>28.565616119426959</c:v>
                </c:pt>
                <c:pt idx="465">
                  <c:v>28.610793622167282</c:v>
                </c:pt>
                <c:pt idx="466">
                  <c:v>28.622973911548218</c:v>
                </c:pt>
                <c:pt idx="467">
                  <c:v>28.582576912992522</c:v>
                </c:pt>
                <c:pt idx="468">
                  <c:v>28.575103071338411</c:v>
                </c:pt>
                <c:pt idx="469">
                  <c:v>28.588313890960258</c:v>
                </c:pt>
                <c:pt idx="470">
                  <c:v>28.606344041129038</c:v>
                </c:pt>
                <c:pt idx="471">
                  <c:v>28.605732942157179</c:v>
                </c:pt>
                <c:pt idx="472">
                  <c:v>28.615508194793257</c:v>
                </c:pt>
                <c:pt idx="473">
                  <c:v>28.637886897541225</c:v>
                </c:pt>
                <c:pt idx="474">
                  <c:v>28.644528536410636</c:v>
                </c:pt>
                <c:pt idx="475">
                  <c:v>28.635531675751793</c:v>
                </c:pt>
                <c:pt idx="476">
                  <c:v>28.658546451546862</c:v>
                </c:pt>
                <c:pt idx="477">
                  <c:v>28.695846997759858</c:v>
                </c:pt>
                <c:pt idx="478">
                  <c:v>28.72373271719071</c:v>
                </c:pt>
                <c:pt idx="479">
                  <c:v>28.723666386046858</c:v>
                </c:pt>
                <c:pt idx="480">
                  <c:v>28.734154032503991</c:v>
                </c:pt>
                <c:pt idx="481">
                  <c:v>28.743710645435993</c:v>
                </c:pt>
                <c:pt idx="482">
                  <c:v>28.763550250603192</c:v>
                </c:pt>
                <c:pt idx="483">
                  <c:v>28.777044376134612</c:v>
                </c:pt>
                <c:pt idx="484">
                  <c:v>28.825098892343153</c:v>
                </c:pt>
                <c:pt idx="485">
                  <c:v>28.838877189552097</c:v>
                </c:pt>
                <c:pt idx="486">
                  <c:v>28.831369183363055</c:v>
                </c:pt>
                <c:pt idx="487">
                  <c:v>28.822386507978951</c:v>
                </c:pt>
                <c:pt idx="488">
                  <c:v>28.840083603880267</c:v>
                </c:pt>
                <c:pt idx="489">
                  <c:v>28.868452821407857</c:v>
                </c:pt>
                <c:pt idx="490">
                  <c:v>28.868770691437575</c:v>
                </c:pt>
                <c:pt idx="491">
                  <c:v>28.874993232025609</c:v>
                </c:pt>
                <c:pt idx="492">
                  <c:v>28.895919908740069</c:v>
                </c:pt>
                <c:pt idx="493">
                  <c:v>28.902302350007201</c:v>
                </c:pt>
                <c:pt idx="494">
                  <c:v>28.89729681275524</c:v>
                </c:pt>
                <c:pt idx="495">
                  <c:v>28.898299971409678</c:v>
                </c:pt>
                <c:pt idx="496">
                  <c:v>28.911267576837403</c:v>
                </c:pt>
                <c:pt idx="497">
                  <c:v>28.936854349395038</c:v>
                </c:pt>
                <c:pt idx="498">
                  <c:v>28.944187470459831</c:v>
                </c:pt>
                <c:pt idx="499">
                  <c:v>28.962382249732627</c:v>
                </c:pt>
                <c:pt idx="500">
                  <c:v>28.97894918548219</c:v>
                </c:pt>
                <c:pt idx="501">
                  <c:v>28.972198659644711</c:v>
                </c:pt>
                <c:pt idx="502">
                  <c:v>28.96794507514899</c:v>
                </c:pt>
                <c:pt idx="503">
                  <c:v>28.976775641765471</c:v>
                </c:pt>
                <c:pt idx="504">
                  <c:v>28.987497778139772</c:v>
                </c:pt>
                <c:pt idx="505">
                  <c:v>28.988834057659211</c:v>
                </c:pt>
                <c:pt idx="506">
                  <c:v>29.019469922256036</c:v>
                </c:pt>
                <c:pt idx="507">
                  <c:v>29.058122731396626</c:v>
                </c:pt>
                <c:pt idx="508">
                  <c:v>29.039143299978402</c:v>
                </c:pt>
                <c:pt idx="509">
                  <c:v>29.04742603528031</c:v>
                </c:pt>
                <c:pt idx="510">
                  <c:v>29.086740557518592</c:v>
                </c:pt>
                <c:pt idx="511">
                  <c:v>29.113839693475526</c:v>
                </c:pt>
                <c:pt idx="512">
                  <c:v>29.149658044972117</c:v>
                </c:pt>
                <c:pt idx="513">
                  <c:v>29.182786988253724</c:v>
                </c:pt>
                <c:pt idx="514">
                  <c:v>29.22776016975978</c:v>
                </c:pt>
                <c:pt idx="515">
                  <c:v>29.267738269826701</c:v>
                </c:pt>
                <c:pt idx="516">
                  <c:v>29.309873996799723</c:v>
                </c:pt>
                <c:pt idx="517">
                  <c:v>29.354651647945989</c:v>
                </c:pt>
                <c:pt idx="518">
                  <c:v>29.356840842083194</c:v>
                </c:pt>
                <c:pt idx="519">
                  <c:v>29.390102447652506</c:v>
                </c:pt>
                <c:pt idx="520">
                  <c:v>29.399903739924376</c:v>
                </c:pt>
                <c:pt idx="521">
                  <c:v>29.435611472917014</c:v>
                </c:pt>
                <c:pt idx="522">
                  <c:v>29.469751100374406</c:v>
                </c:pt>
                <c:pt idx="523">
                  <c:v>29.477486936727214</c:v>
                </c:pt>
                <c:pt idx="524">
                  <c:v>29.49222936643568</c:v>
                </c:pt>
                <c:pt idx="525">
                  <c:v>29.496401701939938</c:v>
                </c:pt>
                <c:pt idx="526">
                  <c:v>29.496388515628208</c:v>
                </c:pt>
                <c:pt idx="527">
                  <c:v>29.499700410993359</c:v>
                </c:pt>
                <c:pt idx="528">
                  <c:v>29.497442621396146</c:v>
                </c:pt>
                <c:pt idx="529">
                  <c:v>29.495866257766686</c:v>
                </c:pt>
                <c:pt idx="530">
                  <c:v>29.466706527510674</c:v>
                </c:pt>
                <c:pt idx="531">
                  <c:v>29.449387172822131</c:v>
                </c:pt>
                <c:pt idx="532">
                  <c:v>29.439580153162339</c:v>
                </c:pt>
                <c:pt idx="533">
                  <c:v>29.445323258103205</c:v>
                </c:pt>
                <c:pt idx="534">
                  <c:v>29.442388837560689</c:v>
                </c:pt>
                <c:pt idx="535">
                  <c:v>29.422721653408985</c:v>
                </c:pt>
                <c:pt idx="536">
                  <c:v>29.426640119113685</c:v>
                </c:pt>
                <c:pt idx="537">
                  <c:v>29.424616886031174</c:v>
                </c:pt>
                <c:pt idx="538">
                  <c:v>29.421430060834847</c:v>
                </c:pt>
                <c:pt idx="539">
                  <c:v>29.422846323992609</c:v>
                </c:pt>
                <c:pt idx="540">
                  <c:v>29.450453399341256</c:v>
                </c:pt>
                <c:pt idx="541">
                  <c:v>29.458157535267887</c:v>
                </c:pt>
                <c:pt idx="542">
                  <c:v>29.460155328092419</c:v>
                </c:pt>
                <c:pt idx="543">
                  <c:v>29.485188808337689</c:v>
                </c:pt>
                <c:pt idx="544">
                  <c:v>29.502193023495408</c:v>
                </c:pt>
                <c:pt idx="545">
                  <c:v>29.539424108480457</c:v>
                </c:pt>
                <c:pt idx="546">
                  <c:v>29.538142905121621</c:v>
                </c:pt>
                <c:pt idx="547">
                  <c:v>29.565783545627404</c:v>
                </c:pt>
                <c:pt idx="548">
                  <c:v>29.547989750106737</c:v>
                </c:pt>
                <c:pt idx="549">
                  <c:v>29.525719268351498</c:v>
                </c:pt>
                <c:pt idx="550">
                  <c:v>29.530704626550666</c:v>
                </c:pt>
                <c:pt idx="551">
                  <c:v>29.513061474651881</c:v>
                </c:pt>
                <c:pt idx="552">
                  <c:v>29.502095524705652</c:v>
                </c:pt>
                <c:pt idx="553">
                  <c:v>29.550636069717228</c:v>
                </c:pt>
                <c:pt idx="554">
                  <c:v>29.526162541537712</c:v>
                </c:pt>
                <c:pt idx="555">
                  <c:v>29.482711912853663</c:v>
                </c:pt>
                <c:pt idx="556">
                  <c:v>29.409262291790299</c:v>
                </c:pt>
                <c:pt idx="557">
                  <c:v>29.377537757305401</c:v>
                </c:pt>
                <c:pt idx="558">
                  <c:v>29.373237154950683</c:v>
                </c:pt>
                <c:pt idx="559">
                  <c:v>29.349945599804364</c:v>
                </c:pt>
                <c:pt idx="560">
                  <c:v>29.371729653171364</c:v>
                </c:pt>
                <c:pt idx="561">
                  <c:v>29.341901416869195</c:v>
                </c:pt>
                <c:pt idx="562">
                  <c:v>29.343627491755058</c:v>
                </c:pt>
                <c:pt idx="563">
                  <c:v>29.307531628334345</c:v>
                </c:pt>
                <c:pt idx="564">
                  <c:v>29.279844769139981</c:v>
                </c:pt>
                <c:pt idx="565">
                  <c:v>29.244620401049016</c:v>
                </c:pt>
                <c:pt idx="566">
                  <c:v>29.164344399556967</c:v>
                </c:pt>
                <c:pt idx="567">
                  <c:v>29.099000430952643</c:v>
                </c:pt>
                <c:pt idx="568">
                  <c:v>29.043605800938238</c:v>
                </c:pt>
                <c:pt idx="569">
                  <c:v>28.985119380408513</c:v>
                </c:pt>
                <c:pt idx="570">
                  <c:v>28.93608641323064</c:v>
                </c:pt>
                <c:pt idx="571">
                  <c:v>28.968329342920093</c:v>
                </c:pt>
                <c:pt idx="572">
                  <c:v>28.969394037695935</c:v>
                </c:pt>
                <c:pt idx="573">
                  <c:v>28.960071648290963</c:v>
                </c:pt>
                <c:pt idx="574">
                  <c:v>28.966174579707957</c:v>
                </c:pt>
                <c:pt idx="575">
                  <c:v>28.936619526490201</c:v>
                </c:pt>
                <c:pt idx="576">
                  <c:v>28.827355949367494</c:v>
                </c:pt>
                <c:pt idx="577">
                  <c:v>28.730619568180259</c:v>
                </c:pt>
                <c:pt idx="578">
                  <c:v>28.487593678588713</c:v>
                </c:pt>
                <c:pt idx="579">
                  <c:v>28.57857127111583</c:v>
                </c:pt>
                <c:pt idx="580">
                  <c:v>28.740250570557723</c:v>
                </c:pt>
                <c:pt idx="581">
                  <c:v>28.736001980877052</c:v>
                </c:pt>
                <c:pt idx="582">
                  <c:v>28.627785250391078</c:v>
                </c:pt>
                <c:pt idx="583">
                  <c:v>28.678767194401065</c:v>
                </c:pt>
                <c:pt idx="584">
                  <c:v>28.652041537414728</c:v>
                </c:pt>
                <c:pt idx="585">
                  <c:v>29.060621137884134</c:v>
                </c:pt>
                <c:pt idx="586">
                  <c:v>27.868128299949433</c:v>
                </c:pt>
                <c:pt idx="587">
                  <c:v>27.868424309338618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77BE-418F-8705-C8EC33B01BAD}"/>
            </c:ext>
          </c:extLst>
        </c:ser>
        <c:ser>
          <c:idx val="19"/>
          <c:order val="19"/>
          <c:tx>
            <c:strRef>
              <c:f>Sheet2!$U$1</c:f>
              <c:strCache>
                <c:ptCount val="1"/>
                <c:pt idx="0">
                  <c:v>S20_z/O-PTIR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Sheet2!$U$2:$U$589</c:f>
              <c:numCache>
                <c:formatCode>General</c:formatCode>
                <c:ptCount val="588"/>
                <c:pt idx="0">
                  <c:v>29.427314560596987</c:v>
                </c:pt>
                <c:pt idx="1">
                  <c:v>29.44233751660536</c:v>
                </c:pt>
                <c:pt idx="2">
                  <c:v>29.471230025606886</c:v>
                </c:pt>
                <c:pt idx="3">
                  <c:v>29.500920648941523</c:v>
                </c:pt>
                <c:pt idx="4">
                  <c:v>29.528158852264358</c:v>
                </c:pt>
                <c:pt idx="5">
                  <c:v>29.540202351209487</c:v>
                </c:pt>
                <c:pt idx="6">
                  <c:v>29.562598018966735</c:v>
                </c:pt>
                <c:pt idx="7">
                  <c:v>29.581132149274346</c:v>
                </c:pt>
                <c:pt idx="8">
                  <c:v>29.589769366111213</c:v>
                </c:pt>
                <c:pt idx="9">
                  <c:v>29.605058481265964</c:v>
                </c:pt>
                <c:pt idx="10">
                  <c:v>29.610227320290878</c:v>
                </c:pt>
                <c:pt idx="11">
                  <c:v>29.608410060980166</c:v>
                </c:pt>
                <c:pt idx="12">
                  <c:v>29.605134943160586</c:v>
                </c:pt>
                <c:pt idx="13">
                  <c:v>29.584005375004608</c:v>
                </c:pt>
                <c:pt idx="14">
                  <c:v>29.563247614956932</c:v>
                </c:pt>
                <c:pt idx="15">
                  <c:v>29.553522092978064</c:v>
                </c:pt>
                <c:pt idx="16">
                  <c:v>29.551418338248087</c:v>
                </c:pt>
                <c:pt idx="17">
                  <c:v>29.554322532415956</c:v>
                </c:pt>
                <c:pt idx="18">
                  <c:v>29.545417518319464</c:v>
                </c:pt>
                <c:pt idx="19">
                  <c:v>29.542081478881169</c:v>
                </c:pt>
                <c:pt idx="20">
                  <c:v>29.539924815584573</c:v>
                </c:pt>
                <c:pt idx="21">
                  <c:v>29.533649132086492</c:v>
                </c:pt>
                <c:pt idx="22">
                  <c:v>29.534814213665776</c:v>
                </c:pt>
                <c:pt idx="23">
                  <c:v>29.54081966764862</c:v>
                </c:pt>
                <c:pt idx="24">
                  <c:v>29.540855291940431</c:v>
                </c:pt>
                <c:pt idx="25">
                  <c:v>29.541366651103552</c:v>
                </c:pt>
                <c:pt idx="26">
                  <c:v>29.544485111107679</c:v>
                </c:pt>
                <c:pt idx="27">
                  <c:v>29.54596064317683</c:v>
                </c:pt>
                <c:pt idx="28">
                  <c:v>29.546292177367679</c:v>
                </c:pt>
                <c:pt idx="29">
                  <c:v>29.549187349455522</c:v>
                </c:pt>
                <c:pt idx="30">
                  <c:v>29.550333751560878</c:v>
                </c:pt>
                <c:pt idx="31">
                  <c:v>29.554074224344031</c:v>
                </c:pt>
                <c:pt idx="32">
                  <c:v>29.561308001666266</c:v>
                </c:pt>
                <c:pt idx="33">
                  <c:v>29.577048264422125</c:v>
                </c:pt>
                <c:pt idx="34">
                  <c:v>29.584540664324059</c:v>
                </c:pt>
                <c:pt idx="35">
                  <c:v>29.597251557391019</c:v>
                </c:pt>
                <c:pt idx="36">
                  <c:v>29.614785174215523</c:v>
                </c:pt>
                <c:pt idx="37">
                  <c:v>29.63034061045941</c:v>
                </c:pt>
                <c:pt idx="38">
                  <c:v>29.648821256057904</c:v>
                </c:pt>
                <c:pt idx="39">
                  <c:v>29.662051867025564</c:v>
                </c:pt>
                <c:pt idx="40">
                  <c:v>29.674485071867704</c:v>
                </c:pt>
                <c:pt idx="41">
                  <c:v>29.700001195884958</c:v>
                </c:pt>
                <c:pt idx="42">
                  <c:v>29.731229190355986</c:v>
                </c:pt>
                <c:pt idx="43">
                  <c:v>29.764694511187006</c:v>
                </c:pt>
                <c:pt idx="44">
                  <c:v>29.789931570466027</c:v>
                </c:pt>
                <c:pt idx="45">
                  <c:v>29.80967959252213</c:v>
                </c:pt>
                <c:pt idx="46">
                  <c:v>29.822614309162173</c:v>
                </c:pt>
                <c:pt idx="47">
                  <c:v>29.839935357435067</c:v>
                </c:pt>
                <c:pt idx="48">
                  <c:v>29.865095082820016</c:v>
                </c:pt>
                <c:pt idx="49">
                  <c:v>29.891358809337071</c:v>
                </c:pt>
                <c:pt idx="50">
                  <c:v>29.910471118879933</c:v>
                </c:pt>
                <c:pt idx="51">
                  <c:v>29.923678621862173</c:v>
                </c:pt>
                <c:pt idx="52">
                  <c:v>29.948962470140248</c:v>
                </c:pt>
                <c:pt idx="53">
                  <c:v>29.976997601254084</c:v>
                </c:pt>
                <c:pt idx="54">
                  <c:v>30.00684006334204</c:v>
                </c:pt>
                <c:pt idx="55">
                  <c:v>30.024249856244662</c:v>
                </c:pt>
                <c:pt idx="56">
                  <c:v>30.031666286308813</c:v>
                </c:pt>
                <c:pt idx="57">
                  <c:v>30.054352821939705</c:v>
                </c:pt>
                <c:pt idx="58">
                  <c:v>30.084993337924203</c:v>
                </c:pt>
                <c:pt idx="59">
                  <c:v>30.111708610670682</c:v>
                </c:pt>
                <c:pt idx="60">
                  <c:v>30.139142959077812</c:v>
                </c:pt>
                <c:pt idx="61">
                  <c:v>30.171813988067061</c:v>
                </c:pt>
                <c:pt idx="62">
                  <c:v>30.204240657896179</c:v>
                </c:pt>
                <c:pt idx="63">
                  <c:v>30.24503727673077</c:v>
                </c:pt>
                <c:pt idx="64">
                  <c:v>30.29080847802711</c:v>
                </c:pt>
                <c:pt idx="65">
                  <c:v>30.331373443979267</c:v>
                </c:pt>
                <c:pt idx="66">
                  <c:v>30.370466126060226</c:v>
                </c:pt>
                <c:pt idx="67">
                  <c:v>30.42255488862823</c:v>
                </c:pt>
                <c:pt idx="68">
                  <c:v>30.481810689417713</c:v>
                </c:pt>
                <c:pt idx="69">
                  <c:v>30.526365476395721</c:v>
                </c:pt>
                <c:pt idx="70">
                  <c:v>30.564076014434335</c:v>
                </c:pt>
                <c:pt idx="71">
                  <c:v>30.603304130486993</c:v>
                </c:pt>
                <c:pt idx="72">
                  <c:v>30.656273463013772</c:v>
                </c:pt>
                <c:pt idx="73">
                  <c:v>30.703802216572775</c:v>
                </c:pt>
                <c:pt idx="74">
                  <c:v>30.743767595703186</c:v>
                </c:pt>
                <c:pt idx="75">
                  <c:v>30.788277038709797</c:v>
                </c:pt>
                <c:pt idx="76">
                  <c:v>30.832080411304705</c:v>
                </c:pt>
                <c:pt idx="77">
                  <c:v>30.869653023944604</c:v>
                </c:pt>
                <c:pt idx="78">
                  <c:v>30.905457819642614</c:v>
                </c:pt>
                <c:pt idx="79">
                  <c:v>30.943413414440911</c:v>
                </c:pt>
                <c:pt idx="80">
                  <c:v>30.97386901671349</c:v>
                </c:pt>
                <c:pt idx="81">
                  <c:v>30.98738510784391</c:v>
                </c:pt>
                <c:pt idx="82">
                  <c:v>30.998291678334848</c:v>
                </c:pt>
                <c:pt idx="83">
                  <c:v>31.003197397754324</c:v>
                </c:pt>
                <c:pt idx="84">
                  <c:v>31.011650211621809</c:v>
                </c:pt>
                <c:pt idx="85">
                  <c:v>31.029610211263044</c:v>
                </c:pt>
                <c:pt idx="86">
                  <c:v>31.02881574502138</c:v>
                </c:pt>
                <c:pt idx="87">
                  <c:v>31.007051934294093</c:v>
                </c:pt>
                <c:pt idx="88">
                  <c:v>30.972854507639216</c:v>
                </c:pt>
                <c:pt idx="89">
                  <c:v>30.946102162458978</c:v>
                </c:pt>
                <c:pt idx="90">
                  <c:v>30.92436117320301</c:v>
                </c:pt>
                <c:pt idx="91">
                  <c:v>30.8978501974705</c:v>
                </c:pt>
                <c:pt idx="92">
                  <c:v>30.867594208329141</c:v>
                </c:pt>
                <c:pt idx="93">
                  <c:v>30.831991018903949</c:v>
                </c:pt>
                <c:pt idx="94">
                  <c:v>30.794404055644527</c:v>
                </c:pt>
                <c:pt idx="95">
                  <c:v>30.762599893765554</c:v>
                </c:pt>
                <c:pt idx="96">
                  <c:v>30.733048579836776</c:v>
                </c:pt>
                <c:pt idx="97">
                  <c:v>30.698696385736675</c:v>
                </c:pt>
                <c:pt idx="98">
                  <c:v>30.664949907368747</c:v>
                </c:pt>
                <c:pt idx="99">
                  <c:v>30.64420518994141</c:v>
                </c:pt>
                <c:pt idx="100">
                  <c:v>30.61930766233391</c:v>
                </c:pt>
                <c:pt idx="101">
                  <c:v>30.594576163421664</c:v>
                </c:pt>
                <c:pt idx="102">
                  <c:v>30.56737247132617</c:v>
                </c:pt>
                <c:pt idx="103">
                  <c:v>30.552899074285389</c:v>
                </c:pt>
                <c:pt idx="104">
                  <c:v>30.533432757880135</c:v>
                </c:pt>
                <c:pt idx="105">
                  <c:v>30.491706737117578</c:v>
                </c:pt>
                <c:pt idx="106">
                  <c:v>30.434550810660518</c:v>
                </c:pt>
                <c:pt idx="107">
                  <c:v>30.37435633983463</c:v>
                </c:pt>
                <c:pt idx="108">
                  <c:v>30.309538777068109</c:v>
                </c:pt>
                <c:pt idx="109">
                  <c:v>30.243998401500438</c:v>
                </c:pt>
                <c:pt idx="110">
                  <c:v>30.181220968646887</c:v>
                </c:pt>
                <c:pt idx="111">
                  <c:v>30.129511251782617</c:v>
                </c:pt>
                <c:pt idx="112">
                  <c:v>30.089802041176313</c:v>
                </c:pt>
                <c:pt idx="113">
                  <c:v>30.058606036627964</c:v>
                </c:pt>
                <c:pt idx="114">
                  <c:v>30.034027461504962</c:v>
                </c:pt>
                <c:pt idx="115">
                  <c:v>30.007022037170099</c:v>
                </c:pt>
                <c:pt idx="116">
                  <c:v>29.987444403806503</c:v>
                </c:pt>
                <c:pt idx="117">
                  <c:v>29.976087233828395</c:v>
                </c:pt>
                <c:pt idx="118">
                  <c:v>29.964676298855636</c:v>
                </c:pt>
                <c:pt idx="119">
                  <c:v>29.948453770575451</c:v>
                </c:pt>
                <c:pt idx="120">
                  <c:v>29.931062513889707</c:v>
                </c:pt>
                <c:pt idx="121">
                  <c:v>29.917091288874982</c:v>
                </c:pt>
                <c:pt idx="122">
                  <c:v>29.905765610534154</c:v>
                </c:pt>
                <c:pt idx="123">
                  <c:v>29.89252464768731</c:v>
                </c:pt>
                <c:pt idx="124">
                  <c:v>29.883204343852803</c:v>
                </c:pt>
                <c:pt idx="125">
                  <c:v>29.875721990630243</c:v>
                </c:pt>
                <c:pt idx="126">
                  <c:v>29.870083492701614</c:v>
                </c:pt>
                <c:pt idx="127">
                  <c:v>29.865328803586859</c:v>
                </c:pt>
                <c:pt idx="128">
                  <c:v>29.869042549586872</c:v>
                </c:pt>
                <c:pt idx="129">
                  <c:v>29.865171619457445</c:v>
                </c:pt>
                <c:pt idx="130">
                  <c:v>29.858738107173217</c:v>
                </c:pt>
                <c:pt idx="131">
                  <c:v>29.852007317819385</c:v>
                </c:pt>
                <c:pt idx="132">
                  <c:v>29.846953009693642</c:v>
                </c:pt>
                <c:pt idx="133">
                  <c:v>29.848321625287387</c:v>
                </c:pt>
                <c:pt idx="134">
                  <c:v>29.847815018521267</c:v>
                </c:pt>
                <c:pt idx="135">
                  <c:v>29.849289868562277</c:v>
                </c:pt>
                <c:pt idx="136">
                  <c:v>29.85332553184492</c:v>
                </c:pt>
                <c:pt idx="137">
                  <c:v>29.857102360776569</c:v>
                </c:pt>
                <c:pt idx="138">
                  <c:v>29.857256704679198</c:v>
                </c:pt>
                <c:pt idx="139">
                  <c:v>29.840671399713585</c:v>
                </c:pt>
                <c:pt idx="140">
                  <c:v>29.825808492975671</c:v>
                </c:pt>
                <c:pt idx="141">
                  <c:v>29.812412937083497</c:v>
                </c:pt>
                <c:pt idx="142">
                  <c:v>29.824733267825412</c:v>
                </c:pt>
                <c:pt idx="143">
                  <c:v>29.831062165089925</c:v>
                </c:pt>
                <c:pt idx="144">
                  <c:v>29.839036251259415</c:v>
                </c:pt>
                <c:pt idx="145">
                  <c:v>29.861043922861434</c:v>
                </c:pt>
                <c:pt idx="146">
                  <c:v>29.876021833869654</c:v>
                </c:pt>
                <c:pt idx="147">
                  <c:v>29.897575866443567</c:v>
                </c:pt>
                <c:pt idx="148">
                  <c:v>29.913743408929871</c:v>
                </c:pt>
                <c:pt idx="149">
                  <c:v>29.924796624814014</c:v>
                </c:pt>
                <c:pt idx="150">
                  <c:v>29.945180334469093</c:v>
                </c:pt>
                <c:pt idx="151">
                  <c:v>29.965960280674199</c:v>
                </c:pt>
                <c:pt idx="152">
                  <c:v>29.985137143090626</c:v>
                </c:pt>
                <c:pt idx="153">
                  <c:v>29.997189172058945</c:v>
                </c:pt>
                <c:pt idx="154">
                  <c:v>30.020914881891411</c:v>
                </c:pt>
                <c:pt idx="155">
                  <c:v>30.044258406822124</c:v>
                </c:pt>
                <c:pt idx="156">
                  <c:v>30.062089350544777</c:v>
                </c:pt>
                <c:pt idx="157">
                  <c:v>30.069937544907972</c:v>
                </c:pt>
                <c:pt idx="158">
                  <c:v>30.067878629635423</c:v>
                </c:pt>
                <c:pt idx="159">
                  <c:v>30.059213695673186</c:v>
                </c:pt>
                <c:pt idx="160">
                  <c:v>30.052439954117879</c:v>
                </c:pt>
                <c:pt idx="161">
                  <c:v>30.033557080087419</c:v>
                </c:pt>
                <c:pt idx="162">
                  <c:v>30.013904504599672</c:v>
                </c:pt>
                <c:pt idx="163">
                  <c:v>29.99990701994437</c:v>
                </c:pt>
                <c:pt idx="164">
                  <c:v>29.98663877597188</c:v>
                </c:pt>
                <c:pt idx="165">
                  <c:v>29.975846811122924</c:v>
                </c:pt>
                <c:pt idx="166">
                  <c:v>29.962654555673925</c:v>
                </c:pt>
                <c:pt idx="167">
                  <c:v>29.947492578038968</c:v>
                </c:pt>
                <c:pt idx="168">
                  <c:v>29.937330695078234</c:v>
                </c:pt>
                <c:pt idx="169">
                  <c:v>29.92848503300144</c:v>
                </c:pt>
                <c:pt idx="170">
                  <c:v>29.916564028179035</c:v>
                </c:pt>
                <c:pt idx="171">
                  <c:v>29.903625026284555</c:v>
                </c:pt>
                <c:pt idx="172">
                  <c:v>29.894793914141438</c:v>
                </c:pt>
                <c:pt idx="173">
                  <c:v>29.88786804605353</c:v>
                </c:pt>
                <c:pt idx="174">
                  <c:v>29.885536070381814</c:v>
                </c:pt>
                <c:pt idx="175">
                  <c:v>29.88689997717853</c:v>
                </c:pt>
                <c:pt idx="176">
                  <c:v>29.891699786036249</c:v>
                </c:pt>
                <c:pt idx="177">
                  <c:v>29.895965408030964</c:v>
                </c:pt>
                <c:pt idx="178">
                  <c:v>29.902932509235722</c:v>
                </c:pt>
                <c:pt idx="179">
                  <c:v>29.907455196668263</c:v>
                </c:pt>
                <c:pt idx="180">
                  <c:v>29.913242532445853</c:v>
                </c:pt>
                <c:pt idx="181">
                  <c:v>29.920163766479543</c:v>
                </c:pt>
                <c:pt idx="182">
                  <c:v>29.927349041946663</c:v>
                </c:pt>
                <c:pt idx="183">
                  <c:v>29.931473798658814</c:v>
                </c:pt>
                <c:pt idx="184">
                  <c:v>29.935902359979309</c:v>
                </c:pt>
                <c:pt idx="185">
                  <c:v>29.936372143454374</c:v>
                </c:pt>
                <c:pt idx="186">
                  <c:v>29.93142078109226</c:v>
                </c:pt>
                <c:pt idx="187">
                  <c:v>29.924870171739045</c:v>
                </c:pt>
                <c:pt idx="188">
                  <c:v>29.914745784754661</c:v>
                </c:pt>
                <c:pt idx="189">
                  <c:v>29.910329531083541</c:v>
                </c:pt>
                <c:pt idx="190">
                  <c:v>29.910773030003757</c:v>
                </c:pt>
                <c:pt idx="191">
                  <c:v>29.910820691002261</c:v>
                </c:pt>
                <c:pt idx="192">
                  <c:v>29.911189347455405</c:v>
                </c:pt>
                <c:pt idx="193">
                  <c:v>29.916503760559912</c:v>
                </c:pt>
                <c:pt idx="194">
                  <c:v>29.923834086906954</c:v>
                </c:pt>
                <c:pt idx="195">
                  <c:v>29.932904425870579</c:v>
                </c:pt>
                <c:pt idx="196">
                  <c:v>29.940487582229547</c:v>
                </c:pt>
                <c:pt idx="197">
                  <c:v>29.953552675244485</c:v>
                </c:pt>
                <c:pt idx="198">
                  <c:v>29.966860433249188</c:v>
                </c:pt>
                <c:pt idx="199">
                  <c:v>29.978517172409738</c:v>
                </c:pt>
                <c:pt idx="200">
                  <c:v>29.985391368301674</c:v>
                </c:pt>
                <c:pt idx="201">
                  <c:v>29.993321530613159</c:v>
                </c:pt>
                <c:pt idx="202">
                  <c:v>30.018983776823948</c:v>
                </c:pt>
                <c:pt idx="203">
                  <c:v>30.064419931017369</c:v>
                </c:pt>
                <c:pt idx="204">
                  <c:v>30.104204183404903</c:v>
                </c:pt>
                <c:pt idx="205">
                  <c:v>30.132263979646037</c:v>
                </c:pt>
                <c:pt idx="206">
                  <c:v>30.150008072223478</c:v>
                </c:pt>
                <c:pt idx="207">
                  <c:v>30.158466118087659</c:v>
                </c:pt>
                <c:pt idx="208">
                  <c:v>30.16106945998818</c:v>
                </c:pt>
                <c:pt idx="209">
                  <c:v>30.145324089806973</c:v>
                </c:pt>
                <c:pt idx="210">
                  <c:v>30.11508170385703</c:v>
                </c:pt>
                <c:pt idx="211">
                  <c:v>30.075119912381496</c:v>
                </c:pt>
                <c:pt idx="212">
                  <c:v>30.034608512109831</c:v>
                </c:pt>
                <c:pt idx="213">
                  <c:v>30.001590377510986</c:v>
                </c:pt>
                <c:pt idx="214">
                  <c:v>29.997707936988821</c:v>
                </c:pt>
                <c:pt idx="215">
                  <c:v>30.006903146273672</c:v>
                </c:pt>
                <c:pt idx="216">
                  <c:v>30.012646134650666</c:v>
                </c:pt>
                <c:pt idx="217">
                  <c:v>30.022472472223079</c:v>
                </c:pt>
                <c:pt idx="218">
                  <c:v>30.0214896042717</c:v>
                </c:pt>
                <c:pt idx="219">
                  <c:v>30.022692066598832</c:v>
                </c:pt>
                <c:pt idx="220">
                  <c:v>30.04169457895382</c:v>
                </c:pt>
                <c:pt idx="221">
                  <c:v>30.048393826841838</c:v>
                </c:pt>
                <c:pt idx="222">
                  <c:v>30.055970106862286</c:v>
                </c:pt>
                <c:pt idx="223">
                  <c:v>30.061258160669137</c:v>
                </c:pt>
                <c:pt idx="224">
                  <c:v>30.063681322569039</c:v>
                </c:pt>
                <c:pt idx="225">
                  <c:v>30.054376938953062</c:v>
                </c:pt>
                <c:pt idx="226">
                  <c:v>30.057168333763521</c:v>
                </c:pt>
                <c:pt idx="227">
                  <c:v>30.0698649447252</c:v>
                </c:pt>
                <c:pt idx="228">
                  <c:v>30.074824827767653</c:v>
                </c:pt>
                <c:pt idx="229">
                  <c:v>30.068015408977708</c:v>
                </c:pt>
                <c:pt idx="230">
                  <c:v>30.074219909292125</c:v>
                </c:pt>
                <c:pt idx="231">
                  <c:v>30.074016359706249</c:v>
                </c:pt>
                <c:pt idx="232">
                  <c:v>30.08182698335029</c:v>
                </c:pt>
                <c:pt idx="233">
                  <c:v>30.08517082718366</c:v>
                </c:pt>
                <c:pt idx="234">
                  <c:v>30.070950708611665</c:v>
                </c:pt>
                <c:pt idx="235">
                  <c:v>30.058601950687684</c:v>
                </c:pt>
                <c:pt idx="236">
                  <c:v>30.053910244847479</c:v>
                </c:pt>
                <c:pt idx="237">
                  <c:v>30.042783880666626</c:v>
                </c:pt>
                <c:pt idx="238">
                  <c:v>30.029736177812147</c:v>
                </c:pt>
                <c:pt idx="239">
                  <c:v>30.013893791463573</c:v>
                </c:pt>
                <c:pt idx="240">
                  <c:v>29.989100804132978</c:v>
                </c:pt>
                <c:pt idx="241">
                  <c:v>29.967946097478578</c:v>
                </c:pt>
                <c:pt idx="242">
                  <c:v>29.978134040765724</c:v>
                </c:pt>
                <c:pt idx="243">
                  <c:v>29.976806608460286</c:v>
                </c:pt>
                <c:pt idx="244">
                  <c:v>29.971906718979991</c:v>
                </c:pt>
                <c:pt idx="245">
                  <c:v>29.975125841977754</c:v>
                </c:pt>
                <c:pt idx="246">
                  <c:v>29.97939943653887</c:v>
                </c:pt>
                <c:pt idx="247">
                  <c:v>29.981194958149008</c:v>
                </c:pt>
                <c:pt idx="248">
                  <c:v>29.982577999105079</c:v>
                </c:pt>
                <c:pt idx="249">
                  <c:v>29.993048071585672</c:v>
                </c:pt>
                <c:pt idx="250">
                  <c:v>29.997814370750248</c:v>
                </c:pt>
                <c:pt idx="251">
                  <c:v>30.026190478563265</c:v>
                </c:pt>
                <c:pt idx="252">
                  <c:v>30.047107702396055</c:v>
                </c:pt>
                <c:pt idx="253">
                  <c:v>30.060444360953959</c:v>
                </c:pt>
                <c:pt idx="254">
                  <c:v>30.059405037266764</c:v>
                </c:pt>
                <c:pt idx="255">
                  <c:v>30.054294074091054</c:v>
                </c:pt>
                <c:pt idx="256">
                  <c:v>30.052093247136604</c:v>
                </c:pt>
                <c:pt idx="257">
                  <c:v>30.034458328890288</c:v>
                </c:pt>
                <c:pt idx="258">
                  <c:v>30.01709602258628</c:v>
                </c:pt>
                <c:pt idx="259">
                  <c:v>30</c:v>
                </c:pt>
                <c:pt idx="260">
                  <c:v>29.987416101195784</c:v>
                </c:pt>
                <c:pt idx="261">
                  <c:v>29.983676519097784</c:v>
                </c:pt>
                <c:pt idx="262">
                  <c:v>30.001522212068274</c:v>
                </c:pt>
                <c:pt idx="263">
                  <c:v>29.985322056802541</c:v>
                </c:pt>
                <c:pt idx="264">
                  <c:v>29.9737808201977</c:v>
                </c:pt>
                <c:pt idx="265">
                  <c:v>29.98249588167117</c:v>
                </c:pt>
                <c:pt idx="266">
                  <c:v>29.972202002907995</c:v>
                </c:pt>
                <c:pt idx="267">
                  <c:v>29.959354909755533</c:v>
                </c:pt>
                <c:pt idx="268">
                  <c:v>29.943691507522615</c:v>
                </c:pt>
                <c:pt idx="269">
                  <c:v>29.937717165234428</c:v>
                </c:pt>
                <c:pt idx="270">
                  <c:v>29.904866878072554</c:v>
                </c:pt>
                <c:pt idx="271">
                  <c:v>29.901093387653084</c:v>
                </c:pt>
                <c:pt idx="272">
                  <c:v>29.88664226396968</c:v>
                </c:pt>
                <c:pt idx="273">
                  <c:v>29.87190447669569</c:v>
                </c:pt>
                <c:pt idx="274">
                  <c:v>29.860937489100007</c:v>
                </c:pt>
                <c:pt idx="275">
                  <c:v>29.857060504802973</c:v>
                </c:pt>
                <c:pt idx="276">
                  <c:v>29.848684227572921</c:v>
                </c:pt>
                <c:pt idx="277">
                  <c:v>29.828139970361985</c:v>
                </c:pt>
                <c:pt idx="278">
                  <c:v>29.842284424295997</c:v>
                </c:pt>
                <c:pt idx="279">
                  <c:v>29.852912353591293</c:v>
                </c:pt>
                <c:pt idx="280">
                  <c:v>29.859523853420381</c:v>
                </c:pt>
                <c:pt idx="281">
                  <c:v>29.872926933422093</c:v>
                </c:pt>
                <c:pt idx="282">
                  <c:v>29.89356880474288</c:v>
                </c:pt>
                <c:pt idx="283">
                  <c:v>29.904853922652155</c:v>
                </c:pt>
                <c:pt idx="284">
                  <c:v>29.906734451751522</c:v>
                </c:pt>
                <c:pt idx="285">
                  <c:v>29.884508057773203</c:v>
                </c:pt>
                <c:pt idx="286">
                  <c:v>29.884710212159955</c:v>
                </c:pt>
                <c:pt idx="287">
                  <c:v>30.009194412028211</c:v>
                </c:pt>
                <c:pt idx="288">
                  <c:v>30.022512634026317</c:v>
                </c:pt>
                <c:pt idx="289">
                  <c:v>30.044926806857603</c:v>
                </c:pt>
                <c:pt idx="290">
                  <c:v>30.060218986467564</c:v>
                </c:pt>
                <c:pt idx="291">
                  <c:v>30.093634105044544</c:v>
                </c:pt>
                <c:pt idx="292">
                  <c:v>30.073466402110338</c:v>
                </c:pt>
                <c:pt idx="293">
                  <c:v>30.077150026757927</c:v>
                </c:pt>
                <c:pt idx="294">
                  <c:v>30.132928094427076</c:v>
                </c:pt>
                <c:pt idx="295">
                  <c:v>30.163808534831645</c:v>
                </c:pt>
                <c:pt idx="296">
                  <c:v>30.195155420199097</c:v>
                </c:pt>
                <c:pt idx="297">
                  <c:v>30.233430665081453</c:v>
                </c:pt>
                <c:pt idx="298">
                  <c:v>30.234570343448194</c:v>
                </c:pt>
                <c:pt idx="299">
                  <c:v>30.28444975838141</c:v>
                </c:pt>
                <c:pt idx="300">
                  <c:v>30.316437139801941</c:v>
                </c:pt>
                <c:pt idx="301">
                  <c:v>30.289045942910445</c:v>
                </c:pt>
                <c:pt idx="302">
                  <c:v>30.261664263270088</c:v>
                </c:pt>
                <c:pt idx="303">
                  <c:v>30.320741628057853</c:v>
                </c:pt>
                <c:pt idx="304">
                  <c:v>30.370577343361493</c:v>
                </c:pt>
                <c:pt idx="305">
                  <c:v>30.428729242675953</c:v>
                </c:pt>
                <c:pt idx="306">
                  <c:v>30.422688229801253</c:v>
                </c:pt>
                <c:pt idx="307">
                  <c:v>30.415680543250673</c:v>
                </c:pt>
                <c:pt idx="308">
                  <c:v>30.416269217622162</c:v>
                </c:pt>
                <c:pt idx="309">
                  <c:v>30.410739246253641</c:v>
                </c:pt>
                <c:pt idx="310">
                  <c:v>30.406241522919633</c:v>
                </c:pt>
                <c:pt idx="311">
                  <c:v>30.369682622097365</c:v>
                </c:pt>
                <c:pt idx="312">
                  <c:v>30.400676771230195</c:v>
                </c:pt>
                <c:pt idx="313">
                  <c:v>30.441194449897903</c:v>
                </c:pt>
                <c:pt idx="314">
                  <c:v>30.428155915494781</c:v>
                </c:pt>
                <c:pt idx="315">
                  <c:v>30.432061675773664</c:v>
                </c:pt>
                <c:pt idx="316">
                  <c:v>30.412261408493375</c:v>
                </c:pt>
                <c:pt idx="317">
                  <c:v>30.444407593470867</c:v>
                </c:pt>
                <c:pt idx="318">
                  <c:v>30.496419221458961</c:v>
                </c:pt>
                <c:pt idx="319">
                  <c:v>30.498466875481469</c:v>
                </c:pt>
                <c:pt idx="320">
                  <c:v>30.497335568309445</c:v>
                </c:pt>
                <c:pt idx="321">
                  <c:v>30.552414641219563</c:v>
                </c:pt>
                <c:pt idx="322">
                  <c:v>30.572450697151105</c:v>
                </c:pt>
                <c:pt idx="323">
                  <c:v>30.591822438987446</c:v>
                </c:pt>
                <c:pt idx="324">
                  <c:v>30.612365849113203</c:v>
                </c:pt>
                <c:pt idx="325">
                  <c:v>30.644762771303942</c:v>
                </c:pt>
                <c:pt idx="326">
                  <c:v>30.679198976322471</c:v>
                </c:pt>
                <c:pt idx="327">
                  <c:v>30.709241400341423</c:v>
                </c:pt>
                <c:pt idx="328">
                  <c:v>30.732697188972747</c:v>
                </c:pt>
                <c:pt idx="329">
                  <c:v>30.744393242851352</c:v>
                </c:pt>
                <c:pt idx="330">
                  <c:v>30.763035594519259</c:v>
                </c:pt>
                <c:pt idx="331">
                  <c:v>30.7765834762582</c:v>
                </c:pt>
                <c:pt idx="332">
                  <c:v>30.779385634033293</c:v>
                </c:pt>
                <c:pt idx="333">
                  <c:v>30.768413887812038</c:v>
                </c:pt>
                <c:pt idx="334">
                  <c:v>30.763999178825657</c:v>
                </c:pt>
                <c:pt idx="335">
                  <c:v>30.737136313943722</c:v>
                </c:pt>
                <c:pt idx="336">
                  <c:v>30.699826497023743</c:v>
                </c:pt>
                <c:pt idx="337">
                  <c:v>30.664080499002928</c:v>
                </c:pt>
                <c:pt idx="338">
                  <c:v>30.620543410125752</c:v>
                </c:pt>
                <c:pt idx="339">
                  <c:v>30.571158443794896</c:v>
                </c:pt>
                <c:pt idx="340">
                  <c:v>30.523791832305037</c:v>
                </c:pt>
                <c:pt idx="341">
                  <c:v>30.521785037685326</c:v>
                </c:pt>
                <c:pt idx="342">
                  <c:v>30.511544475459942</c:v>
                </c:pt>
                <c:pt idx="343">
                  <c:v>30.479737224211487</c:v>
                </c:pt>
                <c:pt idx="344">
                  <c:v>30.490106842355456</c:v>
                </c:pt>
                <c:pt idx="345">
                  <c:v>30.49421550444919</c:v>
                </c:pt>
                <c:pt idx="346">
                  <c:v>30.508134010868602</c:v>
                </c:pt>
                <c:pt idx="347">
                  <c:v>30.551182182111354</c:v>
                </c:pt>
                <c:pt idx="348">
                  <c:v>30.584303710930687</c:v>
                </c:pt>
                <c:pt idx="349">
                  <c:v>30.561480445786053</c:v>
                </c:pt>
                <c:pt idx="350">
                  <c:v>30.572061735567907</c:v>
                </c:pt>
                <c:pt idx="351">
                  <c:v>30.645279493263683</c:v>
                </c:pt>
                <c:pt idx="352">
                  <c:v>30.68368125280908</c:v>
                </c:pt>
                <c:pt idx="353">
                  <c:v>30.705140611157006</c:v>
                </c:pt>
                <c:pt idx="354">
                  <c:v>30.705952617044748</c:v>
                </c:pt>
                <c:pt idx="355">
                  <c:v>30.682650698944933</c:v>
                </c:pt>
                <c:pt idx="356">
                  <c:v>30.749410777514573</c:v>
                </c:pt>
                <c:pt idx="357">
                  <c:v>30.801639857251196</c:v>
                </c:pt>
                <c:pt idx="358">
                  <c:v>30.767546671901989</c:v>
                </c:pt>
                <c:pt idx="359">
                  <c:v>30.866771638790922</c:v>
                </c:pt>
                <c:pt idx="360">
                  <c:v>30.929213177456369</c:v>
                </c:pt>
                <c:pt idx="361">
                  <c:v>30.916553937899689</c:v>
                </c:pt>
                <c:pt idx="362">
                  <c:v>30.878881070237313</c:v>
                </c:pt>
                <c:pt idx="363">
                  <c:v>30.817126966109615</c:v>
                </c:pt>
                <c:pt idx="364">
                  <c:v>30.794852014219078</c:v>
                </c:pt>
                <c:pt idx="365">
                  <c:v>30.748099788627336</c:v>
                </c:pt>
                <c:pt idx="366">
                  <c:v>30.675537076918324</c:v>
                </c:pt>
                <c:pt idx="367">
                  <c:v>30.61758738181916</c:v>
                </c:pt>
                <c:pt idx="368">
                  <c:v>30.570189478006178</c:v>
                </c:pt>
                <c:pt idx="369">
                  <c:v>30.500286514104964</c:v>
                </c:pt>
                <c:pt idx="370">
                  <c:v>30.480591684015305</c:v>
                </c:pt>
                <c:pt idx="371">
                  <c:v>30.439118592921755</c:v>
                </c:pt>
                <c:pt idx="372">
                  <c:v>30.392051450957258</c:v>
                </c:pt>
                <c:pt idx="373">
                  <c:v>30.328024966091679</c:v>
                </c:pt>
                <c:pt idx="374">
                  <c:v>30.280686856526692</c:v>
                </c:pt>
                <c:pt idx="375">
                  <c:v>30.251933845637161</c:v>
                </c:pt>
                <c:pt idx="376">
                  <c:v>30.204322476358847</c:v>
                </c:pt>
                <c:pt idx="377">
                  <c:v>30.166371316300609</c:v>
                </c:pt>
                <c:pt idx="378">
                  <c:v>30.120447490186269</c:v>
                </c:pt>
                <c:pt idx="379">
                  <c:v>30.067515728378648</c:v>
                </c:pt>
                <c:pt idx="380">
                  <c:v>30.027941852086968</c:v>
                </c:pt>
                <c:pt idx="381">
                  <c:v>29.962174258376926</c:v>
                </c:pt>
                <c:pt idx="382">
                  <c:v>29.917842703258088</c:v>
                </c:pt>
                <c:pt idx="383">
                  <c:v>29.868597530896185</c:v>
                </c:pt>
                <c:pt idx="384">
                  <c:v>29.839681779995036</c:v>
                </c:pt>
                <c:pt idx="385">
                  <c:v>29.817873123581755</c:v>
                </c:pt>
                <c:pt idx="386">
                  <c:v>29.801559732958889</c:v>
                </c:pt>
                <c:pt idx="387">
                  <c:v>29.790877490555001</c:v>
                </c:pt>
                <c:pt idx="388">
                  <c:v>29.777932085693131</c:v>
                </c:pt>
                <c:pt idx="389">
                  <c:v>29.761256790384287</c:v>
                </c:pt>
                <c:pt idx="390">
                  <c:v>29.747552048401452</c:v>
                </c:pt>
                <c:pt idx="391">
                  <c:v>29.737047693885341</c:v>
                </c:pt>
                <c:pt idx="392">
                  <c:v>29.73770490741359</c:v>
                </c:pt>
                <c:pt idx="393">
                  <c:v>29.731662474425502</c:v>
                </c:pt>
                <c:pt idx="394">
                  <c:v>29.729137164018614</c:v>
                </c:pt>
                <c:pt idx="395">
                  <c:v>29.732301101908334</c:v>
                </c:pt>
                <c:pt idx="396">
                  <c:v>29.7346768768667</c:v>
                </c:pt>
                <c:pt idx="397">
                  <c:v>29.739263369744709</c:v>
                </c:pt>
                <c:pt idx="398">
                  <c:v>29.738759055091432</c:v>
                </c:pt>
                <c:pt idx="399">
                  <c:v>29.734238286057675</c:v>
                </c:pt>
                <c:pt idx="400">
                  <c:v>29.736928080475085</c:v>
                </c:pt>
                <c:pt idx="401">
                  <c:v>29.722688528772494</c:v>
                </c:pt>
                <c:pt idx="402">
                  <c:v>29.707197907002005</c:v>
                </c:pt>
                <c:pt idx="403">
                  <c:v>29.688802704892467</c:v>
                </c:pt>
                <c:pt idx="404">
                  <c:v>29.666460621501415</c:v>
                </c:pt>
                <c:pt idx="405">
                  <c:v>29.643300876683334</c:v>
                </c:pt>
                <c:pt idx="406">
                  <c:v>29.624640511998216</c:v>
                </c:pt>
                <c:pt idx="407">
                  <c:v>29.591243381524176</c:v>
                </c:pt>
                <c:pt idx="408">
                  <c:v>29.583666596989758</c:v>
                </c:pt>
                <c:pt idx="409">
                  <c:v>29.581709861367035</c:v>
                </c:pt>
                <c:pt idx="410">
                  <c:v>29.573300005929596</c:v>
                </c:pt>
                <c:pt idx="411">
                  <c:v>29.569445382189883</c:v>
                </c:pt>
                <c:pt idx="412">
                  <c:v>29.5655161464401</c:v>
                </c:pt>
                <c:pt idx="413">
                  <c:v>29.561020702761798</c:v>
                </c:pt>
                <c:pt idx="414">
                  <c:v>29.558535037187038</c:v>
                </c:pt>
                <c:pt idx="415">
                  <c:v>29.556284275806949</c:v>
                </c:pt>
                <c:pt idx="416">
                  <c:v>29.546231819434325</c:v>
                </c:pt>
                <c:pt idx="417">
                  <c:v>29.532380836915173</c:v>
                </c:pt>
                <c:pt idx="418">
                  <c:v>29.515040673168627</c:v>
                </c:pt>
                <c:pt idx="419">
                  <c:v>29.520917519689746</c:v>
                </c:pt>
                <c:pt idx="420">
                  <c:v>29.531456536183992</c:v>
                </c:pt>
                <c:pt idx="421">
                  <c:v>29.536974028617529</c:v>
                </c:pt>
                <c:pt idx="422">
                  <c:v>29.538252669439458</c:v>
                </c:pt>
                <c:pt idx="423">
                  <c:v>29.536002910858734</c:v>
                </c:pt>
                <c:pt idx="424">
                  <c:v>29.530901461819877</c:v>
                </c:pt>
                <c:pt idx="425">
                  <c:v>29.526611567097618</c:v>
                </c:pt>
                <c:pt idx="426">
                  <c:v>29.524065025061265</c:v>
                </c:pt>
                <c:pt idx="427">
                  <c:v>29.524653487661457</c:v>
                </c:pt>
                <c:pt idx="428">
                  <c:v>29.513792762541595</c:v>
                </c:pt>
                <c:pt idx="429">
                  <c:v>29.506928830550326</c:v>
                </c:pt>
                <c:pt idx="430">
                  <c:v>29.517181788403605</c:v>
                </c:pt>
                <c:pt idx="431">
                  <c:v>29.508334612006337</c:v>
                </c:pt>
                <c:pt idx="432">
                  <c:v>29.496086807093665</c:v>
                </c:pt>
                <c:pt idx="433">
                  <c:v>29.498884442052866</c:v>
                </c:pt>
                <c:pt idx="434">
                  <c:v>29.504353888581889</c:v>
                </c:pt>
                <c:pt idx="435">
                  <c:v>29.51982065182457</c:v>
                </c:pt>
                <c:pt idx="436">
                  <c:v>29.54959451091295</c:v>
                </c:pt>
                <c:pt idx="437">
                  <c:v>29.578595889045793</c:v>
                </c:pt>
                <c:pt idx="438">
                  <c:v>29.571663997933111</c:v>
                </c:pt>
                <c:pt idx="439">
                  <c:v>29.597865905917736</c:v>
                </c:pt>
                <c:pt idx="440">
                  <c:v>29.615299516862478</c:v>
                </c:pt>
                <c:pt idx="441">
                  <c:v>29.626549069651329</c:v>
                </c:pt>
                <c:pt idx="442">
                  <c:v>29.625603573104947</c:v>
                </c:pt>
                <c:pt idx="443">
                  <c:v>29.634252985476973</c:v>
                </c:pt>
                <c:pt idx="444">
                  <c:v>29.642854163822289</c:v>
                </c:pt>
                <c:pt idx="445">
                  <c:v>29.635915489799601</c:v>
                </c:pt>
                <c:pt idx="446">
                  <c:v>29.63583957601892</c:v>
                </c:pt>
                <c:pt idx="447">
                  <c:v>29.634189740602586</c:v>
                </c:pt>
                <c:pt idx="448">
                  <c:v>29.643324781925394</c:v>
                </c:pt>
                <c:pt idx="449">
                  <c:v>29.631603190920046</c:v>
                </c:pt>
                <c:pt idx="450">
                  <c:v>29.643520931973082</c:v>
                </c:pt>
                <c:pt idx="451">
                  <c:v>29.6484863210692</c:v>
                </c:pt>
                <c:pt idx="452">
                  <c:v>29.642360848819212</c:v>
                </c:pt>
                <c:pt idx="453">
                  <c:v>29.652292287239607</c:v>
                </c:pt>
                <c:pt idx="454">
                  <c:v>29.656456931698028</c:v>
                </c:pt>
                <c:pt idx="455">
                  <c:v>29.650026072783554</c:v>
                </c:pt>
                <c:pt idx="456">
                  <c:v>29.653281657815459</c:v>
                </c:pt>
                <c:pt idx="457">
                  <c:v>29.654325515899789</c:v>
                </c:pt>
                <c:pt idx="458">
                  <c:v>29.658108648141745</c:v>
                </c:pt>
                <c:pt idx="459">
                  <c:v>29.656047067042309</c:v>
                </c:pt>
                <c:pt idx="460">
                  <c:v>29.66959199644025</c:v>
                </c:pt>
                <c:pt idx="461">
                  <c:v>29.674121174040128</c:v>
                </c:pt>
                <c:pt idx="462">
                  <c:v>29.665334533868958</c:v>
                </c:pt>
                <c:pt idx="463">
                  <c:v>29.674088847774808</c:v>
                </c:pt>
                <c:pt idx="464">
                  <c:v>29.686009952254292</c:v>
                </c:pt>
                <c:pt idx="465">
                  <c:v>29.687694269020302</c:v>
                </c:pt>
                <c:pt idx="466">
                  <c:v>29.683996966438485</c:v>
                </c:pt>
                <c:pt idx="467">
                  <c:v>29.685317634519617</c:v>
                </c:pt>
                <c:pt idx="468">
                  <c:v>29.694039223531828</c:v>
                </c:pt>
                <c:pt idx="469">
                  <c:v>29.698835407363262</c:v>
                </c:pt>
                <c:pt idx="470">
                  <c:v>29.704254709544458</c:v>
                </c:pt>
                <c:pt idx="471">
                  <c:v>29.704429059605896</c:v>
                </c:pt>
                <c:pt idx="472">
                  <c:v>29.710325220914832</c:v>
                </c:pt>
                <c:pt idx="473">
                  <c:v>29.710286155339478</c:v>
                </c:pt>
                <c:pt idx="474">
                  <c:v>29.715848365773375</c:v>
                </c:pt>
                <c:pt idx="475">
                  <c:v>29.719422467290055</c:v>
                </c:pt>
                <c:pt idx="476">
                  <c:v>29.723745541591384</c:v>
                </c:pt>
                <c:pt idx="477">
                  <c:v>29.727018529240883</c:v>
                </c:pt>
                <c:pt idx="478">
                  <c:v>29.72523571390844</c:v>
                </c:pt>
                <c:pt idx="479">
                  <c:v>29.72786055682397</c:v>
                </c:pt>
                <c:pt idx="480">
                  <c:v>29.731176671074831</c:v>
                </c:pt>
                <c:pt idx="481">
                  <c:v>29.733666254418544</c:v>
                </c:pt>
                <c:pt idx="482">
                  <c:v>29.731852545391309</c:v>
                </c:pt>
                <c:pt idx="483">
                  <c:v>29.735974561533762</c:v>
                </c:pt>
                <c:pt idx="484">
                  <c:v>29.742430347175368</c:v>
                </c:pt>
                <c:pt idx="485">
                  <c:v>29.750059819162264</c:v>
                </c:pt>
                <c:pt idx="486">
                  <c:v>29.751208167694962</c:v>
                </c:pt>
                <c:pt idx="487">
                  <c:v>29.745651064686413</c:v>
                </c:pt>
                <c:pt idx="488">
                  <c:v>29.754340165490547</c:v>
                </c:pt>
                <c:pt idx="489">
                  <c:v>29.767217703880945</c:v>
                </c:pt>
                <c:pt idx="490">
                  <c:v>29.778313323852622</c:v>
                </c:pt>
                <c:pt idx="491">
                  <c:v>29.781322668697015</c:v>
                </c:pt>
                <c:pt idx="492">
                  <c:v>29.783016290942864</c:v>
                </c:pt>
                <c:pt idx="493">
                  <c:v>29.781207888655139</c:v>
                </c:pt>
                <c:pt idx="494">
                  <c:v>29.774960211910816</c:v>
                </c:pt>
                <c:pt idx="495">
                  <c:v>29.7794051419067</c:v>
                </c:pt>
                <c:pt idx="496">
                  <c:v>29.784915854544511</c:v>
                </c:pt>
                <c:pt idx="497">
                  <c:v>29.783078825760558</c:v>
                </c:pt>
                <c:pt idx="498">
                  <c:v>29.78256526791311</c:v>
                </c:pt>
                <c:pt idx="499">
                  <c:v>29.78633225570811</c:v>
                </c:pt>
                <c:pt idx="500">
                  <c:v>29.791539736765788</c:v>
                </c:pt>
                <c:pt idx="501">
                  <c:v>29.797768802550422</c:v>
                </c:pt>
                <c:pt idx="502">
                  <c:v>29.807276760666547</c:v>
                </c:pt>
                <c:pt idx="503">
                  <c:v>29.814238879017303</c:v>
                </c:pt>
                <c:pt idx="504">
                  <c:v>29.828178662223291</c:v>
                </c:pt>
                <c:pt idx="505">
                  <c:v>29.839065625183743</c:v>
                </c:pt>
                <c:pt idx="506">
                  <c:v>29.849395380495714</c:v>
                </c:pt>
                <c:pt idx="507">
                  <c:v>29.853319652077204</c:v>
                </c:pt>
                <c:pt idx="508">
                  <c:v>29.855491877449694</c:v>
                </c:pt>
                <c:pt idx="509">
                  <c:v>29.861908074316275</c:v>
                </c:pt>
                <c:pt idx="510">
                  <c:v>29.872562412737771</c:v>
                </c:pt>
                <c:pt idx="511">
                  <c:v>29.889225973425443</c:v>
                </c:pt>
                <c:pt idx="512">
                  <c:v>29.90383086798327</c:v>
                </c:pt>
                <c:pt idx="513">
                  <c:v>29.924553710681543</c:v>
                </c:pt>
                <c:pt idx="514">
                  <c:v>29.946319813521672</c:v>
                </c:pt>
                <c:pt idx="515">
                  <c:v>29.963608473243568</c:v>
                </c:pt>
                <c:pt idx="516">
                  <c:v>29.976846222149582</c:v>
                </c:pt>
                <c:pt idx="517">
                  <c:v>29.995831244687032</c:v>
                </c:pt>
                <c:pt idx="518">
                  <c:v>30.015907611907426</c:v>
                </c:pt>
                <c:pt idx="519">
                  <c:v>30.031499011900053</c:v>
                </c:pt>
                <c:pt idx="520">
                  <c:v>30.051909529309647</c:v>
                </c:pt>
                <c:pt idx="521">
                  <c:v>30.069360380929222</c:v>
                </c:pt>
                <c:pt idx="522">
                  <c:v>30.085006542487299</c:v>
                </c:pt>
                <c:pt idx="523">
                  <c:v>30.095858799869649</c:v>
                </c:pt>
                <c:pt idx="524">
                  <c:v>30.114487996803</c:v>
                </c:pt>
                <c:pt idx="525">
                  <c:v>30.129288318894684</c:v>
                </c:pt>
                <c:pt idx="526">
                  <c:v>30.129599298812785</c:v>
                </c:pt>
                <c:pt idx="527">
                  <c:v>30.123366944344511</c:v>
                </c:pt>
                <c:pt idx="528">
                  <c:v>30.112031300295683</c:v>
                </c:pt>
                <c:pt idx="529">
                  <c:v>30.10373674187122</c:v>
                </c:pt>
                <c:pt idx="530">
                  <c:v>30.101352396403975</c:v>
                </c:pt>
                <c:pt idx="531">
                  <c:v>30.106697653374738</c:v>
                </c:pt>
                <c:pt idx="532">
                  <c:v>30.102867433162487</c:v>
                </c:pt>
                <c:pt idx="533">
                  <c:v>30.10367530328141</c:v>
                </c:pt>
                <c:pt idx="534">
                  <c:v>30.102610317896119</c:v>
                </c:pt>
                <c:pt idx="535">
                  <c:v>30.093830080692339</c:v>
                </c:pt>
                <c:pt idx="536">
                  <c:v>30.105429068575031</c:v>
                </c:pt>
                <c:pt idx="537">
                  <c:v>30.1258807941872</c:v>
                </c:pt>
                <c:pt idx="538">
                  <c:v>30.139707516435944</c:v>
                </c:pt>
                <c:pt idx="539">
                  <c:v>30.143819118413539</c:v>
                </c:pt>
                <c:pt idx="540">
                  <c:v>30.1547258383901</c:v>
                </c:pt>
                <c:pt idx="541">
                  <c:v>30.1736065199648</c:v>
                </c:pt>
                <c:pt idx="542">
                  <c:v>30.19617072653001</c:v>
                </c:pt>
                <c:pt idx="543">
                  <c:v>30.190026618406065</c:v>
                </c:pt>
                <c:pt idx="544">
                  <c:v>30.180185730899971</c:v>
                </c:pt>
                <c:pt idx="545">
                  <c:v>30.182601866975737</c:v>
                </c:pt>
                <c:pt idx="546">
                  <c:v>30.182111105685337</c:v>
                </c:pt>
                <c:pt idx="547">
                  <c:v>30.186937846868922</c:v>
                </c:pt>
                <c:pt idx="548">
                  <c:v>30.199451238289047</c:v>
                </c:pt>
                <c:pt idx="549">
                  <c:v>30.207456043753442</c:v>
                </c:pt>
                <c:pt idx="550">
                  <c:v>30.195205796853028</c:v>
                </c:pt>
                <c:pt idx="551">
                  <c:v>30.190749829835536</c:v>
                </c:pt>
                <c:pt idx="552">
                  <c:v>30.19667474221205</c:v>
                </c:pt>
                <c:pt idx="553">
                  <c:v>30.19788039356574</c:v>
                </c:pt>
                <c:pt idx="554">
                  <c:v>30.196268938582339</c:v>
                </c:pt>
                <c:pt idx="555">
                  <c:v>30.195485982733416</c:v>
                </c:pt>
                <c:pt idx="556">
                  <c:v>30.180333721663754</c:v>
                </c:pt>
                <c:pt idx="557">
                  <c:v>30.179294896261961</c:v>
                </c:pt>
                <c:pt idx="558">
                  <c:v>30.200623404863865</c:v>
                </c:pt>
                <c:pt idx="559">
                  <c:v>30.182314156985811</c:v>
                </c:pt>
                <c:pt idx="560">
                  <c:v>30.1537400803834</c:v>
                </c:pt>
                <c:pt idx="561">
                  <c:v>30.137417047938044</c:v>
                </c:pt>
                <c:pt idx="562">
                  <c:v>30.137190128766914</c:v>
                </c:pt>
                <c:pt idx="563">
                  <c:v>30.124638917484933</c:v>
                </c:pt>
                <c:pt idx="564">
                  <c:v>30.101276657023185</c:v>
                </c:pt>
                <c:pt idx="565">
                  <c:v>30.095731338464343</c:v>
                </c:pt>
                <c:pt idx="566">
                  <c:v>30.108303776704361</c:v>
                </c:pt>
                <c:pt idx="567">
                  <c:v>30.102685010877572</c:v>
                </c:pt>
                <c:pt idx="568">
                  <c:v>30.084631283752607</c:v>
                </c:pt>
                <c:pt idx="569">
                  <c:v>30.049877023163294</c:v>
                </c:pt>
                <c:pt idx="570">
                  <c:v>30.015184450306496</c:v>
                </c:pt>
                <c:pt idx="571">
                  <c:v>29.99471996858809</c:v>
                </c:pt>
                <c:pt idx="572">
                  <c:v>29.980441799767</c:v>
                </c:pt>
                <c:pt idx="573">
                  <c:v>29.936055931539574</c:v>
                </c:pt>
                <c:pt idx="574">
                  <c:v>29.910394582242503</c:v>
                </c:pt>
                <c:pt idx="575">
                  <c:v>29.88044638399268</c:v>
                </c:pt>
                <c:pt idx="576">
                  <c:v>29.8500728244112</c:v>
                </c:pt>
                <c:pt idx="577">
                  <c:v>29.780206060944291</c:v>
                </c:pt>
                <c:pt idx="578">
                  <c:v>29.735353025240148</c:v>
                </c:pt>
                <c:pt idx="579">
                  <c:v>29.663037550289456</c:v>
                </c:pt>
                <c:pt idx="580">
                  <c:v>29.637896934149591</c:v>
                </c:pt>
                <c:pt idx="581">
                  <c:v>29.597912564116875</c:v>
                </c:pt>
                <c:pt idx="582">
                  <c:v>29.36591587098793</c:v>
                </c:pt>
                <c:pt idx="583">
                  <c:v>29.118624089508003</c:v>
                </c:pt>
                <c:pt idx="584">
                  <c:v>28.993887881798731</c:v>
                </c:pt>
                <c:pt idx="585">
                  <c:v>29.078182274792439</c:v>
                </c:pt>
                <c:pt idx="586">
                  <c:v>29.01277962530931</c:v>
                </c:pt>
                <c:pt idx="587">
                  <c:v>29.488292339964431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77BE-418F-8705-C8EC33B01BAD}"/>
            </c:ext>
          </c:extLst>
        </c:ser>
        <c:ser>
          <c:idx val="20"/>
          <c:order val="20"/>
          <c:tx>
            <c:strRef>
              <c:f>Sheet2!$V$1</c:f>
              <c:strCache>
                <c:ptCount val="1"/>
                <c:pt idx="0">
                  <c:v>S21_z/O-PTIR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Sheet2!$V$2:$V$589</c:f>
              <c:numCache>
                <c:formatCode>General</c:formatCode>
                <c:ptCount val="588"/>
                <c:pt idx="0">
                  <c:v>31.104514501503374</c:v>
                </c:pt>
                <c:pt idx="1">
                  <c:v>31.101947741679798</c:v>
                </c:pt>
                <c:pt idx="2">
                  <c:v>31.154774480656354</c:v>
                </c:pt>
                <c:pt idx="3">
                  <c:v>31.193101348000116</c:v>
                </c:pt>
                <c:pt idx="4">
                  <c:v>31.245217728888502</c:v>
                </c:pt>
                <c:pt idx="5">
                  <c:v>31.328969465671577</c:v>
                </c:pt>
                <c:pt idx="6">
                  <c:v>31.350760976201141</c:v>
                </c:pt>
                <c:pt idx="7">
                  <c:v>31.355544311251109</c:v>
                </c:pt>
                <c:pt idx="8">
                  <c:v>31.374967990887484</c:v>
                </c:pt>
                <c:pt idx="9">
                  <c:v>31.40995090513821</c:v>
                </c:pt>
                <c:pt idx="10">
                  <c:v>31.455502377742611</c:v>
                </c:pt>
                <c:pt idx="11">
                  <c:v>31.500862407574342</c:v>
                </c:pt>
                <c:pt idx="12">
                  <c:v>31.505640715101599</c:v>
                </c:pt>
                <c:pt idx="13">
                  <c:v>31.507145664333873</c:v>
                </c:pt>
                <c:pt idx="14">
                  <c:v>31.518132653700466</c:v>
                </c:pt>
                <c:pt idx="15">
                  <c:v>31.532202484711977</c:v>
                </c:pt>
                <c:pt idx="16">
                  <c:v>31.544351008228887</c:v>
                </c:pt>
                <c:pt idx="17">
                  <c:v>31.567080658906246</c:v>
                </c:pt>
                <c:pt idx="18">
                  <c:v>31.576178005351093</c:v>
                </c:pt>
                <c:pt idx="19">
                  <c:v>31.584602589875402</c:v>
                </c:pt>
                <c:pt idx="20">
                  <c:v>31.592321468975104</c:v>
                </c:pt>
                <c:pt idx="21">
                  <c:v>31.616055433465402</c:v>
                </c:pt>
                <c:pt idx="22">
                  <c:v>31.61919640032902</c:v>
                </c:pt>
                <c:pt idx="23">
                  <c:v>31.622184601063978</c:v>
                </c:pt>
                <c:pt idx="24">
                  <c:v>31.628720777496685</c:v>
                </c:pt>
                <c:pt idx="25">
                  <c:v>31.633808454074913</c:v>
                </c:pt>
                <c:pt idx="26">
                  <c:v>31.633830548714194</c:v>
                </c:pt>
                <c:pt idx="27">
                  <c:v>31.634666043606661</c:v>
                </c:pt>
                <c:pt idx="28">
                  <c:v>31.635124518396953</c:v>
                </c:pt>
                <c:pt idx="29">
                  <c:v>31.645179211008369</c:v>
                </c:pt>
                <c:pt idx="30">
                  <c:v>31.664492263094584</c:v>
                </c:pt>
                <c:pt idx="31">
                  <c:v>31.681497505852597</c:v>
                </c:pt>
                <c:pt idx="32">
                  <c:v>31.709276244666334</c:v>
                </c:pt>
                <c:pt idx="33">
                  <c:v>31.741719510230205</c:v>
                </c:pt>
                <c:pt idx="34">
                  <c:v>31.780252120120661</c:v>
                </c:pt>
                <c:pt idx="35">
                  <c:v>31.83206100625382</c:v>
                </c:pt>
                <c:pt idx="36">
                  <c:v>31.880666390197018</c:v>
                </c:pt>
                <c:pt idx="37">
                  <c:v>31.939934973403851</c:v>
                </c:pt>
                <c:pt idx="38">
                  <c:v>32.007090063901799</c:v>
                </c:pt>
                <c:pt idx="39">
                  <c:v>32.059307061395998</c:v>
                </c:pt>
                <c:pt idx="40">
                  <c:v>32.126711852188542</c:v>
                </c:pt>
                <c:pt idx="41">
                  <c:v>32.20533119390192</c:v>
                </c:pt>
                <c:pt idx="42">
                  <c:v>32.272932146282301</c:v>
                </c:pt>
                <c:pt idx="43">
                  <c:v>32.346283702621413</c:v>
                </c:pt>
                <c:pt idx="44">
                  <c:v>32.414786257407798</c:v>
                </c:pt>
                <c:pt idx="45">
                  <c:v>32.484261064524574</c:v>
                </c:pt>
                <c:pt idx="46">
                  <c:v>32.552337250104287</c:v>
                </c:pt>
                <c:pt idx="47">
                  <c:v>32.621184498903837</c:v>
                </c:pt>
                <c:pt idx="48">
                  <c:v>32.702015774205314</c:v>
                </c:pt>
                <c:pt idx="49">
                  <c:v>32.784414225357871</c:v>
                </c:pt>
                <c:pt idx="50">
                  <c:v>32.841343070057185</c:v>
                </c:pt>
                <c:pt idx="51">
                  <c:v>32.897946978025558</c:v>
                </c:pt>
                <c:pt idx="52">
                  <c:v>32.967564937236347</c:v>
                </c:pt>
                <c:pt idx="53">
                  <c:v>33.029026666972726</c:v>
                </c:pt>
                <c:pt idx="54">
                  <c:v>33.084200465235483</c:v>
                </c:pt>
                <c:pt idx="55">
                  <c:v>33.152086486973744</c:v>
                </c:pt>
                <c:pt idx="56">
                  <c:v>33.209314866183988</c:v>
                </c:pt>
                <c:pt idx="57">
                  <c:v>33.260540736087094</c:v>
                </c:pt>
                <c:pt idx="58">
                  <c:v>33.30526240283789</c:v>
                </c:pt>
                <c:pt idx="59">
                  <c:v>33.360530048191237</c:v>
                </c:pt>
                <c:pt idx="60">
                  <c:v>33.427132022988921</c:v>
                </c:pt>
                <c:pt idx="61">
                  <c:v>33.482825155527408</c:v>
                </c:pt>
                <c:pt idx="62">
                  <c:v>33.538615310433975</c:v>
                </c:pt>
                <c:pt idx="63">
                  <c:v>33.592495359519361</c:v>
                </c:pt>
                <c:pt idx="64">
                  <c:v>33.634554908894124</c:v>
                </c:pt>
                <c:pt idx="65">
                  <c:v>33.685395335389458</c:v>
                </c:pt>
                <c:pt idx="66">
                  <c:v>33.739362175393197</c:v>
                </c:pt>
                <c:pt idx="67">
                  <c:v>33.790850182094445</c:v>
                </c:pt>
                <c:pt idx="68">
                  <c:v>33.841663618731026</c:v>
                </c:pt>
                <c:pt idx="69">
                  <c:v>33.878069586515139</c:v>
                </c:pt>
                <c:pt idx="70">
                  <c:v>33.913561074378954</c:v>
                </c:pt>
                <c:pt idx="71">
                  <c:v>33.952972795126442</c:v>
                </c:pt>
                <c:pt idx="72">
                  <c:v>33.998396198204972</c:v>
                </c:pt>
                <c:pt idx="73">
                  <c:v>34.043685886819837</c:v>
                </c:pt>
                <c:pt idx="74">
                  <c:v>34.069560870367376</c:v>
                </c:pt>
                <c:pt idx="75">
                  <c:v>34.093443190878695</c:v>
                </c:pt>
                <c:pt idx="76">
                  <c:v>34.115749162515044</c:v>
                </c:pt>
                <c:pt idx="77">
                  <c:v>34.133893756581948</c:v>
                </c:pt>
                <c:pt idx="78">
                  <c:v>34.163920591866429</c:v>
                </c:pt>
                <c:pt idx="79">
                  <c:v>34.183389629459889</c:v>
                </c:pt>
                <c:pt idx="80">
                  <c:v>34.191220216586125</c:v>
                </c:pt>
                <c:pt idx="81">
                  <c:v>34.195783795972368</c:v>
                </c:pt>
                <c:pt idx="82">
                  <c:v>34.190445448875863</c:v>
                </c:pt>
                <c:pt idx="83">
                  <c:v>34.180332542843594</c:v>
                </c:pt>
                <c:pt idx="84">
                  <c:v>34.170162481816305</c:v>
                </c:pt>
                <c:pt idx="85">
                  <c:v>34.146292862414981</c:v>
                </c:pt>
                <c:pt idx="86">
                  <c:v>34.118526119094028</c:v>
                </c:pt>
                <c:pt idx="87">
                  <c:v>34.091071611394014</c:v>
                </c:pt>
                <c:pt idx="88">
                  <c:v>34.046304079523765</c:v>
                </c:pt>
                <c:pt idx="89">
                  <c:v>34.016177399402302</c:v>
                </c:pt>
                <c:pt idx="90">
                  <c:v>33.990443186490644</c:v>
                </c:pt>
                <c:pt idx="91">
                  <c:v>33.941779236317977</c:v>
                </c:pt>
                <c:pt idx="92">
                  <c:v>33.892046452457592</c:v>
                </c:pt>
                <c:pt idx="93">
                  <c:v>33.842253691133301</c:v>
                </c:pt>
                <c:pt idx="94">
                  <c:v>33.787250299429772</c:v>
                </c:pt>
                <c:pt idx="95">
                  <c:v>33.732869967733663</c:v>
                </c:pt>
                <c:pt idx="96">
                  <c:v>33.689835078953159</c:v>
                </c:pt>
                <c:pt idx="97">
                  <c:v>33.656508424727846</c:v>
                </c:pt>
                <c:pt idx="98">
                  <c:v>33.618589613618788</c:v>
                </c:pt>
                <c:pt idx="99">
                  <c:v>33.578529783452467</c:v>
                </c:pt>
                <c:pt idx="100">
                  <c:v>33.526704491718881</c:v>
                </c:pt>
                <c:pt idx="101">
                  <c:v>33.476999403334482</c:v>
                </c:pt>
                <c:pt idx="102">
                  <c:v>33.433017223432834</c:v>
                </c:pt>
                <c:pt idx="103">
                  <c:v>33.393576043166313</c:v>
                </c:pt>
                <c:pt idx="104">
                  <c:v>33.352334656960991</c:v>
                </c:pt>
                <c:pt idx="105">
                  <c:v>33.306515931833587</c:v>
                </c:pt>
                <c:pt idx="106">
                  <c:v>33.26705675832789</c:v>
                </c:pt>
                <c:pt idx="107">
                  <c:v>33.232884069052851</c:v>
                </c:pt>
                <c:pt idx="108">
                  <c:v>33.189867349915829</c:v>
                </c:pt>
                <c:pt idx="109">
                  <c:v>33.143606555598545</c:v>
                </c:pt>
                <c:pt idx="110">
                  <c:v>33.101315210966206</c:v>
                </c:pt>
                <c:pt idx="111">
                  <c:v>33.066114790206662</c:v>
                </c:pt>
                <c:pt idx="112">
                  <c:v>33.034879585428712</c:v>
                </c:pt>
                <c:pt idx="113">
                  <c:v>33.00601190283642</c:v>
                </c:pt>
                <c:pt idx="114">
                  <c:v>32.992248662508068</c:v>
                </c:pt>
                <c:pt idx="115">
                  <c:v>32.967039958022831</c:v>
                </c:pt>
                <c:pt idx="116">
                  <c:v>32.951760875496333</c:v>
                </c:pt>
                <c:pt idx="117">
                  <c:v>32.943807687377699</c:v>
                </c:pt>
                <c:pt idx="118">
                  <c:v>32.931401701776743</c:v>
                </c:pt>
                <c:pt idx="119">
                  <c:v>32.921220703682508</c:v>
                </c:pt>
                <c:pt idx="120">
                  <c:v>32.917657336709098</c:v>
                </c:pt>
                <c:pt idx="121">
                  <c:v>32.907287233199241</c:v>
                </c:pt>
                <c:pt idx="122">
                  <c:v>32.901723264995844</c:v>
                </c:pt>
                <c:pt idx="123">
                  <c:v>32.902348089046342</c:v>
                </c:pt>
                <c:pt idx="124">
                  <c:v>32.896855564586723</c:v>
                </c:pt>
                <c:pt idx="125">
                  <c:v>32.894930287995244</c:v>
                </c:pt>
                <c:pt idx="126">
                  <c:v>32.902691548229363</c:v>
                </c:pt>
                <c:pt idx="127">
                  <c:v>32.910525839846017</c:v>
                </c:pt>
                <c:pt idx="128">
                  <c:v>32.905198606220765</c:v>
                </c:pt>
                <c:pt idx="129">
                  <c:v>32.911940425972738</c:v>
                </c:pt>
                <c:pt idx="130">
                  <c:v>32.927246851166608</c:v>
                </c:pt>
                <c:pt idx="131">
                  <c:v>32.948552081177198</c:v>
                </c:pt>
                <c:pt idx="132">
                  <c:v>32.956621519733233</c:v>
                </c:pt>
                <c:pt idx="133">
                  <c:v>32.959783566911376</c:v>
                </c:pt>
                <c:pt idx="134">
                  <c:v>32.98196323306491</c:v>
                </c:pt>
                <c:pt idx="135">
                  <c:v>32.9927397720949</c:v>
                </c:pt>
                <c:pt idx="136">
                  <c:v>32.987575359643728</c:v>
                </c:pt>
                <c:pt idx="137">
                  <c:v>32.989888372898946</c:v>
                </c:pt>
                <c:pt idx="138">
                  <c:v>33.001743977066383</c:v>
                </c:pt>
                <c:pt idx="139">
                  <c:v>32.969312751096375</c:v>
                </c:pt>
                <c:pt idx="140">
                  <c:v>32.940249788937763</c:v>
                </c:pt>
                <c:pt idx="141">
                  <c:v>32.914056042809975</c:v>
                </c:pt>
                <c:pt idx="142">
                  <c:v>32.897641445768237</c:v>
                </c:pt>
                <c:pt idx="143">
                  <c:v>32.89020159417894</c:v>
                </c:pt>
                <c:pt idx="144">
                  <c:v>32.897204139494612</c:v>
                </c:pt>
                <c:pt idx="145">
                  <c:v>32.880956068117378</c:v>
                </c:pt>
                <c:pt idx="146">
                  <c:v>32.843045018797746</c:v>
                </c:pt>
                <c:pt idx="147">
                  <c:v>32.813544221152611</c:v>
                </c:pt>
                <c:pt idx="148">
                  <c:v>32.799462394648323</c:v>
                </c:pt>
                <c:pt idx="149">
                  <c:v>32.74788389253829</c:v>
                </c:pt>
                <c:pt idx="150">
                  <c:v>32.692557151742562</c:v>
                </c:pt>
                <c:pt idx="151">
                  <c:v>32.649681379645727</c:v>
                </c:pt>
                <c:pt idx="152">
                  <c:v>32.610162934293349</c:v>
                </c:pt>
                <c:pt idx="153">
                  <c:v>32.553726257606691</c:v>
                </c:pt>
                <c:pt idx="154">
                  <c:v>32.48718761195471</c:v>
                </c:pt>
                <c:pt idx="155">
                  <c:v>32.435972767320713</c:v>
                </c:pt>
                <c:pt idx="156">
                  <c:v>32.363139310427194</c:v>
                </c:pt>
                <c:pt idx="157">
                  <c:v>32.288318659030921</c:v>
                </c:pt>
                <c:pt idx="158">
                  <c:v>32.222757205029893</c:v>
                </c:pt>
                <c:pt idx="159">
                  <c:v>32.154187793011687</c:v>
                </c:pt>
                <c:pt idx="160">
                  <c:v>32.077873173551161</c:v>
                </c:pt>
                <c:pt idx="161">
                  <c:v>31.992346015634233</c:v>
                </c:pt>
                <c:pt idx="162">
                  <c:v>31.923715744130583</c:v>
                </c:pt>
                <c:pt idx="163">
                  <c:v>31.867135738945617</c:v>
                </c:pt>
                <c:pt idx="164">
                  <c:v>31.808027683656892</c:v>
                </c:pt>
                <c:pt idx="165">
                  <c:v>31.763215521497322</c:v>
                </c:pt>
                <c:pt idx="166">
                  <c:v>31.717520147080617</c:v>
                </c:pt>
                <c:pt idx="167">
                  <c:v>31.68751637665909</c:v>
                </c:pt>
                <c:pt idx="168">
                  <c:v>31.660825523198081</c:v>
                </c:pt>
                <c:pt idx="169">
                  <c:v>31.631839914327486</c:v>
                </c:pt>
                <c:pt idx="170">
                  <c:v>31.60910373669082</c:v>
                </c:pt>
                <c:pt idx="171">
                  <c:v>31.586764733348243</c:v>
                </c:pt>
                <c:pt idx="172">
                  <c:v>31.572510780342746</c:v>
                </c:pt>
                <c:pt idx="173">
                  <c:v>31.552318264590891</c:v>
                </c:pt>
                <c:pt idx="174">
                  <c:v>31.540098341431282</c:v>
                </c:pt>
                <c:pt idx="175">
                  <c:v>31.527026517778786</c:v>
                </c:pt>
                <c:pt idx="176">
                  <c:v>31.518007979957471</c:v>
                </c:pt>
                <c:pt idx="177">
                  <c:v>31.510843230882784</c:v>
                </c:pt>
                <c:pt idx="178">
                  <c:v>31.502246608059423</c:v>
                </c:pt>
                <c:pt idx="179">
                  <c:v>31.499314856702263</c:v>
                </c:pt>
                <c:pt idx="180">
                  <c:v>31.496649784554116</c:v>
                </c:pt>
                <c:pt idx="181">
                  <c:v>31.483798422182559</c:v>
                </c:pt>
                <c:pt idx="182">
                  <c:v>31.483050379724602</c:v>
                </c:pt>
                <c:pt idx="183">
                  <c:v>31.481806420662483</c:v>
                </c:pt>
                <c:pt idx="184">
                  <c:v>31.475057280131821</c:v>
                </c:pt>
                <c:pt idx="185">
                  <c:v>31.467134036644069</c:v>
                </c:pt>
                <c:pt idx="186">
                  <c:v>31.462421395619579</c:v>
                </c:pt>
                <c:pt idx="187">
                  <c:v>31.462144705466219</c:v>
                </c:pt>
                <c:pt idx="188">
                  <c:v>31.448694450477102</c:v>
                </c:pt>
                <c:pt idx="189">
                  <c:v>31.438537399267354</c:v>
                </c:pt>
                <c:pt idx="190">
                  <c:v>31.435452220265383</c:v>
                </c:pt>
                <c:pt idx="191">
                  <c:v>31.42896248226613</c:v>
                </c:pt>
                <c:pt idx="192">
                  <c:v>31.428056381550341</c:v>
                </c:pt>
                <c:pt idx="193">
                  <c:v>31.434253288402275</c:v>
                </c:pt>
                <c:pt idx="194">
                  <c:v>31.438725534459291</c:v>
                </c:pt>
                <c:pt idx="195">
                  <c:v>31.442255075907102</c:v>
                </c:pt>
                <c:pt idx="196">
                  <c:v>31.452995319751217</c:v>
                </c:pt>
                <c:pt idx="197">
                  <c:v>31.468023731759438</c:v>
                </c:pt>
                <c:pt idx="198">
                  <c:v>31.479209043666614</c:v>
                </c:pt>
                <c:pt idx="199">
                  <c:v>31.487316982462346</c:v>
                </c:pt>
                <c:pt idx="200">
                  <c:v>31.497676501713865</c:v>
                </c:pt>
                <c:pt idx="201">
                  <c:v>31.513123036027469</c:v>
                </c:pt>
                <c:pt idx="202">
                  <c:v>31.552976473156214</c:v>
                </c:pt>
                <c:pt idx="203">
                  <c:v>31.603771034532091</c:v>
                </c:pt>
                <c:pt idx="204">
                  <c:v>31.656370476560863</c:v>
                </c:pt>
                <c:pt idx="205">
                  <c:v>31.714465618326749</c:v>
                </c:pt>
                <c:pt idx="206">
                  <c:v>31.741522907631598</c:v>
                </c:pt>
                <c:pt idx="207">
                  <c:v>31.758206168430785</c:v>
                </c:pt>
                <c:pt idx="208">
                  <c:v>31.773330544381263</c:v>
                </c:pt>
                <c:pt idx="209">
                  <c:v>31.739775049670492</c:v>
                </c:pt>
                <c:pt idx="210">
                  <c:v>31.691709903913235</c:v>
                </c:pt>
                <c:pt idx="211">
                  <c:v>31.651950578481536</c:v>
                </c:pt>
                <c:pt idx="212">
                  <c:v>31.594627822967784</c:v>
                </c:pt>
                <c:pt idx="213">
                  <c:v>31.538975969036812</c:v>
                </c:pt>
                <c:pt idx="214">
                  <c:v>31.489566313763238</c:v>
                </c:pt>
                <c:pt idx="215">
                  <c:v>31.468498744453381</c:v>
                </c:pt>
                <c:pt idx="216">
                  <c:v>31.454896869963587</c:v>
                </c:pt>
                <c:pt idx="217">
                  <c:v>31.44883455959684</c:v>
                </c:pt>
                <c:pt idx="218">
                  <c:v>31.447897455824339</c:v>
                </c:pt>
                <c:pt idx="219">
                  <c:v>31.445379681271376</c:v>
                </c:pt>
                <c:pt idx="220">
                  <c:v>31.457595767637336</c:v>
                </c:pt>
                <c:pt idx="221">
                  <c:v>31.464696967060927</c:v>
                </c:pt>
                <c:pt idx="222">
                  <c:v>31.476233632243815</c:v>
                </c:pt>
                <c:pt idx="223">
                  <c:v>31.477453071107451</c:v>
                </c:pt>
                <c:pt idx="224">
                  <c:v>31.467377033575055</c:v>
                </c:pt>
                <c:pt idx="225">
                  <c:v>31.450666474209569</c:v>
                </c:pt>
                <c:pt idx="226">
                  <c:v>31.453099177786147</c:v>
                </c:pt>
                <c:pt idx="227">
                  <c:v>31.455378409616841</c:v>
                </c:pt>
                <c:pt idx="228">
                  <c:v>31.455617878461712</c:v>
                </c:pt>
                <c:pt idx="229">
                  <c:v>31.443437425765485</c:v>
                </c:pt>
                <c:pt idx="230">
                  <c:v>31.445474983697487</c:v>
                </c:pt>
                <c:pt idx="231">
                  <c:v>31.428935271901988</c:v>
                </c:pt>
                <c:pt idx="232">
                  <c:v>31.444546788342418</c:v>
                </c:pt>
                <c:pt idx="233">
                  <c:v>31.45928232510224</c:v>
                </c:pt>
                <c:pt idx="234">
                  <c:v>31.447173227947637</c:v>
                </c:pt>
                <c:pt idx="235">
                  <c:v>31.44370983811443</c:v>
                </c:pt>
                <c:pt idx="236">
                  <c:v>31.443266357690117</c:v>
                </c:pt>
                <c:pt idx="237">
                  <c:v>31.440415708212463</c:v>
                </c:pt>
                <c:pt idx="238">
                  <c:v>31.431394083315798</c:v>
                </c:pt>
                <c:pt idx="239">
                  <c:v>31.418619853726874</c:v>
                </c:pt>
                <c:pt idx="240">
                  <c:v>31.402964809524033</c:v>
                </c:pt>
                <c:pt idx="241">
                  <c:v>31.383076855805818</c:v>
                </c:pt>
                <c:pt idx="242">
                  <c:v>31.377729291584345</c:v>
                </c:pt>
                <c:pt idx="243">
                  <c:v>31.36973555252596</c:v>
                </c:pt>
                <c:pt idx="244">
                  <c:v>31.360034815153757</c:v>
                </c:pt>
                <c:pt idx="245">
                  <c:v>31.352577742094127</c:v>
                </c:pt>
                <c:pt idx="246">
                  <c:v>31.34350134366057</c:v>
                </c:pt>
                <c:pt idx="247">
                  <c:v>31.34701866911022</c:v>
                </c:pt>
                <c:pt idx="248">
                  <c:v>31.343358566425714</c:v>
                </c:pt>
                <c:pt idx="249">
                  <c:v>31.330227779634065</c:v>
                </c:pt>
                <c:pt idx="250">
                  <c:v>31.310521566451712</c:v>
                </c:pt>
                <c:pt idx="251">
                  <c:v>31.328720316640435</c:v>
                </c:pt>
                <c:pt idx="252">
                  <c:v>31.345618856844091</c:v>
                </c:pt>
                <c:pt idx="253">
                  <c:v>31.342310482294444</c:v>
                </c:pt>
                <c:pt idx="254">
                  <c:v>31.345881963865914</c:v>
                </c:pt>
                <c:pt idx="255">
                  <c:v>31.342857886905303</c:v>
                </c:pt>
                <c:pt idx="256">
                  <c:v>31.331891757347851</c:v>
                </c:pt>
                <c:pt idx="257">
                  <c:v>31.332379757808795</c:v>
                </c:pt>
                <c:pt idx="258">
                  <c:v>31.332860239036215</c:v>
                </c:pt>
                <c:pt idx="259">
                  <c:v>31.333333333333332</c:v>
                </c:pt>
                <c:pt idx="260">
                  <c:v>31.321177400835587</c:v>
                </c:pt>
                <c:pt idx="261">
                  <c:v>31.290352666826269</c:v>
                </c:pt>
                <c:pt idx="262">
                  <c:v>31.317606646931875</c:v>
                </c:pt>
                <c:pt idx="263">
                  <c:v>31.333888720239024</c:v>
                </c:pt>
                <c:pt idx="264">
                  <c:v>31.331328432248409</c:v>
                </c:pt>
                <c:pt idx="265">
                  <c:v>31.331337980131451</c:v>
                </c:pt>
                <c:pt idx="266">
                  <c:v>31.331585717928149</c:v>
                </c:pt>
                <c:pt idx="267">
                  <c:v>31.321061062196033</c:v>
                </c:pt>
                <c:pt idx="268">
                  <c:v>31.298204709126168</c:v>
                </c:pt>
                <c:pt idx="269">
                  <c:v>31.308166635123371</c:v>
                </c:pt>
                <c:pt idx="270">
                  <c:v>31.305568971470507</c:v>
                </c:pt>
                <c:pt idx="271">
                  <c:v>31.313482821428988</c:v>
                </c:pt>
                <c:pt idx="272">
                  <c:v>31.306235448987657</c:v>
                </c:pt>
                <c:pt idx="273">
                  <c:v>31.298777934917265</c:v>
                </c:pt>
                <c:pt idx="274">
                  <c:v>31.303463012769004</c:v>
                </c:pt>
                <c:pt idx="275">
                  <c:v>31.288948422401962</c:v>
                </c:pt>
                <c:pt idx="276">
                  <c:v>31.275776136497417</c:v>
                </c:pt>
                <c:pt idx="277">
                  <c:v>31.274471825112244</c:v>
                </c:pt>
                <c:pt idx="278">
                  <c:v>31.310448601220802</c:v>
                </c:pt>
                <c:pt idx="279">
                  <c:v>31.314586759573523</c:v>
                </c:pt>
                <c:pt idx="280">
                  <c:v>31.28993767569731</c:v>
                </c:pt>
                <c:pt idx="281">
                  <c:v>31.283251732009138</c:v>
                </c:pt>
                <c:pt idx="282">
                  <c:v>31.30936115687884</c:v>
                </c:pt>
                <c:pt idx="283">
                  <c:v>31.326075266380975</c:v>
                </c:pt>
                <c:pt idx="284">
                  <c:v>31.319143018181087</c:v>
                </c:pt>
                <c:pt idx="285">
                  <c:v>31.275566876889883</c:v>
                </c:pt>
                <c:pt idx="286">
                  <c:v>31.226333890528384</c:v>
                </c:pt>
                <c:pt idx="287">
                  <c:v>31.33139010760376</c:v>
                </c:pt>
                <c:pt idx="288">
                  <c:v>31.363929293008809</c:v>
                </c:pt>
                <c:pt idx="289">
                  <c:v>31.399654582729177</c:v>
                </c:pt>
                <c:pt idx="290">
                  <c:v>31.389901673783587</c:v>
                </c:pt>
                <c:pt idx="291">
                  <c:v>31.399990765234602</c:v>
                </c:pt>
                <c:pt idx="292">
                  <c:v>31.405244570567643</c:v>
                </c:pt>
                <c:pt idx="293">
                  <c:v>31.415256176427416</c:v>
                </c:pt>
                <c:pt idx="294">
                  <c:v>31.442433949872996</c:v>
                </c:pt>
                <c:pt idx="295">
                  <c:v>31.441083222104908</c:v>
                </c:pt>
                <c:pt idx="296">
                  <c:v>31.459793897588526</c:v>
                </c:pt>
                <c:pt idx="297">
                  <c:v>31.496264252944194</c:v>
                </c:pt>
                <c:pt idx="298">
                  <c:v>31.495814377863802</c:v>
                </c:pt>
                <c:pt idx="299">
                  <c:v>31.512545708836271</c:v>
                </c:pt>
                <c:pt idx="300">
                  <c:v>31.548270667798565</c:v>
                </c:pt>
                <c:pt idx="301">
                  <c:v>31.553549081532239</c:v>
                </c:pt>
                <c:pt idx="302">
                  <c:v>31.496615341613442</c:v>
                </c:pt>
                <c:pt idx="303">
                  <c:v>31.505392470142525</c:v>
                </c:pt>
                <c:pt idx="304">
                  <c:v>31.577025583938493</c:v>
                </c:pt>
                <c:pt idx="305">
                  <c:v>31.65165466025887</c:v>
                </c:pt>
                <c:pt idx="306">
                  <c:v>31.676484624699949</c:v>
                </c:pt>
                <c:pt idx="307">
                  <c:v>31.691063955447152</c:v>
                </c:pt>
                <c:pt idx="308">
                  <c:v>31.729588715346008</c:v>
                </c:pt>
                <c:pt idx="309">
                  <c:v>31.737827810742964</c:v>
                </c:pt>
                <c:pt idx="310">
                  <c:v>31.735816140142813</c:v>
                </c:pt>
                <c:pt idx="311">
                  <c:v>31.699757556537524</c:v>
                </c:pt>
                <c:pt idx="312">
                  <c:v>31.76299678015836</c:v>
                </c:pt>
                <c:pt idx="313">
                  <c:v>31.849175222771628</c:v>
                </c:pt>
                <c:pt idx="314">
                  <c:v>31.857888096032386</c:v>
                </c:pt>
                <c:pt idx="315">
                  <c:v>31.902143438001286</c:v>
                </c:pt>
                <c:pt idx="316">
                  <c:v>31.901936956761563</c:v>
                </c:pt>
                <c:pt idx="317">
                  <c:v>31.94491636638795</c:v>
                </c:pt>
                <c:pt idx="318">
                  <c:v>32.015988690896371</c:v>
                </c:pt>
                <c:pt idx="319">
                  <c:v>32.032241260583405</c:v>
                </c:pt>
                <c:pt idx="320">
                  <c:v>32.045334429156881</c:v>
                </c:pt>
                <c:pt idx="321">
                  <c:v>32.193762246731104</c:v>
                </c:pt>
                <c:pt idx="322">
                  <c:v>32.25551574918898</c:v>
                </c:pt>
                <c:pt idx="323">
                  <c:v>32.30397215969608</c:v>
                </c:pt>
                <c:pt idx="324">
                  <c:v>32.368277350434674</c:v>
                </c:pt>
                <c:pt idx="325">
                  <c:v>32.4242229175345</c:v>
                </c:pt>
                <c:pt idx="326">
                  <c:v>32.481256193582738</c:v>
                </c:pt>
                <c:pt idx="327">
                  <c:v>32.53990991958235</c:v>
                </c:pt>
                <c:pt idx="328">
                  <c:v>32.596685998153006</c:v>
                </c:pt>
                <c:pt idx="329">
                  <c:v>32.625637825599071</c:v>
                </c:pt>
                <c:pt idx="330">
                  <c:v>32.656995984178039</c:v>
                </c:pt>
                <c:pt idx="331">
                  <c:v>32.696700536072839</c:v>
                </c:pt>
                <c:pt idx="332">
                  <c:v>32.713820926741342</c:v>
                </c:pt>
                <c:pt idx="333">
                  <c:v>32.674007180581363</c:v>
                </c:pt>
                <c:pt idx="334">
                  <c:v>32.6575103791332</c:v>
                </c:pt>
                <c:pt idx="335">
                  <c:v>32.628125126308241</c:v>
                </c:pt>
                <c:pt idx="336">
                  <c:v>32.572947799959373</c:v>
                </c:pt>
                <c:pt idx="337">
                  <c:v>32.537013537288459</c:v>
                </c:pt>
                <c:pt idx="338">
                  <c:v>32.503419101327225</c:v>
                </c:pt>
                <c:pt idx="339">
                  <c:v>32.439254063809457</c:v>
                </c:pt>
                <c:pt idx="340">
                  <c:v>32.346998051857007</c:v>
                </c:pt>
                <c:pt idx="341">
                  <c:v>32.306275823523102</c:v>
                </c:pt>
                <c:pt idx="342">
                  <c:v>32.277427810010892</c:v>
                </c:pt>
                <c:pt idx="343">
                  <c:v>32.205766295121713</c:v>
                </c:pt>
                <c:pt idx="344">
                  <c:v>32.162913984797527</c:v>
                </c:pt>
                <c:pt idx="345">
                  <c:v>32.129364090923453</c:v>
                </c:pt>
                <c:pt idx="346">
                  <c:v>32.100408117976201</c:v>
                </c:pt>
                <c:pt idx="347">
                  <c:v>32.076295766250354</c:v>
                </c:pt>
                <c:pt idx="348">
                  <c:v>32.027773292330799</c:v>
                </c:pt>
                <c:pt idx="349">
                  <c:v>31.961306972444127</c:v>
                </c:pt>
                <c:pt idx="350">
                  <c:v>31.907856908853681</c:v>
                </c:pt>
                <c:pt idx="351">
                  <c:v>31.882410940577394</c:v>
                </c:pt>
                <c:pt idx="352">
                  <c:v>31.849990210663567</c:v>
                </c:pt>
                <c:pt idx="353">
                  <c:v>31.809996796718316</c:v>
                </c:pt>
                <c:pt idx="354">
                  <c:v>31.759125146660885</c:v>
                </c:pt>
                <c:pt idx="355">
                  <c:v>31.713692085446628</c:v>
                </c:pt>
                <c:pt idx="356">
                  <c:v>31.701243939216631</c:v>
                </c:pt>
                <c:pt idx="357">
                  <c:v>31.684947577160731</c:v>
                </c:pt>
                <c:pt idx="358">
                  <c:v>31.644031215888507</c:v>
                </c:pt>
                <c:pt idx="359">
                  <c:v>31.657728525107636</c:v>
                </c:pt>
                <c:pt idx="360">
                  <c:v>31.681950644412645</c:v>
                </c:pt>
                <c:pt idx="361">
                  <c:v>31.671338117285799</c:v>
                </c:pt>
                <c:pt idx="362">
                  <c:v>31.654012877117399</c:v>
                </c:pt>
                <c:pt idx="363">
                  <c:v>31.620063074682506</c:v>
                </c:pt>
                <c:pt idx="364">
                  <c:v>31.620171078218618</c:v>
                </c:pt>
                <c:pt idx="365">
                  <c:v>31.598201112683387</c:v>
                </c:pt>
                <c:pt idx="366">
                  <c:v>31.55806163597309</c:v>
                </c:pt>
                <c:pt idx="367">
                  <c:v>31.53991223488886</c:v>
                </c:pt>
                <c:pt idx="368">
                  <c:v>31.537257350089362</c:v>
                </c:pt>
                <c:pt idx="369">
                  <c:v>31.511618174997349</c:v>
                </c:pt>
                <c:pt idx="370">
                  <c:v>31.500466688615774</c:v>
                </c:pt>
                <c:pt idx="371">
                  <c:v>31.485519466689212</c:v>
                </c:pt>
                <c:pt idx="372">
                  <c:v>31.460850427075925</c:v>
                </c:pt>
                <c:pt idx="373">
                  <c:v>31.425404142815427</c:v>
                </c:pt>
                <c:pt idx="374">
                  <c:v>31.403666854559305</c:v>
                </c:pt>
                <c:pt idx="375">
                  <c:v>31.406201343420218</c:v>
                </c:pt>
                <c:pt idx="376">
                  <c:v>31.391668274702166</c:v>
                </c:pt>
                <c:pt idx="377">
                  <c:v>31.380800358241864</c:v>
                </c:pt>
                <c:pt idx="378">
                  <c:v>31.366683250876449</c:v>
                </c:pt>
                <c:pt idx="379">
                  <c:v>31.345814312814714</c:v>
                </c:pt>
                <c:pt idx="380">
                  <c:v>31.324236207393866</c:v>
                </c:pt>
                <c:pt idx="381">
                  <c:v>31.298140674363232</c:v>
                </c:pt>
                <c:pt idx="382">
                  <c:v>31.277190480068221</c:v>
                </c:pt>
                <c:pt idx="383">
                  <c:v>31.278859132496105</c:v>
                </c:pt>
                <c:pt idx="384">
                  <c:v>31.268287068106858</c:v>
                </c:pt>
                <c:pt idx="385">
                  <c:v>31.257593527302657</c:v>
                </c:pt>
                <c:pt idx="386">
                  <c:v>31.258104129565258</c:v>
                </c:pt>
                <c:pt idx="387">
                  <c:v>31.251278914677801</c:v>
                </c:pt>
                <c:pt idx="388">
                  <c:v>31.246391479036983</c:v>
                </c:pt>
                <c:pt idx="389">
                  <c:v>31.234566811774645</c:v>
                </c:pt>
                <c:pt idx="390">
                  <c:v>31.221897741202401</c:v>
                </c:pt>
                <c:pt idx="391">
                  <c:v>31.223746656780087</c:v>
                </c:pt>
                <c:pt idx="392">
                  <c:v>31.251124141950164</c:v>
                </c:pt>
                <c:pt idx="393">
                  <c:v>31.254442747949536</c:v>
                </c:pt>
                <c:pt idx="394">
                  <c:v>31.258773385450223</c:v>
                </c:pt>
                <c:pt idx="395">
                  <c:v>31.255937642136391</c:v>
                </c:pt>
                <c:pt idx="396">
                  <c:v>31.251721689484896</c:v>
                </c:pt>
                <c:pt idx="397">
                  <c:v>31.246616967840634</c:v>
                </c:pt>
                <c:pt idx="398">
                  <c:v>31.234129373197796</c:v>
                </c:pt>
                <c:pt idx="399">
                  <c:v>31.217006953879778</c:v>
                </c:pt>
                <c:pt idx="400">
                  <c:v>31.238387486478334</c:v>
                </c:pt>
                <c:pt idx="401">
                  <c:v>31.237647801174354</c:v>
                </c:pt>
                <c:pt idx="402">
                  <c:v>31.234912211405039</c:v>
                </c:pt>
                <c:pt idx="403">
                  <c:v>31.226212612568272</c:v>
                </c:pt>
                <c:pt idx="404">
                  <c:v>31.221697081304768</c:v>
                </c:pt>
                <c:pt idx="405">
                  <c:v>31.206917377316923</c:v>
                </c:pt>
                <c:pt idx="406">
                  <c:v>31.188469985259434</c:v>
                </c:pt>
                <c:pt idx="407">
                  <c:v>31.182057413118621</c:v>
                </c:pt>
                <c:pt idx="408">
                  <c:v>31.183561557506248</c:v>
                </c:pt>
                <c:pt idx="409">
                  <c:v>31.181926047037283</c:v>
                </c:pt>
                <c:pt idx="410">
                  <c:v>31.175982291389175</c:v>
                </c:pt>
                <c:pt idx="411">
                  <c:v>31.180995404072476</c:v>
                </c:pt>
                <c:pt idx="412">
                  <c:v>31.174196374199134</c:v>
                </c:pt>
                <c:pt idx="413">
                  <c:v>31.168550245690405</c:v>
                </c:pt>
                <c:pt idx="414">
                  <c:v>31.171075528451624</c:v>
                </c:pt>
                <c:pt idx="415">
                  <c:v>31.166634153148088</c:v>
                </c:pt>
                <c:pt idx="416">
                  <c:v>31.163916688921173</c:v>
                </c:pt>
                <c:pt idx="417">
                  <c:v>31.151755982481905</c:v>
                </c:pt>
                <c:pt idx="418">
                  <c:v>31.13156884706137</c:v>
                </c:pt>
                <c:pt idx="419">
                  <c:v>31.13227346098434</c:v>
                </c:pt>
                <c:pt idx="420">
                  <c:v>31.140913479266882</c:v>
                </c:pt>
                <c:pt idx="421">
                  <c:v>31.148478335357243</c:v>
                </c:pt>
                <c:pt idx="422">
                  <c:v>31.143083671186165</c:v>
                </c:pt>
                <c:pt idx="423">
                  <c:v>31.147846708715718</c:v>
                </c:pt>
                <c:pt idx="424">
                  <c:v>31.146056072710504</c:v>
                </c:pt>
                <c:pt idx="425">
                  <c:v>31.145060887820378</c:v>
                </c:pt>
                <c:pt idx="426">
                  <c:v>31.13541221176887</c:v>
                </c:pt>
                <c:pt idx="427">
                  <c:v>31.128531197994494</c:v>
                </c:pt>
                <c:pt idx="428">
                  <c:v>31.110304145939988</c:v>
                </c:pt>
                <c:pt idx="429">
                  <c:v>31.118780769734453</c:v>
                </c:pt>
                <c:pt idx="430">
                  <c:v>31.114841915171272</c:v>
                </c:pt>
                <c:pt idx="431">
                  <c:v>31.103146133304723</c:v>
                </c:pt>
                <c:pt idx="432">
                  <c:v>31.088819082765085</c:v>
                </c:pt>
                <c:pt idx="433">
                  <c:v>31.082817885464962</c:v>
                </c:pt>
                <c:pt idx="434">
                  <c:v>31.071085389452307</c:v>
                </c:pt>
                <c:pt idx="435">
                  <c:v>31.037907692125181</c:v>
                </c:pt>
                <c:pt idx="436">
                  <c:v>31.064158014421359</c:v>
                </c:pt>
                <c:pt idx="437">
                  <c:v>31.075662866190257</c:v>
                </c:pt>
                <c:pt idx="438">
                  <c:v>31.101715692841029</c:v>
                </c:pt>
                <c:pt idx="439">
                  <c:v>31.123740718570151</c:v>
                </c:pt>
                <c:pt idx="440">
                  <c:v>31.138836351644077</c:v>
                </c:pt>
                <c:pt idx="441">
                  <c:v>31.128558452459711</c:v>
                </c:pt>
                <c:pt idx="442">
                  <c:v>31.113524186033601</c:v>
                </c:pt>
                <c:pt idx="443">
                  <c:v>31.130391668054198</c:v>
                </c:pt>
                <c:pt idx="444">
                  <c:v>31.150929021147725</c:v>
                </c:pt>
                <c:pt idx="445">
                  <c:v>31.16960352272342</c:v>
                </c:pt>
                <c:pt idx="446">
                  <c:v>31.170581684598055</c:v>
                </c:pt>
                <c:pt idx="447">
                  <c:v>31.180437227773702</c:v>
                </c:pt>
                <c:pt idx="448">
                  <c:v>31.195275112106589</c:v>
                </c:pt>
                <c:pt idx="449">
                  <c:v>31.203336259660258</c:v>
                </c:pt>
                <c:pt idx="450">
                  <c:v>31.207418145039487</c:v>
                </c:pt>
                <c:pt idx="451">
                  <c:v>31.205729382520765</c:v>
                </c:pt>
                <c:pt idx="452">
                  <c:v>31.198567852824652</c:v>
                </c:pt>
                <c:pt idx="453">
                  <c:v>31.206098332125954</c:v>
                </c:pt>
                <c:pt idx="454">
                  <c:v>31.211331784812238</c:v>
                </c:pt>
                <c:pt idx="455">
                  <c:v>31.208988297713223</c:v>
                </c:pt>
                <c:pt idx="456">
                  <c:v>31.219117168335153</c:v>
                </c:pt>
                <c:pt idx="457">
                  <c:v>31.211569842422666</c:v>
                </c:pt>
                <c:pt idx="458">
                  <c:v>31.219232492649951</c:v>
                </c:pt>
                <c:pt idx="459">
                  <c:v>31.228004130595018</c:v>
                </c:pt>
                <c:pt idx="460">
                  <c:v>31.238338446081375</c:v>
                </c:pt>
                <c:pt idx="461">
                  <c:v>31.235048461680584</c:v>
                </c:pt>
                <c:pt idx="462">
                  <c:v>31.239660596351953</c:v>
                </c:pt>
                <c:pt idx="463">
                  <c:v>31.2373161610798</c:v>
                </c:pt>
                <c:pt idx="464">
                  <c:v>31.241530415839854</c:v>
                </c:pt>
                <c:pt idx="465">
                  <c:v>31.237350648121545</c:v>
                </c:pt>
                <c:pt idx="466">
                  <c:v>31.244658284683783</c:v>
                </c:pt>
                <c:pt idx="467">
                  <c:v>31.248110428742507</c:v>
                </c:pt>
                <c:pt idx="468">
                  <c:v>31.245378345008763</c:v>
                </c:pt>
                <c:pt idx="469">
                  <c:v>31.244214958613235</c:v>
                </c:pt>
                <c:pt idx="470">
                  <c:v>31.258158682596768</c:v>
                </c:pt>
                <c:pt idx="471">
                  <c:v>31.262459728275186</c:v>
                </c:pt>
                <c:pt idx="472">
                  <c:v>31.25359902820632</c:v>
                </c:pt>
                <c:pt idx="473">
                  <c:v>31.259116668228948</c:v>
                </c:pt>
                <c:pt idx="474">
                  <c:v>31.272483594234199</c:v>
                </c:pt>
                <c:pt idx="475">
                  <c:v>31.282013263531031</c:v>
                </c:pt>
                <c:pt idx="476">
                  <c:v>31.282729685517207</c:v>
                </c:pt>
                <c:pt idx="477">
                  <c:v>31.289325045594449</c:v>
                </c:pt>
                <c:pt idx="478">
                  <c:v>31.302206705405492</c:v>
                </c:pt>
                <c:pt idx="479">
                  <c:v>31.307740398219931</c:v>
                </c:pt>
                <c:pt idx="480">
                  <c:v>31.310488424492792</c:v>
                </c:pt>
                <c:pt idx="481">
                  <c:v>31.31674625698178</c:v>
                </c:pt>
                <c:pt idx="482">
                  <c:v>31.326021617421532</c:v>
                </c:pt>
                <c:pt idx="483">
                  <c:v>31.323705605293117</c:v>
                </c:pt>
                <c:pt idx="484">
                  <c:v>31.327065864759152</c:v>
                </c:pt>
                <c:pt idx="485">
                  <c:v>31.334773035023069</c:v>
                </c:pt>
                <c:pt idx="486">
                  <c:v>31.340760594065312</c:v>
                </c:pt>
                <c:pt idx="487">
                  <c:v>31.342049183416751</c:v>
                </c:pt>
                <c:pt idx="488">
                  <c:v>31.353727501257048</c:v>
                </c:pt>
                <c:pt idx="489">
                  <c:v>31.36026444945859</c:v>
                </c:pt>
                <c:pt idx="490">
                  <c:v>31.356508272579138</c:v>
                </c:pt>
                <c:pt idx="491">
                  <c:v>31.363608788436046</c:v>
                </c:pt>
                <c:pt idx="492">
                  <c:v>31.372024420441846</c:v>
                </c:pt>
                <c:pt idx="493">
                  <c:v>31.376795010280734</c:v>
                </c:pt>
                <c:pt idx="494">
                  <c:v>31.377198843837359</c:v>
                </c:pt>
                <c:pt idx="495">
                  <c:v>31.385565479547278</c:v>
                </c:pt>
                <c:pt idx="496">
                  <c:v>31.391475905806892</c:v>
                </c:pt>
                <c:pt idx="497">
                  <c:v>31.394522893276697</c:v>
                </c:pt>
                <c:pt idx="498">
                  <c:v>31.39983270697677</c:v>
                </c:pt>
                <c:pt idx="499">
                  <c:v>31.400690561114974</c:v>
                </c:pt>
                <c:pt idx="500">
                  <c:v>31.399940886917189</c:v>
                </c:pt>
                <c:pt idx="501">
                  <c:v>31.40417825064128</c:v>
                </c:pt>
                <c:pt idx="502">
                  <c:v>31.412359176718461</c:v>
                </c:pt>
                <c:pt idx="503">
                  <c:v>31.419224611787595</c:v>
                </c:pt>
                <c:pt idx="504">
                  <c:v>31.415647485278345</c:v>
                </c:pt>
                <c:pt idx="505">
                  <c:v>31.416265341358759</c:v>
                </c:pt>
                <c:pt idx="506">
                  <c:v>31.428914676699307</c:v>
                </c:pt>
                <c:pt idx="507">
                  <c:v>31.432105301374961</c:v>
                </c:pt>
                <c:pt idx="508">
                  <c:v>31.433269128781252</c:v>
                </c:pt>
                <c:pt idx="509">
                  <c:v>31.441792235110249</c:v>
                </c:pt>
                <c:pt idx="510">
                  <c:v>31.451395156294986</c:v>
                </c:pt>
                <c:pt idx="511">
                  <c:v>31.45781106909234</c:v>
                </c:pt>
                <c:pt idx="512">
                  <c:v>31.466081520354621</c:v>
                </c:pt>
                <c:pt idx="513">
                  <c:v>31.485987643716314</c:v>
                </c:pt>
                <c:pt idx="514">
                  <c:v>31.50106328797736</c:v>
                </c:pt>
                <c:pt idx="515">
                  <c:v>31.520679579064929</c:v>
                </c:pt>
                <c:pt idx="516">
                  <c:v>31.541439499265795</c:v>
                </c:pt>
                <c:pt idx="517">
                  <c:v>31.553048578416135</c:v>
                </c:pt>
                <c:pt idx="518">
                  <c:v>31.560362433230143</c:v>
                </c:pt>
                <c:pt idx="519">
                  <c:v>31.567674920910783</c:v>
                </c:pt>
                <c:pt idx="520">
                  <c:v>31.584665786717888</c:v>
                </c:pt>
                <c:pt idx="521">
                  <c:v>31.597524381665973</c:v>
                </c:pt>
                <c:pt idx="522">
                  <c:v>31.599051028627837</c:v>
                </c:pt>
                <c:pt idx="523">
                  <c:v>31.612140580913049</c:v>
                </c:pt>
                <c:pt idx="524">
                  <c:v>31.618719844097402</c:v>
                </c:pt>
                <c:pt idx="525">
                  <c:v>31.619231063775075</c:v>
                </c:pt>
                <c:pt idx="526">
                  <c:v>31.619402131850443</c:v>
                </c:pt>
                <c:pt idx="527">
                  <c:v>31.619360191726784</c:v>
                </c:pt>
                <c:pt idx="528">
                  <c:v>31.62659634044417</c:v>
                </c:pt>
                <c:pt idx="529">
                  <c:v>31.614804638736441</c:v>
                </c:pt>
                <c:pt idx="530">
                  <c:v>31.598744349742528</c:v>
                </c:pt>
                <c:pt idx="531">
                  <c:v>31.586698449430408</c:v>
                </c:pt>
                <c:pt idx="532">
                  <c:v>31.58862760691661</c:v>
                </c:pt>
                <c:pt idx="533">
                  <c:v>31.589626540398228</c:v>
                </c:pt>
                <c:pt idx="534">
                  <c:v>31.585560377052737</c:v>
                </c:pt>
                <c:pt idx="535">
                  <c:v>31.580683724125098</c:v>
                </c:pt>
                <c:pt idx="536">
                  <c:v>31.568285235707133</c:v>
                </c:pt>
                <c:pt idx="537">
                  <c:v>31.563056744391947</c:v>
                </c:pt>
                <c:pt idx="538">
                  <c:v>31.564350978681166</c:v>
                </c:pt>
                <c:pt idx="539">
                  <c:v>31.564728086985493</c:v>
                </c:pt>
                <c:pt idx="540">
                  <c:v>31.56217428185311</c:v>
                </c:pt>
                <c:pt idx="541">
                  <c:v>31.574296741633866</c:v>
                </c:pt>
                <c:pt idx="542">
                  <c:v>31.587051919557783</c:v>
                </c:pt>
                <c:pt idx="543">
                  <c:v>31.587854691451561</c:v>
                </c:pt>
                <c:pt idx="544">
                  <c:v>31.586519399060212</c:v>
                </c:pt>
                <c:pt idx="545">
                  <c:v>31.600087668529785</c:v>
                </c:pt>
                <c:pt idx="546">
                  <c:v>31.601792836648929</c:v>
                </c:pt>
                <c:pt idx="547">
                  <c:v>31.598040496563126</c:v>
                </c:pt>
                <c:pt idx="548">
                  <c:v>31.603136023132954</c:v>
                </c:pt>
                <c:pt idx="549">
                  <c:v>31.596977881127181</c:v>
                </c:pt>
                <c:pt idx="550">
                  <c:v>31.597652054282161</c:v>
                </c:pt>
                <c:pt idx="551">
                  <c:v>31.592919126762524</c:v>
                </c:pt>
                <c:pt idx="552">
                  <c:v>31.594208377630107</c:v>
                </c:pt>
                <c:pt idx="553">
                  <c:v>31.590913762616299</c:v>
                </c:pt>
                <c:pt idx="554">
                  <c:v>31.572680613587977</c:v>
                </c:pt>
                <c:pt idx="555">
                  <c:v>31.572316515101189</c:v>
                </c:pt>
                <c:pt idx="556">
                  <c:v>31.575268464751343</c:v>
                </c:pt>
                <c:pt idx="557">
                  <c:v>31.563636629445579</c:v>
                </c:pt>
                <c:pt idx="558">
                  <c:v>31.558132374099639</c:v>
                </c:pt>
                <c:pt idx="559">
                  <c:v>31.545843829665149</c:v>
                </c:pt>
                <c:pt idx="560">
                  <c:v>31.529184648053675</c:v>
                </c:pt>
                <c:pt idx="561">
                  <c:v>31.498842710578284</c:v>
                </c:pt>
                <c:pt idx="562">
                  <c:v>31.47768804164253</c:v>
                </c:pt>
                <c:pt idx="563">
                  <c:v>31.477036801047277</c:v>
                </c:pt>
                <c:pt idx="564">
                  <c:v>31.451607767584328</c:v>
                </c:pt>
                <c:pt idx="565">
                  <c:v>31.438671069629933</c:v>
                </c:pt>
                <c:pt idx="566">
                  <c:v>31.43998506120138</c:v>
                </c:pt>
                <c:pt idx="567">
                  <c:v>31.445196750006456</c:v>
                </c:pt>
                <c:pt idx="568">
                  <c:v>31.422251180459025</c:v>
                </c:pt>
                <c:pt idx="569">
                  <c:v>31.39458732494932</c:v>
                </c:pt>
                <c:pt idx="570">
                  <c:v>31.381136232039754</c:v>
                </c:pt>
                <c:pt idx="571">
                  <c:v>31.371426409845814</c:v>
                </c:pt>
                <c:pt idx="572">
                  <c:v>31.351972366618334</c:v>
                </c:pt>
                <c:pt idx="573">
                  <c:v>31.357053251630798</c:v>
                </c:pt>
                <c:pt idx="574">
                  <c:v>31.314183389078195</c:v>
                </c:pt>
                <c:pt idx="575">
                  <c:v>31.269024327851636</c:v>
                </c:pt>
                <c:pt idx="576">
                  <c:v>31.278652827660689</c:v>
                </c:pt>
                <c:pt idx="577">
                  <c:v>31.262225485407868</c:v>
                </c:pt>
                <c:pt idx="578">
                  <c:v>31.199966915372482</c:v>
                </c:pt>
                <c:pt idx="579">
                  <c:v>31.132747701909448</c:v>
                </c:pt>
                <c:pt idx="580">
                  <c:v>31.100836890691536</c:v>
                </c:pt>
                <c:pt idx="581">
                  <c:v>31.072667895940072</c:v>
                </c:pt>
                <c:pt idx="582">
                  <c:v>30.975364581944838</c:v>
                </c:pt>
                <c:pt idx="583">
                  <c:v>30.800657842526391</c:v>
                </c:pt>
                <c:pt idx="584">
                  <c:v>30.517221194703893</c:v>
                </c:pt>
                <c:pt idx="585">
                  <c:v>30.442613639708803</c:v>
                </c:pt>
                <c:pt idx="586">
                  <c:v>30.56688866487012</c:v>
                </c:pt>
                <c:pt idx="587">
                  <c:v>31.044395994083136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4-77BE-418F-8705-C8EC33B01BAD}"/>
            </c:ext>
          </c:extLst>
        </c:ser>
        <c:ser>
          <c:idx val="21"/>
          <c:order val="21"/>
          <c:tx>
            <c:strRef>
              <c:f>Sheet2!$W$1</c:f>
              <c:strCache>
                <c:ptCount val="1"/>
                <c:pt idx="0">
                  <c:v>S22_z/O-PTIR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Sheet2!$W$2:$W$589</c:f>
              <c:numCache>
                <c:formatCode>General</c:formatCode>
                <c:ptCount val="588"/>
                <c:pt idx="0">
                  <c:v>33.09618774590119</c:v>
                </c:pt>
                <c:pt idx="1">
                  <c:v>33.137579632945723</c:v>
                </c:pt>
                <c:pt idx="2">
                  <c:v>33.162909274655448</c:v>
                </c:pt>
                <c:pt idx="3">
                  <c:v>33.240592291003246</c:v>
                </c:pt>
                <c:pt idx="4">
                  <c:v>33.327247737381512</c:v>
                </c:pt>
                <c:pt idx="5">
                  <c:v>33.408583803904392</c:v>
                </c:pt>
                <c:pt idx="6">
                  <c:v>33.446662507157271</c:v>
                </c:pt>
                <c:pt idx="7">
                  <c:v>33.47725069412698</c:v>
                </c:pt>
                <c:pt idx="8">
                  <c:v>33.531127837280557</c:v>
                </c:pt>
                <c:pt idx="9">
                  <c:v>33.535416570026534</c:v>
                </c:pt>
                <c:pt idx="10">
                  <c:v>33.515016938433476</c:v>
                </c:pt>
                <c:pt idx="11">
                  <c:v>33.435482609910373</c:v>
                </c:pt>
                <c:pt idx="12">
                  <c:v>33.336969233204357</c:v>
                </c:pt>
                <c:pt idx="13">
                  <c:v>33.262389843526194</c:v>
                </c:pt>
                <c:pt idx="14">
                  <c:v>33.210927883384542</c:v>
                </c:pt>
                <c:pt idx="15">
                  <c:v>33.198028187168006</c:v>
                </c:pt>
                <c:pt idx="16">
                  <c:v>33.206706288236298</c:v>
                </c:pt>
                <c:pt idx="17">
                  <c:v>33.217151779482734</c:v>
                </c:pt>
                <c:pt idx="18">
                  <c:v>33.220946611799853</c:v>
                </c:pt>
                <c:pt idx="19">
                  <c:v>33.215064989973619</c:v>
                </c:pt>
                <c:pt idx="20">
                  <c:v>33.207807968057232</c:v>
                </c:pt>
                <c:pt idx="21">
                  <c:v>33.196328076228085</c:v>
                </c:pt>
                <c:pt idx="22">
                  <c:v>33.181244850039889</c:v>
                </c:pt>
                <c:pt idx="23">
                  <c:v>33.170930659538371</c:v>
                </c:pt>
                <c:pt idx="24">
                  <c:v>33.166908069294777</c:v>
                </c:pt>
                <c:pt idx="25">
                  <c:v>33.170291294314438</c:v>
                </c:pt>
                <c:pt idx="26">
                  <c:v>33.175310113025581</c:v>
                </c:pt>
                <c:pt idx="27">
                  <c:v>33.186682712174814</c:v>
                </c:pt>
                <c:pt idx="28">
                  <c:v>33.198956144913815</c:v>
                </c:pt>
                <c:pt idx="29">
                  <c:v>33.212165113165447</c:v>
                </c:pt>
                <c:pt idx="30">
                  <c:v>33.231019871808265</c:v>
                </c:pt>
                <c:pt idx="31">
                  <c:v>33.249188098940138</c:v>
                </c:pt>
                <c:pt idx="32">
                  <c:v>33.269024001337087</c:v>
                </c:pt>
                <c:pt idx="33">
                  <c:v>33.29339700309945</c:v>
                </c:pt>
                <c:pt idx="34">
                  <c:v>33.315149938864415</c:v>
                </c:pt>
                <c:pt idx="35">
                  <c:v>33.346468636720793</c:v>
                </c:pt>
                <c:pt idx="36">
                  <c:v>33.3707349831855</c:v>
                </c:pt>
                <c:pt idx="37">
                  <c:v>33.389457662060636</c:v>
                </c:pt>
                <c:pt idx="38">
                  <c:v>33.400353924203209</c:v>
                </c:pt>
                <c:pt idx="39">
                  <c:v>33.388257471270876</c:v>
                </c:pt>
                <c:pt idx="40">
                  <c:v>33.370004189017834</c:v>
                </c:pt>
                <c:pt idx="41">
                  <c:v>33.340265703416826</c:v>
                </c:pt>
                <c:pt idx="42">
                  <c:v>33.31109165521444</c:v>
                </c:pt>
                <c:pt idx="43">
                  <c:v>33.291965584190933</c:v>
                </c:pt>
                <c:pt idx="44">
                  <c:v>33.265532846255255</c:v>
                </c:pt>
                <c:pt idx="45">
                  <c:v>33.233663733409912</c:v>
                </c:pt>
                <c:pt idx="46">
                  <c:v>33.203488286861671</c:v>
                </c:pt>
                <c:pt idx="47">
                  <c:v>33.186313526207563</c:v>
                </c:pt>
                <c:pt idx="48">
                  <c:v>33.15331199755245</c:v>
                </c:pt>
                <c:pt idx="49">
                  <c:v>33.111353052760023</c:v>
                </c:pt>
                <c:pt idx="50">
                  <c:v>33.087036884248903</c:v>
                </c:pt>
                <c:pt idx="51">
                  <c:v>33.065138979430614</c:v>
                </c:pt>
                <c:pt idx="52">
                  <c:v>33.041924030408801</c:v>
                </c:pt>
                <c:pt idx="53">
                  <c:v>33.019860122922708</c:v>
                </c:pt>
                <c:pt idx="54">
                  <c:v>33.004057185936091</c:v>
                </c:pt>
                <c:pt idx="55">
                  <c:v>32.996318692544861</c:v>
                </c:pt>
                <c:pt idx="56">
                  <c:v>32.984071994450524</c:v>
                </c:pt>
                <c:pt idx="57">
                  <c:v>32.983827912456256</c:v>
                </c:pt>
                <c:pt idx="58">
                  <c:v>32.983058379611414</c:v>
                </c:pt>
                <c:pt idx="59">
                  <c:v>32.969140288188846</c:v>
                </c:pt>
                <c:pt idx="60">
                  <c:v>32.954374938696219</c:v>
                </c:pt>
                <c:pt idx="61">
                  <c:v>32.933678888943575</c:v>
                </c:pt>
                <c:pt idx="62">
                  <c:v>32.917986219087403</c:v>
                </c:pt>
                <c:pt idx="63">
                  <c:v>32.906362880840327</c:v>
                </c:pt>
                <c:pt idx="64">
                  <c:v>32.881660387861267</c:v>
                </c:pt>
                <c:pt idx="65">
                  <c:v>32.858476741390291</c:v>
                </c:pt>
                <c:pt idx="66">
                  <c:v>32.834857762837849</c:v>
                </c:pt>
                <c:pt idx="67">
                  <c:v>32.806775479621294</c:v>
                </c:pt>
                <c:pt idx="68">
                  <c:v>32.789483777028103</c:v>
                </c:pt>
                <c:pt idx="69">
                  <c:v>32.781918014228495</c:v>
                </c:pt>
                <c:pt idx="70">
                  <c:v>32.764284196708914</c:v>
                </c:pt>
                <c:pt idx="71">
                  <c:v>32.738003775427565</c:v>
                </c:pt>
                <c:pt idx="72">
                  <c:v>32.735018772677975</c:v>
                </c:pt>
                <c:pt idx="73">
                  <c:v>32.733808348361983</c:v>
                </c:pt>
                <c:pt idx="74">
                  <c:v>32.71242491725539</c:v>
                </c:pt>
                <c:pt idx="75">
                  <c:v>32.697566155852002</c:v>
                </c:pt>
                <c:pt idx="76">
                  <c:v>32.701157185192478</c:v>
                </c:pt>
                <c:pt idx="77">
                  <c:v>32.700562118035407</c:v>
                </c:pt>
                <c:pt idx="78">
                  <c:v>32.686500190683525</c:v>
                </c:pt>
                <c:pt idx="79">
                  <c:v>32.682267883972351</c:v>
                </c:pt>
                <c:pt idx="80">
                  <c:v>32.684726107991679</c:v>
                </c:pt>
                <c:pt idx="81">
                  <c:v>32.672771189330504</c:v>
                </c:pt>
                <c:pt idx="82">
                  <c:v>32.669438051933199</c:v>
                </c:pt>
                <c:pt idx="83">
                  <c:v>32.669541484909445</c:v>
                </c:pt>
                <c:pt idx="84">
                  <c:v>32.649728492863623</c:v>
                </c:pt>
                <c:pt idx="85">
                  <c:v>32.636975925718055</c:v>
                </c:pt>
                <c:pt idx="86">
                  <c:v>32.638670627761329</c:v>
                </c:pt>
                <c:pt idx="87">
                  <c:v>32.653507337509133</c:v>
                </c:pt>
                <c:pt idx="88">
                  <c:v>32.656045039554883</c:v>
                </c:pt>
                <c:pt idx="89">
                  <c:v>32.657894457288485</c:v>
                </c:pt>
                <c:pt idx="90">
                  <c:v>32.681998802429561</c:v>
                </c:pt>
                <c:pt idx="91">
                  <c:v>32.685101402205554</c:v>
                </c:pt>
                <c:pt idx="92">
                  <c:v>32.676241346207981</c:v>
                </c:pt>
                <c:pt idx="93">
                  <c:v>32.68567722395948</c:v>
                </c:pt>
                <c:pt idx="94">
                  <c:v>32.707371892363135</c:v>
                </c:pt>
                <c:pt idx="95">
                  <c:v>32.718145352190881</c:v>
                </c:pt>
                <c:pt idx="96">
                  <c:v>32.712505422175447</c:v>
                </c:pt>
                <c:pt idx="97">
                  <c:v>32.71786782533318</c:v>
                </c:pt>
                <c:pt idx="98">
                  <c:v>32.733160042081394</c:v>
                </c:pt>
                <c:pt idx="99">
                  <c:v>32.732358055856643</c:v>
                </c:pt>
                <c:pt idx="100">
                  <c:v>32.745823499646427</c:v>
                </c:pt>
                <c:pt idx="101">
                  <c:v>32.760488549958907</c:v>
                </c:pt>
                <c:pt idx="102">
                  <c:v>32.765067256221649</c:v>
                </c:pt>
                <c:pt idx="103">
                  <c:v>32.77031192071248</c:v>
                </c:pt>
                <c:pt idx="104">
                  <c:v>32.778336527916814</c:v>
                </c:pt>
                <c:pt idx="105">
                  <c:v>32.785521437112855</c:v>
                </c:pt>
                <c:pt idx="106">
                  <c:v>32.795601407340023</c:v>
                </c:pt>
                <c:pt idx="107">
                  <c:v>32.808779621897763</c:v>
                </c:pt>
                <c:pt idx="108">
                  <c:v>32.817235170328011</c:v>
                </c:pt>
                <c:pt idx="109">
                  <c:v>32.819821773756921</c:v>
                </c:pt>
                <c:pt idx="110">
                  <c:v>32.824606673179765</c:v>
                </c:pt>
                <c:pt idx="111">
                  <c:v>32.825207972518911</c:v>
                </c:pt>
                <c:pt idx="112">
                  <c:v>32.82279845512705</c:v>
                </c:pt>
                <c:pt idx="113">
                  <c:v>32.811434708509161</c:v>
                </c:pt>
                <c:pt idx="114">
                  <c:v>32.80133088956255</c:v>
                </c:pt>
                <c:pt idx="115">
                  <c:v>32.799033657678279</c:v>
                </c:pt>
                <c:pt idx="116">
                  <c:v>32.790421826659646</c:v>
                </c:pt>
                <c:pt idx="117">
                  <c:v>32.787290739437779</c:v>
                </c:pt>
                <c:pt idx="118">
                  <c:v>32.782927202801929</c:v>
                </c:pt>
                <c:pt idx="119">
                  <c:v>32.77933897086136</c:v>
                </c:pt>
                <c:pt idx="120">
                  <c:v>32.78156587823662</c:v>
                </c:pt>
                <c:pt idx="121">
                  <c:v>32.782387003634142</c:v>
                </c:pt>
                <c:pt idx="122">
                  <c:v>32.783788146885449</c:v>
                </c:pt>
                <c:pt idx="123">
                  <c:v>32.784637405627592</c:v>
                </c:pt>
                <c:pt idx="124">
                  <c:v>32.782558884382752</c:v>
                </c:pt>
                <c:pt idx="125">
                  <c:v>32.78984352619694</c:v>
                </c:pt>
                <c:pt idx="126">
                  <c:v>32.795522194889543</c:v>
                </c:pt>
                <c:pt idx="127">
                  <c:v>32.803103662079756</c:v>
                </c:pt>
                <c:pt idx="128">
                  <c:v>32.815167289825858</c:v>
                </c:pt>
                <c:pt idx="129">
                  <c:v>32.828253030841154</c:v>
                </c:pt>
                <c:pt idx="130">
                  <c:v>32.84576153192701</c:v>
                </c:pt>
                <c:pt idx="131">
                  <c:v>32.868751060090631</c:v>
                </c:pt>
                <c:pt idx="132">
                  <c:v>32.890749175563755</c:v>
                </c:pt>
                <c:pt idx="133">
                  <c:v>32.910695345091149</c:v>
                </c:pt>
                <c:pt idx="134">
                  <c:v>32.9194467805291</c:v>
                </c:pt>
                <c:pt idx="135">
                  <c:v>32.922313584280168</c:v>
                </c:pt>
                <c:pt idx="136">
                  <c:v>32.923778076245789</c:v>
                </c:pt>
                <c:pt idx="137">
                  <c:v>32.92635164874855</c:v>
                </c:pt>
                <c:pt idx="138">
                  <c:v>32.928629971625867</c:v>
                </c:pt>
                <c:pt idx="139">
                  <c:v>32.93968600425417</c:v>
                </c:pt>
                <c:pt idx="140">
                  <c:v>32.949593863566911</c:v>
                </c:pt>
                <c:pt idx="141">
                  <c:v>32.95852355357605</c:v>
                </c:pt>
                <c:pt idx="142">
                  <c:v>32.973963182676229</c:v>
                </c:pt>
                <c:pt idx="143">
                  <c:v>32.990075497928331</c:v>
                </c:pt>
                <c:pt idx="144">
                  <c:v>33.017436229019943</c:v>
                </c:pt>
                <c:pt idx="145">
                  <c:v>33.04543873322401</c:v>
                </c:pt>
                <c:pt idx="146">
                  <c:v>33.063530580715437</c:v>
                </c:pt>
                <c:pt idx="147">
                  <c:v>33.085853867369956</c:v>
                </c:pt>
                <c:pt idx="148">
                  <c:v>33.112757772433994</c:v>
                </c:pt>
                <c:pt idx="149">
                  <c:v>33.134920828271163</c:v>
                </c:pt>
                <c:pt idx="150">
                  <c:v>33.152835093983782</c:v>
                </c:pt>
                <c:pt idx="151">
                  <c:v>33.172901870398235</c:v>
                </c:pt>
                <c:pt idx="152">
                  <c:v>33.195018326510393</c:v>
                </c:pt>
                <c:pt idx="153">
                  <c:v>33.211541824138443</c:v>
                </c:pt>
                <c:pt idx="154">
                  <c:v>33.224122050203768</c:v>
                </c:pt>
                <c:pt idx="155">
                  <c:v>33.243908874166934</c:v>
                </c:pt>
                <c:pt idx="156">
                  <c:v>33.258754852515061</c:v>
                </c:pt>
                <c:pt idx="157">
                  <c:v>33.258755489897318</c:v>
                </c:pt>
                <c:pt idx="158">
                  <c:v>33.253754376248871</c:v>
                </c:pt>
                <c:pt idx="159">
                  <c:v>33.247115119379927</c:v>
                </c:pt>
                <c:pt idx="160">
                  <c:v>33.232228985949618</c:v>
                </c:pt>
                <c:pt idx="161">
                  <c:v>33.21195605178518</c:v>
                </c:pt>
                <c:pt idx="162">
                  <c:v>33.194525205104298</c:v>
                </c:pt>
                <c:pt idx="163">
                  <c:v>33.180105847946798</c:v>
                </c:pt>
                <c:pt idx="164">
                  <c:v>33.160757472156135</c:v>
                </c:pt>
                <c:pt idx="165">
                  <c:v>33.137096568015238</c:v>
                </c:pt>
                <c:pt idx="166">
                  <c:v>33.115992274927045</c:v>
                </c:pt>
                <c:pt idx="167">
                  <c:v>33.100514650762328</c:v>
                </c:pt>
                <c:pt idx="168">
                  <c:v>33.084974350675679</c:v>
                </c:pt>
                <c:pt idx="169">
                  <c:v>33.075856703721001</c:v>
                </c:pt>
                <c:pt idx="170">
                  <c:v>33.063729231518835</c:v>
                </c:pt>
                <c:pt idx="171">
                  <c:v>33.055420953800052</c:v>
                </c:pt>
                <c:pt idx="172">
                  <c:v>33.052618985988566</c:v>
                </c:pt>
                <c:pt idx="173">
                  <c:v>33.05335275460677</c:v>
                </c:pt>
                <c:pt idx="174">
                  <c:v>33.052801950106428</c:v>
                </c:pt>
                <c:pt idx="175">
                  <c:v>33.051685752134077</c:v>
                </c:pt>
                <c:pt idx="176">
                  <c:v>33.055450946176251</c:v>
                </c:pt>
                <c:pt idx="177">
                  <c:v>33.060729604387454</c:v>
                </c:pt>
                <c:pt idx="178">
                  <c:v>33.063024109692066</c:v>
                </c:pt>
                <c:pt idx="179">
                  <c:v>33.065002508807382</c:v>
                </c:pt>
                <c:pt idx="180">
                  <c:v>33.073991687827167</c:v>
                </c:pt>
                <c:pt idx="181">
                  <c:v>33.076404002618929</c:v>
                </c:pt>
                <c:pt idx="182">
                  <c:v>33.07882010629411</c:v>
                </c:pt>
                <c:pt idx="183">
                  <c:v>33.08595761903733</c:v>
                </c:pt>
                <c:pt idx="184">
                  <c:v>33.081700118021949</c:v>
                </c:pt>
                <c:pt idx="185">
                  <c:v>33.074377162452095</c:v>
                </c:pt>
                <c:pt idx="186">
                  <c:v>33.067481819556377</c:v>
                </c:pt>
                <c:pt idx="187">
                  <c:v>33.060315695431846</c:v>
                </c:pt>
                <c:pt idx="188">
                  <c:v>33.047288806044932</c:v>
                </c:pt>
                <c:pt idx="189">
                  <c:v>33.037214625373267</c:v>
                </c:pt>
                <c:pt idx="190">
                  <c:v>33.032099880632465</c:v>
                </c:pt>
                <c:pt idx="191">
                  <c:v>33.033252728084584</c:v>
                </c:pt>
                <c:pt idx="192">
                  <c:v>33.038526428878228</c:v>
                </c:pt>
                <c:pt idx="193">
                  <c:v>33.040897986615683</c:v>
                </c:pt>
                <c:pt idx="194">
                  <c:v>33.038175054204046</c:v>
                </c:pt>
                <c:pt idx="195">
                  <c:v>33.033722832909177</c:v>
                </c:pt>
                <c:pt idx="196">
                  <c:v>33.025230705819403</c:v>
                </c:pt>
                <c:pt idx="197">
                  <c:v>33.023117323306131</c:v>
                </c:pt>
                <c:pt idx="198">
                  <c:v>33.020977843530446</c:v>
                </c:pt>
                <c:pt idx="199">
                  <c:v>33.012248362370229</c:v>
                </c:pt>
                <c:pt idx="200">
                  <c:v>33.015330530503874</c:v>
                </c:pt>
                <c:pt idx="201">
                  <c:v>33.02280865324316</c:v>
                </c:pt>
                <c:pt idx="202">
                  <c:v>33.056257057680618</c:v>
                </c:pt>
                <c:pt idx="203">
                  <c:v>33.095044140491801</c:v>
                </c:pt>
                <c:pt idx="204">
                  <c:v>33.098847117137758</c:v>
                </c:pt>
                <c:pt idx="205">
                  <c:v>33.085471685886688</c:v>
                </c:pt>
                <c:pt idx="206">
                  <c:v>33.064743589970575</c:v>
                </c:pt>
                <c:pt idx="207">
                  <c:v>33.041778884304854</c:v>
                </c:pt>
                <c:pt idx="208">
                  <c:v>33.009730242123815</c:v>
                </c:pt>
                <c:pt idx="209">
                  <c:v>32.978176633495643</c:v>
                </c:pt>
                <c:pt idx="210">
                  <c:v>32.957947218375303</c:v>
                </c:pt>
                <c:pt idx="211">
                  <c:v>32.931037647691205</c:v>
                </c:pt>
                <c:pt idx="212">
                  <c:v>32.915931157050636</c:v>
                </c:pt>
                <c:pt idx="213">
                  <c:v>32.918226547608384</c:v>
                </c:pt>
                <c:pt idx="214">
                  <c:v>32.941520602850304</c:v>
                </c:pt>
                <c:pt idx="215">
                  <c:v>32.957255694036689</c:v>
                </c:pt>
                <c:pt idx="216">
                  <c:v>32.970593201043464</c:v>
                </c:pt>
                <c:pt idx="217">
                  <c:v>32.992882706438373</c:v>
                </c:pt>
                <c:pt idx="218">
                  <c:v>33.002778349257859</c:v>
                </c:pt>
                <c:pt idx="219">
                  <c:v>33.026654440730709</c:v>
                </c:pt>
                <c:pt idx="220">
                  <c:v>33.059668079648702</c:v>
                </c:pt>
                <c:pt idx="221">
                  <c:v>33.052580070260774</c:v>
                </c:pt>
                <c:pt idx="222">
                  <c:v>33.03966628081433</c:v>
                </c:pt>
                <c:pt idx="223">
                  <c:v>33.019857290112675</c:v>
                </c:pt>
                <c:pt idx="224">
                  <c:v>32.998704910074217</c:v>
                </c:pt>
                <c:pt idx="225">
                  <c:v>32.982874211549294</c:v>
                </c:pt>
                <c:pt idx="226">
                  <c:v>33.001591791366373</c:v>
                </c:pt>
                <c:pt idx="227">
                  <c:v>33.011686368270261</c:v>
                </c:pt>
                <c:pt idx="228">
                  <c:v>33.005520509367571</c:v>
                </c:pt>
                <c:pt idx="229">
                  <c:v>33.011588707144455</c:v>
                </c:pt>
                <c:pt idx="230">
                  <c:v>33.054849859297867</c:v>
                </c:pt>
                <c:pt idx="231">
                  <c:v>33.078083434045631</c:v>
                </c:pt>
                <c:pt idx="232">
                  <c:v>33.122059374990037</c:v>
                </c:pt>
                <c:pt idx="233">
                  <c:v>33.129443377616056</c:v>
                </c:pt>
                <c:pt idx="234">
                  <c:v>33.118452641258955</c:v>
                </c:pt>
                <c:pt idx="235">
                  <c:v>33.124301544129338</c:v>
                </c:pt>
                <c:pt idx="236">
                  <c:v>33.122862334993243</c:v>
                </c:pt>
                <c:pt idx="237">
                  <c:v>33.117844366125112</c:v>
                </c:pt>
                <c:pt idx="238">
                  <c:v>33.116325413386654</c:v>
                </c:pt>
                <c:pt idx="239">
                  <c:v>33.116263304026731</c:v>
                </c:pt>
                <c:pt idx="240">
                  <c:v>33.116188092920417</c:v>
                </c:pt>
                <c:pt idx="241">
                  <c:v>33.126752845469149</c:v>
                </c:pt>
                <c:pt idx="242">
                  <c:v>33.188222131965745</c:v>
                </c:pt>
                <c:pt idx="243">
                  <c:v>33.191206851434345</c:v>
                </c:pt>
                <c:pt idx="244">
                  <c:v>33.20936757161963</c:v>
                </c:pt>
                <c:pt idx="245">
                  <c:v>33.231846910696724</c:v>
                </c:pt>
                <c:pt idx="246">
                  <c:v>33.237828247436042</c:v>
                </c:pt>
                <c:pt idx="247">
                  <c:v>33.258979140249238</c:v>
                </c:pt>
                <c:pt idx="248">
                  <c:v>33.280475777526682</c:v>
                </c:pt>
                <c:pt idx="249">
                  <c:v>33.298129070615225</c:v>
                </c:pt>
                <c:pt idx="250">
                  <c:v>33.309745503887854</c:v>
                </c:pt>
                <c:pt idx="251">
                  <c:v>33.38180758775249</c:v>
                </c:pt>
                <c:pt idx="252">
                  <c:v>33.413888736428625</c:v>
                </c:pt>
                <c:pt idx="253">
                  <c:v>33.41874233149472</c:v>
                </c:pt>
                <c:pt idx="254">
                  <c:v>33.420334866473723</c:v>
                </c:pt>
                <c:pt idx="255">
                  <c:v>33.423795214746477</c:v>
                </c:pt>
                <c:pt idx="256">
                  <c:v>33.446567466380742</c:v>
                </c:pt>
                <c:pt idx="257">
                  <c:v>33.464655737449498</c:v>
                </c:pt>
                <c:pt idx="258">
                  <c:v>33.482464480988483</c:v>
                </c:pt>
                <c:pt idx="259">
                  <c:v>33.5</c:v>
                </c:pt>
                <c:pt idx="260">
                  <c:v>33.492902606928837</c:v>
                </c:pt>
                <c:pt idx="261">
                  <c:v>33.503340662048949</c:v>
                </c:pt>
                <c:pt idx="262">
                  <c:v>33.539047524283376</c:v>
                </c:pt>
                <c:pt idx="263">
                  <c:v>33.512629871061108</c:v>
                </c:pt>
                <c:pt idx="264">
                  <c:v>33.477011817421143</c:v>
                </c:pt>
                <c:pt idx="265">
                  <c:v>33.482955477787051</c:v>
                </c:pt>
                <c:pt idx="266">
                  <c:v>33.468232726675261</c:v>
                </c:pt>
                <c:pt idx="267">
                  <c:v>33.431132476006979</c:v>
                </c:pt>
                <c:pt idx="268">
                  <c:v>33.402481010435011</c:v>
                </c:pt>
                <c:pt idx="269">
                  <c:v>33.429775630822533</c:v>
                </c:pt>
                <c:pt idx="270">
                  <c:v>33.425909553333135</c:v>
                </c:pt>
                <c:pt idx="271">
                  <c:v>33.409540018930251</c:v>
                </c:pt>
                <c:pt idx="272">
                  <c:v>33.371277183025377</c:v>
                </c:pt>
                <c:pt idx="273">
                  <c:v>33.352172428897354</c:v>
                </c:pt>
                <c:pt idx="274">
                  <c:v>33.341003579609577</c:v>
                </c:pt>
                <c:pt idx="275">
                  <c:v>33.327581938144881</c:v>
                </c:pt>
                <c:pt idx="276">
                  <c:v>33.3223231096039</c:v>
                </c:pt>
                <c:pt idx="277">
                  <c:v>33.329696276731546</c:v>
                </c:pt>
                <c:pt idx="278">
                  <c:v>33.377759360578118</c:v>
                </c:pt>
                <c:pt idx="279">
                  <c:v>33.386690289941647</c:v>
                </c:pt>
                <c:pt idx="280">
                  <c:v>33.383956699082276</c:v>
                </c:pt>
                <c:pt idx="281">
                  <c:v>33.418386459734613</c:v>
                </c:pt>
                <c:pt idx="282">
                  <c:v>33.468081525439871</c:v>
                </c:pt>
                <c:pt idx="283">
                  <c:v>33.501782545711819</c:v>
                </c:pt>
                <c:pt idx="284">
                  <c:v>33.508339296988616</c:v>
                </c:pt>
                <c:pt idx="285">
                  <c:v>33.508864924889814</c:v>
                </c:pt>
                <c:pt idx="286">
                  <c:v>33.607775390741878</c:v>
                </c:pt>
                <c:pt idx="287">
                  <c:v>33.707928185432912</c:v>
                </c:pt>
                <c:pt idx="288">
                  <c:v>33.737380628041066</c:v>
                </c:pt>
                <c:pt idx="289">
                  <c:v>33.781434223390441</c:v>
                </c:pt>
                <c:pt idx="290">
                  <c:v>33.783034052855278</c:v>
                </c:pt>
                <c:pt idx="291">
                  <c:v>33.859718078745743</c:v>
                </c:pt>
                <c:pt idx="292">
                  <c:v>33.84404640709392</c:v>
                </c:pt>
                <c:pt idx="293">
                  <c:v>33.893748625644506</c:v>
                </c:pt>
                <c:pt idx="294">
                  <c:v>33.939180666354815</c:v>
                </c:pt>
                <c:pt idx="295">
                  <c:v>33.958151570208898</c:v>
                </c:pt>
                <c:pt idx="296">
                  <c:v>34.005919121149013</c:v>
                </c:pt>
                <c:pt idx="297">
                  <c:v>34.040420622715381</c:v>
                </c:pt>
                <c:pt idx="298">
                  <c:v>34.032526855924345</c:v>
                </c:pt>
                <c:pt idx="299">
                  <c:v>34.102435791704892</c:v>
                </c:pt>
                <c:pt idx="300">
                  <c:v>34.137168308929262</c:v>
                </c:pt>
                <c:pt idx="301">
                  <c:v>34.075874515014064</c:v>
                </c:pt>
                <c:pt idx="302">
                  <c:v>34.052854392502113</c:v>
                </c:pt>
                <c:pt idx="303">
                  <c:v>34.217139244298345</c:v>
                </c:pt>
                <c:pt idx="304">
                  <c:v>34.343639792624138</c:v>
                </c:pt>
                <c:pt idx="305">
                  <c:v>34.449887590556969</c:v>
                </c:pt>
                <c:pt idx="306">
                  <c:v>34.379721293985128</c:v>
                </c:pt>
                <c:pt idx="307">
                  <c:v>34.321804776188529</c:v>
                </c:pt>
                <c:pt idx="308">
                  <c:v>34.267063980076841</c:v>
                </c:pt>
                <c:pt idx="309">
                  <c:v>34.209620541555374</c:v>
                </c:pt>
                <c:pt idx="310">
                  <c:v>34.198119332830743</c:v>
                </c:pt>
                <c:pt idx="311">
                  <c:v>34.164978146641118</c:v>
                </c:pt>
                <c:pt idx="312">
                  <c:v>34.449117632790625</c:v>
                </c:pt>
                <c:pt idx="313">
                  <c:v>34.494782388844961</c:v>
                </c:pt>
                <c:pt idx="314">
                  <c:v>34.308203888669148</c:v>
                </c:pt>
                <c:pt idx="315">
                  <c:v>34.162712890100075</c:v>
                </c:pt>
                <c:pt idx="316">
                  <c:v>33.994496381262238</c:v>
                </c:pt>
                <c:pt idx="317">
                  <c:v>33.967761311676028</c:v>
                </c:pt>
                <c:pt idx="318">
                  <c:v>33.893755707669584</c:v>
                </c:pt>
                <c:pt idx="319">
                  <c:v>33.765214827919181</c:v>
                </c:pt>
                <c:pt idx="320">
                  <c:v>33.740766969151757</c:v>
                </c:pt>
                <c:pt idx="321">
                  <c:v>33.825055107007628</c:v>
                </c:pt>
                <c:pt idx="322">
                  <c:v>33.702368370826164</c:v>
                </c:pt>
                <c:pt idx="323">
                  <c:v>33.539118061253141</c:v>
                </c:pt>
                <c:pt idx="324">
                  <c:v>33.395294242207385</c:v>
                </c:pt>
                <c:pt idx="325">
                  <c:v>33.26770447842479</c:v>
                </c:pt>
                <c:pt idx="326">
                  <c:v>33.153851506222793</c:v>
                </c:pt>
                <c:pt idx="327">
                  <c:v>33.09118397649334</c:v>
                </c:pt>
                <c:pt idx="328">
                  <c:v>33.055150668313004</c:v>
                </c:pt>
                <c:pt idx="329">
                  <c:v>33.017172671456713</c:v>
                </c:pt>
                <c:pt idx="330">
                  <c:v>32.989737225000539</c:v>
                </c:pt>
                <c:pt idx="331">
                  <c:v>32.955744885627063</c:v>
                </c:pt>
                <c:pt idx="332">
                  <c:v>32.913937319120656</c:v>
                </c:pt>
                <c:pt idx="333">
                  <c:v>32.900414900439124</c:v>
                </c:pt>
                <c:pt idx="334">
                  <c:v>32.896690923782892</c:v>
                </c:pt>
                <c:pt idx="335">
                  <c:v>32.88206785217406</c:v>
                </c:pt>
                <c:pt idx="336">
                  <c:v>32.894713834842221</c:v>
                </c:pt>
                <c:pt idx="337">
                  <c:v>32.920909608218828</c:v>
                </c:pt>
                <c:pt idx="338">
                  <c:v>32.916302113524154</c:v>
                </c:pt>
                <c:pt idx="339">
                  <c:v>32.918197334254941</c:v>
                </c:pt>
                <c:pt idx="340">
                  <c:v>32.956586513487188</c:v>
                </c:pt>
                <c:pt idx="341">
                  <c:v>33.075160646886332</c:v>
                </c:pt>
                <c:pt idx="342">
                  <c:v>33.071323605699753</c:v>
                </c:pt>
                <c:pt idx="343">
                  <c:v>33.05943334592753</c:v>
                </c:pt>
                <c:pt idx="344">
                  <c:v>33.131463383628699</c:v>
                </c:pt>
                <c:pt idx="345">
                  <c:v>33.11884973040501</c:v>
                </c:pt>
                <c:pt idx="346">
                  <c:v>33.135550774401736</c:v>
                </c:pt>
                <c:pt idx="347">
                  <c:v>33.100197446859141</c:v>
                </c:pt>
                <c:pt idx="348">
                  <c:v>33.052513215944046</c:v>
                </c:pt>
                <c:pt idx="349">
                  <c:v>33.034298282856788</c:v>
                </c:pt>
                <c:pt idx="350">
                  <c:v>33.130048395018363</c:v>
                </c:pt>
                <c:pt idx="351">
                  <c:v>33.221987527845634</c:v>
                </c:pt>
                <c:pt idx="352">
                  <c:v>33.169908935780548</c:v>
                </c:pt>
                <c:pt idx="353">
                  <c:v>33.123791567503559</c:v>
                </c:pt>
                <c:pt idx="354">
                  <c:v>33.082590611855096</c:v>
                </c:pt>
                <c:pt idx="355">
                  <c:v>33.09594957739786</c:v>
                </c:pt>
                <c:pt idx="356">
                  <c:v>33.240895543317031</c:v>
                </c:pt>
                <c:pt idx="357">
                  <c:v>33.24414222689321</c:v>
                </c:pt>
                <c:pt idx="358">
                  <c:v>33.204890102905367</c:v>
                </c:pt>
                <c:pt idx="359">
                  <c:v>33.38679977804933</c:v>
                </c:pt>
                <c:pt idx="360">
                  <c:v>33.419474754528153</c:v>
                </c:pt>
                <c:pt idx="361">
                  <c:v>33.285167619140019</c:v>
                </c:pt>
                <c:pt idx="362">
                  <c:v>33.155851045182963</c:v>
                </c:pt>
                <c:pt idx="363">
                  <c:v>33.113392180240368</c:v>
                </c:pt>
                <c:pt idx="364">
                  <c:v>33.108082786040335</c:v>
                </c:pt>
                <c:pt idx="365">
                  <c:v>33.052994156267005</c:v>
                </c:pt>
                <c:pt idx="366">
                  <c:v>33.029246107807545</c:v>
                </c:pt>
                <c:pt idx="367">
                  <c:v>33.085008663087173</c:v>
                </c:pt>
                <c:pt idx="368">
                  <c:v>33.125677227500496</c:v>
                </c:pt>
                <c:pt idx="369">
                  <c:v>33.098542944160712</c:v>
                </c:pt>
                <c:pt idx="370">
                  <c:v>33.126619915858463</c:v>
                </c:pt>
                <c:pt idx="371">
                  <c:v>33.083299451745027</c:v>
                </c:pt>
                <c:pt idx="372">
                  <c:v>33.059693468708602</c:v>
                </c:pt>
                <c:pt idx="373">
                  <c:v>33.040127143596202</c:v>
                </c:pt>
                <c:pt idx="374">
                  <c:v>33.04847568262754</c:v>
                </c:pt>
                <c:pt idx="375">
                  <c:v>33.131359702781573</c:v>
                </c:pt>
                <c:pt idx="376">
                  <c:v>33.11404570951445</c:v>
                </c:pt>
                <c:pt idx="377">
                  <c:v>33.092817303936791</c:v>
                </c:pt>
                <c:pt idx="378">
                  <c:v>33.058561938151968</c:v>
                </c:pt>
                <c:pt idx="379">
                  <c:v>33.015175646615447</c:v>
                </c:pt>
                <c:pt idx="380">
                  <c:v>33.006723851658485</c:v>
                </c:pt>
                <c:pt idx="381">
                  <c:v>32.993607410064477</c:v>
                </c:pt>
                <c:pt idx="382">
                  <c:v>32.990735401024985</c:v>
                </c:pt>
                <c:pt idx="383">
                  <c:v>32.998063986804766</c:v>
                </c:pt>
                <c:pt idx="384">
                  <c:v>32.974028620587944</c:v>
                </c:pt>
                <c:pt idx="385">
                  <c:v>32.961401051184978</c:v>
                </c:pt>
                <c:pt idx="386">
                  <c:v>32.960364703045379</c:v>
                </c:pt>
                <c:pt idx="387">
                  <c:v>32.951877958294659</c:v>
                </c:pt>
                <c:pt idx="388">
                  <c:v>32.942259116425305</c:v>
                </c:pt>
                <c:pt idx="389">
                  <c:v>32.93308906248506</c:v>
                </c:pt>
                <c:pt idx="390">
                  <c:v>32.931185449554555</c:v>
                </c:pt>
                <c:pt idx="391">
                  <c:v>32.954735449182749</c:v>
                </c:pt>
                <c:pt idx="392">
                  <c:v>32.978558106776404</c:v>
                </c:pt>
                <c:pt idx="393">
                  <c:v>32.971197651883763</c:v>
                </c:pt>
                <c:pt idx="394">
                  <c:v>32.97306245531685</c:v>
                </c:pt>
                <c:pt idx="395">
                  <c:v>32.972421142536021</c:v>
                </c:pt>
                <c:pt idx="396">
                  <c:v>32.965484440613857</c:v>
                </c:pt>
                <c:pt idx="397">
                  <c:v>32.959951006550519</c:v>
                </c:pt>
                <c:pt idx="398">
                  <c:v>32.950306279879506</c:v>
                </c:pt>
                <c:pt idx="399">
                  <c:v>32.947212674275356</c:v>
                </c:pt>
                <c:pt idx="400">
                  <c:v>32.95680350673554</c:v>
                </c:pt>
                <c:pt idx="401">
                  <c:v>32.933426025238212</c:v>
                </c:pt>
                <c:pt idx="402">
                  <c:v>32.916306787660702</c:v>
                </c:pt>
                <c:pt idx="403">
                  <c:v>32.881946430854121</c:v>
                </c:pt>
                <c:pt idx="404">
                  <c:v>32.848676351808095</c:v>
                </c:pt>
                <c:pt idx="405">
                  <c:v>32.81207336553058</c:v>
                </c:pt>
                <c:pt idx="406">
                  <c:v>32.779653819991211</c:v>
                </c:pt>
                <c:pt idx="407">
                  <c:v>32.747851862448663</c:v>
                </c:pt>
                <c:pt idx="408">
                  <c:v>32.732271177114008</c:v>
                </c:pt>
                <c:pt idx="409">
                  <c:v>32.718370525178194</c:v>
                </c:pt>
                <c:pt idx="410">
                  <c:v>32.705084415968408</c:v>
                </c:pt>
                <c:pt idx="411">
                  <c:v>32.69624560604607</c:v>
                </c:pt>
                <c:pt idx="412">
                  <c:v>32.683087486734479</c:v>
                </c:pt>
                <c:pt idx="413">
                  <c:v>32.674690825342743</c:v>
                </c:pt>
                <c:pt idx="414">
                  <c:v>32.669008810393294</c:v>
                </c:pt>
                <c:pt idx="415">
                  <c:v>32.663596974700525</c:v>
                </c:pt>
                <c:pt idx="416">
                  <c:v>32.658427291150197</c:v>
                </c:pt>
                <c:pt idx="417">
                  <c:v>32.649115773759043</c:v>
                </c:pt>
                <c:pt idx="418">
                  <c:v>32.635869191101719</c:v>
                </c:pt>
                <c:pt idx="419">
                  <c:v>32.638368012829794</c:v>
                </c:pt>
                <c:pt idx="420">
                  <c:v>32.644810460221855</c:v>
                </c:pt>
                <c:pt idx="421">
                  <c:v>32.639727115409741</c:v>
                </c:pt>
                <c:pt idx="422">
                  <c:v>32.633732455610755</c:v>
                </c:pt>
                <c:pt idx="423">
                  <c:v>32.630060363640744</c:v>
                </c:pt>
                <c:pt idx="424">
                  <c:v>32.626795054338608</c:v>
                </c:pt>
                <c:pt idx="425">
                  <c:v>32.625175466023805</c:v>
                </c:pt>
                <c:pt idx="426">
                  <c:v>32.617767074673935</c:v>
                </c:pt>
                <c:pt idx="427">
                  <c:v>32.611726505647383</c:v>
                </c:pt>
                <c:pt idx="428">
                  <c:v>32.602013313498944</c:v>
                </c:pt>
                <c:pt idx="429">
                  <c:v>32.608697151715745</c:v>
                </c:pt>
                <c:pt idx="430">
                  <c:v>32.60802669640173</c:v>
                </c:pt>
                <c:pt idx="431">
                  <c:v>32.605420413795642</c:v>
                </c:pt>
                <c:pt idx="432">
                  <c:v>32.603716611350151</c:v>
                </c:pt>
                <c:pt idx="433">
                  <c:v>32.613138130295809</c:v>
                </c:pt>
                <c:pt idx="434">
                  <c:v>32.631557450626779</c:v>
                </c:pt>
                <c:pt idx="435">
                  <c:v>32.683644470301708</c:v>
                </c:pt>
                <c:pt idx="436">
                  <c:v>32.709389331141679</c:v>
                </c:pt>
                <c:pt idx="437">
                  <c:v>32.72950603583292</c:v>
                </c:pt>
                <c:pt idx="438">
                  <c:v>32.735879008558982</c:v>
                </c:pt>
                <c:pt idx="439">
                  <c:v>32.764099692250603</c:v>
                </c:pt>
                <c:pt idx="440">
                  <c:v>32.765131826585282</c:v>
                </c:pt>
                <c:pt idx="441">
                  <c:v>32.790775609222358</c:v>
                </c:pt>
                <c:pt idx="442">
                  <c:v>32.805489737968614</c:v>
                </c:pt>
                <c:pt idx="443">
                  <c:v>32.807468809876312</c:v>
                </c:pt>
                <c:pt idx="444">
                  <c:v>32.819084605766683</c:v>
                </c:pt>
                <c:pt idx="445">
                  <c:v>32.822411245405981</c:v>
                </c:pt>
                <c:pt idx="446">
                  <c:v>32.813821563420774</c:v>
                </c:pt>
                <c:pt idx="447">
                  <c:v>32.816609756693488</c:v>
                </c:pt>
                <c:pt idx="448">
                  <c:v>32.832776284847547</c:v>
                </c:pt>
                <c:pt idx="449">
                  <c:v>32.829647552399017</c:v>
                </c:pt>
                <c:pt idx="450">
                  <c:v>32.831932072048275</c:v>
                </c:pt>
                <c:pt idx="451">
                  <c:v>32.834747743578284</c:v>
                </c:pt>
                <c:pt idx="452">
                  <c:v>32.834314323643589</c:v>
                </c:pt>
                <c:pt idx="453">
                  <c:v>32.846750465908727</c:v>
                </c:pt>
                <c:pt idx="454">
                  <c:v>32.858252913987741</c:v>
                </c:pt>
                <c:pt idx="455">
                  <c:v>32.85962505634636</c:v>
                </c:pt>
                <c:pt idx="456">
                  <c:v>32.855493721607715</c:v>
                </c:pt>
                <c:pt idx="457">
                  <c:v>32.861959858373659</c:v>
                </c:pt>
                <c:pt idx="458">
                  <c:v>32.865037281550507</c:v>
                </c:pt>
                <c:pt idx="459">
                  <c:v>32.860675533125992</c:v>
                </c:pt>
                <c:pt idx="460">
                  <c:v>32.862611687961724</c:v>
                </c:pt>
                <c:pt idx="461">
                  <c:v>32.856979707519443</c:v>
                </c:pt>
                <c:pt idx="462">
                  <c:v>32.857498430446192</c:v>
                </c:pt>
                <c:pt idx="463">
                  <c:v>32.863318084553008</c:v>
                </c:pt>
                <c:pt idx="464">
                  <c:v>32.866831123092325</c:v>
                </c:pt>
                <c:pt idx="465">
                  <c:v>32.870548088543728</c:v>
                </c:pt>
                <c:pt idx="466">
                  <c:v>32.873021804492907</c:v>
                </c:pt>
                <c:pt idx="467">
                  <c:v>32.880883171019221</c:v>
                </c:pt>
                <c:pt idx="468">
                  <c:v>32.887610953201623</c:v>
                </c:pt>
                <c:pt idx="469">
                  <c:v>32.886496773606424</c:v>
                </c:pt>
                <c:pt idx="470">
                  <c:v>32.890876616605013</c:v>
                </c:pt>
                <c:pt idx="471">
                  <c:v>32.8983597675821</c:v>
                </c:pt>
                <c:pt idx="472">
                  <c:v>32.904913933919751</c:v>
                </c:pt>
                <c:pt idx="473">
                  <c:v>32.918161286747299</c:v>
                </c:pt>
                <c:pt idx="474">
                  <c:v>32.929843936954398</c:v>
                </c:pt>
                <c:pt idx="475">
                  <c:v>32.936197009189989</c:v>
                </c:pt>
                <c:pt idx="476">
                  <c:v>32.937965886593403</c:v>
                </c:pt>
                <c:pt idx="477">
                  <c:v>32.94232420023576</c:v>
                </c:pt>
                <c:pt idx="478">
                  <c:v>32.951279633406052</c:v>
                </c:pt>
                <c:pt idx="479">
                  <c:v>32.964288605269523</c:v>
                </c:pt>
                <c:pt idx="480">
                  <c:v>32.970009323486011</c:v>
                </c:pt>
                <c:pt idx="481">
                  <c:v>32.977927700314197</c:v>
                </c:pt>
                <c:pt idx="482">
                  <c:v>32.984289341800128</c:v>
                </c:pt>
                <c:pt idx="483">
                  <c:v>32.994009279577455</c:v>
                </c:pt>
                <c:pt idx="484">
                  <c:v>33.003616754796568</c:v>
                </c:pt>
                <c:pt idx="485">
                  <c:v>33.005527201881272</c:v>
                </c:pt>
                <c:pt idx="486">
                  <c:v>33.011340375935134</c:v>
                </c:pt>
                <c:pt idx="487">
                  <c:v>33.017323589411099</c:v>
                </c:pt>
                <c:pt idx="488">
                  <c:v>33.022539607110495</c:v>
                </c:pt>
                <c:pt idx="489">
                  <c:v>33.025454391581455</c:v>
                </c:pt>
                <c:pt idx="490">
                  <c:v>33.031407966782467</c:v>
                </c:pt>
                <c:pt idx="491">
                  <c:v>33.039431122171663</c:v>
                </c:pt>
                <c:pt idx="492">
                  <c:v>33.041362815331595</c:v>
                </c:pt>
                <c:pt idx="493">
                  <c:v>33.047832280649324</c:v>
                </c:pt>
                <c:pt idx="494">
                  <c:v>33.054871211603469</c:v>
                </c:pt>
                <c:pt idx="495">
                  <c:v>33.059418615315373</c:v>
                </c:pt>
                <c:pt idx="496">
                  <c:v>33.061783303488497</c:v>
                </c:pt>
                <c:pt idx="497">
                  <c:v>33.066818304626935</c:v>
                </c:pt>
                <c:pt idx="498">
                  <c:v>33.07337909265803</c:v>
                </c:pt>
                <c:pt idx="499">
                  <c:v>33.077860704356965</c:v>
                </c:pt>
                <c:pt idx="500">
                  <c:v>33.079143329918615</c:v>
                </c:pt>
                <c:pt idx="501">
                  <c:v>33.086454777197716</c:v>
                </c:pt>
                <c:pt idx="502">
                  <c:v>33.089079198640533</c:v>
                </c:pt>
                <c:pt idx="503">
                  <c:v>33.09344261134094</c:v>
                </c:pt>
                <c:pt idx="504">
                  <c:v>33.097106567834643</c:v>
                </c:pt>
                <c:pt idx="505">
                  <c:v>33.102701580106022</c:v>
                </c:pt>
                <c:pt idx="506">
                  <c:v>33.110121134497923</c:v>
                </c:pt>
                <c:pt idx="507">
                  <c:v>33.125293240100831</c:v>
                </c:pt>
                <c:pt idx="508">
                  <c:v>33.141584730587375</c:v>
                </c:pt>
                <c:pt idx="509">
                  <c:v>33.158001147996266</c:v>
                </c:pt>
                <c:pt idx="510">
                  <c:v>33.175079522289082</c:v>
                </c:pt>
                <c:pt idx="511">
                  <c:v>33.190735613485735</c:v>
                </c:pt>
                <c:pt idx="512">
                  <c:v>33.21276134885666</c:v>
                </c:pt>
                <c:pt idx="513">
                  <c:v>33.242418320349032</c:v>
                </c:pt>
                <c:pt idx="514">
                  <c:v>33.272606372901905</c:v>
                </c:pt>
                <c:pt idx="515">
                  <c:v>33.300473291735877</c:v>
                </c:pt>
                <c:pt idx="516">
                  <c:v>33.327189027393622</c:v>
                </c:pt>
                <c:pt idx="517">
                  <c:v>33.347010765740421</c:v>
                </c:pt>
                <c:pt idx="518">
                  <c:v>33.361973526682057</c:v>
                </c:pt>
                <c:pt idx="519">
                  <c:v>33.380234528342442</c:v>
                </c:pt>
                <c:pt idx="520">
                  <c:v>33.401276641250462</c:v>
                </c:pt>
                <c:pt idx="521">
                  <c:v>33.422488227018562</c:v>
                </c:pt>
                <c:pt idx="522">
                  <c:v>33.439949880508529</c:v>
                </c:pt>
                <c:pt idx="523">
                  <c:v>33.458031990215474</c:v>
                </c:pt>
                <c:pt idx="524">
                  <c:v>33.479263122372785</c:v>
                </c:pt>
                <c:pt idx="525">
                  <c:v>33.485543887132344</c:v>
                </c:pt>
                <c:pt idx="526">
                  <c:v>33.4887227249083</c:v>
                </c:pt>
                <c:pt idx="527">
                  <c:v>33.484820387450505</c:v>
                </c:pt>
                <c:pt idx="528">
                  <c:v>33.482691672352942</c:v>
                </c:pt>
                <c:pt idx="529">
                  <c:v>33.479729119622839</c:v>
                </c:pt>
                <c:pt idx="530">
                  <c:v>33.471593147574175</c:v>
                </c:pt>
                <c:pt idx="531">
                  <c:v>33.463013982396212</c:v>
                </c:pt>
                <c:pt idx="532">
                  <c:v>33.460042435494259</c:v>
                </c:pt>
                <c:pt idx="533">
                  <c:v>33.465162385523492</c:v>
                </c:pt>
                <c:pt idx="534">
                  <c:v>33.469801890971517</c:v>
                </c:pt>
                <c:pt idx="535">
                  <c:v>33.479519491680563</c:v>
                </c:pt>
                <c:pt idx="536">
                  <c:v>33.487508086787386</c:v>
                </c:pt>
                <c:pt idx="537">
                  <c:v>33.496229671489644</c:v>
                </c:pt>
                <c:pt idx="538">
                  <c:v>33.508694318905711</c:v>
                </c:pt>
                <c:pt idx="539">
                  <c:v>33.512874342566761</c:v>
                </c:pt>
                <c:pt idx="540">
                  <c:v>33.526220277183377</c:v>
                </c:pt>
                <c:pt idx="541">
                  <c:v>33.551962588494327</c:v>
                </c:pt>
                <c:pt idx="542">
                  <c:v>33.579178598403502</c:v>
                </c:pt>
                <c:pt idx="543">
                  <c:v>33.60341881219567</c:v>
                </c:pt>
                <c:pt idx="544">
                  <c:v>33.625139029004785</c:v>
                </c:pt>
                <c:pt idx="545">
                  <c:v>33.634131855267484</c:v>
                </c:pt>
                <c:pt idx="546">
                  <c:v>33.655925725137401</c:v>
                </c:pt>
                <c:pt idx="547">
                  <c:v>33.686325246959065</c:v>
                </c:pt>
                <c:pt idx="548">
                  <c:v>33.710848529293557</c:v>
                </c:pt>
                <c:pt idx="549">
                  <c:v>33.716883689423454</c:v>
                </c:pt>
                <c:pt idx="550">
                  <c:v>33.712628100554838</c:v>
                </c:pt>
                <c:pt idx="551">
                  <c:v>33.715462468631053</c:v>
                </c:pt>
                <c:pt idx="552">
                  <c:v>33.725067677602141</c:v>
                </c:pt>
                <c:pt idx="553">
                  <c:v>33.734326575546973</c:v>
                </c:pt>
                <c:pt idx="554">
                  <c:v>33.733629845919921</c:v>
                </c:pt>
                <c:pt idx="555">
                  <c:v>33.737227939580407</c:v>
                </c:pt>
                <c:pt idx="556">
                  <c:v>33.745303997696922</c:v>
                </c:pt>
                <c:pt idx="557">
                  <c:v>33.747683983044212</c:v>
                </c:pt>
                <c:pt idx="558">
                  <c:v>33.752446361627321</c:v>
                </c:pt>
                <c:pt idx="559">
                  <c:v>33.74709872449187</c:v>
                </c:pt>
                <c:pt idx="560">
                  <c:v>33.730732872742024</c:v>
                </c:pt>
                <c:pt idx="561">
                  <c:v>33.718609578934654</c:v>
                </c:pt>
                <c:pt idx="562">
                  <c:v>33.698125387962186</c:v>
                </c:pt>
                <c:pt idx="563">
                  <c:v>33.660889941435194</c:v>
                </c:pt>
                <c:pt idx="564">
                  <c:v>33.651220781777667</c:v>
                </c:pt>
                <c:pt idx="565">
                  <c:v>33.649277474096607</c:v>
                </c:pt>
                <c:pt idx="566">
                  <c:v>33.644001436234682</c:v>
                </c:pt>
                <c:pt idx="567">
                  <c:v>33.632228419387609</c:v>
                </c:pt>
                <c:pt idx="568">
                  <c:v>33.623856757544395</c:v>
                </c:pt>
                <c:pt idx="569">
                  <c:v>33.594230451220604</c:v>
                </c:pt>
                <c:pt idx="570">
                  <c:v>33.543938016700125</c:v>
                </c:pt>
                <c:pt idx="571">
                  <c:v>33.507477697817777</c:v>
                </c:pt>
                <c:pt idx="572">
                  <c:v>33.482391465309938</c:v>
                </c:pt>
                <c:pt idx="573">
                  <c:v>33.485593815409139</c:v>
                </c:pt>
                <c:pt idx="574">
                  <c:v>33.459863472720571</c:v>
                </c:pt>
                <c:pt idx="575">
                  <c:v>33.441452686229816</c:v>
                </c:pt>
                <c:pt idx="576">
                  <c:v>33.416856742318039</c:v>
                </c:pt>
                <c:pt idx="577">
                  <c:v>33.371658904177011</c:v>
                </c:pt>
                <c:pt idx="578">
                  <c:v>33.333317316153284</c:v>
                </c:pt>
                <c:pt idx="579">
                  <c:v>33.323819612322865</c:v>
                </c:pt>
                <c:pt idx="580">
                  <c:v>33.249700554274689</c:v>
                </c:pt>
                <c:pt idx="581">
                  <c:v>33.230858897378269</c:v>
                </c:pt>
                <c:pt idx="582">
                  <c:v>33.289434326788005</c:v>
                </c:pt>
                <c:pt idx="583">
                  <c:v>33.156818449808448</c:v>
                </c:pt>
                <c:pt idx="584">
                  <c:v>32.942532305542642</c:v>
                </c:pt>
                <c:pt idx="585">
                  <c:v>32.466179548014537</c:v>
                </c:pt>
                <c:pt idx="586">
                  <c:v>32.567158777408764</c:v>
                </c:pt>
                <c:pt idx="587">
                  <c:v>32.295071246942776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77BE-418F-8705-C8EC33B01BAD}"/>
            </c:ext>
          </c:extLst>
        </c:ser>
        <c:ser>
          <c:idx val="22"/>
          <c:order val="22"/>
          <c:tx>
            <c:strRef>
              <c:f>Sheet2!$X$1</c:f>
              <c:strCache>
                <c:ptCount val="1"/>
                <c:pt idx="0">
                  <c:v>S23_z_o_faint/O-PTIR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Sheet2!$X$2:$X$589</c:f>
              <c:numCache>
                <c:formatCode>General</c:formatCode>
                <c:ptCount val="588"/>
                <c:pt idx="0">
                  <c:v>34.048739495272841</c:v>
                </c:pt>
                <c:pt idx="1">
                  <c:v>34.120488145919012</c:v>
                </c:pt>
                <c:pt idx="2">
                  <c:v>34.037109221926208</c:v>
                </c:pt>
                <c:pt idx="3">
                  <c:v>34.128913802364295</c:v>
                </c:pt>
                <c:pt idx="4">
                  <c:v>34.124759737108761</c:v>
                </c:pt>
                <c:pt idx="5">
                  <c:v>34.246550279746231</c:v>
                </c:pt>
                <c:pt idx="6">
                  <c:v>34.353920115807917</c:v>
                </c:pt>
                <c:pt idx="7">
                  <c:v>34.346433474091164</c:v>
                </c:pt>
                <c:pt idx="8">
                  <c:v>34.405111212027393</c:v>
                </c:pt>
                <c:pt idx="9">
                  <c:v>34.429280306335883</c:v>
                </c:pt>
                <c:pt idx="10">
                  <c:v>34.392544865285103</c:v>
                </c:pt>
                <c:pt idx="11">
                  <c:v>34.327227682138911</c:v>
                </c:pt>
                <c:pt idx="12">
                  <c:v>34.28154493810046</c:v>
                </c:pt>
                <c:pt idx="13">
                  <c:v>34.232219110122202</c:v>
                </c:pt>
                <c:pt idx="14">
                  <c:v>34.18489430331914</c:v>
                </c:pt>
                <c:pt idx="15">
                  <c:v>34.14605781261551</c:v>
                </c:pt>
                <c:pt idx="16">
                  <c:v>34.160418951410662</c:v>
                </c:pt>
                <c:pt idx="17">
                  <c:v>34.182803756772245</c:v>
                </c:pt>
                <c:pt idx="18">
                  <c:v>34.173009917340671</c:v>
                </c:pt>
                <c:pt idx="19">
                  <c:v>34.149696982498192</c:v>
                </c:pt>
                <c:pt idx="20">
                  <c:v>34.151310454117706</c:v>
                </c:pt>
                <c:pt idx="21">
                  <c:v>34.145075152676021</c:v>
                </c:pt>
                <c:pt idx="22">
                  <c:v>34.144012856728089</c:v>
                </c:pt>
                <c:pt idx="23">
                  <c:v>34.142525920322214</c:v>
                </c:pt>
                <c:pt idx="24">
                  <c:v>34.129544961445845</c:v>
                </c:pt>
                <c:pt idx="25">
                  <c:v>34.125175599888316</c:v>
                </c:pt>
                <c:pt idx="26">
                  <c:v>34.137747782976142</c:v>
                </c:pt>
                <c:pt idx="27">
                  <c:v>34.151972821435805</c:v>
                </c:pt>
                <c:pt idx="28">
                  <c:v>34.166452609430088</c:v>
                </c:pt>
                <c:pt idx="29">
                  <c:v>34.167827381465209</c:v>
                </c:pt>
                <c:pt idx="30">
                  <c:v>34.16807777690078</c:v>
                </c:pt>
                <c:pt idx="31">
                  <c:v>34.157598236349017</c:v>
                </c:pt>
                <c:pt idx="32">
                  <c:v>34.162078025269707</c:v>
                </c:pt>
                <c:pt idx="33">
                  <c:v>34.171101270229656</c:v>
                </c:pt>
                <c:pt idx="34">
                  <c:v>34.174421629737424</c:v>
                </c:pt>
                <c:pt idx="35">
                  <c:v>34.155165661425627</c:v>
                </c:pt>
                <c:pt idx="36">
                  <c:v>34.142493310899532</c:v>
                </c:pt>
                <c:pt idx="37">
                  <c:v>34.145345720559853</c:v>
                </c:pt>
                <c:pt idx="38">
                  <c:v>34.151763535180102</c:v>
                </c:pt>
                <c:pt idx="39">
                  <c:v>34.163239620152105</c:v>
                </c:pt>
                <c:pt idx="40">
                  <c:v>34.203004124536122</c:v>
                </c:pt>
                <c:pt idx="41">
                  <c:v>34.229556184830948</c:v>
                </c:pt>
                <c:pt idx="42">
                  <c:v>34.229498886740252</c:v>
                </c:pt>
                <c:pt idx="43">
                  <c:v>34.265071204341943</c:v>
                </c:pt>
                <c:pt idx="44">
                  <c:v>34.304738042578641</c:v>
                </c:pt>
                <c:pt idx="45">
                  <c:v>34.339207568795231</c:v>
                </c:pt>
                <c:pt idx="46">
                  <c:v>34.38901091174278</c:v>
                </c:pt>
                <c:pt idx="47">
                  <c:v>34.428132028511754</c:v>
                </c:pt>
                <c:pt idx="48">
                  <c:v>34.455967969024016</c:v>
                </c:pt>
                <c:pt idx="49">
                  <c:v>34.477015498554529</c:v>
                </c:pt>
                <c:pt idx="50">
                  <c:v>34.511556658964544</c:v>
                </c:pt>
                <c:pt idx="51">
                  <c:v>34.545960989495875</c:v>
                </c:pt>
                <c:pt idx="52">
                  <c:v>34.584035964487597</c:v>
                </c:pt>
                <c:pt idx="53">
                  <c:v>34.612728643468394</c:v>
                </c:pt>
                <c:pt idx="54">
                  <c:v>34.638880798293492</c:v>
                </c:pt>
                <c:pt idx="55">
                  <c:v>34.660028147860757</c:v>
                </c:pt>
                <c:pt idx="56">
                  <c:v>34.693340109052578</c:v>
                </c:pt>
                <c:pt idx="57">
                  <c:v>34.760556559468746</c:v>
                </c:pt>
                <c:pt idx="58">
                  <c:v>34.79808217685683</c:v>
                </c:pt>
                <c:pt idx="59">
                  <c:v>34.852368157417544</c:v>
                </c:pt>
                <c:pt idx="60">
                  <c:v>34.926402849025969</c:v>
                </c:pt>
                <c:pt idx="61">
                  <c:v>34.985209959288248</c:v>
                </c:pt>
                <c:pt idx="62">
                  <c:v>35.085755555691428</c:v>
                </c:pt>
                <c:pt idx="63">
                  <c:v>35.150982182841403</c:v>
                </c:pt>
                <c:pt idx="64">
                  <c:v>35.254522102425824</c:v>
                </c:pt>
                <c:pt idx="65">
                  <c:v>35.341336723231045</c:v>
                </c:pt>
                <c:pt idx="66">
                  <c:v>35.434346763783452</c:v>
                </c:pt>
                <c:pt idx="67">
                  <c:v>35.547506926259899</c:v>
                </c:pt>
                <c:pt idx="68">
                  <c:v>35.637182375422277</c:v>
                </c:pt>
                <c:pt idx="69">
                  <c:v>35.696221364619106</c:v>
                </c:pt>
                <c:pt idx="70">
                  <c:v>35.755875300826553</c:v>
                </c:pt>
                <c:pt idx="71">
                  <c:v>35.762259892281442</c:v>
                </c:pt>
                <c:pt idx="72">
                  <c:v>35.738774067282499</c:v>
                </c:pt>
                <c:pt idx="73">
                  <c:v>35.714994016356215</c:v>
                </c:pt>
                <c:pt idx="74">
                  <c:v>35.70528400491142</c:v>
                </c:pt>
                <c:pt idx="75">
                  <c:v>35.718188442812981</c:v>
                </c:pt>
                <c:pt idx="76">
                  <c:v>35.71408002611718</c:v>
                </c:pt>
                <c:pt idx="77">
                  <c:v>35.715313811035436</c:v>
                </c:pt>
                <c:pt idx="78">
                  <c:v>35.69014582155642</c:v>
                </c:pt>
                <c:pt idx="79">
                  <c:v>35.642758957261833</c:v>
                </c:pt>
                <c:pt idx="80">
                  <c:v>35.572268872842336</c:v>
                </c:pt>
                <c:pt idx="81">
                  <c:v>35.564270856088129</c:v>
                </c:pt>
                <c:pt idx="82">
                  <c:v>35.576016177238138</c:v>
                </c:pt>
                <c:pt idx="83">
                  <c:v>35.547531475967318</c:v>
                </c:pt>
                <c:pt idx="84">
                  <c:v>35.497725122206589</c:v>
                </c:pt>
                <c:pt idx="85">
                  <c:v>35.462665453447919</c:v>
                </c:pt>
                <c:pt idx="86">
                  <c:v>35.42697610785418</c:v>
                </c:pt>
                <c:pt idx="87">
                  <c:v>35.366282838939284</c:v>
                </c:pt>
                <c:pt idx="88">
                  <c:v>35.296959930986603</c:v>
                </c:pt>
                <c:pt idx="89">
                  <c:v>35.239734655645421</c:v>
                </c:pt>
                <c:pt idx="90">
                  <c:v>35.188414557661517</c:v>
                </c:pt>
                <c:pt idx="91">
                  <c:v>35.138753000854329</c:v>
                </c:pt>
                <c:pt idx="92">
                  <c:v>35.072189572655368</c:v>
                </c:pt>
                <c:pt idx="93">
                  <c:v>34.997524648369442</c:v>
                </c:pt>
                <c:pt idx="94">
                  <c:v>34.93710309376339</c:v>
                </c:pt>
                <c:pt idx="95">
                  <c:v>34.867544323338727</c:v>
                </c:pt>
                <c:pt idx="96">
                  <c:v>34.801240473555517</c:v>
                </c:pt>
                <c:pt idx="97">
                  <c:v>34.739271592579357</c:v>
                </c:pt>
                <c:pt idx="98">
                  <c:v>34.686642115106444</c:v>
                </c:pt>
                <c:pt idx="99">
                  <c:v>34.640698773607788</c:v>
                </c:pt>
                <c:pt idx="100">
                  <c:v>34.603505179432418</c:v>
                </c:pt>
                <c:pt idx="101">
                  <c:v>34.577218557058984</c:v>
                </c:pt>
                <c:pt idx="102">
                  <c:v>34.545770196581088</c:v>
                </c:pt>
                <c:pt idx="103">
                  <c:v>34.535880323789335</c:v>
                </c:pt>
                <c:pt idx="104">
                  <c:v>34.531839673550031</c:v>
                </c:pt>
                <c:pt idx="105">
                  <c:v>34.525565972660331</c:v>
                </c:pt>
                <c:pt idx="106">
                  <c:v>34.511360214985032</c:v>
                </c:pt>
                <c:pt idx="107">
                  <c:v>34.493592850606412</c:v>
                </c:pt>
                <c:pt idx="108">
                  <c:v>34.478682331047523</c:v>
                </c:pt>
                <c:pt idx="109">
                  <c:v>34.466318727832309</c:v>
                </c:pt>
                <c:pt idx="110">
                  <c:v>34.453834275208337</c:v>
                </c:pt>
                <c:pt idx="111">
                  <c:v>34.439368012713231</c:v>
                </c:pt>
                <c:pt idx="112">
                  <c:v>34.425748715123895</c:v>
                </c:pt>
                <c:pt idx="113">
                  <c:v>34.39679520708188</c:v>
                </c:pt>
                <c:pt idx="114">
                  <c:v>34.362160503022579</c:v>
                </c:pt>
                <c:pt idx="115">
                  <c:v>34.330917364202598</c:v>
                </c:pt>
                <c:pt idx="116">
                  <c:v>34.300333130265564</c:v>
                </c:pt>
                <c:pt idx="117">
                  <c:v>34.278593461106688</c:v>
                </c:pt>
                <c:pt idx="118">
                  <c:v>34.258109555802228</c:v>
                </c:pt>
                <c:pt idx="119">
                  <c:v>34.23811812689253</c:v>
                </c:pt>
                <c:pt idx="120">
                  <c:v>34.216301566197217</c:v>
                </c:pt>
                <c:pt idx="121">
                  <c:v>34.200932499792025</c:v>
                </c:pt>
                <c:pt idx="122">
                  <c:v>34.191834100303247</c:v>
                </c:pt>
                <c:pt idx="123">
                  <c:v>34.194225380765964</c:v>
                </c:pt>
                <c:pt idx="124">
                  <c:v>34.196504844259437</c:v>
                </c:pt>
                <c:pt idx="125">
                  <c:v>34.193811556075332</c:v>
                </c:pt>
                <c:pt idx="126">
                  <c:v>34.191617750216636</c:v>
                </c:pt>
                <c:pt idx="127">
                  <c:v>34.192124030031799</c:v>
                </c:pt>
                <c:pt idx="128">
                  <c:v>34.196280422877514</c:v>
                </c:pt>
                <c:pt idx="129">
                  <c:v>34.208859229754317</c:v>
                </c:pt>
                <c:pt idx="130">
                  <c:v>34.208362491900914</c:v>
                </c:pt>
                <c:pt idx="131">
                  <c:v>34.217468163661508</c:v>
                </c:pt>
                <c:pt idx="132">
                  <c:v>34.23940934886209</c:v>
                </c:pt>
                <c:pt idx="133">
                  <c:v>34.250300270713794</c:v>
                </c:pt>
                <c:pt idx="134">
                  <c:v>34.260480872257588</c:v>
                </c:pt>
                <c:pt idx="135">
                  <c:v>34.251091118694035</c:v>
                </c:pt>
                <c:pt idx="136">
                  <c:v>34.238450381706265</c:v>
                </c:pt>
                <c:pt idx="137">
                  <c:v>34.24576221097815</c:v>
                </c:pt>
                <c:pt idx="138">
                  <c:v>34.235939548800467</c:v>
                </c:pt>
                <c:pt idx="139">
                  <c:v>34.327286717237207</c:v>
                </c:pt>
                <c:pt idx="140">
                  <c:v>34.409147276566628</c:v>
                </c:pt>
                <c:pt idx="141">
                  <c:v>34.482926188015924</c:v>
                </c:pt>
                <c:pt idx="142">
                  <c:v>34.477552766585269</c:v>
                </c:pt>
                <c:pt idx="143">
                  <c:v>34.496892701844452</c:v>
                </c:pt>
                <c:pt idx="144">
                  <c:v>34.520761733880057</c:v>
                </c:pt>
                <c:pt idx="145">
                  <c:v>34.53817762056083</c:v>
                </c:pt>
                <c:pt idx="146">
                  <c:v>34.555930718317029</c:v>
                </c:pt>
                <c:pt idx="147">
                  <c:v>34.582453527403864</c:v>
                </c:pt>
                <c:pt idx="148">
                  <c:v>34.600845380754848</c:v>
                </c:pt>
                <c:pt idx="149">
                  <c:v>34.628823477969092</c:v>
                </c:pt>
                <c:pt idx="150">
                  <c:v>34.675101390291623</c:v>
                </c:pt>
                <c:pt idx="151">
                  <c:v>34.718346394704085</c:v>
                </c:pt>
                <c:pt idx="152">
                  <c:v>34.741353732009465</c:v>
                </c:pt>
                <c:pt idx="153">
                  <c:v>34.752416617613569</c:v>
                </c:pt>
                <c:pt idx="154">
                  <c:v>34.76621716615594</c:v>
                </c:pt>
                <c:pt idx="155">
                  <c:v>34.81272334443721</c:v>
                </c:pt>
                <c:pt idx="156">
                  <c:v>34.85498719431677</c:v>
                </c:pt>
                <c:pt idx="157">
                  <c:v>34.865711340278772</c:v>
                </c:pt>
                <c:pt idx="158">
                  <c:v>34.869998830878082</c:v>
                </c:pt>
                <c:pt idx="159">
                  <c:v>34.865433604343572</c:v>
                </c:pt>
                <c:pt idx="160">
                  <c:v>34.855918415671198</c:v>
                </c:pt>
                <c:pt idx="161">
                  <c:v>34.834447056286272</c:v>
                </c:pt>
                <c:pt idx="162">
                  <c:v>34.799580635413129</c:v>
                </c:pt>
                <c:pt idx="163">
                  <c:v>34.776006940989731</c:v>
                </c:pt>
                <c:pt idx="164">
                  <c:v>34.735090314204754</c:v>
                </c:pt>
                <c:pt idx="165">
                  <c:v>34.708858720232087</c:v>
                </c:pt>
                <c:pt idx="166">
                  <c:v>34.708939548985747</c:v>
                </c:pt>
                <c:pt idx="167">
                  <c:v>34.697105524647625</c:v>
                </c:pt>
                <c:pt idx="168">
                  <c:v>34.687128199313236</c:v>
                </c:pt>
                <c:pt idx="169">
                  <c:v>34.662258558259609</c:v>
                </c:pt>
                <c:pt idx="170">
                  <c:v>34.645003402682086</c:v>
                </c:pt>
                <c:pt idx="171">
                  <c:v>34.621168693916658</c:v>
                </c:pt>
                <c:pt idx="172">
                  <c:v>34.603373491096235</c:v>
                </c:pt>
                <c:pt idx="173">
                  <c:v>34.586149601655521</c:v>
                </c:pt>
                <c:pt idx="174">
                  <c:v>34.58661701882064</c:v>
                </c:pt>
                <c:pt idx="175">
                  <c:v>34.602097462153154</c:v>
                </c:pt>
                <c:pt idx="176">
                  <c:v>34.605913320448906</c:v>
                </c:pt>
                <c:pt idx="177">
                  <c:v>34.613922731972963</c:v>
                </c:pt>
                <c:pt idx="178">
                  <c:v>34.604845083934983</c:v>
                </c:pt>
                <c:pt idx="179">
                  <c:v>34.606774968858929</c:v>
                </c:pt>
                <c:pt idx="180">
                  <c:v>34.620903696037196</c:v>
                </c:pt>
                <c:pt idx="181">
                  <c:v>34.627705864119129</c:v>
                </c:pt>
                <c:pt idx="182">
                  <c:v>34.640713781353448</c:v>
                </c:pt>
                <c:pt idx="183">
                  <c:v>34.660175909307263</c:v>
                </c:pt>
                <c:pt idx="184">
                  <c:v>34.664535149900516</c:v>
                </c:pt>
                <c:pt idx="185">
                  <c:v>34.680940422399487</c:v>
                </c:pt>
                <c:pt idx="186">
                  <c:v>34.695527071101324</c:v>
                </c:pt>
                <c:pt idx="187">
                  <c:v>34.699787649662888</c:v>
                </c:pt>
                <c:pt idx="188">
                  <c:v>34.692037909194987</c:v>
                </c:pt>
                <c:pt idx="189">
                  <c:v>34.690221879329201</c:v>
                </c:pt>
                <c:pt idx="190">
                  <c:v>34.681540176383628</c:v>
                </c:pt>
                <c:pt idx="191">
                  <c:v>34.673974373440515</c:v>
                </c:pt>
                <c:pt idx="192">
                  <c:v>34.688925840058559</c:v>
                </c:pt>
                <c:pt idx="193">
                  <c:v>34.696573073917968</c:v>
                </c:pt>
                <c:pt idx="194">
                  <c:v>34.708202594561307</c:v>
                </c:pt>
                <c:pt idx="195">
                  <c:v>34.71336646339509</c:v>
                </c:pt>
                <c:pt idx="196">
                  <c:v>34.724709493584925</c:v>
                </c:pt>
                <c:pt idx="197">
                  <c:v>34.749523504075157</c:v>
                </c:pt>
                <c:pt idx="198">
                  <c:v>34.763721294675605</c:v>
                </c:pt>
                <c:pt idx="199">
                  <c:v>34.762285461033315</c:v>
                </c:pt>
                <c:pt idx="200">
                  <c:v>34.789424745697453</c:v>
                </c:pt>
                <c:pt idx="201">
                  <c:v>34.826631726411392</c:v>
                </c:pt>
                <c:pt idx="202">
                  <c:v>34.88853663918767</c:v>
                </c:pt>
                <c:pt idx="203">
                  <c:v>34.955101271711897</c:v>
                </c:pt>
                <c:pt idx="204">
                  <c:v>35.000034554871192</c:v>
                </c:pt>
                <c:pt idx="205">
                  <c:v>35.050355711364361</c:v>
                </c:pt>
                <c:pt idx="206">
                  <c:v>35.09142709394645</c:v>
                </c:pt>
                <c:pt idx="207">
                  <c:v>35.106760563275898</c:v>
                </c:pt>
                <c:pt idx="208">
                  <c:v>35.06666431360037</c:v>
                </c:pt>
                <c:pt idx="209">
                  <c:v>35.041745619452115</c:v>
                </c:pt>
                <c:pt idx="210">
                  <c:v>35.007747702378985</c:v>
                </c:pt>
                <c:pt idx="211">
                  <c:v>34.967310906573445</c:v>
                </c:pt>
                <c:pt idx="212">
                  <c:v>34.923158304109919</c:v>
                </c:pt>
                <c:pt idx="213">
                  <c:v>34.890695623834006</c:v>
                </c:pt>
                <c:pt idx="214">
                  <c:v>34.858318821213835</c:v>
                </c:pt>
                <c:pt idx="215">
                  <c:v>34.850325436479899</c:v>
                </c:pt>
                <c:pt idx="216">
                  <c:v>34.873000935853376</c:v>
                </c:pt>
                <c:pt idx="217">
                  <c:v>34.908543539045056</c:v>
                </c:pt>
                <c:pt idx="218">
                  <c:v>34.938627769554401</c:v>
                </c:pt>
                <c:pt idx="219">
                  <c:v>34.971549390398337</c:v>
                </c:pt>
                <c:pt idx="220">
                  <c:v>34.998042878796888</c:v>
                </c:pt>
                <c:pt idx="221">
                  <c:v>35.003375353168387</c:v>
                </c:pt>
                <c:pt idx="222">
                  <c:v>35.019798366304975</c:v>
                </c:pt>
                <c:pt idx="223">
                  <c:v>35.001891717076944</c:v>
                </c:pt>
                <c:pt idx="224">
                  <c:v>34.978395701633417</c:v>
                </c:pt>
                <c:pt idx="225">
                  <c:v>34.939380194926528</c:v>
                </c:pt>
                <c:pt idx="226">
                  <c:v>34.913583084454885</c:v>
                </c:pt>
                <c:pt idx="227">
                  <c:v>34.887107660935371</c:v>
                </c:pt>
                <c:pt idx="228">
                  <c:v>34.881725809227838</c:v>
                </c:pt>
                <c:pt idx="229">
                  <c:v>34.875405232293041</c:v>
                </c:pt>
                <c:pt idx="230">
                  <c:v>34.854906875085348</c:v>
                </c:pt>
                <c:pt idx="231">
                  <c:v>34.845683040487749</c:v>
                </c:pt>
                <c:pt idx="232">
                  <c:v>34.872053224506793</c:v>
                </c:pt>
                <c:pt idx="233">
                  <c:v>34.873630520048032</c:v>
                </c:pt>
                <c:pt idx="234">
                  <c:v>34.87171054764746</c:v>
                </c:pt>
                <c:pt idx="235">
                  <c:v>34.87985299079358</c:v>
                </c:pt>
                <c:pt idx="236">
                  <c:v>34.873148604659477</c:v>
                </c:pt>
                <c:pt idx="237">
                  <c:v>34.877291298305252</c:v>
                </c:pt>
                <c:pt idx="238">
                  <c:v>34.867180709747792</c:v>
                </c:pt>
                <c:pt idx="239">
                  <c:v>34.855625764630744</c:v>
                </c:pt>
                <c:pt idx="240">
                  <c:v>34.854660173685936</c:v>
                </c:pt>
                <c:pt idx="241">
                  <c:v>34.840182886982596</c:v>
                </c:pt>
                <c:pt idx="242">
                  <c:v>34.831426423229914</c:v>
                </c:pt>
                <c:pt idx="243">
                  <c:v>34.84632105495929</c:v>
                </c:pt>
                <c:pt idx="244">
                  <c:v>34.839676607167441</c:v>
                </c:pt>
                <c:pt idx="245">
                  <c:v>34.812375109153557</c:v>
                </c:pt>
                <c:pt idx="246">
                  <c:v>34.793859812462472</c:v>
                </c:pt>
                <c:pt idx="247">
                  <c:v>34.804622589473489</c:v>
                </c:pt>
                <c:pt idx="248">
                  <c:v>34.817321550956024</c:v>
                </c:pt>
                <c:pt idx="249">
                  <c:v>34.804185048839095</c:v>
                </c:pt>
                <c:pt idx="250">
                  <c:v>34.812013811572747</c:v>
                </c:pt>
                <c:pt idx="251">
                  <c:v>34.857844872900145</c:v>
                </c:pt>
                <c:pt idx="252">
                  <c:v>34.881625201747639</c:v>
                </c:pt>
                <c:pt idx="253">
                  <c:v>34.899536482995948</c:v>
                </c:pt>
                <c:pt idx="254">
                  <c:v>34.915551507787441</c:v>
                </c:pt>
                <c:pt idx="255">
                  <c:v>34.927715193007948</c:v>
                </c:pt>
                <c:pt idx="256">
                  <c:v>34.944309127692385</c:v>
                </c:pt>
                <c:pt idx="257">
                  <c:v>34.963161913380112</c:v>
                </c:pt>
                <c:pt idx="258">
                  <c:v>34.981723252352651</c:v>
                </c:pt>
                <c:pt idx="259">
                  <c:v>35</c:v>
                </c:pt>
                <c:pt idx="260">
                  <c:v>34.959484737771142</c:v>
                </c:pt>
                <c:pt idx="261">
                  <c:v>34.957821008731727</c:v>
                </c:pt>
                <c:pt idx="262">
                  <c:v>34.950679267244034</c:v>
                </c:pt>
                <c:pt idx="263">
                  <c:v>34.917889288416077</c:v>
                </c:pt>
                <c:pt idx="264">
                  <c:v>34.883495055688925</c:v>
                </c:pt>
                <c:pt idx="265">
                  <c:v>34.877538740827902</c:v>
                </c:pt>
                <c:pt idx="266">
                  <c:v>34.862005724065362</c:v>
                </c:pt>
                <c:pt idx="267">
                  <c:v>34.826756142475752</c:v>
                </c:pt>
                <c:pt idx="268">
                  <c:v>34.791849978868726</c:v>
                </c:pt>
                <c:pt idx="269">
                  <c:v>34.766272055596104</c:v>
                </c:pt>
                <c:pt idx="270">
                  <c:v>34.714639388884599</c:v>
                </c:pt>
                <c:pt idx="271">
                  <c:v>34.690099640314365</c:v>
                </c:pt>
                <c:pt idx="272">
                  <c:v>34.654195044738827</c:v>
                </c:pt>
                <c:pt idx="273">
                  <c:v>34.649420219287251</c:v>
                </c:pt>
                <c:pt idx="274">
                  <c:v>34.636958139321166</c:v>
                </c:pt>
                <c:pt idx="275">
                  <c:v>34.637671794683662</c:v>
                </c:pt>
                <c:pt idx="276">
                  <c:v>34.616355005815038</c:v>
                </c:pt>
                <c:pt idx="277">
                  <c:v>34.609879858363939</c:v>
                </c:pt>
                <c:pt idx="278">
                  <c:v>34.656982316614148</c:v>
                </c:pt>
                <c:pt idx="279">
                  <c:v>34.660565554852106</c:v>
                </c:pt>
                <c:pt idx="280">
                  <c:v>34.633882987386265</c:v>
                </c:pt>
                <c:pt idx="281">
                  <c:v>34.609028909920731</c:v>
                </c:pt>
                <c:pt idx="282">
                  <c:v>34.62747806136241</c:v>
                </c:pt>
                <c:pt idx="283">
                  <c:v>34.665288501676699</c:v>
                </c:pt>
                <c:pt idx="284">
                  <c:v>34.698946474782446</c:v>
                </c:pt>
                <c:pt idx="285">
                  <c:v>34.690539172717472</c:v>
                </c:pt>
                <c:pt idx="286">
                  <c:v>34.759149073790489</c:v>
                </c:pt>
                <c:pt idx="287">
                  <c:v>34.828094611052038</c:v>
                </c:pt>
                <c:pt idx="288">
                  <c:v>34.827744152398651</c:v>
                </c:pt>
                <c:pt idx="289">
                  <c:v>34.828848981872682</c:v>
                </c:pt>
                <c:pt idx="290">
                  <c:v>34.812486740841983</c:v>
                </c:pt>
                <c:pt idx="291">
                  <c:v>34.878483487681514</c:v>
                </c:pt>
                <c:pt idx="292">
                  <c:v>34.83075088939421</c:v>
                </c:pt>
                <c:pt idx="293">
                  <c:v>34.833026230389649</c:v>
                </c:pt>
                <c:pt idx="294">
                  <c:v>34.90208150021131</c:v>
                </c:pt>
                <c:pt idx="295">
                  <c:v>34.960205016922622</c:v>
                </c:pt>
                <c:pt idx="296">
                  <c:v>35.013080917873722</c:v>
                </c:pt>
                <c:pt idx="297">
                  <c:v>35.003546182075823</c:v>
                </c:pt>
                <c:pt idx="298">
                  <c:v>35.003586573292552</c:v>
                </c:pt>
                <c:pt idx="299">
                  <c:v>35.059031022121971</c:v>
                </c:pt>
                <c:pt idx="300">
                  <c:v>35.085631139627061</c:v>
                </c:pt>
                <c:pt idx="301">
                  <c:v>35.062716720648233</c:v>
                </c:pt>
                <c:pt idx="302">
                  <c:v>35.059891558847134</c:v>
                </c:pt>
                <c:pt idx="303">
                  <c:v>35.137313646876635</c:v>
                </c:pt>
                <c:pt idx="304">
                  <c:v>35.189863824162579</c:v>
                </c:pt>
                <c:pt idx="305">
                  <c:v>35.22846541353843</c:v>
                </c:pt>
                <c:pt idx="306">
                  <c:v>35.187304818246012</c:v>
                </c:pt>
                <c:pt idx="307">
                  <c:v>35.224752015530974</c:v>
                </c:pt>
                <c:pt idx="308">
                  <c:v>35.236806570353991</c:v>
                </c:pt>
                <c:pt idx="309">
                  <c:v>35.28072720124257</c:v>
                </c:pt>
                <c:pt idx="310">
                  <c:v>35.333891028573447</c:v>
                </c:pt>
                <c:pt idx="311">
                  <c:v>35.323412657606802</c:v>
                </c:pt>
                <c:pt idx="312">
                  <c:v>35.431192821183821</c:v>
                </c:pt>
                <c:pt idx="313">
                  <c:v>35.398722914956295</c:v>
                </c:pt>
                <c:pt idx="314">
                  <c:v>35.379016633214214</c:v>
                </c:pt>
                <c:pt idx="315">
                  <c:v>35.359807181965948</c:v>
                </c:pt>
                <c:pt idx="316">
                  <c:v>35.321794970848842</c:v>
                </c:pt>
                <c:pt idx="317">
                  <c:v>35.447429071263258</c:v>
                </c:pt>
                <c:pt idx="318">
                  <c:v>35.425341282621233</c:v>
                </c:pt>
                <c:pt idx="319">
                  <c:v>35.413314149358193</c:v>
                </c:pt>
                <c:pt idx="320">
                  <c:v>35.505343035377699</c:v>
                </c:pt>
                <c:pt idx="321">
                  <c:v>35.637003208878355</c:v>
                </c:pt>
                <c:pt idx="322">
                  <c:v>35.612895766759621</c:v>
                </c:pt>
                <c:pt idx="323">
                  <c:v>35.60029648635323</c:v>
                </c:pt>
                <c:pt idx="324">
                  <c:v>35.676899355278366</c:v>
                </c:pt>
                <c:pt idx="325">
                  <c:v>35.753047174532483</c:v>
                </c:pt>
                <c:pt idx="326">
                  <c:v>35.840218275617431</c:v>
                </c:pt>
                <c:pt idx="327">
                  <c:v>35.932849787473643</c:v>
                </c:pt>
                <c:pt idx="328">
                  <c:v>35.991383515899784</c:v>
                </c:pt>
                <c:pt idx="329">
                  <c:v>36.068905377645834</c:v>
                </c:pt>
                <c:pt idx="330">
                  <c:v>36.108187318158457</c:v>
                </c:pt>
                <c:pt idx="331">
                  <c:v>36.132982522646408</c:v>
                </c:pt>
                <c:pt idx="332">
                  <c:v>36.166842590796392</c:v>
                </c:pt>
                <c:pt idx="333">
                  <c:v>36.133602472238913</c:v>
                </c:pt>
                <c:pt idx="334">
                  <c:v>36.141575105522044</c:v>
                </c:pt>
                <c:pt idx="335">
                  <c:v>36.131047820421394</c:v>
                </c:pt>
                <c:pt idx="336">
                  <c:v>36.138642666131574</c:v>
                </c:pt>
                <c:pt idx="337">
                  <c:v>36.129907231750906</c:v>
                </c:pt>
                <c:pt idx="338">
                  <c:v>36.065875295268135</c:v>
                </c:pt>
                <c:pt idx="339">
                  <c:v>36.007522586194028</c:v>
                </c:pt>
                <c:pt idx="340">
                  <c:v>35.976862502925123</c:v>
                </c:pt>
                <c:pt idx="341">
                  <c:v>36.000099310514507</c:v>
                </c:pt>
                <c:pt idx="342">
                  <c:v>35.906087641899624</c:v>
                </c:pt>
                <c:pt idx="343">
                  <c:v>35.859636075137296</c:v>
                </c:pt>
                <c:pt idx="344">
                  <c:v>35.870284348607328</c:v>
                </c:pt>
                <c:pt idx="345">
                  <c:v>35.803440775822629</c:v>
                </c:pt>
                <c:pt idx="346">
                  <c:v>35.827901363166511</c:v>
                </c:pt>
                <c:pt idx="347">
                  <c:v>35.779820807516771</c:v>
                </c:pt>
                <c:pt idx="348">
                  <c:v>35.730353054437536</c:v>
                </c:pt>
                <c:pt idx="349">
                  <c:v>35.666179933977034</c:v>
                </c:pt>
                <c:pt idx="350">
                  <c:v>35.740971127135431</c:v>
                </c:pt>
                <c:pt idx="351">
                  <c:v>35.772765684808064</c:v>
                </c:pt>
                <c:pt idx="352">
                  <c:v>35.675483995165649</c:v>
                </c:pt>
                <c:pt idx="353">
                  <c:v>35.645848144218135</c:v>
                </c:pt>
                <c:pt idx="354">
                  <c:v>35.603916873393729</c:v>
                </c:pt>
                <c:pt idx="355">
                  <c:v>35.620139134771961</c:v>
                </c:pt>
                <c:pt idx="356">
                  <c:v>35.713957926062953</c:v>
                </c:pt>
                <c:pt idx="357">
                  <c:v>35.610732983856664</c:v>
                </c:pt>
                <c:pt idx="358">
                  <c:v>35.545089104321065</c:v>
                </c:pt>
                <c:pt idx="359">
                  <c:v>35.730014175834825</c:v>
                </c:pt>
                <c:pt idx="360">
                  <c:v>35.737042247545169</c:v>
                </c:pt>
                <c:pt idx="361">
                  <c:v>35.625508202103568</c:v>
                </c:pt>
                <c:pt idx="362">
                  <c:v>35.549915206236996</c:v>
                </c:pt>
                <c:pt idx="363">
                  <c:v>35.534914779164723</c:v>
                </c:pt>
                <c:pt idx="364">
                  <c:v>35.559920647934405</c:v>
                </c:pt>
                <c:pt idx="365">
                  <c:v>35.490751152492962</c:v>
                </c:pt>
                <c:pt idx="366">
                  <c:v>35.421634184161341</c:v>
                </c:pt>
                <c:pt idx="367">
                  <c:v>35.398339661599422</c:v>
                </c:pt>
                <c:pt idx="368">
                  <c:v>35.355795945055341</c:v>
                </c:pt>
                <c:pt idx="369">
                  <c:v>35.235298755116759</c:v>
                </c:pt>
                <c:pt idx="370">
                  <c:v>35.240979742693128</c:v>
                </c:pt>
                <c:pt idx="371">
                  <c:v>35.148955673974697</c:v>
                </c:pt>
                <c:pt idx="372">
                  <c:v>35.103903625815768</c:v>
                </c:pt>
                <c:pt idx="373">
                  <c:v>35.049672117813394</c:v>
                </c:pt>
                <c:pt idx="374">
                  <c:v>35.015362558416726</c:v>
                </c:pt>
                <c:pt idx="375">
                  <c:v>34.971163635750521</c:v>
                </c:pt>
                <c:pt idx="376">
                  <c:v>34.910765333886211</c:v>
                </c:pt>
                <c:pt idx="377">
                  <c:v>34.878937981510084</c:v>
                </c:pt>
                <c:pt idx="378">
                  <c:v>34.822968910065249</c:v>
                </c:pt>
                <c:pt idx="379">
                  <c:v>34.750624998494594</c:v>
                </c:pt>
                <c:pt idx="380">
                  <c:v>34.718450522519682</c:v>
                </c:pt>
                <c:pt idx="381">
                  <c:v>34.653144873103955</c:v>
                </c:pt>
                <c:pt idx="382">
                  <c:v>34.599872424897811</c:v>
                </c:pt>
                <c:pt idx="383">
                  <c:v>34.528356394309434</c:v>
                </c:pt>
                <c:pt idx="384">
                  <c:v>34.498278694948674</c:v>
                </c:pt>
                <c:pt idx="385">
                  <c:v>34.469347050042309</c:v>
                </c:pt>
                <c:pt idx="386">
                  <c:v>34.431322193509871</c:v>
                </c:pt>
                <c:pt idx="387">
                  <c:v>34.402533909630769</c:v>
                </c:pt>
                <c:pt idx="388">
                  <c:v>34.388501412673541</c:v>
                </c:pt>
                <c:pt idx="389">
                  <c:v>34.382555774619235</c:v>
                </c:pt>
                <c:pt idx="390">
                  <c:v>34.376573381484107</c:v>
                </c:pt>
                <c:pt idx="391">
                  <c:v>34.374843831436706</c:v>
                </c:pt>
                <c:pt idx="392">
                  <c:v>34.385833948002421</c:v>
                </c:pt>
                <c:pt idx="393">
                  <c:v>34.377633210881243</c:v>
                </c:pt>
                <c:pt idx="394">
                  <c:v>34.389278503553591</c:v>
                </c:pt>
                <c:pt idx="395">
                  <c:v>34.400715563754851</c:v>
                </c:pt>
                <c:pt idx="396">
                  <c:v>34.390215931815177</c:v>
                </c:pt>
                <c:pt idx="397">
                  <c:v>34.378285028773185</c:v>
                </c:pt>
                <c:pt idx="398">
                  <c:v>34.365770398537173</c:v>
                </c:pt>
                <c:pt idx="399">
                  <c:v>34.349234827308095</c:v>
                </c:pt>
                <c:pt idx="400">
                  <c:v>34.340151806126606</c:v>
                </c:pt>
                <c:pt idx="401">
                  <c:v>34.320707233529603</c:v>
                </c:pt>
                <c:pt idx="402">
                  <c:v>34.292010964733095</c:v>
                </c:pt>
                <c:pt idx="403">
                  <c:v>34.256900644832804</c:v>
                </c:pt>
                <c:pt idx="404">
                  <c:v>34.228946448843132</c:v>
                </c:pt>
                <c:pt idx="405">
                  <c:v>34.191907309383566</c:v>
                </c:pt>
                <c:pt idx="406">
                  <c:v>34.159202189166891</c:v>
                </c:pt>
                <c:pt idx="407">
                  <c:v>34.142849154276476</c:v>
                </c:pt>
                <c:pt idx="408">
                  <c:v>34.129611986779103</c:v>
                </c:pt>
                <c:pt idx="409">
                  <c:v>34.117662810417151</c:v>
                </c:pt>
                <c:pt idx="410">
                  <c:v>34.106553187728558</c:v>
                </c:pt>
                <c:pt idx="411">
                  <c:v>34.092660265122021</c:v>
                </c:pt>
                <c:pt idx="412">
                  <c:v>34.081412949840967</c:v>
                </c:pt>
                <c:pt idx="413">
                  <c:v>34.077409535254581</c:v>
                </c:pt>
                <c:pt idx="414">
                  <c:v>34.084459638011325</c:v>
                </c:pt>
                <c:pt idx="415">
                  <c:v>34.075686018413577</c:v>
                </c:pt>
                <c:pt idx="416">
                  <c:v>34.076354002056249</c:v>
                </c:pt>
                <c:pt idx="417">
                  <c:v>34.060024237277645</c:v>
                </c:pt>
                <c:pt idx="418">
                  <c:v>34.04273076331247</c:v>
                </c:pt>
                <c:pt idx="419">
                  <c:v>34.058129271996492</c:v>
                </c:pt>
                <c:pt idx="420">
                  <c:v>34.051275966410813</c:v>
                </c:pt>
                <c:pt idx="421">
                  <c:v>34.049283086011243</c:v>
                </c:pt>
                <c:pt idx="422">
                  <c:v>34.045999580014723</c:v>
                </c:pt>
                <c:pt idx="423">
                  <c:v>34.045089304076939</c:v>
                </c:pt>
                <c:pt idx="424">
                  <c:v>34.039468089827103</c:v>
                </c:pt>
                <c:pt idx="425">
                  <c:v>34.02954991539152</c:v>
                </c:pt>
                <c:pt idx="426">
                  <c:v>34.019178616468352</c:v>
                </c:pt>
                <c:pt idx="427">
                  <c:v>34.011241451432895</c:v>
                </c:pt>
                <c:pt idx="428">
                  <c:v>34.019739302256554</c:v>
                </c:pt>
                <c:pt idx="429">
                  <c:v>34.014261032152149</c:v>
                </c:pt>
                <c:pt idx="430">
                  <c:v>33.992295772026232</c:v>
                </c:pt>
                <c:pt idx="431">
                  <c:v>33.997923650957098</c:v>
                </c:pt>
                <c:pt idx="432">
                  <c:v>33.988207873008946</c:v>
                </c:pt>
                <c:pt idx="433">
                  <c:v>34.010996560863916</c:v>
                </c:pt>
                <c:pt idx="434">
                  <c:v>34.0555490514271</c:v>
                </c:pt>
                <c:pt idx="435">
                  <c:v>34.181536702368426</c:v>
                </c:pt>
                <c:pt idx="436">
                  <c:v>34.263329611041847</c:v>
                </c:pt>
                <c:pt idx="437">
                  <c:v>34.290571865516519</c:v>
                </c:pt>
                <c:pt idx="438">
                  <c:v>34.281531806323002</c:v>
                </c:pt>
                <c:pt idx="439">
                  <c:v>34.237743303812543</c:v>
                </c:pt>
                <c:pt idx="440">
                  <c:v>34.267757891897169</c:v>
                </c:pt>
                <c:pt idx="441">
                  <c:v>34.280103684994458</c:v>
                </c:pt>
                <c:pt idx="442">
                  <c:v>34.269610561043265</c:v>
                </c:pt>
                <c:pt idx="443">
                  <c:v>34.296719459654454</c:v>
                </c:pt>
                <c:pt idx="444">
                  <c:v>34.314666546419417</c:v>
                </c:pt>
                <c:pt idx="445">
                  <c:v>34.338782418815043</c:v>
                </c:pt>
                <c:pt idx="446">
                  <c:v>34.350041238876436</c:v>
                </c:pt>
                <c:pt idx="447">
                  <c:v>34.33712133002718</c:v>
                </c:pt>
                <c:pt idx="448">
                  <c:v>34.329820038601405</c:v>
                </c:pt>
                <c:pt idx="449">
                  <c:v>34.312534983333066</c:v>
                </c:pt>
                <c:pt idx="450">
                  <c:v>34.327517322366191</c:v>
                </c:pt>
                <c:pt idx="451">
                  <c:v>34.34025989431953</c:v>
                </c:pt>
                <c:pt idx="452">
                  <c:v>34.329112937547585</c:v>
                </c:pt>
                <c:pt idx="453">
                  <c:v>34.331365790084625</c:v>
                </c:pt>
                <c:pt idx="454">
                  <c:v>34.315983892983283</c:v>
                </c:pt>
                <c:pt idx="455">
                  <c:v>34.298086554115983</c:v>
                </c:pt>
                <c:pt idx="456">
                  <c:v>34.31183684523846</c:v>
                </c:pt>
                <c:pt idx="457">
                  <c:v>34.32128614342254</c:v>
                </c:pt>
                <c:pt idx="458">
                  <c:v>34.330318420822003</c:v>
                </c:pt>
                <c:pt idx="459">
                  <c:v>34.35691358206541</c:v>
                </c:pt>
                <c:pt idx="460">
                  <c:v>34.359883633460456</c:v>
                </c:pt>
                <c:pt idx="461">
                  <c:v>34.359930046303525</c:v>
                </c:pt>
                <c:pt idx="462">
                  <c:v>34.362557119757916</c:v>
                </c:pt>
                <c:pt idx="463">
                  <c:v>34.378949515240549</c:v>
                </c:pt>
                <c:pt idx="464">
                  <c:v>34.375455304432123</c:v>
                </c:pt>
                <c:pt idx="465">
                  <c:v>34.37242642637969</c:v>
                </c:pt>
                <c:pt idx="466">
                  <c:v>34.368003935549702</c:v>
                </c:pt>
                <c:pt idx="467">
                  <c:v>34.388019474124889</c:v>
                </c:pt>
                <c:pt idx="468">
                  <c:v>34.395661659082194</c:v>
                </c:pt>
                <c:pt idx="469">
                  <c:v>34.403769825278346</c:v>
                </c:pt>
                <c:pt idx="470">
                  <c:v>34.420834002660264</c:v>
                </c:pt>
                <c:pt idx="471">
                  <c:v>34.43590001913951</c:v>
                </c:pt>
                <c:pt idx="472">
                  <c:v>34.431235389450073</c:v>
                </c:pt>
                <c:pt idx="473">
                  <c:v>34.433376540818379</c:v>
                </c:pt>
                <c:pt idx="474">
                  <c:v>34.4447174402789</c:v>
                </c:pt>
                <c:pt idx="475">
                  <c:v>34.460549685550674</c:v>
                </c:pt>
                <c:pt idx="476">
                  <c:v>34.479773310780949</c:v>
                </c:pt>
                <c:pt idx="477">
                  <c:v>34.493925383341363</c:v>
                </c:pt>
                <c:pt idx="478">
                  <c:v>34.494317993379177</c:v>
                </c:pt>
                <c:pt idx="479">
                  <c:v>34.497922863151778</c:v>
                </c:pt>
                <c:pt idx="480">
                  <c:v>34.517796731387108</c:v>
                </c:pt>
                <c:pt idx="481">
                  <c:v>34.503354972279212</c:v>
                </c:pt>
                <c:pt idx="482">
                  <c:v>34.509044390132466</c:v>
                </c:pt>
                <c:pt idx="483">
                  <c:v>34.535855635121308</c:v>
                </c:pt>
                <c:pt idx="484">
                  <c:v>34.547820421391556</c:v>
                </c:pt>
                <c:pt idx="485">
                  <c:v>34.541951095871148</c:v>
                </c:pt>
                <c:pt idx="486">
                  <c:v>34.552340948930492</c:v>
                </c:pt>
                <c:pt idx="487">
                  <c:v>34.565071639751849</c:v>
                </c:pt>
                <c:pt idx="488">
                  <c:v>34.56771003849579</c:v>
                </c:pt>
                <c:pt idx="489">
                  <c:v>34.566387133507611</c:v>
                </c:pt>
                <c:pt idx="490">
                  <c:v>34.576393455288866</c:v>
                </c:pt>
                <c:pt idx="491">
                  <c:v>34.597520794528585</c:v>
                </c:pt>
                <c:pt idx="492">
                  <c:v>34.6095579792756</c:v>
                </c:pt>
                <c:pt idx="493">
                  <c:v>34.596070647943669</c:v>
                </c:pt>
                <c:pt idx="494">
                  <c:v>34.601625551928372</c:v>
                </c:pt>
                <c:pt idx="495">
                  <c:v>34.613691455201042</c:v>
                </c:pt>
                <c:pt idx="496">
                  <c:v>34.609458159238855</c:v>
                </c:pt>
                <c:pt idx="497">
                  <c:v>34.611033694612388</c:v>
                </c:pt>
                <c:pt idx="498">
                  <c:v>34.61845094866554</c:v>
                </c:pt>
                <c:pt idx="499">
                  <c:v>34.628497522702922</c:v>
                </c:pt>
                <c:pt idx="500">
                  <c:v>34.631202437257897</c:v>
                </c:pt>
                <c:pt idx="501">
                  <c:v>34.62907221745742</c:v>
                </c:pt>
                <c:pt idx="502">
                  <c:v>34.650139525714472</c:v>
                </c:pt>
                <c:pt idx="503">
                  <c:v>34.653729989904051</c:v>
                </c:pt>
                <c:pt idx="504">
                  <c:v>34.646391433875223</c:v>
                </c:pt>
                <c:pt idx="505">
                  <c:v>34.654814438488899</c:v>
                </c:pt>
                <c:pt idx="506">
                  <c:v>34.662903381800938</c:v>
                </c:pt>
                <c:pt idx="507">
                  <c:v>34.664938459905137</c:v>
                </c:pt>
                <c:pt idx="508">
                  <c:v>34.681214684319478</c:v>
                </c:pt>
                <c:pt idx="509">
                  <c:v>34.702460834879041</c:v>
                </c:pt>
                <c:pt idx="510">
                  <c:v>34.718939941781059</c:v>
                </c:pt>
                <c:pt idx="511">
                  <c:v>34.719380771149851</c:v>
                </c:pt>
                <c:pt idx="512">
                  <c:v>34.739852911122831</c:v>
                </c:pt>
                <c:pt idx="513">
                  <c:v>34.789860340883337</c:v>
                </c:pt>
                <c:pt idx="514">
                  <c:v>34.830045710628802</c:v>
                </c:pt>
                <c:pt idx="515">
                  <c:v>34.845508135402476</c:v>
                </c:pt>
                <c:pt idx="516">
                  <c:v>34.880670079168638</c:v>
                </c:pt>
                <c:pt idx="517">
                  <c:v>34.923825037107115</c:v>
                </c:pt>
                <c:pt idx="518">
                  <c:v>34.937279944297174</c:v>
                </c:pt>
                <c:pt idx="519">
                  <c:v>34.954681240114112</c:v>
                </c:pt>
                <c:pt idx="520">
                  <c:v>34.978415063478131</c:v>
                </c:pt>
                <c:pt idx="521">
                  <c:v>35.005605300365204</c:v>
                </c:pt>
                <c:pt idx="522">
                  <c:v>35.026064841243063</c:v>
                </c:pt>
                <c:pt idx="523">
                  <c:v>35.068593179479855</c:v>
                </c:pt>
                <c:pt idx="524">
                  <c:v>35.090262604051389</c:v>
                </c:pt>
                <c:pt idx="525">
                  <c:v>35.101549169914172</c:v>
                </c:pt>
                <c:pt idx="526">
                  <c:v>35.102195244100983</c:v>
                </c:pt>
                <c:pt idx="527">
                  <c:v>35.097905437491534</c:v>
                </c:pt>
                <c:pt idx="528">
                  <c:v>35.10044258027245</c:v>
                </c:pt>
                <c:pt idx="529">
                  <c:v>35.11020271017653</c:v>
                </c:pt>
                <c:pt idx="530">
                  <c:v>35.097295585703215</c:v>
                </c:pt>
                <c:pt idx="531">
                  <c:v>35.071019987538016</c:v>
                </c:pt>
                <c:pt idx="532">
                  <c:v>35.086497420057349</c:v>
                </c:pt>
                <c:pt idx="533">
                  <c:v>35.090052773533301</c:v>
                </c:pt>
                <c:pt idx="534">
                  <c:v>35.073993096066431</c:v>
                </c:pt>
                <c:pt idx="535">
                  <c:v>35.070416064735632</c:v>
                </c:pt>
                <c:pt idx="536">
                  <c:v>35.071274285450656</c:v>
                </c:pt>
                <c:pt idx="537">
                  <c:v>35.071915171774762</c:v>
                </c:pt>
                <c:pt idx="538">
                  <c:v>35.064425472924633</c:v>
                </c:pt>
                <c:pt idx="539">
                  <c:v>35.067209780306982</c:v>
                </c:pt>
                <c:pt idx="540">
                  <c:v>35.108886012095503</c:v>
                </c:pt>
                <c:pt idx="541">
                  <c:v>35.143703796755844</c:v>
                </c:pt>
                <c:pt idx="542">
                  <c:v>35.156319752435188</c:v>
                </c:pt>
                <c:pt idx="543">
                  <c:v>35.178887603657664</c:v>
                </c:pt>
                <c:pt idx="544">
                  <c:v>35.201197914553305</c:v>
                </c:pt>
                <c:pt idx="545">
                  <c:v>35.215606554716295</c:v>
                </c:pt>
                <c:pt idx="546">
                  <c:v>35.214189804997503</c:v>
                </c:pt>
                <c:pt idx="547">
                  <c:v>35.228029355150518</c:v>
                </c:pt>
                <c:pt idx="548">
                  <c:v>35.223221781315651</c:v>
                </c:pt>
                <c:pt idx="549">
                  <c:v>35.232985153633919</c:v>
                </c:pt>
                <c:pt idx="550">
                  <c:v>35.240515243700777</c:v>
                </c:pt>
                <c:pt idx="551">
                  <c:v>35.26928574062206</c:v>
                </c:pt>
                <c:pt idx="552">
                  <c:v>35.285437965853859</c:v>
                </c:pt>
                <c:pt idx="553">
                  <c:v>35.274646099755557</c:v>
                </c:pt>
                <c:pt idx="554">
                  <c:v>35.237112932174441</c:v>
                </c:pt>
                <c:pt idx="555">
                  <c:v>35.233165061301079</c:v>
                </c:pt>
                <c:pt idx="556">
                  <c:v>35.214845143224842</c:v>
                </c:pt>
                <c:pt idx="557">
                  <c:v>35.207824853308551</c:v>
                </c:pt>
                <c:pt idx="558">
                  <c:v>35.209399925480056</c:v>
                </c:pt>
                <c:pt idx="559">
                  <c:v>35.202095785361813</c:v>
                </c:pt>
                <c:pt idx="560">
                  <c:v>35.17790135390247</c:v>
                </c:pt>
                <c:pt idx="561">
                  <c:v>35.156002088485295</c:v>
                </c:pt>
                <c:pt idx="562">
                  <c:v>35.152729380886022</c:v>
                </c:pt>
                <c:pt idx="563">
                  <c:v>35.140538552026761</c:v>
                </c:pt>
                <c:pt idx="564">
                  <c:v>35.125935459652972</c:v>
                </c:pt>
                <c:pt idx="565">
                  <c:v>35.086755145664995</c:v>
                </c:pt>
                <c:pt idx="566">
                  <c:v>35.07209721017125</c:v>
                </c:pt>
                <c:pt idx="567">
                  <c:v>35.022904599095867</c:v>
                </c:pt>
                <c:pt idx="568">
                  <c:v>35.00508614353371</c:v>
                </c:pt>
                <c:pt idx="569">
                  <c:v>35.041640472592057</c:v>
                </c:pt>
                <c:pt idx="570">
                  <c:v>34.988245878011483</c:v>
                </c:pt>
                <c:pt idx="571">
                  <c:v>34.953967353150595</c:v>
                </c:pt>
                <c:pt idx="572">
                  <c:v>34.963241120926668</c:v>
                </c:pt>
                <c:pt idx="573">
                  <c:v>34.922850089481365</c:v>
                </c:pt>
                <c:pt idx="574">
                  <c:v>34.88039780901736</c:v>
                </c:pt>
                <c:pt idx="575">
                  <c:v>34.859248745602592</c:v>
                </c:pt>
                <c:pt idx="576">
                  <c:v>34.851434434772166</c:v>
                </c:pt>
                <c:pt idx="577">
                  <c:v>34.699902801686719</c:v>
                </c:pt>
                <c:pt idx="578">
                  <c:v>34.495105807386146</c:v>
                </c:pt>
                <c:pt idx="579">
                  <c:v>34.513824357126538</c:v>
                </c:pt>
                <c:pt idx="580">
                  <c:v>34.591961490124625</c:v>
                </c:pt>
                <c:pt idx="581">
                  <c:v>34.79470321071264</c:v>
                </c:pt>
                <c:pt idx="582">
                  <c:v>35.024519969843695</c:v>
                </c:pt>
                <c:pt idx="583">
                  <c:v>34.569891395800013</c:v>
                </c:pt>
                <c:pt idx="584">
                  <c:v>34.081965092446787</c:v>
                </c:pt>
                <c:pt idx="585">
                  <c:v>33.800938164752807</c:v>
                </c:pt>
                <c:pt idx="586">
                  <c:v>34.209728335716967</c:v>
                </c:pt>
                <c:pt idx="587">
                  <c:v>33.912145930686819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77BE-418F-8705-C8EC33B01BAD}"/>
            </c:ext>
          </c:extLst>
        </c:ser>
        <c:ser>
          <c:idx val="23"/>
          <c:order val="23"/>
          <c:tx>
            <c:strRef>
              <c:f>Sheet2!$Y$1</c:f>
              <c:strCache>
                <c:ptCount val="1"/>
                <c:pt idx="0">
                  <c:v>S24_z/O-PTIR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Sheet2!$Y$2:$Y$589</c:f>
              <c:numCache>
                <c:formatCode>General</c:formatCode>
                <c:ptCount val="588"/>
                <c:pt idx="0">
                  <c:v>35.699809000985667</c:v>
                </c:pt>
                <c:pt idx="1">
                  <c:v>35.661297151023568</c:v>
                </c:pt>
                <c:pt idx="2">
                  <c:v>35.776405273159376</c:v>
                </c:pt>
                <c:pt idx="3">
                  <c:v>35.864567835094626</c:v>
                </c:pt>
                <c:pt idx="4">
                  <c:v>35.888938216481506</c:v>
                </c:pt>
                <c:pt idx="5">
                  <c:v>35.9770892252983</c:v>
                </c:pt>
                <c:pt idx="6">
                  <c:v>35.987442738680656</c:v>
                </c:pt>
                <c:pt idx="7">
                  <c:v>35.986434870216705</c:v>
                </c:pt>
                <c:pt idx="8">
                  <c:v>36.002409521395322</c:v>
                </c:pt>
                <c:pt idx="9">
                  <c:v>36.009870653242672</c:v>
                </c:pt>
                <c:pt idx="10">
                  <c:v>36.010318176645448</c:v>
                </c:pt>
                <c:pt idx="11">
                  <c:v>35.997969172516733</c:v>
                </c:pt>
                <c:pt idx="12">
                  <c:v>35.986783909870319</c:v>
                </c:pt>
                <c:pt idx="13">
                  <c:v>35.957175713373076</c:v>
                </c:pt>
                <c:pt idx="14">
                  <c:v>35.930644823570709</c:v>
                </c:pt>
                <c:pt idx="15">
                  <c:v>35.918047258049853</c:v>
                </c:pt>
                <c:pt idx="16">
                  <c:v>35.899897384223451</c:v>
                </c:pt>
                <c:pt idx="17">
                  <c:v>35.86677022826855</c:v>
                </c:pt>
                <c:pt idx="18">
                  <c:v>35.842292444275586</c:v>
                </c:pt>
                <c:pt idx="19">
                  <c:v>35.828199559009569</c:v>
                </c:pt>
                <c:pt idx="20">
                  <c:v>35.823006639242251</c:v>
                </c:pt>
                <c:pt idx="21">
                  <c:v>35.8156385156433</c:v>
                </c:pt>
                <c:pt idx="22">
                  <c:v>35.810136239490802</c:v>
                </c:pt>
                <c:pt idx="23">
                  <c:v>35.813104318412677</c:v>
                </c:pt>
                <c:pt idx="24">
                  <c:v>35.818001354160955</c:v>
                </c:pt>
                <c:pt idx="25">
                  <c:v>35.812928443822791</c:v>
                </c:pt>
                <c:pt idx="26">
                  <c:v>35.811737719975888</c:v>
                </c:pt>
                <c:pt idx="27">
                  <c:v>35.812439261455424</c:v>
                </c:pt>
                <c:pt idx="28">
                  <c:v>35.809458970849711</c:v>
                </c:pt>
                <c:pt idx="29">
                  <c:v>35.80973210613876</c:v>
                </c:pt>
                <c:pt idx="30">
                  <c:v>35.815565998186422</c:v>
                </c:pt>
                <c:pt idx="31">
                  <c:v>35.821943376021416</c:v>
                </c:pt>
                <c:pt idx="32">
                  <c:v>35.822949626296129</c:v>
                </c:pt>
                <c:pt idx="33">
                  <c:v>35.827101862227217</c:v>
                </c:pt>
                <c:pt idx="34">
                  <c:v>35.841527793416091</c:v>
                </c:pt>
                <c:pt idx="35">
                  <c:v>35.849428658778535</c:v>
                </c:pt>
                <c:pt idx="36">
                  <c:v>35.86499556390357</c:v>
                </c:pt>
                <c:pt idx="37">
                  <c:v>35.878141695573298</c:v>
                </c:pt>
                <c:pt idx="38">
                  <c:v>35.894736677711499</c:v>
                </c:pt>
                <c:pt idx="39">
                  <c:v>35.918905876781587</c:v>
                </c:pt>
                <c:pt idx="40">
                  <c:v>35.926457288535033</c:v>
                </c:pt>
                <c:pt idx="41">
                  <c:v>35.952046730896484</c:v>
                </c:pt>
                <c:pt idx="42">
                  <c:v>35.971196796196068</c:v>
                </c:pt>
                <c:pt idx="43">
                  <c:v>35.982681047526896</c:v>
                </c:pt>
                <c:pt idx="44">
                  <c:v>36.000997406682416</c:v>
                </c:pt>
                <c:pt idx="45">
                  <c:v>36.021713502833258</c:v>
                </c:pt>
                <c:pt idx="46">
                  <c:v>36.047947925315825</c:v>
                </c:pt>
                <c:pt idx="47">
                  <c:v>36.079352650548799</c:v>
                </c:pt>
                <c:pt idx="48">
                  <c:v>36.107306606065606</c:v>
                </c:pt>
                <c:pt idx="49">
                  <c:v>36.114215145107167</c:v>
                </c:pt>
                <c:pt idx="50">
                  <c:v>36.118550499847366</c:v>
                </c:pt>
                <c:pt idx="51">
                  <c:v>36.117640324854122</c:v>
                </c:pt>
                <c:pt idx="52">
                  <c:v>36.112951339318776</c:v>
                </c:pt>
                <c:pt idx="53">
                  <c:v>36.114078125874954</c:v>
                </c:pt>
                <c:pt idx="54">
                  <c:v>36.117383898309676</c:v>
                </c:pt>
                <c:pt idx="55">
                  <c:v>36.123986561954517</c:v>
                </c:pt>
                <c:pt idx="56">
                  <c:v>36.11841871150591</c:v>
                </c:pt>
                <c:pt idx="57">
                  <c:v>36.131882045896965</c:v>
                </c:pt>
                <c:pt idx="58">
                  <c:v>36.153067830879806</c:v>
                </c:pt>
                <c:pt idx="59">
                  <c:v>36.167730506916214</c:v>
                </c:pt>
                <c:pt idx="60">
                  <c:v>36.180898352427462</c:v>
                </c:pt>
                <c:pt idx="61">
                  <c:v>36.206566145253483</c:v>
                </c:pt>
                <c:pt idx="62">
                  <c:v>36.232744984817622</c:v>
                </c:pt>
                <c:pt idx="63">
                  <c:v>36.270647868777047</c:v>
                </c:pt>
                <c:pt idx="64">
                  <c:v>36.310033992510867</c:v>
                </c:pt>
                <c:pt idx="65">
                  <c:v>36.354614955259706</c:v>
                </c:pt>
                <c:pt idx="66">
                  <c:v>36.403957458633059</c:v>
                </c:pt>
                <c:pt idx="67">
                  <c:v>36.427740098638793</c:v>
                </c:pt>
                <c:pt idx="68">
                  <c:v>36.448160743542147</c:v>
                </c:pt>
                <c:pt idx="69">
                  <c:v>36.482657527334602</c:v>
                </c:pt>
                <c:pt idx="70">
                  <c:v>36.533153611467199</c:v>
                </c:pt>
                <c:pt idx="71">
                  <c:v>36.572257643422745</c:v>
                </c:pt>
                <c:pt idx="72">
                  <c:v>36.611061219033878</c:v>
                </c:pt>
                <c:pt idx="73">
                  <c:v>36.643500644566167</c:v>
                </c:pt>
                <c:pt idx="74">
                  <c:v>36.675267053908129</c:v>
                </c:pt>
                <c:pt idx="75">
                  <c:v>36.700283506753038</c:v>
                </c:pt>
                <c:pt idx="76">
                  <c:v>36.731893967812034</c:v>
                </c:pt>
                <c:pt idx="77">
                  <c:v>36.763315063098844</c:v>
                </c:pt>
                <c:pt idx="78">
                  <c:v>36.794920330899373</c:v>
                </c:pt>
                <c:pt idx="79">
                  <c:v>36.826461021659952</c:v>
                </c:pt>
                <c:pt idx="80">
                  <c:v>36.85781069082681</c:v>
                </c:pt>
                <c:pt idx="81">
                  <c:v>36.87056111878141</c:v>
                </c:pt>
                <c:pt idx="82">
                  <c:v>36.880181441913479</c:v>
                </c:pt>
                <c:pt idx="83">
                  <c:v>36.879361810252483</c:v>
                </c:pt>
                <c:pt idx="84">
                  <c:v>36.891941538059513</c:v>
                </c:pt>
                <c:pt idx="85">
                  <c:v>36.889647773642572</c:v>
                </c:pt>
                <c:pt idx="86">
                  <c:v>36.884565455227488</c:v>
                </c:pt>
                <c:pt idx="87">
                  <c:v>36.865425513018671</c:v>
                </c:pt>
                <c:pt idx="88">
                  <c:v>36.831106504247636</c:v>
                </c:pt>
                <c:pt idx="89">
                  <c:v>36.80525988269558</c:v>
                </c:pt>
                <c:pt idx="90">
                  <c:v>36.787178462036827</c:v>
                </c:pt>
                <c:pt idx="91">
                  <c:v>36.760098027645597</c:v>
                </c:pt>
                <c:pt idx="92">
                  <c:v>36.732166500984157</c:v>
                </c:pt>
                <c:pt idx="93">
                  <c:v>36.691385197075881</c:v>
                </c:pt>
                <c:pt idx="94">
                  <c:v>36.644134899479589</c:v>
                </c:pt>
                <c:pt idx="95">
                  <c:v>36.603419226315879</c:v>
                </c:pt>
                <c:pt idx="96">
                  <c:v>36.557986268121461</c:v>
                </c:pt>
                <c:pt idx="97">
                  <c:v>36.51999833514671</c:v>
                </c:pt>
                <c:pt idx="98">
                  <c:v>36.483223216183461</c:v>
                </c:pt>
                <c:pt idx="99">
                  <c:v>36.442870920582585</c:v>
                </c:pt>
                <c:pt idx="100">
                  <c:v>36.39543554729719</c:v>
                </c:pt>
                <c:pt idx="101">
                  <c:v>36.351857033959995</c:v>
                </c:pt>
                <c:pt idx="102">
                  <c:v>36.318454748203735</c:v>
                </c:pt>
                <c:pt idx="103">
                  <c:v>36.292215546418099</c:v>
                </c:pt>
                <c:pt idx="104">
                  <c:v>36.262255788902621</c:v>
                </c:pt>
                <c:pt idx="105">
                  <c:v>36.226688516486263</c:v>
                </c:pt>
                <c:pt idx="106">
                  <c:v>36.18145079470402</c:v>
                </c:pt>
                <c:pt idx="107">
                  <c:v>36.130701407508518</c:v>
                </c:pt>
                <c:pt idx="108">
                  <c:v>36.086185623916563</c:v>
                </c:pt>
                <c:pt idx="109">
                  <c:v>36.043428812017289</c:v>
                </c:pt>
                <c:pt idx="110">
                  <c:v>35.997386285703278</c:v>
                </c:pt>
                <c:pt idx="111">
                  <c:v>35.946820581801497</c:v>
                </c:pt>
                <c:pt idx="112">
                  <c:v>35.906307746776115</c:v>
                </c:pt>
                <c:pt idx="113">
                  <c:v>35.876698760000409</c:v>
                </c:pt>
                <c:pt idx="114">
                  <c:v>35.852713244224041</c:v>
                </c:pt>
                <c:pt idx="115">
                  <c:v>35.829439656444123</c:v>
                </c:pt>
                <c:pt idx="116">
                  <c:v>35.816244903832896</c:v>
                </c:pt>
                <c:pt idx="117">
                  <c:v>35.812383283397772</c:v>
                </c:pt>
                <c:pt idx="118">
                  <c:v>35.805564854916916</c:v>
                </c:pt>
                <c:pt idx="119">
                  <c:v>35.796886167387299</c:v>
                </c:pt>
                <c:pt idx="120">
                  <c:v>35.793660815194059</c:v>
                </c:pt>
                <c:pt idx="121">
                  <c:v>35.79265460255165</c:v>
                </c:pt>
                <c:pt idx="122">
                  <c:v>35.795111954610022</c:v>
                </c:pt>
                <c:pt idx="123">
                  <c:v>35.805977305008952</c:v>
                </c:pt>
                <c:pt idx="124">
                  <c:v>35.818472209594489</c:v>
                </c:pt>
                <c:pt idx="125">
                  <c:v>35.828277006298748</c:v>
                </c:pt>
                <c:pt idx="126">
                  <c:v>35.841754114114401</c:v>
                </c:pt>
                <c:pt idx="127">
                  <c:v>35.851222477988109</c:v>
                </c:pt>
                <c:pt idx="128">
                  <c:v>35.857733017743783</c:v>
                </c:pt>
                <c:pt idx="129">
                  <c:v>35.875560382693472</c:v>
                </c:pt>
                <c:pt idx="130">
                  <c:v>35.888654092558617</c:v>
                </c:pt>
                <c:pt idx="131">
                  <c:v>35.902054844422018</c:v>
                </c:pt>
                <c:pt idx="132">
                  <c:v>35.918189094217446</c:v>
                </c:pt>
                <c:pt idx="133">
                  <c:v>35.933769509340941</c:v>
                </c:pt>
                <c:pt idx="134">
                  <c:v>35.950740099541967</c:v>
                </c:pt>
                <c:pt idx="135">
                  <c:v>35.972856569125732</c:v>
                </c:pt>
                <c:pt idx="136">
                  <c:v>35.98193058404739</c:v>
                </c:pt>
                <c:pt idx="137">
                  <c:v>35.998462795496408</c:v>
                </c:pt>
                <c:pt idx="138">
                  <c:v>36.023181388626128</c:v>
                </c:pt>
                <c:pt idx="139">
                  <c:v>36.069154107009425</c:v>
                </c:pt>
                <c:pt idx="140">
                  <c:v>36.11035248978358</c:v>
                </c:pt>
                <c:pt idx="141">
                  <c:v>36.147483497480444</c:v>
                </c:pt>
                <c:pt idx="142">
                  <c:v>36.162732259076463</c:v>
                </c:pt>
                <c:pt idx="143">
                  <c:v>36.191039205639186</c:v>
                </c:pt>
                <c:pt idx="144">
                  <c:v>36.213228644267517</c:v>
                </c:pt>
                <c:pt idx="145">
                  <c:v>36.253454043726933</c:v>
                </c:pt>
                <c:pt idx="146">
                  <c:v>36.28961124019829</c:v>
                </c:pt>
                <c:pt idx="147">
                  <c:v>36.318678961492814</c:v>
                </c:pt>
                <c:pt idx="148">
                  <c:v>36.357286548045622</c:v>
                </c:pt>
                <c:pt idx="149">
                  <c:v>36.398007188673944</c:v>
                </c:pt>
                <c:pt idx="150">
                  <c:v>36.436763723900491</c:v>
                </c:pt>
                <c:pt idx="151">
                  <c:v>36.462886566590818</c:v>
                </c:pt>
                <c:pt idx="152">
                  <c:v>36.500214052566008</c:v>
                </c:pt>
                <c:pt idx="153">
                  <c:v>36.542552957688642</c:v>
                </c:pt>
                <c:pt idx="154">
                  <c:v>36.57192279114912</c:v>
                </c:pt>
                <c:pt idx="155">
                  <c:v>36.591065969736398</c:v>
                </c:pt>
                <c:pt idx="156">
                  <c:v>36.610424856711226</c:v>
                </c:pt>
                <c:pt idx="157">
                  <c:v>36.618298288121373</c:v>
                </c:pt>
                <c:pt idx="158">
                  <c:v>36.629375357883248</c:v>
                </c:pt>
                <c:pt idx="159">
                  <c:v>36.626009524285486</c:v>
                </c:pt>
                <c:pt idx="160">
                  <c:v>36.600267445284132</c:v>
                </c:pt>
                <c:pt idx="161">
                  <c:v>36.572069632413637</c:v>
                </c:pt>
                <c:pt idx="162">
                  <c:v>36.535835214446955</c:v>
                </c:pt>
                <c:pt idx="163">
                  <c:v>36.498997023736052</c:v>
                </c:pt>
                <c:pt idx="164">
                  <c:v>36.476020768819012</c:v>
                </c:pt>
                <c:pt idx="165">
                  <c:v>36.450316623183788</c:v>
                </c:pt>
                <c:pt idx="166">
                  <c:v>36.427747248777251</c:v>
                </c:pt>
                <c:pt idx="167">
                  <c:v>36.40682669629885</c:v>
                </c:pt>
                <c:pt idx="168">
                  <c:v>36.388221132858902</c:v>
                </c:pt>
                <c:pt idx="169">
                  <c:v>36.378252259293227</c:v>
                </c:pt>
                <c:pt idx="170">
                  <c:v>36.37416079953902</c:v>
                </c:pt>
                <c:pt idx="171">
                  <c:v>36.36744967958348</c:v>
                </c:pt>
                <c:pt idx="172">
                  <c:v>36.353877512558654</c:v>
                </c:pt>
                <c:pt idx="173">
                  <c:v>36.344145873060505</c:v>
                </c:pt>
                <c:pt idx="174">
                  <c:v>36.344473198872599</c:v>
                </c:pt>
                <c:pt idx="175">
                  <c:v>36.352560983907217</c:v>
                </c:pt>
                <c:pt idx="176">
                  <c:v>36.354552184570515</c:v>
                </c:pt>
                <c:pt idx="177">
                  <c:v>36.360091886052984</c:v>
                </c:pt>
                <c:pt idx="178">
                  <c:v>36.362062464211675</c:v>
                </c:pt>
                <c:pt idx="179">
                  <c:v>36.36566380079082</c:v>
                </c:pt>
                <c:pt idx="180">
                  <c:v>36.369084878616242</c:v>
                </c:pt>
                <c:pt idx="181">
                  <c:v>36.37754710511215</c:v>
                </c:pt>
                <c:pt idx="182">
                  <c:v>36.380763990036172</c:v>
                </c:pt>
                <c:pt idx="183">
                  <c:v>36.37379697038849</c:v>
                </c:pt>
                <c:pt idx="184">
                  <c:v>36.373631614028604</c:v>
                </c:pt>
                <c:pt idx="185">
                  <c:v>36.37694784824486</c:v>
                </c:pt>
                <c:pt idx="186">
                  <c:v>36.372890784419866</c:v>
                </c:pt>
                <c:pt idx="187">
                  <c:v>36.360679326375674</c:v>
                </c:pt>
                <c:pt idx="188">
                  <c:v>36.349960817241254</c:v>
                </c:pt>
                <c:pt idx="189">
                  <c:v>36.333833341261204</c:v>
                </c:pt>
                <c:pt idx="190">
                  <c:v>36.321814184309197</c:v>
                </c:pt>
                <c:pt idx="191">
                  <c:v>36.318900992108055</c:v>
                </c:pt>
                <c:pt idx="192">
                  <c:v>36.325110021814695</c:v>
                </c:pt>
                <c:pt idx="193">
                  <c:v>36.324271197676794</c:v>
                </c:pt>
                <c:pt idx="194">
                  <c:v>36.323442910585037</c:v>
                </c:pt>
                <c:pt idx="195">
                  <c:v>36.330302000774324</c:v>
                </c:pt>
                <c:pt idx="196">
                  <c:v>36.342042904443439</c:v>
                </c:pt>
                <c:pt idx="197">
                  <c:v>36.351684753255498</c:v>
                </c:pt>
                <c:pt idx="198">
                  <c:v>36.356054692086438</c:v>
                </c:pt>
                <c:pt idx="199">
                  <c:v>36.371587878663803</c:v>
                </c:pt>
                <c:pt idx="200">
                  <c:v>36.381458306112634</c:v>
                </c:pt>
                <c:pt idx="201">
                  <c:v>36.387480152720933</c:v>
                </c:pt>
                <c:pt idx="202">
                  <c:v>36.425626291917119</c:v>
                </c:pt>
                <c:pt idx="203">
                  <c:v>36.481312021806268</c:v>
                </c:pt>
                <c:pt idx="204">
                  <c:v>36.533608811860738</c:v>
                </c:pt>
                <c:pt idx="205">
                  <c:v>36.576509341542994</c:v>
                </c:pt>
                <c:pt idx="206">
                  <c:v>36.614414558705498</c:v>
                </c:pt>
                <c:pt idx="207">
                  <c:v>36.629456568403192</c:v>
                </c:pt>
                <c:pt idx="208">
                  <c:v>36.606091571747953</c:v>
                </c:pt>
                <c:pt idx="209">
                  <c:v>36.569113388852529</c:v>
                </c:pt>
                <c:pt idx="210">
                  <c:v>36.523529449839742</c:v>
                </c:pt>
                <c:pt idx="211">
                  <c:v>36.467688599578402</c:v>
                </c:pt>
                <c:pt idx="212">
                  <c:v>36.422667489359085</c:v>
                </c:pt>
                <c:pt idx="213">
                  <c:v>36.39692827041312</c:v>
                </c:pt>
                <c:pt idx="214">
                  <c:v>36.39115923764772</c:v>
                </c:pt>
                <c:pt idx="215">
                  <c:v>36.386365784826289</c:v>
                </c:pt>
                <c:pt idx="216">
                  <c:v>36.399618227765174</c:v>
                </c:pt>
                <c:pt idx="217">
                  <c:v>36.424583575936275</c:v>
                </c:pt>
                <c:pt idx="218">
                  <c:v>36.42875888047196</c:v>
                </c:pt>
                <c:pt idx="219">
                  <c:v>36.432838975269249</c:v>
                </c:pt>
                <c:pt idx="220">
                  <c:v>36.465946825850324</c:v>
                </c:pt>
                <c:pt idx="221">
                  <c:v>36.475747257206891</c:v>
                </c:pt>
                <c:pt idx="222">
                  <c:v>36.47740511088886</c:v>
                </c:pt>
                <c:pt idx="223">
                  <c:v>36.474618890093794</c:v>
                </c:pt>
                <c:pt idx="224">
                  <c:v>36.484071222604435</c:v>
                </c:pt>
                <c:pt idx="225">
                  <c:v>36.476958189603003</c:v>
                </c:pt>
                <c:pt idx="226">
                  <c:v>36.480375880520732</c:v>
                </c:pt>
                <c:pt idx="227">
                  <c:v>36.487274860956148</c:v>
                </c:pt>
                <c:pt idx="228">
                  <c:v>36.48280798130066</c:v>
                </c:pt>
                <c:pt idx="229">
                  <c:v>36.478960830487829</c:v>
                </c:pt>
                <c:pt idx="230">
                  <c:v>36.495770354412045</c:v>
                </c:pt>
                <c:pt idx="231">
                  <c:v>36.489049374791897</c:v>
                </c:pt>
                <c:pt idx="232">
                  <c:v>36.476423058187976</c:v>
                </c:pt>
                <c:pt idx="233">
                  <c:v>36.46146368903792</c:v>
                </c:pt>
                <c:pt idx="234">
                  <c:v>36.447947067299211</c:v>
                </c:pt>
                <c:pt idx="235">
                  <c:v>36.429777285982055</c:v>
                </c:pt>
                <c:pt idx="236">
                  <c:v>36.399088966990142</c:v>
                </c:pt>
                <c:pt idx="237">
                  <c:v>36.368562165862741</c:v>
                </c:pt>
                <c:pt idx="238">
                  <c:v>36.344762967641635</c:v>
                </c:pt>
                <c:pt idx="239">
                  <c:v>36.319630005172186</c:v>
                </c:pt>
                <c:pt idx="240">
                  <c:v>36.294832647622513</c:v>
                </c:pt>
                <c:pt idx="241">
                  <c:v>36.280630139444256</c:v>
                </c:pt>
                <c:pt idx="242">
                  <c:v>36.28590814585921</c:v>
                </c:pt>
                <c:pt idx="243">
                  <c:v>36.27262093066804</c:v>
                </c:pt>
                <c:pt idx="244">
                  <c:v>36.275709715216756</c:v>
                </c:pt>
                <c:pt idx="245">
                  <c:v>36.281064491539354</c:v>
                </c:pt>
                <c:pt idx="246">
                  <c:v>36.271527937924155</c:v>
                </c:pt>
                <c:pt idx="247">
                  <c:v>36.283383921190122</c:v>
                </c:pt>
                <c:pt idx="248">
                  <c:v>36.297390590839271</c:v>
                </c:pt>
                <c:pt idx="249">
                  <c:v>36.311905823494243</c:v>
                </c:pt>
                <c:pt idx="250">
                  <c:v>36.315681773980963</c:v>
                </c:pt>
                <c:pt idx="251">
                  <c:v>36.366735945236265</c:v>
                </c:pt>
                <c:pt idx="252">
                  <c:v>36.391503196939802</c:v>
                </c:pt>
                <c:pt idx="253">
                  <c:v>36.394725576180733</c:v>
                </c:pt>
                <c:pt idx="254">
                  <c:v>36.405042924915413</c:v>
                </c:pt>
                <c:pt idx="255">
                  <c:v>36.415607442646859</c:v>
                </c:pt>
                <c:pt idx="256">
                  <c:v>36.429144611625553</c:v>
                </c:pt>
                <c:pt idx="257">
                  <c:v>36.453130917680383</c:v>
                </c:pt>
                <c:pt idx="258">
                  <c:v>36.476746620769298</c:v>
                </c:pt>
                <c:pt idx="259">
                  <c:v>36.5</c:v>
                </c:pt>
                <c:pt idx="260">
                  <c:v>36.474624911263021</c:v>
                </c:pt>
                <c:pt idx="261">
                  <c:v>36.471147761299179</c:v>
                </c:pt>
                <c:pt idx="262">
                  <c:v>36.516768655238089</c:v>
                </c:pt>
                <c:pt idx="263">
                  <c:v>36.484548475530268</c:v>
                </c:pt>
                <c:pt idx="264">
                  <c:v>36.449163870335326</c:v>
                </c:pt>
                <c:pt idx="265">
                  <c:v>36.449104486553829</c:v>
                </c:pt>
                <c:pt idx="266">
                  <c:v>36.438268564619491</c:v>
                </c:pt>
                <c:pt idx="267">
                  <c:v>36.411183915409794</c:v>
                </c:pt>
                <c:pt idx="268">
                  <c:v>36.377411026687625</c:v>
                </c:pt>
                <c:pt idx="269">
                  <c:v>36.378202509382483</c:v>
                </c:pt>
                <c:pt idx="270">
                  <c:v>36.335853970389095</c:v>
                </c:pt>
                <c:pt idx="271">
                  <c:v>36.307177549829689</c:v>
                </c:pt>
                <c:pt idx="272">
                  <c:v>36.274395971356093</c:v>
                </c:pt>
                <c:pt idx="273">
                  <c:v>36.262097206358114</c:v>
                </c:pt>
                <c:pt idx="274">
                  <c:v>36.238807549582823</c:v>
                </c:pt>
                <c:pt idx="275">
                  <c:v>36.220096916739877</c:v>
                </c:pt>
                <c:pt idx="276">
                  <c:v>36.224683241339903</c:v>
                </c:pt>
                <c:pt idx="277">
                  <c:v>36.22463687833686</c:v>
                </c:pt>
                <c:pt idx="278">
                  <c:v>36.281816836634242</c:v>
                </c:pt>
                <c:pt idx="279">
                  <c:v>36.299248422604194</c:v>
                </c:pt>
                <c:pt idx="280">
                  <c:v>36.293566621527965</c:v>
                </c:pt>
                <c:pt idx="281">
                  <c:v>36.334472638903861</c:v>
                </c:pt>
                <c:pt idx="282">
                  <c:v>36.399182370377773</c:v>
                </c:pt>
                <c:pt idx="283">
                  <c:v>36.448222987379026</c:v>
                </c:pt>
                <c:pt idx="284">
                  <c:v>36.461808927828457</c:v>
                </c:pt>
                <c:pt idx="285">
                  <c:v>36.431964776762143</c:v>
                </c:pt>
                <c:pt idx="286">
                  <c:v>36.436137447036288</c:v>
                </c:pt>
                <c:pt idx="287">
                  <c:v>36.598579862079099</c:v>
                </c:pt>
                <c:pt idx="288">
                  <c:v>36.680681816129145</c:v>
                </c:pt>
                <c:pt idx="289">
                  <c:v>36.738916306951985</c:v>
                </c:pt>
                <c:pt idx="290">
                  <c:v>36.764730037867132</c:v>
                </c:pt>
                <c:pt idx="291">
                  <c:v>36.85066717565617</c:v>
                </c:pt>
                <c:pt idx="292">
                  <c:v>36.822576614862534</c:v>
                </c:pt>
                <c:pt idx="293">
                  <c:v>36.885219956322437</c:v>
                </c:pt>
                <c:pt idx="294">
                  <c:v>36.919443529561228</c:v>
                </c:pt>
                <c:pt idx="295">
                  <c:v>36.979900735004129</c:v>
                </c:pt>
                <c:pt idx="296">
                  <c:v>37.043106905257503</c:v>
                </c:pt>
                <c:pt idx="297">
                  <c:v>37.123741951954685</c:v>
                </c:pt>
                <c:pt idx="298">
                  <c:v>37.145019409238998</c:v>
                </c:pt>
                <c:pt idx="299">
                  <c:v>37.265795634291045</c:v>
                </c:pt>
                <c:pt idx="300">
                  <c:v>37.315201284676661</c:v>
                </c:pt>
                <c:pt idx="301">
                  <c:v>37.270991301216824</c:v>
                </c:pt>
                <c:pt idx="302">
                  <c:v>37.238325554986218</c:v>
                </c:pt>
                <c:pt idx="303">
                  <c:v>37.342452042892404</c:v>
                </c:pt>
                <c:pt idx="304">
                  <c:v>37.437080738460274</c:v>
                </c:pt>
                <c:pt idx="305">
                  <c:v>37.508096214671539</c:v>
                </c:pt>
                <c:pt idx="306">
                  <c:v>37.464254576239142</c:v>
                </c:pt>
                <c:pt idx="307">
                  <c:v>37.444873787261258</c:v>
                </c:pt>
                <c:pt idx="308">
                  <c:v>37.417029191230526</c:v>
                </c:pt>
                <c:pt idx="309">
                  <c:v>37.377229112112367</c:v>
                </c:pt>
                <c:pt idx="310">
                  <c:v>37.329044705375154</c:v>
                </c:pt>
                <c:pt idx="311">
                  <c:v>37.262773910514582</c:v>
                </c:pt>
                <c:pt idx="312">
                  <c:v>37.342806238172166</c:v>
                </c:pt>
                <c:pt idx="313">
                  <c:v>37.372275195131039</c:v>
                </c:pt>
                <c:pt idx="314">
                  <c:v>37.332705726794259</c:v>
                </c:pt>
                <c:pt idx="315">
                  <c:v>37.346846292194094</c:v>
                </c:pt>
                <c:pt idx="316">
                  <c:v>37.304008984788723</c:v>
                </c:pt>
                <c:pt idx="317">
                  <c:v>37.347923629897991</c:v>
                </c:pt>
                <c:pt idx="318">
                  <c:v>37.388508568424868</c:v>
                </c:pt>
                <c:pt idx="319">
                  <c:v>37.364608590883819</c:v>
                </c:pt>
                <c:pt idx="320">
                  <c:v>37.378324663853178</c:v>
                </c:pt>
                <c:pt idx="321">
                  <c:v>37.501751859186534</c:v>
                </c:pt>
                <c:pt idx="322">
                  <c:v>37.541705929707675</c:v>
                </c:pt>
                <c:pt idx="323">
                  <c:v>37.574730537624177</c:v>
                </c:pt>
                <c:pt idx="324">
                  <c:v>37.606589597707625</c:v>
                </c:pt>
                <c:pt idx="325">
                  <c:v>37.64498674439595</c:v>
                </c:pt>
                <c:pt idx="326">
                  <c:v>37.688720453369953</c:v>
                </c:pt>
                <c:pt idx="327">
                  <c:v>37.73656812621816</c:v>
                </c:pt>
                <c:pt idx="328">
                  <c:v>37.77153290538876</c:v>
                </c:pt>
                <c:pt idx="329">
                  <c:v>37.793977716856929</c:v>
                </c:pt>
                <c:pt idx="330">
                  <c:v>37.822813999459306</c:v>
                </c:pt>
                <c:pt idx="331">
                  <c:v>37.828355432027919</c:v>
                </c:pt>
                <c:pt idx="332">
                  <c:v>37.81284685697976</c:v>
                </c:pt>
                <c:pt idx="333">
                  <c:v>37.776635394720756</c:v>
                </c:pt>
                <c:pt idx="334">
                  <c:v>37.734699155290173</c:v>
                </c:pt>
                <c:pt idx="335">
                  <c:v>37.668512807328</c:v>
                </c:pt>
                <c:pt idx="336">
                  <c:v>37.599803739989056</c:v>
                </c:pt>
                <c:pt idx="337">
                  <c:v>37.56695690709396</c:v>
                </c:pt>
                <c:pt idx="338">
                  <c:v>37.516451640678298</c:v>
                </c:pt>
                <c:pt idx="339">
                  <c:v>37.442251568063</c:v>
                </c:pt>
                <c:pt idx="340">
                  <c:v>37.375069469239953</c:v>
                </c:pt>
                <c:pt idx="341">
                  <c:v>37.391218395635377</c:v>
                </c:pt>
                <c:pt idx="342">
                  <c:v>37.35097305105289</c:v>
                </c:pt>
                <c:pt idx="343">
                  <c:v>37.306036011408914</c:v>
                </c:pt>
                <c:pt idx="344">
                  <c:v>37.38802536959443</c:v>
                </c:pt>
                <c:pt idx="345">
                  <c:v>37.425729780763213</c:v>
                </c:pt>
                <c:pt idx="346">
                  <c:v>37.486473142273603</c:v>
                </c:pt>
                <c:pt idx="347">
                  <c:v>37.540010368453416</c:v>
                </c:pt>
                <c:pt idx="348">
                  <c:v>37.545917888111013</c:v>
                </c:pt>
                <c:pt idx="349">
                  <c:v>37.493736930299548</c:v>
                </c:pt>
                <c:pt idx="350">
                  <c:v>37.561716231928216</c:v>
                </c:pt>
                <c:pt idx="351">
                  <c:v>37.720208609429037</c:v>
                </c:pt>
                <c:pt idx="352">
                  <c:v>37.764989550260815</c:v>
                </c:pt>
                <c:pt idx="353">
                  <c:v>37.792503433571753</c:v>
                </c:pt>
                <c:pt idx="354">
                  <c:v>37.806655138134651</c:v>
                </c:pt>
                <c:pt idx="355">
                  <c:v>37.81392856003135</c:v>
                </c:pt>
                <c:pt idx="356">
                  <c:v>38.004260579344859</c:v>
                </c:pt>
                <c:pt idx="357">
                  <c:v>38.047887563094321</c:v>
                </c:pt>
                <c:pt idx="358">
                  <c:v>37.965554396145968</c:v>
                </c:pt>
                <c:pt idx="359">
                  <c:v>38.190393886827316</c:v>
                </c:pt>
                <c:pt idx="360">
                  <c:v>38.295660182068119</c:v>
                </c:pt>
                <c:pt idx="361">
                  <c:v>38.237565231842112</c:v>
                </c:pt>
                <c:pt idx="362">
                  <c:v>38.174397747601006</c:v>
                </c:pt>
                <c:pt idx="363">
                  <c:v>38.077081804207225</c:v>
                </c:pt>
                <c:pt idx="364">
                  <c:v>38.034721373404608</c:v>
                </c:pt>
                <c:pt idx="365">
                  <c:v>37.928726516687362</c:v>
                </c:pt>
                <c:pt idx="366">
                  <c:v>37.785964744849935</c:v>
                </c:pt>
                <c:pt idx="367">
                  <c:v>37.695949017555925</c:v>
                </c:pt>
                <c:pt idx="368">
                  <c:v>37.617740652586356</c:v>
                </c:pt>
                <c:pt idx="369">
                  <c:v>37.478300308223659</c:v>
                </c:pt>
                <c:pt idx="370">
                  <c:v>37.441765810235616</c:v>
                </c:pt>
                <c:pt idx="371">
                  <c:v>37.342850644295204</c:v>
                </c:pt>
                <c:pt idx="372">
                  <c:v>37.253851139837437</c:v>
                </c:pt>
                <c:pt idx="373">
                  <c:v>37.134587432495159</c:v>
                </c:pt>
                <c:pt idx="374">
                  <c:v>37.067395850330591</c:v>
                </c:pt>
                <c:pt idx="375">
                  <c:v>37.006121271165163</c:v>
                </c:pt>
                <c:pt idx="376">
                  <c:v>36.901377914471702</c:v>
                </c:pt>
                <c:pt idx="377">
                  <c:v>36.820651195473047</c:v>
                </c:pt>
                <c:pt idx="378">
                  <c:v>36.727001843079897</c:v>
                </c:pt>
                <c:pt idx="379">
                  <c:v>36.624038419274484</c:v>
                </c:pt>
                <c:pt idx="380">
                  <c:v>36.54689790866729</c:v>
                </c:pt>
                <c:pt idx="381">
                  <c:v>36.416720229984577</c:v>
                </c:pt>
                <c:pt idx="382">
                  <c:v>36.336863193616118</c:v>
                </c:pt>
                <c:pt idx="383">
                  <c:v>36.228318446995949</c:v>
                </c:pt>
                <c:pt idx="384">
                  <c:v>36.151204279004119</c:v>
                </c:pt>
                <c:pt idx="385">
                  <c:v>36.093147939525785</c:v>
                </c:pt>
                <c:pt idx="386">
                  <c:v>36.055693858467599</c:v>
                </c:pt>
                <c:pt idx="387">
                  <c:v>36.024831640581958</c:v>
                </c:pt>
                <c:pt idx="388">
                  <c:v>35.991152983158187</c:v>
                </c:pt>
                <c:pt idx="389">
                  <c:v>35.967614990784597</c:v>
                </c:pt>
                <c:pt idx="390">
                  <c:v>35.947800000240846</c:v>
                </c:pt>
                <c:pt idx="391">
                  <c:v>35.950125601590074</c:v>
                </c:pt>
                <c:pt idx="392">
                  <c:v>35.959670020357571</c:v>
                </c:pt>
                <c:pt idx="393">
                  <c:v>35.963243998249041</c:v>
                </c:pt>
                <c:pt idx="394">
                  <c:v>35.97117124385916</c:v>
                </c:pt>
                <c:pt idx="395">
                  <c:v>35.974783268013681</c:v>
                </c:pt>
                <c:pt idx="396">
                  <c:v>35.972015374152448</c:v>
                </c:pt>
                <c:pt idx="397">
                  <c:v>35.972640898370493</c:v>
                </c:pt>
                <c:pt idx="398">
                  <c:v>35.957939536321803</c:v>
                </c:pt>
                <c:pt idx="399">
                  <c:v>35.948849264243229</c:v>
                </c:pt>
                <c:pt idx="400">
                  <c:v>35.96790005551518</c:v>
                </c:pt>
                <c:pt idx="401">
                  <c:v>35.945040498384216</c:v>
                </c:pt>
                <c:pt idx="402">
                  <c:v>35.926921897005492</c:v>
                </c:pt>
                <c:pt idx="403">
                  <c:v>35.899324846294604</c:v>
                </c:pt>
                <c:pt idx="404">
                  <c:v>35.863175402078625</c:v>
                </c:pt>
                <c:pt idx="405">
                  <c:v>35.822074900936713</c:v>
                </c:pt>
                <c:pt idx="406">
                  <c:v>35.785606842787871</c:v>
                </c:pt>
                <c:pt idx="407">
                  <c:v>35.74081824378149</c:v>
                </c:pt>
                <c:pt idx="408">
                  <c:v>35.717262639487913</c:v>
                </c:pt>
                <c:pt idx="409">
                  <c:v>35.700042471822435</c:v>
                </c:pt>
                <c:pt idx="410">
                  <c:v>35.684297415352894</c:v>
                </c:pt>
                <c:pt idx="411">
                  <c:v>35.666618848547721</c:v>
                </c:pt>
                <c:pt idx="412">
                  <c:v>35.654009231280334</c:v>
                </c:pt>
                <c:pt idx="413">
                  <c:v>35.640579041544264</c:v>
                </c:pt>
                <c:pt idx="414">
                  <c:v>35.633686703211147</c:v>
                </c:pt>
                <c:pt idx="415">
                  <c:v>35.621559212253437</c:v>
                </c:pt>
                <c:pt idx="416">
                  <c:v>35.609455805972637</c:v>
                </c:pt>
                <c:pt idx="417">
                  <c:v>35.598351528052326</c:v>
                </c:pt>
                <c:pt idx="418">
                  <c:v>35.583459135001839</c:v>
                </c:pt>
                <c:pt idx="419">
                  <c:v>35.597828166141518</c:v>
                </c:pt>
                <c:pt idx="420">
                  <c:v>35.604863516651847</c:v>
                </c:pt>
                <c:pt idx="421">
                  <c:v>35.595691384896014</c:v>
                </c:pt>
                <c:pt idx="422">
                  <c:v>35.585255795450642</c:v>
                </c:pt>
                <c:pt idx="423">
                  <c:v>35.584121708226782</c:v>
                </c:pt>
                <c:pt idx="424">
                  <c:v>35.577671667109726</c:v>
                </c:pt>
                <c:pt idx="425">
                  <c:v>35.576219318755882</c:v>
                </c:pt>
                <c:pt idx="426">
                  <c:v>35.568558387579053</c:v>
                </c:pt>
                <c:pt idx="427">
                  <c:v>35.546555153609056</c:v>
                </c:pt>
                <c:pt idx="428">
                  <c:v>35.537748810235776</c:v>
                </c:pt>
                <c:pt idx="429">
                  <c:v>35.547096310897352</c:v>
                </c:pt>
                <c:pt idx="430">
                  <c:v>35.558629761766419</c:v>
                </c:pt>
                <c:pt idx="431">
                  <c:v>35.540278889080732</c:v>
                </c:pt>
                <c:pt idx="432">
                  <c:v>35.536868315373191</c:v>
                </c:pt>
                <c:pt idx="433">
                  <c:v>35.555412345286058</c:v>
                </c:pt>
                <c:pt idx="434">
                  <c:v>35.591666412021382</c:v>
                </c:pt>
                <c:pt idx="435">
                  <c:v>35.694187392785558</c:v>
                </c:pt>
                <c:pt idx="436">
                  <c:v>35.793842541607781</c:v>
                </c:pt>
                <c:pt idx="437">
                  <c:v>35.863326458161602</c:v>
                </c:pt>
                <c:pt idx="438">
                  <c:v>35.854541496995132</c:v>
                </c:pt>
                <c:pt idx="439">
                  <c:v>35.839667628448098</c:v>
                </c:pt>
                <c:pt idx="440">
                  <c:v>35.887615854822386</c:v>
                </c:pt>
                <c:pt idx="441">
                  <c:v>35.938985723506704</c:v>
                </c:pt>
                <c:pt idx="442">
                  <c:v>35.938011912281198</c:v>
                </c:pt>
                <c:pt idx="443">
                  <c:v>35.917660021603957</c:v>
                </c:pt>
                <c:pt idx="444">
                  <c:v>35.955206715771311</c:v>
                </c:pt>
                <c:pt idx="445">
                  <c:v>36.008623217508116</c:v>
                </c:pt>
                <c:pt idx="446">
                  <c:v>36.000004591141533</c:v>
                </c:pt>
                <c:pt idx="447">
                  <c:v>36.008787143840316</c:v>
                </c:pt>
                <c:pt idx="448">
                  <c:v>36.011414782090874</c:v>
                </c:pt>
                <c:pt idx="449">
                  <c:v>36.026290494620987</c:v>
                </c:pt>
                <c:pt idx="450">
                  <c:v>36.031236659346931</c:v>
                </c:pt>
                <c:pt idx="451">
                  <c:v>36.030374126855193</c:v>
                </c:pt>
                <c:pt idx="452">
                  <c:v>36.034613895533916</c:v>
                </c:pt>
                <c:pt idx="453">
                  <c:v>36.047961247152742</c:v>
                </c:pt>
                <c:pt idx="454">
                  <c:v>36.050360570192687</c:v>
                </c:pt>
                <c:pt idx="455">
                  <c:v>36.057046100179008</c:v>
                </c:pt>
                <c:pt idx="456">
                  <c:v>36.056713129520766</c:v>
                </c:pt>
                <c:pt idx="457">
                  <c:v>36.077208286393301</c:v>
                </c:pt>
                <c:pt idx="458">
                  <c:v>36.084427630663889</c:v>
                </c:pt>
                <c:pt idx="459">
                  <c:v>36.085324145129448</c:v>
                </c:pt>
                <c:pt idx="460">
                  <c:v>36.091197908607079</c:v>
                </c:pt>
                <c:pt idx="461">
                  <c:v>36.084621512312992</c:v>
                </c:pt>
                <c:pt idx="462">
                  <c:v>36.091738082751341</c:v>
                </c:pt>
                <c:pt idx="463">
                  <c:v>36.106735422899831</c:v>
                </c:pt>
                <c:pt idx="464">
                  <c:v>36.105830516429663</c:v>
                </c:pt>
                <c:pt idx="465">
                  <c:v>36.108714807018515</c:v>
                </c:pt>
                <c:pt idx="466">
                  <c:v>36.1152111593942</c:v>
                </c:pt>
                <c:pt idx="467">
                  <c:v>36.12878596068056</c:v>
                </c:pt>
                <c:pt idx="468">
                  <c:v>36.148473151907474</c:v>
                </c:pt>
                <c:pt idx="469">
                  <c:v>36.166606655680042</c:v>
                </c:pt>
                <c:pt idx="470">
                  <c:v>36.195686344048404</c:v>
                </c:pt>
                <c:pt idx="471">
                  <c:v>36.196058452306616</c:v>
                </c:pt>
                <c:pt idx="472">
                  <c:v>36.197883619228485</c:v>
                </c:pt>
                <c:pt idx="473">
                  <c:v>36.203432879317106</c:v>
                </c:pt>
                <c:pt idx="474">
                  <c:v>36.209449306873104</c:v>
                </c:pt>
                <c:pt idx="475">
                  <c:v>36.218012387953564</c:v>
                </c:pt>
                <c:pt idx="476">
                  <c:v>36.229916540573349</c:v>
                </c:pt>
                <c:pt idx="477">
                  <c:v>36.244514112717496</c:v>
                </c:pt>
                <c:pt idx="478">
                  <c:v>36.254638784036921</c:v>
                </c:pt>
                <c:pt idx="479">
                  <c:v>36.269305975950246</c:v>
                </c:pt>
                <c:pt idx="480">
                  <c:v>36.286247137686679</c:v>
                </c:pt>
                <c:pt idx="481">
                  <c:v>36.278979285371506</c:v>
                </c:pt>
                <c:pt idx="482">
                  <c:v>36.280721284893431</c:v>
                </c:pt>
                <c:pt idx="483">
                  <c:v>36.296631246135163</c:v>
                </c:pt>
                <c:pt idx="484">
                  <c:v>36.307329283294209</c:v>
                </c:pt>
                <c:pt idx="485">
                  <c:v>36.317341208219858</c:v>
                </c:pt>
                <c:pt idx="486">
                  <c:v>36.332182712982302</c:v>
                </c:pt>
                <c:pt idx="487">
                  <c:v>36.335155439494173</c:v>
                </c:pt>
                <c:pt idx="488">
                  <c:v>36.33605018524127</c:v>
                </c:pt>
                <c:pt idx="489">
                  <c:v>36.349859586333629</c:v>
                </c:pt>
                <c:pt idx="490">
                  <c:v>36.355982061732639</c:v>
                </c:pt>
                <c:pt idx="491">
                  <c:v>36.365571300578573</c:v>
                </c:pt>
                <c:pt idx="492">
                  <c:v>36.377544847173695</c:v>
                </c:pt>
                <c:pt idx="493">
                  <c:v>36.378362597219301</c:v>
                </c:pt>
                <c:pt idx="494">
                  <c:v>36.376028716762391</c:v>
                </c:pt>
                <c:pt idx="495">
                  <c:v>36.377419230530698</c:v>
                </c:pt>
                <c:pt idx="496">
                  <c:v>36.388918760578441</c:v>
                </c:pt>
                <c:pt idx="497">
                  <c:v>36.405806108114909</c:v>
                </c:pt>
                <c:pt idx="498">
                  <c:v>36.42955510483759</c:v>
                </c:pt>
                <c:pt idx="499">
                  <c:v>36.452701307256049</c:v>
                </c:pt>
                <c:pt idx="500">
                  <c:v>36.463462717221205</c:v>
                </c:pt>
                <c:pt idx="501">
                  <c:v>36.47048287368731</c:v>
                </c:pt>
                <c:pt idx="502">
                  <c:v>36.477294848227395</c:v>
                </c:pt>
                <c:pt idx="503">
                  <c:v>36.497737470398427</c:v>
                </c:pt>
                <c:pt idx="504">
                  <c:v>36.52086335137075</c:v>
                </c:pt>
                <c:pt idx="505">
                  <c:v>36.548602802733853</c:v>
                </c:pt>
                <c:pt idx="506">
                  <c:v>36.570051938605751</c:v>
                </c:pt>
                <c:pt idx="507">
                  <c:v>36.578549388941639</c:v>
                </c:pt>
                <c:pt idx="508">
                  <c:v>36.592001358375775</c:v>
                </c:pt>
                <c:pt idx="509">
                  <c:v>36.620517540569132</c:v>
                </c:pt>
                <c:pt idx="510">
                  <c:v>36.657437844975362</c:v>
                </c:pt>
                <c:pt idx="511">
                  <c:v>36.700829401008065</c:v>
                </c:pt>
                <c:pt idx="512">
                  <c:v>36.766135679823122</c:v>
                </c:pt>
                <c:pt idx="513">
                  <c:v>36.834447801580801</c:v>
                </c:pt>
                <c:pt idx="514">
                  <c:v>36.898274152264534</c:v>
                </c:pt>
                <c:pt idx="515">
                  <c:v>36.96276960537859</c:v>
                </c:pt>
                <c:pt idx="516">
                  <c:v>37.033241068950218</c:v>
                </c:pt>
                <c:pt idx="517">
                  <c:v>37.09549679764114</c:v>
                </c:pt>
                <c:pt idx="518">
                  <c:v>37.140572775765037</c:v>
                </c:pt>
                <c:pt idx="519">
                  <c:v>37.174684957373138</c:v>
                </c:pt>
                <c:pt idx="520">
                  <c:v>37.212364079631158</c:v>
                </c:pt>
                <c:pt idx="521">
                  <c:v>37.239428482659335</c:v>
                </c:pt>
                <c:pt idx="522">
                  <c:v>37.277660498781614</c:v>
                </c:pt>
                <c:pt idx="523">
                  <c:v>37.313558107594673</c:v>
                </c:pt>
                <c:pt idx="524">
                  <c:v>37.346995165603232</c:v>
                </c:pt>
                <c:pt idx="525">
                  <c:v>37.352721749125578</c:v>
                </c:pt>
                <c:pt idx="526">
                  <c:v>37.349008193004977</c:v>
                </c:pt>
                <c:pt idx="527">
                  <c:v>37.346067303425379</c:v>
                </c:pt>
                <c:pt idx="528">
                  <c:v>37.333323348227708</c:v>
                </c:pt>
                <c:pt idx="529">
                  <c:v>37.299625122003945</c:v>
                </c:pt>
                <c:pt idx="530">
                  <c:v>37.267433843908407</c:v>
                </c:pt>
                <c:pt idx="531">
                  <c:v>37.239732852763751</c:v>
                </c:pt>
                <c:pt idx="532">
                  <c:v>37.231913912935099</c:v>
                </c:pt>
                <c:pt idx="533">
                  <c:v>37.228984915164745</c:v>
                </c:pt>
                <c:pt idx="534">
                  <c:v>37.23795495202031</c:v>
                </c:pt>
                <c:pt idx="535">
                  <c:v>37.246551676383838</c:v>
                </c:pt>
                <c:pt idx="536">
                  <c:v>37.247649636592328</c:v>
                </c:pt>
                <c:pt idx="537">
                  <c:v>37.238646332776781</c:v>
                </c:pt>
                <c:pt idx="538">
                  <c:v>37.26287024922221</c:v>
                </c:pt>
                <c:pt idx="539">
                  <c:v>37.273370566236778</c:v>
                </c:pt>
                <c:pt idx="540">
                  <c:v>37.291418870464788</c:v>
                </c:pt>
                <c:pt idx="541">
                  <c:v>37.328674102409245</c:v>
                </c:pt>
                <c:pt idx="542">
                  <c:v>37.376350774051403</c:v>
                </c:pt>
                <c:pt idx="543">
                  <c:v>37.424871312560697</c:v>
                </c:pt>
                <c:pt idx="544">
                  <c:v>37.451948962161161</c:v>
                </c:pt>
                <c:pt idx="545">
                  <c:v>37.478525198894275</c:v>
                </c:pt>
                <c:pt idx="546">
                  <c:v>37.498731189114686</c:v>
                </c:pt>
                <c:pt idx="547">
                  <c:v>37.527933709335279</c:v>
                </c:pt>
                <c:pt idx="548">
                  <c:v>37.572716305988592</c:v>
                </c:pt>
                <c:pt idx="549">
                  <c:v>37.588243095073665</c:v>
                </c:pt>
                <c:pt idx="550">
                  <c:v>37.615890648341441</c:v>
                </c:pt>
                <c:pt idx="551">
                  <c:v>37.636847929952118</c:v>
                </c:pt>
                <c:pt idx="552">
                  <c:v>37.644659794906943</c:v>
                </c:pt>
                <c:pt idx="553">
                  <c:v>37.628038357256443</c:v>
                </c:pt>
                <c:pt idx="554">
                  <c:v>37.607068130131914</c:v>
                </c:pt>
                <c:pt idx="555">
                  <c:v>37.577682566366839</c:v>
                </c:pt>
                <c:pt idx="556">
                  <c:v>37.580371921601966</c:v>
                </c:pt>
                <c:pt idx="557">
                  <c:v>37.577633192779174</c:v>
                </c:pt>
                <c:pt idx="558">
                  <c:v>37.573983912640067</c:v>
                </c:pt>
                <c:pt idx="559">
                  <c:v>37.542265446858053</c:v>
                </c:pt>
                <c:pt idx="560">
                  <c:v>37.494318424717626</c:v>
                </c:pt>
                <c:pt idx="561">
                  <c:v>37.452519769003857</c:v>
                </c:pt>
                <c:pt idx="562">
                  <c:v>37.405642558105797</c:v>
                </c:pt>
                <c:pt idx="563">
                  <c:v>37.350764267009943</c:v>
                </c:pt>
                <c:pt idx="564">
                  <c:v>37.328605461080059</c:v>
                </c:pt>
                <c:pt idx="565">
                  <c:v>37.289483967733759</c:v>
                </c:pt>
                <c:pt idx="566">
                  <c:v>37.256865788740051</c:v>
                </c:pt>
                <c:pt idx="567">
                  <c:v>37.218021720765876</c:v>
                </c:pt>
                <c:pt idx="568">
                  <c:v>37.191307298199014</c:v>
                </c:pt>
                <c:pt idx="569">
                  <c:v>37.187880650792053</c:v>
                </c:pt>
                <c:pt idx="570">
                  <c:v>37.113420915253855</c:v>
                </c:pt>
                <c:pt idx="571">
                  <c:v>37.065626680282534</c:v>
                </c:pt>
                <c:pt idx="572">
                  <c:v>36.990917818867572</c:v>
                </c:pt>
                <c:pt idx="573">
                  <c:v>36.97572821525921</c:v>
                </c:pt>
                <c:pt idx="574">
                  <c:v>36.919416584828944</c:v>
                </c:pt>
                <c:pt idx="575">
                  <c:v>36.898803262510334</c:v>
                </c:pt>
                <c:pt idx="576">
                  <c:v>36.853844396127904</c:v>
                </c:pt>
                <c:pt idx="577">
                  <c:v>36.697637278142494</c:v>
                </c:pt>
                <c:pt idx="578">
                  <c:v>36.567488576336686</c:v>
                </c:pt>
                <c:pt idx="579">
                  <c:v>36.5211203047675</c:v>
                </c:pt>
                <c:pt idx="580">
                  <c:v>36.544920180370148</c:v>
                </c:pt>
                <c:pt idx="581">
                  <c:v>36.436924639648076</c:v>
                </c:pt>
                <c:pt idx="582">
                  <c:v>36.460781114241449</c:v>
                </c:pt>
                <c:pt idx="583">
                  <c:v>36.306355961288702</c:v>
                </c:pt>
                <c:pt idx="584">
                  <c:v>36.087931349036943</c:v>
                </c:pt>
                <c:pt idx="585">
                  <c:v>35.415772328602905</c:v>
                </c:pt>
                <c:pt idx="586">
                  <c:v>35.027375998535653</c:v>
                </c:pt>
                <c:pt idx="587">
                  <c:v>35.073052099069912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77BE-418F-8705-C8EC33B01BAD}"/>
            </c:ext>
          </c:extLst>
        </c:ser>
        <c:ser>
          <c:idx val="24"/>
          <c:order val="24"/>
          <c:tx>
            <c:strRef>
              <c:f>Sheet2!$Z$1</c:f>
              <c:strCache>
                <c:ptCount val="1"/>
                <c:pt idx="0">
                  <c:v>S25_z_o_faint/O-PTIR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Sheet2!$Z$2:$Z$589</c:f>
              <c:numCache>
                <c:formatCode>General</c:formatCode>
                <c:ptCount val="588"/>
                <c:pt idx="0">
                  <c:v>37.226335136610892</c:v>
                </c:pt>
                <c:pt idx="1">
                  <c:v>37.177182797210243</c:v>
                </c:pt>
                <c:pt idx="2">
                  <c:v>37.298131414908759</c:v>
                </c:pt>
                <c:pt idx="3">
                  <c:v>37.294574246457834</c:v>
                </c:pt>
                <c:pt idx="4">
                  <c:v>37.247520553729615</c:v>
                </c:pt>
                <c:pt idx="5">
                  <c:v>37.253138242102629</c:v>
                </c:pt>
                <c:pt idx="6">
                  <c:v>37.36949472969372</c:v>
                </c:pt>
                <c:pt idx="7">
                  <c:v>37.327484454368467</c:v>
                </c:pt>
                <c:pt idx="8">
                  <c:v>37.325129410582782</c:v>
                </c:pt>
                <c:pt idx="9">
                  <c:v>37.355364527354482</c:v>
                </c:pt>
                <c:pt idx="10">
                  <c:v>37.344533994510954</c:v>
                </c:pt>
                <c:pt idx="11">
                  <c:v>37.345571235319994</c:v>
                </c:pt>
                <c:pt idx="12">
                  <c:v>37.344606202893239</c:v>
                </c:pt>
                <c:pt idx="13">
                  <c:v>37.347194656048408</c:v>
                </c:pt>
                <c:pt idx="14">
                  <c:v>37.302097200693538</c:v>
                </c:pt>
                <c:pt idx="15">
                  <c:v>37.286747727217019</c:v>
                </c:pt>
                <c:pt idx="16">
                  <c:v>37.28496597330922</c:v>
                </c:pt>
                <c:pt idx="17">
                  <c:v>37.305850647949484</c:v>
                </c:pt>
                <c:pt idx="18">
                  <c:v>37.324349910228563</c:v>
                </c:pt>
                <c:pt idx="19">
                  <c:v>37.325251518821212</c:v>
                </c:pt>
                <c:pt idx="20">
                  <c:v>37.326102714371046</c:v>
                </c:pt>
                <c:pt idx="21">
                  <c:v>37.337690529605013</c:v>
                </c:pt>
                <c:pt idx="22">
                  <c:v>37.360887049788886</c:v>
                </c:pt>
                <c:pt idx="23">
                  <c:v>37.356272475311798</c:v>
                </c:pt>
                <c:pt idx="24">
                  <c:v>37.372891451843714</c:v>
                </c:pt>
                <c:pt idx="25">
                  <c:v>37.401227174211897</c:v>
                </c:pt>
                <c:pt idx="26">
                  <c:v>37.424620637324708</c:v>
                </c:pt>
                <c:pt idx="27">
                  <c:v>37.441633167652526</c:v>
                </c:pt>
                <c:pt idx="28">
                  <c:v>37.450796628713796</c:v>
                </c:pt>
                <c:pt idx="29">
                  <c:v>37.470089670011319</c:v>
                </c:pt>
                <c:pt idx="30">
                  <c:v>37.496332194541942</c:v>
                </c:pt>
                <c:pt idx="31">
                  <c:v>37.533824253733009</c:v>
                </c:pt>
                <c:pt idx="32">
                  <c:v>37.562730428358719</c:v>
                </c:pt>
                <c:pt idx="33">
                  <c:v>37.597335269194176</c:v>
                </c:pt>
                <c:pt idx="34">
                  <c:v>37.632046490606207</c:v>
                </c:pt>
                <c:pt idx="35">
                  <c:v>37.668926438857675</c:v>
                </c:pt>
                <c:pt idx="36">
                  <c:v>37.709994050657201</c:v>
                </c:pt>
                <c:pt idx="37">
                  <c:v>37.776507811848141</c:v>
                </c:pt>
                <c:pt idx="38">
                  <c:v>37.825850468032279</c:v>
                </c:pt>
                <c:pt idx="39">
                  <c:v>37.876159303766293</c:v>
                </c:pt>
                <c:pt idx="40">
                  <c:v>37.9398597152937</c:v>
                </c:pt>
                <c:pt idx="41">
                  <c:v>38.012762771193493</c:v>
                </c:pt>
                <c:pt idx="42">
                  <c:v>38.072268877933659</c:v>
                </c:pt>
                <c:pt idx="43">
                  <c:v>38.117620330499456</c:v>
                </c:pt>
                <c:pt idx="44">
                  <c:v>38.178269092626813</c:v>
                </c:pt>
                <c:pt idx="45">
                  <c:v>38.224770324818181</c:v>
                </c:pt>
                <c:pt idx="46">
                  <c:v>38.257723549846183</c:v>
                </c:pt>
                <c:pt idx="47">
                  <c:v>38.292505772142462</c:v>
                </c:pt>
                <c:pt idx="48">
                  <c:v>38.304748353183996</c:v>
                </c:pt>
                <c:pt idx="49">
                  <c:v>38.316633152558801</c:v>
                </c:pt>
                <c:pt idx="50">
                  <c:v>38.328784205249548</c:v>
                </c:pt>
                <c:pt idx="51">
                  <c:v>38.331514358298719</c:v>
                </c:pt>
                <c:pt idx="52">
                  <c:v>38.32113567121857</c:v>
                </c:pt>
                <c:pt idx="53">
                  <c:v>38.328641720481833</c:v>
                </c:pt>
                <c:pt idx="54">
                  <c:v>38.34730456855673</c:v>
                </c:pt>
                <c:pt idx="55">
                  <c:v>38.355137125287705</c:v>
                </c:pt>
                <c:pt idx="56">
                  <c:v>38.372348922978169</c:v>
                </c:pt>
                <c:pt idx="57">
                  <c:v>38.404122301679621</c:v>
                </c:pt>
                <c:pt idx="58">
                  <c:v>38.444320756396088</c:v>
                </c:pt>
                <c:pt idx="59">
                  <c:v>38.487076208944011</c:v>
                </c:pt>
                <c:pt idx="60">
                  <c:v>38.533536265452504</c:v>
                </c:pt>
                <c:pt idx="61">
                  <c:v>38.574804321925257</c:v>
                </c:pt>
                <c:pt idx="62">
                  <c:v>38.624525226867753</c:v>
                </c:pt>
                <c:pt idx="63">
                  <c:v>38.705728141236698</c:v>
                </c:pt>
                <c:pt idx="64">
                  <c:v>38.793601033231916</c:v>
                </c:pt>
                <c:pt idx="65">
                  <c:v>38.87372951585246</c:v>
                </c:pt>
                <c:pt idx="66">
                  <c:v>38.949037907830949</c:v>
                </c:pt>
                <c:pt idx="67">
                  <c:v>39.016262221238513</c:v>
                </c:pt>
                <c:pt idx="68">
                  <c:v>39.06551884318791</c:v>
                </c:pt>
                <c:pt idx="69">
                  <c:v>39.111809487722581</c:v>
                </c:pt>
                <c:pt idx="70">
                  <c:v>39.159222622427322</c:v>
                </c:pt>
                <c:pt idx="71">
                  <c:v>39.186111188592236</c:v>
                </c:pt>
                <c:pt idx="72">
                  <c:v>39.211906244539847</c:v>
                </c:pt>
                <c:pt idx="73">
                  <c:v>39.248212087852245</c:v>
                </c:pt>
                <c:pt idx="74">
                  <c:v>39.269617163956617</c:v>
                </c:pt>
                <c:pt idx="75">
                  <c:v>39.286368059648474</c:v>
                </c:pt>
                <c:pt idx="76">
                  <c:v>39.324045620724625</c:v>
                </c:pt>
                <c:pt idx="77">
                  <c:v>39.362108373672825</c:v>
                </c:pt>
                <c:pt idx="78">
                  <c:v>39.406593567150843</c:v>
                </c:pt>
                <c:pt idx="79">
                  <c:v>39.435114670654315</c:v>
                </c:pt>
                <c:pt idx="80">
                  <c:v>39.45538373261067</c:v>
                </c:pt>
                <c:pt idx="81">
                  <c:v>39.476866330088669</c:v>
                </c:pt>
                <c:pt idx="82">
                  <c:v>39.485706423177106</c:v>
                </c:pt>
                <c:pt idx="83">
                  <c:v>39.49273768421439</c:v>
                </c:pt>
                <c:pt idx="84">
                  <c:v>39.501006389234334</c:v>
                </c:pt>
                <c:pt idx="85">
                  <c:v>39.504217367999637</c:v>
                </c:pt>
                <c:pt idx="86">
                  <c:v>39.505319572202772</c:v>
                </c:pt>
                <c:pt idx="87">
                  <c:v>39.486261147772765</c:v>
                </c:pt>
                <c:pt idx="88">
                  <c:v>39.470925198274195</c:v>
                </c:pt>
                <c:pt idx="89">
                  <c:v>39.44753813490096</c:v>
                </c:pt>
                <c:pt idx="90">
                  <c:v>39.404612787380003</c:v>
                </c:pt>
                <c:pt idx="91">
                  <c:v>39.349461522290355</c:v>
                </c:pt>
                <c:pt idx="92">
                  <c:v>39.288187517682303</c:v>
                </c:pt>
                <c:pt idx="93">
                  <c:v>39.23212386708007</c:v>
                </c:pt>
                <c:pt idx="94">
                  <c:v>39.173021426931818</c:v>
                </c:pt>
                <c:pt idx="95">
                  <c:v>39.127517829614064</c:v>
                </c:pt>
                <c:pt idx="96">
                  <c:v>39.070672203286641</c:v>
                </c:pt>
                <c:pt idx="97">
                  <c:v>39.001352518545062</c:v>
                </c:pt>
                <c:pt idx="98">
                  <c:v>38.948597774798479</c:v>
                </c:pt>
                <c:pt idx="99">
                  <c:v>38.911608487600262</c:v>
                </c:pt>
                <c:pt idx="100">
                  <c:v>38.878178421599628</c:v>
                </c:pt>
                <c:pt idx="101">
                  <c:v>38.853872935223649</c:v>
                </c:pt>
                <c:pt idx="102">
                  <c:v>38.829582421823261</c:v>
                </c:pt>
                <c:pt idx="103">
                  <c:v>38.817241188192554</c:v>
                </c:pt>
                <c:pt idx="104">
                  <c:v>38.809834999016495</c:v>
                </c:pt>
                <c:pt idx="105">
                  <c:v>38.780210242312251</c:v>
                </c:pt>
                <c:pt idx="106">
                  <c:v>38.733959807462021</c:v>
                </c:pt>
                <c:pt idx="107">
                  <c:v>38.700144670339157</c:v>
                </c:pt>
                <c:pt idx="108">
                  <c:v>38.660391178647281</c:v>
                </c:pt>
                <c:pt idx="109">
                  <c:v>38.614505408202561</c:v>
                </c:pt>
                <c:pt idx="110">
                  <c:v>38.558953012266855</c:v>
                </c:pt>
                <c:pt idx="111">
                  <c:v>38.482634910434435</c:v>
                </c:pt>
                <c:pt idx="112">
                  <c:v>38.405992836880181</c:v>
                </c:pt>
                <c:pt idx="113">
                  <c:v>38.322465730300245</c:v>
                </c:pt>
                <c:pt idx="114">
                  <c:v>38.245539532459176</c:v>
                </c:pt>
                <c:pt idx="115">
                  <c:v>38.176868394910301</c:v>
                </c:pt>
                <c:pt idx="116">
                  <c:v>38.108570978002163</c:v>
                </c:pt>
                <c:pt idx="117">
                  <c:v>38.061843702179303</c:v>
                </c:pt>
                <c:pt idx="118">
                  <c:v>38.031142943979219</c:v>
                </c:pt>
                <c:pt idx="119">
                  <c:v>38.0082898966104</c:v>
                </c:pt>
                <c:pt idx="120">
                  <c:v>37.989744779593572</c:v>
                </c:pt>
                <c:pt idx="121">
                  <c:v>37.950357401304849</c:v>
                </c:pt>
                <c:pt idx="122">
                  <c:v>37.916099474653834</c:v>
                </c:pt>
                <c:pt idx="123">
                  <c:v>37.891674928971952</c:v>
                </c:pt>
                <c:pt idx="124">
                  <c:v>37.874394303893688</c:v>
                </c:pt>
                <c:pt idx="125">
                  <c:v>37.866618922194505</c:v>
                </c:pt>
                <c:pt idx="126">
                  <c:v>37.866843154578952</c:v>
                </c:pt>
                <c:pt idx="127">
                  <c:v>37.878460493139784</c:v>
                </c:pt>
                <c:pt idx="128">
                  <c:v>37.884785669703163</c:v>
                </c:pt>
                <c:pt idx="129">
                  <c:v>37.907142918380259</c:v>
                </c:pt>
                <c:pt idx="130">
                  <c:v>37.91394535854058</c:v>
                </c:pt>
                <c:pt idx="131">
                  <c:v>37.94215311630488</c:v>
                </c:pt>
                <c:pt idx="132">
                  <c:v>37.973125138937746</c:v>
                </c:pt>
                <c:pt idx="133">
                  <c:v>37.970966675831576</c:v>
                </c:pt>
                <c:pt idx="134">
                  <c:v>37.980235249596483</c:v>
                </c:pt>
                <c:pt idx="135">
                  <c:v>37.975840500136023</c:v>
                </c:pt>
                <c:pt idx="136">
                  <c:v>37.956608558238898</c:v>
                </c:pt>
                <c:pt idx="137">
                  <c:v>37.954864689581839</c:v>
                </c:pt>
                <c:pt idx="138">
                  <c:v>37.972272947202029</c:v>
                </c:pt>
                <c:pt idx="139">
                  <c:v>37.923482359117884</c:v>
                </c:pt>
                <c:pt idx="140">
                  <c:v>37.879758795023228</c:v>
                </c:pt>
                <c:pt idx="141">
                  <c:v>37.840351855266391</c:v>
                </c:pt>
                <c:pt idx="142">
                  <c:v>37.860301715118126</c:v>
                </c:pt>
                <c:pt idx="143">
                  <c:v>37.88831071870645</c:v>
                </c:pt>
                <c:pt idx="144">
                  <c:v>37.909603014494685</c:v>
                </c:pt>
                <c:pt idx="145">
                  <c:v>37.942970350972587</c:v>
                </c:pt>
                <c:pt idx="146">
                  <c:v>37.974595931914983</c:v>
                </c:pt>
                <c:pt idx="147">
                  <c:v>37.999615834501284</c:v>
                </c:pt>
                <c:pt idx="148">
                  <c:v>38.052076975101514</c:v>
                </c:pt>
                <c:pt idx="149">
                  <c:v>38.08806923117514</c:v>
                </c:pt>
                <c:pt idx="150">
                  <c:v>38.111815404462938</c:v>
                </c:pt>
                <c:pt idx="151">
                  <c:v>38.152497945140226</c:v>
                </c:pt>
                <c:pt idx="152">
                  <c:v>38.200661177622116</c:v>
                </c:pt>
                <c:pt idx="153">
                  <c:v>38.220661692016279</c:v>
                </c:pt>
                <c:pt idx="154">
                  <c:v>38.242779071209419</c:v>
                </c:pt>
                <c:pt idx="155">
                  <c:v>38.276276998599421</c:v>
                </c:pt>
                <c:pt idx="156">
                  <c:v>38.298556665527997</c:v>
                </c:pt>
                <c:pt idx="157">
                  <c:v>38.327990516793463</c:v>
                </c:pt>
                <c:pt idx="158">
                  <c:v>38.344889813993383</c:v>
                </c:pt>
                <c:pt idx="159">
                  <c:v>38.33690656150808</c:v>
                </c:pt>
                <c:pt idx="160">
                  <c:v>38.317166383689504</c:v>
                </c:pt>
                <c:pt idx="161">
                  <c:v>38.285576423939034</c:v>
                </c:pt>
                <c:pt idx="162">
                  <c:v>38.246705613308173</c:v>
                </c:pt>
                <c:pt idx="163">
                  <c:v>38.209704975628462</c:v>
                </c:pt>
                <c:pt idx="164">
                  <c:v>38.184547237141871</c:v>
                </c:pt>
                <c:pt idx="165">
                  <c:v>38.156096410023828</c:v>
                </c:pt>
                <c:pt idx="166">
                  <c:v>38.125735200270192</c:v>
                </c:pt>
                <c:pt idx="167">
                  <c:v>38.088878134106423</c:v>
                </c:pt>
                <c:pt idx="168">
                  <c:v>38.050767926485591</c:v>
                </c:pt>
                <c:pt idx="169">
                  <c:v>38.025135882772226</c:v>
                </c:pt>
                <c:pt idx="170">
                  <c:v>38.01035182024895</c:v>
                </c:pt>
                <c:pt idx="171">
                  <c:v>37.983692195710802</c:v>
                </c:pt>
                <c:pt idx="172">
                  <c:v>37.976369927647923</c:v>
                </c:pt>
                <c:pt idx="173">
                  <c:v>37.966132095213155</c:v>
                </c:pt>
                <c:pt idx="174">
                  <c:v>37.963759421956205</c:v>
                </c:pt>
                <c:pt idx="175">
                  <c:v>37.948139046296319</c:v>
                </c:pt>
                <c:pt idx="176">
                  <c:v>37.948759458784892</c:v>
                </c:pt>
                <c:pt idx="177">
                  <c:v>37.962176452411839</c:v>
                </c:pt>
                <c:pt idx="178">
                  <c:v>37.970093473630115</c:v>
                </c:pt>
                <c:pt idx="179">
                  <c:v>37.975314876242926</c:v>
                </c:pt>
                <c:pt idx="180">
                  <c:v>37.980489850556424</c:v>
                </c:pt>
                <c:pt idx="181">
                  <c:v>37.99645635552703</c:v>
                </c:pt>
                <c:pt idx="182">
                  <c:v>38.006740374761506</c:v>
                </c:pt>
                <c:pt idx="183">
                  <c:v>38.023716348086424</c:v>
                </c:pt>
                <c:pt idx="184">
                  <c:v>38.03309305330005</c:v>
                </c:pt>
                <c:pt idx="185">
                  <c:v>38.038923336795229</c:v>
                </c:pt>
                <c:pt idx="186">
                  <c:v>38.047274513930724</c:v>
                </c:pt>
                <c:pt idx="187">
                  <c:v>38.052446590248948</c:v>
                </c:pt>
                <c:pt idx="188">
                  <c:v>38.043806941833736</c:v>
                </c:pt>
                <c:pt idx="189">
                  <c:v>38.028559864190278</c:v>
                </c:pt>
                <c:pt idx="190">
                  <c:v>38.028753063875321</c:v>
                </c:pt>
                <c:pt idx="191">
                  <c:v>38.032722472154191</c:v>
                </c:pt>
                <c:pt idx="192">
                  <c:v>38.028778662833588</c:v>
                </c:pt>
                <c:pt idx="193">
                  <c:v>38.036413310637201</c:v>
                </c:pt>
                <c:pt idx="194">
                  <c:v>38.048820232160814</c:v>
                </c:pt>
                <c:pt idx="195">
                  <c:v>38.069494409706742</c:v>
                </c:pt>
                <c:pt idx="196">
                  <c:v>38.090425180584347</c:v>
                </c:pt>
                <c:pt idx="197">
                  <c:v>38.101439132378857</c:v>
                </c:pt>
                <c:pt idx="198">
                  <c:v>38.120434163162209</c:v>
                </c:pt>
                <c:pt idx="199">
                  <c:v>38.134399119395837</c:v>
                </c:pt>
                <c:pt idx="200">
                  <c:v>38.171459286728499</c:v>
                </c:pt>
                <c:pt idx="201">
                  <c:v>38.206190190358441</c:v>
                </c:pt>
                <c:pt idx="202">
                  <c:v>38.252983274824018</c:v>
                </c:pt>
                <c:pt idx="203">
                  <c:v>38.30609253999264</c:v>
                </c:pt>
                <c:pt idx="204">
                  <c:v>38.372597305323247</c:v>
                </c:pt>
                <c:pt idx="205">
                  <c:v>38.446946943864745</c:v>
                </c:pt>
                <c:pt idx="206">
                  <c:v>38.510261016396981</c:v>
                </c:pt>
                <c:pt idx="207">
                  <c:v>38.539027121251038</c:v>
                </c:pt>
                <c:pt idx="208">
                  <c:v>38.535633568783375</c:v>
                </c:pt>
                <c:pt idx="209">
                  <c:v>38.494189942096845</c:v>
                </c:pt>
                <c:pt idx="210">
                  <c:v>38.424872310101918</c:v>
                </c:pt>
                <c:pt idx="211">
                  <c:v>38.338840128105879</c:v>
                </c:pt>
                <c:pt idx="212">
                  <c:v>38.261997368378793</c:v>
                </c:pt>
                <c:pt idx="213">
                  <c:v>38.211722825588865</c:v>
                </c:pt>
                <c:pt idx="214">
                  <c:v>38.19132178409766</c:v>
                </c:pt>
                <c:pt idx="215">
                  <c:v>38.193044280039565</c:v>
                </c:pt>
                <c:pt idx="216">
                  <c:v>38.200659004125662</c:v>
                </c:pt>
                <c:pt idx="217">
                  <c:v>38.23281805769836</c:v>
                </c:pt>
                <c:pt idx="218">
                  <c:v>38.264170261086434</c:v>
                </c:pt>
                <c:pt idx="219">
                  <c:v>38.31770529006095</c:v>
                </c:pt>
                <c:pt idx="220">
                  <c:v>38.351828218432047</c:v>
                </c:pt>
                <c:pt idx="221">
                  <c:v>38.368768932814447</c:v>
                </c:pt>
                <c:pt idx="222">
                  <c:v>38.372575932608086</c:v>
                </c:pt>
                <c:pt idx="223">
                  <c:v>38.345376677199674</c:v>
                </c:pt>
                <c:pt idx="224">
                  <c:v>38.318172833298739</c:v>
                </c:pt>
                <c:pt idx="225">
                  <c:v>38.291646033544055</c:v>
                </c:pt>
                <c:pt idx="226">
                  <c:v>38.260583750433341</c:v>
                </c:pt>
                <c:pt idx="227">
                  <c:v>38.235380368521156</c:v>
                </c:pt>
                <c:pt idx="228">
                  <c:v>38.220738971890292</c:v>
                </c:pt>
                <c:pt idx="229">
                  <c:v>38.223595670733161</c:v>
                </c:pt>
                <c:pt idx="230">
                  <c:v>38.24594658004559</c:v>
                </c:pt>
                <c:pt idx="231">
                  <c:v>38.237822774789421</c:v>
                </c:pt>
                <c:pt idx="232">
                  <c:v>38.242656993158441</c:v>
                </c:pt>
                <c:pt idx="233">
                  <c:v>38.229920786921639</c:v>
                </c:pt>
                <c:pt idx="234">
                  <c:v>38.222221900222749</c:v>
                </c:pt>
                <c:pt idx="235">
                  <c:v>38.233212788804849</c:v>
                </c:pt>
                <c:pt idx="236">
                  <c:v>38.233513455814688</c:v>
                </c:pt>
                <c:pt idx="237">
                  <c:v>38.234297725786135</c:v>
                </c:pt>
                <c:pt idx="238">
                  <c:v>38.210586449191439</c:v>
                </c:pt>
                <c:pt idx="239">
                  <c:v>38.179489269387624</c:v>
                </c:pt>
                <c:pt idx="240">
                  <c:v>38.152328412416608</c:v>
                </c:pt>
                <c:pt idx="241">
                  <c:v>38.134514073208436</c:v>
                </c:pt>
                <c:pt idx="242">
                  <c:v>38.151171387802847</c:v>
                </c:pt>
                <c:pt idx="243">
                  <c:v>38.119435079290966</c:v>
                </c:pt>
                <c:pt idx="244">
                  <c:v>38.126056636246169</c:v>
                </c:pt>
                <c:pt idx="245">
                  <c:v>38.112759909423161</c:v>
                </c:pt>
                <c:pt idx="246">
                  <c:v>38.092249227110699</c:v>
                </c:pt>
                <c:pt idx="247">
                  <c:v>38.09901471783126</c:v>
                </c:pt>
                <c:pt idx="248">
                  <c:v>38.11427217995778</c:v>
                </c:pt>
                <c:pt idx="249">
                  <c:v>38.112588203203082</c:v>
                </c:pt>
                <c:pt idx="250">
                  <c:v>38.110019371890921</c:v>
                </c:pt>
                <c:pt idx="251">
                  <c:v>38.175714992790631</c:v>
                </c:pt>
                <c:pt idx="252">
                  <c:v>38.196802376162928</c:v>
                </c:pt>
                <c:pt idx="253">
                  <c:v>38.195825872504869</c:v>
                </c:pt>
                <c:pt idx="254">
                  <c:v>38.199806027516225</c:v>
                </c:pt>
                <c:pt idx="255">
                  <c:v>38.193614943609241</c:v>
                </c:pt>
                <c:pt idx="256">
                  <c:v>38.216349233546666</c:v>
                </c:pt>
                <c:pt idx="257">
                  <c:v>38.143109406445895</c:v>
                </c:pt>
                <c:pt idx="258">
                  <c:v>38.071001729499429</c:v>
                </c:pt>
                <c:pt idx="259">
                  <c:v>38</c:v>
                </c:pt>
                <c:pt idx="260">
                  <c:v>37.964139602711413</c:v>
                </c:pt>
                <c:pt idx="261">
                  <c:v>37.95982756686611</c:v>
                </c:pt>
                <c:pt idx="262">
                  <c:v>37.969386604282491</c:v>
                </c:pt>
                <c:pt idx="263">
                  <c:v>37.928746869410418</c:v>
                </c:pt>
                <c:pt idx="264">
                  <c:v>37.90854711784106</c:v>
                </c:pt>
                <c:pt idx="265">
                  <c:v>37.905121747800273</c:v>
                </c:pt>
                <c:pt idx="266">
                  <c:v>37.91949381199521</c:v>
                </c:pt>
                <c:pt idx="267">
                  <c:v>37.881344964437375</c:v>
                </c:pt>
                <c:pt idx="268">
                  <c:v>37.813125733026773</c:v>
                </c:pt>
                <c:pt idx="269">
                  <c:v>37.830816364061626</c:v>
                </c:pt>
                <c:pt idx="270">
                  <c:v>37.807142882155318</c:v>
                </c:pt>
                <c:pt idx="271">
                  <c:v>37.782444355170092</c:v>
                </c:pt>
                <c:pt idx="272">
                  <c:v>37.747645469400979</c:v>
                </c:pt>
                <c:pt idx="273">
                  <c:v>37.710600637293311</c:v>
                </c:pt>
                <c:pt idx="274">
                  <c:v>37.690784266348949</c:v>
                </c:pt>
                <c:pt idx="275">
                  <c:v>37.686562249481895</c:v>
                </c:pt>
                <c:pt idx="276">
                  <c:v>37.668705527092818</c:v>
                </c:pt>
                <c:pt idx="277">
                  <c:v>37.643324401470394</c:v>
                </c:pt>
                <c:pt idx="278">
                  <c:v>37.723160488442616</c:v>
                </c:pt>
                <c:pt idx="279">
                  <c:v>37.729305385549893</c:v>
                </c:pt>
                <c:pt idx="280">
                  <c:v>37.697808040898444</c:v>
                </c:pt>
                <c:pt idx="281">
                  <c:v>37.654686837196785</c:v>
                </c:pt>
                <c:pt idx="282">
                  <c:v>37.702425392621002</c:v>
                </c:pt>
                <c:pt idx="283">
                  <c:v>37.756934389507713</c:v>
                </c:pt>
                <c:pt idx="284">
                  <c:v>37.770457341086917</c:v>
                </c:pt>
                <c:pt idx="285">
                  <c:v>37.696136078749163</c:v>
                </c:pt>
                <c:pt idx="286">
                  <c:v>37.690860157600227</c:v>
                </c:pt>
                <c:pt idx="287">
                  <c:v>37.848294052818623</c:v>
                </c:pt>
                <c:pt idx="288">
                  <c:v>37.909187091797747</c:v>
                </c:pt>
                <c:pt idx="289">
                  <c:v>37.986019950040976</c:v>
                </c:pt>
                <c:pt idx="290">
                  <c:v>38.011871275396857</c:v>
                </c:pt>
                <c:pt idx="291">
                  <c:v>38.125727351532987</c:v>
                </c:pt>
                <c:pt idx="292">
                  <c:v>38.021397951865993</c:v>
                </c:pt>
                <c:pt idx="293">
                  <c:v>37.962019055043434</c:v>
                </c:pt>
                <c:pt idx="294">
                  <c:v>38.078651229528838</c:v>
                </c:pt>
                <c:pt idx="295">
                  <c:v>38.11600844137724</c:v>
                </c:pt>
                <c:pt idx="296">
                  <c:v>38.181608911432072</c:v>
                </c:pt>
                <c:pt idx="297">
                  <c:v>38.240084901601591</c:v>
                </c:pt>
                <c:pt idx="298">
                  <c:v>38.240695895605519</c:v>
                </c:pt>
                <c:pt idx="299">
                  <c:v>38.301724053614365</c:v>
                </c:pt>
                <c:pt idx="300">
                  <c:v>38.367185178396362</c:v>
                </c:pt>
                <c:pt idx="301">
                  <c:v>38.318568168154243</c:v>
                </c:pt>
                <c:pt idx="302">
                  <c:v>38.271031385651085</c:v>
                </c:pt>
                <c:pt idx="303">
                  <c:v>38.375150801410406</c:v>
                </c:pt>
                <c:pt idx="304">
                  <c:v>38.488437421474899</c:v>
                </c:pt>
                <c:pt idx="305">
                  <c:v>38.581637553285383</c:v>
                </c:pt>
                <c:pt idx="306">
                  <c:v>38.550984370507734</c:v>
                </c:pt>
                <c:pt idx="307">
                  <c:v>38.58975435505296</c:v>
                </c:pt>
                <c:pt idx="308">
                  <c:v>38.635508145962845</c:v>
                </c:pt>
                <c:pt idx="309">
                  <c:v>38.675025813289167</c:v>
                </c:pt>
                <c:pt idx="310">
                  <c:v>38.728035097620783</c:v>
                </c:pt>
                <c:pt idx="311">
                  <c:v>38.714059032405267</c:v>
                </c:pt>
                <c:pt idx="312">
                  <c:v>38.890826238980523</c:v>
                </c:pt>
                <c:pt idx="313">
                  <c:v>38.894968077978291</c:v>
                </c:pt>
                <c:pt idx="314">
                  <c:v>38.868754382463166</c:v>
                </c:pt>
                <c:pt idx="315">
                  <c:v>38.904070801888579</c:v>
                </c:pt>
                <c:pt idx="316">
                  <c:v>38.886526942239456</c:v>
                </c:pt>
                <c:pt idx="317">
                  <c:v>39.020759909906161</c:v>
                </c:pt>
                <c:pt idx="318">
                  <c:v>39.072539961241731</c:v>
                </c:pt>
                <c:pt idx="319">
                  <c:v>39.063638527253289</c:v>
                </c:pt>
                <c:pt idx="320">
                  <c:v>39.145816496282656</c:v>
                </c:pt>
                <c:pt idx="321">
                  <c:v>39.313214604881892</c:v>
                </c:pt>
                <c:pt idx="322">
                  <c:v>39.352488236856054</c:v>
                </c:pt>
                <c:pt idx="323">
                  <c:v>39.397234732908082</c:v>
                </c:pt>
                <c:pt idx="324">
                  <c:v>39.463553181292426</c:v>
                </c:pt>
                <c:pt idx="325">
                  <c:v>39.550666919275258</c:v>
                </c:pt>
                <c:pt idx="326">
                  <c:v>39.627595652862183</c:v>
                </c:pt>
                <c:pt idx="327">
                  <c:v>39.721013979566962</c:v>
                </c:pt>
                <c:pt idx="328">
                  <c:v>39.800740727592427</c:v>
                </c:pt>
                <c:pt idx="329">
                  <c:v>39.856841810633632</c:v>
                </c:pt>
                <c:pt idx="330">
                  <c:v>39.924501547831355</c:v>
                </c:pt>
                <c:pt idx="331">
                  <c:v>39.959565841667789</c:v>
                </c:pt>
                <c:pt idx="332">
                  <c:v>39.954135723020244</c:v>
                </c:pt>
                <c:pt idx="333">
                  <c:v>39.924278643694755</c:v>
                </c:pt>
                <c:pt idx="334">
                  <c:v>39.891814576119287</c:v>
                </c:pt>
                <c:pt idx="335">
                  <c:v>39.814439551259937</c:v>
                </c:pt>
                <c:pt idx="336">
                  <c:v>39.731728109600262</c:v>
                </c:pt>
                <c:pt idx="337">
                  <c:v>39.665788332598559</c:v>
                </c:pt>
                <c:pt idx="338">
                  <c:v>39.574543743850079</c:v>
                </c:pt>
                <c:pt idx="339">
                  <c:v>39.477948248324871</c:v>
                </c:pt>
                <c:pt idx="340">
                  <c:v>39.398189622351374</c:v>
                </c:pt>
                <c:pt idx="341">
                  <c:v>39.372184461746286</c:v>
                </c:pt>
                <c:pt idx="342">
                  <c:v>39.270735307133769</c:v>
                </c:pt>
                <c:pt idx="343">
                  <c:v>39.196003978464518</c:v>
                </c:pt>
                <c:pt idx="344">
                  <c:v>39.239269115931528</c:v>
                </c:pt>
                <c:pt idx="345">
                  <c:v>39.189016187356359</c:v>
                </c:pt>
                <c:pt idx="346">
                  <c:v>39.224193020009331</c:v>
                </c:pt>
                <c:pt idx="347">
                  <c:v>39.205443232076171</c:v>
                </c:pt>
                <c:pt idx="348">
                  <c:v>39.163325700738277</c:v>
                </c:pt>
                <c:pt idx="349">
                  <c:v>39.098157514978716</c:v>
                </c:pt>
                <c:pt idx="350">
                  <c:v>39.181604564439162</c:v>
                </c:pt>
                <c:pt idx="351">
                  <c:v>39.25707343290604</c:v>
                </c:pt>
                <c:pt idx="352">
                  <c:v>39.205222018436807</c:v>
                </c:pt>
                <c:pt idx="353">
                  <c:v>39.176778194807348</c:v>
                </c:pt>
                <c:pt idx="354">
                  <c:v>39.140794028970532</c:v>
                </c:pt>
                <c:pt idx="355">
                  <c:v>39.155081870177781</c:v>
                </c:pt>
                <c:pt idx="356">
                  <c:v>39.283404376480014</c:v>
                </c:pt>
                <c:pt idx="357">
                  <c:v>39.221750492991262</c:v>
                </c:pt>
                <c:pt idx="358">
                  <c:v>39.1388820765875</c:v>
                </c:pt>
                <c:pt idx="359">
                  <c:v>39.320543634933742</c:v>
                </c:pt>
                <c:pt idx="360">
                  <c:v>39.305617027267843</c:v>
                </c:pt>
                <c:pt idx="361">
                  <c:v>39.22970573152223</c:v>
                </c:pt>
                <c:pt idx="362">
                  <c:v>39.182633352761975</c:v>
                </c:pt>
                <c:pt idx="363">
                  <c:v>39.167085608108692</c:v>
                </c:pt>
                <c:pt idx="364">
                  <c:v>39.182296460811195</c:v>
                </c:pt>
                <c:pt idx="365">
                  <c:v>39.08622308743481</c:v>
                </c:pt>
                <c:pt idx="366">
                  <c:v>38.997703580243737</c:v>
                </c:pt>
                <c:pt idx="367">
                  <c:v>38.986280890365578</c:v>
                </c:pt>
                <c:pt idx="368">
                  <c:v>38.933548364582776</c:v>
                </c:pt>
                <c:pt idx="369">
                  <c:v>38.805417005218928</c:v>
                </c:pt>
                <c:pt idx="370">
                  <c:v>38.764943240951283</c:v>
                </c:pt>
                <c:pt idx="371">
                  <c:v>38.641370307406056</c:v>
                </c:pt>
                <c:pt idx="372">
                  <c:v>38.569321556363533</c:v>
                </c:pt>
                <c:pt idx="373">
                  <c:v>38.467295217691969</c:v>
                </c:pt>
                <c:pt idx="374">
                  <c:v>38.416225537448319</c:v>
                </c:pt>
                <c:pt idx="375">
                  <c:v>38.363793437175751</c:v>
                </c:pt>
                <c:pt idx="376">
                  <c:v>38.258566624971763</c:v>
                </c:pt>
                <c:pt idx="377">
                  <c:v>38.194212534385017</c:v>
                </c:pt>
                <c:pt idx="378">
                  <c:v>38.119014266226991</c:v>
                </c:pt>
                <c:pt idx="379">
                  <c:v>38.028563486684376</c:v>
                </c:pt>
                <c:pt idx="380">
                  <c:v>37.976300013511903</c:v>
                </c:pt>
                <c:pt idx="381">
                  <c:v>37.88688768227636</c:v>
                </c:pt>
                <c:pt idx="382">
                  <c:v>37.8365813219133</c:v>
                </c:pt>
                <c:pt idx="383">
                  <c:v>37.761096876721815</c:v>
                </c:pt>
                <c:pt idx="384">
                  <c:v>37.704342114621269</c:v>
                </c:pt>
                <c:pt idx="385">
                  <c:v>37.658803862110005</c:v>
                </c:pt>
                <c:pt idx="386">
                  <c:v>37.615289376299494</c:v>
                </c:pt>
                <c:pt idx="387">
                  <c:v>37.591024582607176</c:v>
                </c:pt>
                <c:pt idx="388">
                  <c:v>37.563250437385975</c:v>
                </c:pt>
                <c:pt idx="389">
                  <c:v>37.545096066732135</c:v>
                </c:pt>
                <c:pt idx="390">
                  <c:v>37.531167818438661</c:v>
                </c:pt>
                <c:pt idx="391">
                  <c:v>37.542627820005997</c:v>
                </c:pt>
                <c:pt idx="392">
                  <c:v>37.558637674155932</c:v>
                </c:pt>
                <c:pt idx="393">
                  <c:v>37.565114270972458</c:v>
                </c:pt>
                <c:pt idx="394">
                  <c:v>37.571382332878954</c:v>
                </c:pt>
                <c:pt idx="395">
                  <c:v>37.567849133263948</c:v>
                </c:pt>
                <c:pt idx="396">
                  <c:v>37.549222691254705</c:v>
                </c:pt>
                <c:pt idx="397">
                  <c:v>37.550622362597892</c:v>
                </c:pt>
                <c:pt idx="398">
                  <c:v>37.521181568218751</c:v>
                </c:pt>
                <c:pt idx="399">
                  <c:v>37.499087191863104</c:v>
                </c:pt>
                <c:pt idx="400">
                  <c:v>37.51075216622128</c:v>
                </c:pt>
                <c:pt idx="401">
                  <c:v>37.473830076288522</c:v>
                </c:pt>
                <c:pt idx="402">
                  <c:v>37.446046482395225</c:v>
                </c:pt>
                <c:pt idx="403">
                  <c:v>37.397764130232524</c:v>
                </c:pt>
                <c:pt idx="404">
                  <c:v>37.355900414980844</c:v>
                </c:pt>
                <c:pt idx="405">
                  <c:v>37.313242377336614</c:v>
                </c:pt>
                <c:pt idx="406">
                  <c:v>37.280537806340739</c:v>
                </c:pt>
                <c:pt idx="407">
                  <c:v>37.23408181004438</c:v>
                </c:pt>
                <c:pt idx="408">
                  <c:v>37.198542924200396</c:v>
                </c:pt>
                <c:pt idx="409">
                  <c:v>37.181505368475875</c:v>
                </c:pt>
                <c:pt idx="410">
                  <c:v>37.159811398467468</c:v>
                </c:pt>
                <c:pt idx="411">
                  <c:v>37.144667426062178</c:v>
                </c:pt>
                <c:pt idx="412">
                  <c:v>37.118948804739958</c:v>
                </c:pt>
                <c:pt idx="413">
                  <c:v>37.122204053401845</c:v>
                </c:pt>
                <c:pt idx="414">
                  <c:v>37.115813475726334</c:v>
                </c:pt>
                <c:pt idx="415">
                  <c:v>37.104301076291293</c:v>
                </c:pt>
                <c:pt idx="416">
                  <c:v>37.096310382599377</c:v>
                </c:pt>
                <c:pt idx="417">
                  <c:v>37.112556785613677</c:v>
                </c:pt>
                <c:pt idx="418">
                  <c:v>37.118993965166339</c:v>
                </c:pt>
                <c:pt idx="419">
                  <c:v>37.112835438425023</c:v>
                </c:pt>
                <c:pt idx="420">
                  <c:v>37.101388025024676</c:v>
                </c:pt>
                <c:pt idx="421">
                  <c:v>37.087799687427058</c:v>
                </c:pt>
                <c:pt idx="422">
                  <c:v>37.075528096245321</c:v>
                </c:pt>
                <c:pt idx="423">
                  <c:v>37.070560343687752</c:v>
                </c:pt>
                <c:pt idx="424">
                  <c:v>37.068603578034015</c:v>
                </c:pt>
                <c:pt idx="425">
                  <c:v>37.059361078679729</c:v>
                </c:pt>
                <c:pt idx="426">
                  <c:v>37.072225023114534</c:v>
                </c:pt>
                <c:pt idx="427">
                  <c:v>37.08331135686916</c:v>
                </c:pt>
                <c:pt idx="428">
                  <c:v>37.050980642357558</c:v>
                </c:pt>
                <c:pt idx="429">
                  <c:v>37.018092433551686</c:v>
                </c:pt>
                <c:pt idx="430">
                  <c:v>37.01030900218008</c:v>
                </c:pt>
                <c:pt idx="431">
                  <c:v>37.011828759202494</c:v>
                </c:pt>
                <c:pt idx="432">
                  <c:v>37.033737249726414</c:v>
                </c:pt>
                <c:pt idx="433">
                  <c:v>37.05753268138703</c:v>
                </c:pt>
                <c:pt idx="434">
                  <c:v>37.104053373163865</c:v>
                </c:pt>
                <c:pt idx="435">
                  <c:v>37.235606789495783</c:v>
                </c:pt>
                <c:pt idx="436">
                  <c:v>37.154484475620436</c:v>
                </c:pt>
                <c:pt idx="437">
                  <c:v>37.145013887434857</c:v>
                </c:pt>
                <c:pt idx="438">
                  <c:v>37.292220047920765</c:v>
                </c:pt>
                <c:pt idx="439">
                  <c:v>37.340927288453287</c:v>
                </c:pt>
                <c:pt idx="440">
                  <c:v>37.26098008147472</c:v>
                </c:pt>
                <c:pt idx="441">
                  <c:v>37.297665622543121</c:v>
                </c:pt>
                <c:pt idx="442">
                  <c:v>37.38963178192779</c:v>
                </c:pt>
                <c:pt idx="443">
                  <c:v>37.401221559346055</c:v>
                </c:pt>
                <c:pt idx="444">
                  <c:v>37.38201889927619</c:v>
                </c:pt>
                <c:pt idx="445">
                  <c:v>37.412806718084347</c:v>
                </c:pt>
                <c:pt idx="446">
                  <c:v>37.42460989059223</c:v>
                </c:pt>
                <c:pt idx="447">
                  <c:v>37.416049393672978</c:v>
                </c:pt>
                <c:pt idx="448">
                  <c:v>37.435751052304347</c:v>
                </c:pt>
                <c:pt idx="449">
                  <c:v>37.41665806324319</c:v>
                </c:pt>
                <c:pt idx="450">
                  <c:v>37.402983781973191</c:v>
                </c:pt>
                <c:pt idx="451">
                  <c:v>37.433741866142327</c:v>
                </c:pt>
                <c:pt idx="452">
                  <c:v>37.466045608166645</c:v>
                </c:pt>
                <c:pt idx="453">
                  <c:v>37.439751493282628</c:v>
                </c:pt>
                <c:pt idx="454">
                  <c:v>37.466768929674956</c:v>
                </c:pt>
                <c:pt idx="455">
                  <c:v>37.493732239968018</c:v>
                </c:pt>
                <c:pt idx="456">
                  <c:v>37.466275334667138</c:v>
                </c:pt>
                <c:pt idx="457">
                  <c:v>37.478014147529933</c:v>
                </c:pt>
                <c:pt idx="458">
                  <c:v>37.49641810802688</c:v>
                </c:pt>
                <c:pt idx="459">
                  <c:v>37.523029221331612</c:v>
                </c:pt>
                <c:pt idx="460">
                  <c:v>37.541129314948932</c:v>
                </c:pt>
                <c:pt idx="461">
                  <c:v>37.513648772874085</c:v>
                </c:pt>
                <c:pt idx="462">
                  <c:v>37.494826233184533</c:v>
                </c:pt>
                <c:pt idx="463">
                  <c:v>37.524102264457284</c:v>
                </c:pt>
                <c:pt idx="464">
                  <c:v>37.536458289938871</c:v>
                </c:pt>
                <c:pt idx="465">
                  <c:v>37.519533756030093</c:v>
                </c:pt>
                <c:pt idx="466">
                  <c:v>37.519227051530102</c:v>
                </c:pt>
                <c:pt idx="467">
                  <c:v>37.514616159922006</c:v>
                </c:pt>
                <c:pt idx="468">
                  <c:v>37.515487490501521</c:v>
                </c:pt>
                <c:pt idx="469">
                  <c:v>37.530582000768696</c:v>
                </c:pt>
                <c:pt idx="470">
                  <c:v>37.558197239248955</c:v>
                </c:pt>
                <c:pt idx="471">
                  <c:v>37.569362671671506</c:v>
                </c:pt>
                <c:pt idx="472">
                  <c:v>37.607728868875014</c:v>
                </c:pt>
                <c:pt idx="473">
                  <c:v>37.619918199253355</c:v>
                </c:pt>
                <c:pt idx="474">
                  <c:v>37.608080009302569</c:v>
                </c:pt>
                <c:pt idx="475">
                  <c:v>37.627360251120955</c:v>
                </c:pt>
                <c:pt idx="476">
                  <c:v>37.63747214151104</c:v>
                </c:pt>
                <c:pt idx="477">
                  <c:v>37.640382513641406</c:v>
                </c:pt>
                <c:pt idx="478">
                  <c:v>37.656499231367128</c:v>
                </c:pt>
                <c:pt idx="479">
                  <c:v>37.677120158249863</c:v>
                </c:pt>
                <c:pt idx="480">
                  <c:v>37.690006275367267</c:v>
                </c:pt>
                <c:pt idx="481">
                  <c:v>37.681142394567615</c:v>
                </c:pt>
                <c:pt idx="482">
                  <c:v>37.700362623733831</c:v>
                </c:pt>
                <c:pt idx="483">
                  <c:v>37.731512390076929</c:v>
                </c:pt>
                <c:pt idx="484">
                  <c:v>37.750045673613045</c:v>
                </c:pt>
                <c:pt idx="485">
                  <c:v>37.760033372830591</c:v>
                </c:pt>
                <c:pt idx="486">
                  <c:v>37.764376803624721</c:v>
                </c:pt>
                <c:pt idx="487">
                  <c:v>37.786183735073969</c:v>
                </c:pt>
                <c:pt idx="488">
                  <c:v>37.794133237989286</c:v>
                </c:pt>
                <c:pt idx="489">
                  <c:v>37.78960964848887</c:v>
                </c:pt>
                <c:pt idx="490">
                  <c:v>37.806104252723543</c:v>
                </c:pt>
                <c:pt idx="491">
                  <c:v>37.826785313008244</c:v>
                </c:pt>
                <c:pt idx="492">
                  <c:v>37.839253394307157</c:v>
                </c:pt>
                <c:pt idx="493">
                  <c:v>37.8475260236957</c:v>
                </c:pt>
                <c:pt idx="494">
                  <c:v>37.850055671696744</c:v>
                </c:pt>
                <c:pt idx="495">
                  <c:v>37.873385318538581</c:v>
                </c:pt>
                <c:pt idx="496">
                  <c:v>37.872266813112027</c:v>
                </c:pt>
                <c:pt idx="497">
                  <c:v>37.884981405134063</c:v>
                </c:pt>
                <c:pt idx="498">
                  <c:v>37.911926542581753</c:v>
                </c:pt>
                <c:pt idx="499">
                  <c:v>37.906919229369926</c:v>
                </c:pt>
                <c:pt idx="500">
                  <c:v>37.900910839915106</c:v>
                </c:pt>
                <c:pt idx="501">
                  <c:v>37.909059700755421</c:v>
                </c:pt>
                <c:pt idx="502">
                  <c:v>37.920691589667534</c:v>
                </c:pt>
                <c:pt idx="503">
                  <c:v>37.936457951839422</c:v>
                </c:pt>
                <c:pt idx="504">
                  <c:v>37.959763267595932</c:v>
                </c:pt>
                <c:pt idx="505">
                  <c:v>37.964234572431593</c:v>
                </c:pt>
                <c:pt idx="506">
                  <c:v>37.980106168056921</c:v>
                </c:pt>
                <c:pt idx="507">
                  <c:v>37.997713360977791</c:v>
                </c:pt>
                <c:pt idx="508">
                  <c:v>38.027564040563725</c:v>
                </c:pt>
                <c:pt idx="509">
                  <c:v>38.063577186353292</c:v>
                </c:pt>
                <c:pt idx="510">
                  <c:v>38.098215716383827</c:v>
                </c:pt>
                <c:pt idx="511">
                  <c:v>38.139431367442015</c:v>
                </c:pt>
                <c:pt idx="512">
                  <c:v>38.202216555836458</c:v>
                </c:pt>
                <c:pt idx="513">
                  <c:v>38.27086475092274</c:v>
                </c:pt>
                <c:pt idx="514">
                  <c:v>38.334942082960673</c:v>
                </c:pt>
                <c:pt idx="515">
                  <c:v>38.388274131516098</c:v>
                </c:pt>
                <c:pt idx="516">
                  <c:v>38.432877056052178</c:v>
                </c:pt>
                <c:pt idx="517">
                  <c:v>38.461145671717269</c:v>
                </c:pt>
                <c:pt idx="518">
                  <c:v>38.462532120957007</c:v>
                </c:pt>
                <c:pt idx="519">
                  <c:v>38.488806553623114</c:v>
                </c:pt>
                <c:pt idx="520">
                  <c:v>38.528399448076797</c:v>
                </c:pt>
                <c:pt idx="521">
                  <c:v>38.553237682584268</c:v>
                </c:pt>
                <c:pt idx="522">
                  <c:v>38.584092638282975</c:v>
                </c:pt>
                <c:pt idx="523">
                  <c:v>38.637712795868715</c:v>
                </c:pt>
                <c:pt idx="524">
                  <c:v>38.677348798002122</c:v>
                </c:pt>
                <c:pt idx="525">
                  <c:v>38.708537989155943</c:v>
                </c:pt>
                <c:pt idx="526">
                  <c:v>38.736805880322216</c:v>
                </c:pt>
                <c:pt idx="527">
                  <c:v>38.732517330313627</c:v>
                </c:pt>
                <c:pt idx="528">
                  <c:v>38.728646091624711</c:v>
                </c:pt>
                <c:pt idx="529">
                  <c:v>38.704964157232183</c:v>
                </c:pt>
                <c:pt idx="530">
                  <c:v>38.685305606280536</c:v>
                </c:pt>
                <c:pt idx="531">
                  <c:v>38.659470461398286</c:v>
                </c:pt>
                <c:pt idx="532">
                  <c:v>38.666504982680252</c:v>
                </c:pt>
                <c:pt idx="533">
                  <c:v>38.684129382448077</c:v>
                </c:pt>
                <c:pt idx="534">
                  <c:v>38.699883488514942</c:v>
                </c:pt>
                <c:pt idx="535">
                  <c:v>38.708734449085668</c:v>
                </c:pt>
                <c:pt idx="536">
                  <c:v>38.7294436440745</c:v>
                </c:pt>
                <c:pt idx="537">
                  <c:v>38.757311611892746</c:v>
                </c:pt>
                <c:pt idx="538">
                  <c:v>38.77519357099068</c:v>
                </c:pt>
                <c:pt idx="539">
                  <c:v>38.765285566643207</c:v>
                </c:pt>
                <c:pt idx="540">
                  <c:v>38.79868025295152</c:v>
                </c:pt>
                <c:pt idx="541">
                  <c:v>38.847080517296988</c:v>
                </c:pt>
                <c:pt idx="542">
                  <c:v>38.913415991403582</c:v>
                </c:pt>
                <c:pt idx="543">
                  <c:v>38.958616989714656</c:v>
                </c:pt>
                <c:pt idx="544">
                  <c:v>38.990728950864131</c:v>
                </c:pt>
                <c:pt idx="545">
                  <c:v>39.014479833394255</c:v>
                </c:pt>
                <c:pt idx="546">
                  <c:v>39.032665478247104</c:v>
                </c:pt>
                <c:pt idx="547">
                  <c:v>39.099555073200342</c:v>
                </c:pt>
                <c:pt idx="548">
                  <c:v>39.136726209602102</c:v>
                </c:pt>
                <c:pt idx="549">
                  <c:v>39.116632476359904</c:v>
                </c:pt>
                <c:pt idx="550">
                  <c:v>39.093001015385099</c:v>
                </c:pt>
                <c:pt idx="551">
                  <c:v>39.096876601066924</c:v>
                </c:pt>
                <c:pt idx="552">
                  <c:v>39.120125285165756</c:v>
                </c:pt>
                <c:pt idx="553">
                  <c:v>39.14201819047485</c:v>
                </c:pt>
                <c:pt idx="554">
                  <c:v>39.120640886825193</c:v>
                </c:pt>
                <c:pt idx="555">
                  <c:v>39.091203050816226</c:v>
                </c:pt>
                <c:pt idx="556">
                  <c:v>39.055330216297918</c:v>
                </c:pt>
                <c:pt idx="557">
                  <c:v>39.058092730294327</c:v>
                </c:pt>
                <c:pt idx="558">
                  <c:v>39.067531500906775</c:v>
                </c:pt>
                <c:pt idx="559">
                  <c:v>39.066468902639073</c:v>
                </c:pt>
                <c:pt idx="560">
                  <c:v>39.029737778519987</c:v>
                </c:pt>
                <c:pt idx="561">
                  <c:v>38.979722847806826</c:v>
                </c:pt>
                <c:pt idx="562">
                  <c:v>38.916308190688575</c:v>
                </c:pt>
                <c:pt idx="563">
                  <c:v>38.814088893831581</c:v>
                </c:pt>
                <c:pt idx="564">
                  <c:v>38.781426192829954</c:v>
                </c:pt>
                <c:pt idx="565">
                  <c:v>38.746920729082483</c:v>
                </c:pt>
                <c:pt idx="566">
                  <c:v>38.678901761220402</c:v>
                </c:pt>
                <c:pt idx="567">
                  <c:v>38.625612820344699</c:v>
                </c:pt>
                <c:pt idx="568">
                  <c:v>38.613617534900015</c:v>
                </c:pt>
                <c:pt idx="569">
                  <c:v>38.599763185486069</c:v>
                </c:pt>
                <c:pt idx="570">
                  <c:v>38.604237810941306</c:v>
                </c:pt>
                <c:pt idx="571">
                  <c:v>38.555988846099183</c:v>
                </c:pt>
                <c:pt idx="572">
                  <c:v>38.425336351595412</c:v>
                </c:pt>
                <c:pt idx="573">
                  <c:v>38.352614782649752</c:v>
                </c:pt>
                <c:pt idx="574">
                  <c:v>38.274472030541972</c:v>
                </c:pt>
                <c:pt idx="575">
                  <c:v>38.266529953739543</c:v>
                </c:pt>
                <c:pt idx="576">
                  <c:v>38.195172253820431</c:v>
                </c:pt>
                <c:pt idx="577">
                  <c:v>38.219614911972791</c:v>
                </c:pt>
                <c:pt idx="578">
                  <c:v>38.022216031782314</c:v>
                </c:pt>
                <c:pt idx="579">
                  <c:v>37.904976908411399</c:v>
                </c:pt>
                <c:pt idx="580">
                  <c:v>38.138998358647925</c:v>
                </c:pt>
                <c:pt idx="581">
                  <c:v>37.977013584473603</c:v>
                </c:pt>
                <c:pt idx="582">
                  <c:v>37.582922089691266</c:v>
                </c:pt>
                <c:pt idx="583">
                  <c:v>37.545473228742267</c:v>
                </c:pt>
                <c:pt idx="584">
                  <c:v>37.665903709035476</c:v>
                </c:pt>
                <c:pt idx="585">
                  <c:v>38.168594014649607</c:v>
                </c:pt>
                <c:pt idx="586">
                  <c:v>37.009233652544495</c:v>
                </c:pt>
                <c:pt idx="587">
                  <c:v>36.168746944275291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77BE-418F-8705-C8EC33B01BAD}"/>
            </c:ext>
          </c:extLst>
        </c:ser>
        <c:ser>
          <c:idx val="25"/>
          <c:order val="25"/>
          <c:tx>
            <c:strRef>
              <c:f>Sheet2!$AA$1</c:f>
              <c:strCache>
                <c:ptCount val="1"/>
                <c:pt idx="0">
                  <c:v>S26_z_o_faint/O-PTIR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Sheet2!$AA$2:$AA$589</c:f>
              <c:numCache>
                <c:formatCode>General</c:formatCode>
                <c:ptCount val="588"/>
                <c:pt idx="0">
                  <c:v>38.611400624357408</c:v>
                </c:pt>
                <c:pt idx="1">
                  <c:v>38.596399558460128</c:v>
                </c:pt>
                <c:pt idx="2">
                  <c:v>38.636190634517753</c:v>
                </c:pt>
                <c:pt idx="3">
                  <c:v>38.654620424994242</c:v>
                </c:pt>
                <c:pt idx="4">
                  <c:v>38.680692514776709</c:v>
                </c:pt>
                <c:pt idx="5">
                  <c:v>38.694256007229527</c:v>
                </c:pt>
                <c:pt idx="6">
                  <c:v>38.794186993913279</c:v>
                </c:pt>
                <c:pt idx="7">
                  <c:v>38.847497730426099</c:v>
                </c:pt>
                <c:pt idx="8">
                  <c:v>38.854271376438788</c:v>
                </c:pt>
                <c:pt idx="9">
                  <c:v>38.838656031716901</c:v>
                </c:pt>
                <c:pt idx="10">
                  <c:v>38.868017111083255</c:v>
                </c:pt>
                <c:pt idx="11">
                  <c:v>38.889950975790605</c:v>
                </c:pt>
                <c:pt idx="12">
                  <c:v>38.866475370404352</c:v>
                </c:pt>
                <c:pt idx="13">
                  <c:v>38.85639363243461</c:v>
                </c:pt>
                <c:pt idx="14">
                  <c:v>38.845637053294659</c:v>
                </c:pt>
                <c:pt idx="15">
                  <c:v>38.818396690631189</c:v>
                </c:pt>
                <c:pt idx="16">
                  <c:v>38.794031777668359</c:v>
                </c:pt>
                <c:pt idx="17">
                  <c:v>38.800145546457074</c:v>
                </c:pt>
                <c:pt idx="18">
                  <c:v>38.814849049362955</c:v>
                </c:pt>
                <c:pt idx="19">
                  <c:v>38.79765807428295</c:v>
                </c:pt>
                <c:pt idx="20">
                  <c:v>38.796748932538186</c:v>
                </c:pt>
                <c:pt idx="21">
                  <c:v>38.81190766240853</c:v>
                </c:pt>
                <c:pt idx="22">
                  <c:v>38.821703874153059</c:v>
                </c:pt>
                <c:pt idx="23">
                  <c:v>38.820280431922576</c:v>
                </c:pt>
                <c:pt idx="24">
                  <c:v>38.830939354280233</c:v>
                </c:pt>
                <c:pt idx="25">
                  <c:v>38.852752927028632</c:v>
                </c:pt>
                <c:pt idx="26">
                  <c:v>38.853316913872071</c:v>
                </c:pt>
                <c:pt idx="27">
                  <c:v>38.860128411350757</c:v>
                </c:pt>
                <c:pt idx="28">
                  <c:v>38.888426116865546</c:v>
                </c:pt>
                <c:pt idx="29">
                  <c:v>38.900470226238717</c:v>
                </c:pt>
                <c:pt idx="30">
                  <c:v>38.903069360237552</c:v>
                </c:pt>
                <c:pt idx="31">
                  <c:v>38.91585735185491</c:v>
                </c:pt>
                <c:pt idx="32">
                  <c:v>38.939338079806234</c:v>
                </c:pt>
                <c:pt idx="33">
                  <c:v>38.950608732323111</c:v>
                </c:pt>
                <c:pt idx="34">
                  <c:v>38.950444305554797</c:v>
                </c:pt>
                <c:pt idx="35">
                  <c:v>38.977347260250326</c:v>
                </c:pt>
                <c:pt idx="36">
                  <c:v>38.991130543549069</c:v>
                </c:pt>
                <c:pt idx="37">
                  <c:v>39.012343211657523</c:v>
                </c:pt>
                <c:pt idx="38">
                  <c:v>39.042760346925341</c:v>
                </c:pt>
                <c:pt idx="39">
                  <c:v>39.077543522624985</c:v>
                </c:pt>
                <c:pt idx="40">
                  <c:v>39.103404754507501</c:v>
                </c:pt>
                <c:pt idx="41">
                  <c:v>39.12259670948626</c:v>
                </c:pt>
                <c:pt idx="42">
                  <c:v>39.164917121439416</c:v>
                </c:pt>
                <c:pt idx="43">
                  <c:v>39.189751266409111</c:v>
                </c:pt>
                <c:pt idx="44">
                  <c:v>39.216034769246363</c:v>
                </c:pt>
                <c:pt idx="45">
                  <c:v>39.246624355793287</c:v>
                </c:pt>
                <c:pt idx="46">
                  <c:v>39.279706486610777</c:v>
                </c:pt>
                <c:pt idx="47">
                  <c:v>39.308442865382219</c:v>
                </c:pt>
                <c:pt idx="48">
                  <c:v>39.319050511620603</c:v>
                </c:pt>
                <c:pt idx="49">
                  <c:v>39.347608988501833</c:v>
                </c:pt>
                <c:pt idx="50">
                  <c:v>39.364563921839853</c:v>
                </c:pt>
                <c:pt idx="51">
                  <c:v>39.364547065320323</c:v>
                </c:pt>
                <c:pt idx="52">
                  <c:v>39.389086826821767</c:v>
                </c:pt>
                <c:pt idx="53">
                  <c:v>39.405650123658212</c:v>
                </c:pt>
                <c:pt idx="54">
                  <c:v>39.434026307879179</c:v>
                </c:pt>
                <c:pt idx="55">
                  <c:v>39.446670716268841</c:v>
                </c:pt>
                <c:pt idx="56">
                  <c:v>39.464130133945737</c:v>
                </c:pt>
                <c:pt idx="57">
                  <c:v>39.489545425090135</c:v>
                </c:pt>
                <c:pt idx="58">
                  <c:v>39.498289719360145</c:v>
                </c:pt>
                <c:pt idx="59">
                  <c:v>39.517448819266413</c:v>
                </c:pt>
                <c:pt idx="60">
                  <c:v>39.545007209947244</c:v>
                </c:pt>
                <c:pt idx="61">
                  <c:v>39.571878218005466</c:v>
                </c:pt>
                <c:pt idx="62">
                  <c:v>39.596779536710166</c:v>
                </c:pt>
                <c:pt idx="63">
                  <c:v>39.627316585422278</c:v>
                </c:pt>
                <c:pt idx="64">
                  <c:v>39.670894423076028</c:v>
                </c:pt>
                <c:pt idx="65">
                  <c:v>39.703345847532681</c:v>
                </c:pt>
                <c:pt idx="66">
                  <c:v>39.735310754479642</c:v>
                </c:pt>
                <c:pt idx="67">
                  <c:v>39.781992816094565</c:v>
                </c:pt>
                <c:pt idx="68">
                  <c:v>39.806288814154954</c:v>
                </c:pt>
                <c:pt idx="69">
                  <c:v>39.84491103694242</c:v>
                </c:pt>
                <c:pt idx="70">
                  <c:v>39.880284291762734</c:v>
                </c:pt>
                <c:pt idx="71">
                  <c:v>39.927534932865626</c:v>
                </c:pt>
                <c:pt idx="72">
                  <c:v>39.970080485338563</c:v>
                </c:pt>
                <c:pt idx="73">
                  <c:v>40.003478499257</c:v>
                </c:pt>
                <c:pt idx="74">
                  <c:v>40.056700688573684</c:v>
                </c:pt>
                <c:pt idx="75">
                  <c:v>40.10265246923786</c:v>
                </c:pt>
                <c:pt idx="76">
                  <c:v>40.140051837330347</c:v>
                </c:pt>
                <c:pt idx="77">
                  <c:v>40.170490875979823</c:v>
                </c:pt>
                <c:pt idx="78">
                  <c:v>40.206345702384922</c:v>
                </c:pt>
                <c:pt idx="79">
                  <c:v>40.23601176363001</c:v>
                </c:pt>
                <c:pt idx="80">
                  <c:v>40.25293409423864</c:v>
                </c:pt>
                <c:pt idx="81">
                  <c:v>40.274485406796266</c:v>
                </c:pt>
                <c:pt idx="82">
                  <c:v>40.30893407647369</c:v>
                </c:pt>
                <c:pt idx="83">
                  <c:v>40.315877347522687</c:v>
                </c:pt>
                <c:pt idx="84">
                  <c:v>40.320688824006425</c:v>
                </c:pt>
                <c:pt idx="85">
                  <c:v>40.329420904870084</c:v>
                </c:pt>
                <c:pt idx="86">
                  <c:v>40.321621887877697</c:v>
                </c:pt>
                <c:pt idx="87">
                  <c:v>40.291402892417253</c:v>
                </c:pt>
                <c:pt idx="88">
                  <c:v>40.267584327514705</c:v>
                </c:pt>
                <c:pt idx="89">
                  <c:v>40.270355458575054</c:v>
                </c:pt>
                <c:pt idx="90">
                  <c:v>40.264833383902889</c:v>
                </c:pt>
                <c:pt idx="91">
                  <c:v>40.239610580080274</c:v>
                </c:pt>
                <c:pt idx="92">
                  <c:v>40.213392333170418</c:v>
                </c:pt>
                <c:pt idx="93">
                  <c:v>40.18317596207828</c:v>
                </c:pt>
                <c:pt idx="94">
                  <c:v>40.14024826120459</c:v>
                </c:pt>
                <c:pt idx="95">
                  <c:v>40.105876808517813</c:v>
                </c:pt>
                <c:pt idx="96">
                  <c:v>40.066193230623632</c:v>
                </c:pt>
                <c:pt idx="97">
                  <c:v>40.025048384267272</c:v>
                </c:pt>
                <c:pt idx="98">
                  <c:v>39.977495234248089</c:v>
                </c:pt>
                <c:pt idx="99">
                  <c:v>39.939061764104416</c:v>
                </c:pt>
                <c:pt idx="100">
                  <c:v>39.898058431762287</c:v>
                </c:pt>
                <c:pt idx="101">
                  <c:v>39.85569557569859</c:v>
                </c:pt>
                <c:pt idx="102">
                  <c:v>39.82671205208846</c:v>
                </c:pt>
                <c:pt idx="103">
                  <c:v>39.812346259962254</c:v>
                </c:pt>
                <c:pt idx="104">
                  <c:v>39.784011359073538</c:v>
                </c:pt>
                <c:pt idx="105">
                  <c:v>39.732692846153675</c:v>
                </c:pt>
                <c:pt idx="106">
                  <c:v>39.672041877650734</c:v>
                </c:pt>
                <c:pt idx="107">
                  <c:v>39.610513360760002</c:v>
                </c:pt>
                <c:pt idx="108">
                  <c:v>39.537088178573327</c:v>
                </c:pt>
                <c:pt idx="109">
                  <c:v>39.464468980269395</c:v>
                </c:pt>
                <c:pt idx="110">
                  <c:v>39.397368626645857</c:v>
                </c:pt>
                <c:pt idx="111">
                  <c:v>39.33289809194293</c:v>
                </c:pt>
                <c:pt idx="112">
                  <c:v>39.273725399827562</c:v>
                </c:pt>
                <c:pt idx="113">
                  <c:v>39.223017052539653</c:v>
                </c:pt>
                <c:pt idx="114">
                  <c:v>39.180070728744688</c:v>
                </c:pt>
                <c:pt idx="115">
                  <c:v>39.131018761609049</c:v>
                </c:pt>
                <c:pt idx="116">
                  <c:v>39.091694167018431</c:v>
                </c:pt>
                <c:pt idx="117">
                  <c:v>39.063839374124498</c:v>
                </c:pt>
                <c:pt idx="118">
                  <c:v>39.039189540559917</c:v>
                </c:pt>
                <c:pt idx="119">
                  <c:v>39.015010125014811</c:v>
                </c:pt>
                <c:pt idx="120">
                  <c:v>38.997279236623747</c:v>
                </c:pt>
                <c:pt idx="121">
                  <c:v>38.978025709926953</c:v>
                </c:pt>
                <c:pt idx="122">
                  <c:v>38.95564873072427</c:v>
                </c:pt>
                <c:pt idx="123">
                  <c:v>38.929003014591686</c:v>
                </c:pt>
                <c:pt idx="124">
                  <c:v>38.910895857394245</c:v>
                </c:pt>
                <c:pt idx="125">
                  <c:v>38.905034456946531</c:v>
                </c:pt>
                <c:pt idx="126">
                  <c:v>38.88341791369583</c:v>
                </c:pt>
                <c:pt idx="127">
                  <c:v>38.871932618132405</c:v>
                </c:pt>
                <c:pt idx="128">
                  <c:v>38.860732116999181</c:v>
                </c:pt>
                <c:pt idx="129">
                  <c:v>38.84559609800845</c:v>
                </c:pt>
                <c:pt idx="130">
                  <c:v>38.841375003457102</c:v>
                </c:pt>
                <c:pt idx="131">
                  <c:v>38.845085103217414</c:v>
                </c:pt>
                <c:pt idx="132">
                  <c:v>38.846499082581403</c:v>
                </c:pt>
                <c:pt idx="133">
                  <c:v>38.835209352925659</c:v>
                </c:pt>
                <c:pt idx="134">
                  <c:v>38.828001651535168</c:v>
                </c:pt>
                <c:pt idx="135">
                  <c:v>38.828878644768132</c:v>
                </c:pt>
                <c:pt idx="136">
                  <c:v>38.831928791601534</c:v>
                </c:pt>
                <c:pt idx="137">
                  <c:v>38.828891009580353</c:v>
                </c:pt>
                <c:pt idx="138">
                  <c:v>38.810767071566318</c:v>
                </c:pt>
                <c:pt idx="139">
                  <c:v>38.836561836274541</c:v>
                </c:pt>
                <c:pt idx="140">
                  <c:v>38.859677777030839</c:v>
                </c:pt>
                <c:pt idx="141">
                  <c:v>38.880511602433231</c:v>
                </c:pt>
                <c:pt idx="142">
                  <c:v>38.908166489118059</c:v>
                </c:pt>
                <c:pt idx="143">
                  <c:v>38.924499346229481</c:v>
                </c:pt>
                <c:pt idx="144">
                  <c:v>38.942319665017557</c:v>
                </c:pt>
                <c:pt idx="145">
                  <c:v>38.967945914999135</c:v>
                </c:pt>
                <c:pt idx="146">
                  <c:v>38.999005566285184</c:v>
                </c:pt>
                <c:pt idx="147">
                  <c:v>39.031623133443276</c:v>
                </c:pt>
                <c:pt idx="148">
                  <c:v>39.082321134663808</c:v>
                </c:pt>
                <c:pt idx="149">
                  <c:v>39.121520415667639</c:v>
                </c:pt>
                <c:pt idx="150">
                  <c:v>39.16159214772852</c:v>
                </c:pt>
                <c:pt idx="151">
                  <c:v>39.202840303352751</c:v>
                </c:pt>
                <c:pt idx="152">
                  <c:v>39.242828812657045</c:v>
                </c:pt>
                <c:pt idx="153">
                  <c:v>39.281860235026315</c:v>
                </c:pt>
                <c:pt idx="154">
                  <c:v>39.317014506498644</c:v>
                </c:pt>
                <c:pt idx="155">
                  <c:v>39.350644575137984</c:v>
                </c:pt>
                <c:pt idx="156">
                  <c:v>39.372964827610289</c:v>
                </c:pt>
                <c:pt idx="157">
                  <c:v>39.396963969239977</c:v>
                </c:pt>
                <c:pt idx="158">
                  <c:v>39.400595489356874</c:v>
                </c:pt>
                <c:pt idx="159">
                  <c:v>39.395997394204144</c:v>
                </c:pt>
                <c:pt idx="160">
                  <c:v>39.382213909030916</c:v>
                </c:pt>
                <c:pt idx="161">
                  <c:v>39.373020645905491</c:v>
                </c:pt>
                <c:pt idx="162">
                  <c:v>39.356330370017766</c:v>
                </c:pt>
                <c:pt idx="163">
                  <c:v>39.329909693467727</c:v>
                </c:pt>
                <c:pt idx="164">
                  <c:v>39.31094121354424</c:v>
                </c:pt>
                <c:pt idx="165">
                  <c:v>39.28658874109658</c:v>
                </c:pt>
                <c:pt idx="166">
                  <c:v>39.27237894747892</c:v>
                </c:pt>
                <c:pt idx="167">
                  <c:v>39.256312312345045</c:v>
                </c:pt>
                <c:pt idx="168">
                  <c:v>39.235624316024008</c:v>
                </c:pt>
                <c:pt idx="169">
                  <c:v>39.21527153228589</c:v>
                </c:pt>
                <c:pt idx="170">
                  <c:v>39.207414577316207</c:v>
                </c:pt>
                <c:pt idx="171">
                  <c:v>39.197801465729889</c:v>
                </c:pt>
                <c:pt idx="172">
                  <c:v>39.180411896624918</c:v>
                </c:pt>
                <c:pt idx="173">
                  <c:v>39.181126936052017</c:v>
                </c:pt>
                <c:pt idx="174">
                  <c:v>39.195014487522442</c:v>
                </c:pt>
                <c:pt idx="175">
                  <c:v>39.193415439724014</c:v>
                </c:pt>
                <c:pt idx="176">
                  <c:v>39.193231885348212</c:v>
                </c:pt>
                <c:pt idx="177">
                  <c:v>39.208810337507899</c:v>
                </c:pt>
                <c:pt idx="178">
                  <c:v>39.212962592859739</c:v>
                </c:pt>
                <c:pt idx="179">
                  <c:v>39.218441971078249</c:v>
                </c:pt>
                <c:pt idx="180">
                  <c:v>39.234486400018731</c:v>
                </c:pt>
                <c:pt idx="181">
                  <c:v>39.244161133791707</c:v>
                </c:pt>
                <c:pt idx="182">
                  <c:v>39.2561019086627</c:v>
                </c:pt>
                <c:pt idx="183">
                  <c:v>39.264802497106636</c:v>
                </c:pt>
                <c:pt idx="184">
                  <c:v>39.268530866507874</c:v>
                </c:pt>
                <c:pt idx="185">
                  <c:v>39.270146619419961</c:v>
                </c:pt>
                <c:pt idx="186">
                  <c:v>39.262100205245787</c:v>
                </c:pt>
                <c:pt idx="187">
                  <c:v>39.257978029192259</c:v>
                </c:pt>
                <c:pt idx="188">
                  <c:v>39.252086120462948</c:v>
                </c:pt>
                <c:pt idx="189">
                  <c:v>39.251539696699737</c:v>
                </c:pt>
                <c:pt idx="190">
                  <c:v>39.245627449116022</c:v>
                </c:pt>
                <c:pt idx="191">
                  <c:v>39.241822670222078</c:v>
                </c:pt>
                <c:pt idx="192">
                  <c:v>39.250725991117925</c:v>
                </c:pt>
                <c:pt idx="193">
                  <c:v>39.25642228347094</c:v>
                </c:pt>
                <c:pt idx="194">
                  <c:v>39.25813039396008</c:v>
                </c:pt>
                <c:pt idx="195">
                  <c:v>39.27246782272109</c:v>
                </c:pt>
                <c:pt idx="196">
                  <c:v>39.286832353131771</c:v>
                </c:pt>
                <c:pt idx="197">
                  <c:v>39.304100595671045</c:v>
                </c:pt>
                <c:pt idx="198">
                  <c:v>39.321003647266323</c:v>
                </c:pt>
                <c:pt idx="199">
                  <c:v>39.342484000942349</c:v>
                </c:pt>
                <c:pt idx="200">
                  <c:v>39.357914176292546</c:v>
                </c:pt>
                <c:pt idx="201">
                  <c:v>39.377697169295779</c:v>
                </c:pt>
                <c:pt idx="202">
                  <c:v>39.417191792671673</c:v>
                </c:pt>
                <c:pt idx="203">
                  <c:v>39.467216895763926</c:v>
                </c:pt>
                <c:pt idx="204">
                  <c:v>39.513307566074026</c:v>
                </c:pt>
                <c:pt idx="205">
                  <c:v>39.55507368115903</c:v>
                </c:pt>
                <c:pt idx="206">
                  <c:v>39.585277233221355</c:v>
                </c:pt>
                <c:pt idx="207">
                  <c:v>39.592284296607723</c:v>
                </c:pt>
                <c:pt idx="208">
                  <c:v>39.576286248330248</c:v>
                </c:pt>
                <c:pt idx="209">
                  <c:v>39.544156308991511</c:v>
                </c:pt>
                <c:pt idx="210">
                  <c:v>39.494934767288179</c:v>
                </c:pt>
                <c:pt idx="211">
                  <c:v>39.445523665443105</c:v>
                </c:pt>
                <c:pt idx="212">
                  <c:v>39.410802364273223</c:v>
                </c:pt>
                <c:pt idx="213">
                  <c:v>39.3793920065375</c:v>
                </c:pt>
                <c:pt idx="214">
                  <c:v>39.377609353894655</c:v>
                </c:pt>
                <c:pt idx="215">
                  <c:v>39.382361277405217</c:v>
                </c:pt>
                <c:pt idx="216">
                  <c:v>39.392912348319079</c:v>
                </c:pt>
                <c:pt idx="217">
                  <c:v>39.421607897975868</c:v>
                </c:pt>
                <c:pt idx="218">
                  <c:v>39.429288919331562</c:v>
                </c:pt>
                <c:pt idx="219">
                  <c:v>39.436208369191291</c:v>
                </c:pt>
                <c:pt idx="220">
                  <c:v>39.461191144250826</c:v>
                </c:pt>
                <c:pt idx="221">
                  <c:v>39.467909123374177</c:v>
                </c:pt>
                <c:pt idx="222">
                  <c:v>39.469108762503346</c:v>
                </c:pt>
                <c:pt idx="223">
                  <c:v>39.470925935683191</c:v>
                </c:pt>
                <c:pt idx="224">
                  <c:v>39.476384218017984</c:v>
                </c:pt>
                <c:pt idx="225">
                  <c:v>39.465729383618651</c:v>
                </c:pt>
                <c:pt idx="226">
                  <c:v>39.468503744670763</c:v>
                </c:pt>
                <c:pt idx="227">
                  <c:v>39.471913606602747</c:v>
                </c:pt>
                <c:pt idx="228">
                  <c:v>39.471930664996762</c:v>
                </c:pt>
                <c:pt idx="229">
                  <c:v>39.467026729998729</c:v>
                </c:pt>
                <c:pt idx="230">
                  <c:v>39.473327030811902</c:v>
                </c:pt>
                <c:pt idx="231">
                  <c:v>39.468599332239577</c:v>
                </c:pt>
                <c:pt idx="232">
                  <c:v>39.48416425880874</c:v>
                </c:pt>
                <c:pt idx="233">
                  <c:v>39.479740785085838</c:v>
                </c:pt>
                <c:pt idx="234">
                  <c:v>39.461941107963888</c:v>
                </c:pt>
                <c:pt idx="235">
                  <c:v>39.454032876874933</c:v>
                </c:pt>
                <c:pt idx="236">
                  <c:v>39.428499186344887</c:v>
                </c:pt>
                <c:pt idx="237">
                  <c:v>39.410838499806097</c:v>
                </c:pt>
                <c:pt idx="238">
                  <c:v>39.38973433923352</c:v>
                </c:pt>
                <c:pt idx="239">
                  <c:v>39.365073251166379</c:v>
                </c:pt>
                <c:pt idx="240">
                  <c:v>39.343207418160588</c:v>
                </c:pt>
                <c:pt idx="241">
                  <c:v>39.324968764970258</c:v>
                </c:pt>
                <c:pt idx="242">
                  <c:v>39.341314895329084</c:v>
                </c:pt>
                <c:pt idx="243">
                  <c:v>39.323454655861539</c:v>
                </c:pt>
                <c:pt idx="244">
                  <c:v>39.308723269042368</c:v>
                </c:pt>
                <c:pt idx="245">
                  <c:v>39.311650701422991</c:v>
                </c:pt>
                <c:pt idx="246">
                  <c:v>39.304157423338665</c:v>
                </c:pt>
                <c:pt idx="247">
                  <c:v>39.317684628852746</c:v>
                </c:pt>
                <c:pt idx="248">
                  <c:v>39.335955026805905</c:v>
                </c:pt>
                <c:pt idx="249">
                  <c:v>39.361832358178631</c:v>
                </c:pt>
                <c:pt idx="250">
                  <c:v>39.369686184093787</c:v>
                </c:pt>
                <c:pt idx="251">
                  <c:v>39.409401052533191</c:v>
                </c:pt>
                <c:pt idx="252">
                  <c:v>39.431508529297943</c:v>
                </c:pt>
                <c:pt idx="253">
                  <c:v>39.441299946523451</c:v>
                </c:pt>
                <c:pt idx="254">
                  <c:v>39.45037793931774</c:v>
                </c:pt>
                <c:pt idx="255">
                  <c:v>39.448868725665292</c:v>
                </c:pt>
                <c:pt idx="256">
                  <c:v>39.45427956749603</c:v>
                </c:pt>
                <c:pt idx="257">
                  <c:v>39.469757082413039</c:v>
                </c:pt>
                <c:pt idx="258">
                  <c:v>39.484995477002158</c:v>
                </c:pt>
                <c:pt idx="259">
                  <c:v>39.5</c:v>
                </c:pt>
                <c:pt idx="260">
                  <c:v>39.465302923768355</c:v>
                </c:pt>
                <c:pt idx="261">
                  <c:v>39.450702755364659</c:v>
                </c:pt>
                <c:pt idx="262">
                  <c:v>39.474702603555052</c:v>
                </c:pt>
                <c:pt idx="263">
                  <c:v>39.469086354435476</c:v>
                </c:pt>
                <c:pt idx="264">
                  <c:v>39.461584092936555</c:v>
                </c:pt>
                <c:pt idx="265">
                  <c:v>39.454025912205189</c:v>
                </c:pt>
                <c:pt idx="266">
                  <c:v>39.438771569531731</c:v>
                </c:pt>
                <c:pt idx="267">
                  <c:v>39.411545767065512</c:v>
                </c:pt>
                <c:pt idx="268">
                  <c:v>39.382349972434035</c:v>
                </c:pt>
                <c:pt idx="269">
                  <c:v>39.390393156616447</c:v>
                </c:pt>
                <c:pt idx="270">
                  <c:v>39.361812877290795</c:v>
                </c:pt>
                <c:pt idx="271">
                  <c:v>39.329627523405833</c:v>
                </c:pt>
                <c:pt idx="272">
                  <c:v>39.279097683631591</c:v>
                </c:pt>
                <c:pt idx="273">
                  <c:v>39.250310230615355</c:v>
                </c:pt>
                <c:pt idx="274">
                  <c:v>39.244895654106642</c:v>
                </c:pt>
                <c:pt idx="275">
                  <c:v>39.228664844547559</c:v>
                </c:pt>
                <c:pt idx="276">
                  <c:v>39.20653667564806</c:v>
                </c:pt>
                <c:pt idx="277">
                  <c:v>39.186256263912938</c:v>
                </c:pt>
                <c:pt idx="278">
                  <c:v>39.251957021729567</c:v>
                </c:pt>
                <c:pt idx="279">
                  <c:v>39.291435394209394</c:v>
                </c:pt>
                <c:pt idx="280">
                  <c:v>39.279976594672171</c:v>
                </c:pt>
                <c:pt idx="281">
                  <c:v>39.262925871890857</c:v>
                </c:pt>
                <c:pt idx="282">
                  <c:v>39.333447140074448</c:v>
                </c:pt>
                <c:pt idx="283">
                  <c:v>39.387526639861775</c:v>
                </c:pt>
                <c:pt idx="284">
                  <c:v>39.40699642460099</c:v>
                </c:pt>
                <c:pt idx="285">
                  <c:v>39.339968644854935</c:v>
                </c:pt>
                <c:pt idx="286">
                  <c:v>39.289183686199841</c:v>
                </c:pt>
                <c:pt idx="287">
                  <c:v>39.492136685984036</c:v>
                </c:pt>
                <c:pt idx="288">
                  <c:v>39.583043391103757</c:v>
                </c:pt>
                <c:pt idx="289">
                  <c:v>39.641144886731254</c:v>
                </c:pt>
                <c:pt idx="290">
                  <c:v>39.647922116016055</c:v>
                </c:pt>
                <c:pt idx="291">
                  <c:v>39.70806002051448</c:v>
                </c:pt>
                <c:pt idx="292">
                  <c:v>39.686579868712947</c:v>
                </c:pt>
                <c:pt idx="293">
                  <c:v>39.70131014522245</c:v>
                </c:pt>
                <c:pt idx="294">
                  <c:v>39.797052955513124</c:v>
                </c:pt>
                <c:pt idx="295">
                  <c:v>39.858787687190642</c:v>
                </c:pt>
                <c:pt idx="296">
                  <c:v>39.896436471209768</c:v>
                </c:pt>
                <c:pt idx="297">
                  <c:v>39.954554318670581</c:v>
                </c:pt>
                <c:pt idx="298">
                  <c:v>39.969226051579334</c:v>
                </c:pt>
                <c:pt idx="299">
                  <c:v>40.040493700203875</c:v>
                </c:pt>
                <c:pt idx="300">
                  <c:v>40.110001205190677</c:v>
                </c:pt>
                <c:pt idx="301">
                  <c:v>40.062940023292278</c:v>
                </c:pt>
                <c:pt idx="302">
                  <c:v>39.996982077381318</c:v>
                </c:pt>
                <c:pt idx="303">
                  <c:v>40.136280014446136</c:v>
                </c:pt>
                <c:pt idx="304">
                  <c:v>40.276928693692412</c:v>
                </c:pt>
                <c:pt idx="305">
                  <c:v>40.317104138770134</c:v>
                </c:pt>
                <c:pt idx="306">
                  <c:v>40.27270063447132</c:v>
                </c:pt>
                <c:pt idx="307">
                  <c:v>40.256853285497158</c:v>
                </c:pt>
                <c:pt idx="308">
                  <c:v>40.237876074502182</c:v>
                </c:pt>
                <c:pt idx="309">
                  <c:v>40.211445051884766</c:v>
                </c:pt>
                <c:pt idx="310">
                  <c:v>40.172509721770524</c:v>
                </c:pt>
                <c:pt idx="311">
                  <c:v>40.11404949518257</c:v>
                </c:pt>
                <c:pt idx="312">
                  <c:v>40.192953349027057</c:v>
                </c:pt>
                <c:pt idx="313">
                  <c:v>40.19876329671532</c:v>
                </c:pt>
                <c:pt idx="314">
                  <c:v>40.170665295535159</c:v>
                </c:pt>
                <c:pt idx="315">
                  <c:v>40.180798082515388</c:v>
                </c:pt>
                <c:pt idx="316">
                  <c:v>40.150311805236342</c:v>
                </c:pt>
                <c:pt idx="317">
                  <c:v>40.198592712775202</c:v>
                </c:pt>
                <c:pt idx="318">
                  <c:v>40.229105839360798</c:v>
                </c:pt>
                <c:pt idx="319">
                  <c:v>40.211780567279419</c:v>
                </c:pt>
                <c:pt idx="320">
                  <c:v>40.223208278145897</c:v>
                </c:pt>
                <c:pt idx="321">
                  <c:v>40.314607960758828</c:v>
                </c:pt>
                <c:pt idx="322">
                  <c:v>40.338526453531621</c:v>
                </c:pt>
                <c:pt idx="323">
                  <c:v>40.378783052152457</c:v>
                </c:pt>
                <c:pt idx="324">
                  <c:v>40.410389530950688</c:v>
                </c:pt>
                <c:pt idx="325">
                  <c:v>40.438226811233022</c:v>
                </c:pt>
                <c:pt idx="326">
                  <c:v>40.483599313061504</c:v>
                </c:pt>
                <c:pt idx="327">
                  <c:v>40.52310473672236</c:v>
                </c:pt>
                <c:pt idx="328">
                  <c:v>40.57160407245437</c:v>
                </c:pt>
                <c:pt idx="329">
                  <c:v>40.593607987608138</c:v>
                </c:pt>
                <c:pt idx="330">
                  <c:v>40.613782516175696</c:v>
                </c:pt>
                <c:pt idx="331">
                  <c:v>40.632815242654146</c:v>
                </c:pt>
                <c:pt idx="332">
                  <c:v>40.632381010636166</c:v>
                </c:pt>
                <c:pt idx="333">
                  <c:v>40.61599304179024</c:v>
                </c:pt>
                <c:pt idx="334">
                  <c:v>40.582957493510236</c:v>
                </c:pt>
                <c:pt idx="335">
                  <c:v>40.51128397623291</c:v>
                </c:pt>
                <c:pt idx="336">
                  <c:v>40.441167516861057</c:v>
                </c:pt>
                <c:pt idx="337">
                  <c:v>40.399766289908314</c:v>
                </c:pt>
                <c:pt idx="338">
                  <c:v>40.351368295167951</c:v>
                </c:pt>
                <c:pt idx="339">
                  <c:v>40.282778612528773</c:v>
                </c:pt>
                <c:pt idx="340">
                  <c:v>40.22048095384887</c:v>
                </c:pt>
                <c:pt idx="341">
                  <c:v>40.226802855231966</c:v>
                </c:pt>
                <c:pt idx="342">
                  <c:v>40.186497302048437</c:v>
                </c:pt>
                <c:pt idx="343">
                  <c:v>40.153729641210496</c:v>
                </c:pt>
                <c:pt idx="344">
                  <c:v>40.218026563856029</c:v>
                </c:pt>
                <c:pt idx="345">
                  <c:v>40.243207579660179</c:v>
                </c:pt>
                <c:pt idx="346">
                  <c:v>40.293948933426435</c:v>
                </c:pt>
                <c:pt idx="347">
                  <c:v>40.324085967845832</c:v>
                </c:pt>
                <c:pt idx="348">
                  <c:v>40.341196445474807</c:v>
                </c:pt>
                <c:pt idx="349">
                  <c:v>40.31677589085696</c:v>
                </c:pt>
                <c:pt idx="350">
                  <c:v>40.375388330806871</c:v>
                </c:pt>
                <c:pt idx="351">
                  <c:v>40.497348378634975</c:v>
                </c:pt>
                <c:pt idx="352">
                  <c:v>40.530638490640996</c:v>
                </c:pt>
                <c:pt idx="353">
                  <c:v>40.551018123685665</c:v>
                </c:pt>
                <c:pt idx="354">
                  <c:v>40.559294775710377</c:v>
                </c:pt>
                <c:pt idx="355">
                  <c:v>40.571010763341931</c:v>
                </c:pt>
                <c:pt idx="356">
                  <c:v>40.747840094412666</c:v>
                </c:pt>
                <c:pt idx="357">
                  <c:v>40.781699492467354</c:v>
                </c:pt>
                <c:pt idx="358">
                  <c:v>40.69440714813328</c:v>
                </c:pt>
                <c:pt idx="359">
                  <c:v>40.90830447032878</c:v>
                </c:pt>
                <c:pt idx="360">
                  <c:v>41.020238623716665</c:v>
                </c:pt>
                <c:pt idx="361">
                  <c:v>40.976686020373577</c:v>
                </c:pt>
                <c:pt idx="362">
                  <c:v>40.926019158292405</c:v>
                </c:pt>
                <c:pt idx="363">
                  <c:v>40.852729232010923</c:v>
                </c:pt>
                <c:pt idx="364">
                  <c:v>40.803868339075663</c:v>
                </c:pt>
                <c:pt idx="365">
                  <c:v>40.702743555005647</c:v>
                </c:pt>
                <c:pt idx="366">
                  <c:v>40.589710195045072</c:v>
                </c:pt>
                <c:pt idx="367">
                  <c:v>40.527874828936604</c:v>
                </c:pt>
                <c:pt idx="368">
                  <c:v>40.449761313702247</c:v>
                </c:pt>
                <c:pt idx="369">
                  <c:v>40.329478640972887</c:v>
                </c:pt>
                <c:pt idx="370">
                  <c:v>40.300279111663443</c:v>
                </c:pt>
                <c:pt idx="371">
                  <c:v>40.209245427492441</c:v>
                </c:pt>
                <c:pt idx="372">
                  <c:v>40.14017417326847</c:v>
                </c:pt>
                <c:pt idx="373">
                  <c:v>40.03720879857832</c:v>
                </c:pt>
                <c:pt idx="374">
                  <c:v>39.969907277030131</c:v>
                </c:pt>
                <c:pt idx="375">
                  <c:v>39.917990710947429</c:v>
                </c:pt>
                <c:pt idx="376">
                  <c:v>39.816875919664454</c:v>
                </c:pt>
                <c:pt idx="377">
                  <c:v>39.746198955784038</c:v>
                </c:pt>
                <c:pt idx="378">
                  <c:v>39.660013993939323</c:v>
                </c:pt>
                <c:pt idx="379">
                  <c:v>39.562031083422006</c:v>
                </c:pt>
                <c:pt idx="380">
                  <c:v>39.489245742416635</c:v>
                </c:pt>
                <c:pt idx="381">
                  <c:v>39.376500154534916</c:v>
                </c:pt>
                <c:pt idx="382">
                  <c:v>39.298889256300448</c:v>
                </c:pt>
                <c:pt idx="383">
                  <c:v>39.191542902466566</c:v>
                </c:pt>
                <c:pt idx="384">
                  <c:v>39.122413407453571</c:v>
                </c:pt>
                <c:pt idx="385">
                  <c:v>39.079962483645645</c:v>
                </c:pt>
                <c:pt idx="386">
                  <c:v>39.052826818137127</c:v>
                </c:pt>
                <c:pt idx="387">
                  <c:v>39.025003416725667</c:v>
                </c:pt>
                <c:pt idx="388">
                  <c:v>38.9940627199801</c:v>
                </c:pt>
                <c:pt idx="389">
                  <c:v>38.963424532150832</c:v>
                </c:pt>
                <c:pt idx="390">
                  <c:v>38.939647149643299</c:v>
                </c:pt>
                <c:pt idx="391">
                  <c:v>38.92784602144755</c:v>
                </c:pt>
                <c:pt idx="392">
                  <c:v>38.960591879841076</c:v>
                </c:pt>
                <c:pt idx="393">
                  <c:v>38.954382624420795</c:v>
                </c:pt>
                <c:pt idx="394">
                  <c:v>38.955065212524374</c:v>
                </c:pt>
                <c:pt idx="395">
                  <c:v>38.964515159057918</c:v>
                </c:pt>
                <c:pt idx="396">
                  <c:v>38.967115302429178</c:v>
                </c:pt>
                <c:pt idx="397">
                  <c:v>38.96267103563428</c:v>
                </c:pt>
                <c:pt idx="398">
                  <c:v>38.943860472026962</c:v>
                </c:pt>
                <c:pt idx="399">
                  <c:v>38.919957801166952</c:v>
                </c:pt>
                <c:pt idx="400">
                  <c:v>38.949776958974866</c:v>
                </c:pt>
                <c:pt idx="401">
                  <c:v>38.932165479341883</c:v>
                </c:pt>
                <c:pt idx="402">
                  <c:v>38.915861540750484</c:v>
                </c:pt>
                <c:pt idx="403">
                  <c:v>38.873319798658464</c:v>
                </c:pt>
                <c:pt idx="404">
                  <c:v>38.828562408386837</c:v>
                </c:pt>
                <c:pt idx="405">
                  <c:v>38.784387804520094</c:v>
                </c:pt>
                <c:pt idx="406">
                  <c:v>38.730067569408988</c:v>
                </c:pt>
                <c:pt idx="407">
                  <c:v>38.695225686085578</c:v>
                </c:pt>
                <c:pt idx="408">
                  <c:v>38.681531631309362</c:v>
                </c:pt>
                <c:pt idx="409">
                  <c:v>38.664917234993808</c:v>
                </c:pt>
                <c:pt idx="410">
                  <c:v>38.649808544761527</c:v>
                </c:pt>
                <c:pt idx="411">
                  <c:v>38.632547733726746</c:v>
                </c:pt>
                <c:pt idx="412">
                  <c:v>38.61469155698321</c:v>
                </c:pt>
                <c:pt idx="413">
                  <c:v>38.598896569203681</c:v>
                </c:pt>
                <c:pt idx="414">
                  <c:v>38.604257434482143</c:v>
                </c:pt>
                <c:pt idx="415">
                  <c:v>38.599490067573448</c:v>
                </c:pt>
                <c:pt idx="416">
                  <c:v>38.589904549705835</c:v>
                </c:pt>
                <c:pt idx="417">
                  <c:v>38.584847820956711</c:v>
                </c:pt>
                <c:pt idx="418">
                  <c:v>38.564764817233943</c:v>
                </c:pt>
                <c:pt idx="419">
                  <c:v>38.567637976920899</c:v>
                </c:pt>
                <c:pt idx="420">
                  <c:v>38.568848126140466</c:v>
                </c:pt>
                <c:pt idx="421">
                  <c:v>38.567283895382182</c:v>
                </c:pt>
                <c:pt idx="422">
                  <c:v>38.57006719568885</c:v>
                </c:pt>
                <c:pt idx="423">
                  <c:v>38.566183887620106</c:v>
                </c:pt>
                <c:pt idx="424">
                  <c:v>38.553970840845587</c:v>
                </c:pt>
                <c:pt idx="425">
                  <c:v>38.551047240925897</c:v>
                </c:pt>
                <c:pt idx="426">
                  <c:v>38.548696100269439</c:v>
                </c:pt>
                <c:pt idx="427">
                  <c:v>38.542293963241278</c:v>
                </c:pt>
                <c:pt idx="428">
                  <c:v>38.519069319383199</c:v>
                </c:pt>
                <c:pt idx="429">
                  <c:v>38.517151939178547</c:v>
                </c:pt>
                <c:pt idx="430">
                  <c:v>38.525252539303445</c:v>
                </c:pt>
                <c:pt idx="431">
                  <c:v>38.513002699326826</c:v>
                </c:pt>
                <c:pt idx="432">
                  <c:v>38.517577791828245</c:v>
                </c:pt>
                <c:pt idx="433">
                  <c:v>38.517497931543552</c:v>
                </c:pt>
                <c:pt idx="434">
                  <c:v>38.517341789514859</c:v>
                </c:pt>
                <c:pt idx="435">
                  <c:v>38.516900242701077</c:v>
                </c:pt>
                <c:pt idx="436">
                  <c:v>38.540748875861929</c:v>
                </c:pt>
                <c:pt idx="437">
                  <c:v>38.633406507787406</c:v>
                </c:pt>
                <c:pt idx="438">
                  <c:v>38.727950133166502</c:v>
                </c:pt>
                <c:pt idx="439">
                  <c:v>38.731782594099251</c:v>
                </c:pt>
                <c:pt idx="440">
                  <c:v>38.740193568359651</c:v>
                </c:pt>
                <c:pt idx="441">
                  <c:v>38.785901333239664</c:v>
                </c:pt>
                <c:pt idx="442">
                  <c:v>38.798143102968304</c:v>
                </c:pt>
                <c:pt idx="443">
                  <c:v>38.834258347459503</c:v>
                </c:pt>
                <c:pt idx="444">
                  <c:v>38.855697468271892</c:v>
                </c:pt>
                <c:pt idx="445">
                  <c:v>38.859932189350999</c:v>
                </c:pt>
                <c:pt idx="446">
                  <c:v>38.8335544111291</c:v>
                </c:pt>
                <c:pt idx="447">
                  <c:v>38.853351257768885</c:v>
                </c:pt>
                <c:pt idx="448">
                  <c:v>38.890320456567409</c:v>
                </c:pt>
                <c:pt idx="449">
                  <c:v>38.900688275917204</c:v>
                </c:pt>
                <c:pt idx="450">
                  <c:v>38.899882140628591</c:v>
                </c:pt>
                <c:pt idx="451">
                  <c:v>38.881917405880564</c:v>
                </c:pt>
                <c:pt idx="452">
                  <c:v>38.89494567860411</c:v>
                </c:pt>
                <c:pt idx="453">
                  <c:v>38.884211381360487</c:v>
                </c:pt>
                <c:pt idx="454">
                  <c:v>38.900554180790309</c:v>
                </c:pt>
                <c:pt idx="455">
                  <c:v>38.921103110825257</c:v>
                </c:pt>
                <c:pt idx="456">
                  <c:v>38.925041883908847</c:v>
                </c:pt>
                <c:pt idx="457">
                  <c:v>38.941419506687396</c:v>
                </c:pt>
                <c:pt idx="458">
                  <c:v>38.955469869930248</c:v>
                </c:pt>
                <c:pt idx="459">
                  <c:v>38.96221601054431</c:v>
                </c:pt>
                <c:pt idx="460">
                  <c:v>38.959214187415832</c:v>
                </c:pt>
                <c:pt idx="461">
                  <c:v>38.957282702808662</c:v>
                </c:pt>
                <c:pt idx="462">
                  <c:v>38.949956728204064</c:v>
                </c:pt>
                <c:pt idx="463">
                  <c:v>38.966873103515383</c:v>
                </c:pt>
                <c:pt idx="464">
                  <c:v>38.977480547879281</c:v>
                </c:pt>
                <c:pt idx="465">
                  <c:v>38.990231495528583</c:v>
                </c:pt>
                <c:pt idx="466">
                  <c:v>38.997070498405897</c:v>
                </c:pt>
                <c:pt idx="467">
                  <c:v>39.008835036851181</c:v>
                </c:pt>
                <c:pt idx="468">
                  <c:v>39.024580287804376</c:v>
                </c:pt>
                <c:pt idx="469">
                  <c:v>39.040290160254024</c:v>
                </c:pt>
                <c:pt idx="470">
                  <c:v>39.034096903386704</c:v>
                </c:pt>
                <c:pt idx="471">
                  <c:v>39.038588509748415</c:v>
                </c:pt>
                <c:pt idx="472">
                  <c:v>39.046110706352771</c:v>
                </c:pt>
                <c:pt idx="473">
                  <c:v>39.062460016234745</c:v>
                </c:pt>
                <c:pt idx="474">
                  <c:v>39.074533069362253</c:v>
                </c:pt>
                <c:pt idx="475">
                  <c:v>39.082967789108991</c:v>
                </c:pt>
                <c:pt idx="476">
                  <c:v>39.096717510774546</c:v>
                </c:pt>
                <c:pt idx="477">
                  <c:v>39.110874917963258</c:v>
                </c:pt>
                <c:pt idx="478">
                  <c:v>39.116483546321007</c:v>
                </c:pt>
                <c:pt idx="479">
                  <c:v>39.120523155710032</c:v>
                </c:pt>
                <c:pt idx="480">
                  <c:v>39.116410972443525</c:v>
                </c:pt>
                <c:pt idx="481">
                  <c:v>39.1196105316304</c:v>
                </c:pt>
                <c:pt idx="482">
                  <c:v>39.131524204851729</c:v>
                </c:pt>
                <c:pt idx="483">
                  <c:v>39.141476112293084</c:v>
                </c:pt>
                <c:pt idx="484">
                  <c:v>39.156320246012321</c:v>
                </c:pt>
                <c:pt idx="485">
                  <c:v>39.16976730735572</c:v>
                </c:pt>
                <c:pt idx="486">
                  <c:v>39.171406528176732</c:v>
                </c:pt>
                <c:pt idx="487">
                  <c:v>39.161162457886462</c:v>
                </c:pt>
                <c:pt idx="488">
                  <c:v>39.16774760359845</c:v>
                </c:pt>
                <c:pt idx="489">
                  <c:v>39.173449497968434</c:v>
                </c:pt>
                <c:pt idx="490">
                  <c:v>39.191879326296394</c:v>
                </c:pt>
                <c:pt idx="491">
                  <c:v>39.194083240521536</c:v>
                </c:pt>
                <c:pt idx="492">
                  <c:v>39.199080037782828</c:v>
                </c:pt>
                <c:pt idx="493">
                  <c:v>39.211162023856318</c:v>
                </c:pt>
                <c:pt idx="494">
                  <c:v>39.217448748610344</c:v>
                </c:pt>
                <c:pt idx="495">
                  <c:v>39.223602185735423</c:v>
                </c:pt>
                <c:pt idx="496">
                  <c:v>39.234183992039682</c:v>
                </c:pt>
                <c:pt idx="497">
                  <c:v>39.242263866909802</c:v>
                </c:pt>
                <c:pt idx="498">
                  <c:v>39.246472748054785</c:v>
                </c:pt>
                <c:pt idx="499">
                  <c:v>39.256123812044358</c:v>
                </c:pt>
                <c:pt idx="500">
                  <c:v>39.269543468926365</c:v>
                </c:pt>
                <c:pt idx="501">
                  <c:v>39.268224168696008</c:v>
                </c:pt>
                <c:pt idx="502">
                  <c:v>39.272835284753043</c:v>
                </c:pt>
                <c:pt idx="503">
                  <c:v>39.28977083814047</c:v>
                </c:pt>
                <c:pt idx="504">
                  <c:v>39.299079472534267</c:v>
                </c:pt>
                <c:pt idx="505">
                  <c:v>39.302658303410489</c:v>
                </c:pt>
                <c:pt idx="506">
                  <c:v>39.310479577064875</c:v>
                </c:pt>
                <c:pt idx="507">
                  <c:v>39.34079279744136</c:v>
                </c:pt>
                <c:pt idx="508">
                  <c:v>39.376802461576723</c:v>
                </c:pt>
                <c:pt idx="509">
                  <c:v>39.404012416895846</c:v>
                </c:pt>
                <c:pt idx="510">
                  <c:v>39.420432080035965</c:v>
                </c:pt>
                <c:pt idx="511">
                  <c:v>39.449078877004538</c:v>
                </c:pt>
                <c:pt idx="512">
                  <c:v>39.490160233835255</c:v>
                </c:pt>
                <c:pt idx="513">
                  <c:v>39.526579905050355</c:v>
                </c:pt>
                <c:pt idx="514">
                  <c:v>39.58484845181448</c:v>
                </c:pt>
                <c:pt idx="515">
                  <c:v>39.649601711734135</c:v>
                </c:pt>
                <c:pt idx="516">
                  <c:v>39.698713837466407</c:v>
                </c:pt>
                <c:pt idx="517">
                  <c:v>39.731003459523059</c:v>
                </c:pt>
                <c:pt idx="518">
                  <c:v>39.766394983984284</c:v>
                </c:pt>
                <c:pt idx="519">
                  <c:v>39.808015042879148</c:v>
                </c:pt>
                <c:pt idx="520">
                  <c:v>39.82921519476951</c:v>
                </c:pt>
                <c:pt idx="521">
                  <c:v>39.845886191643885</c:v>
                </c:pt>
                <c:pt idx="522">
                  <c:v>39.888559631603286</c:v>
                </c:pt>
                <c:pt idx="523">
                  <c:v>39.925045719524064</c:v>
                </c:pt>
                <c:pt idx="524">
                  <c:v>39.948604169152247</c:v>
                </c:pt>
                <c:pt idx="525">
                  <c:v>39.962009038728205</c:v>
                </c:pt>
                <c:pt idx="526">
                  <c:v>39.946146549167644</c:v>
                </c:pt>
                <c:pt idx="527">
                  <c:v>39.926665358519998</c:v>
                </c:pt>
                <c:pt idx="528">
                  <c:v>39.917959521339441</c:v>
                </c:pt>
                <c:pt idx="529">
                  <c:v>39.909021023814525</c:v>
                </c:pt>
                <c:pt idx="530">
                  <c:v>39.900905972315336</c:v>
                </c:pt>
                <c:pt idx="531">
                  <c:v>39.891039659655767</c:v>
                </c:pt>
                <c:pt idx="532">
                  <c:v>39.87634087556598</c:v>
                </c:pt>
                <c:pt idx="533">
                  <c:v>39.87214218908251</c:v>
                </c:pt>
                <c:pt idx="534">
                  <c:v>39.869166357294013</c:v>
                </c:pt>
                <c:pt idx="535">
                  <c:v>39.863120822081356</c:v>
                </c:pt>
                <c:pt idx="536">
                  <c:v>39.860094925420498</c:v>
                </c:pt>
                <c:pt idx="537">
                  <c:v>39.876397097610145</c:v>
                </c:pt>
                <c:pt idx="538">
                  <c:v>39.909437995564012</c:v>
                </c:pt>
                <c:pt idx="539">
                  <c:v>39.926605098986123</c:v>
                </c:pt>
                <c:pt idx="540">
                  <c:v>39.952190368447177</c:v>
                </c:pt>
                <c:pt idx="541">
                  <c:v>39.967295828687696</c:v>
                </c:pt>
                <c:pt idx="542">
                  <c:v>40.008490235230205</c:v>
                </c:pt>
                <c:pt idx="543">
                  <c:v>40.046308492879788</c:v>
                </c:pt>
                <c:pt idx="544">
                  <c:v>40.052057171661744</c:v>
                </c:pt>
                <c:pt idx="545">
                  <c:v>40.06417983544403</c:v>
                </c:pt>
                <c:pt idx="546">
                  <c:v>40.083096484093403</c:v>
                </c:pt>
                <c:pt idx="547">
                  <c:v>40.092796855926011</c:v>
                </c:pt>
                <c:pt idx="548">
                  <c:v>40.110931644693636</c:v>
                </c:pt>
                <c:pt idx="549">
                  <c:v>40.111251615752913</c:v>
                </c:pt>
                <c:pt idx="550">
                  <c:v>40.147770306403075</c:v>
                </c:pt>
                <c:pt idx="551">
                  <c:v>40.165276458023328</c:v>
                </c:pt>
                <c:pt idx="552">
                  <c:v>40.138960604799806</c:v>
                </c:pt>
                <c:pt idx="553">
                  <c:v>40.134691565058191</c:v>
                </c:pt>
                <c:pt idx="554">
                  <c:v>40.135780576969388</c:v>
                </c:pt>
                <c:pt idx="555">
                  <c:v>40.132536050240908</c:v>
                </c:pt>
                <c:pt idx="556">
                  <c:v>40.106904854334438</c:v>
                </c:pt>
                <c:pt idx="557">
                  <c:v>40.08964559520976</c:v>
                </c:pt>
                <c:pt idx="558">
                  <c:v>40.094316365177214</c:v>
                </c:pt>
                <c:pt idx="559">
                  <c:v>40.083139382421535</c:v>
                </c:pt>
                <c:pt idx="560">
                  <c:v>40.02679278169515</c:v>
                </c:pt>
                <c:pt idx="561">
                  <c:v>39.980082861401257</c:v>
                </c:pt>
                <c:pt idx="562">
                  <c:v>39.970550751952175</c:v>
                </c:pt>
                <c:pt idx="563">
                  <c:v>39.909929257124098</c:v>
                </c:pt>
                <c:pt idx="564">
                  <c:v>39.894730127122379</c:v>
                </c:pt>
                <c:pt idx="565">
                  <c:v>39.876000616120926</c:v>
                </c:pt>
                <c:pt idx="566">
                  <c:v>39.842511556809598</c:v>
                </c:pt>
                <c:pt idx="567">
                  <c:v>39.8303559874862</c:v>
                </c:pt>
                <c:pt idx="568">
                  <c:v>39.785401971465845</c:v>
                </c:pt>
                <c:pt idx="569">
                  <c:v>39.739122245700223</c:v>
                </c:pt>
                <c:pt idx="570">
                  <c:v>39.645914474259285</c:v>
                </c:pt>
                <c:pt idx="571">
                  <c:v>39.55875254084274</c:v>
                </c:pt>
                <c:pt idx="572">
                  <c:v>39.461008548778828</c:v>
                </c:pt>
                <c:pt idx="573">
                  <c:v>39.421163471296374</c:v>
                </c:pt>
                <c:pt idx="574">
                  <c:v>39.476260872707435</c:v>
                </c:pt>
                <c:pt idx="575">
                  <c:v>39.511676218357941</c:v>
                </c:pt>
                <c:pt idx="576">
                  <c:v>39.463132369301917</c:v>
                </c:pt>
                <c:pt idx="577">
                  <c:v>39.369651663556787</c:v>
                </c:pt>
                <c:pt idx="578">
                  <c:v>39.20514878856131</c:v>
                </c:pt>
                <c:pt idx="579">
                  <c:v>39.166004215543005</c:v>
                </c:pt>
                <c:pt idx="580">
                  <c:v>39.089625004012255</c:v>
                </c:pt>
                <c:pt idx="581">
                  <c:v>38.949806432649723</c:v>
                </c:pt>
                <c:pt idx="582">
                  <c:v>39.137402133772937</c:v>
                </c:pt>
                <c:pt idx="583">
                  <c:v>39.083730773726359</c:v>
                </c:pt>
                <c:pt idx="584">
                  <c:v>38.872508767913587</c:v>
                </c:pt>
                <c:pt idx="585">
                  <c:v>39.062577052967626</c:v>
                </c:pt>
                <c:pt idx="586">
                  <c:v>39.309618784259364</c:v>
                </c:pt>
                <c:pt idx="587">
                  <c:v>39.105624616816989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77BE-418F-8705-C8EC33B01BAD}"/>
            </c:ext>
          </c:extLst>
        </c:ser>
        <c:ser>
          <c:idx val="26"/>
          <c:order val="26"/>
          <c:tx>
            <c:strRef>
              <c:f>Sheet2!$AB$1</c:f>
              <c:strCache>
                <c:ptCount val="1"/>
                <c:pt idx="0">
                  <c:v>S27_z/O-PTIR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Sheet2!$AB$2:$AB$589</c:f>
              <c:numCache>
                <c:formatCode>General</c:formatCode>
                <c:ptCount val="588"/>
                <c:pt idx="0">
                  <c:v>40.013975289865655</c:v>
                </c:pt>
                <c:pt idx="1">
                  <c:v>40.233183065614874</c:v>
                </c:pt>
                <c:pt idx="2">
                  <c:v>40.284983094417711</c:v>
                </c:pt>
                <c:pt idx="3">
                  <c:v>40.333401676833169</c:v>
                </c:pt>
                <c:pt idx="4">
                  <c:v>40.402673426150173</c:v>
                </c:pt>
                <c:pt idx="5">
                  <c:v>40.435112785539459</c:v>
                </c:pt>
                <c:pt idx="6">
                  <c:v>40.438422018630121</c:v>
                </c:pt>
                <c:pt idx="7">
                  <c:v>40.4423154742001</c:v>
                </c:pt>
                <c:pt idx="8">
                  <c:v>40.471828112393091</c:v>
                </c:pt>
                <c:pt idx="9">
                  <c:v>40.47299729969285</c:v>
                </c:pt>
                <c:pt idx="10">
                  <c:v>40.472704569835578</c:v>
                </c:pt>
                <c:pt idx="11">
                  <c:v>40.476285582266826</c:v>
                </c:pt>
                <c:pt idx="12">
                  <c:v>40.457816588289191</c:v>
                </c:pt>
                <c:pt idx="13">
                  <c:v>40.424483408922903</c:v>
                </c:pt>
                <c:pt idx="14">
                  <c:v>40.393999541068212</c:v>
                </c:pt>
                <c:pt idx="15">
                  <c:v>40.35902145745321</c:v>
                </c:pt>
                <c:pt idx="16">
                  <c:v>40.326254622517055</c:v>
                </c:pt>
                <c:pt idx="17">
                  <c:v>40.299081802364704</c:v>
                </c:pt>
                <c:pt idx="18">
                  <c:v>40.296152070562663</c:v>
                </c:pt>
                <c:pt idx="19">
                  <c:v>40.281769891402085</c:v>
                </c:pt>
                <c:pt idx="20">
                  <c:v>40.269651399073851</c:v>
                </c:pt>
                <c:pt idx="21">
                  <c:v>40.258417117528936</c:v>
                </c:pt>
                <c:pt idx="22">
                  <c:v>40.246958834544202</c:v>
                </c:pt>
                <c:pt idx="23">
                  <c:v>40.249400002771409</c:v>
                </c:pt>
                <c:pt idx="24">
                  <c:v>40.25645313031238</c:v>
                </c:pt>
                <c:pt idx="25">
                  <c:v>40.260003191242092</c:v>
                </c:pt>
                <c:pt idx="26">
                  <c:v>40.254134365891368</c:v>
                </c:pt>
                <c:pt idx="27">
                  <c:v>40.248266777775889</c:v>
                </c:pt>
                <c:pt idx="28">
                  <c:v>40.245255470930495</c:v>
                </c:pt>
                <c:pt idx="29">
                  <c:v>40.249864997014967</c:v>
                </c:pt>
                <c:pt idx="30">
                  <c:v>40.257101091027025</c:v>
                </c:pt>
                <c:pt idx="31">
                  <c:v>40.260160340737883</c:v>
                </c:pt>
                <c:pt idx="32">
                  <c:v>40.259623958021102</c:v>
                </c:pt>
                <c:pt idx="33">
                  <c:v>40.265566852521395</c:v>
                </c:pt>
                <c:pt idx="34">
                  <c:v>40.268959970161184</c:v>
                </c:pt>
                <c:pt idx="35">
                  <c:v>40.275484159017388</c:v>
                </c:pt>
                <c:pt idx="36">
                  <c:v>40.28112727141955</c:v>
                </c:pt>
                <c:pt idx="37">
                  <c:v>40.289018790798863</c:v>
                </c:pt>
                <c:pt idx="38">
                  <c:v>40.304805582504372</c:v>
                </c:pt>
                <c:pt idx="39">
                  <c:v>40.3229521942202</c:v>
                </c:pt>
                <c:pt idx="40">
                  <c:v>40.355047004216331</c:v>
                </c:pt>
                <c:pt idx="41">
                  <c:v>40.376643275222321</c:v>
                </c:pt>
                <c:pt idx="42">
                  <c:v>40.390908308826454</c:v>
                </c:pt>
                <c:pt idx="43">
                  <c:v>40.407037402281098</c:v>
                </c:pt>
                <c:pt idx="44">
                  <c:v>40.432033801926558</c:v>
                </c:pt>
                <c:pt idx="45">
                  <c:v>40.454358515799413</c:v>
                </c:pt>
                <c:pt idx="46">
                  <c:v>40.470917424775685</c:v>
                </c:pt>
                <c:pt idx="47">
                  <c:v>40.492824448032245</c:v>
                </c:pt>
                <c:pt idx="48">
                  <c:v>40.510288724514396</c:v>
                </c:pt>
                <c:pt idx="49">
                  <c:v>40.524114869538494</c:v>
                </c:pt>
                <c:pt idx="50">
                  <c:v>40.540154304679568</c:v>
                </c:pt>
                <c:pt idx="51">
                  <c:v>40.555529097050879</c:v>
                </c:pt>
                <c:pt idx="52">
                  <c:v>40.57305671997721</c:v>
                </c:pt>
                <c:pt idx="53">
                  <c:v>40.588379424745</c:v>
                </c:pt>
                <c:pt idx="54">
                  <c:v>40.599338524552437</c:v>
                </c:pt>
                <c:pt idx="55">
                  <c:v>40.603177046877853</c:v>
                </c:pt>
                <c:pt idx="56">
                  <c:v>40.616631980089423</c:v>
                </c:pt>
                <c:pt idx="57">
                  <c:v>40.632081955122011</c:v>
                </c:pt>
                <c:pt idx="58">
                  <c:v>40.649901936735048</c:v>
                </c:pt>
                <c:pt idx="59">
                  <c:v>40.667501855440449</c:v>
                </c:pt>
                <c:pt idx="60">
                  <c:v>40.688630410285349</c:v>
                </c:pt>
                <c:pt idx="61">
                  <c:v>40.720361741189194</c:v>
                </c:pt>
                <c:pt idx="62">
                  <c:v>40.757377427517397</c:v>
                </c:pt>
                <c:pt idx="63">
                  <c:v>40.791643647217711</c:v>
                </c:pt>
                <c:pt idx="64">
                  <c:v>40.828236529023968</c:v>
                </c:pt>
                <c:pt idx="65">
                  <c:v>40.868376976668877</c:v>
                </c:pt>
                <c:pt idx="66">
                  <c:v>40.926588647162447</c:v>
                </c:pt>
                <c:pt idx="67">
                  <c:v>40.9867012883578</c:v>
                </c:pt>
                <c:pt idx="68">
                  <c:v>41.035682111706507</c:v>
                </c:pt>
                <c:pt idx="69">
                  <c:v>41.08183857445426</c:v>
                </c:pt>
                <c:pt idx="70">
                  <c:v>41.129672233290435</c:v>
                </c:pt>
                <c:pt idx="71">
                  <c:v>41.177209945457719</c:v>
                </c:pt>
                <c:pt idx="72">
                  <c:v>41.231615962842028</c:v>
                </c:pt>
                <c:pt idx="73">
                  <c:v>41.285830291246825</c:v>
                </c:pt>
                <c:pt idx="74">
                  <c:v>41.339047160602867</c:v>
                </c:pt>
                <c:pt idx="75">
                  <c:v>41.389673836747306</c:v>
                </c:pt>
                <c:pt idx="76">
                  <c:v>41.429984115549189</c:v>
                </c:pt>
                <c:pt idx="77">
                  <c:v>41.469189295836635</c:v>
                </c:pt>
                <c:pt idx="78">
                  <c:v>41.508265638694645</c:v>
                </c:pt>
                <c:pt idx="79">
                  <c:v>41.55281287080971</c:v>
                </c:pt>
                <c:pt idx="80">
                  <c:v>41.60069552416131</c:v>
                </c:pt>
                <c:pt idx="81">
                  <c:v>41.638744961771906</c:v>
                </c:pt>
                <c:pt idx="82">
                  <c:v>41.672683644063589</c:v>
                </c:pt>
                <c:pt idx="83">
                  <c:v>41.694394483052598</c:v>
                </c:pt>
                <c:pt idx="84">
                  <c:v>41.706206615315352</c:v>
                </c:pt>
                <c:pt idx="85">
                  <c:v>41.717809242411171</c:v>
                </c:pt>
                <c:pt idx="86">
                  <c:v>41.71883152864703</c:v>
                </c:pt>
                <c:pt idx="87">
                  <c:v>41.717433617792956</c:v>
                </c:pt>
                <c:pt idx="88">
                  <c:v>41.718282361166118</c:v>
                </c:pt>
                <c:pt idx="89">
                  <c:v>41.700356802146125</c:v>
                </c:pt>
                <c:pt idx="90">
                  <c:v>41.675186158538004</c:v>
                </c:pt>
                <c:pt idx="91">
                  <c:v>41.640114333733152</c:v>
                </c:pt>
                <c:pt idx="92">
                  <c:v>41.603830678254006</c:v>
                </c:pt>
                <c:pt idx="93">
                  <c:v>41.552322430761429</c:v>
                </c:pt>
                <c:pt idx="94">
                  <c:v>41.495541581579246</c:v>
                </c:pt>
                <c:pt idx="95">
                  <c:v>41.440556703068324</c:v>
                </c:pt>
                <c:pt idx="96">
                  <c:v>41.388223467119154</c:v>
                </c:pt>
                <c:pt idx="97">
                  <c:v>41.337899913607984</c:v>
                </c:pt>
                <c:pt idx="98">
                  <c:v>41.283336189972026</c:v>
                </c:pt>
                <c:pt idx="99">
                  <c:v>41.231153814239519</c:v>
                </c:pt>
                <c:pt idx="100">
                  <c:v>41.177621449897828</c:v>
                </c:pt>
                <c:pt idx="101">
                  <c:v>41.126633583546287</c:v>
                </c:pt>
                <c:pt idx="102">
                  <c:v>41.086526458770457</c:v>
                </c:pt>
                <c:pt idx="103">
                  <c:v>41.050218470998296</c:v>
                </c:pt>
                <c:pt idx="104">
                  <c:v>41.018068583413495</c:v>
                </c:pt>
                <c:pt idx="105">
                  <c:v>40.975943033070635</c:v>
                </c:pt>
                <c:pt idx="106">
                  <c:v>40.924933556343611</c:v>
                </c:pt>
                <c:pt idx="107">
                  <c:v>40.865981194354312</c:v>
                </c:pt>
                <c:pt idx="108">
                  <c:v>40.795405419717206</c:v>
                </c:pt>
                <c:pt idx="109">
                  <c:v>40.733911034208234</c:v>
                </c:pt>
                <c:pt idx="110">
                  <c:v>40.680513569748641</c:v>
                </c:pt>
                <c:pt idx="111">
                  <c:v>40.627161635545804</c:v>
                </c:pt>
                <c:pt idx="112">
                  <c:v>40.57462037911197</c:v>
                </c:pt>
                <c:pt idx="113">
                  <c:v>40.528660224355292</c:v>
                </c:pt>
                <c:pt idx="114">
                  <c:v>40.492846305854776</c:v>
                </c:pt>
                <c:pt idx="115">
                  <c:v>40.462101752535467</c:v>
                </c:pt>
                <c:pt idx="116">
                  <c:v>40.430063381086761</c:v>
                </c:pt>
                <c:pt idx="117">
                  <c:v>40.403090869319421</c:v>
                </c:pt>
                <c:pt idx="118">
                  <c:v>40.378118389555226</c:v>
                </c:pt>
                <c:pt idx="119">
                  <c:v>40.362613151348675</c:v>
                </c:pt>
                <c:pt idx="120">
                  <c:v>40.34491689325943</c:v>
                </c:pt>
                <c:pt idx="121">
                  <c:v>40.336467401408434</c:v>
                </c:pt>
                <c:pt idx="122">
                  <c:v>40.332037686845204</c:v>
                </c:pt>
                <c:pt idx="123">
                  <c:v>40.316565482819506</c:v>
                </c:pt>
                <c:pt idx="124">
                  <c:v>40.309587414216296</c:v>
                </c:pt>
                <c:pt idx="125">
                  <c:v>40.315553032603788</c:v>
                </c:pt>
                <c:pt idx="126">
                  <c:v>40.313190119505379</c:v>
                </c:pt>
                <c:pt idx="127">
                  <c:v>40.314555759140319</c:v>
                </c:pt>
                <c:pt idx="128">
                  <c:v>40.31802030649451</c:v>
                </c:pt>
                <c:pt idx="129">
                  <c:v>40.323599928108386</c:v>
                </c:pt>
                <c:pt idx="130">
                  <c:v>40.329987959226663</c:v>
                </c:pt>
                <c:pt idx="131">
                  <c:v>40.345919424972656</c:v>
                </c:pt>
                <c:pt idx="132">
                  <c:v>40.355299400204856</c:v>
                </c:pt>
                <c:pt idx="133">
                  <c:v>40.369657597622393</c:v>
                </c:pt>
                <c:pt idx="134">
                  <c:v>40.388397339911243</c:v>
                </c:pt>
                <c:pt idx="135">
                  <c:v>40.401703969858971</c:v>
                </c:pt>
                <c:pt idx="136">
                  <c:v>40.412617580650831</c:v>
                </c:pt>
                <c:pt idx="137">
                  <c:v>40.416682393301244</c:v>
                </c:pt>
                <c:pt idx="138">
                  <c:v>40.430023665835627</c:v>
                </c:pt>
                <c:pt idx="139">
                  <c:v>40.505904911378487</c:v>
                </c:pt>
                <c:pt idx="140">
                  <c:v>40.573905793279764</c:v>
                </c:pt>
                <c:pt idx="141">
                  <c:v>40.635193230574622</c:v>
                </c:pt>
                <c:pt idx="142">
                  <c:v>40.674218063205565</c:v>
                </c:pt>
                <c:pt idx="143">
                  <c:v>40.711043297789487</c:v>
                </c:pt>
                <c:pt idx="144">
                  <c:v>40.753938573414985</c:v>
                </c:pt>
                <c:pt idx="145">
                  <c:v>40.788743237890806</c:v>
                </c:pt>
                <c:pt idx="146">
                  <c:v>40.829356969255365</c:v>
                </c:pt>
                <c:pt idx="147">
                  <c:v>40.866936834852027</c:v>
                </c:pt>
                <c:pt idx="148">
                  <c:v>40.924362201110775</c:v>
                </c:pt>
                <c:pt idx="149">
                  <c:v>40.971423907640883</c:v>
                </c:pt>
                <c:pt idx="150">
                  <c:v>41.01319230941175</c:v>
                </c:pt>
                <c:pt idx="151">
                  <c:v>41.065580973499578</c:v>
                </c:pt>
                <c:pt idx="152">
                  <c:v>41.109948229128705</c:v>
                </c:pt>
                <c:pt idx="153">
                  <c:v>41.138535291640267</c:v>
                </c:pt>
                <c:pt idx="154">
                  <c:v>41.16688307285682</c:v>
                </c:pt>
                <c:pt idx="155">
                  <c:v>41.202621520007824</c:v>
                </c:pt>
                <c:pt idx="156">
                  <c:v>41.235164188539471</c:v>
                </c:pt>
                <c:pt idx="157">
                  <c:v>41.248477417075129</c:v>
                </c:pt>
                <c:pt idx="158">
                  <c:v>41.253787383268914</c:v>
                </c:pt>
                <c:pt idx="159">
                  <c:v>41.243796378793917</c:v>
                </c:pt>
                <c:pt idx="160">
                  <c:v>41.220067444167285</c:v>
                </c:pt>
                <c:pt idx="161">
                  <c:v>41.190724265960704</c:v>
                </c:pt>
                <c:pt idx="162">
                  <c:v>41.159470879029243</c:v>
                </c:pt>
                <c:pt idx="163">
                  <c:v>41.119926696286626</c:v>
                </c:pt>
                <c:pt idx="164">
                  <c:v>41.088460092482507</c:v>
                </c:pt>
                <c:pt idx="165">
                  <c:v>41.054510769967777</c:v>
                </c:pt>
                <c:pt idx="166">
                  <c:v>41.026837611885242</c:v>
                </c:pt>
                <c:pt idx="167">
                  <c:v>41.006382319215597</c:v>
                </c:pt>
                <c:pt idx="168">
                  <c:v>40.987165581501387</c:v>
                </c:pt>
                <c:pt idx="169">
                  <c:v>40.970950871368281</c:v>
                </c:pt>
                <c:pt idx="170">
                  <c:v>40.962126579722572</c:v>
                </c:pt>
                <c:pt idx="171">
                  <c:v>40.947743390153221</c:v>
                </c:pt>
                <c:pt idx="172">
                  <c:v>40.934750935473559</c:v>
                </c:pt>
                <c:pt idx="173">
                  <c:v>40.928753313934585</c:v>
                </c:pt>
                <c:pt idx="174">
                  <c:v>40.924114671580853</c:v>
                </c:pt>
                <c:pt idx="175">
                  <c:v>40.920315946988921</c:v>
                </c:pt>
                <c:pt idx="176">
                  <c:v>40.923177094717616</c:v>
                </c:pt>
                <c:pt idx="177">
                  <c:v>40.926173183569581</c:v>
                </c:pt>
                <c:pt idx="178">
                  <c:v>40.930979759986265</c:v>
                </c:pt>
                <c:pt idx="179">
                  <c:v>40.936431760785354</c:v>
                </c:pt>
                <c:pt idx="180">
                  <c:v>40.947368425393805</c:v>
                </c:pt>
                <c:pt idx="181">
                  <c:v>40.953154397224765</c:v>
                </c:pt>
                <c:pt idx="182">
                  <c:v>40.961451626659155</c:v>
                </c:pt>
                <c:pt idx="183">
                  <c:v>40.974532172487748</c:v>
                </c:pt>
                <c:pt idx="184">
                  <c:v>40.976429761413208</c:v>
                </c:pt>
                <c:pt idx="185">
                  <c:v>40.968748757609617</c:v>
                </c:pt>
                <c:pt idx="186">
                  <c:v>40.961447090129944</c:v>
                </c:pt>
                <c:pt idx="187">
                  <c:v>40.959728982796328</c:v>
                </c:pt>
                <c:pt idx="188">
                  <c:v>40.951731411736546</c:v>
                </c:pt>
                <c:pt idx="189">
                  <c:v>40.940992952213193</c:v>
                </c:pt>
                <c:pt idx="190">
                  <c:v>40.925655936757813</c:v>
                </c:pt>
                <c:pt idx="191">
                  <c:v>40.905748161922091</c:v>
                </c:pt>
                <c:pt idx="192">
                  <c:v>40.900344330814924</c:v>
                </c:pt>
                <c:pt idx="193">
                  <c:v>40.909241619339667</c:v>
                </c:pt>
                <c:pt idx="194">
                  <c:v>40.923347008356949</c:v>
                </c:pt>
                <c:pt idx="195">
                  <c:v>40.93997907917695</c:v>
                </c:pt>
                <c:pt idx="196">
                  <c:v>40.944712246302849</c:v>
                </c:pt>
                <c:pt idx="197">
                  <c:v>40.953027456889359</c:v>
                </c:pt>
                <c:pt idx="198">
                  <c:v>40.966919546551637</c:v>
                </c:pt>
                <c:pt idx="199">
                  <c:v>40.98075117665195</c:v>
                </c:pt>
                <c:pt idx="200">
                  <c:v>40.988214427053684</c:v>
                </c:pt>
                <c:pt idx="201">
                  <c:v>40.995473946052911</c:v>
                </c:pt>
                <c:pt idx="202">
                  <c:v>41.031288936823962</c:v>
                </c:pt>
                <c:pt idx="203">
                  <c:v>41.096630629028539</c:v>
                </c:pt>
                <c:pt idx="204">
                  <c:v>41.159479952087651</c:v>
                </c:pt>
                <c:pt idx="205">
                  <c:v>41.21578042406815</c:v>
                </c:pt>
                <c:pt idx="206">
                  <c:v>41.245536673879471</c:v>
                </c:pt>
                <c:pt idx="207">
                  <c:v>41.256295259096028</c:v>
                </c:pt>
                <c:pt idx="208">
                  <c:v>41.237860206605085</c:v>
                </c:pt>
                <c:pt idx="209">
                  <c:v>41.191315251992648</c:v>
                </c:pt>
                <c:pt idx="210">
                  <c:v>41.134575808949762</c:v>
                </c:pt>
                <c:pt idx="211">
                  <c:v>41.072734420197747</c:v>
                </c:pt>
                <c:pt idx="212">
                  <c:v>41.016542577471135</c:v>
                </c:pt>
                <c:pt idx="213">
                  <c:v>40.981055124108714</c:v>
                </c:pt>
                <c:pt idx="214">
                  <c:v>40.973551292391186</c:v>
                </c:pt>
                <c:pt idx="215">
                  <c:v>40.975913586871975</c:v>
                </c:pt>
                <c:pt idx="216">
                  <c:v>40.982827834757501</c:v>
                </c:pt>
                <c:pt idx="217">
                  <c:v>40.99934682227677</c:v>
                </c:pt>
                <c:pt idx="218">
                  <c:v>41.002372769739139</c:v>
                </c:pt>
                <c:pt idx="219">
                  <c:v>41.008768616060003</c:v>
                </c:pt>
                <c:pt idx="220">
                  <c:v>41.038323114045212</c:v>
                </c:pt>
                <c:pt idx="221">
                  <c:v>41.048404766621964</c:v>
                </c:pt>
                <c:pt idx="222">
                  <c:v>41.056873889272062</c:v>
                </c:pt>
                <c:pt idx="223">
                  <c:v>41.055714847301253</c:v>
                </c:pt>
                <c:pt idx="224">
                  <c:v>41.05079683723082</c:v>
                </c:pt>
                <c:pt idx="225">
                  <c:v>41.027646846213145</c:v>
                </c:pt>
                <c:pt idx="226">
                  <c:v>41.028365514921632</c:v>
                </c:pt>
                <c:pt idx="227">
                  <c:v>41.031808905553255</c:v>
                </c:pt>
                <c:pt idx="228">
                  <c:v>41.026036048415818</c:v>
                </c:pt>
                <c:pt idx="229">
                  <c:v>41.008543521729067</c:v>
                </c:pt>
                <c:pt idx="230">
                  <c:v>41.014652164510053</c:v>
                </c:pt>
                <c:pt idx="231">
                  <c:v>41.008164267887494</c:v>
                </c:pt>
                <c:pt idx="232">
                  <c:v>41.020358045979954</c:v>
                </c:pt>
                <c:pt idx="233">
                  <c:v>41.016045126423172</c:v>
                </c:pt>
                <c:pt idx="234">
                  <c:v>40.998392171567247</c:v>
                </c:pt>
                <c:pt idx="235">
                  <c:v>40.988717569383738</c:v>
                </c:pt>
                <c:pt idx="236">
                  <c:v>40.962930782627168</c:v>
                </c:pt>
                <c:pt idx="237">
                  <c:v>40.931084677534429</c:v>
                </c:pt>
                <c:pt idx="238">
                  <c:v>40.901696546447539</c:v>
                </c:pt>
                <c:pt idx="239">
                  <c:v>40.876974771783715</c:v>
                </c:pt>
                <c:pt idx="240">
                  <c:v>40.847427779692282</c:v>
                </c:pt>
                <c:pt idx="241">
                  <c:v>40.822050682764143</c:v>
                </c:pt>
                <c:pt idx="242">
                  <c:v>40.832189083197143</c:v>
                </c:pt>
                <c:pt idx="243">
                  <c:v>40.830187813958752</c:v>
                </c:pt>
                <c:pt idx="244">
                  <c:v>40.826845051793143</c:v>
                </c:pt>
                <c:pt idx="245">
                  <c:v>40.820902281016373</c:v>
                </c:pt>
                <c:pt idx="246">
                  <c:v>40.808131373926635</c:v>
                </c:pt>
                <c:pt idx="247">
                  <c:v>40.814722291003335</c:v>
                </c:pt>
                <c:pt idx="248">
                  <c:v>40.83989656383482</c:v>
                </c:pt>
                <c:pt idx="249">
                  <c:v>40.857200370906625</c:v>
                </c:pt>
                <c:pt idx="250">
                  <c:v>40.850516578704742</c:v>
                </c:pt>
                <c:pt idx="251">
                  <c:v>40.900051518475301</c:v>
                </c:pt>
                <c:pt idx="252">
                  <c:v>40.932943252308718</c:v>
                </c:pt>
                <c:pt idx="253">
                  <c:v>40.94549096216155</c:v>
                </c:pt>
                <c:pt idx="254">
                  <c:v>40.951644805269893</c:v>
                </c:pt>
                <c:pt idx="255">
                  <c:v>40.946124344120982</c:v>
                </c:pt>
                <c:pt idx="256">
                  <c:v>40.962465582177742</c:v>
                </c:pt>
                <c:pt idx="257">
                  <c:v>40.975171988070414</c:v>
                </c:pt>
                <c:pt idx="258">
                  <c:v>40.987681921007315</c:v>
                </c:pt>
                <c:pt idx="259">
                  <c:v>41</c:v>
                </c:pt>
                <c:pt idx="260">
                  <c:v>40.992770752022921</c:v>
                </c:pt>
                <c:pt idx="261">
                  <c:v>40.970275835822513</c:v>
                </c:pt>
                <c:pt idx="262">
                  <c:v>40.986942961640921</c:v>
                </c:pt>
                <c:pt idx="263">
                  <c:v>40.963336843232234</c:v>
                </c:pt>
                <c:pt idx="264">
                  <c:v>40.93324497274206</c:v>
                </c:pt>
                <c:pt idx="265">
                  <c:v>40.949731049803994</c:v>
                </c:pt>
                <c:pt idx="266">
                  <c:v>40.949092388974222</c:v>
                </c:pt>
                <c:pt idx="267">
                  <c:v>40.908090908086123</c:v>
                </c:pt>
                <c:pt idx="268">
                  <c:v>40.865155051144832</c:v>
                </c:pt>
                <c:pt idx="269">
                  <c:v>40.86726420729596</c:v>
                </c:pt>
                <c:pt idx="270">
                  <c:v>40.854343512260094</c:v>
                </c:pt>
                <c:pt idx="271">
                  <c:v>40.813510707776089</c:v>
                </c:pt>
                <c:pt idx="272">
                  <c:v>40.768254787316785</c:v>
                </c:pt>
                <c:pt idx="273">
                  <c:v>40.743021127193884</c:v>
                </c:pt>
                <c:pt idx="274">
                  <c:v>40.722611199816292</c:v>
                </c:pt>
                <c:pt idx="275">
                  <c:v>40.716237623729711</c:v>
                </c:pt>
                <c:pt idx="276">
                  <c:v>40.701235981506137</c:v>
                </c:pt>
                <c:pt idx="277">
                  <c:v>40.692208123422631</c:v>
                </c:pt>
                <c:pt idx="278">
                  <c:v>40.732334384103474</c:v>
                </c:pt>
                <c:pt idx="279">
                  <c:v>40.767194806647353</c:v>
                </c:pt>
                <c:pt idx="280">
                  <c:v>40.780951130362858</c:v>
                </c:pt>
                <c:pt idx="281">
                  <c:v>40.797677478507985</c:v>
                </c:pt>
                <c:pt idx="282">
                  <c:v>40.832691400703709</c:v>
                </c:pt>
                <c:pt idx="283">
                  <c:v>40.85588584970759</c:v>
                </c:pt>
                <c:pt idx="284">
                  <c:v>40.843849365455036</c:v>
                </c:pt>
                <c:pt idx="285">
                  <c:v>40.778305014118502</c:v>
                </c:pt>
                <c:pt idx="286">
                  <c:v>40.833359672696844</c:v>
                </c:pt>
                <c:pt idx="287">
                  <c:v>40.964455716298993</c:v>
                </c:pt>
                <c:pt idx="288">
                  <c:v>41.024915525702077</c:v>
                </c:pt>
                <c:pt idx="289">
                  <c:v>41.097642769935447</c:v>
                </c:pt>
                <c:pt idx="290">
                  <c:v>41.097480939566339</c:v>
                </c:pt>
                <c:pt idx="291">
                  <c:v>41.14067026476669</c:v>
                </c:pt>
                <c:pt idx="292">
                  <c:v>41.102744963091624</c:v>
                </c:pt>
                <c:pt idx="293">
                  <c:v>41.147783130149065</c:v>
                </c:pt>
                <c:pt idx="294">
                  <c:v>41.255882434938336</c:v>
                </c:pt>
                <c:pt idx="295">
                  <c:v>41.317807708239478</c:v>
                </c:pt>
                <c:pt idx="296">
                  <c:v>41.377195989444239</c:v>
                </c:pt>
                <c:pt idx="297">
                  <c:v>41.442332383081684</c:v>
                </c:pt>
                <c:pt idx="298">
                  <c:v>41.443029358932336</c:v>
                </c:pt>
                <c:pt idx="299">
                  <c:v>41.528823704371383</c:v>
                </c:pt>
                <c:pt idx="300">
                  <c:v>41.598487141744101</c:v>
                </c:pt>
                <c:pt idx="301">
                  <c:v>41.564957077010305</c:v>
                </c:pt>
                <c:pt idx="302">
                  <c:v>41.538507297130948</c:v>
                </c:pt>
                <c:pt idx="303">
                  <c:v>41.6340023916582</c:v>
                </c:pt>
                <c:pt idx="304">
                  <c:v>41.714356201344692</c:v>
                </c:pt>
                <c:pt idx="305">
                  <c:v>41.788205947868178</c:v>
                </c:pt>
                <c:pt idx="306">
                  <c:v>41.765868243025338</c:v>
                </c:pt>
                <c:pt idx="307">
                  <c:v>41.749166227173212</c:v>
                </c:pt>
                <c:pt idx="308">
                  <c:v>41.724782300211665</c:v>
                </c:pt>
                <c:pt idx="309">
                  <c:v>41.695045103823006</c:v>
                </c:pt>
                <c:pt idx="310">
                  <c:v>41.664482259118955</c:v>
                </c:pt>
                <c:pt idx="311">
                  <c:v>41.583591324374538</c:v>
                </c:pt>
                <c:pt idx="312">
                  <c:v>41.664776226211472</c:v>
                </c:pt>
                <c:pt idx="313">
                  <c:v>41.685231188951718</c:v>
                </c:pt>
                <c:pt idx="314">
                  <c:v>41.648521924550757</c:v>
                </c:pt>
                <c:pt idx="315">
                  <c:v>41.65965192778571</c:v>
                </c:pt>
                <c:pt idx="316">
                  <c:v>41.620316920280644</c:v>
                </c:pt>
                <c:pt idx="317">
                  <c:v>41.660807340533161</c:v>
                </c:pt>
                <c:pt idx="318">
                  <c:v>41.703553488071321</c:v>
                </c:pt>
                <c:pt idx="319">
                  <c:v>41.684782649936828</c:v>
                </c:pt>
                <c:pt idx="320">
                  <c:v>41.683835917532825</c:v>
                </c:pt>
                <c:pt idx="321">
                  <c:v>41.790612617852844</c:v>
                </c:pt>
                <c:pt idx="322">
                  <c:v>41.820449782848726</c:v>
                </c:pt>
                <c:pt idx="323">
                  <c:v>41.852894049937788</c:v>
                </c:pt>
                <c:pt idx="324">
                  <c:v>41.891079088530454</c:v>
                </c:pt>
                <c:pt idx="325">
                  <c:v>41.932694238096509</c:v>
                </c:pt>
                <c:pt idx="326">
                  <c:v>41.969270375985886</c:v>
                </c:pt>
                <c:pt idx="327">
                  <c:v>42.0145962414773</c:v>
                </c:pt>
                <c:pt idx="328">
                  <c:v>42.058960197812475</c:v>
                </c:pt>
                <c:pt idx="329">
                  <c:v>42.066155792991083</c:v>
                </c:pt>
                <c:pt idx="330">
                  <c:v>42.07996251342194</c:v>
                </c:pt>
                <c:pt idx="331">
                  <c:v>42.092767733168934</c:v>
                </c:pt>
                <c:pt idx="332">
                  <c:v>42.081553927867205</c:v>
                </c:pt>
                <c:pt idx="333">
                  <c:v>42.046324891704792</c:v>
                </c:pt>
                <c:pt idx="334">
                  <c:v>42.006656655508998</c:v>
                </c:pt>
                <c:pt idx="335">
                  <c:v>41.941562080422607</c:v>
                </c:pt>
                <c:pt idx="336">
                  <c:v>41.875889139103677</c:v>
                </c:pt>
                <c:pt idx="337">
                  <c:v>41.820472053083002</c:v>
                </c:pt>
                <c:pt idx="338">
                  <c:v>41.765152791128457</c:v>
                </c:pt>
                <c:pt idx="339">
                  <c:v>41.696531765684803</c:v>
                </c:pt>
                <c:pt idx="340">
                  <c:v>41.62121432823983</c:v>
                </c:pt>
                <c:pt idx="341">
                  <c:v>41.624800825747293</c:v>
                </c:pt>
                <c:pt idx="342">
                  <c:v>41.598005279860132</c:v>
                </c:pt>
                <c:pt idx="343">
                  <c:v>41.550105305215212</c:v>
                </c:pt>
                <c:pt idx="344">
                  <c:v>41.600585987601583</c:v>
                </c:pt>
                <c:pt idx="345">
                  <c:v>41.61691666791765</c:v>
                </c:pt>
                <c:pt idx="346">
                  <c:v>41.655687331189561</c:v>
                </c:pt>
                <c:pt idx="347">
                  <c:v>41.708904283027955</c:v>
                </c:pt>
                <c:pt idx="348">
                  <c:v>41.721430382505297</c:v>
                </c:pt>
                <c:pt idx="349">
                  <c:v>41.672055128562761</c:v>
                </c:pt>
                <c:pt idx="350">
                  <c:v>41.699249229161204</c:v>
                </c:pt>
                <c:pt idx="351">
                  <c:v>41.841467275210434</c:v>
                </c:pt>
                <c:pt idx="352">
                  <c:v>41.872641479086681</c:v>
                </c:pt>
                <c:pt idx="353">
                  <c:v>41.89476258528056</c:v>
                </c:pt>
                <c:pt idx="354">
                  <c:v>41.89254661448723</c:v>
                </c:pt>
                <c:pt idx="355">
                  <c:v>41.890697855112499</c:v>
                </c:pt>
                <c:pt idx="356">
                  <c:v>42.049336982132509</c:v>
                </c:pt>
                <c:pt idx="357">
                  <c:v>42.103079346535246</c:v>
                </c:pt>
                <c:pt idx="358">
                  <c:v>42.028784030361429</c:v>
                </c:pt>
                <c:pt idx="359">
                  <c:v>42.200560616030977</c:v>
                </c:pt>
                <c:pt idx="360">
                  <c:v>42.304626781391917</c:v>
                </c:pt>
                <c:pt idx="361">
                  <c:v>42.283932784803717</c:v>
                </c:pt>
                <c:pt idx="362">
                  <c:v>42.23143672869724</c:v>
                </c:pt>
                <c:pt idx="363">
                  <c:v>42.141770496822531</c:v>
                </c:pt>
                <c:pt idx="364">
                  <c:v>42.097934922416272</c:v>
                </c:pt>
                <c:pt idx="365">
                  <c:v>42.002835743165136</c:v>
                </c:pt>
                <c:pt idx="366">
                  <c:v>41.878315439887444</c:v>
                </c:pt>
                <c:pt idx="367">
                  <c:v>41.799329187550519</c:v>
                </c:pt>
                <c:pt idx="368">
                  <c:v>41.741326609812127</c:v>
                </c:pt>
                <c:pt idx="369">
                  <c:v>41.637015306909397</c:v>
                </c:pt>
                <c:pt idx="370">
                  <c:v>41.602716341716452</c:v>
                </c:pt>
                <c:pt idx="371">
                  <c:v>41.508965089015774</c:v>
                </c:pt>
                <c:pt idx="372">
                  <c:v>41.434823354976153</c:v>
                </c:pt>
                <c:pt idx="373">
                  <c:v>41.339159089150719</c:v>
                </c:pt>
                <c:pt idx="374">
                  <c:v>41.287275876898725</c:v>
                </c:pt>
                <c:pt idx="375">
                  <c:v>41.253823428055512</c:v>
                </c:pt>
                <c:pt idx="376">
                  <c:v>41.159889311986682</c:v>
                </c:pt>
                <c:pt idx="377">
                  <c:v>41.090533286329389</c:v>
                </c:pt>
                <c:pt idx="378">
                  <c:v>41.017562966612957</c:v>
                </c:pt>
                <c:pt idx="379">
                  <c:v>40.925443627191001</c:v>
                </c:pt>
                <c:pt idx="380">
                  <c:v>40.852818578588277</c:v>
                </c:pt>
                <c:pt idx="381">
                  <c:v>40.747290825999691</c:v>
                </c:pt>
                <c:pt idx="382">
                  <c:v>40.684948851870445</c:v>
                </c:pt>
                <c:pt idx="383">
                  <c:v>40.610726532575661</c:v>
                </c:pt>
                <c:pt idx="384">
                  <c:v>40.555040430373104</c:v>
                </c:pt>
                <c:pt idx="385">
                  <c:v>40.50979688226618</c:v>
                </c:pt>
                <c:pt idx="386">
                  <c:v>40.477493824958927</c:v>
                </c:pt>
                <c:pt idx="387">
                  <c:v>40.450977894235521</c:v>
                </c:pt>
                <c:pt idx="388">
                  <c:v>40.424872601887557</c:v>
                </c:pt>
                <c:pt idx="389">
                  <c:v>40.398160445655435</c:v>
                </c:pt>
                <c:pt idx="390">
                  <c:v>40.37158999409921</c:v>
                </c:pt>
                <c:pt idx="391">
                  <c:v>40.363425107594104</c:v>
                </c:pt>
                <c:pt idx="392">
                  <c:v>40.376750997170362</c:v>
                </c:pt>
                <c:pt idx="393">
                  <c:v>40.373946927227308</c:v>
                </c:pt>
                <c:pt idx="394">
                  <c:v>40.373225289154249</c:v>
                </c:pt>
                <c:pt idx="395">
                  <c:v>40.375432640542087</c:v>
                </c:pt>
                <c:pt idx="396">
                  <c:v>40.379049326589353</c:v>
                </c:pt>
                <c:pt idx="397">
                  <c:v>40.3874963027287</c:v>
                </c:pt>
                <c:pt idx="398">
                  <c:v>40.370154718740963</c:v>
                </c:pt>
                <c:pt idx="399">
                  <c:v>40.352576616616929</c:v>
                </c:pt>
                <c:pt idx="400">
                  <c:v>40.366682541769471</c:v>
                </c:pt>
                <c:pt idx="401">
                  <c:v>40.347370371977249</c:v>
                </c:pt>
                <c:pt idx="402">
                  <c:v>40.333604604032757</c:v>
                </c:pt>
                <c:pt idx="403">
                  <c:v>40.305703712184112</c:v>
                </c:pt>
                <c:pt idx="404">
                  <c:v>40.270678572388903</c:v>
                </c:pt>
                <c:pt idx="405">
                  <c:v>40.231885638882709</c:v>
                </c:pt>
                <c:pt idx="406">
                  <c:v>40.200809032246141</c:v>
                </c:pt>
                <c:pt idx="407">
                  <c:v>40.172911821172328</c:v>
                </c:pt>
                <c:pt idx="408">
                  <c:v>40.153871348238333</c:v>
                </c:pt>
                <c:pt idx="409">
                  <c:v>40.142575421447688</c:v>
                </c:pt>
                <c:pt idx="410">
                  <c:v>40.126174332136294</c:v>
                </c:pt>
                <c:pt idx="411">
                  <c:v>40.113887874814232</c:v>
                </c:pt>
                <c:pt idx="412">
                  <c:v>40.108509417339739</c:v>
                </c:pt>
                <c:pt idx="413">
                  <c:v>40.095686391715603</c:v>
                </c:pt>
                <c:pt idx="414">
                  <c:v>40.098359046655808</c:v>
                </c:pt>
                <c:pt idx="415">
                  <c:v>40.091814474349064</c:v>
                </c:pt>
                <c:pt idx="416">
                  <c:v>40.083477885368673</c:v>
                </c:pt>
                <c:pt idx="417">
                  <c:v>40.063319121899511</c:v>
                </c:pt>
                <c:pt idx="418">
                  <c:v>40.04894660348409</c:v>
                </c:pt>
                <c:pt idx="419">
                  <c:v>40.060881897359621</c:v>
                </c:pt>
                <c:pt idx="420">
                  <c:v>40.058649182649411</c:v>
                </c:pt>
                <c:pt idx="421">
                  <c:v>40.06426980830112</c:v>
                </c:pt>
                <c:pt idx="422">
                  <c:v>40.056622416054829</c:v>
                </c:pt>
                <c:pt idx="423">
                  <c:v>40.054100301712182</c:v>
                </c:pt>
                <c:pt idx="424">
                  <c:v>40.042559770937444</c:v>
                </c:pt>
                <c:pt idx="425">
                  <c:v>40.037208362518335</c:v>
                </c:pt>
                <c:pt idx="426">
                  <c:v>40.047572504253203</c:v>
                </c:pt>
                <c:pt idx="427">
                  <c:v>40.041127436590457</c:v>
                </c:pt>
                <c:pt idx="428">
                  <c:v>40.041091587699441</c:v>
                </c:pt>
                <c:pt idx="429">
                  <c:v>40.029042104744171</c:v>
                </c:pt>
                <c:pt idx="430">
                  <c:v>40.041036791066269</c:v>
                </c:pt>
                <c:pt idx="431">
                  <c:v>40.05443132400007</c:v>
                </c:pt>
                <c:pt idx="432">
                  <c:v>40.0333151363524</c:v>
                </c:pt>
                <c:pt idx="433">
                  <c:v>40.043801730867351</c:v>
                </c:pt>
                <c:pt idx="434">
                  <c:v>40.06430330644519</c:v>
                </c:pt>
                <c:pt idx="435">
                  <c:v>40.122278628922302</c:v>
                </c:pt>
                <c:pt idx="436">
                  <c:v>40.163871023670289</c:v>
                </c:pt>
                <c:pt idx="437">
                  <c:v>40.055036007257129</c:v>
                </c:pt>
                <c:pt idx="438">
                  <c:v>40.080409969855999</c:v>
                </c:pt>
                <c:pt idx="439">
                  <c:v>40.157095304890227</c:v>
                </c:pt>
                <c:pt idx="440">
                  <c:v>40.205016848669473</c:v>
                </c:pt>
                <c:pt idx="441">
                  <c:v>40.199252507834586</c:v>
                </c:pt>
                <c:pt idx="442">
                  <c:v>40.193963718983959</c:v>
                </c:pt>
                <c:pt idx="443">
                  <c:v>40.225471522721492</c:v>
                </c:pt>
                <c:pt idx="444">
                  <c:v>40.263849322564219</c:v>
                </c:pt>
                <c:pt idx="445">
                  <c:v>40.266781920627899</c:v>
                </c:pt>
                <c:pt idx="446">
                  <c:v>40.27166339101764</c:v>
                </c:pt>
                <c:pt idx="447">
                  <c:v>40.27478600779326</c:v>
                </c:pt>
                <c:pt idx="448">
                  <c:v>40.278495280277497</c:v>
                </c:pt>
                <c:pt idx="449">
                  <c:v>40.27187949477252</c:v>
                </c:pt>
                <c:pt idx="450">
                  <c:v>40.295986631590772</c:v>
                </c:pt>
                <c:pt idx="451">
                  <c:v>40.313610655762716</c:v>
                </c:pt>
                <c:pt idx="452">
                  <c:v>40.312355624958037</c:v>
                </c:pt>
                <c:pt idx="453">
                  <c:v>40.313922686489704</c:v>
                </c:pt>
                <c:pt idx="454">
                  <c:v>40.323973428806106</c:v>
                </c:pt>
                <c:pt idx="455">
                  <c:v>40.332084743025419</c:v>
                </c:pt>
                <c:pt idx="456">
                  <c:v>40.324479107468399</c:v>
                </c:pt>
                <c:pt idx="457">
                  <c:v>40.33611400578333</c:v>
                </c:pt>
                <c:pt idx="458">
                  <c:v>40.340708416977307</c:v>
                </c:pt>
                <c:pt idx="459">
                  <c:v>40.342908551159596</c:v>
                </c:pt>
                <c:pt idx="460">
                  <c:v>40.345584134223195</c:v>
                </c:pt>
                <c:pt idx="461">
                  <c:v>40.34684582547758</c:v>
                </c:pt>
                <c:pt idx="462">
                  <c:v>40.34675262042299</c:v>
                </c:pt>
                <c:pt idx="463">
                  <c:v>40.351192604038701</c:v>
                </c:pt>
                <c:pt idx="464">
                  <c:v>40.350911421710315</c:v>
                </c:pt>
                <c:pt idx="465">
                  <c:v>40.363204591033544</c:v>
                </c:pt>
                <c:pt idx="466">
                  <c:v>40.377010362917389</c:v>
                </c:pt>
                <c:pt idx="467">
                  <c:v>40.391605697088849</c:v>
                </c:pt>
                <c:pt idx="468">
                  <c:v>40.396033555799228</c:v>
                </c:pt>
                <c:pt idx="469">
                  <c:v>40.391210194224485</c:v>
                </c:pt>
                <c:pt idx="470">
                  <c:v>40.399188546896909</c:v>
                </c:pt>
                <c:pt idx="471">
                  <c:v>40.412421148936232</c:v>
                </c:pt>
                <c:pt idx="472">
                  <c:v>40.419490546120585</c:v>
                </c:pt>
                <c:pt idx="473">
                  <c:v>40.42901573152853</c:v>
                </c:pt>
                <c:pt idx="474">
                  <c:v>40.435327322129702</c:v>
                </c:pt>
                <c:pt idx="475">
                  <c:v>40.433345766172771</c:v>
                </c:pt>
                <c:pt idx="476">
                  <c:v>40.438111183897199</c:v>
                </c:pt>
                <c:pt idx="477">
                  <c:v>40.445345339574061</c:v>
                </c:pt>
                <c:pt idx="478">
                  <c:v>40.454923354926663</c:v>
                </c:pt>
                <c:pt idx="479">
                  <c:v>40.470115160206291</c:v>
                </c:pt>
                <c:pt idx="480">
                  <c:v>40.475919030707026</c:v>
                </c:pt>
                <c:pt idx="481">
                  <c:v>40.476386169491661</c:v>
                </c:pt>
                <c:pt idx="482">
                  <c:v>40.476947255672023</c:v>
                </c:pt>
                <c:pt idx="483">
                  <c:v>40.477267782080972</c:v>
                </c:pt>
                <c:pt idx="484">
                  <c:v>40.481148865298572</c:v>
                </c:pt>
                <c:pt idx="485">
                  <c:v>40.482222867967366</c:v>
                </c:pt>
                <c:pt idx="486">
                  <c:v>40.486204620892153</c:v>
                </c:pt>
                <c:pt idx="487">
                  <c:v>40.488988688865525</c:v>
                </c:pt>
                <c:pt idx="488">
                  <c:v>40.500805357657484</c:v>
                </c:pt>
                <c:pt idx="489">
                  <c:v>40.508049122528021</c:v>
                </c:pt>
                <c:pt idx="490">
                  <c:v>40.511894532129595</c:v>
                </c:pt>
                <c:pt idx="491">
                  <c:v>40.519553884316522</c:v>
                </c:pt>
                <c:pt idx="492">
                  <c:v>40.530210067696565</c:v>
                </c:pt>
                <c:pt idx="493">
                  <c:v>40.536711945077315</c:v>
                </c:pt>
                <c:pt idx="494">
                  <c:v>40.534285438087679</c:v>
                </c:pt>
                <c:pt idx="495">
                  <c:v>40.528008737520217</c:v>
                </c:pt>
                <c:pt idx="496">
                  <c:v>40.531431053911618</c:v>
                </c:pt>
                <c:pt idx="497">
                  <c:v>40.540393214803998</c:v>
                </c:pt>
                <c:pt idx="498">
                  <c:v>40.551023622449911</c:v>
                </c:pt>
                <c:pt idx="499">
                  <c:v>40.556992251443148</c:v>
                </c:pt>
                <c:pt idx="500">
                  <c:v>40.564833807139443</c:v>
                </c:pt>
                <c:pt idx="501">
                  <c:v>40.572452083116474</c:v>
                </c:pt>
                <c:pt idx="502">
                  <c:v>40.581994878505974</c:v>
                </c:pt>
                <c:pt idx="503">
                  <c:v>40.595275526513703</c:v>
                </c:pt>
                <c:pt idx="504">
                  <c:v>40.604753037123821</c:v>
                </c:pt>
                <c:pt idx="505">
                  <c:v>40.608014636657828</c:v>
                </c:pt>
                <c:pt idx="506">
                  <c:v>40.615555585432496</c:v>
                </c:pt>
                <c:pt idx="507">
                  <c:v>40.620847982885905</c:v>
                </c:pt>
                <c:pt idx="508">
                  <c:v>40.638130798199839</c:v>
                </c:pt>
                <c:pt idx="509">
                  <c:v>40.653496723718611</c:v>
                </c:pt>
                <c:pt idx="510">
                  <c:v>40.679661898252085</c:v>
                </c:pt>
                <c:pt idx="511">
                  <c:v>40.711509240580064</c:v>
                </c:pt>
                <c:pt idx="512">
                  <c:v>40.746623131382997</c:v>
                </c:pt>
                <c:pt idx="513">
                  <c:v>40.783921237274825</c:v>
                </c:pt>
                <c:pt idx="514">
                  <c:v>40.813605974889406</c:v>
                </c:pt>
                <c:pt idx="515">
                  <c:v>40.855471870797011</c:v>
                </c:pt>
                <c:pt idx="516">
                  <c:v>40.899403784587115</c:v>
                </c:pt>
                <c:pt idx="517">
                  <c:v>40.93039570247165</c:v>
                </c:pt>
                <c:pt idx="518">
                  <c:v>40.953454303046421</c:v>
                </c:pt>
                <c:pt idx="519">
                  <c:v>40.96877160522034</c:v>
                </c:pt>
                <c:pt idx="520">
                  <c:v>40.988131202363348</c:v>
                </c:pt>
                <c:pt idx="521">
                  <c:v>41.004844600779656</c:v>
                </c:pt>
                <c:pt idx="522">
                  <c:v>41.023065116680357</c:v>
                </c:pt>
                <c:pt idx="523">
                  <c:v>41.045056725586008</c:v>
                </c:pt>
                <c:pt idx="524">
                  <c:v>41.061619923644443</c:v>
                </c:pt>
                <c:pt idx="525">
                  <c:v>41.068468763027056</c:v>
                </c:pt>
                <c:pt idx="526">
                  <c:v>41.064854798897308</c:v>
                </c:pt>
                <c:pt idx="527">
                  <c:v>41.059622118664713</c:v>
                </c:pt>
                <c:pt idx="528">
                  <c:v>41.064235109007846</c:v>
                </c:pt>
                <c:pt idx="529">
                  <c:v>41.058354777369416</c:v>
                </c:pt>
                <c:pt idx="530">
                  <c:v>41.04157333101503</c:v>
                </c:pt>
                <c:pt idx="531">
                  <c:v>41.037787391187223</c:v>
                </c:pt>
                <c:pt idx="532">
                  <c:v>41.036182944530786</c:v>
                </c:pt>
                <c:pt idx="533">
                  <c:v>41.03538723730815</c:v>
                </c:pt>
                <c:pt idx="534">
                  <c:v>41.032063033671108</c:v>
                </c:pt>
                <c:pt idx="535">
                  <c:v>41.02468177072447</c:v>
                </c:pt>
                <c:pt idx="536">
                  <c:v>41.033032943615233</c:v>
                </c:pt>
                <c:pt idx="537">
                  <c:v>41.044322962607616</c:v>
                </c:pt>
                <c:pt idx="538">
                  <c:v>41.053469182862216</c:v>
                </c:pt>
                <c:pt idx="539">
                  <c:v>41.061589817586984</c:v>
                </c:pt>
                <c:pt idx="540">
                  <c:v>41.073734106269924</c:v>
                </c:pt>
                <c:pt idx="541">
                  <c:v>41.090627893583914</c:v>
                </c:pt>
                <c:pt idx="542">
                  <c:v>41.116911389047303</c:v>
                </c:pt>
                <c:pt idx="543">
                  <c:v>41.151757212215372</c:v>
                </c:pt>
                <c:pt idx="544">
                  <c:v>41.166071116611398</c:v>
                </c:pt>
                <c:pt idx="545">
                  <c:v>41.184869998744617</c:v>
                </c:pt>
                <c:pt idx="546">
                  <c:v>41.209521828376339</c:v>
                </c:pt>
                <c:pt idx="547">
                  <c:v>41.209224232060457</c:v>
                </c:pt>
                <c:pt idx="548">
                  <c:v>41.223912111427715</c:v>
                </c:pt>
                <c:pt idx="549">
                  <c:v>41.253014358692312</c:v>
                </c:pt>
                <c:pt idx="550">
                  <c:v>41.263604844881215</c:v>
                </c:pt>
                <c:pt idx="551">
                  <c:v>41.253680816073761</c:v>
                </c:pt>
                <c:pt idx="552">
                  <c:v>41.263461160628928</c:v>
                </c:pt>
                <c:pt idx="553">
                  <c:v>41.277540237776819</c:v>
                </c:pt>
                <c:pt idx="554">
                  <c:v>41.259154592213036</c:v>
                </c:pt>
                <c:pt idx="555">
                  <c:v>41.262999919332259</c:v>
                </c:pt>
                <c:pt idx="556">
                  <c:v>41.24801370130799</c:v>
                </c:pt>
                <c:pt idx="557">
                  <c:v>41.223709617260454</c:v>
                </c:pt>
                <c:pt idx="558">
                  <c:v>41.218667636219188</c:v>
                </c:pt>
                <c:pt idx="559">
                  <c:v>41.189645644280354</c:v>
                </c:pt>
                <c:pt idx="560">
                  <c:v>41.160522199052011</c:v>
                </c:pt>
                <c:pt idx="561">
                  <c:v>41.163387965792261</c:v>
                </c:pt>
                <c:pt idx="562">
                  <c:v>41.132633514591042</c:v>
                </c:pt>
                <c:pt idx="563">
                  <c:v>41.104613683194863</c:v>
                </c:pt>
                <c:pt idx="564">
                  <c:v>41.081262187798124</c:v>
                </c:pt>
                <c:pt idx="565">
                  <c:v>41.063903777411149</c:v>
                </c:pt>
                <c:pt idx="566">
                  <c:v>41.052070199737607</c:v>
                </c:pt>
                <c:pt idx="567">
                  <c:v>41.037430655026974</c:v>
                </c:pt>
                <c:pt idx="568">
                  <c:v>41.01965455402371</c:v>
                </c:pt>
                <c:pt idx="569">
                  <c:v>40.990835551146233</c:v>
                </c:pt>
                <c:pt idx="570">
                  <c:v>40.937909679518128</c:v>
                </c:pt>
                <c:pt idx="571">
                  <c:v>40.916671051978227</c:v>
                </c:pt>
                <c:pt idx="572">
                  <c:v>40.897338838975152</c:v>
                </c:pt>
                <c:pt idx="573">
                  <c:v>40.849748503069087</c:v>
                </c:pt>
                <c:pt idx="574">
                  <c:v>40.814897401030663</c:v>
                </c:pt>
                <c:pt idx="575">
                  <c:v>40.773603932626436</c:v>
                </c:pt>
                <c:pt idx="576">
                  <c:v>40.678385690104243</c:v>
                </c:pt>
                <c:pt idx="577">
                  <c:v>40.663042447231504</c:v>
                </c:pt>
                <c:pt idx="578">
                  <c:v>40.658440880693739</c:v>
                </c:pt>
                <c:pt idx="579">
                  <c:v>40.602028232718339</c:v>
                </c:pt>
                <c:pt idx="580">
                  <c:v>40.655252071832891</c:v>
                </c:pt>
                <c:pt idx="581">
                  <c:v>40.536068541512456</c:v>
                </c:pt>
                <c:pt idx="582">
                  <c:v>40.44961755409151</c:v>
                </c:pt>
                <c:pt idx="583">
                  <c:v>40.201913965795889</c:v>
                </c:pt>
                <c:pt idx="584">
                  <c:v>40.414827612715015</c:v>
                </c:pt>
                <c:pt idx="585">
                  <c:v>40.442267716919915</c:v>
                </c:pt>
                <c:pt idx="586">
                  <c:v>40.008486934971167</c:v>
                </c:pt>
                <c:pt idx="587">
                  <c:v>39.811126637955113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77BE-418F-8705-C8EC33B01BAD}"/>
            </c:ext>
          </c:extLst>
        </c:ser>
        <c:ser>
          <c:idx val="27"/>
          <c:order val="27"/>
          <c:tx>
            <c:strRef>
              <c:f>Sheet2!$AC$1</c:f>
              <c:strCache>
                <c:ptCount val="1"/>
                <c:pt idx="0">
                  <c:v>S28_z/O-PTIR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Sheet2!$AC$2:$AC$589</c:f>
              <c:numCache>
                <c:formatCode>General</c:formatCode>
                <c:ptCount val="588"/>
                <c:pt idx="0">
                  <c:v>41.552722170543809</c:v>
                </c:pt>
                <c:pt idx="1">
                  <c:v>41.667824573486051</c:v>
                </c:pt>
                <c:pt idx="2">
                  <c:v>41.717358925594255</c:v>
                </c:pt>
                <c:pt idx="3">
                  <c:v>41.841842561298343</c:v>
                </c:pt>
                <c:pt idx="4">
                  <c:v>41.880031832881315</c:v>
                </c:pt>
                <c:pt idx="5">
                  <c:v>41.919227645188236</c:v>
                </c:pt>
                <c:pt idx="6">
                  <c:v>41.936266254057152</c:v>
                </c:pt>
                <c:pt idx="7">
                  <c:v>41.944156096778791</c:v>
                </c:pt>
                <c:pt idx="8">
                  <c:v>41.997849801898802</c:v>
                </c:pt>
                <c:pt idx="9">
                  <c:v>42.02406168902219</c:v>
                </c:pt>
                <c:pt idx="10">
                  <c:v>42.068824936896107</c:v>
                </c:pt>
                <c:pt idx="11">
                  <c:v>42.019192388497842</c:v>
                </c:pt>
                <c:pt idx="12">
                  <c:v>41.965325554298914</c:v>
                </c:pt>
                <c:pt idx="13">
                  <c:v>41.939238790639664</c:v>
                </c:pt>
                <c:pt idx="14">
                  <c:v>41.90645355152833</c:v>
                </c:pt>
                <c:pt idx="15">
                  <c:v>41.897304358226371</c:v>
                </c:pt>
                <c:pt idx="16">
                  <c:v>41.867530198193201</c:v>
                </c:pt>
                <c:pt idx="17">
                  <c:v>41.849282741570761</c:v>
                </c:pt>
                <c:pt idx="18">
                  <c:v>41.838713094656825</c:v>
                </c:pt>
                <c:pt idx="19">
                  <c:v>41.833308240733864</c:v>
                </c:pt>
                <c:pt idx="20">
                  <c:v>41.79564453370152</c:v>
                </c:pt>
                <c:pt idx="21">
                  <c:v>41.765152540223184</c:v>
                </c:pt>
                <c:pt idx="22">
                  <c:v>41.767971054684345</c:v>
                </c:pt>
                <c:pt idx="23">
                  <c:v>41.74750083295163</c:v>
                </c:pt>
                <c:pt idx="24">
                  <c:v>41.730026082722119</c:v>
                </c:pt>
                <c:pt idx="25">
                  <c:v>41.744740805824023</c:v>
                </c:pt>
                <c:pt idx="26">
                  <c:v>41.724285353785938</c:v>
                </c:pt>
                <c:pt idx="27">
                  <c:v>41.693824575457533</c:v>
                </c:pt>
                <c:pt idx="28">
                  <c:v>41.66835191237152</c:v>
                </c:pt>
                <c:pt idx="29">
                  <c:v>41.648835921343078</c:v>
                </c:pt>
                <c:pt idx="30">
                  <c:v>41.632773755221969</c:v>
                </c:pt>
                <c:pt idx="31">
                  <c:v>41.618227889652147</c:v>
                </c:pt>
                <c:pt idx="32">
                  <c:v>41.619546442228646</c:v>
                </c:pt>
                <c:pt idx="33">
                  <c:v>41.609609247110299</c:v>
                </c:pt>
                <c:pt idx="34">
                  <c:v>41.607506052453282</c:v>
                </c:pt>
                <c:pt idx="35">
                  <c:v>41.608761673644622</c:v>
                </c:pt>
                <c:pt idx="36">
                  <c:v>41.612678033143261</c:v>
                </c:pt>
                <c:pt idx="37">
                  <c:v>41.611771668407052</c:v>
                </c:pt>
                <c:pt idx="38">
                  <c:v>41.623084367321482</c:v>
                </c:pt>
                <c:pt idx="39">
                  <c:v>41.63042270406001</c:v>
                </c:pt>
                <c:pt idx="40">
                  <c:v>41.648836102062369</c:v>
                </c:pt>
                <c:pt idx="41">
                  <c:v>41.664408338190846</c:v>
                </c:pt>
                <c:pt idx="42">
                  <c:v>41.687721832927316</c:v>
                </c:pt>
                <c:pt idx="43">
                  <c:v>41.715386719563753</c:v>
                </c:pt>
                <c:pt idx="44">
                  <c:v>41.709558078907953</c:v>
                </c:pt>
                <c:pt idx="45">
                  <c:v>41.723992999263324</c:v>
                </c:pt>
                <c:pt idx="46">
                  <c:v>41.755010573721314</c:v>
                </c:pt>
                <c:pt idx="47">
                  <c:v>41.77489741715992</c:v>
                </c:pt>
                <c:pt idx="48">
                  <c:v>41.784647600672145</c:v>
                </c:pt>
                <c:pt idx="49">
                  <c:v>41.797883415686563</c:v>
                </c:pt>
                <c:pt idx="50">
                  <c:v>41.817568937837166</c:v>
                </c:pt>
                <c:pt idx="51">
                  <c:v>41.828896324301091</c:v>
                </c:pt>
                <c:pt idx="52">
                  <c:v>41.847471539997777</c:v>
                </c:pt>
                <c:pt idx="53">
                  <c:v>41.879393992365102</c:v>
                </c:pt>
                <c:pt idx="54">
                  <c:v>41.898327459408804</c:v>
                </c:pt>
                <c:pt idx="55">
                  <c:v>41.890311277475085</c:v>
                </c:pt>
                <c:pt idx="56">
                  <c:v>41.898152227414528</c:v>
                </c:pt>
                <c:pt idx="57">
                  <c:v>41.931135173428089</c:v>
                </c:pt>
                <c:pt idx="58">
                  <c:v>41.954695382852172</c:v>
                </c:pt>
                <c:pt idx="59">
                  <c:v>41.954024881431721</c:v>
                </c:pt>
                <c:pt idx="60">
                  <c:v>41.996255233466321</c:v>
                </c:pt>
                <c:pt idx="61">
                  <c:v>42.012141740438473</c:v>
                </c:pt>
                <c:pt idx="62">
                  <c:v>41.998795160928886</c:v>
                </c:pt>
                <c:pt idx="63">
                  <c:v>42.017836435243019</c:v>
                </c:pt>
                <c:pt idx="64">
                  <c:v>42.04468300850958</c:v>
                </c:pt>
                <c:pt idx="65">
                  <c:v>42.091004713816218</c:v>
                </c:pt>
                <c:pt idx="66">
                  <c:v>42.11963400072419</c:v>
                </c:pt>
                <c:pt idx="67">
                  <c:v>42.125362867903398</c:v>
                </c:pt>
                <c:pt idx="68">
                  <c:v>42.142222728966409</c:v>
                </c:pt>
                <c:pt idx="69">
                  <c:v>42.154098549185548</c:v>
                </c:pt>
                <c:pt idx="70">
                  <c:v>42.174672815941676</c:v>
                </c:pt>
                <c:pt idx="71">
                  <c:v>42.222468664918182</c:v>
                </c:pt>
                <c:pt idx="72">
                  <c:v>42.266969048371656</c:v>
                </c:pt>
                <c:pt idx="73">
                  <c:v>42.306733995006894</c:v>
                </c:pt>
                <c:pt idx="74">
                  <c:v>42.331140102135969</c:v>
                </c:pt>
                <c:pt idx="75">
                  <c:v>42.379505512595479</c:v>
                </c:pt>
                <c:pt idx="76">
                  <c:v>42.421120761886236</c:v>
                </c:pt>
                <c:pt idx="77">
                  <c:v>42.466296706900259</c:v>
                </c:pt>
                <c:pt idx="78">
                  <c:v>42.504617016396828</c:v>
                </c:pt>
                <c:pt idx="79">
                  <c:v>42.560669371103444</c:v>
                </c:pt>
                <c:pt idx="80">
                  <c:v>42.580993522363521</c:v>
                </c:pt>
                <c:pt idx="81">
                  <c:v>42.588142251709769</c:v>
                </c:pt>
                <c:pt idx="82">
                  <c:v>42.61497545174894</c:v>
                </c:pt>
                <c:pt idx="83">
                  <c:v>42.632704868314782</c:v>
                </c:pt>
                <c:pt idx="84">
                  <c:v>42.614162149232079</c:v>
                </c:pt>
                <c:pt idx="85">
                  <c:v>42.605936595787469</c:v>
                </c:pt>
                <c:pt idx="86">
                  <c:v>42.626526371544401</c:v>
                </c:pt>
                <c:pt idx="87">
                  <c:v>42.622996233810014</c:v>
                </c:pt>
                <c:pt idx="88">
                  <c:v>42.586517026714255</c:v>
                </c:pt>
                <c:pt idx="89">
                  <c:v>42.553388749534236</c:v>
                </c:pt>
                <c:pt idx="90">
                  <c:v>42.553343536853923</c:v>
                </c:pt>
                <c:pt idx="91">
                  <c:v>42.52660017073044</c:v>
                </c:pt>
                <c:pt idx="92">
                  <c:v>42.47207256109462</c:v>
                </c:pt>
                <c:pt idx="93">
                  <c:v>42.461135101140371</c:v>
                </c:pt>
                <c:pt idx="94">
                  <c:v>42.447523981449656</c:v>
                </c:pt>
                <c:pt idx="95">
                  <c:v>42.415146050757805</c:v>
                </c:pt>
                <c:pt idx="96">
                  <c:v>42.388554620269346</c:v>
                </c:pt>
                <c:pt idx="97">
                  <c:v>42.382196127087063</c:v>
                </c:pt>
                <c:pt idx="98">
                  <c:v>42.36501064272322</c:v>
                </c:pt>
                <c:pt idx="99">
                  <c:v>42.332739829282701</c:v>
                </c:pt>
                <c:pt idx="100">
                  <c:v>42.31780282145526</c:v>
                </c:pt>
                <c:pt idx="101">
                  <c:v>42.306838220749597</c:v>
                </c:pt>
                <c:pt idx="102">
                  <c:v>42.282729676144463</c:v>
                </c:pt>
                <c:pt idx="103">
                  <c:v>42.264404674517991</c:v>
                </c:pt>
                <c:pt idx="104">
                  <c:v>42.223380475876603</c:v>
                </c:pt>
                <c:pt idx="105">
                  <c:v>42.175458977707123</c:v>
                </c:pt>
                <c:pt idx="106">
                  <c:v>42.144047336624837</c:v>
                </c:pt>
                <c:pt idx="107">
                  <c:v>42.126275533171189</c:v>
                </c:pt>
                <c:pt idx="108">
                  <c:v>42.105116918808413</c:v>
                </c:pt>
                <c:pt idx="109">
                  <c:v>42.062328702757519</c:v>
                </c:pt>
                <c:pt idx="110">
                  <c:v>42.028889785548635</c:v>
                </c:pt>
                <c:pt idx="111">
                  <c:v>41.999624662465656</c:v>
                </c:pt>
                <c:pt idx="112">
                  <c:v>41.969580376382417</c:v>
                </c:pt>
                <c:pt idx="113">
                  <c:v>41.955171036020971</c:v>
                </c:pt>
                <c:pt idx="114">
                  <c:v>41.954556524722072</c:v>
                </c:pt>
                <c:pt idx="115">
                  <c:v>41.951372316564992</c:v>
                </c:pt>
                <c:pt idx="116">
                  <c:v>41.954119611197235</c:v>
                </c:pt>
                <c:pt idx="117">
                  <c:v>41.948225763736147</c:v>
                </c:pt>
                <c:pt idx="118">
                  <c:v>41.954065625416888</c:v>
                </c:pt>
                <c:pt idx="119">
                  <c:v>41.951146154589253</c:v>
                </c:pt>
                <c:pt idx="120">
                  <c:v>41.958183758001759</c:v>
                </c:pt>
                <c:pt idx="121">
                  <c:v>41.970524355374295</c:v>
                </c:pt>
                <c:pt idx="122">
                  <c:v>41.975427466834724</c:v>
                </c:pt>
                <c:pt idx="123">
                  <c:v>41.963507321102689</c:v>
                </c:pt>
                <c:pt idx="124">
                  <c:v>41.964865278698717</c:v>
                </c:pt>
                <c:pt idx="125">
                  <c:v>41.984844190400587</c:v>
                </c:pt>
                <c:pt idx="126">
                  <c:v>42.009291435811463</c:v>
                </c:pt>
                <c:pt idx="127">
                  <c:v>42.034747752016337</c:v>
                </c:pt>
                <c:pt idx="128">
                  <c:v>42.051823063329955</c:v>
                </c:pt>
                <c:pt idx="129">
                  <c:v>42.056912972819163</c:v>
                </c:pt>
                <c:pt idx="130">
                  <c:v>42.074808256834309</c:v>
                </c:pt>
                <c:pt idx="131">
                  <c:v>42.093430295255892</c:v>
                </c:pt>
                <c:pt idx="132">
                  <c:v>42.108349494018846</c:v>
                </c:pt>
                <c:pt idx="133">
                  <c:v>42.121586163342641</c:v>
                </c:pt>
                <c:pt idx="134">
                  <c:v>42.120755643206238</c:v>
                </c:pt>
                <c:pt idx="135">
                  <c:v>42.138611497558323</c:v>
                </c:pt>
                <c:pt idx="136">
                  <c:v>42.153470237504578</c:v>
                </c:pt>
                <c:pt idx="137">
                  <c:v>42.155201331145427</c:v>
                </c:pt>
                <c:pt idx="138">
                  <c:v>42.186970796420049</c:v>
                </c:pt>
                <c:pt idx="139">
                  <c:v>42.332678581872742</c:v>
                </c:pt>
                <c:pt idx="140">
                  <c:v>42.463254379814117</c:v>
                </c:pt>
                <c:pt idx="141">
                  <c:v>42.580939109428485</c:v>
                </c:pt>
                <c:pt idx="142">
                  <c:v>42.638318469445629</c:v>
                </c:pt>
                <c:pt idx="143">
                  <c:v>42.679011984646088</c:v>
                </c:pt>
                <c:pt idx="144">
                  <c:v>42.697576915772324</c:v>
                </c:pt>
                <c:pt idx="145">
                  <c:v>42.725356164860678</c:v>
                </c:pt>
                <c:pt idx="146">
                  <c:v>42.752632028583882</c:v>
                </c:pt>
                <c:pt idx="147">
                  <c:v>42.748122458018912</c:v>
                </c:pt>
                <c:pt idx="148">
                  <c:v>42.789821561059789</c:v>
                </c:pt>
                <c:pt idx="149">
                  <c:v>42.839633843005544</c:v>
                </c:pt>
                <c:pt idx="150">
                  <c:v>42.867083854407284</c:v>
                </c:pt>
                <c:pt idx="151">
                  <c:v>42.930925736201097</c:v>
                </c:pt>
                <c:pt idx="152">
                  <c:v>42.957897465789841</c:v>
                </c:pt>
                <c:pt idx="153">
                  <c:v>42.991259560871846</c:v>
                </c:pt>
                <c:pt idx="154">
                  <c:v>42.991812364748043</c:v>
                </c:pt>
                <c:pt idx="155">
                  <c:v>42.987644912226287</c:v>
                </c:pt>
                <c:pt idx="156">
                  <c:v>42.993043095964573</c:v>
                </c:pt>
                <c:pt idx="157">
                  <c:v>42.985380598108563</c:v>
                </c:pt>
                <c:pt idx="158">
                  <c:v>42.946816810442556</c:v>
                </c:pt>
                <c:pt idx="159">
                  <c:v>42.907207742408637</c:v>
                </c:pt>
                <c:pt idx="160">
                  <c:v>42.886220909944626</c:v>
                </c:pt>
                <c:pt idx="161">
                  <c:v>42.837132030883943</c:v>
                </c:pt>
                <c:pt idx="162">
                  <c:v>42.788155789227424</c:v>
                </c:pt>
                <c:pt idx="163">
                  <c:v>42.726108219967578</c:v>
                </c:pt>
                <c:pt idx="164">
                  <c:v>42.662720567892293</c:v>
                </c:pt>
                <c:pt idx="165">
                  <c:v>42.612671445103729</c:v>
                </c:pt>
                <c:pt idx="166">
                  <c:v>42.582437830921663</c:v>
                </c:pt>
                <c:pt idx="167">
                  <c:v>42.543140782954822</c:v>
                </c:pt>
                <c:pt idx="168">
                  <c:v>42.518325461639208</c:v>
                </c:pt>
                <c:pt idx="169">
                  <c:v>42.491535699945523</c:v>
                </c:pt>
                <c:pt idx="170">
                  <c:v>42.464111514973084</c:v>
                </c:pt>
                <c:pt idx="171">
                  <c:v>42.432928828801003</c:v>
                </c:pt>
                <c:pt idx="172">
                  <c:v>42.409459570466396</c:v>
                </c:pt>
                <c:pt idx="173">
                  <c:v>42.390474910576813</c:v>
                </c:pt>
                <c:pt idx="174">
                  <c:v>42.380606257356099</c:v>
                </c:pt>
                <c:pt idx="175">
                  <c:v>42.366434579288779</c:v>
                </c:pt>
                <c:pt idx="176">
                  <c:v>42.353078240937585</c:v>
                </c:pt>
                <c:pt idx="177">
                  <c:v>42.353896537878434</c:v>
                </c:pt>
                <c:pt idx="178">
                  <c:v>42.347591274741291</c:v>
                </c:pt>
                <c:pt idx="179">
                  <c:v>42.333035091742971</c:v>
                </c:pt>
                <c:pt idx="180">
                  <c:v>42.329319766024383</c:v>
                </c:pt>
                <c:pt idx="181">
                  <c:v>42.322209020586882</c:v>
                </c:pt>
                <c:pt idx="182">
                  <c:v>42.309405420395784</c:v>
                </c:pt>
                <c:pt idx="183">
                  <c:v>42.310561169536385</c:v>
                </c:pt>
                <c:pt idx="184">
                  <c:v>42.295455337034902</c:v>
                </c:pt>
                <c:pt idx="185">
                  <c:v>42.282987677573132</c:v>
                </c:pt>
                <c:pt idx="186">
                  <c:v>42.277705088463733</c:v>
                </c:pt>
                <c:pt idx="187">
                  <c:v>42.258885310281876</c:v>
                </c:pt>
                <c:pt idx="188">
                  <c:v>42.251467013472457</c:v>
                </c:pt>
                <c:pt idx="189">
                  <c:v>42.240927727399082</c:v>
                </c:pt>
                <c:pt idx="190">
                  <c:v>42.217141323141206</c:v>
                </c:pt>
                <c:pt idx="191">
                  <c:v>42.203129795222047</c:v>
                </c:pt>
                <c:pt idx="192">
                  <c:v>42.203445035378266</c:v>
                </c:pt>
                <c:pt idx="193">
                  <c:v>42.20241776122316</c:v>
                </c:pt>
                <c:pt idx="194">
                  <c:v>42.187214537453912</c:v>
                </c:pt>
                <c:pt idx="195">
                  <c:v>42.189768659595174</c:v>
                </c:pt>
                <c:pt idx="196">
                  <c:v>42.200518434353228</c:v>
                </c:pt>
                <c:pt idx="197">
                  <c:v>42.200812316775284</c:v>
                </c:pt>
                <c:pt idx="198">
                  <c:v>42.201438985553629</c:v>
                </c:pt>
                <c:pt idx="199">
                  <c:v>42.200560755524918</c:v>
                </c:pt>
                <c:pt idx="200">
                  <c:v>42.216653446776853</c:v>
                </c:pt>
                <c:pt idx="201">
                  <c:v>42.241072762843068</c:v>
                </c:pt>
                <c:pt idx="202">
                  <c:v>42.267320826682315</c:v>
                </c:pt>
                <c:pt idx="203">
                  <c:v>42.285329668127098</c:v>
                </c:pt>
                <c:pt idx="204">
                  <c:v>42.308769814227148</c:v>
                </c:pt>
                <c:pt idx="205">
                  <c:v>42.344997722936959</c:v>
                </c:pt>
                <c:pt idx="206">
                  <c:v>42.375390041512865</c:v>
                </c:pt>
                <c:pt idx="207">
                  <c:v>42.400047841324522</c:v>
                </c:pt>
                <c:pt idx="208">
                  <c:v>42.42991620539437</c:v>
                </c:pt>
                <c:pt idx="209">
                  <c:v>42.448920580115491</c:v>
                </c:pt>
                <c:pt idx="210">
                  <c:v>42.435186045579378</c:v>
                </c:pt>
                <c:pt idx="211">
                  <c:v>42.397760460853902</c:v>
                </c:pt>
                <c:pt idx="212">
                  <c:v>42.341837304009928</c:v>
                </c:pt>
                <c:pt idx="213">
                  <c:v>42.313134086483707</c:v>
                </c:pt>
                <c:pt idx="214">
                  <c:v>42.285717787443886</c:v>
                </c:pt>
                <c:pt idx="215">
                  <c:v>42.268381813199341</c:v>
                </c:pt>
                <c:pt idx="216">
                  <c:v>42.280167733786691</c:v>
                </c:pt>
                <c:pt idx="217">
                  <c:v>42.282838239150109</c:v>
                </c:pt>
                <c:pt idx="218">
                  <c:v>42.286065885652661</c:v>
                </c:pt>
                <c:pt idx="219">
                  <c:v>42.297546949228398</c:v>
                </c:pt>
                <c:pt idx="220">
                  <c:v>42.293438509769032</c:v>
                </c:pt>
                <c:pt idx="221">
                  <c:v>42.28534320564475</c:v>
                </c:pt>
                <c:pt idx="222">
                  <c:v>42.285017188047291</c:v>
                </c:pt>
                <c:pt idx="223">
                  <c:v>42.278375261303665</c:v>
                </c:pt>
                <c:pt idx="224">
                  <c:v>42.282026250955347</c:v>
                </c:pt>
                <c:pt idx="225">
                  <c:v>42.296126429900305</c:v>
                </c:pt>
                <c:pt idx="226">
                  <c:v>42.308745630700464</c:v>
                </c:pt>
                <c:pt idx="227">
                  <c:v>42.290141072762843</c:v>
                </c:pt>
                <c:pt idx="228">
                  <c:v>42.268337651976708</c:v>
                </c:pt>
                <c:pt idx="229">
                  <c:v>42.27775450697478</c:v>
                </c:pt>
                <c:pt idx="230">
                  <c:v>42.303490116626371</c:v>
                </c:pt>
                <c:pt idx="231">
                  <c:v>42.296152124897404</c:v>
                </c:pt>
                <c:pt idx="232">
                  <c:v>42.279012904671561</c:v>
                </c:pt>
                <c:pt idx="233">
                  <c:v>42.252285901858258</c:v>
                </c:pt>
                <c:pt idx="234">
                  <c:v>42.234697972066712</c:v>
                </c:pt>
                <c:pt idx="235">
                  <c:v>42.226677584302266</c:v>
                </c:pt>
                <c:pt idx="236">
                  <c:v>42.199747058711424</c:v>
                </c:pt>
                <c:pt idx="237">
                  <c:v>42.183303049161559</c:v>
                </c:pt>
                <c:pt idx="238">
                  <c:v>42.158697427937362</c:v>
                </c:pt>
                <c:pt idx="239">
                  <c:v>42.122564216135011</c:v>
                </c:pt>
                <c:pt idx="240">
                  <c:v>42.104382212753265</c:v>
                </c:pt>
                <c:pt idx="241">
                  <c:v>42.085773448984916</c:v>
                </c:pt>
                <c:pt idx="242">
                  <c:v>42.078221157037177</c:v>
                </c:pt>
                <c:pt idx="243">
                  <c:v>42.062689944187312</c:v>
                </c:pt>
                <c:pt idx="244">
                  <c:v>42.063659782466551</c:v>
                </c:pt>
                <c:pt idx="245">
                  <c:v>42.06481402013673</c:v>
                </c:pt>
                <c:pt idx="246">
                  <c:v>42.073885734150757</c:v>
                </c:pt>
                <c:pt idx="247">
                  <c:v>42.073974056596029</c:v>
                </c:pt>
                <c:pt idx="248">
                  <c:v>42.071696533541171</c:v>
                </c:pt>
                <c:pt idx="249">
                  <c:v>42.067175791238334</c:v>
                </c:pt>
                <c:pt idx="250">
                  <c:v>42.06289182406222</c:v>
                </c:pt>
                <c:pt idx="251">
                  <c:v>42.078081444597707</c:v>
                </c:pt>
                <c:pt idx="252">
                  <c:v>42.076579700163698</c:v>
                </c:pt>
                <c:pt idx="253">
                  <c:v>42.083121869859767</c:v>
                </c:pt>
                <c:pt idx="254">
                  <c:v>42.101280084011471</c:v>
                </c:pt>
                <c:pt idx="255">
                  <c:v>42.105105287057803</c:v>
                </c:pt>
                <c:pt idx="256">
                  <c:v>42.126821108275827</c:v>
                </c:pt>
                <c:pt idx="257">
                  <c:v>42.253151842975313</c:v>
                </c:pt>
                <c:pt idx="258">
                  <c:v>42.377529823611404</c:v>
                </c:pt>
                <c:pt idx="259">
                  <c:v>42.5</c:v>
                </c:pt>
                <c:pt idx="260">
                  <c:v>42.442960852259027</c:v>
                </c:pt>
                <c:pt idx="261">
                  <c:v>42.381901127491219</c:v>
                </c:pt>
                <c:pt idx="262">
                  <c:v>42.436013279910526</c:v>
                </c:pt>
                <c:pt idx="263">
                  <c:v>42.434272065989482</c:v>
                </c:pt>
                <c:pt idx="264">
                  <c:v>42.43238647378552</c:v>
                </c:pt>
                <c:pt idx="265">
                  <c:v>42.441041876273658</c:v>
                </c:pt>
                <c:pt idx="266">
                  <c:v>42.413050495598007</c:v>
                </c:pt>
                <c:pt idx="267">
                  <c:v>42.358970412637994</c:v>
                </c:pt>
                <c:pt idx="268">
                  <c:v>42.313223657534976</c:v>
                </c:pt>
                <c:pt idx="269">
                  <c:v>42.290708465614379</c:v>
                </c:pt>
                <c:pt idx="270">
                  <c:v>42.254164199574554</c:v>
                </c:pt>
                <c:pt idx="271">
                  <c:v>42.235452655817816</c:v>
                </c:pt>
                <c:pt idx="272">
                  <c:v>42.21267946246855</c:v>
                </c:pt>
                <c:pt idx="273">
                  <c:v>42.1879767785571</c:v>
                </c:pt>
                <c:pt idx="274">
                  <c:v>42.1915855127532</c:v>
                </c:pt>
                <c:pt idx="275">
                  <c:v>42.175939099571075</c:v>
                </c:pt>
                <c:pt idx="276">
                  <c:v>42.138436364138194</c:v>
                </c:pt>
                <c:pt idx="277">
                  <c:v>42.106180271105224</c:v>
                </c:pt>
                <c:pt idx="278">
                  <c:v>42.146526739554588</c:v>
                </c:pt>
                <c:pt idx="279">
                  <c:v>42.158788707607364</c:v>
                </c:pt>
                <c:pt idx="280">
                  <c:v>42.169998889397824</c:v>
                </c:pt>
                <c:pt idx="281">
                  <c:v>42.198963328441863</c:v>
                </c:pt>
                <c:pt idx="282">
                  <c:v>42.255151386905538</c:v>
                </c:pt>
                <c:pt idx="283">
                  <c:v>42.278946268540977</c:v>
                </c:pt>
                <c:pt idx="284">
                  <c:v>42.264455735931662</c:v>
                </c:pt>
                <c:pt idx="285">
                  <c:v>42.180447487246148</c:v>
                </c:pt>
                <c:pt idx="286">
                  <c:v>42.186436327337177</c:v>
                </c:pt>
                <c:pt idx="287">
                  <c:v>42.302652367718409</c:v>
                </c:pt>
                <c:pt idx="288">
                  <c:v>42.357103023795148</c:v>
                </c:pt>
                <c:pt idx="289">
                  <c:v>42.42539966892226</c:v>
                </c:pt>
                <c:pt idx="290">
                  <c:v>42.401770391871707</c:v>
                </c:pt>
                <c:pt idx="291">
                  <c:v>42.477241132761648</c:v>
                </c:pt>
                <c:pt idx="292">
                  <c:v>42.442206891385077</c:v>
                </c:pt>
                <c:pt idx="293">
                  <c:v>42.419585896535253</c:v>
                </c:pt>
                <c:pt idx="294">
                  <c:v>42.54852411485335</c:v>
                </c:pt>
                <c:pt idx="295">
                  <c:v>42.649569986666201</c:v>
                </c:pt>
                <c:pt idx="296">
                  <c:v>42.72801622136339</c:v>
                </c:pt>
                <c:pt idx="297">
                  <c:v>42.768919896667995</c:v>
                </c:pt>
                <c:pt idx="298">
                  <c:v>42.73594473801289</c:v>
                </c:pt>
                <c:pt idx="299">
                  <c:v>42.767861998807909</c:v>
                </c:pt>
                <c:pt idx="300">
                  <c:v>42.845894222042894</c:v>
                </c:pt>
                <c:pt idx="301">
                  <c:v>42.820589184311991</c:v>
                </c:pt>
                <c:pt idx="302">
                  <c:v>42.776081900667478</c:v>
                </c:pt>
                <c:pt idx="303">
                  <c:v>42.913557232484521</c:v>
                </c:pt>
                <c:pt idx="304">
                  <c:v>43.045608356985653</c:v>
                </c:pt>
                <c:pt idx="305">
                  <c:v>43.031635141555782</c:v>
                </c:pt>
                <c:pt idx="306">
                  <c:v>42.942748194942887</c:v>
                </c:pt>
                <c:pt idx="307">
                  <c:v>42.936415133893284</c:v>
                </c:pt>
                <c:pt idx="308">
                  <c:v>42.882534762176704</c:v>
                </c:pt>
                <c:pt idx="309">
                  <c:v>42.864626466372741</c:v>
                </c:pt>
                <c:pt idx="310">
                  <c:v>42.859001299207399</c:v>
                </c:pt>
                <c:pt idx="311">
                  <c:v>42.782362783129628</c:v>
                </c:pt>
                <c:pt idx="312">
                  <c:v>42.844602243416396</c:v>
                </c:pt>
                <c:pt idx="313">
                  <c:v>42.836360655242139</c:v>
                </c:pt>
                <c:pt idx="314">
                  <c:v>42.788620796387193</c:v>
                </c:pt>
                <c:pt idx="315">
                  <c:v>42.807548874710278</c:v>
                </c:pt>
                <c:pt idx="316">
                  <c:v>42.789460779642731</c:v>
                </c:pt>
                <c:pt idx="317">
                  <c:v>42.856755911327944</c:v>
                </c:pt>
                <c:pt idx="318">
                  <c:v>42.873257093889258</c:v>
                </c:pt>
                <c:pt idx="319">
                  <c:v>42.878950342939497</c:v>
                </c:pt>
                <c:pt idx="320">
                  <c:v>42.944278591598724</c:v>
                </c:pt>
                <c:pt idx="321">
                  <c:v>43.008345485336442</c:v>
                </c:pt>
                <c:pt idx="322">
                  <c:v>42.949961588936567</c:v>
                </c:pt>
                <c:pt idx="323">
                  <c:v>42.956029156921517</c:v>
                </c:pt>
                <c:pt idx="324">
                  <c:v>43.016775941596784</c:v>
                </c:pt>
                <c:pt idx="325">
                  <c:v>43.07496768410531</c:v>
                </c:pt>
                <c:pt idx="326">
                  <c:v>43.138953221304902</c:v>
                </c:pt>
                <c:pt idx="327">
                  <c:v>43.210674201237175</c:v>
                </c:pt>
                <c:pt idx="328">
                  <c:v>43.251291880052335</c:v>
                </c:pt>
                <c:pt idx="329">
                  <c:v>43.304505233302031</c:v>
                </c:pt>
                <c:pt idx="330">
                  <c:v>43.365751066079518</c:v>
                </c:pt>
                <c:pt idx="331">
                  <c:v>43.396059728053615</c:v>
                </c:pt>
                <c:pt idx="332">
                  <c:v>43.392263834390157</c:v>
                </c:pt>
                <c:pt idx="333">
                  <c:v>43.399699217386903</c:v>
                </c:pt>
                <c:pt idx="334">
                  <c:v>43.368897553192262</c:v>
                </c:pt>
                <c:pt idx="335">
                  <c:v>43.322167882305088</c:v>
                </c:pt>
                <c:pt idx="336">
                  <c:v>43.305582320264811</c:v>
                </c:pt>
                <c:pt idx="337">
                  <c:v>43.27912803928772</c:v>
                </c:pt>
                <c:pt idx="338">
                  <c:v>43.211363694612004</c:v>
                </c:pt>
                <c:pt idx="339">
                  <c:v>43.134393575067833</c:v>
                </c:pt>
                <c:pt idx="340">
                  <c:v>43.090692890897465</c:v>
                </c:pt>
                <c:pt idx="341">
                  <c:v>43.084997670364075</c:v>
                </c:pt>
                <c:pt idx="342">
                  <c:v>43.003492876702786</c:v>
                </c:pt>
                <c:pt idx="343">
                  <c:v>42.966358282890745</c:v>
                </c:pt>
                <c:pt idx="344">
                  <c:v>43.027672591849758</c:v>
                </c:pt>
                <c:pt idx="345">
                  <c:v>42.969633047840667</c:v>
                </c:pt>
                <c:pt idx="346">
                  <c:v>42.988321656676725</c:v>
                </c:pt>
                <c:pt idx="347">
                  <c:v>42.97088112810895</c:v>
                </c:pt>
                <c:pt idx="348">
                  <c:v>42.966858513882855</c:v>
                </c:pt>
                <c:pt idx="349">
                  <c:v>42.963187086522481</c:v>
                </c:pt>
                <c:pt idx="350">
                  <c:v>43.075156289326983</c:v>
                </c:pt>
                <c:pt idx="351">
                  <c:v>43.174851958044215</c:v>
                </c:pt>
                <c:pt idx="352">
                  <c:v>43.141442284502105</c:v>
                </c:pt>
                <c:pt idx="353">
                  <c:v>43.165800353158353</c:v>
                </c:pt>
                <c:pt idx="354">
                  <c:v>43.185243645745508</c:v>
                </c:pt>
                <c:pt idx="355">
                  <c:v>43.295570208786643</c:v>
                </c:pt>
                <c:pt idx="356">
                  <c:v>43.552837982857298</c:v>
                </c:pt>
                <c:pt idx="357">
                  <c:v>43.539037600783864</c:v>
                </c:pt>
                <c:pt idx="358">
                  <c:v>43.484475621625073</c:v>
                </c:pt>
                <c:pt idx="359">
                  <c:v>43.753895486420753</c:v>
                </c:pt>
                <c:pt idx="360">
                  <c:v>43.748868730108562</c:v>
                </c:pt>
                <c:pt idx="361">
                  <c:v>43.629310105756929</c:v>
                </c:pt>
                <c:pt idx="362">
                  <c:v>43.590647218204417</c:v>
                </c:pt>
                <c:pt idx="363">
                  <c:v>43.60180292134374</c:v>
                </c:pt>
                <c:pt idx="364">
                  <c:v>43.540587186542396</c:v>
                </c:pt>
                <c:pt idx="365">
                  <c:v>43.396100603470998</c:v>
                </c:pt>
                <c:pt idx="366">
                  <c:v>43.32923052355364</c:v>
                </c:pt>
                <c:pt idx="367">
                  <c:v>43.323999915883384</c:v>
                </c:pt>
                <c:pt idx="368">
                  <c:v>43.232271142021048</c:v>
                </c:pt>
                <c:pt idx="369">
                  <c:v>43.102320698535912</c:v>
                </c:pt>
                <c:pt idx="370">
                  <c:v>43.04622293400066</c:v>
                </c:pt>
                <c:pt idx="371">
                  <c:v>42.912810828962662</c:v>
                </c:pt>
                <c:pt idx="372">
                  <c:v>42.89050099987054</c:v>
                </c:pt>
                <c:pt idx="373">
                  <c:v>42.83178865437732</c:v>
                </c:pt>
                <c:pt idx="374">
                  <c:v>42.808577463187483</c:v>
                </c:pt>
                <c:pt idx="375">
                  <c:v>42.737274569115932</c:v>
                </c:pt>
                <c:pt idx="376">
                  <c:v>42.639784464318453</c:v>
                </c:pt>
                <c:pt idx="377">
                  <c:v>42.55440150043011</c:v>
                </c:pt>
                <c:pt idx="378">
                  <c:v>42.455960089295047</c:v>
                </c:pt>
                <c:pt idx="379">
                  <c:v>42.384309951324084</c:v>
                </c:pt>
                <c:pt idx="380">
                  <c:v>42.342555909619328</c:v>
                </c:pt>
                <c:pt idx="381">
                  <c:v>42.24793667858976</c:v>
                </c:pt>
                <c:pt idx="382">
                  <c:v>42.188298196027198</c:v>
                </c:pt>
                <c:pt idx="383">
                  <c:v>42.095492138053764</c:v>
                </c:pt>
                <c:pt idx="384">
                  <c:v>42.031947785925844</c:v>
                </c:pt>
                <c:pt idx="385">
                  <c:v>42.006720818927818</c:v>
                </c:pt>
                <c:pt idx="386">
                  <c:v>41.974240929698887</c:v>
                </c:pt>
                <c:pt idx="387">
                  <c:v>41.939606373673605</c:v>
                </c:pt>
                <c:pt idx="388">
                  <c:v>41.903919702805489</c:v>
                </c:pt>
                <c:pt idx="389">
                  <c:v>41.879223064775708</c:v>
                </c:pt>
                <c:pt idx="390">
                  <c:v>41.8613231806332</c:v>
                </c:pt>
                <c:pt idx="391">
                  <c:v>41.860546941999623</c:v>
                </c:pt>
                <c:pt idx="392">
                  <c:v>41.881081220505791</c:v>
                </c:pt>
                <c:pt idx="393">
                  <c:v>41.876548485013771</c:v>
                </c:pt>
                <c:pt idx="394">
                  <c:v>41.875062972457727</c:v>
                </c:pt>
                <c:pt idx="395">
                  <c:v>41.879225791994074</c:v>
                </c:pt>
                <c:pt idx="396">
                  <c:v>41.87485419239178</c:v>
                </c:pt>
                <c:pt idx="397">
                  <c:v>41.866386475099837</c:v>
                </c:pt>
                <c:pt idx="398">
                  <c:v>41.85132703816857</c:v>
                </c:pt>
                <c:pt idx="399">
                  <c:v>41.817176678405751</c:v>
                </c:pt>
                <c:pt idx="400">
                  <c:v>41.837380437761261</c:v>
                </c:pt>
                <c:pt idx="401">
                  <c:v>41.822913858672258</c:v>
                </c:pt>
                <c:pt idx="402">
                  <c:v>41.814649795590057</c:v>
                </c:pt>
                <c:pt idx="403">
                  <c:v>41.789442181984981</c:v>
                </c:pt>
                <c:pt idx="404">
                  <c:v>41.776655536548994</c:v>
                </c:pt>
                <c:pt idx="405">
                  <c:v>41.758337993700451</c:v>
                </c:pt>
                <c:pt idx="406">
                  <c:v>41.731485538842492</c:v>
                </c:pt>
                <c:pt idx="407">
                  <c:v>41.691748291545558</c:v>
                </c:pt>
                <c:pt idx="408">
                  <c:v>41.67968685618753</c:v>
                </c:pt>
                <c:pt idx="409">
                  <c:v>41.664040196570014</c:v>
                </c:pt>
                <c:pt idx="410">
                  <c:v>41.638617001282121</c:v>
                </c:pt>
                <c:pt idx="411">
                  <c:v>41.622267516134947</c:v>
                </c:pt>
                <c:pt idx="412">
                  <c:v>41.617832434775124</c:v>
                </c:pt>
                <c:pt idx="413">
                  <c:v>41.603092862770971</c:v>
                </c:pt>
                <c:pt idx="414">
                  <c:v>41.601260763476567</c:v>
                </c:pt>
                <c:pt idx="415">
                  <c:v>41.597791643145776</c:v>
                </c:pt>
                <c:pt idx="416">
                  <c:v>41.587983202306376</c:v>
                </c:pt>
                <c:pt idx="417">
                  <c:v>41.585887532143389</c:v>
                </c:pt>
                <c:pt idx="418">
                  <c:v>41.567364433425311</c:v>
                </c:pt>
                <c:pt idx="419">
                  <c:v>41.561256035202803</c:v>
                </c:pt>
                <c:pt idx="420">
                  <c:v>41.551913119037494</c:v>
                </c:pt>
                <c:pt idx="421">
                  <c:v>41.551251066243807</c:v>
                </c:pt>
                <c:pt idx="422">
                  <c:v>41.551024058173212</c:v>
                </c:pt>
                <c:pt idx="423">
                  <c:v>41.542297982121276</c:v>
                </c:pt>
                <c:pt idx="424">
                  <c:v>41.538345519837392</c:v>
                </c:pt>
                <c:pt idx="425">
                  <c:v>41.545982618418776</c:v>
                </c:pt>
                <c:pt idx="426">
                  <c:v>41.541186176518714</c:v>
                </c:pt>
                <c:pt idx="427">
                  <c:v>41.522200321417472</c:v>
                </c:pt>
                <c:pt idx="428">
                  <c:v>41.512048242849922</c:v>
                </c:pt>
                <c:pt idx="429">
                  <c:v>41.518251229137604</c:v>
                </c:pt>
                <c:pt idx="430">
                  <c:v>41.511920220689468</c:v>
                </c:pt>
                <c:pt idx="431">
                  <c:v>41.547503046762927</c:v>
                </c:pt>
                <c:pt idx="432">
                  <c:v>41.537424044504263</c:v>
                </c:pt>
                <c:pt idx="433">
                  <c:v>41.54765009886988</c:v>
                </c:pt>
                <c:pt idx="434">
                  <c:v>41.567642293439498</c:v>
                </c:pt>
                <c:pt idx="435">
                  <c:v>41.624177185076924</c:v>
                </c:pt>
                <c:pt idx="436">
                  <c:v>41.627563568831377</c:v>
                </c:pt>
                <c:pt idx="437">
                  <c:v>41.645939286861967</c:v>
                </c:pt>
                <c:pt idx="438">
                  <c:v>41.775908048711408</c:v>
                </c:pt>
                <c:pt idx="439">
                  <c:v>41.930030124262579</c:v>
                </c:pt>
                <c:pt idx="440">
                  <c:v>41.885858321334666</c:v>
                </c:pt>
                <c:pt idx="441">
                  <c:v>41.771754445858804</c:v>
                </c:pt>
                <c:pt idx="442">
                  <c:v>41.801691729693886</c:v>
                </c:pt>
                <c:pt idx="443">
                  <c:v>41.838271515288525</c:v>
                </c:pt>
                <c:pt idx="444">
                  <c:v>41.837130650845737</c:v>
                </c:pt>
                <c:pt idx="445">
                  <c:v>41.844313026837803</c:v>
                </c:pt>
                <c:pt idx="446">
                  <c:v>41.877894449420616</c:v>
                </c:pt>
                <c:pt idx="447">
                  <c:v>41.852047089532277</c:v>
                </c:pt>
                <c:pt idx="448">
                  <c:v>41.829451263950709</c:v>
                </c:pt>
                <c:pt idx="449">
                  <c:v>41.838828360705186</c:v>
                </c:pt>
                <c:pt idx="450">
                  <c:v>41.866523986049785</c:v>
                </c:pt>
                <c:pt idx="451">
                  <c:v>41.9186595623176</c:v>
                </c:pt>
                <c:pt idx="452">
                  <c:v>41.922705604335157</c:v>
                </c:pt>
                <c:pt idx="453">
                  <c:v>41.898040181455315</c:v>
                </c:pt>
                <c:pt idx="454">
                  <c:v>41.888677377953691</c:v>
                </c:pt>
                <c:pt idx="455">
                  <c:v>41.901402677405557</c:v>
                </c:pt>
                <c:pt idx="456">
                  <c:v>41.912378088410506</c:v>
                </c:pt>
                <c:pt idx="457">
                  <c:v>41.924781050366796</c:v>
                </c:pt>
                <c:pt idx="458">
                  <c:v>41.913572018608171</c:v>
                </c:pt>
                <c:pt idx="459">
                  <c:v>41.93764997236638</c:v>
                </c:pt>
                <c:pt idx="460">
                  <c:v>41.94792228676274</c:v>
                </c:pt>
                <c:pt idx="461">
                  <c:v>41.951707271552749</c:v>
                </c:pt>
                <c:pt idx="462">
                  <c:v>41.957042466404289</c:v>
                </c:pt>
                <c:pt idx="463">
                  <c:v>41.956278253817942</c:v>
                </c:pt>
                <c:pt idx="464">
                  <c:v>41.959469460740209</c:v>
                </c:pt>
                <c:pt idx="465">
                  <c:v>41.968833677138093</c:v>
                </c:pt>
                <c:pt idx="466">
                  <c:v>41.958216517480153</c:v>
                </c:pt>
                <c:pt idx="467">
                  <c:v>41.967702308672486</c:v>
                </c:pt>
                <c:pt idx="468">
                  <c:v>41.995253588592213</c:v>
                </c:pt>
                <c:pt idx="469">
                  <c:v>42.005506845318088</c:v>
                </c:pt>
                <c:pt idx="470">
                  <c:v>42.014018428110198</c:v>
                </c:pt>
                <c:pt idx="471">
                  <c:v>42.023187237669525</c:v>
                </c:pt>
                <c:pt idx="472">
                  <c:v>42.028930923830437</c:v>
                </c:pt>
                <c:pt idx="473">
                  <c:v>42.027233739699824</c:v>
                </c:pt>
                <c:pt idx="474">
                  <c:v>42.038952202705268</c:v>
                </c:pt>
                <c:pt idx="475">
                  <c:v>42.057673439587511</c:v>
                </c:pt>
                <c:pt idx="476">
                  <c:v>42.063642564847008</c:v>
                </c:pt>
                <c:pt idx="477">
                  <c:v>42.05561166250574</c:v>
                </c:pt>
                <c:pt idx="478">
                  <c:v>42.051641226867112</c:v>
                </c:pt>
                <c:pt idx="479">
                  <c:v>42.051277291077</c:v>
                </c:pt>
                <c:pt idx="480">
                  <c:v>42.05948023818145</c:v>
                </c:pt>
                <c:pt idx="481">
                  <c:v>42.076302969645077</c:v>
                </c:pt>
                <c:pt idx="482">
                  <c:v>42.104425191086001</c:v>
                </c:pt>
                <c:pt idx="483">
                  <c:v>42.099562330739957</c:v>
                </c:pt>
                <c:pt idx="484">
                  <c:v>42.106276348050898</c:v>
                </c:pt>
                <c:pt idx="485">
                  <c:v>42.106776316178582</c:v>
                </c:pt>
                <c:pt idx="486">
                  <c:v>42.10038029910028</c:v>
                </c:pt>
                <c:pt idx="487">
                  <c:v>42.110643840396612</c:v>
                </c:pt>
                <c:pt idx="488">
                  <c:v>42.134290795079444</c:v>
                </c:pt>
                <c:pt idx="489">
                  <c:v>42.145721191538136</c:v>
                </c:pt>
                <c:pt idx="490">
                  <c:v>42.157882219653452</c:v>
                </c:pt>
                <c:pt idx="491">
                  <c:v>42.164967138661638</c:v>
                </c:pt>
                <c:pt idx="492">
                  <c:v>42.16280843032483</c:v>
                </c:pt>
                <c:pt idx="493">
                  <c:v>42.162453300492807</c:v>
                </c:pt>
                <c:pt idx="494">
                  <c:v>42.162006890990781</c:v>
                </c:pt>
                <c:pt idx="495">
                  <c:v>42.153696103757845</c:v>
                </c:pt>
                <c:pt idx="496">
                  <c:v>42.160795546025263</c:v>
                </c:pt>
                <c:pt idx="497">
                  <c:v>42.189338481971113</c:v>
                </c:pt>
                <c:pt idx="498">
                  <c:v>42.199840638445103</c:v>
                </c:pt>
                <c:pt idx="499">
                  <c:v>42.193824131873825</c:v>
                </c:pt>
                <c:pt idx="500">
                  <c:v>42.194505279303307</c:v>
                </c:pt>
                <c:pt idx="501">
                  <c:v>42.199132284548106</c:v>
                </c:pt>
                <c:pt idx="502">
                  <c:v>42.21529680350293</c:v>
                </c:pt>
                <c:pt idx="503">
                  <c:v>42.230050923409848</c:v>
                </c:pt>
                <c:pt idx="504">
                  <c:v>42.237930218696626</c:v>
                </c:pt>
                <c:pt idx="505">
                  <c:v>42.24109931214953</c:v>
                </c:pt>
                <c:pt idx="506">
                  <c:v>42.257825440938639</c:v>
                </c:pt>
                <c:pt idx="507">
                  <c:v>42.266106721640377</c:v>
                </c:pt>
                <c:pt idx="508">
                  <c:v>42.288796586968367</c:v>
                </c:pt>
                <c:pt idx="509">
                  <c:v>42.320593192994401</c:v>
                </c:pt>
                <c:pt idx="510">
                  <c:v>42.353737964916803</c:v>
                </c:pt>
                <c:pt idx="511">
                  <c:v>42.374906830991975</c:v>
                </c:pt>
                <c:pt idx="512">
                  <c:v>42.405788734550967</c:v>
                </c:pt>
                <c:pt idx="513">
                  <c:v>42.465014125676795</c:v>
                </c:pt>
                <c:pt idx="514">
                  <c:v>42.530749091310561</c:v>
                </c:pt>
                <c:pt idx="515">
                  <c:v>42.60647520498496</c:v>
                </c:pt>
                <c:pt idx="516">
                  <c:v>42.649670663739236</c:v>
                </c:pt>
                <c:pt idx="517">
                  <c:v>42.671359475638056</c:v>
                </c:pt>
                <c:pt idx="518">
                  <c:v>42.690027712481523</c:v>
                </c:pt>
                <c:pt idx="519">
                  <c:v>42.733809753190023</c:v>
                </c:pt>
                <c:pt idx="520">
                  <c:v>42.749456889249302</c:v>
                </c:pt>
                <c:pt idx="521">
                  <c:v>42.765164352693077</c:v>
                </c:pt>
                <c:pt idx="522">
                  <c:v>42.789089352216635</c:v>
                </c:pt>
                <c:pt idx="523">
                  <c:v>42.805566614115691</c:v>
                </c:pt>
                <c:pt idx="524">
                  <c:v>42.822889642287528</c:v>
                </c:pt>
                <c:pt idx="525">
                  <c:v>42.832984950354771</c:v>
                </c:pt>
                <c:pt idx="526">
                  <c:v>42.822399663007815</c:v>
                </c:pt>
                <c:pt idx="527">
                  <c:v>42.826829717085594</c:v>
                </c:pt>
                <c:pt idx="528">
                  <c:v>42.812412523649584</c:v>
                </c:pt>
                <c:pt idx="529">
                  <c:v>42.778928853773124</c:v>
                </c:pt>
                <c:pt idx="530">
                  <c:v>42.748764372933643</c:v>
                </c:pt>
                <c:pt idx="531">
                  <c:v>42.728646307379201</c:v>
                </c:pt>
                <c:pt idx="532">
                  <c:v>42.744480340041413</c:v>
                </c:pt>
                <c:pt idx="533">
                  <c:v>42.725979153537139</c:v>
                </c:pt>
                <c:pt idx="534">
                  <c:v>42.723704456274803</c:v>
                </c:pt>
                <c:pt idx="535">
                  <c:v>42.708559522690784</c:v>
                </c:pt>
                <c:pt idx="536">
                  <c:v>42.706396937103776</c:v>
                </c:pt>
                <c:pt idx="537">
                  <c:v>42.728710052001155</c:v>
                </c:pt>
                <c:pt idx="538">
                  <c:v>42.760389946224514</c:v>
                </c:pt>
                <c:pt idx="539">
                  <c:v>42.764160079174765</c:v>
                </c:pt>
                <c:pt idx="540">
                  <c:v>42.761630797721232</c:v>
                </c:pt>
                <c:pt idx="541">
                  <c:v>42.802841761533344</c:v>
                </c:pt>
                <c:pt idx="542">
                  <c:v>42.837990283216698</c:v>
                </c:pt>
                <c:pt idx="543">
                  <c:v>42.852412471076704</c:v>
                </c:pt>
                <c:pt idx="544">
                  <c:v>42.867866007490321</c:v>
                </c:pt>
                <c:pt idx="545">
                  <c:v>42.872784989390134</c:v>
                </c:pt>
                <c:pt idx="546">
                  <c:v>42.917101170600979</c:v>
                </c:pt>
                <c:pt idx="547">
                  <c:v>42.968330028908518</c:v>
                </c:pt>
                <c:pt idx="548">
                  <c:v>42.971172119022384</c:v>
                </c:pt>
                <c:pt idx="549">
                  <c:v>42.96131233747586</c:v>
                </c:pt>
                <c:pt idx="550">
                  <c:v>42.979623473004153</c:v>
                </c:pt>
                <c:pt idx="551">
                  <c:v>43.000610436900381</c:v>
                </c:pt>
                <c:pt idx="552">
                  <c:v>43.006410803201952</c:v>
                </c:pt>
                <c:pt idx="553">
                  <c:v>42.995232888019103</c:v>
                </c:pt>
                <c:pt idx="554">
                  <c:v>43.022425423721018</c:v>
                </c:pt>
                <c:pt idx="555">
                  <c:v>42.995091335528691</c:v>
                </c:pt>
                <c:pt idx="556">
                  <c:v>42.920418256722598</c:v>
                </c:pt>
                <c:pt idx="557">
                  <c:v>42.880696419852313</c:v>
                </c:pt>
                <c:pt idx="558">
                  <c:v>42.894854297537549</c:v>
                </c:pt>
                <c:pt idx="559">
                  <c:v>42.852380007320775</c:v>
                </c:pt>
                <c:pt idx="560">
                  <c:v>42.779404769806341</c:v>
                </c:pt>
                <c:pt idx="561">
                  <c:v>42.711914987017785</c:v>
                </c:pt>
                <c:pt idx="562">
                  <c:v>42.691165521125427</c:v>
                </c:pt>
                <c:pt idx="563">
                  <c:v>42.647232727671806</c:v>
                </c:pt>
                <c:pt idx="564">
                  <c:v>42.630227108287656</c:v>
                </c:pt>
                <c:pt idx="565">
                  <c:v>42.6042194339609</c:v>
                </c:pt>
                <c:pt idx="566">
                  <c:v>42.565177627346316</c:v>
                </c:pt>
                <c:pt idx="567">
                  <c:v>42.607993772741878</c:v>
                </c:pt>
                <c:pt idx="568">
                  <c:v>42.56220469646717</c:v>
                </c:pt>
                <c:pt idx="569">
                  <c:v>42.514237262740217</c:v>
                </c:pt>
                <c:pt idx="570">
                  <c:v>42.397422614357524</c:v>
                </c:pt>
                <c:pt idx="571">
                  <c:v>42.340776448925119</c:v>
                </c:pt>
                <c:pt idx="572">
                  <c:v>42.293563304652636</c:v>
                </c:pt>
                <c:pt idx="573">
                  <c:v>42.226849694781549</c:v>
                </c:pt>
                <c:pt idx="574">
                  <c:v>42.121231822103873</c:v>
                </c:pt>
                <c:pt idx="575">
                  <c:v>42.124872888623685</c:v>
                </c:pt>
                <c:pt idx="576">
                  <c:v>42.183302589148823</c:v>
                </c:pt>
                <c:pt idx="577">
                  <c:v>42.24411338131047</c:v>
                </c:pt>
                <c:pt idx="578">
                  <c:v>42.158595370826127</c:v>
                </c:pt>
                <c:pt idx="579">
                  <c:v>41.936240000473155</c:v>
                </c:pt>
                <c:pt idx="580">
                  <c:v>41.688935592959702</c:v>
                </c:pt>
                <c:pt idx="581">
                  <c:v>41.723068850106166</c:v>
                </c:pt>
                <c:pt idx="582">
                  <c:v>41.430920593915872</c:v>
                </c:pt>
                <c:pt idx="583">
                  <c:v>41.12531128076089</c:v>
                </c:pt>
                <c:pt idx="584">
                  <c:v>41.226836567989551</c:v>
                </c:pt>
                <c:pt idx="585">
                  <c:v>41.349401917727377</c:v>
                </c:pt>
                <c:pt idx="586">
                  <c:v>41.787165381807284</c:v>
                </c:pt>
                <c:pt idx="587">
                  <c:v>41.394249183641683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77BE-418F-8705-C8EC33B01BAD}"/>
            </c:ext>
          </c:extLst>
        </c:ser>
        <c:ser>
          <c:idx val="28"/>
          <c:order val="28"/>
          <c:tx>
            <c:strRef>
              <c:f>Sheet2!$AD$1</c:f>
              <c:strCache>
                <c:ptCount val="1"/>
                <c:pt idx="0">
                  <c:v>S29_z_o/O-PTIR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Sheet2!$AD$2:$AD$589</c:f>
              <c:numCache>
                <c:formatCode>General</c:formatCode>
                <c:ptCount val="588"/>
                <c:pt idx="0">
                  <c:v>43.024008876529024</c:v>
                </c:pt>
                <c:pt idx="1">
                  <c:v>42.952698002559146</c:v>
                </c:pt>
                <c:pt idx="2">
                  <c:v>43.127557691116216</c:v>
                </c:pt>
                <c:pt idx="3">
                  <c:v>43.23665481554783</c:v>
                </c:pt>
                <c:pt idx="4">
                  <c:v>43.396666793218209</c:v>
                </c:pt>
                <c:pt idx="5">
                  <c:v>43.457893891357195</c:v>
                </c:pt>
                <c:pt idx="6">
                  <c:v>43.415734513585143</c:v>
                </c:pt>
                <c:pt idx="7">
                  <c:v>43.428147921106529</c:v>
                </c:pt>
                <c:pt idx="8">
                  <c:v>43.417659714947398</c:v>
                </c:pt>
                <c:pt idx="9">
                  <c:v>43.397427400947549</c:v>
                </c:pt>
                <c:pt idx="10">
                  <c:v>43.474427788145796</c:v>
                </c:pt>
                <c:pt idx="11">
                  <c:v>43.47050256749165</c:v>
                </c:pt>
                <c:pt idx="12">
                  <c:v>43.465460395530862</c:v>
                </c:pt>
                <c:pt idx="13">
                  <c:v>43.469337942942239</c:v>
                </c:pt>
                <c:pt idx="14">
                  <c:v>43.445920023714187</c:v>
                </c:pt>
                <c:pt idx="15">
                  <c:v>43.471956230398163</c:v>
                </c:pt>
                <c:pt idx="16">
                  <c:v>43.46518715550517</c:v>
                </c:pt>
                <c:pt idx="17">
                  <c:v>43.459438108691778</c:v>
                </c:pt>
                <c:pt idx="18">
                  <c:v>43.47609690813978</c:v>
                </c:pt>
                <c:pt idx="19">
                  <c:v>43.476761829302092</c:v>
                </c:pt>
                <c:pt idx="20">
                  <c:v>43.483449562883976</c:v>
                </c:pt>
                <c:pt idx="21">
                  <c:v>43.515842047354923</c:v>
                </c:pt>
                <c:pt idx="22">
                  <c:v>43.531990168058385</c:v>
                </c:pt>
                <c:pt idx="23">
                  <c:v>43.54009913313844</c:v>
                </c:pt>
                <c:pt idx="24">
                  <c:v>43.545381464470076</c:v>
                </c:pt>
                <c:pt idx="25">
                  <c:v>43.545575125425145</c:v>
                </c:pt>
                <c:pt idx="26">
                  <c:v>43.547318506851774</c:v>
                </c:pt>
                <c:pt idx="27">
                  <c:v>43.542749852002714</c:v>
                </c:pt>
                <c:pt idx="28">
                  <c:v>43.539120564085138</c:v>
                </c:pt>
                <c:pt idx="29">
                  <c:v>43.537268109247037</c:v>
                </c:pt>
                <c:pt idx="30">
                  <c:v>43.531015185319063</c:v>
                </c:pt>
                <c:pt idx="31">
                  <c:v>43.538676293982277</c:v>
                </c:pt>
                <c:pt idx="32">
                  <c:v>43.551505590259673</c:v>
                </c:pt>
                <c:pt idx="33">
                  <c:v>43.558943605459952</c:v>
                </c:pt>
                <c:pt idx="34">
                  <c:v>43.576098058233576</c:v>
                </c:pt>
                <c:pt idx="35">
                  <c:v>43.586616531646065</c:v>
                </c:pt>
                <c:pt idx="36">
                  <c:v>43.609937465814077</c:v>
                </c:pt>
                <c:pt idx="37">
                  <c:v>43.628111544752805</c:v>
                </c:pt>
                <c:pt idx="38">
                  <c:v>43.658130847778658</c:v>
                </c:pt>
                <c:pt idx="39">
                  <c:v>43.700005330004572</c:v>
                </c:pt>
                <c:pt idx="40">
                  <c:v>43.731233468174615</c:v>
                </c:pt>
                <c:pt idx="41">
                  <c:v>43.78537295872264</c:v>
                </c:pt>
                <c:pt idx="42">
                  <c:v>43.833568690341203</c:v>
                </c:pt>
                <c:pt idx="43">
                  <c:v>43.868539703649269</c:v>
                </c:pt>
                <c:pt idx="44">
                  <c:v>43.910020927997081</c:v>
                </c:pt>
                <c:pt idx="45">
                  <c:v>43.946507344461871</c:v>
                </c:pt>
                <c:pt idx="46">
                  <c:v>43.982459461976227</c:v>
                </c:pt>
                <c:pt idx="47">
                  <c:v>44.004909416510422</c:v>
                </c:pt>
                <c:pt idx="48">
                  <c:v>44.020551063113317</c:v>
                </c:pt>
                <c:pt idx="49">
                  <c:v>44.034186909038837</c:v>
                </c:pt>
                <c:pt idx="50">
                  <c:v>44.033644819130437</c:v>
                </c:pt>
                <c:pt idx="51">
                  <c:v>44.03355720176986</c:v>
                </c:pt>
                <c:pt idx="52">
                  <c:v>44.045123991859313</c:v>
                </c:pt>
                <c:pt idx="53">
                  <c:v>44.06275010675467</c:v>
                </c:pt>
                <c:pt idx="54">
                  <c:v>44.083322935083885</c:v>
                </c:pt>
                <c:pt idx="55">
                  <c:v>44.09752721177567</c:v>
                </c:pt>
                <c:pt idx="56">
                  <c:v>44.111716648547535</c:v>
                </c:pt>
                <c:pt idx="57">
                  <c:v>44.125110912943214</c:v>
                </c:pt>
                <c:pt idx="58">
                  <c:v>44.134615510659572</c:v>
                </c:pt>
                <c:pt idx="59">
                  <c:v>44.140664880352524</c:v>
                </c:pt>
                <c:pt idx="60">
                  <c:v>44.151523620762383</c:v>
                </c:pt>
                <c:pt idx="61">
                  <c:v>44.150369074991929</c:v>
                </c:pt>
                <c:pt idx="62">
                  <c:v>44.13968111732725</c:v>
                </c:pt>
                <c:pt idx="63">
                  <c:v>44.137970940221464</c:v>
                </c:pt>
                <c:pt idx="64">
                  <c:v>44.150370064319922</c:v>
                </c:pt>
                <c:pt idx="65">
                  <c:v>44.156005276580863</c:v>
                </c:pt>
                <c:pt idx="66">
                  <c:v>44.157399116060169</c:v>
                </c:pt>
                <c:pt idx="67">
                  <c:v>44.170677258082407</c:v>
                </c:pt>
                <c:pt idx="68">
                  <c:v>44.182086930519617</c:v>
                </c:pt>
                <c:pt idx="69">
                  <c:v>44.190589586308789</c:v>
                </c:pt>
                <c:pt idx="70">
                  <c:v>44.193564619256499</c:v>
                </c:pt>
                <c:pt idx="71">
                  <c:v>44.189005548522395</c:v>
                </c:pt>
                <c:pt idx="72">
                  <c:v>44.189138118473757</c:v>
                </c:pt>
                <c:pt idx="73">
                  <c:v>44.17885838227312</c:v>
                </c:pt>
                <c:pt idx="74">
                  <c:v>44.177067080271726</c:v>
                </c:pt>
                <c:pt idx="75">
                  <c:v>44.164332697648874</c:v>
                </c:pt>
                <c:pt idx="76">
                  <c:v>44.154013388328423</c:v>
                </c:pt>
                <c:pt idx="77">
                  <c:v>44.156294531353474</c:v>
                </c:pt>
                <c:pt idx="78">
                  <c:v>44.154822534962541</c:v>
                </c:pt>
                <c:pt idx="79">
                  <c:v>44.149070087334167</c:v>
                </c:pt>
                <c:pt idx="80">
                  <c:v>44.145907082067353</c:v>
                </c:pt>
                <c:pt idx="81">
                  <c:v>44.144942487271983</c:v>
                </c:pt>
                <c:pt idx="82">
                  <c:v>44.14949821902411</c:v>
                </c:pt>
                <c:pt idx="83">
                  <c:v>44.153799075151454</c:v>
                </c:pt>
                <c:pt idx="84">
                  <c:v>44.153150694316572</c:v>
                </c:pt>
                <c:pt idx="85">
                  <c:v>44.146489548924556</c:v>
                </c:pt>
                <c:pt idx="86">
                  <c:v>44.134095000468072</c:v>
                </c:pt>
                <c:pt idx="87">
                  <c:v>44.120740927522199</c:v>
                </c:pt>
                <c:pt idx="88">
                  <c:v>44.109274987055258</c:v>
                </c:pt>
                <c:pt idx="89">
                  <c:v>44.102915586701798</c:v>
                </c:pt>
                <c:pt idx="90">
                  <c:v>44.086521679824521</c:v>
                </c:pt>
                <c:pt idx="91">
                  <c:v>44.0667640577634</c:v>
                </c:pt>
                <c:pt idx="92">
                  <c:v>44.047432217738226</c:v>
                </c:pt>
                <c:pt idx="93">
                  <c:v>44.022377238926545</c:v>
                </c:pt>
                <c:pt idx="94">
                  <c:v>43.993614196955662</c:v>
                </c:pt>
                <c:pt idx="95">
                  <c:v>43.965480429422762</c:v>
                </c:pt>
                <c:pt idx="96">
                  <c:v>43.942199995869551</c:v>
                </c:pt>
                <c:pt idx="97">
                  <c:v>43.918536877881188</c:v>
                </c:pt>
                <c:pt idx="98">
                  <c:v>43.894577641657236</c:v>
                </c:pt>
                <c:pt idx="99">
                  <c:v>43.864198903404116</c:v>
                </c:pt>
                <c:pt idx="100">
                  <c:v>43.832486736512394</c:v>
                </c:pt>
                <c:pt idx="101">
                  <c:v>43.804783079325432</c:v>
                </c:pt>
                <c:pt idx="102">
                  <c:v>43.782160487056068</c:v>
                </c:pt>
                <c:pt idx="103">
                  <c:v>43.774677086433996</c:v>
                </c:pt>
                <c:pt idx="104">
                  <c:v>43.748304199066645</c:v>
                </c:pt>
                <c:pt idx="105">
                  <c:v>43.725994481775771</c:v>
                </c:pt>
                <c:pt idx="106">
                  <c:v>43.705644252245492</c:v>
                </c:pt>
                <c:pt idx="107">
                  <c:v>43.684488586061086</c:v>
                </c:pt>
                <c:pt idx="108">
                  <c:v>43.666572350731116</c:v>
                </c:pt>
                <c:pt idx="109">
                  <c:v>43.64378911632852</c:v>
                </c:pt>
                <c:pt idx="110">
                  <c:v>43.617748643167573</c:v>
                </c:pt>
                <c:pt idx="111">
                  <c:v>43.585323789121276</c:v>
                </c:pt>
                <c:pt idx="112">
                  <c:v>43.556949367553528</c:v>
                </c:pt>
                <c:pt idx="113">
                  <c:v>43.531333810766533</c:v>
                </c:pt>
                <c:pt idx="114">
                  <c:v>43.51306265401827</c:v>
                </c:pt>
                <c:pt idx="115">
                  <c:v>43.493792708825808</c:v>
                </c:pt>
                <c:pt idx="116">
                  <c:v>43.475525231141027</c:v>
                </c:pt>
                <c:pt idx="117">
                  <c:v>43.456513747887321</c:v>
                </c:pt>
                <c:pt idx="118">
                  <c:v>43.441908422359454</c:v>
                </c:pt>
                <c:pt idx="119">
                  <c:v>43.422197947960605</c:v>
                </c:pt>
                <c:pt idx="120">
                  <c:v>43.414967258808325</c:v>
                </c:pt>
                <c:pt idx="121">
                  <c:v>43.415285296842299</c:v>
                </c:pt>
                <c:pt idx="122">
                  <c:v>43.415995943507887</c:v>
                </c:pt>
                <c:pt idx="123">
                  <c:v>43.410696360769336</c:v>
                </c:pt>
                <c:pt idx="124">
                  <c:v>43.399803457627144</c:v>
                </c:pt>
                <c:pt idx="125">
                  <c:v>43.405820766909748</c:v>
                </c:pt>
                <c:pt idx="126">
                  <c:v>43.396705469759517</c:v>
                </c:pt>
                <c:pt idx="127">
                  <c:v>43.377997586534356</c:v>
                </c:pt>
                <c:pt idx="128">
                  <c:v>43.371666258362758</c:v>
                </c:pt>
                <c:pt idx="129">
                  <c:v>43.369825984625592</c:v>
                </c:pt>
                <c:pt idx="130">
                  <c:v>43.378522455952336</c:v>
                </c:pt>
                <c:pt idx="131">
                  <c:v>43.365498787640377</c:v>
                </c:pt>
                <c:pt idx="132">
                  <c:v>43.353938984679885</c:v>
                </c:pt>
                <c:pt idx="133">
                  <c:v>43.356493862394615</c:v>
                </c:pt>
                <c:pt idx="134">
                  <c:v>43.368138531147196</c:v>
                </c:pt>
                <c:pt idx="135">
                  <c:v>43.374089802786123</c:v>
                </c:pt>
                <c:pt idx="136">
                  <c:v>43.379024663575926</c:v>
                </c:pt>
                <c:pt idx="137">
                  <c:v>43.369574355233304</c:v>
                </c:pt>
                <c:pt idx="138">
                  <c:v>43.389214556427994</c:v>
                </c:pt>
                <c:pt idx="139">
                  <c:v>43.417421565149041</c:v>
                </c:pt>
                <c:pt idx="140">
                  <c:v>43.442699328258655</c:v>
                </c:pt>
                <c:pt idx="141">
                  <c:v>43.465481480583755</c:v>
                </c:pt>
                <c:pt idx="142">
                  <c:v>43.485680126515263</c:v>
                </c:pt>
                <c:pt idx="143">
                  <c:v>43.508848395007007</c:v>
                </c:pt>
                <c:pt idx="144">
                  <c:v>43.540962012649302</c:v>
                </c:pt>
                <c:pt idx="145">
                  <c:v>43.569807601674782</c:v>
                </c:pt>
                <c:pt idx="146">
                  <c:v>43.600328617660224</c:v>
                </c:pt>
                <c:pt idx="147">
                  <c:v>43.621201892534991</c:v>
                </c:pt>
                <c:pt idx="148">
                  <c:v>43.636431793192855</c:v>
                </c:pt>
                <c:pt idx="149">
                  <c:v>43.659726139170992</c:v>
                </c:pt>
                <c:pt idx="150">
                  <c:v>43.676283717998487</c:v>
                </c:pt>
                <c:pt idx="151">
                  <c:v>43.694940465332898</c:v>
                </c:pt>
                <c:pt idx="152">
                  <c:v>43.717098629941489</c:v>
                </c:pt>
                <c:pt idx="153">
                  <c:v>43.737657916843766</c:v>
                </c:pt>
                <c:pt idx="154">
                  <c:v>43.754064746817981</c:v>
                </c:pt>
                <c:pt idx="155">
                  <c:v>43.769521203586756</c:v>
                </c:pt>
                <c:pt idx="156">
                  <c:v>43.780816917805517</c:v>
                </c:pt>
                <c:pt idx="157">
                  <c:v>43.786356969079911</c:v>
                </c:pt>
                <c:pt idx="158">
                  <c:v>43.792033609450655</c:v>
                </c:pt>
                <c:pt idx="159">
                  <c:v>43.801638438459534</c:v>
                </c:pt>
                <c:pt idx="160">
                  <c:v>43.806475139362306</c:v>
                </c:pt>
                <c:pt idx="161">
                  <c:v>43.783581100224247</c:v>
                </c:pt>
                <c:pt idx="162">
                  <c:v>43.761253575029457</c:v>
                </c:pt>
                <c:pt idx="163">
                  <c:v>43.743514058412643</c:v>
                </c:pt>
                <c:pt idx="164">
                  <c:v>43.734550870441687</c:v>
                </c:pt>
                <c:pt idx="165">
                  <c:v>43.715706459953175</c:v>
                </c:pt>
                <c:pt idx="166">
                  <c:v>43.70064196256952</c:v>
                </c:pt>
                <c:pt idx="167">
                  <c:v>43.693784497403449</c:v>
                </c:pt>
                <c:pt idx="168">
                  <c:v>43.692665443774821</c:v>
                </c:pt>
                <c:pt idx="169">
                  <c:v>43.684182450879554</c:v>
                </c:pt>
                <c:pt idx="170">
                  <c:v>43.686285143867458</c:v>
                </c:pt>
                <c:pt idx="171">
                  <c:v>43.68714412789933</c:v>
                </c:pt>
                <c:pt idx="172">
                  <c:v>43.680084963488234</c:v>
                </c:pt>
                <c:pt idx="173">
                  <c:v>43.68206689662771</c:v>
                </c:pt>
                <c:pt idx="174">
                  <c:v>43.668571226112519</c:v>
                </c:pt>
                <c:pt idx="175">
                  <c:v>43.657674025576846</c:v>
                </c:pt>
                <c:pt idx="176">
                  <c:v>43.667248680081869</c:v>
                </c:pt>
                <c:pt idx="177">
                  <c:v>43.667726030839582</c:v>
                </c:pt>
                <c:pt idx="178">
                  <c:v>43.662664195984888</c:v>
                </c:pt>
                <c:pt idx="179">
                  <c:v>43.65857783853351</c:v>
                </c:pt>
                <c:pt idx="180">
                  <c:v>43.65115355025916</c:v>
                </c:pt>
                <c:pt idx="181">
                  <c:v>43.641009661158868</c:v>
                </c:pt>
                <c:pt idx="182">
                  <c:v>43.633873143665141</c:v>
                </c:pt>
                <c:pt idx="183">
                  <c:v>43.642478998730816</c:v>
                </c:pt>
                <c:pt idx="184">
                  <c:v>43.652159016667333</c:v>
                </c:pt>
                <c:pt idx="185">
                  <c:v>43.650737105006158</c:v>
                </c:pt>
                <c:pt idx="186">
                  <c:v>43.653013363224225</c:v>
                </c:pt>
                <c:pt idx="187">
                  <c:v>43.66110155241639</c:v>
                </c:pt>
                <c:pt idx="188">
                  <c:v>43.661975129036193</c:v>
                </c:pt>
                <c:pt idx="189">
                  <c:v>43.650157358800946</c:v>
                </c:pt>
                <c:pt idx="190">
                  <c:v>43.642278288813777</c:v>
                </c:pt>
                <c:pt idx="191">
                  <c:v>43.643992299565546</c:v>
                </c:pt>
                <c:pt idx="192">
                  <c:v>43.655219379154637</c:v>
                </c:pt>
                <c:pt idx="193">
                  <c:v>43.660879324615458</c:v>
                </c:pt>
                <c:pt idx="194">
                  <c:v>43.67012205957807</c:v>
                </c:pt>
                <c:pt idx="195">
                  <c:v>43.688353210375524</c:v>
                </c:pt>
                <c:pt idx="196">
                  <c:v>43.713231470474064</c:v>
                </c:pt>
                <c:pt idx="197">
                  <c:v>43.744943328200783</c:v>
                </c:pt>
                <c:pt idx="198">
                  <c:v>43.781830731668649</c:v>
                </c:pt>
                <c:pt idx="199">
                  <c:v>43.814366019452414</c:v>
                </c:pt>
                <c:pt idx="200">
                  <c:v>43.861574896395716</c:v>
                </c:pt>
                <c:pt idx="201">
                  <c:v>43.909991124491221</c:v>
                </c:pt>
                <c:pt idx="202">
                  <c:v>43.984035585138663</c:v>
                </c:pt>
                <c:pt idx="203">
                  <c:v>44.067719501274809</c:v>
                </c:pt>
                <c:pt idx="204">
                  <c:v>44.147480113579796</c:v>
                </c:pt>
                <c:pt idx="205">
                  <c:v>44.217567942409239</c:v>
                </c:pt>
                <c:pt idx="206">
                  <c:v>44.265806215131597</c:v>
                </c:pt>
                <c:pt idx="207">
                  <c:v>44.291068087160291</c:v>
                </c:pt>
                <c:pt idx="208">
                  <c:v>44.275375737497647</c:v>
                </c:pt>
                <c:pt idx="209">
                  <c:v>44.228795825827319</c:v>
                </c:pt>
                <c:pt idx="210">
                  <c:v>44.155053419383435</c:v>
                </c:pt>
                <c:pt idx="211">
                  <c:v>44.076239099305901</c:v>
                </c:pt>
                <c:pt idx="212">
                  <c:v>44.001653909076055</c:v>
                </c:pt>
                <c:pt idx="213">
                  <c:v>43.945358796492386</c:v>
                </c:pt>
                <c:pt idx="214">
                  <c:v>43.90889909188347</c:v>
                </c:pt>
                <c:pt idx="215">
                  <c:v>43.887618213874653</c:v>
                </c:pt>
                <c:pt idx="216">
                  <c:v>43.900502170523787</c:v>
                </c:pt>
                <c:pt idx="217">
                  <c:v>43.927710050719135</c:v>
                </c:pt>
                <c:pt idx="218">
                  <c:v>43.950306734961629</c:v>
                </c:pt>
                <c:pt idx="219">
                  <c:v>43.979590719955006</c:v>
                </c:pt>
                <c:pt idx="220">
                  <c:v>44.017776925581636</c:v>
                </c:pt>
                <c:pt idx="221">
                  <c:v>44.036432807254045</c:v>
                </c:pt>
                <c:pt idx="222">
                  <c:v>44.047464370898076</c:v>
                </c:pt>
                <c:pt idx="223">
                  <c:v>44.039595998019855</c:v>
                </c:pt>
                <c:pt idx="224">
                  <c:v>44.019133294263121</c:v>
                </c:pt>
                <c:pt idx="225">
                  <c:v>43.987603843885523</c:v>
                </c:pt>
                <c:pt idx="226">
                  <c:v>43.976389934725375</c:v>
                </c:pt>
                <c:pt idx="227">
                  <c:v>43.960608607376152</c:v>
                </c:pt>
                <c:pt idx="228">
                  <c:v>43.938482657760403</c:v>
                </c:pt>
                <c:pt idx="229">
                  <c:v>43.906230812447276</c:v>
                </c:pt>
                <c:pt idx="230">
                  <c:v>43.893185348002923</c:v>
                </c:pt>
                <c:pt idx="231">
                  <c:v>43.885118862193657</c:v>
                </c:pt>
                <c:pt idx="232">
                  <c:v>43.898245266034628</c:v>
                </c:pt>
                <c:pt idx="233">
                  <c:v>43.911439315177269</c:v>
                </c:pt>
                <c:pt idx="234">
                  <c:v>43.912415905574576</c:v>
                </c:pt>
                <c:pt idx="235">
                  <c:v>43.929610549798007</c:v>
                </c:pt>
                <c:pt idx="236">
                  <c:v>43.927007504176508</c:v>
                </c:pt>
                <c:pt idx="237">
                  <c:v>43.907888246004319</c:v>
                </c:pt>
                <c:pt idx="238">
                  <c:v>43.886298141163998</c:v>
                </c:pt>
                <c:pt idx="239">
                  <c:v>43.858769656865185</c:v>
                </c:pt>
                <c:pt idx="240">
                  <c:v>43.813260136252723</c:v>
                </c:pt>
                <c:pt idx="241">
                  <c:v>43.776995020093871</c:v>
                </c:pt>
                <c:pt idx="242">
                  <c:v>43.767811459311972</c:v>
                </c:pt>
                <c:pt idx="243">
                  <c:v>43.752864506460746</c:v>
                </c:pt>
                <c:pt idx="244">
                  <c:v>43.733205940865147</c:v>
                </c:pt>
                <c:pt idx="245">
                  <c:v>43.721565445840042</c:v>
                </c:pt>
                <c:pt idx="246">
                  <c:v>43.710022832453468</c:v>
                </c:pt>
                <c:pt idx="247">
                  <c:v>43.694554503748748</c:v>
                </c:pt>
                <c:pt idx="248">
                  <c:v>43.697056143250734</c:v>
                </c:pt>
                <c:pt idx="249">
                  <c:v>43.714264638066098</c:v>
                </c:pt>
                <c:pt idx="250">
                  <c:v>43.721260176320506</c:v>
                </c:pt>
                <c:pt idx="251">
                  <c:v>43.775759905924801</c:v>
                </c:pt>
                <c:pt idx="252">
                  <c:v>43.797401703152879</c:v>
                </c:pt>
                <c:pt idx="253">
                  <c:v>43.814496239749786</c:v>
                </c:pt>
                <c:pt idx="254">
                  <c:v>43.841804165738658</c:v>
                </c:pt>
                <c:pt idx="255">
                  <c:v>43.875717587419807</c:v>
                </c:pt>
                <c:pt idx="256">
                  <c:v>43.91462946513095</c:v>
                </c:pt>
                <c:pt idx="257">
                  <c:v>43.94352959086217</c:v>
                </c:pt>
                <c:pt idx="258">
                  <c:v>43.971983035003532</c:v>
                </c:pt>
                <c:pt idx="259">
                  <c:v>44</c:v>
                </c:pt>
                <c:pt idx="260">
                  <c:v>43.927945325283005</c:v>
                </c:pt>
                <c:pt idx="261">
                  <c:v>43.781592241788793</c:v>
                </c:pt>
                <c:pt idx="262">
                  <c:v>43.676499267835446</c:v>
                </c:pt>
                <c:pt idx="263">
                  <c:v>43.660032459851521</c:v>
                </c:pt>
                <c:pt idx="264">
                  <c:v>43.62160572385605</c:v>
                </c:pt>
                <c:pt idx="265">
                  <c:v>43.599392775209715</c:v>
                </c:pt>
                <c:pt idx="266">
                  <c:v>43.59713228440657</c:v>
                </c:pt>
                <c:pt idx="267">
                  <c:v>43.582489302581884</c:v>
                </c:pt>
                <c:pt idx="268">
                  <c:v>43.545080832425519</c:v>
                </c:pt>
                <c:pt idx="269">
                  <c:v>43.509211169216265</c:v>
                </c:pt>
                <c:pt idx="270">
                  <c:v>43.514007369504235</c:v>
                </c:pt>
                <c:pt idx="271">
                  <c:v>43.518724207137083</c:v>
                </c:pt>
                <c:pt idx="272">
                  <c:v>43.500938841350994</c:v>
                </c:pt>
                <c:pt idx="273">
                  <c:v>43.497957254105309</c:v>
                </c:pt>
                <c:pt idx="274">
                  <c:v>43.500286936035124</c:v>
                </c:pt>
                <c:pt idx="275">
                  <c:v>43.482612591399992</c:v>
                </c:pt>
                <c:pt idx="276">
                  <c:v>43.488680263660854</c:v>
                </c:pt>
                <c:pt idx="277">
                  <c:v>43.531420005968123</c:v>
                </c:pt>
                <c:pt idx="278">
                  <c:v>43.802598766777919</c:v>
                </c:pt>
                <c:pt idx="279">
                  <c:v>43.869379024787243</c:v>
                </c:pt>
                <c:pt idx="280">
                  <c:v>43.779923987456804</c:v>
                </c:pt>
                <c:pt idx="281">
                  <c:v>43.627348030872476</c:v>
                </c:pt>
                <c:pt idx="282">
                  <c:v>43.528629853689516</c:v>
                </c:pt>
                <c:pt idx="283">
                  <c:v>43.501648375022583</c:v>
                </c:pt>
                <c:pt idx="284">
                  <c:v>43.488717487126678</c:v>
                </c:pt>
                <c:pt idx="285">
                  <c:v>43.444804339984046</c:v>
                </c:pt>
                <c:pt idx="286">
                  <c:v>43.448744184142633</c:v>
                </c:pt>
                <c:pt idx="287">
                  <c:v>43.508191110220167</c:v>
                </c:pt>
                <c:pt idx="288">
                  <c:v>43.572693162271925</c:v>
                </c:pt>
                <c:pt idx="289">
                  <c:v>43.610335546666164</c:v>
                </c:pt>
                <c:pt idx="290">
                  <c:v>43.60496207349297</c:v>
                </c:pt>
                <c:pt idx="291">
                  <c:v>43.624057278628278</c:v>
                </c:pt>
                <c:pt idx="292">
                  <c:v>43.563095320392016</c:v>
                </c:pt>
                <c:pt idx="293">
                  <c:v>43.551472818769824</c:v>
                </c:pt>
                <c:pt idx="294">
                  <c:v>43.660060903031386</c:v>
                </c:pt>
                <c:pt idx="295">
                  <c:v>43.697709965389599</c:v>
                </c:pt>
                <c:pt idx="296">
                  <c:v>43.748871393172919</c:v>
                </c:pt>
                <c:pt idx="297">
                  <c:v>43.800455635008213</c:v>
                </c:pt>
                <c:pt idx="298">
                  <c:v>43.807787111950006</c:v>
                </c:pt>
                <c:pt idx="299">
                  <c:v>43.858205430742899</c:v>
                </c:pt>
                <c:pt idx="300">
                  <c:v>43.919541725959363</c:v>
                </c:pt>
                <c:pt idx="301">
                  <c:v>43.901130826631771</c:v>
                </c:pt>
                <c:pt idx="302">
                  <c:v>43.899531516094449</c:v>
                </c:pt>
                <c:pt idx="303">
                  <c:v>43.92756363017584</c:v>
                </c:pt>
                <c:pt idx="304">
                  <c:v>43.993339101939988</c:v>
                </c:pt>
                <c:pt idx="305">
                  <c:v>44.092531352731662</c:v>
                </c:pt>
                <c:pt idx="306">
                  <c:v>44.116765807637286</c:v>
                </c:pt>
                <c:pt idx="307">
                  <c:v>44.148919214814889</c:v>
                </c:pt>
                <c:pt idx="308">
                  <c:v>44.201135699072147</c:v>
                </c:pt>
                <c:pt idx="309">
                  <c:v>44.204824037504437</c:v>
                </c:pt>
                <c:pt idx="310">
                  <c:v>44.214609109707446</c:v>
                </c:pt>
                <c:pt idx="311">
                  <c:v>44.188651369100093</c:v>
                </c:pt>
                <c:pt idx="312">
                  <c:v>44.304009363000148</c:v>
                </c:pt>
                <c:pt idx="313">
                  <c:v>44.407505561569153</c:v>
                </c:pt>
                <c:pt idx="314">
                  <c:v>44.405622499396195</c:v>
                </c:pt>
                <c:pt idx="315">
                  <c:v>44.451176477935448</c:v>
                </c:pt>
                <c:pt idx="316">
                  <c:v>44.440566306184401</c:v>
                </c:pt>
                <c:pt idx="317">
                  <c:v>44.518169317797749</c:v>
                </c:pt>
                <c:pt idx="318">
                  <c:v>44.614889856259296</c:v>
                </c:pt>
                <c:pt idx="319">
                  <c:v>44.641699160938558</c:v>
                </c:pt>
                <c:pt idx="320">
                  <c:v>44.669573600870706</c:v>
                </c:pt>
                <c:pt idx="321">
                  <c:v>44.869212694018039</c:v>
                </c:pt>
                <c:pt idx="322">
                  <c:v>44.966147421990556</c:v>
                </c:pt>
                <c:pt idx="323">
                  <c:v>45.042113714101767</c:v>
                </c:pt>
                <c:pt idx="324">
                  <c:v>45.120560251497068</c:v>
                </c:pt>
                <c:pt idx="325">
                  <c:v>45.195920827543183</c:v>
                </c:pt>
                <c:pt idx="326">
                  <c:v>45.256411061824714</c:v>
                </c:pt>
                <c:pt idx="327">
                  <c:v>45.333113908628384</c:v>
                </c:pt>
                <c:pt idx="328">
                  <c:v>45.399143143023309</c:v>
                </c:pt>
                <c:pt idx="329">
                  <c:v>45.445287132045728</c:v>
                </c:pt>
                <c:pt idx="330">
                  <c:v>45.491985886741482</c:v>
                </c:pt>
                <c:pt idx="331">
                  <c:v>45.532707121689938</c:v>
                </c:pt>
                <c:pt idx="332">
                  <c:v>45.555500249372486</c:v>
                </c:pt>
                <c:pt idx="333">
                  <c:v>45.536539036347534</c:v>
                </c:pt>
                <c:pt idx="334">
                  <c:v>45.491280001216872</c:v>
                </c:pt>
                <c:pt idx="335">
                  <c:v>45.416858792102239</c:v>
                </c:pt>
                <c:pt idx="336">
                  <c:v>45.344805786876236</c:v>
                </c:pt>
                <c:pt idx="337">
                  <c:v>45.286541293252029</c:v>
                </c:pt>
                <c:pt idx="338">
                  <c:v>45.210045710663358</c:v>
                </c:pt>
                <c:pt idx="339">
                  <c:v>45.12226708962087</c:v>
                </c:pt>
                <c:pt idx="340">
                  <c:v>45.033360881995797</c:v>
                </c:pt>
                <c:pt idx="341">
                  <c:v>44.977792678156639</c:v>
                </c:pt>
                <c:pt idx="342">
                  <c:v>44.905416657340183</c:v>
                </c:pt>
                <c:pt idx="343">
                  <c:v>44.815049954262129</c:v>
                </c:pt>
                <c:pt idx="344">
                  <c:v>44.783683928502747</c:v>
                </c:pt>
                <c:pt idx="345">
                  <c:v>44.729029740065201</c:v>
                </c:pt>
                <c:pt idx="346">
                  <c:v>44.702652277055861</c:v>
                </c:pt>
                <c:pt idx="347">
                  <c:v>44.653555762297621</c:v>
                </c:pt>
                <c:pt idx="348">
                  <c:v>44.592565051716498</c:v>
                </c:pt>
                <c:pt idx="349">
                  <c:v>44.511149912005457</c:v>
                </c:pt>
                <c:pt idx="350">
                  <c:v>44.461890776457999</c:v>
                </c:pt>
                <c:pt idx="351">
                  <c:v>44.446476551628017</c:v>
                </c:pt>
                <c:pt idx="352">
                  <c:v>44.407059250977298</c:v>
                </c:pt>
                <c:pt idx="353">
                  <c:v>44.374785764114279</c:v>
                </c:pt>
                <c:pt idx="354">
                  <c:v>44.325011807011293</c:v>
                </c:pt>
                <c:pt idx="355">
                  <c:v>44.288469740846764</c:v>
                </c:pt>
                <c:pt idx="356">
                  <c:v>44.333101294696448</c:v>
                </c:pt>
                <c:pt idx="357">
                  <c:v>44.309099702867705</c:v>
                </c:pt>
                <c:pt idx="358">
                  <c:v>44.238149551024406</c:v>
                </c:pt>
                <c:pt idx="359">
                  <c:v>44.271916552162253</c:v>
                </c:pt>
                <c:pt idx="360">
                  <c:v>44.303389549011122</c:v>
                </c:pt>
                <c:pt idx="361">
                  <c:v>44.267360696744134</c:v>
                </c:pt>
                <c:pt idx="362">
                  <c:v>44.225058762991267</c:v>
                </c:pt>
                <c:pt idx="363">
                  <c:v>44.185456705337437</c:v>
                </c:pt>
                <c:pt idx="364">
                  <c:v>44.175571834672901</c:v>
                </c:pt>
                <c:pt idx="365">
                  <c:v>44.134660525083362</c:v>
                </c:pt>
                <c:pt idx="366">
                  <c:v>44.081325729193473</c:v>
                </c:pt>
                <c:pt idx="367">
                  <c:v>44.057701689660917</c:v>
                </c:pt>
                <c:pt idx="368">
                  <c:v>44.027151488499619</c:v>
                </c:pt>
                <c:pt idx="369">
                  <c:v>43.96247800445618</c:v>
                </c:pt>
                <c:pt idx="370">
                  <c:v>43.951896523216995</c:v>
                </c:pt>
                <c:pt idx="371">
                  <c:v>43.902880205859368</c:v>
                </c:pt>
                <c:pt idx="372">
                  <c:v>43.862460901448465</c:v>
                </c:pt>
                <c:pt idx="373">
                  <c:v>43.806182298275715</c:v>
                </c:pt>
                <c:pt idx="374">
                  <c:v>43.756786511798907</c:v>
                </c:pt>
                <c:pt idx="375">
                  <c:v>43.729485387440008</c:v>
                </c:pt>
                <c:pt idx="376">
                  <c:v>43.689430279397357</c:v>
                </c:pt>
                <c:pt idx="377">
                  <c:v>43.662194821684139</c:v>
                </c:pt>
                <c:pt idx="378">
                  <c:v>43.624155593097804</c:v>
                </c:pt>
                <c:pt idx="379">
                  <c:v>43.582976051955548</c:v>
                </c:pt>
                <c:pt idx="380">
                  <c:v>43.540679312174653</c:v>
                </c:pt>
                <c:pt idx="381">
                  <c:v>43.479143018120652</c:v>
                </c:pt>
                <c:pt idx="382">
                  <c:v>43.432400516577609</c:v>
                </c:pt>
                <c:pt idx="383">
                  <c:v>43.399467426190256</c:v>
                </c:pt>
                <c:pt idx="384">
                  <c:v>43.373873665535655</c:v>
                </c:pt>
                <c:pt idx="385">
                  <c:v>43.354195808044153</c:v>
                </c:pt>
                <c:pt idx="386">
                  <c:v>43.350736035295263</c:v>
                </c:pt>
                <c:pt idx="387">
                  <c:v>43.341962458217893</c:v>
                </c:pt>
                <c:pt idx="388">
                  <c:v>43.342086587964801</c:v>
                </c:pt>
                <c:pt idx="389">
                  <c:v>43.328993512110671</c:v>
                </c:pt>
                <c:pt idx="390">
                  <c:v>43.328613455578001</c:v>
                </c:pt>
                <c:pt idx="391">
                  <c:v>43.371562162507757</c:v>
                </c:pt>
                <c:pt idx="392">
                  <c:v>43.497724854775925</c:v>
                </c:pt>
                <c:pt idx="393">
                  <c:v>43.561389347930209</c:v>
                </c:pt>
                <c:pt idx="394">
                  <c:v>43.617699918763805</c:v>
                </c:pt>
                <c:pt idx="395">
                  <c:v>43.641773422371202</c:v>
                </c:pt>
                <c:pt idx="396">
                  <c:v>43.631787021921156</c:v>
                </c:pt>
                <c:pt idx="397">
                  <c:v>43.603070540199056</c:v>
                </c:pt>
                <c:pt idx="398">
                  <c:v>43.567441067277144</c:v>
                </c:pt>
                <c:pt idx="399">
                  <c:v>43.547407670037344</c:v>
                </c:pt>
                <c:pt idx="400">
                  <c:v>43.577017267607161</c:v>
                </c:pt>
                <c:pt idx="401">
                  <c:v>43.547346579033643</c:v>
                </c:pt>
                <c:pt idx="402">
                  <c:v>43.538364037333778</c:v>
                </c:pt>
                <c:pt idx="403">
                  <c:v>43.522864730296206</c:v>
                </c:pt>
                <c:pt idx="404">
                  <c:v>43.49511513119046</c:v>
                </c:pt>
                <c:pt idx="405">
                  <c:v>43.446716556416369</c:v>
                </c:pt>
                <c:pt idx="406">
                  <c:v>43.382833112610136</c:v>
                </c:pt>
                <c:pt idx="407">
                  <c:v>43.326783136953786</c:v>
                </c:pt>
                <c:pt idx="408">
                  <c:v>43.288300040179081</c:v>
                </c:pt>
                <c:pt idx="409">
                  <c:v>43.24263170150688</c:v>
                </c:pt>
                <c:pt idx="410">
                  <c:v>43.207264338670718</c:v>
                </c:pt>
                <c:pt idx="411">
                  <c:v>43.171129241851986</c:v>
                </c:pt>
                <c:pt idx="412">
                  <c:v>43.133503475076417</c:v>
                </c:pt>
                <c:pt idx="413">
                  <c:v>43.107798422751479</c:v>
                </c:pt>
                <c:pt idx="414">
                  <c:v>43.100713010231999</c:v>
                </c:pt>
                <c:pt idx="415">
                  <c:v>43.091195133878955</c:v>
                </c:pt>
                <c:pt idx="416">
                  <c:v>43.09644165617464</c:v>
                </c:pt>
                <c:pt idx="417">
                  <c:v>43.076618290176576</c:v>
                </c:pt>
                <c:pt idx="418">
                  <c:v>43.042160193194732</c:v>
                </c:pt>
                <c:pt idx="419">
                  <c:v>43.053098763871773</c:v>
                </c:pt>
                <c:pt idx="420">
                  <c:v>43.049829761385219</c:v>
                </c:pt>
                <c:pt idx="421">
                  <c:v>43.045475879596061</c:v>
                </c:pt>
                <c:pt idx="422">
                  <c:v>43.05747587168144</c:v>
                </c:pt>
                <c:pt idx="423">
                  <c:v>43.066550285625176</c:v>
                </c:pt>
                <c:pt idx="424">
                  <c:v>43.06329876255473</c:v>
                </c:pt>
                <c:pt idx="425">
                  <c:v>43.038988739994338</c:v>
                </c:pt>
                <c:pt idx="426">
                  <c:v>43.021241714532621</c:v>
                </c:pt>
                <c:pt idx="427">
                  <c:v>43.031384882892006</c:v>
                </c:pt>
                <c:pt idx="428">
                  <c:v>43.003818837702767</c:v>
                </c:pt>
                <c:pt idx="429">
                  <c:v>43.000311657641319</c:v>
                </c:pt>
                <c:pt idx="430">
                  <c:v>43.036864876933166</c:v>
                </c:pt>
                <c:pt idx="431">
                  <c:v>43.037091815635762</c:v>
                </c:pt>
                <c:pt idx="432">
                  <c:v>42.984639316750915</c:v>
                </c:pt>
                <c:pt idx="433">
                  <c:v>43.000862035888943</c:v>
                </c:pt>
                <c:pt idx="434">
                  <c:v>43.032577879126876</c:v>
                </c:pt>
                <c:pt idx="435">
                  <c:v>43.122265435588133</c:v>
                </c:pt>
                <c:pt idx="436">
                  <c:v>43.061794709618013</c:v>
                </c:pt>
                <c:pt idx="437">
                  <c:v>43.077099466851145</c:v>
                </c:pt>
                <c:pt idx="438">
                  <c:v>43.122400857586605</c:v>
                </c:pt>
                <c:pt idx="439">
                  <c:v>43.124350915814745</c:v>
                </c:pt>
                <c:pt idx="440">
                  <c:v>43.103108173308499</c:v>
                </c:pt>
                <c:pt idx="441">
                  <c:v>43.120912684137124</c:v>
                </c:pt>
                <c:pt idx="442">
                  <c:v>43.101089650491446</c:v>
                </c:pt>
                <c:pt idx="443">
                  <c:v>43.144828915509784</c:v>
                </c:pt>
                <c:pt idx="444">
                  <c:v>43.191906289120965</c:v>
                </c:pt>
                <c:pt idx="445">
                  <c:v>43.158563709693077</c:v>
                </c:pt>
                <c:pt idx="446">
                  <c:v>43.141783825773402</c:v>
                </c:pt>
                <c:pt idx="447">
                  <c:v>43.116366188689334</c:v>
                </c:pt>
                <c:pt idx="448">
                  <c:v>43.107240294908785</c:v>
                </c:pt>
                <c:pt idx="449">
                  <c:v>43.111506470452419</c:v>
                </c:pt>
                <c:pt idx="450">
                  <c:v>43.135048217991496</c:v>
                </c:pt>
                <c:pt idx="451">
                  <c:v>43.115986974631284</c:v>
                </c:pt>
                <c:pt idx="452">
                  <c:v>43.116684002578687</c:v>
                </c:pt>
                <c:pt idx="453">
                  <c:v>43.156904204730544</c:v>
                </c:pt>
                <c:pt idx="454">
                  <c:v>43.152900904456018</c:v>
                </c:pt>
                <c:pt idx="455">
                  <c:v>43.137495057997498</c:v>
                </c:pt>
                <c:pt idx="456">
                  <c:v>43.148104116754553</c:v>
                </c:pt>
                <c:pt idx="457">
                  <c:v>43.164348944269548</c:v>
                </c:pt>
                <c:pt idx="458">
                  <c:v>43.149827371539779</c:v>
                </c:pt>
                <c:pt idx="459">
                  <c:v>43.139137790758859</c:v>
                </c:pt>
                <c:pt idx="460">
                  <c:v>43.136030373358786</c:v>
                </c:pt>
                <c:pt idx="461">
                  <c:v>43.137578687129597</c:v>
                </c:pt>
                <c:pt idx="462">
                  <c:v>43.150205944080462</c:v>
                </c:pt>
                <c:pt idx="463">
                  <c:v>43.17610157343961</c:v>
                </c:pt>
                <c:pt idx="464">
                  <c:v>43.182270280821989</c:v>
                </c:pt>
                <c:pt idx="465">
                  <c:v>43.179995367471662</c:v>
                </c:pt>
                <c:pt idx="466">
                  <c:v>43.181290196860196</c:v>
                </c:pt>
                <c:pt idx="467">
                  <c:v>43.177424799633258</c:v>
                </c:pt>
                <c:pt idx="468">
                  <c:v>43.168835283937753</c:v>
                </c:pt>
                <c:pt idx="469">
                  <c:v>43.168551362261368</c:v>
                </c:pt>
                <c:pt idx="470">
                  <c:v>43.180486769778554</c:v>
                </c:pt>
                <c:pt idx="471">
                  <c:v>43.179038285385758</c:v>
                </c:pt>
                <c:pt idx="472">
                  <c:v>43.197625841593499</c:v>
                </c:pt>
                <c:pt idx="473">
                  <c:v>43.208141470688005</c:v>
                </c:pt>
                <c:pt idx="474">
                  <c:v>43.184366249471175</c:v>
                </c:pt>
                <c:pt idx="475">
                  <c:v>43.181053361013085</c:v>
                </c:pt>
                <c:pt idx="476">
                  <c:v>43.201375595652742</c:v>
                </c:pt>
                <c:pt idx="477">
                  <c:v>43.199719166881948</c:v>
                </c:pt>
                <c:pt idx="478">
                  <c:v>43.202477073251202</c:v>
                </c:pt>
                <c:pt idx="479">
                  <c:v>43.211659289165361</c:v>
                </c:pt>
                <c:pt idx="480">
                  <c:v>43.224490842347244</c:v>
                </c:pt>
                <c:pt idx="481">
                  <c:v>43.230470170709779</c:v>
                </c:pt>
                <c:pt idx="482">
                  <c:v>43.242699686890056</c:v>
                </c:pt>
                <c:pt idx="483">
                  <c:v>43.251389789417829</c:v>
                </c:pt>
                <c:pt idx="484">
                  <c:v>43.256090828719252</c:v>
                </c:pt>
                <c:pt idx="485">
                  <c:v>43.264767420736582</c:v>
                </c:pt>
                <c:pt idx="486">
                  <c:v>43.272495216289975</c:v>
                </c:pt>
                <c:pt idx="487">
                  <c:v>43.279206137246753</c:v>
                </c:pt>
                <c:pt idx="488">
                  <c:v>43.296648051635998</c:v>
                </c:pt>
                <c:pt idx="489">
                  <c:v>43.288417986626015</c:v>
                </c:pt>
                <c:pt idx="490">
                  <c:v>43.289596307184858</c:v>
                </c:pt>
                <c:pt idx="491">
                  <c:v>43.297096031718844</c:v>
                </c:pt>
                <c:pt idx="492">
                  <c:v>43.298744561323929</c:v>
                </c:pt>
                <c:pt idx="493">
                  <c:v>43.30026886843261</c:v>
                </c:pt>
                <c:pt idx="494">
                  <c:v>43.303863498953845</c:v>
                </c:pt>
                <c:pt idx="495">
                  <c:v>43.307207736742789</c:v>
                </c:pt>
                <c:pt idx="496">
                  <c:v>43.310644198450788</c:v>
                </c:pt>
                <c:pt idx="497">
                  <c:v>43.313902024622642</c:v>
                </c:pt>
                <c:pt idx="498">
                  <c:v>43.303241891807836</c:v>
                </c:pt>
                <c:pt idx="499">
                  <c:v>43.302272999618985</c:v>
                </c:pt>
                <c:pt idx="500">
                  <c:v>43.309776001301955</c:v>
                </c:pt>
                <c:pt idx="501">
                  <c:v>43.317087815349844</c:v>
                </c:pt>
                <c:pt idx="502">
                  <c:v>43.313762776707314</c:v>
                </c:pt>
                <c:pt idx="503">
                  <c:v>43.32445221836398</c:v>
                </c:pt>
                <c:pt idx="504">
                  <c:v>43.336105420070524</c:v>
                </c:pt>
                <c:pt idx="505">
                  <c:v>43.334938260368126</c:v>
                </c:pt>
                <c:pt idx="506">
                  <c:v>43.335062482864529</c:v>
                </c:pt>
                <c:pt idx="507">
                  <c:v>43.338223045727851</c:v>
                </c:pt>
                <c:pt idx="508">
                  <c:v>43.352545856280074</c:v>
                </c:pt>
                <c:pt idx="509">
                  <c:v>43.369469022718306</c:v>
                </c:pt>
                <c:pt idx="510">
                  <c:v>43.393187202992912</c:v>
                </c:pt>
                <c:pt idx="511">
                  <c:v>43.420513524299196</c:v>
                </c:pt>
                <c:pt idx="512">
                  <c:v>43.461077919843902</c:v>
                </c:pt>
                <c:pt idx="513">
                  <c:v>43.49774964980881</c:v>
                </c:pt>
                <c:pt idx="514">
                  <c:v>43.527116923852788</c:v>
                </c:pt>
                <c:pt idx="515">
                  <c:v>43.538896110296221</c:v>
                </c:pt>
                <c:pt idx="516">
                  <c:v>43.547402723397369</c:v>
                </c:pt>
                <c:pt idx="517">
                  <c:v>43.548109103585979</c:v>
                </c:pt>
                <c:pt idx="518">
                  <c:v>43.545178033901053</c:v>
                </c:pt>
                <c:pt idx="519">
                  <c:v>43.525673494307718</c:v>
                </c:pt>
                <c:pt idx="520">
                  <c:v>43.527345458619685</c:v>
                </c:pt>
                <c:pt idx="521">
                  <c:v>43.529922596214313</c:v>
                </c:pt>
                <c:pt idx="522">
                  <c:v>43.529288251470355</c:v>
                </c:pt>
                <c:pt idx="523">
                  <c:v>43.537106044954818</c:v>
                </c:pt>
                <c:pt idx="524">
                  <c:v>43.553634376773445</c:v>
                </c:pt>
                <c:pt idx="525">
                  <c:v>43.557615494459327</c:v>
                </c:pt>
                <c:pt idx="526">
                  <c:v>43.557945311679745</c:v>
                </c:pt>
                <c:pt idx="527">
                  <c:v>43.544530147730164</c:v>
                </c:pt>
                <c:pt idx="528">
                  <c:v>43.538439473593414</c:v>
                </c:pt>
                <c:pt idx="529">
                  <c:v>43.537011007634277</c:v>
                </c:pt>
                <c:pt idx="530">
                  <c:v>43.549365673805944</c:v>
                </c:pt>
                <c:pt idx="531">
                  <c:v>43.551169775238286</c:v>
                </c:pt>
                <c:pt idx="532">
                  <c:v>43.528563568713835</c:v>
                </c:pt>
                <c:pt idx="533">
                  <c:v>43.524082593058353</c:v>
                </c:pt>
                <c:pt idx="534">
                  <c:v>43.535835747808918</c:v>
                </c:pt>
                <c:pt idx="535">
                  <c:v>43.545543961593296</c:v>
                </c:pt>
                <c:pt idx="536">
                  <c:v>43.553661768792317</c:v>
                </c:pt>
                <c:pt idx="537">
                  <c:v>43.561496319019696</c:v>
                </c:pt>
                <c:pt idx="538">
                  <c:v>43.57673734961751</c:v>
                </c:pt>
                <c:pt idx="539">
                  <c:v>43.577783254807485</c:v>
                </c:pt>
                <c:pt idx="540">
                  <c:v>43.597594795244348</c:v>
                </c:pt>
                <c:pt idx="541">
                  <c:v>43.621155084954211</c:v>
                </c:pt>
                <c:pt idx="542">
                  <c:v>43.66215543406333</c:v>
                </c:pt>
                <c:pt idx="543">
                  <c:v>43.693208152013213</c:v>
                </c:pt>
                <c:pt idx="544">
                  <c:v>43.735714381997099</c:v>
                </c:pt>
                <c:pt idx="545">
                  <c:v>43.771596566388794</c:v>
                </c:pt>
                <c:pt idx="546">
                  <c:v>43.784222308431161</c:v>
                </c:pt>
                <c:pt idx="547">
                  <c:v>43.83486446268298</c:v>
                </c:pt>
                <c:pt idx="548">
                  <c:v>43.861150598351756</c:v>
                </c:pt>
                <c:pt idx="549">
                  <c:v>43.867877101224451</c:v>
                </c:pt>
                <c:pt idx="550">
                  <c:v>43.892707873579219</c:v>
                </c:pt>
                <c:pt idx="551">
                  <c:v>43.904774459805274</c:v>
                </c:pt>
                <c:pt idx="552">
                  <c:v>43.927099140682067</c:v>
                </c:pt>
                <c:pt idx="553">
                  <c:v>43.933623635144741</c:v>
                </c:pt>
                <c:pt idx="554">
                  <c:v>43.93114005087866</c:v>
                </c:pt>
                <c:pt idx="555">
                  <c:v>43.85179965563966</c:v>
                </c:pt>
                <c:pt idx="556">
                  <c:v>43.821843916937503</c:v>
                </c:pt>
                <c:pt idx="557">
                  <c:v>43.807372521686993</c:v>
                </c:pt>
                <c:pt idx="558">
                  <c:v>43.796336320567988</c:v>
                </c:pt>
                <c:pt idx="559">
                  <c:v>43.727758824589301</c:v>
                </c:pt>
                <c:pt idx="560">
                  <c:v>43.689083025271024</c:v>
                </c:pt>
                <c:pt idx="561">
                  <c:v>43.672389475677186</c:v>
                </c:pt>
                <c:pt idx="562">
                  <c:v>43.646826476939935</c:v>
                </c:pt>
                <c:pt idx="563">
                  <c:v>43.632733190482618</c:v>
                </c:pt>
                <c:pt idx="564">
                  <c:v>43.595433731904727</c:v>
                </c:pt>
                <c:pt idx="565">
                  <c:v>43.55085801325378</c:v>
                </c:pt>
                <c:pt idx="566">
                  <c:v>43.51575378074785</c:v>
                </c:pt>
                <c:pt idx="567">
                  <c:v>43.511521744749174</c:v>
                </c:pt>
                <c:pt idx="568">
                  <c:v>43.553643404391401</c:v>
                </c:pt>
                <c:pt idx="569">
                  <c:v>43.531126670217532</c:v>
                </c:pt>
                <c:pt idx="570">
                  <c:v>43.491181532164845</c:v>
                </c:pt>
                <c:pt idx="571">
                  <c:v>43.45994578853584</c:v>
                </c:pt>
                <c:pt idx="572">
                  <c:v>43.376017291969362</c:v>
                </c:pt>
                <c:pt idx="573">
                  <c:v>43.341227727598927</c:v>
                </c:pt>
                <c:pt idx="574">
                  <c:v>43.351671135749775</c:v>
                </c:pt>
                <c:pt idx="575">
                  <c:v>43.344502465096198</c:v>
                </c:pt>
                <c:pt idx="576">
                  <c:v>43.368135377664217</c:v>
                </c:pt>
                <c:pt idx="577">
                  <c:v>43.339666660771918</c:v>
                </c:pt>
                <c:pt idx="578">
                  <c:v>43.277623490702851</c:v>
                </c:pt>
                <c:pt idx="579">
                  <c:v>43.191706290283427</c:v>
                </c:pt>
                <c:pt idx="580">
                  <c:v>43.263630064540045</c:v>
                </c:pt>
                <c:pt idx="581">
                  <c:v>43.448784004594437</c:v>
                </c:pt>
                <c:pt idx="582">
                  <c:v>43.593038568828227</c:v>
                </c:pt>
                <c:pt idx="583">
                  <c:v>43.707407791230025</c:v>
                </c:pt>
                <c:pt idx="584">
                  <c:v>43.053453117199382</c:v>
                </c:pt>
                <c:pt idx="585">
                  <c:v>42.296055289584345</c:v>
                </c:pt>
                <c:pt idx="586">
                  <c:v>43.167539697094973</c:v>
                </c:pt>
                <c:pt idx="587">
                  <c:v>43.448835418733694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77BE-418F-8705-C8EC33B01BAD}"/>
            </c:ext>
          </c:extLst>
        </c:ser>
        <c:ser>
          <c:idx val="29"/>
          <c:order val="29"/>
          <c:tx>
            <c:strRef>
              <c:f>Sheet2!$AE$1</c:f>
              <c:strCache>
                <c:ptCount val="1"/>
                <c:pt idx="0">
                  <c:v>S30_z_o/O-PTIR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Sheet2!$AE$2:$AE$589</c:f>
              <c:numCache>
                <c:formatCode>General</c:formatCode>
                <c:ptCount val="588"/>
                <c:pt idx="0">
                  <c:v>47.036622679100716</c:v>
                </c:pt>
                <c:pt idx="1">
                  <c:v>47.3364049400315</c:v>
                </c:pt>
                <c:pt idx="2">
                  <c:v>47.368804832019961</c:v>
                </c:pt>
                <c:pt idx="3">
                  <c:v>47.607723387778854</c:v>
                </c:pt>
                <c:pt idx="4">
                  <c:v>47.831739426421407</c:v>
                </c:pt>
                <c:pt idx="5">
                  <c:v>47.965110063180163</c:v>
                </c:pt>
                <c:pt idx="6">
                  <c:v>48.071970099968325</c:v>
                </c:pt>
                <c:pt idx="7">
                  <c:v>48.004722347337257</c:v>
                </c:pt>
                <c:pt idx="8">
                  <c:v>48.091642806339635</c:v>
                </c:pt>
                <c:pt idx="9">
                  <c:v>48.176899162828207</c:v>
                </c:pt>
                <c:pt idx="10">
                  <c:v>48.162301680836897</c:v>
                </c:pt>
                <c:pt idx="11">
                  <c:v>48.082076893836401</c:v>
                </c:pt>
                <c:pt idx="12">
                  <c:v>47.995256099775872</c:v>
                </c:pt>
                <c:pt idx="13">
                  <c:v>47.950049674599462</c:v>
                </c:pt>
                <c:pt idx="14">
                  <c:v>47.850586533673926</c:v>
                </c:pt>
                <c:pt idx="15">
                  <c:v>47.78759472116262</c:v>
                </c:pt>
                <c:pt idx="16">
                  <c:v>47.690722594165862</c:v>
                </c:pt>
                <c:pt idx="17">
                  <c:v>47.569955866002545</c:v>
                </c:pt>
                <c:pt idx="18">
                  <c:v>47.454131475630064</c:v>
                </c:pt>
                <c:pt idx="19">
                  <c:v>47.325776209374354</c:v>
                </c:pt>
                <c:pt idx="20">
                  <c:v>47.178857729942877</c:v>
                </c:pt>
                <c:pt idx="21">
                  <c:v>47.059352051580866</c:v>
                </c:pt>
                <c:pt idx="22">
                  <c:v>46.903208387450071</c:v>
                </c:pt>
                <c:pt idx="23">
                  <c:v>46.746542786530185</c:v>
                </c:pt>
                <c:pt idx="24">
                  <c:v>46.581550770021501</c:v>
                </c:pt>
                <c:pt idx="25">
                  <c:v>46.441224453823082</c:v>
                </c:pt>
                <c:pt idx="26">
                  <c:v>46.350884361623393</c:v>
                </c:pt>
                <c:pt idx="27">
                  <c:v>46.273891272137874</c:v>
                </c:pt>
                <c:pt idx="28">
                  <c:v>46.18624762454926</c:v>
                </c:pt>
                <c:pt idx="29">
                  <c:v>46.04728504324374</c:v>
                </c:pt>
                <c:pt idx="30">
                  <c:v>45.951363714300975</c:v>
                </c:pt>
                <c:pt idx="31">
                  <c:v>45.896459588268478</c:v>
                </c:pt>
                <c:pt idx="32">
                  <c:v>45.832471263618302</c:v>
                </c:pt>
                <c:pt idx="33">
                  <c:v>45.827384919596064</c:v>
                </c:pt>
                <c:pt idx="34">
                  <c:v>45.810789745822824</c:v>
                </c:pt>
                <c:pt idx="35">
                  <c:v>45.768571621547231</c:v>
                </c:pt>
                <c:pt idx="36">
                  <c:v>45.783028529295521</c:v>
                </c:pt>
                <c:pt idx="37">
                  <c:v>45.86735811164862</c:v>
                </c:pt>
                <c:pt idx="38">
                  <c:v>46.060348563719735</c:v>
                </c:pt>
                <c:pt idx="39">
                  <c:v>46.266184948205122</c:v>
                </c:pt>
                <c:pt idx="40">
                  <c:v>46.437572955492463</c:v>
                </c:pt>
                <c:pt idx="41">
                  <c:v>46.524579626042311</c:v>
                </c:pt>
                <c:pt idx="42">
                  <c:v>46.645939813632047</c:v>
                </c:pt>
                <c:pt idx="43">
                  <c:v>46.800668674883212</c:v>
                </c:pt>
                <c:pt idx="44">
                  <c:v>46.880056468563609</c:v>
                </c:pt>
                <c:pt idx="45">
                  <c:v>47.015240293410294</c:v>
                </c:pt>
                <c:pt idx="46">
                  <c:v>47.149597695461004</c:v>
                </c:pt>
                <c:pt idx="47">
                  <c:v>47.261124687294384</c:v>
                </c:pt>
                <c:pt idx="48">
                  <c:v>47.275406426357016</c:v>
                </c:pt>
                <c:pt idx="49">
                  <c:v>47.294493223676277</c:v>
                </c:pt>
                <c:pt idx="50">
                  <c:v>47.347997373018835</c:v>
                </c:pt>
                <c:pt idx="51">
                  <c:v>47.361112510599696</c:v>
                </c:pt>
                <c:pt idx="52">
                  <c:v>47.366205032200973</c:v>
                </c:pt>
                <c:pt idx="53">
                  <c:v>47.355742409780234</c:v>
                </c:pt>
                <c:pt idx="54">
                  <c:v>47.403403393028427</c:v>
                </c:pt>
                <c:pt idx="55">
                  <c:v>47.477082691837516</c:v>
                </c:pt>
                <c:pt idx="56">
                  <c:v>47.532870623511293</c:v>
                </c:pt>
                <c:pt idx="57">
                  <c:v>47.60149666266588</c:v>
                </c:pt>
                <c:pt idx="58">
                  <c:v>47.602589956876393</c:v>
                </c:pt>
                <c:pt idx="59">
                  <c:v>47.584120642902015</c:v>
                </c:pt>
                <c:pt idx="60">
                  <c:v>47.597866168104012</c:v>
                </c:pt>
                <c:pt idx="61">
                  <c:v>47.584860579591435</c:v>
                </c:pt>
                <c:pt idx="62">
                  <c:v>47.509537495639655</c:v>
                </c:pt>
                <c:pt idx="63">
                  <c:v>47.471880346608856</c:v>
                </c:pt>
                <c:pt idx="64">
                  <c:v>47.494715424330352</c:v>
                </c:pt>
                <c:pt idx="65">
                  <c:v>47.50082683463458</c:v>
                </c:pt>
                <c:pt idx="66">
                  <c:v>47.473552685894667</c:v>
                </c:pt>
                <c:pt idx="67">
                  <c:v>47.451632713548264</c:v>
                </c:pt>
                <c:pt idx="68">
                  <c:v>47.423144190048689</c:v>
                </c:pt>
                <c:pt idx="69">
                  <c:v>47.357586897601962</c:v>
                </c:pt>
                <c:pt idx="70">
                  <c:v>47.30071006466278</c:v>
                </c:pt>
                <c:pt idx="71">
                  <c:v>47.264588249942655</c:v>
                </c:pt>
                <c:pt idx="72">
                  <c:v>47.215529761036144</c:v>
                </c:pt>
                <c:pt idx="73">
                  <c:v>47.167597787987411</c:v>
                </c:pt>
                <c:pt idx="74">
                  <c:v>47.135703908362068</c:v>
                </c:pt>
                <c:pt idx="75">
                  <c:v>47.144896145973178</c:v>
                </c:pt>
                <c:pt idx="76">
                  <c:v>47.123362203676976</c:v>
                </c:pt>
                <c:pt idx="77">
                  <c:v>47.087444111785629</c:v>
                </c:pt>
                <c:pt idx="78">
                  <c:v>47.060842358204312</c:v>
                </c:pt>
                <c:pt idx="79">
                  <c:v>46.989521247233988</c:v>
                </c:pt>
                <c:pt idx="80">
                  <c:v>46.914563601402286</c:v>
                </c:pt>
                <c:pt idx="81">
                  <c:v>46.811615207662065</c:v>
                </c:pt>
                <c:pt idx="82">
                  <c:v>46.748936529768315</c:v>
                </c:pt>
                <c:pt idx="83">
                  <c:v>46.724616911163807</c:v>
                </c:pt>
                <c:pt idx="84">
                  <c:v>46.623007816559401</c:v>
                </c:pt>
                <c:pt idx="85">
                  <c:v>46.556906210759507</c:v>
                </c:pt>
                <c:pt idx="86">
                  <c:v>46.535539749495051</c:v>
                </c:pt>
                <c:pt idx="87">
                  <c:v>46.492984192124354</c:v>
                </c:pt>
                <c:pt idx="88">
                  <c:v>46.432952950047955</c:v>
                </c:pt>
                <c:pt idx="89">
                  <c:v>46.395243772073691</c:v>
                </c:pt>
                <c:pt idx="90">
                  <c:v>46.397195612491174</c:v>
                </c:pt>
                <c:pt idx="91">
                  <c:v>46.351172099527112</c:v>
                </c:pt>
                <c:pt idx="92">
                  <c:v>46.286775093703582</c:v>
                </c:pt>
                <c:pt idx="93">
                  <c:v>46.324674266553203</c:v>
                </c:pt>
                <c:pt idx="94">
                  <c:v>46.373934968213611</c:v>
                </c:pt>
                <c:pt idx="95">
                  <c:v>46.378219050637888</c:v>
                </c:pt>
                <c:pt idx="96">
                  <c:v>46.377721961444493</c:v>
                </c:pt>
                <c:pt idx="97">
                  <c:v>46.410360582542957</c:v>
                </c:pt>
                <c:pt idx="98">
                  <c:v>46.387246827367008</c:v>
                </c:pt>
                <c:pt idx="99">
                  <c:v>46.366842558357874</c:v>
                </c:pt>
                <c:pt idx="100">
                  <c:v>46.336358814107996</c:v>
                </c:pt>
                <c:pt idx="101">
                  <c:v>46.318732396473727</c:v>
                </c:pt>
                <c:pt idx="102">
                  <c:v>46.284341264841466</c:v>
                </c:pt>
                <c:pt idx="103">
                  <c:v>46.234647858089204</c:v>
                </c:pt>
                <c:pt idx="104">
                  <c:v>46.179397101232816</c:v>
                </c:pt>
                <c:pt idx="105">
                  <c:v>46.177973100624392</c:v>
                </c:pt>
                <c:pt idx="106">
                  <c:v>46.188742268245036</c:v>
                </c:pt>
                <c:pt idx="107">
                  <c:v>46.152751143641481</c:v>
                </c:pt>
                <c:pt idx="108">
                  <c:v>46.11914827109468</c:v>
                </c:pt>
                <c:pt idx="109">
                  <c:v>46.082764801582336</c:v>
                </c:pt>
                <c:pt idx="110">
                  <c:v>46.033385078565765</c:v>
                </c:pt>
                <c:pt idx="111">
                  <c:v>46.001572468424676</c:v>
                </c:pt>
                <c:pt idx="112">
                  <c:v>46.012858218932578</c:v>
                </c:pt>
                <c:pt idx="113">
                  <c:v>45.995553584526512</c:v>
                </c:pt>
                <c:pt idx="114">
                  <c:v>45.986470758704172</c:v>
                </c:pt>
                <c:pt idx="115">
                  <c:v>45.963388165982494</c:v>
                </c:pt>
                <c:pt idx="116">
                  <c:v>45.930149221480896</c:v>
                </c:pt>
                <c:pt idx="117">
                  <c:v>45.894605079040751</c:v>
                </c:pt>
                <c:pt idx="118">
                  <c:v>45.881883659164018</c:v>
                </c:pt>
                <c:pt idx="119">
                  <c:v>45.844569983527833</c:v>
                </c:pt>
                <c:pt idx="120">
                  <c:v>45.800107887985945</c:v>
                </c:pt>
                <c:pt idx="121">
                  <c:v>45.777717733234844</c:v>
                </c:pt>
                <c:pt idx="122">
                  <c:v>45.778517798360248</c:v>
                </c:pt>
                <c:pt idx="123">
                  <c:v>45.777493967594069</c:v>
                </c:pt>
                <c:pt idx="124">
                  <c:v>45.750553408122308</c:v>
                </c:pt>
                <c:pt idx="125">
                  <c:v>45.697565978946535</c:v>
                </c:pt>
                <c:pt idx="126">
                  <c:v>45.696849928896064</c:v>
                </c:pt>
                <c:pt idx="127">
                  <c:v>45.705342590000804</c:v>
                </c:pt>
                <c:pt idx="128">
                  <c:v>45.666002805719117</c:v>
                </c:pt>
                <c:pt idx="129">
                  <c:v>45.659664472344836</c:v>
                </c:pt>
                <c:pt idx="130">
                  <c:v>45.636835023084238</c:v>
                </c:pt>
                <c:pt idx="131">
                  <c:v>45.639483968976471</c:v>
                </c:pt>
                <c:pt idx="132">
                  <c:v>45.628963551871827</c:v>
                </c:pt>
                <c:pt idx="133">
                  <c:v>45.621658152818753</c:v>
                </c:pt>
                <c:pt idx="134">
                  <c:v>45.6235011305656</c:v>
                </c:pt>
                <c:pt idx="135">
                  <c:v>45.62567364783434</c:v>
                </c:pt>
                <c:pt idx="136">
                  <c:v>45.6409962403254</c:v>
                </c:pt>
                <c:pt idx="137">
                  <c:v>45.621975954940467</c:v>
                </c:pt>
                <c:pt idx="138">
                  <c:v>45.607789625154112</c:v>
                </c:pt>
                <c:pt idx="139">
                  <c:v>45.761102928488206</c:v>
                </c:pt>
                <c:pt idx="140">
                  <c:v>45.898494482804161</c:v>
                </c:pt>
                <c:pt idx="141">
                  <c:v>46.022321995462363</c:v>
                </c:pt>
                <c:pt idx="142">
                  <c:v>46.018368070317869</c:v>
                </c:pt>
                <c:pt idx="143">
                  <c:v>45.962863071764112</c:v>
                </c:pt>
                <c:pt idx="144">
                  <c:v>46.007842436590927</c:v>
                </c:pt>
                <c:pt idx="145">
                  <c:v>46.003762488834028</c:v>
                </c:pt>
                <c:pt idx="146">
                  <c:v>45.97535331290522</c:v>
                </c:pt>
                <c:pt idx="147">
                  <c:v>45.975226603895145</c:v>
                </c:pt>
                <c:pt idx="148">
                  <c:v>45.974399082862888</c:v>
                </c:pt>
                <c:pt idx="149">
                  <c:v>45.928856048268585</c:v>
                </c:pt>
                <c:pt idx="150">
                  <c:v>45.927873675921731</c:v>
                </c:pt>
                <c:pt idx="151">
                  <c:v>45.923155790169332</c:v>
                </c:pt>
                <c:pt idx="152">
                  <c:v>45.956581022998854</c:v>
                </c:pt>
                <c:pt idx="153">
                  <c:v>45.889081911540636</c:v>
                </c:pt>
                <c:pt idx="154">
                  <c:v>45.825442414186909</c:v>
                </c:pt>
                <c:pt idx="155">
                  <c:v>45.846789519037031</c:v>
                </c:pt>
                <c:pt idx="156">
                  <c:v>45.802196046980903</c:v>
                </c:pt>
                <c:pt idx="157">
                  <c:v>45.745132651154719</c:v>
                </c:pt>
                <c:pt idx="158">
                  <c:v>45.72459398548159</c:v>
                </c:pt>
                <c:pt idx="159">
                  <c:v>45.722026171794077</c:v>
                </c:pt>
                <c:pt idx="160">
                  <c:v>45.652979096308044</c:v>
                </c:pt>
                <c:pt idx="161">
                  <c:v>45.599613324735977</c:v>
                </c:pt>
                <c:pt idx="162">
                  <c:v>45.574606347503646</c:v>
                </c:pt>
                <c:pt idx="163">
                  <c:v>45.532008233477342</c:v>
                </c:pt>
                <c:pt idx="164">
                  <c:v>45.488272483950993</c:v>
                </c:pt>
                <c:pt idx="165">
                  <c:v>45.482317984154371</c:v>
                </c:pt>
                <c:pt idx="166">
                  <c:v>45.448315147684639</c:v>
                </c:pt>
                <c:pt idx="167">
                  <c:v>45.388332159364516</c:v>
                </c:pt>
                <c:pt idx="168">
                  <c:v>45.336666388904412</c:v>
                </c:pt>
                <c:pt idx="169">
                  <c:v>45.321082553459739</c:v>
                </c:pt>
                <c:pt idx="170">
                  <c:v>45.324529642563903</c:v>
                </c:pt>
                <c:pt idx="171">
                  <c:v>45.296984160824621</c:v>
                </c:pt>
                <c:pt idx="172">
                  <c:v>45.295829434022565</c:v>
                </c:pt>
                <c:pt idx="173">
                  <c:v>45.276228456207896</c:v>
                </c:pt>
                <c:pt idx="174">
                  <c:v>45.238581603142165</c:v>
                </c:pt>
                <c:pt idx="175">
                  <c:v>45.208855436001862</c:v>
                </c:pt>
                <c:pt idx="176">
                  <c:v>45.227492299647729</c:v>
                </c:pt>
                <c:pt idx="177">
                  <c:v>45.218655272831406</c:v>
                </c:pt>
                <c:pt idx="178">
                  <c:v>45.200961039107234</c:v>
                </c:pt>
                <c:pt idx="179">
                  <c:v>45.192339335240327</c:v>
                </c:pt>
                <c:pt idx="180">
                  <c:v>45.224117694137625</c:v>
                </c:pt>
                <c:pt idx="181">
                  <c:v>45.221848257517735</c:v>
                </c:pt>
                <c:pt idx="182">
                  <c:v>45.157207100042598</c:v>
                </c:pt>
                <c:pt idx="183">
                  <c:v>45.163570143733047</c:v>
                </c:pt>
                <c:pt idx="184">
                  <c:v>45.182003970947804</c:v>
                </c:pt>
                <c:pt idx="185">
                  <c:v>45.145455422795571</c:v>
                </c:pt>
                <c:pt idx="186">
                  <c:v>45.132015550476517</c:v>
                </c:pt>
                <c:pt idx="187">
                  <c:v>45.142350777489504</c:v>
                </c:pt>
                <c:pt idx="188">
                  <c:v>45.145300708760509</c:v>
                </c:pt>
                <c:pt idx="189">
                  <c:v>45.133484235573327</c:v>
                </c:pt>
                <c:pt idx="190">
                  <c:v>45.13038727792118</c:v>
                </c:pt>
                <c:pt idx="191">
                  <c:v>45.146367096182296</c:v>
                </c:pt>
                <c:pt idx="192">
                  <c:v>45.129292542275572</c:v>
                </c:pt>
                <c:pt idx="193">
                  <c:v>45.123456446077213</c:v>
                </c:pt>
                <c:pt idx="194">
                  <c:v>45.133976657262558</c:v>
                </c:pt>
                <c:pt idx="195">
                  <c:v>45.169684711466559</c:v>
                </c:pt>
                <c:pt idx="196">
                  <c:v>45.17878407947277</c:v>
                </c:pt>
                <c:pt idx="197">
                  <c:v>45.161449106289638</c:v>
                </c:pt>
                <c:pt idx="198">
                  <c:v>45.187869444966488</c:v>
                </c:pt>
                <c:pt idx="199">
                  <c:v>45.181644504487465</c:v>
                </c:pt>
                <c:pt idx="200">
                  <c:v>45.179495462019077</c:v>
                </c:pt>
                <c:pt idx="201">
                  <c:v>45.239620397377578</c:v>
                </c:pt>
                <c:pt idx="202">
                  <c:v>45.284872330719573</c:v>
                </c:pt>
                <c:pt idx="203">
                  <c:v>45.322983325890497</c:v>
                </c:pt>
                <c:pt idx="204">
                  <c:v>45.404988079331645</c:v>
                </c:pt>
                <c:pt idx="205">
                  <c:v>45.47622188051821</c:v>
                </c:pt>
                <c:pt idx="206">
                  <c:v>45.538976679913688</c:v>
                </c:pt>
                <c:pt idx="207">
                  <c:v>45.514897300494056</c:v>
                </c:pt>
                <c:pt idx="208">
                  <c:v>45.550715109685662</c:v>
                </c:pt>
                <c:pt idx="209">
                  <c:v>45.574519380918723</c:v>
                </c:pt>
                <c:pt idx="210">
                  <c:v>45.512537533940652</c:v>
                </c:pt>
                <c:pt idx="211">
                  <c:v>45.483291296051966</c:v>
                </c:pt>
                <c:pt idx="212">
                  <c:v>45.419970287217616</c:v>
                </c:pt>
                <c:pt idx="213">
                  <c:v>45.350263926768505</c:v>
                </c:pt>
                <c:pt idx="214">
                  <c:v>45.268905348094911</c:v>
                </c:pt>
                <c:pt idx="215">
                  <c:v>45.234257229174588</c:v>
                </c:pt>
                <c:pt idx="216">
                  <c:v>45.241231098152532</c:v>
                </c:pt>
                <c:pt idx="217">
                  <c:v>45.255579280509728</c:v>
                </c:pt>
                <c:pt idx="218">
                  <c:v>45.247007615033041</c:v>
                </c:pt>
                <c:pt idx="219">
                  <c:v>45.250377484399209</c:v>
                </c:pt>
                <c:pt idx="220">
                  <c:v>45.256378110119329</c:v>
                </c:pt>
                <c:pt idx="221">
                  <c:v>45.259103177513282</c:v>
                </c:pt>
                <c:pt idx="222">
                  <c:v>45.281338755508855</c:v>
                </c:pt>
                <c:pt idx="223">
                  <c:v>45.295637174034894</c:v>
                </c:pt>
                <c:pt idx="224">
                  <c:v>45.258235639496803</c:v>
                </c:pt>
                <c:pt idx="225">
                  <c:v>45.221771243699038</c:v>
                </c:pt>
                <c:pt idx="226">
                  <c:v>45.23222940453492</c:v>
                </c:pt>
                <c:pt idx="227">
                  <c:v>45.193547944259564</c:v>
                </c:pt>
                <c:pt idx="228">
                  <c:v>45.172103165020843</c:v>
                </c:pt>
                <c:pt idx="229">
                  <c:v>45.140084361019369</c:v>
                </c:pt>
                <c:pt idx="230">
                  <c:v>45.122191895647788</c:v>
                </c:pt>
                <c:pt idx="231">
                  <c:v>45.122035465618545</c:v>
                </c:pt>
                <c:pt idx="232">
                  <c:v>45.109140593050334</c:v>
                </c:pt>
                <c:pt idx="233">
                  <c:v>45.126239102235779</c:v>
                </c:pt>
                <c:pt idx="234">
                  <c:v>45.133326295469217</c:v>
                </c:pt>
                <c:pt idx="235">
                  <c:v>45.125656762451634</c:v>
                </c:pt>
                <c:pt idx="236">
                  <c:v>45.113759431618803</c:v>
                </c:pt>
                <c:pt idx="237">
                  <c:v>45.12431801243396</c:v>
                </c:pt>
                <c:pt idx="238">
                  <c:v>45.121891322107622</c:v>
                </c:pt>
                <c:pt idx="239">
                  <c:v>45.066984278885023</c:v>
                </c:pt>
                <c:pt idx="240">
                  <c:v>45.026552744787601</c:v>
                </c:pt>
                <c:pt idx="241">
                  <c:v>44.997441452681045</c:v>
                </c:pt>
                <c:pt idx="242">
                  <c:v>44.994977834160011</c:v>
                </c:pt>
                <c:pt idx="243">
                  <c:v>45.008250019528013</c:v>
                </c:pt>
                <c:pt idx="244">
                  <c:v>44.990182934588908</c:v>
                </c:pt>
                <c:pt idx="245">
                  <c:v>44.980867351316313</c:v>
                </c:pt>
                <c:pt idx="246">
                  <c:v>44.947075479170785</c:v>
                </c:pt>
                <c:pt idx="247">
                  <c:v>44.944816990593743</c:v>
                </c:pt>
                <c:pt idx="248">
                  <c:v>44.962783415314384</c:v>
                </c:pt>
                <c:pt idx="249">
                  <c:v>44.962092590378326</c:v>
                </c:pt>
                <c:pt idx="250">
                  <c:v>44.953090004443737</c:v>
                </c:pt>
                <c:pt idx="251">
                  <c:v>45.017199649882279</c:v>
                </c:pt>
                <c:pt idx="252">
                  <c:v>45.026055037836301</c:v>
                </c:pt>
                <c:pt idx="253">
                  <c:v>45.026122304808069</c:v>
                </c:pt>
                <c:pt idx="254">
                  <c:v>45.067015201100105</c:v>
                </c:pt>
                <c:pt idx="255">
                  <c:v>45.090068484641236</c:v>
                </c:pt>
                <c:pt idx="256">
                  <c:v>45.129237836381193</c:v>
                </c:pt>
                <c:pt idx="257">
                  <c:v>45.254750386682126</c:v>
                </c:pt>
                <c:pt idx="258">
                  <c:v>45.378322902605525</c:v>
                </c:pt>
                <c:pt idx="259">
                  <c:v>45.5</c:v>
                </c:pt>
                <c:pt idx="260">
                  <c:v>45.380417788297663</c:v>
                </c:pt>
                <c:pt idx="261">
                  <c:v>45.200375747813105</c:v>
                </c:pt>
                <c:pt idx="262">
                  <c:v>45.118167546102242</c:v>
                </c:pt>
                <c:pt idx="263">
                  <c:v>45.112784197807727</c:v>
                </c:pt>
                <c:pt idx="264">
                  <c:v>45.053633844182514</c:v>
                </c:pt>
                <c:pt idx="265">
                  <c:v>45.062735889139638</c:v>
                </c:pt>
                <c:pt idx="266">
                  <c:v>45.097178740836419</c:v>
                </c:pt>
                <c:pt idx="267">
                  <c:v>45.099626915409864</c:v>
                </c:pt>
                <c:pt idx="268">
                  <c:v>45.024228602273318</c:v>
                </c:pt>
                <c:pt idx="269">
                  <c:v>44.956986340823626</c:v>
                </c:pt>
                <c:pt idx="270">
                  <c:v>45.016811423359513</c:v>
                </c:pt>
                <c:pt idx="271">
                  <c:v>45.07650245243024</c:v>
                </c:pt>
                <c:pt idx="272">
                  <c:v>45.05315329717299</c:v>
                </c:pt>
                <c:pt idx="273">
                  <c:v>45.024952237018056</c:v>
                </c:pt>
                <c:pt idx="274">
                  <c:v>45.026330901060305</c:v>
                </c:pt>
                <c:pt idx="275">
                  <c:v>45.036297978682413</c:v>
                </c:pt>
                <c:pt idx="276">
                  <c:v>45.072126324078269</c:v>
                </c:pt>
                <c:pt idx="277">
                  <c:v>45.075031193342163</c:v>
                </c:pt>
                <c:pt idx="278">
                  <c:v>45.408631890008344</c:v>
                </c:pt>
                <c:pt idx="279">
                  <c:v>45.542091209346211</c:v>
                </c:pt>
                <c:pt idx="280">
                  <c:v>45.463449735853587</c:v>
                </c:pt>
                <c:pt idx="281">
                  <c:v>45.279109747711793</c:v>
                </c:pt>
                <c:pt idx="282">
                  <c:v>45.179627181732158</c:v>
                </c:pt>
                <c:pt idx="283">
                  <c:v>45.171663321393218</c:v>
                </c:pt>
                <c:pt idx="284">
                  <c:v>45.179290709593793</c:v>
                </c:pt>
                <c:pt idx="285">
                  <c:v>45.042074976041292</c:v>
                </c:pt>
                <c:pt idx="286">
                  <c:v>44.87117520341738</c:v>
                </c:pt>
                <c:pt idx="287">
                  <c:v>45.17878071612418</c:v>
                </c:pt>
                <c:pt idx="288">
                  <c:v>45.31799850008381</c:v>
                </c:pt>
                <c:pt idx="289">
                  <c:v>45.432277672019147</c:v>
                </c:pt>
                <c:pt idx="290">
                  <c:v>45.395095922015344</c:v>
                </c:pt>
                <c:pt idx="291">
                  <c:v>45.47125661704515</c:v>
                </c:pt>
                <c:pt idx="292">
                  <c:v>45.479197071223503</c:v>
                </c:pt>
                <c:pt idx="293">
                  <c:v>45.48121171702789</c:v>
                </c:pt>
                <c:pt idx="294">
                  <c:v>45.620959605908894</c:v>
                </c:pt>
                <c:pt idx="295">
                  <c:v>45.688814545919797</c:v>
                </c:pt>
                <c:pt idx="296">
                  <c:v>45.753791145936795</c:v>
                </c:pt>
                <c:pt idx="297">
                  <c:v>45.799181388409515</c:v>
                </c:pt>
                <c:pt idx="298">
                  <c:v>45.766148363209247</c:v>
                </c:pt>
                <c:pt idx="299">
                  <c:v>45.81668851012855</c:v>
                </c:pt>
                <c:pt idx="300">
                  <c:v>45.946613430578495</c:v>
                </c:pt>
                <c:pt idx="301">
                  <c:v>45.937969212867984</c:v>
                </c:pt>
                <c:pt idx="302">
                  <c:v>45.876328230973364</c:v>
                </c:pt>
                <c:pt idx="303">
                  <c:v>45.950145221155267</c:v>
                </c:pt>
                <c:pt idx="304">
                  <c:v>46.19824338480813</c:v>
                </c:pt>
                <c:pt idx="305">
                  <c:v>46.3462190539326</c:v>
                </c:pt>
                <c:pt idx="306">
                  <c:v>46.25004142409945</c:v>
                </c:pt>
                <c:pt idx="307">
                  <c:v>46.264921976490335</c:v>
                </c:pt>
                <c:pt idx="308">
                  <c:v>46.260753208874789</c:v>
                </c:pt>
                <c:pt idx="309">
                  <c:v>46.19260641257415</c:v>
                </c:pt>
                <c:pt idx="310">
                  <c:v>46.22553840003723</c:v>
                </c:pt>
                <c:pt idx="311">
                  <c:v>46.141879977326916</c:v>
                </c:pt>
                <c:pt idx="312">
                  <c:v>46.42463230019959</c:v>
                </c:pt>
                <c:pt idx="313">
                  <c:v>46.624270513715118</c:v>
                </c:pt>
                <c:pt idx="314">
                  <c:v>46.49966242962536</c:v>
                </c:pt>
                <c:pt idx="315">
                  <c:v>46.46182530712521</c:v>
                </c:pt>
                <c:pt idx="316">
                  <c:v>46.297180470558551</c:v>
                </c:pt>
                <c:pt idx="317">
                  <c:v>46.275107843370094</c:v>
                </c:pt>
                <c:pt idx="318">
                  <c:v>46.308834542056751</c:v>
                </c:pt>
                <c:pt idx="319">
                  <c:v>46.213158394362097</c:v>
                </c:pt>
                <c:pt idx="320">
                  <c:v>46.123196644558718</c:v>
                </c:pt>
                <c:pt idx="321">
                  <c:v>46.299712866126235</c:v>
                </c:pt>
                <c:pt idx="322">
                  <c:v>46.426843736216277</c:v>
                </c:pt>
                <c:pt idx="323">
                  <c:v>46.384071002622456</c:v>
                </c:pt>
                <c:pt idx="324">
                  <c:v>46.232145938578114</c:v>
                </c:pt>
                <c:pt idx="325">
                  <c:v>46.129688319172722</c:v>
                </c:pt>
                <c:pt idx="326">
                  <c:v>46.030194290351979</c:v>
                </c:pt>
                <c:pt idx="327">
                  <c:v>45.963536016040841</c:v>
                </c:pt>
                <c:pt idx="328">
                  <c:v>45.915360097259807</c:v>
                </c:pt>
                <c:pt idx="329">
                  <c:v>45.938154952077774</c:v>
                </c:pt>
                <c:pt idx="330">
                  <c:v>45.94022677480816</c:v>
                </c:pt>
                <c:pt idx="331">
                  <c:v>45.890513462523444</c:v>
                </c:pt>
                <c:pt idx="332">
                  <c:v>45.952025676214959</c:v>
                </c:pt>
                <c:pt idx="333">
                  <c:v>45.945479638905404</c:v>
                </c:pt>
                <c:pt idx="334">
                  <c:v>45.906978632577783</c:v>
                </c:pt>
                <c:pt idx="335">
                  <c:v>45.754360993283328</c:v>
                </c:pt>
                <c:pt idx="336">
                  <c:v>45.699281286726567</c:v>
                </c:pt>
                <c:pt idx="337">
                  <c:v>45.734763790655848</c:v>
                </c:pt>
                <c:pt idx="338">
                  <c:v>45.673519958453724</c:v>
                </c:pt>
                <c:pt idx="339">
                  <c:v>45.577734536249828</c:v>
                </c:pt>
                <c:pt idx="340">
                  <c:v>45.509475994408334</c:v>
                </c:pt>
                <c:pt idx="341">
                  <c:v>45.38003512159603</c:v>
                </c:pt>
                <c:pt idx="342">
                  <c:v>45.283974316646507</c:v>
                </c:pt>
                <c:pt idx="343">
                  <c:v>45.222819304303016</c:v>
                </c:pt>
                <c:pt idx="344">
                  <c:v>45.26333777066548</c:v>
                </c:pt>
                <c:pt idx="345">
                  <c:v>45.226560446169472</c:v>
                </c:pt>
                <c:pt idx="346">
                  <c:v>45.222065914219236</c:v>
                </c:pt>
                <c:pt idx="347">
                  <c:v>45.254393391253402</c:v>
                </c:pt>
                <c:pt idx="348">
                  <c:v>45.162879215837336</c:v>
                </c:pt>
                <c:pt idx="349">
                  <c:v>45.090787486201691</c:v>
                </c:pt>
                <c:pt idx="350">
                  <c:v>45.038310256414832</c:v>
                </c:pt>
                <c:pt idx="351">
                  <c:v>45.058992001682498</c:v>
                </c:pt>
                <c:pt idx="352">
                  <c:v>45.040506626002639</c:v>
                </c:pt>
                <c:pt idx="353">
                  <c:v>45.020383608439232</c:v>
                </c:pt>
                <c:pt idx="354">
                  <c:v>44.997268377508284</c:v>
                </c:pt>
                <c:pt idx="355">
                  <c:v>44.979771277195248</c:v>
                </c:pt>
                <c:pt idx="356">
                  <c:v>44.946493002107104</c:v>
                </c:pt>
                <c:pt idx="357">
                  <c:v>44.935517022868162</c:v>
                </c:pt>
                <c:pt idx="358">
                  <c:v>44.893034498209673</c:v>
                </c:pt>
                <c:pt idx="359">
                  <c:v>44.889513449756443</c:v>
                </c:pt>
                <c:pt idx="360">
                  <c:v>44.972949479621334</c:v>
                </c:pt>
                <c:pt idx="361">
                  <c:v>45.009362773112485</c:v>
                </c:pt>
                <c:pt idx="362">
                  <c:v>44.987254453245129</c:v>
                </c:pt>
                <c:pt idx="363">
                  <c:v>44.950033269695119</c:v>
                </c:pt>
                <c:pt idx="364">
                  <c:v>44.984439090237544</c:v>
                </c:pt>
                <c:pt idx="365">
                  <c:v>44.949985805296166</c:v>
                </c:pt>
                <c:pt idx="366">
                  <c:v>44.904151841048972</c:v>
                </c:pt>
                <c:pt idx="367">
                  <c:v>44.907315344955329</c:v>
                </c:pt>
                <c:pt idx="368">
                  <c:v>44.92791341834689</c:v>
                </c:pt>
                <c:pt idx="369">
                  <c:v>44.902665309612715</c:v>
                </c:pt>
                <c:pt idx="370">
                  <c:v>44.924889699326243</c:v>
                </c:pt>
                <c:pt idx="371">
                  <c:v>44.896913743287548</c:v>
                </c:pt>
                <c:pt idx="372">
                  <c:v>44.878673342936494</c:v>
                </c:pt>
                <c:pt idx="373">
                  <c:v>44.869626312752708</c:v>
                </c:pt>
                <c:pt idx="374">
                  <c:v>44.816640633890998</c:v>
                </c:pt>
                <c:pt idx="375">
                  <c:v>44.847184781135923</c:v>
                </c:pt>
                <c:pt idx="376">
                  <c:v>44.855149739711138</c:v>
                </c:pt>
                <c:pt idx="377">
                  <c:v>44.859358009512647</c:v>
                </c:pt>
                <c:pt idx="378">
                  <c:v>44.821061275131932</c:v>
                </c:pt>
                <c:pt idx="379">
                  <c:v>44.788562713478257</c:v>
                </c:pt>
                <c:pt idx="380">
                  <c:v>44.752067189546111</c:v>
                </c:pt>
                <c:pt idx="381">
                  <c:v>44.765834301954847</c:v>
                </c:pt>
                <c:pt idx="382">
                  <c:v>44.745264645426872</c:v>
                </c:pt>
                <c:pt idx="383">
                  <c:v>44.754638555341565</c:v>
                </c:pt>
                <c:pt idx="384">
                  <c:v>44.760838356505893</c:v>
                </c:pt>
                <c:pt idx="385">
                  <c:v>44.754559053331313</c:v>
                </c:pt>
                <c:pt idx="386">
                  <c:v>44.763020860860742</c:v>
                </c:pt>
                <c:pt idx="387">
                  <c:v>44.785591452399629</c:v>
                </c:pt>
                <c:pt idx="388">
                  <c:v>44.773777295804585</c:v>
                </c:pt>
                <c:pt idx="389">
                  <c:v>44.741394992756447</c:v>
                </c:pt>
                <c:pt idx="390">
                  <c:v>44.748561361961244</c:v>
                </c:pt>
                <c:pt idx="391">
                  <c:v>44.776366833978386</c:v>
                </c:pt>
                <c:pt idx="392">
                  <c:v>44.90893246354851</c:v>
                </c:pt>
                <c:pt idx="393">
                  <c:v>44.94390432193039</c:v>
                </c:pt>
                <c:pt idx="394">
                  <c:v>44.956961424588165</c:v>
                </c:pt>
                <c:pt idx="395">
                  <c:v>44.972942718604273</c:v>
                </c:pt>
                <c:pt idx="396">
                  <c:v>44.983236109679211</c:v>
                </c:pt>
                <c:pt idx="397">
                  <c:v>44.971694229880342</c:v>
                </c:pt>
                <c:pt idx="398">
                  <c:v>44.94149534066397</c:v>
                </c:pt>
                <c:pt idx="399">
                  <c:v>44.917585810348051</c:v>
                </c:pt>
                <c:pt idx="400">
                  <c:v>45.001314657459417</c:v>
                </c:pt>
                <c:pt idx="401">
                  <c:v>44.978635563608677</c:v>
                </c:pt>
                <c:pt idx="402">
                  <c:v>44.995566008324353</c:v>
                </c:pt>
                <c:pt idx="403">
                  <c:v>45.003570091566822</c:v>
                </c:pt>
                <c:pt idx="404">
                  <c:v>45.019273806364744</c:v>
                </c:pt>
                <c:pt idx="405">
                  <c:v>44.975442510282576</c:v>
                </c:pt>
                <c:pt idx="406">
                  <c:v>44.917937074356225</c:v>
                </c:pt>
                <c:pt idx="407">
                  <c:v>44.865455829142988</c:v>
                </c:pt>
                <c:pt idx="408">
                  <c:v>44.867416318171131</c:v>
                </c:pt>
                <c:pt idx="409">
                  <c:v>44.853270691766674</c:v>
                </c:pt>
                <c:pt idx="410">
                  <c:v>44.825909198923128</c:v>
                </c:pt>
                <c:pt idx="411">
                  <c:v>44.811093476792273</c:v>
                </c:pt>
                <c:pt idx="412">
                  <c:v>44.794802857665701</c:v>
                </c:pt>
                <c:pt idx="413">
                  <c:v>44.771770200374583</c:v>
                </c:pt>
                <c:pt idx="414">
                  <c:v>44.775822554945101</c:v>
                </c:pt>
                <c:pt idx="415">
                  <c:v>44.776593945807804</c:v>
                </c:pt>
                <c:pt idx="416">
                  <c:v>44.740102746180987</c:v>
                </c:pt>
                <c:pt idx="417">
                  <c:v>44.713364227863707</c:v>
                </c:pt>
                <c:pt idx="418">
                  <c:v>44.640546135052588</c:v>
                </c:pt>
                <c:pt idx="419">
                  <c:v>44.705173478774597</c:v>
                </c:pt>
                <c:pt idx="420">
                  <c:v>44.746076190553332</c:v>
                </c:pt>
                <c:pt idx="421">
                  <c:v>44.746935680557115</c:v>
                </c:pt>
                <c:pt idx="422">
                  <c:v>44.729963605822682</c:v>
                </c:pt>
                <c:pt idx="423">
                  <c:v>44.716802634037336</c:v>
                </c:pt>
                <c:pt idx="424">
                  <c:v>44.705565497644486</c:v>
                </c:pt>
                <c:pt idx="425">
                  <c:v>44.729056428340698</c:v>
                </c:pt>
                <c:pt idx="426">
                  <c:v>44.747759615161534</c:v>
                </c:pt>
                <c:pt idx="427">
                  <c:v>44.71976497194624</c:v>
                </c:pt>
                <c:pt idx="428">
                  <c:v>44.659022244363889</c:v>
                </c:pt>
                <c:pt idx="429">
                  <c:v>44.702897229657815</c:v>
                </c:pt>
                <c:pt idx="430">
                  <c:v>44.721841771059744</c:v>
                </c:pt>
                <c:pt idx="431">
                  <c:v>44.722751042054625</c:v>
                </c:pt>
                <c:pt idx="432">
                  <c:v>44.624807105094483</c:v>
                </c:pt>
                <c:pt idx="433">
                  <c:v>44.653865046942052</c:v>
                </c:pt>
                <c:pt idx="434">
                  <c:v>44.710674098111213</c:v>
                </c:pt>
                <c:pt idx="435">
                  <c:v>44.871321440441207</c:v>
                </c:pt>
                <c:pt idx="436">
                  <c:v>44.97733096187514</c:v>
                </c:pt>
                <c:pt idx="437">
                  <c:v>45.226877493253738</c:v>
                </c:pt>
                <c:pt idx="438">
                  <c:v>45.333044337033883</c:v>
                </c:pt>
                <c:pt idx="439">
                  <c:v>45.400519905051979</c:v>
                </c:pt>
                <c:pt idx="440">
                  <c:v>45.370787697612172</c:v>
                </c:pt>
                <c:pt idx="441">
                  <c:v>45.44325248438205</c:v>
                </c:pt>
                <c:pt idx="442">
                  <c:v>45.538780782018357</c:v>
                </c:pt>
                <c:pt idx="443">
                  <c:v>45.556263467980301</c:v>
                </c:pt>
                <c:pt idx="444">
                  <c:v>45.603037350878388</c:v>
                </c:pt>
                <c:pt idx="445">
                  <c:v>45.664572902090725</c:v>
                </c:pt>
                <c:pt idx="446">
                  <c:v>45.767591033834329</c:v>
                </c:pt>
                <c:pt idx="447">
                  <c:v>45.779614387279565</c:v>
                </c:pt>
                <c:pt idx="448">
                  <c:v>45.775488313599169</c:v>
                </c:pt>
                <c:pt idx="449">
                  <c:v>45.733979787235938</c:v>
                </c:pt>
                <c:pt idx="450">
                  <c:v>45.726871452954235</c:v>
                </c:pt>
                <c:pt idx="451">
                  <c:v>45.730684254737554</c:v>
                </c:pt>
                <c:pt idx="452">
                  <c:v>45.719370361925137</c:v>
                </c:pt>
                <c:pt idx="453">
                  <c:v>45.696844849553301</c:v>
                </c:pt>
                <c:pt idx="454">
                  <c:v>45.732153557592262</c:v>
                </c:pt>
                <c:pt idx="455">
                  <c:v>45.758496813810652</c:v>
                </c:pt>
                <c:pt idx="456">
                  <c:v>45.796617555828497</c:v>
                </c:pt>
                <c:pt idx="457">
                  <c:v>45.859799500494688</c:v>
                </c:pt>
                <c:pt idx="458">
                  <c:v>45.86877840570962</c:v>
                </c:pt>
                <c:pt idx="459">
                  <c:v>45.8381424184563</c:v>
                </c:pt>
                <c:pt idx="460">
                  <c:v>45.835732613512675</c:v>
                </c:pt>
                <c:pt idx="461">
                  <c:v>45.817085385261976</c:v>
                </c:pt>
                <c:pt idx="462">
                  <c:v>45.795505179762742</c:v>
                </c:pt>
                <c:pt idx="463">
                  <c:v>45.804284617814467</c:v>
                </c:pt>
                <c:pt idx="464">
                  <c:v>45.777422856795347</c:v>
                </c:pt>
                <c:pt idx="465">
                  <c:v>45.755890287294491</c:v>
                </c:pt>
                <c:pt idx="466">
                  <c:v>45.764734384006829</c:v>
                </c:pt>
                <c:pt idx="467">
                  <c:v>45.778987431646804</c:v>
                </c:pt>
                <c:pt idx="468">
                  <c:v>45.759213687538328</c:v>
                </c:pt>
                <c:pt idx="469">
                  <c:v>45.732292621760422</c:v>
                </c:pt>
                <c:pt idx="470">
                  <c:v>45.749229758853396</c:v>
                </c:pt>
                <c:pt idx="471">
                  <c:v>45.767063605863868</c:v>
                </c:pt>
                <c:pt idx="472">
                  <c:v>45.779302762736897</c:v>
                </c:pt>
                <c:pt idx="473">
                  <c:v>45.796807001585712</c:v>
                </c:pt>
                <c:pt idx="474">
                  <c:v>45.796136116502005</c:v>
                </c:pt>
                <c:pt idx="475">
                  <c:v>45.789172612128894</c:v>
                </c:pt>
                <c:pt idx="476">
                  <c:v>45.779187722487229</c:v>
                </c:pt>
                <c:pt idx="477">
                  <c:v>45.816826338780906</c:v>
                </c:pt>
                <c:pt idx="478">
                  <c:v>45.847690484620095</c:v>
                </c:pt>
                <c:pt idx="479">
                  <c:v>45.816717887948876</c:v>
                </c:pt>
                <c:pt idx="480">
                  <c:v>45.811644585482384</c:v>
                </c:pt>
                <c:pt idx="481">
                  <c:v>45.820473032327826</c:v>
                </c:pt>
                <c:pt idx="482">
                  <c:v>45.843488495357278</c:v>
                </c:pt>
                <c:pt idx="483">
                  <c:v>45.828881266519019</c:v>
                </c:pt>
                <c:pt idx="484">
                  <c:v>45.817497772982755</c:v>
                </c:pt>
                <c:pt idx="485">
                  <c:v>45.810006291521056</c:v>
                </c:pt>
                <c:pt idx="486">
                  <c:v>45.802103383295304</c:v>
                </c:pt>
                <c:pt idx="487">
                  <c:v>45.818600676760646</c:v>
                </c:pt>
                <c:pt idx="488">
                  <c:v>45.824791160076586</c:v>
                </c:pt>
                <c:pt idx="489">
                  <c:v>45.830336429581706</c:v>
                </c:pt>
                <c:pt idx="490">
                  <c:v>45.810428975206904</c:v>
                </c:pt>
                <c:pt idx="491">
                  <c:v>45.809118504773281</c:v>
                </c:pt>
                <c:pt idx="492">
                  <c:v>45.804742856899679</c:v>
                </c:pt>
                <c:pt idx="493">
                  <c:v>45.785924166510739</c:v>
                </c:pt>
                <c:pt idx="494">
                  <c:v>45.759093430666354</c:v>
                </c:pt>
                <c:pt idx="495">
                  <c:v>45.745134161229601</c:v>
                </c:pt>
                <c:pt idx="496">
                  <c:v>45.695426751964845</c:v>
                </c:pt>
                <c:pt idx="497">
                  <c:v>45.661684677970356</c:v>
                </c:pt>
                <c:pt idx="498">
                  <c:v>45.662761498636748</c:v>
                </c:pt>
                <c:pt idx="499">
                  <c:v>45.656942493740395</c:v>
                </c:pt>
                <c:pt idx="500">
                  <c:v>45.669687251137944</c:v>
                </c:pt>
                <c:pt idx="501">
                  <c:v>45.651973660999445</c:v>
                </c:pt>
                <c:pt idx="502">
                  <c:v>45.636197908765944</c:v>
                </c:pt>
                <c:pt idx="503">
                  <c:v>45.645813928299177</c:v>
                </c:pt>
                <c:pt idx="504">
                  <c:v>45.639480605627888</c:v>
                </c:pt>
                <c:pt idx="505">
                  <c:v>45.623917979871251</c:v>
                </c:pt>
                <c:pt idx="506">
                  <c:v>45.610146714756603</c:v>
                </c:pt>
                <c:pt idx="507">
                  <c:v>45.620043745496375</c:v>
                </c:pt>
                <c:pt idx="508">
                  <c:v>45.661053329392495</c:v>
                </c:pt>
                <c:pt idx="509">
                  <c:v>45.69718859750698</c:v>
                </c:pt>
                <c:pt idx="510">
                  <c:v>45.75290171183461</c:v>
                </c:pt>
                <c:pt idx="511">
                  <c:v>45.813709269676998</c:v>
                </c:pt>
                <c:pt idx="512">
                  <c:v>45.884095644298846</c:v>
                </c:pt>
                <c:pt idx="513">
                  <c:v>45.933542085169051</c:v>
                </c:pt>
                <c:pt idx="514">
                  <c:v>45.990082720528932</c:v>
                </c:pt>
                <c:pt idx="515">
                  <c:v>45.99883991929611</c:v>
                </c:pt>
                <c:pt idx="516">
                  <c:v>45.989362002974296</c:v>
                </c:pt>
                <c:pt idx="517">
                  <c:v>45.977033477124493</c:v>
                </c:pt>
                <c:pt idx="518">
                  <c:v>45.92147521411146</c:v>
                </c:pt>
                <c:pt idx="519">
                  <c:v>45.889937849436478</c:v>
                </c:pt>
                <c:pt idx="520">
                  <c:v>45.89586571700346</c:v>
                </c:pt>
                <c:pt idx="521">
                  <c:v>45.894627318325298</c:v>
                </c:pt>
                <c:pt idx="522">
                  <c:v>45.852252558101164</c:v>
                </c:pt>
                <c:pt idx="523">
                  <c:v>45.826842116317771</c:v>
                </c:pt>
                <c:pt idx="524">
                  <c:v>45.849647541659877</c:v>
                </c:pt>
                <c:pt idx="525">
                  <c:v>45.865063758793269</c:v>
                </c:pt>
                <c:pt idx="526">
                  <c:v>45.851247534631163</c:v>
                </c:pt>
                <c:pt idx="527">
                  <c:v>45.837680472823664</c:v>
                </c:pt>
                <c:pt idx="528">
                  <c:v>45.834791150467019</c:v>
                </c:pt>
                <c:pt idx="529">
                  <c:v>45.80454682172482</c:v>
                </c:pt>
                <c:pt idx="530">
                  <c:v>45.799390602419663</c:v>
                </c:pt>
                <c:pt idx="531">
                  <c:v>45.851365320471523</c:v>
                </c:pt>
                <c:pt idx="532">
                  <c:v>45.851613247310318</c:v>
                </c:pt>
                <c:pt idx="533">
                  <c:v>45.826419295352387</c:v>
                </c:pt>
                <c:pt idx="534">
                  <c:v>45.831542979407935</c:v>
                </c:pt>
                <c:pt idx="535">
                  <c:v>45.819920756761668</c:v>
                </c:pt>
                <c:pt idx="536">
                  <c:v>45.816274749612425</c:v>
                </c:pt>
                <c:pt idx="537">
                  <c:v>45.878540902505861</c:v>
                </c:pt>
                <c:pt idx="538">
                  <c:v>45.963471769218827</c:v>
                </c:pt>
                <c:pt idx="539">
                  <c:v>45.973550008943761</c:v>
                </c:pt>
                <c:pt idx="540">
                  <c:v>46.027268451639237</c:v>
                </c:pt>
                <c:pt idx="541">
                  <c:v>46.144281820057557</c:v>
                </c:pt>
                <c:pt idx="542">
                  <c:v>46.235165951051336</c:v>
                </c:pt>
                <c:pt idx="543">
                  <c:v>46.301243395653209</c:v>
                </c:pt>
                <c:pt idx="544">
                  <c:v>46.437088084177617</c:v>
                </c:pt>
                <c:pt idx="545">
                  <c:v>46.511377453236754</c:v>
                </c:pt>
                <c:pt idx="546">
                  <c:v>46.59421274785992</c:v>
                </c:pt>
                <c:pt idx="547">
                  <c:v>46.677634226094177</c:v>
                </c:pt>
                <c:pt idx="548">
                  <c:v>46.76979944970126</c:v>
                </c:pt>
                <c:pt idx="549">
                  <c:v>46.825332727839069</c:v>
                </c:pt>
                <c:pt idx="550">
                  <c:v>46.846239302663896</c:v>
                </c:pt>
                <c:pt idx="551">
                  <c:v>46.897943717312884</c:v>
                </c:pt>
                <c:pt idx="552">
                  <c:v>47.000354249838047</c:v>
                </c:pt>
                <c:pt idx="553">
                  <c:v>47.08510596675886</c:v>
                </c:pt>
                <c:pt idx="554">
                  <c:v>47.05002994753039</c:v>
                </c:pt>
                <c:pt idx="555">
                  <c:v>47.036852485040995</c:v>
                </c:pt>
                <c:pt idx="556">
                  <c:v>46.955914393580699</c:v>
                </c:pt>
                <c:pt idx="557">
                  <c:v>46.823244157005504</c:v>
                </c:pt>
                <c:pt idx="558">
                  <c:v>46.785203311676575</c:v>
                </c:pt>
                <c:pt idx="559">
                  <c:v>46.794460345227826</c:v>
                </c:pt>
                <c:pt idx="560">
                  <c:v>46.737685785541636</c:v>
                </c:pt>
                <c:pt idx="561">
                  <c:v>46.668016833765606</c:v>
                </c:pt>
                <c:pt idx="562">
                  <c:v>46.681361777286746</c:v>
                </c:pt>
                <c:pt idx="563">
                  <c:v>46.679558610604815</c:v>
                </c:pt>
                <c:pt idx="564">
                  <c:v>46.609285491598698</c:v>
                </c:pt>
                <c:pt idx="565">
                  <c:v>46.580017632183377</c:v>
                </c:pt>
                <c:pt idx="566">
                  <c:v>46.65886303442408</c:v>
                </c:pt>
                <c:pt idx="567">
                  <c:v>46.675321752340309</c:v>
                </c:pt>
                <c:pt idx="568">
                  <c:v>46.668896246461792</c:v>
                </c:pt>
                <c:pt idx="569">
                  <c:v>46.663572683404425</c:v>
                </c:pt>
                <c:pt idx="570">
                  <c:v>46.593699047842883</c:v>
                </c:pt>
                <c:pt idx="571">
                  <c:v>46.518083833042276</c:v>
                </c:pt>
                <c:pt idx="572">
                  <c:v>46.458082517904344</c:v>
                </c:pt>
                <c:pt idx="573">
                  <c:v>46.41900466297394</c:v>
                </c:pt>
                <c:pt idx="574">
                  <c:v>46.378258998982346</c:v>
                </c:pt>
                <c:pt idx="575">
                  <c:v>46.110533705763558</c:v>
                </c:pt>
                <c:pt idx="576">
                  <c:v>46.174308423458491</c:v>
                </c:pt>
                <c:pt idx="577">
                  <c:v>46.270814151378417</c:v>
                </c:pt>
                <c:pt idx="578">
                  <c:v>46.308001392563597</c:v>
                </c:pt>
                <c:pt idx="579">
                  <c:v>46.183588382691966</c:v>
                </c:pt>
                <c:pt idx="580">
                  <c:v>46.11118248884226</c:v>
                </c:pt>
                <c:pt idx="581">
                  <c:v>45.618086825736121</c:v>
                </c:pt>
                <c:pt idx="582">
                  <c:v>45.028539934685142</c:v>
                </c:pt>
                <c:pt idx="583">
                  <c:v>45.065592710566555</c:v>
                </c:pt>
                <c:pt idx="584">
                  <c:v>44.423450143230603</c:v>
                </c:pt>
                <c:pt idx="585">
                  <c:v>44.69348038556879</c:v>
                </c:pt>
                <c:pt idx="586">
                  <c:v>44.545008219268915</c:v>
                </c:pt>
                <c:pt idx="587">
                  <c:v>44.092450867997904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77BE-418F-8705-C8EC33B0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999328"/>
        <c:axId val="1101996928"/>
      </c:scatterChart>
      <c:valAx>
        <c:axId val="1101999328"/>
        <c:scaling>
          <c:orientation val="maxMin"/>
          <c:max val="3000"/>
          <c:min val="900"/>
        </c:scaling>
        <c:delete val="0"/>
        <c:axPos val="b"/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01996928"/>
        <c:crosses val="autoZero"/>
        <c:crossBetween val="midCat"/>
        <c:majorUnit val="400"/>
        <c:minorUnit val="200"/>
      </c:valAx>
      <c:valAx>
        <c:axId val="1101996928"/>
        <c:scaling>
          <c:orientation val="minMax"/>
          <c:max val="50"/>
        </c:scaling>
        <c:delete val="1"/>
        <c:axPos val="r"/>
        <c:numFmt formatCode="General" sourceLinked="1"/>
        <c:majorTickMark val="out"/>
        <c:minorTickMark val="none"/>
        <c:tickLblPos val="nextTo"/>
        <c:crossAx val="1101999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S1_z/O-PTIR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Sheet2!$B$2:$B$589</c:f>
              <c:numCache>
                <c:formatCode>General</c:formatCode>
                <c:ptCount val="588"/>
                <c:pt idx="0">
                  <c:v>1.1090546656240661</c:v>
                </c:pt>
                <c:pt idx="1">
                  <c:v>1.2869382099818008</c:v>
                </c:pt>
                <c:pt idx="2">
                  <c:v>1.5009371005992209</c:v>
                </c:pt>
                <c:pt idx="3">
                  <c:v>1.570138919518181</c:v>
                </c:pt>
                <c:pt idx="4">
                  <c:v>1.6874168804072114</c:v>
                </c:pt>
                <c:pt idx="5">
                  <c:v>1.71561530738644</c:v>
                </c:pt>
                <c:pt idx="6">
                  <c:v>1.7817076094126068</c:v>
                </c:pt>
                <c:pt idx="7">
                  <c:v>1.8473326226506921</c:v>
                </c:pt>
                <c:pt idx="8">
                  <c:v>1.8891113925268179</c:v>
                </c:pt>
                <c:pt idx="9">
                  <c:v>1.9852576959678725</c:v>
                </c:pt>
                <c:pt idx="10">
                  <c:v>2.0206465517563581</c:v>
                </c:pt>
                <c:pt idx="11">
                  <c:v>1.9671164126574268</c:v>
                </c:pt>
                <c:pt idx="12">
                  <c:v>1.9393632836727628</c:v>
                </c:pt>
                <c:pt idx="13">
                  <c:v>1.9263542653293277</c:v>
                </c:pt>
                <c:pt idx="14">
                  <c:v>1.9188172167604465</c:v>
                </c:pt>
                <c:pt idx="15">
                  <c:v>1.9379310787350148</c:v>
                </c:pt>
                <c:pt idx="16">
                  <c:v>1.9790342391048377</c:v>
                </c:pt>
                <c:pt idx="17">
                  <c:v>1.9657126150903448</c:v>
                </c:pt>
                <c:pt idx="18">
                  <c:v>1.9016828376870101</c:v>
                </c:pt>
                <c:pt idx="19">
                  <c:v>1.8915636463401948</c:v>
                </c:pt>
                <c:pt idx="20">
                  <c:v>1.8807531466769725</c:v>
                </c:pt>
                <c:pt idx="21">
                  <c:v>1.8461449952068776</c:v>
                </c:pt>
                <c:pt idx="22">
                  <c:v>1.8475664850837616</c:v>
                </c:pt>
                <c:pt idx="23">
                  <c:v>1.8350672419906793</c:v>
                </c:pt>
                <c:pt idx="24">
                  <c:v>1.8179251381059212</c:v>
                </c:pt>
                <c:pt idx="25">
                  <c:v>1.8039816667800468</c:v>
                </c:pt>
                <c:pt idx="26">
                  <c:v>1.82431779325564</c:v>
                </c:pt>
                <c:pt idx="27">
                  <c:v>1.8465372785689067</c:v>
                </c:pt>
                <c:pt idx="28">
                  <c:v>1.7876523500994133</c:v>
                </c:pt>
                <c:pt idx="29">
                  <c:v>1.7330832861746068</c:v>
                </c:pt>
                <c:pt idx="30">
                  <c:v>1.7437850155106738</c:v>
                </c:pt>
                <c:pt idx="31">
                  <c:v>1.7443304868649545</c:v>
                </c:pt>
                <c:pt idx="32">
                  <c:v>1.7435195685667964</c:v>
                </c:pt>
                <c:pt idx="33">
                  <c:v>1.7211144385943531</c:v>
                </c:pt>
                <c:pt idx="34">
                  <c:v>1.6840378984227171</c:v>
                </c:pt>
                <c:pt idx="35">
                  <c:v>1.6158298079537143</c:v>
                </c:pt>
                <c:pt idx="36">
                  <c:v>1.5601932249417696</c:v>
                </c:pt>
                <c:pt idx="37">
                  <c:v>1.5714143232454783</c:v>
                </c:pt>
                <c:pt idx="38">
                  <c:v>1.5177089430639046</c:v>
                </c:pt>
                <c:pt idx="39">
                  <c:v>1.4928606857688798</c:v>
                </c:pt>
                <c:pt idx="40">
                  <c:v>1.5203335723041103</c:v>
                </c:pt>
                <c:pt idx="41">
                  <c:v>1.5402436505165764</c:v>
                </c:pt>
                <c:pt idx="42">
                  <c:v>1.5168931344618026</c:v>
                </c:pt>
                <c:pt idx="43">
                  <c:v>1.5157537247918857</c:v>
                </c:pt>
                <c:pt idx="44">
                  <c:v>1.4875469811811135</c:v>
                </c:pt>
                <c:pt idx="45">
                  <c:v>1.4596600385293648</c:v>
                </c:pt>
                <c:pt idx="46">
                  <c:v>1.4659305295258485</c:v>
                </c:pt>
                <c:pt idx="47">
                  <c:v>1.504132213385204</c:v>
                </c:pt>
                <c:pt idx="48">
                  <c:v>1.4471397390957439</c:v>
                </c:pt>
                <c:pt idx="49">
                  <c:v>1.3584393439093465</c:v>
                </c:pt>
                <c:pt idx="50">
                  <c:v>1.3109078011374415</c:v>
                </c:pt>
                <c:pt idx="51">
                  <c:v>1.3088493881077266</c:v>
                </c:pt>
                <c:pt idx="52">
                  <c:v>1.3416402465660102</c:v>
                </c:pt>
                <c:pt idx="53">
                  <c:v>1.3262583717642686</c:v>
                </c:pt>
                <c:pt idx="54">
                  <c:v>1.2949170367723433</c:v>
                </c:pt>
                <c:pt idx="55">
                  <c:v>1.2962665737695804</c:v>
                </c:pt>
                <c:pt idx="56">
                  <c:v>1.2928875294882203</c:v>
                </c:pt>
                <c:pt idx="57">
                  <c:v>1.2767376900770799</c:v>
                </c:pt>
                <c:pt idx="58">
                  <c:v>1.2507604111144583</c:v>
                </c:pt>
                <c:pt idx="59">
                  <c:v>1.2436723827778571</c:v>
                </c:pt>
                <c:pt idx="60">
                  <c:v>1.2619433370138329</c:v>
                </c:pt>
                <c:pt idx="61">
                  <c:v>1.237946895909164</c:v>
                </c:pt>
                <c:pt idx="62">
                  <c:v>1.2145525072868641</c:v>
                </c:pt>
                <c:pt idx="63">
                  <c:v>1.210891320501674</c:v>
                </c:pt>
                <c:pt idx="64">
                  <c:v>1.2418188329903264</c:v>
                </c:pt>
                <c:pt idx="65">
                  <c:v>1.2372206234769971</c:v>
                </c:pt>
                <c:pt idx="66">
                  <c:v>1.2273035231618497</c:v>
                </c:pt>
                <c:pt idx="67">
                  <c:v>1.2220321025715397</c:v>
                </c:pt>
                <c:pt idx="68">
                  <c:v>1.1913763757328291</c:v>
                </c:pt>
                <c:pt idx="69">
                  <c:v>1.1657265290952525</c:v>
                </c:pt>
                <c:pt idx="70">
                  <c:v>1.1557877650451291</c:v>
                </c:pt>
                <c:pt idx="71">
                  <c:v>1.1632593707568046</c:v>
                </c:pt>
                <c:pt idx="72">
                  <c:v>1.1284043523829672</c:v>
                </c:pt>
                <c:pt idx="73">
                  <c:v>1.1171846246103019</c:v>
                </c:pt>
                <c:pt idx="74">
                  <c:v>1.1342187057302899</c:v>
                </c:pt>
                <c:pt idx="75">
                  <c:v>1.1354320306311194</c:v>
                </c:pt>
                <c:pt idx="76">
                  <c:v>1.1446741288344031</c:v>
                </c:pt>
                <c:pt idx="77">
                  <c:v>1.1463494940123988</c:v>
                </c:pt>
                <c:pt idx="78">
                  <c:v>1.1831583445529987</c:v>
                </c:pt>
                <c:pt idx="79">
                  <c:v>1.1987149309140217</c:v>
                </c:pt>
                <c:pt idx="80">
                  <c:v>1.1903878179227083</c:v>
                </c:pt>
                <c:pt idx="81">
                  <c:v>1.194335476843881</c:v>
                </c:pt>
                <c:pt idx="82">
                  <c:v>1.1993049601013492</c:v>
                </c:pt>
                <c:pt idx="83">
                  <c:v>1.1871221695107677</c:v>
                </c:pt>
                <c:pt idx="84">
                  <c:v>1.1849448784874717</c:v>
                </c:pt>
                <c:pt idx="85">
                  <c:v>1.1805150729757938</c:v>
                </c:pt>
                <c:pt idx="86">
                  <c:v>1.1986910712145371</c:v>
                </c:pt>
                <c:pt idx="87">
                  <c:v>1.1791333752217454</c:v>
                </c:pt>
                <c:pt idx="88">
                  <c:v>1.1688974551232068</c:v>
                </c:pt>
                <c:pt idx="89">
                  <c:v>1.1750098211008453</c:v>
                </c:pt>
                <c:pt idx="90">
                  <c:v>1.1708398090925014</c:v>
                </c:pt>
                <c:pt idx="91">
                  <c:v>1.1642191006924172</c:v>
                </c:pt>
                <c:pt idx="92">
                  <c:v>1.1438106787044147</c:v>
                </c:pt>
                <c:pt idx="93">
                  <c:v>1.1433271927313011</c:v>
                </c:pt>
                <c:pt idx="94">
                  <c:v>1.1359067483204142</c:v>
                </c:pt>
                <c:pt idx="95">
                  <c:v>1.1472510231014219</c:v>
                </c:pt>
                <c:pt idx="96">
                  <c:v>1.1595690134643459</c:v>
                </c:pt>
                <c:pt idx="97">
                  <c:v>1.15704304688487</c:v>
                </c:pt>
                <c:pt idx="98">
                  <c:v>1.1436681901988093</c:v>
                </c:pt>
                <c:pt idx="99">
                  <c:v>1.1488724547681146</c:v>
                </c:pt>
                <c:pt idx="100">
                  <c:v>1.1396381436730181</c:v>
                </c:pt>
                <c:pt idx="101">
                  <c:v>1.1317471398886081</c:v>
                </c:pt>
                <c:pt idx="102">
                  <c:v>1.1090556234383733</c:v>
                </c:pt>
                <c:pt idx="103">
                  <c:v>1.1025486846889005</c:v>
                </c:pt>
                <c:pt idx="104">
                  <c:v>1.107483772289507</c:v>
                </c:pt>
                <c:pt idx="105">
                  <c:v>1.095745306304966</c:v>
                </c:pt>
                <c:pt idx="106">
                  <c:v>1.1051707519705121</c:v>
                </c:pt>
                <c:pt idx="107">
                  <c:v>1.1198722126201988</c:v>
                </c:pt>
                <c:pt idx="108">
                  <c:v>1.1154803303253915</c:v>
                </c:pt>
                <c:pt idx="109">
                  <c:v>1.1062923447368991</c:v>
                </c:pt>
                <c:pt idx="110">
                  <c:v>1.1105808765318488</c:v>
                </c:pt>
                <c:pt idx="111">
                  <c:v>1.1271298130246796</c:v>
                </c:pt>
                <c:pt idx="112">
                  <c:v>1.1271500049962087</c:v>
                </c:pt>
                <c:pt idx="113">
                  <c:v>1.1307499539626162</c:v>
                </c:pt>
                <c:pt idx="114">
                  <c:v>1.1361548455872512</c:v>
                </c:pt>
                <c:pt idx="115">
                  <c:v>1.1495151559552188</c:v>
                </c:pt>
                <c:pt idx="116">
                  <c:v>1.1605713856043904</c:v>
                </c:pt>
                <c:pt idx="117">
                  <c:v>1.1599898910876358</c:v>
                </c:pt>
                <c:pt idx="118">
                  <c:v>1.1537559372027659</c:v>
                </c:pt>
                <c:pt idx="119">
                  <c:v>1.1658458898895427</c:v>
                </c:pt>
                <c:pt idx="120">
                  <c:v>1.1800989143400653</c:v>
                </c:pt>
                <c:pt idx="121">
                  <c:v>1.171414684567297</c:v>
                </c:pt>
                <c:pt idx="122">
                  <c:v>1.1606821027085927</c:v>
                </c:pt>
                <c:pt idx="123">
                  <c:v>1.1802349551200919</c:v>
                </c:pt>
                <c:pt idx="124">
                  <c:v>1.1846592629333899</c:v>
                </c:pt>
                <c:pt idx="125">
                  <c:v>1.1816067943951758</c:v>
                </c:pt>
                <c:pt idx="126">
                  <c:v>1.1812593492020893</c:v>
                </c:pt>
                <c:pt idx="127">
                  <c:v>1.189695544004886</c:v>
                </c:pt>
                <c:pt idx="128">
                  <c:v>1.2106033376667029</c:v>
                </c:pt>
                <c:pt idx="129">
                  <c:v>1.2354148086626529</c:v>
                </c:pt>
                <c:pt idx="130">
                  <c:v>1.2404323228034186</c:v>
                </c:pt>
                <c:pt idx="131">
                  <c:v>1.2500882435099747</c:v>
                </c:pt>
                <c:pt idx="132">
                  <c:v>1.2597239956063264</c:v>
                </c:pt>
                <c:pt idx="133">
                  <c:v>1.2605672148292455</c:v>
                </c:pt>
                <c:pt idx="134">
                  <c:v>1.2891079163617227</c:v>
                </c:pt>
                <c:pt idx="135">
                  <c:v>1.2771681302692253</c:v>
                </c:pt>
                <c:pt idx="136">
                  <c:v>1.2870460147075424</c:v>
                </c:pt>
                <c:pt idx="137">
                  <c:v>1.3122724762729936</c:v>
                </c:pt>
                <c:pt idx="138">
                  <c:v>1.3147623885415638</c:v>
                </c:pt>
                <c:pt idx="139">
                  <c:v>1.3590824033034283</c:v>
                </c:pt>
                <c:pt idx="140">
                  <c:v>1.3987997387518645</c:v>
                </c:pt>
                <c:pt idx="141">
                  <c:v>1.4345959848922618</c:v>
                </c:pt>
                <c:pt idx="142">
                  <c:v>1.4345141891078659</c:v>
                </c:pt>
                <c:pt idx="143">
                  <c:v>1.4310022967608369</c:v>
                </c:pt>
                <c:pt idx="144">
                  <c:v>1.4156056576019747</c:v>
                </c:pt>
                <c:pt idx="145">
                  <c:v>1.4288190408126709</c:v>
                </c:pt>
                <c:pt idx="146">
                  <c:v>1.4581156369368566</c:v>
                </c:pt>
                <c:pt idx="147">
                  <c:v>1.5018374148993652</c:v>
                </c:pt>
                <c:pt idx="148">
                  <c:v>1.5275434377354049</c:v>
                </c:pt>
                <c:pt idx="149">
                  <c:v>1.5573542321873952</c:v>
                </c:pt>
                <c:pt idx="150">
                  <c:v>1.5678012919373145</c:v>
                </c:pt>
                <c:pt idx="151">
                  <c:v>1.555368581896579</c:v>
                </c:pt>
                <c:pt idx="152">
                  <c:v>1.5417340407266997</c:v>
                </c:pt>
                <c:pt idx="153">
                  <c:v>1.5566733897443914</c:v>
                </c:pt>
                <c:pt idx="154">
                  <c:v>1.5864907876641228</c:v>
                </c:pt>
                <c:pt idx="155">
                  <c:v>1.5656231443321174</c:v>
                </c:pt>
                <c:pt idx="156">
                  <c:v>1.5249898269218631</c:v>
                </c:pt>
                <c:pt idx="157">
                  <c:v>1.5396858443829282</c:v>
                </c:pt>
                <c:pt idx="158">
                  <c:v>1.5648055602693522</c:v>
                </c:pt>
                <c:pt idx="159">
                  <c:v>1.5542828721247182</c:v>
                </c:pt>
                <c:pt idx="160">
                  <c:v>1.5392423529974644</c:v>
                </c:pt>
                <c:pt idx="161">
                  <c:v>1.5406622854527106</c:v>
                </c:pt>
                <c:pt idx="162">
                  <c:v>1.536459489718899</c:v>
                </c:pt>
                <c:pt idx="163">
                  <c:v>1.5596529242273263</c:v>
                </c:pt>
                <c:pt idx="164">
                  <c:v>1.5623497555346391</c:v>
                </c:pt>
                <c:pt idx="165">
                  <c:v>1.5704505284393895</c:v>
                </c:pt>
                <c:pt idx="166">
                  <c:v>1.5679390303069276</c:v>
                </c:pt>
                <c:pt idx="167">
                  <c:v>1.5617046091955658</c:v>
                </c:pt>
                <c:pt idx="168">
                  <c:v>1.5682397995735406</c:v>
                </c:pt>
                <c:pt idx="169">
                  <c:v>1.5607330272812923</c:v>
                </c:pt>
                <c:pt idx="170">
                  <c:v>1.5597362151364944</c:v>
                </c:pt>
                <c:pt idx="171">
                  <c:v>1.551424442748309</c:v>
                </c:pt>
                <c:pt idx="172">
                  <c:v>1.535801510225532</c:v>
                </c:pt>
                <c:pt idx="173">
                  <c:v>1.5258069749065735</c:v>
                </c:pt>
                <c:pt idx="174">
                  <c:v>1.5181185761029719</c:v>
                </c:pt>
                <c:pt idx="175">
                  <c:v>1.5156720847496516</c:v>
                </c:pt>
                <c:pt idx="176">
                  <c:v>1.5263263438742123</c:v>
                </c:pt>
                <c:pt idx="177">
                  <c:v>1.5216937309169125</c:v>
                </c:pt>
                <c:pt idx="178">
                  <c:v>1.5031205745864171</c:v>
                </c:pt>
                <c:pt idx="179">
                  <c:v>1.4987781092801655</c:v>
                </c:pt>
                <c:pt idx="180">
                  <c:v>1.5019083710291659</c:v>
                </c:pt>
                <c:pt idx="181">
                  <c:v>1.506817270584941</c:v>
                </c:pt>
                <c:pt idx="182">
                  <c:v>1.528524488773233</c:v>
                </c:pt>
                <c:pt idx="183">
                  <c:v>1.5438626000269609</c:v>
                </c:pt>
                <c:pt idx="184">
                  <c:v>1.5402991570237332</c:v>
                </c:pt>
                <c:pt idx="185">
                  <c:v>1.5348588340568479</c:v>
                </c:pt>
                <c:pt idx="186">
                  <c:v>1.5418698478934805</c:v>
                </c:pt>
                <c:pt idx="187">
                  <c:v>1.565272163791916</c:v>
                </c:pt>
                <c:pt idx="188">
                  <c:v>1.5806292132927555</c:v>
                </c:pt>
                <c:pt idx="189">
                  <c:v>1.599253982576315</c:v>
                </c:pt>
                <c:pt idx="190">
                  <c:v>1.5980671649917522</c:v>
                </c:pt>
                <c:pt idx="191">
                  <c:v>1.5953910162437837</c:v>
                </c:pt>
                <c:pt idx="192">
                  <c:v>1.5670693660646051</c:v>
                </c:pt>
                <c:pt idx="193">
                  <c:v>1.5499205964152374</c:v>
                </c:pt>
                <c:pt idx="194">
                  <c:v>1.5515015662677907</c:v>
                </c:pt>
                <c:pt idx="195">
                  <c:v>1.5476300029678223</c:v>
                </c:pt>
                <c:pt idx="196">
                  <c:v>1.5536142398673531</c:v>
                </c:pt>
                <c:pt idx="197">
                  <c:v>1.5772788255695243</c:v>
                </c:pt>
                <c:pt idx="198">
                  <c:v>1.6087488347371299</c:v>
                </c:pt>
                <c:pt idx="199">
                  <c:v>1.6134402247870245</c:v>
                </c:pt>
                <c:pt idx="200">
                  <c:v>1.6176821429523685</c:v>
                </c:pt>
                <c:pt idx="201">
                  <c:v>1.6438361736966192</c:v>
                </c:pt>
                <c:pt idx="202">
                  <c:v>1.680265324842021</c:v>
                </c:pt>
                <c:pt idx="203">
                  <c:v>1.6950875557525804</c:v>
                </c:pt>
                <c:pt idx="204">
                  <c:v>1.7079945318303329</c:v>
                </c:pt>
                <c:pt idx="205">
                  <c:v>1.7378927910814794</c:v>
                </c:pt>
                <c:pt idx="206">
                  <c:v>1.7497518092878628</c:v>
                </c:pt>
                <c:pt idx="207">
                  <c:v>1.7459067844525964</c:v>
                </c:pt>
                <c:pt idx="208">
                  <c:v>1.7377148089367589</c:v>
                </c:pt>
                <c:pt idx="209">
                  <c:v>1.741643996837311</c:v>
                </c:pt>
                <c:pt idx="210">
                  <c:v>1.7249711129434693</c:v>
                </c:pt>
                <c:pt idx="211">
                  <c:v>1.6823784345196382</c:v>
                </c:pt>
                <c:pt idx="212">
                  <c:v>1.6569619363659944</c:v>
                </c:pt>
                <c:pt idx="213">
                  <c:v>1.6555030683698133</c:v>
                </c:pt>
                <c:pt idx="214">
                  <c:v>1.659722871147904</c:v>
                </c:pt>
                <c:pt idx="215">
                  <c:v>1.6477233735098284</c:v>
                </c:pt>
                <c:pt idx="216">
                  <c:v>1.6439225171521952</c:v>
                </c:pt>
                <c:pt idx="217">
                  <c:v>1.6676587442496873</c:v>
                </c:pt>
                <c:pt idx="218">
                  <c:v>1.6849674299527817</c:v>
                </c:pt>
                <c:pt idx="219">
                  <c:v>1.7063281529751844</c:v>
                </c:pt>
                <c:pt idx="220">
                  <c:v>1.7442855708249327</c:v>
                </c:pt>
                <c:pt idx="221">
                  <c:v>1.7568172082880746</c:v>
                </c:pt>
                <c:pt idx="222">
                  <c:v>1.7691273803943779</c:v>
                </c:pt>
                <c:pt idx="223">
                  <c:v>1.7898799614158123</c:v>
                </c:pt>
                <c:pt idx="224">
                  <c:v>1.8008296945734203</c:v>
                </c:pt>
                <c:pt idx="225">
                  <c:v>1.7969251139347375</c:v>
                </c:pt>
                <c:pt idx="226">
                  <c:v>1.8265307025117843</c:v>
                </c:pt>
                <c:pt idx="227">
                  <c:v>1.8499511467980769</c:v>
                </c:pt>
                <c:pt idx="228">
                  <c:v>1.8459931777456642</c:v>
                </c:pt>
                <c:pt idx="229">
                  <c:v>1.8438946455345731</c:v>
                </c:pt>
                <c:pt idx="230">
                  <c:v>1.8856252599336694</c:v>
                </c:pt>
                <c:pt idx="231">
                  <c:v>1.8856485589613663</c:v>
                </c:pt>
                <c:pt idx="232">
                  <c:v>1.9147570808486223</c:v>
                </c:pt>
                <c:pt idx="233">
                  <c:v>1.925119292267738</c:v>
                </c:pt>
                <c:pt idx="234">
                  <c:v>1.9069605035380874</c:v>
                </c:pt>
                <c:pt idx="235">
                  <c:v>1.9171806781038729</c:v>
                </c:pt>
                <c:pt idx="236">
                  <c:v>1.9043285232677543</c:v>
                </c:pt>
                <c:pt idx="237">
                  <c:v>1.8764224554782993</c:v>
                </c:pt>
                <c:pt idx="238">
                  <c:v>1.8516786388782773</c:v>
                </c:pt>
                <c:pt idx="239">
                  <c:v>1.8187013570499979</c:v>
                </c:pt>
                <c:pt idx="240">
                  <c:v>1.7953782827644764</c:v>
                </c:pt>
                <c:pt idx="241">
                  <c:v>1.7745249054146686</c:v>
                </c:pt>
                <c:pt idx="242">
                  <c:v>1.8110617055436475</c:v>
                </c:pt>
                <c:pt idx="243">
                  <c:v>1.8124331710375383</c:v>
                </c:pt>
                <c:pt idx="244">
                  <c:v>1.7947584912496561</c:v>
                </c:pt>
                <c:pt idx="245">
                  <c:v>1.7891635474626097</c:v>
                </c:pt>
                <c:pt idx="246">
                  <c:v>1.7980317554534053</c:v>
                </c:pt>
                <c:pt idx="247">
                  <c:v>1.8185224404522937</c:v>
                </c:pt>
                <c:pt idx="248">
                  <c:v>1.8270518157916558</c:v>
                </c:pt>
                <c:pt idx="249">
                  <c:v>1.8319801208210325</c:v>
                </c:pt>
                <c:pt idx="250">
                  <c:v>1.8326969708522927</c:v>
                </c:pt>
                <c:pt idx="251">
                  <c:v>1.8564821632860635</c:v>
                </c:pt>
                <c:pt idx="252">
                  <c:v>1.8927963144177604</c:v>
                </c:pt>
                <c:pt idx="253">
                  <c:v>1.9129304121585524</c:v>
                </c:pt>
                <c:pt idx="254">
                  <c:v>1.9261784635748969</c:v>
                </c:pt>
                <c:pt idx="255">
                  <c:v>1.9195910061267727</c:v>
                </c:pt>
                <c:pt idx="256">
                  <c:v>1.9115217554359618</c:v>
                </c:pt>
                <c:pt idx="257">
                  <c:v>1.9414739637726273</c:v>
                </c:pt>
                <c:pt idx="258">
                  <c:v>1.9709631195080624</c:v>
                </c:pt>
                <c:pt idx="259">
                  <c:v>2</c:v>
                </c:pt>
                <c:pt idx="260">
                  <c:v>1.9876783029735785</c:v>
                </c:pt>
                <c:pt idx="261">
                  <c:v>1.9992150594947526</c:v>
                </c:pt>
                <c:pt idx="262">
                  <c:v>2.038004078202003</c:v>
                </c:pt>
                <c:pt idx="263">
                  <c:v>2.0136205866720078</c:v>
                </c:pt>
                <c:pt idx="264">
                  <c:v>2.0148743733869772</c:v>
                </c:pt>
                <c:pt idx="265">
                  <c:v>2.024749174130454</c:v>
                </c:pt>
                <c:pt idx="266">
                  <c:v>1.9982968659942086</c:v>
                </c:pt>
                <c:pt idx="267">
                  <c:v>1.9630081835654387</c:v>
                </c:pt>
                <c:pt idx="268">
                  <c:v>1.923825573261984</c:v>
                </c:pt>
                <c:pt idx="269">
                  <c:v>1.9208647901355635</c:v>
                </c:pt>
                <c:pt idx="270">
                  <c:v>1.8776768028650581</c:v>
                </c:pt>
                <c:pt idx="271">
                  <c:v>1.874229543515979</c:v>
                </c:pt>
                <c:pt idx="272">
                  <c:v>1.8620723725113326</c:v>
                </c:pt>
                <c:pt idx="273">
                  <c:v>1.8401863000222021</c:v>
                </c:pt>
                <c:pt idx="274">
                  <c:v>1.8376044687285913</c:v>
                </c:pt>
                <c:pt idx="275">
                  <c:v>1.841006126772128</c:v>
                </c:pt>
                <c:pt idx="276">
                  <c:v>1.875917041008532</c:v>
                </c:pt>
                <c:pt idx="277">
                  <c:v>1.9006920060412991</c:v>
                </c:pt>
                <c:pt idx="278">
                  <c:v>1.9914452075395142</c:v>
                </c:pt>
                <c:pt idx="279">
                  <c:v>1.999317475541627</c:v>
                </c:pt>
                <c:pt idx="280">
                  <c:v>1.9992923076079658</c:v>
                </c:pt>
                <c:pt idx="281">
                  <c:v>2.0912165655837711</c:v>
                </c:pt>
                <c:pt idx="282">
                  <c:v>2.2616928101692406</c:v>
                </c:pt>
                <c:pt idx="283">
                  <c:v>2.3617302381260297</c:v>
                </c:pt>
                <c:pt idx="284">
                  <c:v>2.3796428296432408</c:v>
                </c:pt>
                <c:pt idx="285">
                  <c:v>2.3172308395399681</c:v>
                </c:pt>
                <c:pt idx="286">
                  <c:v>2.3469747271584169</c:v>
                </c:pt>
                <c:pt idx="287">
                  <c:v>2.6601834318745121</c:v>
                </c:pt>
                <c:pt idx="288">
                  <c:v>2.7684708337289177</c:v>
                </c:pt>
                <c:pt idx="289">
                  <c:v>2.8648189167173133</c:v>
                </c:pt>
                <c:pt idx="290">
                  <c:v>2.9555955418369537</c:v>
                </c:pt>
                <c:pt idx="291">
                  <c:v>3.1989213671520558</c:v>
                </c:pt>
                <c:pt idx="292">
                  <c:v>3.1867969020017952</c:v>
                </c:pt>
                <c:pt idx="293">
                  <c:v>3.3010792558165951</c:v>
                </c:pt>
                <c:pt idx="294">
                  <c:v>3.3106293652971064</c:v>
                </c:pt>
                <c:pt idx="295">
                  <c:v>3.3603853733937039</c:v>
                </c:pt>
                <c:pt idx="296">
                  <c:v>3.3644433912121041</c:v>
                </c:pt>
                <c:pt idx="297">
                  <c:v>3.3379851648736354</c:v>
                </c:pt>
                <c:pt idx="298">
                  <c:v>3.3108862775704098</c:v>
                </c:pt>
                <c:pt idx="299">
                  <c:v>3.4690056896973167</c:v>
                </c:pt>
                <c:pt idx="300">
                  <c:v>3.5642441409175021</c:v>
                </c:pt>
                <c:pt idx="301">
                  <c:v>3.5013846101325088</c:v>
                </c:pt>
                <c:pt idx="302">
                  <c:v>3.4552228819875581</c:v>
                </c:pt>
                <c:pt idx="303">
                  <c:v>3.57847149905944</c:v>
                </c:pt>
                <c:pt idx="304">
                  <c:v>3.7030649808636573</c:v>
                </c:pt>
                <c:pt idx="305">
                  <c:v>3.7485850512940031</c:v>
                </c:pt>
                <c:pt idx="306">
                  <c:v>3.5510957644859502</c:v>
                </c:pt>
                <c:pt idx="307">
                  <c:v>3.480971173246834</c:v>
                </c:pt>
                <c:pt idx="308">
                  <c:v>3.3782598392292318</c:v>
                </c:pt>
                <c:pt idx="309">
                  <c:v>3.3450708103551334</c:v>
                </c:pt>
                <c:pt idx="310">
                  <c:v>3.3384773101110543</c:v>
                </c:pt>
                <c:pt idx="311">
                  <c:v>3.2622321764307007</c:v>
                </c:pt>
                <c:pt idx="312">
                  <c:v>3.5236706907949875</c:v>
                </c:pt>
                <c:pt idx="313">
                  <c:v>3.4781232097438255</c:v>
                </c:pt>
                <c:pt idx="314">
                  <c:v>3.2805429695121617</c:v>
                </c:pt>
                <c:pt idx="315">
                  <c:v>3.1796619174028264</c:v>
                </c:pt>
                <c:pt idx="316">
                  <c:v>3.0845868085639725</c:v>
                </c:pt>
                <c:pt idx="317">
                  <c:v>3.1545562806080052</c:v>
                </c:pt>
                <c:pt idx="318">
                  <c:v>3.1074035339267456</c:v>
                </c:pt>
                <c:pt idx="319">
                  <c:v>2.9798558101669963</c:v>
                </c:pt>
                <c:pt idx="320">
                  <c:v>2.9993972155294619</c:v>
                </c:pt>
                <c:pt idx="321">
                  <c:v>3.1134969149346268</c:v>
                </c:pt>
                <c:pt idx="322">
                  <c:v>3.0096737064616534</c:v>
                </c:pt>
                <c:pt idx="323">
                  <c:v>2.8936560111616023</c:v>
                </c:pt>
                <c:pt idx="324">
                  <c:v>2.813995514127309</c:v>
                </c:pt>
                <c:pt idx="325">
                  <c:v>2.7945303601282103</c:v>
                </c:pt>
                <c:pt idx="326">
                  <c:v>2.7715470529471009</c:v>
                </c:pt>
                <c:pt idx="327">
                  <c:v>2.7408709550333734</c:v>
                </c:pt>
                <c:pt idx="328">
                  <c:v>2.7227785747623434</c:v>
                </c:pt>
                <c:pt idx="329">
                  <c:v>2.6744876643484741</c:v>
                </c:pt>
                <c:pt idx="330">
                  <c:v>2.6379157910842217</c:v>
                </c:pt>
                <c:pt idx="331">
                  <c:v>2.5898282176393312</c:v>
                </c:pt>
                <c:pt idx="332">
                  <c:v>2.5380175343249496</c:v>
                </c:pt>
                <c:pt idx="333">
                  <c:v>2.5025937922917825</c:v>
                </c:pt>
                <c:pt idx="334">
                  <c:v>2.4874990125946814</c:v>
                </c:pt>
                <c:pt idx="335">
                  <c:v>2.472575798465154</c:v>
                </c:pt>
                <c:pt idx="336">
                  <c:v>2.4877713744906282</c:v>
                </c:pt>
                <c:pt idx="337">
                  <c:v>2.4968652217282488</c:v>
                </c:pt>
                <c:pt idx="338">
                  <c:v>2.443670177468817</c:v>
                </c:pt>
                <c:pt idx="339">
                  <c:v>2.3976587093634412</c:v>
                </c:pt>
                <c:pt idx="340">
                  <c:v>2.3949110438138828</c:v>
                </c:pt>
                <c:pt idx="341">
                  <c:v>2.5485549245298387</c:v>
                </c:pt>
                <c:pt idx="342">
                  <c:v>2.5384438940724028</c:v>
                </c:pt>
                <c:pt idx="343">
                  <c:v>2.5035834402970503</c:v>
                </c:pt>
                <c:pt idx="344">
                  <c:v>2.6253417917525423</c:v>
                </c:pt>
                <c:pt idx="345">
                  <c:v>2.6457848819461929</c:v>
                </c:pt>
                <c:pt idx="346">
                  <c:v>2.6945478780067891</c:v>
                </c:pt>
                <c:pt idx="347">
                  <c:v>2.7086607345099449</c:v>
                </c:pt>
                <c:pt idx="348">
                  <c:v>2.650183539025122</c:v>
                </c:pt>
                <c:pt idx="349">
                  <c:v>2.5827420737829101</c:v>
                </c:pt>
                <c:pt idx="350">
                  <c:v>2.7319243775857869</c:v>
                </c:pt>
                <c:pt idx="351">
                  <c:v>2.9044888131026729</c:v>
                </c:pt>
                <c:pt idx="352">
                  <c:v>2.8141096419848961</c:v>
                </c:pt>
                <c:pt idx="353">
                  <c:v>2.7296363383098541</c:v>
                </c:pt>
                <c:pt idx="354">
                  <c:v>2.6550967682130469</c:v>
                </c:pt>
                <c:pt idx="355">
                  <c:v>2.6775603949421916</c:v>
                </c:pt>
                <c:pt idx="356">
                  <c:v>2.9404197762147062</c:v>
                </c:pt>
                <c:pt idx="357">
                  <c:v>2.8734893944570219</c:v>
                </c:pt>
                <c:pt idx="358">
                  <c:v>2.7596311577025192</c:v>
                </c:pt>
                <c:pt idx="359">
                  <c:v>3.1036495248119667</c:v>
                </c:pt>
                <c:pt idx="360">
                  <c:v>3.1138123862614968</c:v>
                </c:pt>
                <c:pt idx="361">
                  <c:v>2.8727602719432594</c:v>
                </c:pt>
                <c:pt idx="362">
                  <c:v>2.6779781577222055</c:v>
                </c:pt>
                <c:pt idx="363">
                  <c:v>2.6071588318390795</c:v>
                </c:pt>
                <c:pt idx="364">
                  <c:v>2.5875540082675412</c:v>
                </c:pt>
                <c:pt idx="365">
                  <c:v>2.469557016956955</c:v>
                </c:pt>
                <c:pt idx="366">
                  <c:v>2.3941089093737586</c:v>
                </c:pt>
                <c:pt idx="367">
                  <c:v>2.4798432262001668</c:v>
                </c:pt>
                <c:pt idx="368">
                  <c:v>2.5145749746514037</c:v>
                </c:pt>
                <c:pt idx="369">
                  <c:v>2.4243233875141623</c:v>
                </c:pt>
                <c:pt idx="370">
                  <c:v>2.4526773074696666</c:v>
                </c:pt>
                <c:pt idx="371">
                  <c:v>2.3613220690633021</c:v>
                </c:pt>
                <c:pt idx="372">
                  <c:v>2.3094383738225579</c:v>
                </c:pt>
                <c:pt idx="373">
                  <c:v>2.2631754755680396</c:v>
                </c:pt>
                <c:pt idx="374">
                  <c:v>2.2836287824476331</c:v>
                </c:pt>
                <c:pt idx="375">
                  <c:v>2.3672729148429239</c:v>
                </c:pt>
                <c:pt idx="376">
                  <c:v>2.2783727959057494</c:v>
                </c:pt>
                <c:pt idx="377">
                  <c:v>2.1989978677028859</c:v>
                </c:pt>
                <c:pt idx="378">
                  <c:v>2.0895541114311502</c:v>
                </c:pt>
                <c:pt idx="379">
                  <c:v>1.9861304750534683</c:v>
                </c:pt>
                <c:pt idx="380">
                  <c:v>1.9459042053623641</c:v>
                </c:pt>
                <c:pt idx="381">
                  <c:v>1.8963993159305779</c:v>
                </c:pt>
                <c:pt idx="382">
                  <c:v>1.8374695337179285</c:v>
                </c:pt>
                <c:pt idx="383">
                  <c:v>1.740486147295206</c:v>
                </c:pt>
                <c:pt idx="384">
                  <c:v>1.6547456007822483</c:v>
                </c:pt>
                <c:pt idx="385">
                  <c:v>1.5708876655445749</c:v>
                </c:pt>
                <c:pt idx="386">
                  <c:v>1.4994333165630178</c:v>
                </c:pt>
                <c:pt idx="387">
                  <c:v>1.4496906088472015</c:v>
                </c:pt>
                <c:pt idx="388">
                  <c:v>1.401616553822125</c:v>
                </c:pt>
                <c:pt idx="389">
                  <c:v>1.3637085062382828</c:v>
                </c:pt>
                <c:pt idx="390">
                  <c:v>1.3357241312888997</c:v>
                </c:pt>
                <c:pt idx="391">
                  <c:v>1.3206396617230376</c:v>
                </c:pt>
                <c:pt idx="392">
                  <c:v>1.3320288681182826</c:v>
                </c:pt>
                <c:pt idx="393">
                  <c:v>1.3150444064516627</c:v>
                </c:pt>
                <c:pt idx="394">
                  <c:v>1.2977610132759605</c:v>
                </c:pt>
                <c:pt idx="395">
                  <c:v>1.2786711667430424</c:v>
                </c:pt>
                <c:pt idx="396">
                  <c:v>1.2655867380439225</c:v>
                </c:pt>
                <c:pt idx="397">
                  <c:v>1.2568700516042313</c:v>
                </c:pt>
                <c:pt idx="398">
                  <c:v>1.2422751263816509</c:v>
                </c:pt>
                <c:pt idx="399">
                  <c:v>1.2232733987649769</c:v>
                </c:pt>
                <c:pt idx="400">
                  <c:v>1.2405286804801243</c:v>
                </c:pt>
                <c:pt idx="401">
                  <c:v>1.2300641308852158</c:v>
                </c:pt>
                <c:pt idx="402">
                  <c:v>1.2163029246135661</c:v>
                </c:pt>
                <c:pt idx="403">
                  <c:v>1.212006995065839</c:v>
                </c:pt>
                <c:pt idx="404">
                  <c:v>1.2081129893200744</c:v>
                </c:pt>
                <c:pt idx="405">
                  <c:v>1.1918802327809594</c:v>
                </c:pt>
                <c:pt idx="406">
                  <c:v>1.1765089328721372</c:v>
                </c:pt>
                <c:pt idx="407">
                  <c:v>1.1583816975048609</c:v>
                </c:pt>
                <c:pt idx="408">
                  <c:v>1.1556589039788507</c:v>
                </c:pt>
                <c:pt idx="409">
                  <c:v>1.163554252969629</c:v>
                </c:pt>
                <c:pt idx="410">
                  <c:v>1.1769360090335437</c:v>
                </c:pt>
                <c:pt idx="411">
                  <c:v>1.1683559396198844</c:v>
                </c:pt>
                <c:pt idx="412">
                  <c:v>1.1425624208362581</c:v>
                </c:pt>
                <c:pt idx="413">
                  <c:v>1.1249264196147413</c:v>
                </c:pt>
                <c:pt idx="414">
                  <c:v>1.1343595433689597</c:v>
                </c:pt>
                <c:pt idx="415">
                  <c:v>1.1294328892065197</c:v>
                </c:pt>
                <c:pt idx="416">
                  <c:v>1.1246489338016061</c:v>
                </c:pt>
                <c:pt idx="417">
                  <c:v>1.1109494325752303</c:v>
                </c:pt>
                <c:pt idx="418">
                  <c:v>1.0588342927985073</c:v>
                </c:pt>
                <c:pt idx="419">
                  <c:v>1.096122334722055</c:v>
                </c:pt>
                <c:pt idx="420">
                  <c:v>1.1303440587354783</c:v>
                </c:pt>
                <c:pt idx="421">
                  <c:v>1.1194365862140025</c:v>
                </c:pt>
                <c:pt idx="422">
                  <c:v>1.0988547764751087</c:v>
                </c:pt>
                <c:pt idx="423">
                  <c:v>1.0717452675563155</c:v>
                </c:pt>
                <c:pt idx="424">
                  <c:v>1.0528032008690162</c:v>
                </c:pt>
                <c:pt idx="425">
                  <c:v>1.0820467551057888</c:v>
                </c:pt>
                <c:pt idx="426">
                  <c:v>1.0942581088092003</c:v>
                </c:pt>
                <c:pt idx="427">
                  <c:v>1.0862506176734215</c:v>
                </c:pt>
                <c:pt idx="428">
                  <c:v>1.0189173523526909</c:v>
                </c:pt>
                <c:pt idx="429">
                  <c:v>1.0199917202014781</c:v>
                </c:pt>
                <c:pt idx="430">
                  <c:v>1.0392324867313907</c:v>
                </c:pt>
                <c:pt idx="431">
                  <c:v>1.0156533820625644</c:v>
                </c:pt>
                <c:pt idx="432">
                  <c:v>0.97627946781905905</c:v>
                </c:pt>
                <c:pt idx="433">
                  <c:v>0.98012859062001079</c:v>
                </c:pt>
                <c:pt idx="434">
                  <c:v>0.98765373854080307</c:v>
                </c:pt>
                <c:pt idx="435">
                  <c:v>1.0089336897835384</c:v>
                </c:pt>
                <c:pt idx="436">
                  <c:v>1.1264803059050201</c:v>
                </c:pt>
                <c:pt idx="437">
                  <c:v>1.2779995442361329</c:v>
                </c:pt>
                <c:pt idx="438">
                  <c:v>1.3090987001634424</c:v>
                </c:pt>
                <c:pt idx="439">
                  <c:v>1.2473023899818663</c:v>
                </c:pt>
                <c:pt idx="440">
                  <c:v>1.2429719635448708</c:v>
                </c:pt>
                <c:pt idx="441">
                  <c:v>1.1953984794082693</c:v>
                </c:pt>
                <c:pt idx="442">
                  <c:v>1.282119204802938</c:v>
                </c:pt>
                <c:pt idx="443">
                  <c:v>1.3089206245734231</c:v>
                </c:pt>
                <c:pt idx="444">
                  <c:v>1.3432515861404923</c:v>
                </c:pt>
                <c:pt idx="445">
                  <c:v>1.3612742873674668</c:v>
                </c:pt>
                <c:pt idx="446">
                  <c:v>1.3578532861471966</c:v>
                </c:pt>
                <c:pt idx="447">
                  <c:v>1.3560916865331365</c:v>
                </c:pt>
                <c:pt idx="448">
                  <c:v>1.4062366139610269</c:v>
                </c:pt>
                <c:pt idx="449">
                  <c:v>1.4343039683352496</c:v>
                </c:pt>
                <c:pt idx="450">
                  <c:v>1.4210361065156785</c:v>
                </c:pt>
                <c:pt idx="451">
                  <c:v>1.4379575549028498</c:v>
                </c:pt>
                <c:pt idx="452">
                  <c:v>1.4380618398556908</c:v>
                </c:pt>
                <c:pt idx="453">
                  <c:v>1.4704619100767176</c:v>
                </c:pt>
                <c:pt idx="454">
                  <c:v>1.4897948701272321</c:v>
                </c:pt>
                <c:pt idx="455">
                  <c:v>1.4939644304833017</c:v>
                </c:pt>
                <c:pt idx="456">
                  <c:v>1.4930120360036001</c:v>
                </c:pt>
                <c:pt idx="457">
                  <c:v>1.5064617112251213</c:v>
                </c:pt>
                <c:pt idx="458">
                  <c:v>1.5241413436138109</c:v>
                </c:pt>
                <c:pt idx="459">
                  <c:v>1.5287610922683843</c:v>
                </c:pt>
                <c:pt idx="460">
                  <c:v>1.5445180253488433</c:v>
                </c:pt>
                <c:pt idx="461">
                  <c:v>1.5358251207375551</c:v>
                </c:pt>
                <c:pt idx="462">
                  <c:v>1.5369511988782578</c:v>
                </c:pt>
                <c:pt idx="463">
                  <c:v>1.5497986814494624</c:v>
                </c:pt>
                <c:pt idx="464">
                  <c:v>1.5427051865629133</c:v>
                </c:pt>
                <c:pt idx="465">
                  <c:v>1.5358948309300438</c:v>
                </c:pt>
                <c:pt idx="466">
                  <c:v>1.5367448716597343</c:v>
                </c:pt>
                <c:pt idx="467">
                  <c:v>1.5800528426931875</c:v>
                </c:pt>
                <c:pt idx="468">
                  <c:v>1.5756002365287394</c:v>
                </c:pt>
                <c:pt idx="469">
                  <c:v>1.5895846991921077</c:v>
                </c:pt>
                <c:pt idx="470">
                  <c:v>1.6241536036369415</c:v>
                </c:pt>
                <c:pt idx="471">
                  <c:v>1.6477910279057557</c:v>
                </c:pt>
                <c:pt idx="472">
                  <c:v>1.6441358216196518</c:v>
                </c:pt>
                <c:pt idx="473">
                  <c:v>1.6401916824713818</c:v>
                </c:pt>
                <c:pt idx="474">
                  <c:v>1.6344038052918943</c:v>
                </c:pt>
                <c:pt idx="475">
                  <c:v>1.6341693198901674</c:v>
                </c:pt>
                <c:pt idx="476">
                  <c:v>1.6530111937499805</c:v>
                </c:pt>
                <c:pt idx="477">
                  <c:v>1.6719601559215791</c:v>
                </c:pt>
                <c:pt idx="478">
                  <c:v>1.6794942142409133</c:v>
                </c:pt>
                <c:pt idx="479">
                  <c:v>1.7106909270595909</c:v>
                </c:pt>
                <c:pt idx="480">
                  <c:v>1.7221728623391259</c:v>
                </c:pt>
                <c:pt idx="481">
                  <c:v>1.7270517036572981</c:v>
                </c:pt>
                <c:pt idx="482">
                  <c:v>1.7504661051476385</c:v>
                </c:pt>
                <c:pt idx="483">
                  <c:v>1.754910986500767</c:v>
                </c:pt>
                <c:pt idx="484">
                  <c:v>1.7664627565665247</c:v>
                </c:pt>
                <c:pt idx="485">
                  <c:v>1.7800533784462309</c:v>
                </c:pt>
                <c:pt idx="486">
                  <c:v>1.78666500707817</c:v>
                </c:pt>
                <c:pt idx="487">
                  <c:v>1.7928565679460684</c:v>
                </c:pt>
                <c:pt idx="488">
                  <c:v>1.7992443016434154</c:v>
                </c:pt>
                <c:pt idx="489">
                  <c:v>1.7995288114281358</c:v>
                </c:pt>
                <c:pt idx="490">
                  <c:v>1.7946961320872949</c:v>
                </c:pt>
                <c:pt idx="491">
                  <c:v>1.8086536825047721</c:v>
                </c:pt>
                <c:pt idx="492">
                  <c:v>1.8242573029992457</c:v>
                </c:pt>
                <c:pt idx="493">
                  <c:v>1.8345083768103161</c:v>
                </c:pt>
                <c:pt idx="494">
                  <c:v>1.8303796520495785</c:v>
                </c:pt>
                <c:pt idx="495">
                  <c:v>1.8187480796991207</c:v>
                </c:pt>
                <c:pt idx="496">
                  <c:v>1.8137260178871748</c:v>
                </c:pt>
                <c:pt idx="497">
                  <c:v>1.8197203468789147</c:v>
                </c:pt>
                <c:pt idx="498">
                  <c:v>1.8181381933859151</c:v>
                </c:pt>
                <c:pt idx="499">
                  <c:v>1.8158023101172835</c:v>
                </c:pt>
                <c:pt idx="500">
                  <c:v>1.8296655430804003</c:v>
                </c:pt>
                <c:pt idx="501">
                  <c:v>1.8375738809676352</c:v>
                </c:pt>
                <c:pt idx="502">
                  <c:v>1.8322213965810978</c:v>
                </c:pt>
                <c:pt idx="503">
                  <c:v>1.8409152356453695</c:v>
                </c:pt>
                <c:pt idx="504">
                  <c:v>1.8602800916910178</c:v>
                </c:pt>
                <c:pt idx="505">
                  <c:v>1.8600051133267206</c:v>
                </c:pt>
                <c:pt idx="506">
                  <c:v>1.8609231199366669</c:v>
                </c:pt>
                <c:pt idx="507">
                  <c:v>1.8658606449021353</c:v>
                </c:pt>
                <c:pt idx="508">
                  <c:v>1.8721857702496583</c:v>
                </c:pt>
                <c:pt idx="509">
                  <c:v>1.8890048025899553</c:v>
                </c:pt>
                <c:pt idx="510">
                  <c:v>1.8956024767240203</c:v>
                </c:pt>
                <c:pt idx="511">
                  <c:v>1.9203461064334477</c:v>
                </c:pt>
                <c:pt idx="512">
                  <c:v>1.9439702614699113</c:v>
                </c:pt>
                <c:pt idx="513">
                  <c:v>1.9762931770230203</c:v>
                </c:pt>
                <c:pt idx="514">
                  <c:v>2.0057007238646571</c:v>
                </c:pt>
                <c:pt idx="515">
                  <c:v>2.0086016397033353</c:v>
                </c:pt>
                <c:pt idx="516">
                  <c:v>2.0395517815283815</c:v>
                </c:pt>
                <c:pt idx="517">
                  <c:v>2.064896389099244</c:v>
                </c:pt>
                <c:pt idx="518">
                  <c:v>2.0764092236240663</c:v>
                </c:pt>
                <c:pt idx="519">
                  <c:v>2.111756340512672</c:v>
                </c:pt>
                <c:pt idx="520">
                  <c:v>2.1437142587308431</c:v>
                </c:pt>
                <c:pt idx="521">
                  <c:v>2.1640332535684257</c:v>
                </c:pt>
                <c:pt idx="522">
                  <c:v>2.1847756179039197</c:v>
                </c:pt>
                <c:pt idx="523">
                  <c:v>2.2251451080887978</c:v>
                </c:pt>
                <c:pt idx="524">
                  <c:v>2.2492384208193119</c:v>
                </c:pt>
                <c:pt idx="525">
                  <c:v>2.266739603836788</c:v>
                </c:pt>
                <c:pt idx="526">
                  <c:v>2.2886697202098252</c:v>
                </c:pt>
                <c:pt idx="527">
                  <c:v>2.3107357683433722</c:v>
                </c:pt>
                <c:pt idx="528">
                  <c:v>2.3015866014891921</c:v>
                </c:pt>
                <c:pt idx="529">
                  <c:v>2.2878789237992194</c:v>
                </c:pt>
                <c:pt idx="530">
                  <c:v>2.2552095753770889</c:v>
                </c:pt>
                <c:pt idx="531">
                  <c:v>2.2272726706392127</c:v>
                </c:pt>
                <c:pt idx="532">
                  <c:v>2.2078495047274593</c:v>
                </c:pt>
                <c:pt idx="533">
                  <c:v>2.2135449333585502</c:v>
                </c:pt>
                <c:pt idx="534">
                  <c:v>2.226539934907251</c:v>
                </c:pt>
                <c:pt idx="535">
                  <c:v>2.2340869509746071</c:v>
                </c:pt>
                <c:pt idx="536">
                  <c:v>2.2215125778617364</c:v>
                </c:pt>
                <c:pt idx="537">
                  <c:v>2.2253665111487706</c:v>
                </c:pt>
                <c:pt idx="538">
                  <c:v>2.2475693631989473</c:v>
                </c:pt>
                <c:pt idx="539">
                  <c:v>2.247983014385841</c:v>
                </c:pt>
                <c:pt idx="540">
                  <c:v>2.272149712823909</c:v>
                </c:pt>
                <c:pt idx="541">
                  <c:v>2.3368701755749934</c:v>
                </c:pt>
                <c:pt idx="542">
                  <c:v>2.3659672971358625</c:v>
                </c:pt>
                <c:pt idx="543">
                  <c:v>2.420341994840324</c:v>
                </c:pt>
                <c:pt idx="544">
                  <c:v>2.4573413491956098</c:v>
                </c:pt>
                <c:pt idx="545">
                  <c:v>2.4866973765294804</c:v>
                </c:pt>
                <c:pt idx="546">
                  <c:v>2.5123818757984888</c:v>
                </c:pt>
                <c:pt idx="547">
                  <c:v>2.5769184382026289</c:v>
                </c:pt>
                <c:pt idx="548">
                  <c:v>2.625777122248627</c:v>
                </c:pt>
                <c:pt idx="549">
                  <c:v>2.6532779489280305</c:v>
                </c:pt>
                <c:pt idx="550">
                  <c:v>2.6697658111313523</c:v>
                </c:pt>
                <c:pt idx="551">
                  <c:v>2.7072333887277056</c:v>
                </c:pt>
                <c:pt idx="552">
                  <c:v>2.7372764258942643</c:v>
                </c:pt>
                <c:pt idx="553">
                  <c:v>2.7585000958125763</c:v>
                </c:pt>
                <c:pt idx="554">
                  <c:v>2.8068349878134846</c:v>
                </c:pt>
                <c:pt idx="555">
                  <c:v>2.7863845465897068</c:v>
                </c:pt>
                <c:pt idx="556">
                  <c:v>2.7747005202784996</c:v>
                </c:pt>
                <c:pt idx="557">
                  <c:v>2.7872153375879596</c:v>
                </c:pt>
                <c:pt idx="558">
                  <c:v>2.7697411914101089</c:v>
                </c:pt>
                <c:pt idx="559">
                  <c:v>2.7648607303734329</c:v>
                </c:pt>
                <c:pt idx="560">
                  <c:v>2.7458256739337186</c:v>
                </c:pt>
                <c:pt idx="561">
                  <c:v>2.7065032694640943</c:v>
                </c:pt>
                <c:pt idx="562">
                  <c:v>2.627754798540658</c:v>
                </c:pt>
                <c:pt idx="563">
                  <c:v>2.6464171951309754</c:v>
                </c:pt>
                <c:pt idx="564">
                  <c:v>2.6814639165341596</c:v>
                </c:pt>
                <c:pt idx="565">
                  <c:v>2.6643276685547592</c:v>
                </c:pt>
                <c:pt idx="566">
                  <c:v>2.6881310516732553</c:v>
                </c:pt>
                <c:pt idx="567">
                  <c:v>2.7212326157481974</c:v>
                </c:pt>
                <c:pt idx="568">
                  <c:v>2.7629001234225488</c:v>
                </c:pt>
                <c:pt idx="569">
                  <c:v>2.816006456945515</c:v>
                </c:pt>
                <c:pt idx="570">
                  <c:v>2.7895606899801448</c:v>
                </c:pt>
                <c:pt idx="571">
                  <c:v>2.8223446646347918</c:v>
                </c:pt>
                <c:pt idx="572">
                  <c:v>2.8306158194666722</c:v>
                </c:pt>
                <c:pt idx="573">
                  <c:v>2.7933604249941979</c:v>
                </c:pt>
                <c:pt idx="574">
                  <c:v>2.7259908503347696</c:v>
                </c:pt>
                <c:pt idx="575">
                  <c:v>2.625427761426927</c:v>
                </c:pt>
                <c:pt idx="576">
                  <c:v>2.5412374101149666</c:v>
                </c:pt>
                <c:pt idx="577">
                  <c:v>2.5416513104893204</c:v>
                </c:pt>
                <c:pt idx="578">
                  <c:v>2.4203888420831756</c:v>
                </c:pt>
                <c:pt idx="579">
                  <c:v>2.274965157363126</c:v>
                </c:pt>
                <c:pt idx="580">
                  <c:v>2.2446279543976955</c:v>
                </c:pt>
                <c:pt idx="581">
                  <c:v>2.0602910310205997</c:v>
                </c:pt>
                <c:pt idx="582">
                  <c:v>2.1445333379183831</c:v>
                </c:pt>
                <c:pt idx="583">
                  <c:v>2.0858367328732825</c:v>
                </c:pt>
                <c:pt idx="584">
                  <c:v>1.2425904419663578</c:v>
                </c:pt>
                <c:pt idx="585">
                  <c:v>-8.8783374611234311E-2</c:v>
                </c:pt>
                <c:pt idx="586">
                  <c:v>-0.45586154945262147</c:v>
                </c:pt>
                <c:pt idx="587">
                  <c:v>0.68879420180645967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14F-48C8-BF04-9E4E678005A5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Sheet2!$C$2:$C$589</c:f>
              <c:numCache>
                <c:formatCode>General</c:formatCode>
                <c:ptCount val="588"/>
                <c:pt idx="0">
                  <c:v>1.7958582926427833</c:v>
                </c:pt>
                <c:pt idx="1">
                  <c:v>1.9465763928187305</c:v>
                </c:pt>
                <c:pt idx="2">
                  <c:v>2.0798914116028251</c:v>
                </c:pt>
                <c:pt idx="3">
                  <c:v>2.3237921305875515</c:v>
                </c:pt>
                <c:pt idx="4">
                  <c:v>2.5215261134945388</c:v>
                </c:pt>
                <c:pt idx="5">
                  <c:v>2.64172334199912</c:v>
                </c:pt>
                <c:pt idx="6">
                  <c:v>2.685882362491899</c:v>
                </c:pt>
                <c:pt idx="7">
                  <c:v>2.7101379224481574</c:v>
                </c:pt>
                <c:pt idx="8">
                  <c:v>2.7652787397583332</c:v>
                </c:pt>
                <c:pt idx="9">
                  <c:v>2.8312272095620759</c:v>
                </c:pt>
                <c:pt idx="10">
                  <c:v>2.9134716798870981</c:v>
                </c:pt>
                <c:pt idx="11">
                  <c:v>2.9614112989348955</c:v>
                </c:pt>
                <c:pt idx="12">
                  <c:v>2.9517809166701454</c:v>
                </c:pt>
                <c:pt idx="13">
                  <c:v>2.9340605104109767</c:v>
                </c:pt>
                <c:pt idx="14">
                  <c:v>2.9205312781237875</c:v>
                </c:pt>
                <c:pt idx="15">
                  <c:v>2.9278615759529685</c:v>
                </c:pt>
                <c:pt idx="16">
                  <c:v>2.9496098599596583</c:v>
                </c:pt>
                <c:pt idx="17">
                  <c:v>2.971572304126969</c:v>
                </c:pt>
                <c:pt idx="18">
                  <c:v>2.9857045039512595</c:v>
                </c:pt>
                <c:pt idx="19">
                  <c:v>3.036665354597428</c:v>
                </c:pt>
                <c:pt idx="20">
                  <c:v>3.0850871752547819</c:v>
                </c:pt>
                <c:pt idx="21">
                  <c:v>3.0852917086252232</c:v>
                </c:pt>
                <c:pt idx="22">
                  <c:v>3.0980079081926055</c:v>
                </c:pt>
                <c:pt idx="23">
                  <c:v>3.114952495741762</c:v>
                </c:pt>
                <c:pt idx="24">
                  <c:v>3.1325946663702959</c:v>
                </c:pt>
                <c:pt idx="25">
                  <c:v>3.1177319081181789</c:v>
                </c:pt>
                <c:pt idx="26">
                  <c:v>3.1139991561471829</c:v>
                </c:pt>
                <c:pt idx="27">
                  <c:v>3.1278625242636426</c:v>
                </c:pt>
                <c:pt idx="28">
                  <c:v>3.13830751976599</c:v>
                </c:pt>
                <c:pt idx="29">
                  <c:v>3.1514271105785552</c:v>
                </c:pt>
                <c:pt idx="30">
                  <c:v>3.1645206946892954</c:v>
                </c:pt>
                <c:pt idx="31">
                  <c:v>3.1737337484156201</c:v>
                </c:pt>
                <c:pt idx="32">
                  <c:v>3.1761796715382284</c:v>
                </c:pt>
                <c:pt idx="33">
                  <c:v>3.1647244378008415</c:v>
                </c:pt>
                <c:pt idx="34">
                  <c:v>3.1673276942853272</c:v>
                </c:pt>
                <c:pt idx="35">
                  <c:v>3.184743850869812</c:v>
                </c:pt>
                <c:pt idx="36">
                  <c:v>3.1891524897214261</c:v>
                </c:pt>
                <c:pt idx="37">
                  <c:v>3.2194482139394638</c:v>
                </c:pt>
                <c:pt idx="38">
                  <c:v>3.2616210264615311</c:v>
                </c:pt>
                <c:pt idx="39">
                  <c:v>3.2842767432051549</c:v>
                </c:pt>
                <c:pt idx="40">
                  <c:v>3.3000720069537026</c:v>
                </c:pt>
                <c:pt idx="41">
                  <c:v>3.3202060794042079</c:v>
                </c:pt>
                <c:pt idx="42">
                  <c:v>3.3481096899462321</c:v>
                </c:pt>
                <c:pt idx="43">
                  <c:v>3.3800456324222825</c:v>
                </c:pt>
                <c:pt idx="44">
                  <c:v>3.3988466099581682</c:v>
                </c:pt>
                <c:pt idx="45">
                  <c:v>3.4160644834016525</c:v>
                </c:pt>
                <c:pt idx="46">
                  <c:v>3.413119978757841</c:v>
                </c:pt>
                <c:pt idx="47">
                  <c:v>3.4329155330342944</c:v>
                </c:pt>
                <c:pt idx="48">
                  <c:v>3.4441656586674991</c:v>
                </c:pt>
                <c:pt idx="49">
                  <c:v>3.4665896140296533</c:v>
                </c:pt>
                <c:pt idx="50">
                  <c:v>3.4664375969548882</c:v>
                </c:pt>
                <c:pt idx="51">
                  <c:v>3.4610957341896662</c:v>
                </c:pt>
                <c:pt idx="52">
                  <c:v>3.4903891946033347</c:v>
                </c:pt>
                <c:pt idx="53">
                  <c:v>3.4857943420193092</c:v>
                </c:pt>
                <c:pt idx="54">
                  <c:v>3.4949081823334169</c:v>
                </c:pt>
                <c:pt idx="55">
                  <c:v>3.5201697418633699</c:v>
                </c:pt>
                <c:pt idx="56">
                  <c:v>3.5181420812215149</c:v>
                </c:pt>
                <c:pt idx="57">
                  <c:v>3.5214082930774264</c:v>
                </c:pt>
                <c:pt idx="58">
                  <c:v>3.5117304952789556</c:v>
                </c:pt>
                <c:pt idx="59">
                  <c:v>3.4993099243801247</c:v>
                </c:pt>
                <c:pt idx="60">
                  <c:v>3.5105479806047466</c:v>
                </c:pt>
                <c:pt idx="61">
                  <c:v>3.4998044827651356</c:v>
                </c:pt>
                <c:pt idx="62">
                  <c:v>3.5248029579246758</c:v>
                </c:pt>
                <c:pt idx="63">
                  <c:v>3.5245266546781999</c:v>
                </c:pt>
                <c:pt idx="64">
                  <c:v>3.5110014455272021</c:v>
                </c:pt>
                <c:pt idx="65">
                  <c:v>3.5419054535694512</c:v>
                </c:pt>
                <c:pt idx="66">
                  <c:v>3.5324768028481515</c:v>
                </c:pt>
                <c:pt idx="67">
                  <c:v>3.5273258953687154</c:v>
                </c:pt>
                <c:pt idx="68">
                  <c:v>3.503040952149894</c:v>
                </c:pt>
                <c:pt idx="69">
                  <c:v>3.4943071545226987</c:v>
                </c:pt>
                <c:pt idx="70">
                  <c:v>3.538605476106198</c:v>
                </c:pt>
                <c:pt idx="71">
                  <c:v>3.5333856005777218</c:v>
                </c:pt>
                <c:pt idx="72">
                  <c:v>3.5224938214326684</c:v>
                </c:pt>
                <c:pt idx="73">
                  <c:v>3.5233408352849738</c:v>
                </c:pt>
                <c:pt idx="74">
                  <c:v>3.4914592051475442</c:v>
                </c:pt>
                <c:pt idx="75">
                  <c:v>3.4632313010915858</c:v>
                </c:pt>
                <c:pt idx="76">
                  <c:v>3.412486909541002</c:v>
                </c:pt>
                <c:pt idx="77">
                  <c:v>3.3916962037902398</c:v>
                </c:pt>
                <c:pt idx="78">
                  <c:v>3.3872299478809875</c:v>
                </c:pt>
                <c:pt idx="79">
                  <c:v>3.3956769533709186</c:v>
                </c:pt>
                <c:pt idx="80">
                  <c:v>3.4048511407279403</c:v>
                </c:pt>
                <c:pt idx="81">
                  <c:v>3.3739705530856763</c:v>
                </c:pt>
                <c:pt idx="82">
                  <c:v>3.3822980139572651</c:v>
                </c:pt>
                <c:pt idx="83">
                  <c:v>3.3457173607450672</c:v>
                </c:pt>
                <c:pt idx="84">
                  <c:v>3.3067994090875028</c:v>
                </c:pt>
                <c:pt idx="85">
                  <c:v>3.3088089656164819</c:v>
                </c:pt>
                <c:pt idx="86">
                  <c:v>3.2881237235073772</c:v>
                </c:pt>
                <c:pt idx="87">
                  <c:v>3.2581642903701415</c:v>
                </c:pt>
                <c:pt idx="88">
                  <c:v>3.2278373150048814</c:v>
                </c:pt>
                <c:pt idx="89">
                  <c:v>3.223289446904265</c:v>
                </c:pt>
                <c:pt idx="90">
                  <c:v>3.2146307957138363</c:v>
                </c:pt>
                <c:pt idx="91">
                  <c:v>3.1750923471400414</c:v>
                </c:pt>
                <c:pt idx="92">
                  <c:v>3.1604581892338137</c:v>
                </c:pt>
                <c:pt idx="93">
                  <c:v>3.138230433602843</c:v>
                </c:pt>
                <c:pt idx="94">
                  <c:v>3.1075223379249057</c:v>
                </c:pt>
                <c:pt idx="95">
                  <c:v>3.0951134772260671</c:v>
                </c:pt>
                <c:pt idx="96">
                  <c:v>3.0757974664156125</c:v>
                </c:pt>
                <c:pt idx="97">
                  <c:v>3.0405235422076196</c:v>
                </c:pt>
                <c:pt idx="98">
                  <c:v>2.9918508502718737</c:v>
                </c:pt>
                <c:pt idx="99">
                  <c:v>2.9686282305334633</c:v>
                </c:pt>
                <c:pt idx="100">
                  <c:v>2.9492107073758236</c:v>
                </c:pt>
                <c:pt idx="101">
                  <c:v>2.9199972786357322</c:v>
                </c:pt>
                <c:pt idx="102">
                  <c:v>2.8962146527074384</c:v>
                </c:pt>
                <c:pt idx="103">
                  <c:v>2.8869980787369425</c:v>
                </c:pt>
                <c:pt idx="104">
                  <c:v>2.8692210612041853</c:v>
                </c:pt>
                <c:pt idx="105">
                  <c:v>2.847565237488245</c:v>
                </c:pt>
                <c:pt idx="106">
                  <c:v>2.8297334765665614</c:v>
                </c:pt>
                <c:pt idx="107">
                  <c:v>2.8278233489749498</c:v>
                </c:pt>
                <c:pt idx="108">
                  <c:v>2.8146475060973861</c:v>
                </c:pt>
                <c:pt idx="109">
                  <c:v>2.7882931621986984</c:v>
                </c:pt>
                <c:pt idx="110">
                  <c:v>2.766231648302607</c:v>
                </c:pt>
                <c:pt idx="111">
                  <c:v>2.7645921484617713</c:v>
                </c:pt>
                <c:pt idx="112">
                  <c:v>2.7482196365110809</c:v>
                </c:pt>
                <c:pt idx="113">
                  <c:v>2.7321376524669834</c:v>
                </c:pt>
                <c:pt idx="114">
                  <c:v>2.728196128464198</c:v>
                </c:pt>
                <c:pt idx="115">
                  <c:v>2.7176533563839884</c:v>
                </c:pt>
                <c:pt idx="116">
                  <c:v>2.7049278173932962</c:v>
                </c:pt>
                <c:pt idx="117">
                  <c:v>2.698699787039597</c:v>
                </c:pt>
                <c:pt idx="118">
                  <c:v>2.6840554276094486</c:v>
                </c:pt>
                <c:pt idx="119">
                  <c:v>2.669840106917718</c:v>
                </c:pt>
                <c:pt idx="120">
                  <c:v>2.6450928622451571</c:v>
                </c:pt>
                <c:pt idx="121">
                  <c:v>2.6238098252026334</c:v>
                </c:pt>
                <c:pt idx="122">
                  <c:v>2.5989510821841222</c:v>
                </c:pt>
                <c:pt idx="123">
                  <c:v>2.5825695900187151</c:v>
                </c:pt>
                <c:pt idx="124">
                  <c:v>2.5846302619298749</c:v>
                </c:pt>
                <c:pt idx="125">
                  <c:v>2.5779025365083439</c:v>
                </c:pt>
                <c:pt idx="126">
                  <c:v>2.5722466895156844</c:v>
                </c:pt>
                <c:pt idx="127">
                  <c:v>2.5750751697853271</c:v>
                </c:pt>
                <c:pt idx="128">
                  <c:v>2.5699987621672014</c:v>
                </c:pt>
                <c:pt idx="129">
                  <c:v>2.5594072454814971</c:v>
                </c:pt>
                <c:pt idx="130">
                  <c:v>2.5403470989488186</c:v>
                </c:pt>
                <c:pt idx="131">
                  <c:v>2.5367994830844731</c:v>
                </c:pt>
                <c:pt idx="132">
                  <c:v>2.543775816770284</c:v>
                </c:pt>
                <c:pt idx="133">
                  <c:v>2.5579558272577385</c:v>
                </c:pt>
                <c:pt idx="134">
                  <c:v>2.5695056765374069</c:v>
                </c:pt>
                <c:pt idx="135">
                  <c:v>2.5609515550463104</c:v>
                </c:pt>
                <c:pt idx="136">
                  <c:v>2.5647126844958166</c:v>
                </c:pt>
                <c:pt idx="137">
                  <c:v>2.5666389405530614</c:v>
                </c:pt>
                <c:pt idx="138">
                  <c:v>2.544538272920795</c:v>
                </c:pt>
                <c:pt idx="139">
                  <c:v>2.608874506815587</c:v>
                </c:pt>
                <c:pt idx="140">
                  <c:v>2.6665292813550829</c:v>
                </c:pt>
                <c:pt idx="141">
                  <c:v>2.7184921084387512</c:v>
                </c:pt>
                <c:pt idx="142">
                  <c:v>2.7448529180920378</c:v>
                </c:pt>
                <c:pt idx="143">
                  <c:v>2.7534659497916905</c:v>
                </c:pt>
                <c:pt idx="144">
                  <c:v>2.7524460847664747</c:v>
                </c:pt>
                <c:pt idx="145">
                  <c:v>2.7726221846218637</c:v>
                </c:pt>
                <c:pt idx="146">
                  <c:v>2.7825757827747841</c:v>
                </c:pt>
                <c:pt idx="147">
                  <c:v>2.8020741997066132</c:v>
                </c:pt>
                <c:pt idx="148">
                  <c:v>2.8038958901436692</c:v>
                </c:pt>
                <c:pt idx="149">
                  <c:v>2.7995433596736206</c:v>
                </c:pt>
                <c:pt idx="150">
                  <c:v>2.8131748227251743</c:v>
                </c:pt>
                <c:pt idx="151">
                  <c:v>2.8129927758123872</c:v>
                </c:pt>
                <c:pt idx="152">
                  <c:v>2.8180977045924598</c:v>
                </c:pt>
                <c:pt idx="153">
                  <c:v>2.8093167787984159</c:v>
                </c:pt>
                <c:pt idx="154">
                  <c:v>2.8076683705845813</c:v>
                </c:pt>
                <c:pt idx="155">
                  <c:v>2.8161618576658953</c:v>
                </c:pt>
                <c:pt idx="156">
                  <c:v>2.8078337502188475</c:v>
                </c:pt>
                <c:pt idx="157">
                  <c:v>2.813189047385289</c:v>
                </c:pt>
                <c:pt idx="158">
                  <c:v>2.8236904386360733</c:v>
                </c:pt>
                <c:pt idx="159">
                  <c:v>2.8056448049206386</c:v>
                </c:pt>
                <c:pt idx="160">
                  <c:v>2.791202177033941</c:v>
                </c:pt>
                <c:pt idx="161">
                  <c:v>2.7761172123488151</c:v>
                </c:pt>
                <c:pt idx="162">
                  <c:v>2.7589210351040894</c:v>
                </c:pt>
                <c:pt idx="163">
                  <c:v>2.7624530613156839</c:v>
                </c:pt>
                <c:pt idx="164">
                  <c:v>2.751820774455155</c:v>
                </c:pt>
                <c:pt idx="165">
                  <c:v>2.7473619900845505</c:v>
                </c:pt>
                <c:pt idx="166">
                  <c:v>2.749688871480843</c:v>
                </c:pt>
                <c:pt idx="167">
                  <c:v>2.737277783688755</c:v>
                </c:pt>
                <c:pt idx="168">
                  <c:v>2.7307049849315597</c:v>
                </c:pt>
                <c:pt idx="169">
                  <c:v>2.7165335595293758</c:v>
                </c:pt>
                <c:pt idx="170">
                  <c:v>2.7097765586078619</c:v>
                </c:pt>
                <c:pt idx="171">
                  <c:v>2.6953069900770075</c:v>
                </c:pt>
                <c:pt idx="172">
                  <c:v>2.6823181511907506</c:v>
                </c:pt>
                <c:pt idx="173">
                  <c:v>2.6769269331654333</c:v>
                </c:pt>
                <c:pt idx="174">
                  <c:v>2.6700605173077823</c:v>
                </c:pt>
                <c:pt idx="175">
                  <c:v>2.6602141788394675</c:v>
                </c:pt>
                <c:pt idx="176">
                  <c:v>2.6527061446005655</c:v>
                </c:pt>
                <c:pt idx="177">
                  <c:v>2.6480394502987847</c:v>
                </c:pt>
                <c:pt idx="178">
                  <c:v>2.6558410297964246</c:v>
                </c:pt>
                <c:pt idx="179">
                  <c:v>2.6658499460720142</c:v>
                </c:pt>
                <c:pt idx="180">
                  <c:v>2.6590878443885417</c:v>
                </c:pt>
                <c:pt idx="181">
                  <c:v>2.6479988597282551</c:v>
                </c:pt>
                <c:pt idx="182">
                  <c:v>2.6440342026923536</c:v>
                </c:pt>
                <c:pt idx="183">
                  <c:v>2.6492060879533708</c:v>
                </c:pt>
                <c:pt idx="184">
                  <c:v>2.6486194284862035</c:v>
                </c:pt>
                <c:pt idx="185">
                  <c:v>2.661156526651228</c:v>
                </c:pt>
                <c:pt idx="186">
                  <c:v>2.6731727723625478</c:v>
                </c:pt>
                <c:pt idx="187">
                  <c:v>2.6926731290207546</c:v>
                </c:pt>
                <c:pt idx="188">
                  <c:v>2.7084757924662317</c:v>
                </c:pt>
                <c:pt idx="189">
                  <c:v>2.7253823039049778</c:v>
                </c:pt>
                <c:pt idx="190">
                  <c:v>2.7322348543111015</c:v>
                </c:pt>
                <c:pt idx="191">
                  <c:v>2.7199611278833591</c:v>
                </c:pt>
                <c:pt idx="192">
                  <c:v>2.7117756980877665</c:v>
                </c:pt>
                <c:pt idx="193">
                  <c:v>2.715332868900576</c:v>
                </c:pt>
                <c:pt idx="194">
                  <c:v>2.7257255636324009</c:v>
                </c:pt>
                <c:pt idx="195">
                  <c:v>2.7314741223618197</c:v>
                </c:pt>
                <c:pt idx="196">
                  <c:v>2.7275108303185549</c:v>
                </c:pt>
                <c:pt idx="197">
                  <c:v>2.7401921148111104</c:v>
                </c:pt>
                <c:pt idx="198">
                  <c:v>2.7633551059237877</c:v>
                </c:pt>
                <c:pt idx="199">
                  <c:v>2.7789742137804048</c:v>
                </c:pt>
                <c:pt idx="200">
                  <c:v>2.7971817068859344</c:v>
                </c:pt>
                <c:pt idx="201">
                  <c:v>2.8214207432471108</c:v>
                </c:pt>
                <c:pt idx="202">
                  <c:v>2.8587617692000027</c:v>
                </c:pt>
                <c:pt idx="203">
                  <c:v>2.8977496228489419</c:v>
                </c:pt>
                <c:pt idx="204">
                  <c:v>2.9270117602736692</c:v>
                </c:pt>
                <c:pt idx="205">
                  <c:v>2.958706889311812</c:v>
                </c:pt>
                <c:pt idx="206">
                  <c:v>3.0019824722013868</c:v>
                </c:pt>
                <c:pt idx="207">
                  <c:v>3.0226381155227742</c:v>
                </c:pt>
                <c:pt idx="208">
                  <c:v>3.0178630839106244</c:v>
                </c:pt>
                <c:pt idx="209">
                  <c:v>2.9895190836387737</c:v>
                </c:pt>
                <c:pt idx="210">
                  <c:v>2.9541136172455742</c:v>
                </c:pt>
                <c:pt idx="211">
                  <c:v>2.9174004160641234</c:v>
                </c:pt>
                <c:pt idx="212">
                  <c:v>2.8819912857433194</c:v>
                </c:pt>
                <c:pt idx="213">
                  <c:v>2.8490752785536873</c:v>
                </c:pt>
                <c:pt idx="214">
                  <c:v>2.8330533541856315</c:v>
                </c:pt>
                <c:pt idx="215">
                  <c:v>2.8360168250429312</c:v>
                </c:pt>
                <c:pt idx="216">
                  <c:v>2.8441151108348866</c:v>
                </c:pt>
                <c:pt idx="217">
                  <c:v>2.8574269500841591</c:v>
                </c:pt>
                <c:pt idx="218">
                  <c:v>2.8730872232450473</c:v>
                </c:pt>
                <c:pt idx="219">
                  <c:v>2.8944273026114677</c:v>
                </c:pt>
                <c:pt idx="220">
                  <c:v>2.9192164310054767</c:v>
                </c:pt>
                <c:pt idx="221">
                  <c:v>2.9356893058358691</c:v>
                </c:pt>
                <c:pt idx="222">
                  <c:v>2.9458819932254698</c:v>
                </c:pt>
                <c:pt idx="223">
                  <c:v>2.9571671776169373</c:v>
                </c:pt>
                <c:pt idx="224">
                  <c:v>2.9629259378702768</c:v>
                </c:pt>
                <c:pt idx="225">
                  <c:v>2.9576441347810962</c:v>
                </c:pt>
                <c:pt idx="226">
                  <c:v>2.9699930794873288</c:v>
                </c:pt>
                <c:pt idx="227">
                  <c:v>2.9905018064959132</c:v>
                </c:pt>
                <c:pt idx="228">
                  <c:v>2.9944605725109579</c:v>
                </c:pt>
                <c:pt idx="229">
                  <c:v>2.9988394688914215</c:v>
                </c:pt>
                <c:pt idx="230">
                  <c:v>3.023443820387373</c:v>
                </c:pt>
                <c:pt idx="231">
                  <c:v>3.0252601226955953</c:v>
                </c:pt>
                <c:pt idx="232">
                  <c:v>3.0517100879206112</c:v>
                </c:pt>
                <c:pt idx="233">
                  <c:v>3.0544511368197478</c:v>
                </c:pt>
                <c:pt idx="234">
                  <c:v>3.0510877949614397</c:v>
                </c:pt>
                <c:pt idx="235">
                  <c:v>3.0249713908319471</c:v>
                </c:pt>
                <c:pt idx="236">
                  <c:v>2.9955162865533347</c:v>
                </c:pt>
                <c:pt idx="237">
                  <c:v>2.9775182838967718</c:v>
                </c:pt>
                <c:pt idx="238">
                  <c:v>2.9578108075662839</c:v>
                </c:pt>
                <c:pt idx="239">
                  <c:v>2.9336780969473812</c:v>
                </c:pt>
                <c:pt idx="240">
                  <c:v>2.8997180140736472</c:v>
                </c:pt>
                <c:pt idx="241">
                  <c:v>2.8526247623026952</c:v>
                </c:pt>
                <c:pt idx="242">
                  <c:v>2.8425174947155019</c:v>
                </c:pt>
                <c:pt idx="243">
                  <c:v>2.8212189398619452</c:v>
                </c:pt>
                <c:pt idx="244">
                  <c:v>2.8027299709062605</c:v>
                </c:pt>
                <c:pt idx="245">
                  <c:v>2.8122048876937953</c:v>
                </c:pt>
                <c:pt idx="246">
                  <c:v>2.8154774934625832</c:v>
                </c:pt>
                <c:pt idx="247">
                  <c:v>2.8124898837881185</c:v>
                </c:pt>
                <c:pt idx="248">
                  <c:v>2.8214850415845003</c:v>
                </c:pt>
                <c:pt idx="249">
                  <c:v>2.8280779560226668</c:v>
                </c:pt>
                <c:pt idx="250">
                  <c:v>2.8320968535554711</c:v>
                </c:pt>
                <c:pt idx="251">
                  <c:v>2.861608569107672</c:v>
                </c:pt>
                <c:pt idx="252">
                  <c:v>2.8705772173102031</c:v>
                </c:pt>
                <c:pt idx="253">
                  <c:v>2.866856822114662</c:v>
                </c:pt>
                <c:pt idx="254">
                  <c:v>2.8708384337959543</c:v>
                </c:pt>
                <c:pt idx="255">
                  <c:v>2.8707360593481566</c:v>
                </c:pt>
                <c:pt idx="256">
                  <c:v>2.8818664248378645</c:v>
                </c:pt>
                <c:pt idx="257">
                  <c:v>2.9218577636003733</c:v>
                </c:pt>
                <c:pt idx="258">
                  <c:v>2.9612308325399015</c:v>
                </c:pt>
                <c:pt idx="259">
                  <c:v>3</c:v>
                </c:pt>
                <c:pt idx="260">
                  <c:v>2.9986876673418106</c:v>
                </c:pt>
                <c:pt idx="261">
                  <c:v>3.0289037909365764</c:v>
                </c:pt>
                <c:pt idx="262">
                  <c:v>3.0332433180557143</c:v>
                </c:pt>
                <c:pt idx="263">
                  <c:v>3.014827627652136</c:v>
                </c:pt>
                <c:pt idx="264">
                  <c:v>2.990562871956004</c:v>
                </c:pt>
                <c:pt idx="265">
                  <c:v>2.9778680812205112</c:v>
                </c:pt>
                <c:pt idx="266">
                  <c:v>2.9600629735761119</c:v>
                </c:pt>
                <c:pt idx="267">
                  <c:v>2.9247442201362412</c:v>
                </c:pt>
                <c:pt idx="268">
                  <c:v>2.8970654023290656</c:v>
                </c:pt>
                <c:pt idx="269">
                  <c:v>2.8915993252338517</c:v>
                </c:pt>
                <c:pt idx="270">
                  <c:v>2.877119411495638</c:v>
                </c:pt>
                <c:pt idx="271">
                  <c:v>2.8568341122292629</c:v>
                </c:pt>
                <c:pt idx="272">
                  <c:v>2.7993425620725017</c:v>
                </c:pt>
                <c:pt idx="273">
                  <c:v>2.7949651743681101</c:v>
                </c:pt>
                <c:pt idx="274">
                  <c:v>2.8135274218759045</c:v>
                </c:pt>
                <c:pt idx="275">
                  <c:v>2.8191544962606039</c:v>
                </c:pt>
                <c:pt idx="276">
                  <c:v>2.8365609542131884</c:v>
                </c:pt>
                <c:pt idx="277">
                  <c:v>2.8446983937413224</c:v>
                </c:pt>
                <c:pt idx="278">
                  <c:v>2.9246230950001117</c:v>
                </c:pt>
                <c:pt idx="279">
                  <c:v>2.9663422270745725</c:v>
                </c:pt>
                <c:pt idx="280">
                  <c:v>2.9701512031081019</c:v>
                </c:pt>
                <c:pt idx="281">
                  <c:v>2.9856601776114049</c:v>
                </c:pt>
                <c:pt idx="282">
                  <c:v>3.1172818197564585</c:v>
                </c:pt>
                <c:pt idx="283">
                  <c:v>3.2145000437875275</c:v>
                </c:pt>
                <c:pt idx="284">
                  <c:v>3.2300280563460344</c:v>
                </c:pt>
                <c:pt idx="285">
                  <c:v>3.1542817412334587</c:v>
                </c:pt>
                <c:pt idx="286">
                  <c:v>3.305999810768915</c:v>
                </c:pt>
                <c:pt idx="287">
                  <c:v>3.5282427393706772</c:v>
                </c:pt>
                <c:pt idx="288">
                  <c:v>3.6093704301932341</c:v>
                </c:pt>
                <c:pt idx="289">
                  <c:v>3.7015388998834649</c:v>
                </c:pt>
                <c:pt idx="290">
                  <c:v>3.7325998102372866</c:v>
                </c:pt>
                <c:pt idx="291">
                  <c:v>3.8226990947728043</c:v>
                </c:pt>
                <c:pt idx="292">
                  <c:v>3.8278234208166682</c:v>
                </c:pt>
                <c:pt idx="293">
                  <c:v>3.9254949660867569</c:v>
                </c:pt>
                <c:pt idx="294">
                  <c:v>4.0043638096197363</c:v>
                </c:pt>
                <c:pt idx="295">
                  <c:v>4.0638027732196189</c:v>
                </c:pt>
                <c:pt idx="296">
                  <c:v>4.116153976629457</c:v>
                </c:pt>
                <c:pt idx="297">
                  <c:v>4.1186773451238023</c:v>
                </c:pt>
                <c:pt idx="298">
                  <c:v>4.1461856825347532</c:v>
                </c:pt>
                <c:pt idx="299">
                  <c:v>4.2755504889583218</c:v>
                </c:pt>
                <c:pt idx="300">
                  <c:v>4.3128163684744454</c:v>
                </c:pt>
                <c:pt idx="301">
                  <c:v>4.2287326783332357</c:v>
                </c:pt>
                <c:pt idx="302">
                  <c:v>4.1885912622223422</c:v>
                </c:pt>
                <c:pt idx="303">
                  <c:v>4.3758984255815703</c:v>
                </c:pt>
                <c:pt idx="304">
                  <c:v>4.4626340808919043</c:v>
                </c:pt>
                <c:pt idx="305">
                  <c:v>4.4217041300869573</c:v>
                </c:pt>
                <c:pt idx="306">
                  <c:v>4.3052514355950855</c:v>
                </c:pt>
                <c:pt idx="307">
                  <c:v>4.3253379488284374</c:v>
                </c:pt>
                <c:pt idx="308">
                  <c:v>4.3223266313871145</c:v>
                </c:pt>
                <c:pt idx="309">
                  <c:v>4.296072506684693</c:v>
                </c:pt>
                <c:pt idx="310">
                  <c:v>4.3227529401402602</c:v>
                </c:pt>
                <c:pt idx="311">
                  <c:v>4.3046936564984524</c:v>
                </c:pt>
                <c:pt idx="312">
                  <c:v>4.4197460122278898</c:v>
                </c:pt>
                <c:pt idx="313">
                  <c:v>4.3489245905507019</c:v>
                </c:pt>
                <c:pt idx="314">
                  <c:v>4.2655580244360998</c:v>
                </c:pt>
                <c:pt idx="315">
                  <c:v>4.3051606276638443</c:v>
                </c:pt>
                <c:pt idx="316">
                  <c:v>4.2635376916494554</c:v>
                </c:pt>
                <c:pt idx="317">
                  <c:v>4.2780136540931935</c:v>
                </c:pt>
                <c:pt idx="318">
                  <c:v>4.249342199271827</c:v>
                </c:pt>
                <c:pt idx="319">
                  <c:v>4.208430065212883</c:v>
                </c:pt>
                <c:pt idx="320">
                  <c:v>4.2383725437047284</c:v>
                </c:pt>
                <c:pt idx="321">
                  <c:v>4.3090564603341388</c:v>
                </c:pt>
                <c:pt idx="322">
                  <c:v>4.2883296937121758</c:v>
                </c:pt>
                <c:pt idx="323">
                  <c:v>4.2628176939541396</c:v>
                </c:pt>
                <c:pt idx="324">
                  <c:v>4.2838252180090803</c:v>
                </c:pt>
                <c:pt idx="325">
                  <c:v>4.325276021267733</c:v>
                </c:pt>
                <c:pt idx="326">
                  <c:v>4.3287665229664665</c:v>
                </c:pt>
                <c:pt idx="327">
                  <c:v>4.3317805703930645</c:v>
                </c:pt>
                <c:pt idx="328">
                  <c:v>4.3258948658244574</c:v>
                </c:pt>
                <c:pt idx="329">
                  <c:v>4.3324958265350091</c:v>
                </c:pt>
                <c:pt idx="330">
                  <c:v>4.3583776674560379</c:v>
                </c:pt>
                <c:pt idx="331">
                  <c:v>4.3173758749333384</c:v>
                </c:pt>
                <c:pt idx="332">
                  <c:v>4.2501873452394694</c:v>
                </c:pt>
                <c:pt idx="333">
                  <c:v>4.186797518213492</c:v>
                </c:pt>
                <c:pt idx="334">
                  <c:v>4.1692421323800026</c:v>
                </c:pt>
                <c:pt idx="335">
                  <c:v>4.1441920748671146</c:v>
                </c:pt>
                <c:pt idx="336">
                  <c:v>4.1220707168201365</c:v>
                </c:pt>
                <c:pt idx="337">
                  <c:v>4.1117059685165174</c:v>
                </c:pt>
                <c:pt idx="338">
                  <c:v>4.0672809181429006</c:v>
                </c:pt>
                <c:pt idx="339">
                  <c:v>4.009832401175073</c:v>
                </c:pt>
                <c:pt idx="340">
                  <c:v>3.9792082884651885</c:v>
                </c:pt>
                <c:pt idx="341">
                  <c:v>4.07484139683576</c:v>
                </c:pt>
                <c:pt idx="342">
                  <c:v>4.0613368780994747</c:v>
                </c:pt>
                <c:pt idx="343">
                  <c:v>4.0405739032517642</c:v>
                </c:pt>
                <c:pt idx="344">
                  <c:v>4.1529271656452318</c:v>
                </c:pt>
                <c:pt idx="345">
                  <c:v>4.1980069814344461</c:v>
                </c:pt>
                <c:pt idx="346">
                  <c:v>4.2536410639787139</c:v>
                </c:pt>
                <c:pt idx="347">
                  <c:v>4.3188085424687657</c:v>
                </c:pt>
                <c:pt idx="348">
                  <c:v>4.3501638601819348</c:v>
                </c:pt>
                <c:pt idx="349">
                  <c:v>4.3075400253558165</c:v>
                </c:pt>
                <c:pt idx="350">
                  <c:v>4.3593768420665446</c:v>
                </c:pt>
                <c:pt idx="351">
                  <c:v>4.4439046577069021</c:v>
                </c:pt>
                <c:pt idx="352">
                  <c:v>4.4279954529940007</c:v>
                </c:pt>
                <c:pt idx="353">
                  <c:v>4.4130745029505007</c:v>
                </c:pt>
                <c:pt idx="354">
                  <c:v>4.3671436501727907</c:v>
                </c:pt>
                <c:pt idx="355">
                  <c:v>4.3685865192321343</c:v>
                </c:pt>
                <c:pt idx="356">
                  <c:v>4.4989138609901556</c:v>
                </c:pt>
                <c:pt idx="357">
                  <c:v>4.4440460422074395</c:v>
                </c:pt>
                <c:pt idx="358">
                  <c:v>4.3457878374701835</c:v>
                </c:pt>
                <c:pt idx="359">
                  <c:v>4.4821684186826101</c:v>
                </c:pt>
                <c:pt idx="360">
                  <c:v>4.5009691088516233</c:v>
                </c:pt>
                <c:pt idx="361">
                  <c:v>4.3923852377052057</c:v>
                </c:pt>
                <c:pt idx="362">
                  <c:v>4.2986835220746951</c:v>
                </c:pt>
                <c:pt idx="363">
                  <c:v>4.2462705347875911</c:v>
                </c:pt>
                <c:pt idx="364">
                  <c:v>4.2155734308924693</c:v>
                </c:pt>
                <c:pt idx="365">
                  <c:v>4.1204785606712999</c:v>
                </c:pt>
                <c:pt idx="366">
                  <c:v>4.0443911410828361</c:v>
                </c:pt>
                <c:pt idx="367">
                  <c:v>4.0396610823859991</c:v>
                </c:pt>
                <c:pt idx="368">
                  <c:v>3.9832444998519696</c:v>
                </c:pt>
                <c:pt idx="369">
                  <c:v>3.8748975626906978</c:v>
                </c:pt>
                <c:pt idx="370">
                  <c:v>3.8764435964567374</c:v>
                </c:pt>
                <c:pt idx="371">
                  <c:v>3.757905767948809</c:v>
                </c:pt>
                <c:pt idx="372">
                  <c:v>3.6819936421516619</c:v>
                </c:pt>
                <c:pt idx="373">
                  <c:v>3.6008120700407895</c:v>
                </c:pt>
                <c:pt idx="374">
                  <c:v>3.5685485293317876</c:v>
                </c:pt>
                <c:pt idx="375">
                  <c:v>3.5446383125127658</c:v>
                </c:pt>
                <c:pt idx="376">
                  <c:v>3.4470969444352448</c:v>
                </c:pt>
                <c:pt idx="377">
                  <c:v>3.3660581936592635</c:v>
                </c:pt>
                <c:pt idx="378">
                  <c:v>3.2501529330566661</c:v>
                </c:pt>
                <c:pt idx="379">
                  <c:v>3.1385376287879541</c:v>
                </c:pt>
                <c:pt idx="380">
                  <c:v>3.0686771619274249</c:v>
                </c:pt>
                <c:pt idx="381">
                  <c:v>2.9352721209808772</c:v>
                </c:pt>
                <c:pt idx="382">
                  <c:v>2.826873529624542</c:v>
                </c:pt>
                <c:pt idx="383">
                  <c:v>2.6912880207024852</c:v>
                </c:pt>
                <c:pt idx="384">
                  <c:v>2.6183327563246035</c:v>
                </c:pt>
                <c:pt idx="385">
                  <c:v>2.5451045652609814</c:v>
                </c:pt>
                <c:pt idx="386">
                  <c:v>2.4667159836111807</c:v>
                </c:pt>
                <c:pt idx="387">
                  <c:v>2.4175336824505549</c:v>
                </c:pt>
                <c:pt idx="388">
                  <c:v>2.3715032570520376</c:v>
                </c:pt>
                <c:pt idx="389">
                  <c:v>2.334842895453991</c:v>
                </c:pt>
                <c:pt idx="390">
                  <c:v>2.3006433461745615</c:v>
                </c:pt>
                <c:pt idx="391">
                  <c:v>2.2658467203788875</c:v>
                </c:pt>
                <c:pt idx="392">
                  <c:v>2.249525952425409</c:v>
                </c:pt>
                <c:pt idx="393">
                  <c:v>2.2492495414163551</c:v>
                </c:pt>
                <c:pt idx="394">
                  <c:v>2.2459334175270369</c:v>
                </c:pt>
                <c:pt idx="395">
                  <c:v>2.2309507374875612</c:v>
                </c:pt>
                <c:pt idx="396">
                  <c:v>2.2141154571119674</c:v>
                </c:pt>
                <c:pt idx="397">
                  <c:v>2.2000154423772309</c:v>
                </c:pt>
                <c:pt idx="398">
                  <c:v>2.1868219623579574</c:v>
                </c:pt>
                <c:pt idx="399">
                  <c:v>2.1609805503635946</c:v>
                </c:pt>
                <c:pt idx="400">
                  <c:v>2.1863424727732461</c:v>
                </c:pt>
                <c:pt idx="401">
                  <c:v>2.1742507573374281</c:v>
                </c:pt>
                <c:pt idx="402">
                  <c:v>2.1721667189075688</c:v>
                </c:pt>
                <c:pt idx="403">
                  <c:v>2.1633698622126145</c:v>
                </c:pt>
                <c:pt idx="404">
                  <c:v>2.1467316795896743</c:v>
                </c:pt>
                <c:pt idx="405">
                  <c:v>2.1494915061177893</c:v>
                </c:pt>
                <c:pt idx="406">
                  <c:v>2.1472992920214238</c:v>
                </c:pt>
                <c:pt idx="407">
                  <c:v>2.1314069252111194</c:v>
                </c:pt>
                <c:pt idx="408">
                  <c:v>2.1127291741816099</c:v>
                </c:pt>
                <c:pt idx="409">
                  <c:v>2.1068868081292353</c:v>
                </c:pt>
                <c:pt idx="410">
                  <c:v>2.1017498648836894</c:v>
                </c:pt>
                <c:pt idx="411">
                  <c:v>2.1058093260463799</c:v>
                </c:pt>
                <c:pt idx="412">
                  <c:v>2.0871515829352645</c:v>
                </c:pt>
                <c:pt idx="413">
                  <c:v>2.0790039418832111</c:v>
                </c:pt>
                <c:pt idx="414">
                  <c:v>2.0820207192950835</c:v>
                </c:pt>
                <c:pt idx="415">
                  <c:v>2.0680120513044695</c:v>
                </c:pt>
                <c:pt idx="416">
                  <c:v>2.0694500800280813</c:v>
                </c:pt>
                <c:pt idx="417">
                  <c:v>2.0668472994949743</c:v>
                </c:pt>
                <c:pt idx="418">
                  <c:v>2.0519526255597458</c:v>
                </c:pt>
                <c:pt idx="419">
                  <c:v>2.0373854129091953</c:v>
                </c:pt>
                <c:pt idx="420">
                  <c:v>2.0385787554773023</c:v>
                </c:pt>
                <c:pt idx="421">
                  <c:v>2.0404999781241968</c:v>
                </c:pt>
                <c:pt idx="422">
                  <c:v>2.0380673367391573</c:v>
                </c:pt>
                <c:pt idx="423">
                  <c:v>2.0582219918417981</c:v>
                </c:pt>
                <c:pt idx="424">
                  <c:v>2.0554642666839276</c:v>
                </c:pt>
                <c:pt idx="425">
                  <c:v>2.0494280088155534</c:v>
                </c:pt>
                <c:pt idx="426">
                  <c:v>2.0572299789525319</c:v>
                </c:pt>
                <c:pt idx="427">
                  <c:v>2.0691864613348949</c:v>
                </c:pt>
                <c:pt idx="428">
                  <c:v>2.0516865597580485</c:v>
                </c:pt>
                <c:pt idx="429">
                  <c:v>2.0339655069234222</c:v>
                </c:pt>
                <c:pt idx="430">
                  <c:v>2.0529335927849077</c:v>
                </c:pt>
                <c:pt idx="431">
                  <c:v>2.0454885188314025</c:v>
                </c:pt>
                <c:pt idx="432">
                  <c:v>2.0770651494462187</c:v>
                </c:pt>
                <c:pt idx="433">
                  <c:v>2.077243586312687</c:v>
                </c:pt>
                <c:pt idx="434">
                  <c:v>2.0775924317336649</c:v>
                </c:pt>
                <c:pt idx="435">
                  <c:v>2.0785789083205568</c:v>
                </c:pt>
                <c:pt idx="436">
                  <c:v>2.098443888637004</c:v>
                </c:pt>
                <c:pt idx="437">
                  <c:v>2.1609906620853678</c:v>
                </c:pt>
                <c:pt idx="438">
                  <c:v>2.2052655093875928</c:v>
                </c:pt>
                <c:pt idx="439">
                  <c:v>2.172067685099647</c:v>
                </c:pt>
                <c:pt idx="440">
                  <c:v>2.1504838827057515</c:v>
                </c:pt>
                <c:pt idx="441">
                  <c:v>2.2044676711910904</c:v>
                </c:pt>
                <c:pt idx="442">
                  <c:v>2.2349700840311018</c:v>
                </c:pt>
                <c:pt idx="443">
                  <c:v>2.2047502605878706</c:v>
                </c:pt>
                <c:pt idx="444">
                  <c:v>2.2372990488372095</c:v>
                </c:pt>
                <c:pt idx="445">
                  <c:v>2.2331586849201144</c:v>
                </c:pt>
                <c:pt idx="446">
                  <c:v>2.2206649611921816</c:v>
                </c:pt>
                <c:pt idx="447">
                  <c:v>2.1807250790600143</c:v>
                </c:pt>
                <c:pt idx="448">
                  <c:v>2.1850292061727266</c:v>
                </c:pt>
                <c:pt idx="449">
                  <c:v>2.2213219357406007</c:v>
                </c:pt>
                <c:pt idx="450">
                  <c:v>2.2105859453604939</c:v>
                </c:pt>
                <c:pt idx="451">
                  <c:v>2.2022495581554753</c:v>
                </c:pt>
                <c:pt idx="452">
                  <c:v>2.2247350998301734</c:v>
                </c:pt>
                <c:pt idx="453">
                  <c:v>2.2418933266874954</c:v>
                </c:pt>
                <c:pt idx="454">
                  <c:v>2.2530205670624834</c:v>
                </c:pt>
                <c:pt idx="455">
                  <c:v>2.2618406106718427</c:v>
                </c:pt>
                <c:pt idx="456">
                  <c:v>2.2479096754198373</c:v>
                </c:pt>
                <c:pt idx="457">
                  <c:v>2.2383527153906297</c:v>
                </c:pt>
                <c:pt idx="458">
                  <c:v>2.2418516046099102</c:v>
                </c:pt>
                <c:pt idx="459">
                  <c:v>2.2513457749778025</c:v>
                </c:pt>
                <c:pt idx="460">
                  <c:v>2.2486472563755751</c:v>
                </c:pt>
                <c:pt idx="461">
                  <c:v>2.2519788801154985</c:v>
                </c:pt>
                <c:pt idx="462">
                  <c:v>2.2540740540116091</c:v>
                </c:pt>
                <c:pt idx="463">
                  <c:v>2.2527527052178424</c:v>
                </c:pt>
                <c:pt idx="464">
                  <c:v>2.2490740680207439</c:v>
                </c:pt>
                <c:pt idx="465">
                  <c:v>2.2583608313494841</c:v>
                </c:pt>
                <c:pt idx="466">
                  <c:v>2.2606555994979414</c:v>
                </c:pt>
                <c:pt idx="467">
                  <c:v>2.2775221310207581</c:v>
                </c:pt>
                <c:pt idx="468">
                  <c:v>2.2981916038728145</c:v>
                </c:pt>
                <c:pt idx="469">
                  <c:v>2.2937848867871513</c:v>
                </c:pt>
                <c:pt idx="470">
                  <c:v>2.2782441223237431</c:v>
                </c:pt>
                <c:pt idx="471">
                  <c:v>2.2713777423869512</c:v>
                </c:pt>
                <c:pt idx="472">
                  <c:v>2.2711407185996553</c:v>
                </c:pt>
                <c:pt idx="473">
                  <c:v>2.2808486001174324</c:v>
                </c:pt>
                <c:pt idx="474">
                  <c:v>2.289017452436652</c:v>
                </c:pt>
                <c:pt idx="475">
                  <c:v>2.2985304453345954</c:v>
                </c:pt>
                <c:pt idx="476">
                  <c:v>2.318323287586205</c:v>
                </c:pt>
                <c:pt idx="477">
                  <c:v>2.3172863601530191</c:v>
                </c:pt>
                <c:pt idx="478">
                  <c:v>2.3271907826501388</c:v>
                </c:pt>
                <c:pt idx="479">
                  <c:v>2.3256987379349918</c:v>
                </c:pt>
                <c:pt idx="480">
                  <c:v>2.3245939919202505</c:v>
                </c:pt>
                <c:pt idx="481">
                  <c:v>2.3486291414864446</c:v>
                </c:pt>
                <c:pt idx="482">
                  <c:v>2.3654220711694234</c:v>
                </c:pt>
                <c:pt idx="483">
                  <c:v>2.374256195755462</c:v>
                </c:pt>
                <c:pt idx="484">
                  <c:v>2.3792443817441864</c:v>
                </c:pt>
                <c:pt idx="485">
                  <c:v>2.3746771523006354</c:v>
                </c:pt>
                <c:pt idx="486">
                  <c:v>2.368320848559887</c:v>
                </c:pt>
                <c:pt idx="487">
                  <c:v>2.3726282983520446</c:v>
                </c:pt>
                <c:pt idx="488">
                  <c:v>2.3910693848028477</c:v>
                </c:pt>
                <c:pt idx="489">
                  <c:v>2.4089241709950704</c:v>
                </c:pt>
                <c:pt idx="490">
                  <c:v>2.4121584851282964</c:v>
                </c:pt>
                <c:pt idx="491">
                  <c:v>2.4228058946704154</c:v>
                </c:pt>
                <c:pt idx="492">
                  <c:v>2.4159053539968296</c:v>
                </c:pt>
                <c:pt idx="493">
                  <c:v>2.4100747520257384</c:v>
                </c:pt>
                <c:pt idx="494">
                  <c:v>2.3951932790061488</c:v>
                </c:pt>
                <c:pt idx="495">
                  <c:v>2.3917857185705595</c:v>
                </c:pt>
                <c:pt idx="496">
                  <c:v>2.3975574103330946</c:v>
                </c:pt>
                <c:pt idx="497">
                  <c:v>2.3961880712718675</c:v>
                </c:pt>
                <c:pt idx="498">
                  <c:v>2.4068631398753202</c:v>
                </c:pt>
                <c:pt idx="499">
                  <c:v>2.4194646441403118</c:v>
                </c:pt>
                <c:pt idx="500">
                  <c:v>2.4109130371093368</c:v>
                </c:pt>
                <c:pt idx="501">
                  <c:v>2.4123023840889553</c:v>
                </c:pt>
                <c:pt idx="502">
                  <c:v>2.4115949946151041</c:v>
                </c:pt>
                <c:pt idx="503">
                  <c:v>2.4061521223947238</c:v>
                </c:pt>
                <c:pt idx="504">
                  <c:v>2.4132471385982637</c:v>
                </c:pt>
                <c:pt idx="505">
                  <c:v>2.4172938747966968</c:v>
                </c:pt>
                <c:pt idx="506">
                  <c:v>2.4196721948629012</c:v>
                </c:pt>
                <c:pt idx="507">
                  <c:v>2.4212586036743162</c:v>
                </c:pt>
                <c:pt idx="508">
                  <c:v>2.419067072074268</c:v>
                </c:pt>
                <c:pt idx="509">
                  <c:v>2.4231642770794255</c:v>
                </c:pt>
                <c:pt idx="510">
                  <c:v>2.4232359032720234</c:v>
                </c:pt>
                <c:pt idx="511">
                  <c:v>2.4339493712736147</c:v>
                </c:pt>
                <c:pt idx="512">
                  <c:v>2.4438476872247237</c:v>
                </c:pt>
                <c:pt idx="513">
                  <c:v>2.4649482822250142</c:v>
                </c:pt>
                <c:pt idx="514">
                  <c:v>2.4744362382843219</c:v>
                </c:pt>
                <c:pt idx="515">
                  <c:v>2.4863708718042745</c:v>
                </c:pt>
                <c:pt idx="516">
                  <c:v>2.5131153162303592</c:v>
                </c:pt>
                <c:pt idx="517">
                  <c:v>2.5019392594081569</c:v>
                </c:pt>
                <c:pt idx="518">
                  <c:v>2.4961678909333531</c:v>
                </c:pt>
                <c:pt idx="519">
                  <c:v>2.4958794464365766</c:v>
                </c:pt>
                <c:pt idx="520">
                  <c:v>2.5008138948204213</c:v>
                </c:pt>
                <c:pt idx="521">
                  <c:v>2.5190619784964809</c:v>
                </c:pt>
                <c:pt idx="522">
                  <c:v>2.524659238568312</c:v>
                </c:pt>
                <c:pt idx="523">
                  <c:v>2.5419401890399858</c:v>
                </c:pt>
                <c:pt idx="524">
                  <c:v>2.5661807340772342</c:v>
                </c:pt>
                <c:pt idx="525">
                  <c:v>2.5835136979525615</c:v>
                </c:pt>
                <c:pt idx="526">
                  <c:v>2.5934663980840087</c:v>
                </c:pt>
                <c:pt idx="527">
                  <c:v>2.5971695512672905</c:v>
                </c:pt>
                <c:pt idx="528">
                  <c:v>2.5972868328715242</c:v>
                </c:pt>
                <c:pt idx="529">
                  <c:v>2.5958959053741122</c:v>
                </c:pt>
                <c:pt idx="530">
                  <c:v>2.5944111166724584</c:v>
                </c:pt>
                <c:pt idx="531">
                  <c:v>2.5714602382314471</c:v>
                </c:pt>
                <c:pt idx="532">
                  <c:v>2.5660109720981867</c:v>
                </c:pt>
                <c:pt idx="533">
                  <c:v>2.5616390802852029</c:v>
                </c:pt>
                <c:pt idx="534">
                  <c:v>2.5510576932817006</c:v>
                </c:pt>
                <c:pt idx="535">
                  <c:v>2.5428234470388951</c:v>
                </c:pt>
                <c:pt idx="536">
                  <c:v>2.5440184621719952</c:v>
                </c:pt>
                <c:pt idx="537">
                  <c:v>2.5518563935788161</c:v>
                </c:pt>
                <c:pt idx="538">
                  <c:v>2.5588410609038879</c:v>
                </c:pt>
                <c:pt idx="539">
                  <c:v>2.5630458848022375</c:v>
                </c:pt>
                <c:pt idx="540">
                  <c:v>2.5786962078852187</c:v>
                </c:pt>
                <c:pt idx="541">
                  <c:v>2.5784866455945337</c:v>
                </c:pt>
                <c:pt idx="542">
                  <c:v>2.5804419975474664</c:v>
                </c:pt>
                <c:pt idx="543">
                  <c:v>2.5941752603130763</c:v>
                </c:pt>
                <c:pt idx="544">
                  <c:v>2.5800518610992103</c:v>
                </c:pt>
                <c:pt idx="545">
                  <c:v>2.5851533773976891</c:v>
                </c:pt>
                <c:pt idx="546">
                  <c:v>2.6188186937034819</c:v>
                </c:pt>
                <c:pt idx="547">
                  <c:v>2.6538015871128589</c:v>
                </c:pt>
                <c:pt idx="548">
                  <c:v>2.6679633857248639</c:v>
                </c:pt>
                <c:pt idx="549">
                  <c:v>2.678202411022415</c:v>
                </c:pt>
                <c:pt idx="550">
                  <c:v>2.6840230269947405</c:v>
                </c:pt>
                <c:pt idx="551">
                  <c:v>2.6896784788579535</c:v>
                </c:pt>
                <c:pt idx="552">
                  <c:v>2.682128776422755</c:v>
                </c:pt>
                <c:pt idx="553">
                  <c:v>2.7041555907691732</c:v>
                </c:pt>
                <c:pt idx="554">
                  <c:v>2.7176751244244652</c:v>
                </c:pt>
                <c:pt idx="555">
                  <c:v>2.7272054311763885</c:v>
                </c:pt>
                <c:pt idx="556">
                  <c:v>2.7299162347123516</c:v>
                </c:pt>
                <c:pt idx="557">
                  <c:v>2.7214486106494267</c:v>
                </c:pt>
                <c:pt idx="558">
                  <c:v>2.6884867684438705</c:v>
                </c:pt>
                <c:pt idx="559">
                  <c:v>2.672323603258711</c:v>
                </c:pt>
                <c:pt idx="560">
                  <c:v>2.6637648120559607</c:v>
                </c:pt>
                <c:pt idx="561">
                  <c:v>2.6714763738812546</c:v>
                </c:pt>
                <c:pt idx="562">
                  <c:v>2.6604508972994627</c:v>
                </c:pt>
                <c:pt idx="563">
                  <c:v>2.6842287098326674</c:v>
                </c:pt>
                <c:pt idx="564">
                  <c:v>2.6475951811162033</c:v>
                </c:pt>
                <c:pt idx="565">
                  <c:v>2.6386197079504869</c:v>
                </c:pt>
                <c:pt idx="566">
                  <c:v>2.6179526417959726</c:v>
                </c:pt>
                <c:pt idx="567">
                  <c:v>2.5984635642874534</c:v>
                </c:pt>
                <c:pt idx="568">
                  <c:v>2.607505634725527</c:v>
                </c:pt>
                <c:pt idx="569">
                  <c:v>2.6017789517991647</c:v>
                </c:pt>
                <c:pt idx="570">
                  <c:v>2.6188701323733938</c:v>
                </c:pt>
                <c:pt idx="571">
                  <c:v>2.6587415673089736</c:v>
                </c:pt>
                <c:pt idx="572">
                  <c:v>2.6935546268975816</c:v>
                </c:pt>
                <c:pt idx="573">
                  <c:v>2.6478586965369186</c:v>
                </c:pt>
                <c:pt idx="574">
                  <c:v>2.6376241254258699</c:v>
                </c:pt>
                <c:pt idx="575">
                  <c:v>2.6323921804888109</c:v>
                </c:pt>
                <c:pt idx="576">
                  <c:v>2.6078988962885048</c:v>
                </c:pt>
                <c:pt idx="577">
                  <c:v>2.5519196502112975</c:v>
                </c:pt>
                <c:pt idx="578">
                  <c:v>2.3635272458636938</c:v>
                </c:pt>
                <c:pt idx="579">
                  <c:v>2.3471958632964181</c:v>
                </c:pt>
                <c:pt idx="580">
                  <c:v>2.5265597752906004</c:v>
                </c:pt>
                <c:pt idx="581">
                  <c:v>2.5973230051764102</c:v>
                </c:pt>
                <c:pt idx="582">
                  <c:v>2.614781404690933</c:v>
                </c:pt>
                <c:pt idx="583">
                  <c:v>2.4131012999112245</c:v>
                </c:pt>
                <c:pt idx="584">
                  <c:v>2.3718691109996914</c:v>
                </c:pt>
                <c:pt idx="585">
                  <c:v>2.5183899710686206</c:v>
                </c:pt>
                <c:pt idx="586">
                  <c:v>2.8169901926715837</c:v>
                </c:pt>
                <c:pt idx="587">
                  <c:v>2.9466443775342599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4F-48C8-BF04-9E4E678005A5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S3_z/O-PTIR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Sheet2!$D$2:$D$589</c:f>
              <c:numCache>
                <c:formatCode>General</c:formatCode>
                <c:ptCount val="588"/>
                <c:pt idx="0">
                  <c:v>2.7672328021212729</c:v>
                </c:pt>
                <c:pt idx="1">
                  <c:v>2.9034115455415885</c:v>
                </c:pt>
                <c:pt idx="2">
                  <c:v>2.9349660979653258</c:v>
                </c:pt>
                <c:pt idx="3">
                  <c:v>3.0376872439700358</c:v>
                </c:pt>
                <c:pt idx="4">
                  <c:v>3.1658165748889124</c:v>
                </c:pt>
                <c:pt idx="5">
                  <c:v>3.2247607179644109</c:v>
                </c:pt>
                <c:pt idx="6">
                  <c:v>3.2906263654274168</c:v>
                </c:pt>
                <c:pt idx="7">
                  <c:v>3.2815809855211455</c:v>
                </c:pt>
                <c:pt idx="8">
                  <c:v>3.2787836121894309</c:v>
                </c:pt>
                <c:pt idx="9">
                  <c:v>3.362599915767424</c:v>
                </c:pt>
                <c:pt idx="10">
                  <c:v>3.4623642853875403</c:v>
                </c:pt>
                <c:pt idx="11">
                  <c:v>3.4923818417279344</c:v>
                </c:pt>
                <c:pt idx="12">
                  <c:v>3.4927578912831909</c:v>
                </c:pt>
                <c:pt idx="13">
                  <c:v>3.4471436165430247</c:v>
                </c:pt>
                <c:pt idx="14">
                  <c:v>3.4370595574792682</c:v>
                </c:pt>
                <c:pt idx="15">
                  <c:v>3.4568273342597853</c:v>
                </c:pt>
                <c:pt idx="16">
                  <c:v>3.4404358641489443</c:v>
                </c:pt>
                <c:pt idx="17">
                  <c:v>3.3998047192326326</c:v>
                </c:pt>
                <c:pt idx="18">
                  <c:v>3.397575836923207</c:v>
                </c:pt>
                <c:pt idx="19">
                  <c:v>3.4011641446844356</c:v>
                </c:pt>
                <c:pt idx="20">
                  <c:v>3.4035535736538152</c:v>
                </c:pt>
                <c:pt idx="21">
                  <c:v>3.3913458441318749</c:v>
                </c:pt>
                <c:pt idx="22">
                  <c:v>3.378595682055149</c:v>
                </c:pt>
                <c:pt idx="23">
                  <c:v>3.4238243482622686</c:v>
                </c:pt>
                <c:pt idx="24">
                  <c:v>3.4310220692505342</c:v>
                </c:pt>
                <c:pt idx="25">
                  <c:v>3.4228120115023213</c:v>
                </c:pt>
                <c:pt idx="26">
                  <c:v>3.4061924509313695</c:v>
                </c:pt>
                <c:pt idx="27">
                  <c:v>3.4280046185952089</c:v>
                </c:pt>
                <c:pt idx="28">
                  <c:v>3.440664774851371</c:v>
                </c:pt>
                <c:pt idx="29">
                  <c:v>3.3987172987527581</c:v>
                </c:pt>
                <c:pt idx="30">
                  <c:v>3.3417549084404499</c:v>
                </c:pt>
                <c:pt idx="31">
                  <c:v>3.3180301880720995</c:v>
                </c:pt>
                <c:pt idx="32">
                  <c:v>3.3178591044531256</c:v>
                </c:pt>
                <c:pt idx="33">
                  <c:v>3.3346364354792666</c:v>
                </c:pt>
                <c:pt idx="34">
                  <c:v>3.3172743978711554</c:v>
                </c:pt>
                <c:pt idx="35">
                  <c:v>3.3170838492710084</c:v>
                </c:pt>
                <c:pt idx="36">
                  <c:v>3.3309625701346612</c:v>
                </c:pt>
                <c:pt idx="37">
                  <c:v>3.3423032088825937</c:v>
                </c:pt>
                <c:pt idx="38">
                  <c:v>3.3597613725808775</c:v>
                </c:pt>
                <c:pt idx="39">
                  <c:v>3.4075187512126166</c:v>
                </c:pt>
                <c:pt idx="40">
                  <c:v>3.4327628758326627</c:v>
                </c:pt>
                <c:pt idx="41">
                  <c:v>3.4167047395809504</c:v>
                </c:pt>
                <c:pt idx="42">
                  <c:v>3.4229364675002651</c:v>
                </c:pt>
                <c:pt idx="43">
                  <c:v>3.4603773114665133</c:v>
                </c:pt>
                <c:pt idx="44">
                  <c:v>3.4880931416700447</c:v>
                </c:pt>
                <c:pt idx="45">
                  <c:v>3.5406827255390327</c:v>
                </c:pt>
                <c:pt idx="46">
                  <c:v>3.5374416326607867</c:v>
                </c:pt>
                <c:pt idx="47">
                  <c:v>3.5489575824304089</c:v>
                </c:pt>
                <c:pt idx="48">
                  <c:v>3.611566930984496</c:v>
                </c:pt>
                <c:pt idx="49">
                  <c:v>3.6572440173575895</c:v>
                </c:pt>
                <c:pt idx="50">
                  <c:v>3.6562765099951244</c:v>
                </c:pt>
                <c:pt idx="51">
                  <c:v>3.6421051203626718</c:v>
                </c:pt>
                <c:pt idx="52">
                  <c:v>3.6220561266580331</c:v>
                </c:pt>
                <c:pt idx="53">
                  <c:v>3.6105265482468099</c:v>
                </c:pt>
                <c:pt idx="54">
                  <c:v>3.6119962962904526</c:v>
                </c:pt>
                <c:pt idx="55">
                  <c:v>3.6297239411381477</c:v>
                </c:pt>
                <c:pt idx="56">
                  <c:v>3.6780149504936426</c:v>
                </c:pt>
                <c:pt idx="57">
                  <c:v>3.6828717314526656</c:v>
                </c:pt>
                <c:pt idx="58">
                  <c:v>3.6714366701947592</c:v>
                </c:pt>
                <c:pt idx="59">
                  <c:v>3.6779619502207557</c:v>
                </c:pt>
                <c:pt idx="60">
                  <c:v>3.6965858675403305</c:v>
                </c:pt>
                <c:pt idx="61">
                  <c:v>3.7043620801976154</c:v>
                </c:pt>
                <c:pt idx="62">
                  <c:v>3.6883537263450794</c:v>
                </c:pt>
                <c:pt idx="63">
                  <c:v>3.701408703086476</c:v>
                </c:pt>
                <c:pt idx="64">
                  <c:v>3.7086452593937462</c:v>
                </c:pt>
                <c:pt idx="65">
                  <c:v>3.7366961585843868</c:v>
                </c:pt>
                <c:pt idx="66">
                  <c:v>3.780820400057415</c:v>
                </c:pt>
                <c:pt idx="67">
                  <c:v>3.8027471808113762</c:v>
                </c:pt>
                <c:pt idx="68">
                  <c:v>3.796914816257833</c:v>
                </c:pt>
                <c:pt idx="69">
                  <c:v>3.8078153950018834</c:v>
                </c:pt>
                <c:pt idx="70">
                  <c:v>3.8280867374704024</c:v>
                </c:pt>
                <c:pt idx="71">
                  <c:v>3.8251476199564935</c:v>
                </c:pt>
                <c:pt idx="72">
                  <c:v>3.8182889429758076</c:v>
                </c:pt>
                <c:pt idx="73">
                  <c:v>3.8269719019684239</c:v>
                </c:pt>
                <c:pt idx="74">
                  <c:v>3.8521557387780598</c:v>
                </c:pt>
                <c:pt idx="75">
                  <c:v>3.8481032369601174</c:v>
                </c:pt>
                <c:pt idx="76">
                  <c:v>3.8409043487039378</c:v>
                </c:pt>
                <c:pt idx="77">
                  <c:v>3.8423741598431436</c:v>
                </c:pt>
                <c:pt idx="78">
                  <c:v>3.8242670582797924</c:v>
                </c:pt>
                <c:pt idx="79">
                  <c:v>3.8178403966187071</c:v>
                </c:pt>
                <c:pt idx="80">
                  <c:v>3.8224088939505538</c:v>
                </c:pt>
                <c:pt idx="81">
                  <c:v>3.8227910006798536</c:v>
                </c:pt>
                <c:pt idx="82">
                  <c:v>3.829238294590029</c:v>
                </c:pt>
                <c:pt idx="83">
                  <c:v>3.8072886732422742</c:v>
                </c:pt>
                <c:pt idx="84">
                  <c:v>3.779167107021117</c:v>
                </c:pt>
                <c:pt idx="85">
                  <c:v>3.7940999339073964</c:v>
                </c:pt>
                <c:pt idx="86">
                  <c:v>3.8087666237091038</c:v>
                </c:pt>
                <c:pt idx="87">
                  <c:v>3.802068524936153</c:v>
                </c:pt>
                <c:pt idx="88">
                  <c:v>3.7827035502295887</c:v>
                </c:pt>
                <c:pt idx="89">
                  <c:v>3.7729927014207525</c:v>
                </c:pt>
                <c:pt idx="90">
                  <c:v>3.7539437723890661</c:v>
                </c:pt>
                <c:pt idx="91">
                  <c:v>3.7727154595170966</c:v>
                </c:pt>
                <c:pt idx="92">
                  <c:v>3.7606129102986134</c:v>
                </c:pt>
                <c:pt idx="93">
                  <c:v>3.7321872234639781</c:v>
                </c:pt>
                <c:pt idx="94">
                  <c:v>3.7053728080207087</c:v>
                </c:pt>
                <c:pt idx="95">
                  <c:v>3.6807205513290295</c:v>
                </c:pt>
                <c:pt idx="96">
                  <c:v>3.6770721134962985</c:v>
                </c:pt>
                <c:pt idx="97">
                  <c:v>3.6737077318880225</c:v>
                </c:pt>
                <c:pt idx="98">
                  <c:v>3.6569712552389029</c:v>
                </c:pt>
                <c:pt idx="99">
                  <c:v>3.6195362160644455</c:v>
                </c:pt>
                <c:pt idx="100">
                  <c:v>3.6015124006442063</c:v>
                </c:pt>
                <c:pt idx="101">
                  <c:v>3.5838379453560876</c:v>
                </c:pt>
                <c:pt idx="102">
                  <c:v>3.580737177009869</c:v>
                </c:pt>
                <c:pt idx="103">
                  <c:v>3.5754486962090617</c:v>
                </c:pt>
                <c:pt idx="104">
                  <c:v>3.569527556198429</c:v>
                </c:pt>
                <c:pt idx="105">
                  <c:v>3.5513552769185384</c:v>
                </c:pt>
                <c:pt idx="106">
                  <c:v>3.5301802167017113</c:v>
                </c:pt>
                <c:pt idx="107">
                  <c:v>3.5072804077235284</c:v>
                </c:pt>
                <c:pt idx="108">
                  <c:v>3.4907812019389253</c:v>
                </c:pt>
                <c:pt idx="109">
                  <c:v>3.4849357135082868</c:v>
                </c:pt>
                <c:pt idx="110">
                  <c:v>3.4859484288416129</c:v>
                </c:pt>
                <c:pt idx="111">
                  <c:v>3.4749568347479878</c:v>
                </c:pt>
                <c:pt idx="112">
                  <c:v>3.4448046009284514</c:v>
                </c:pt>
                <c:pt idx="113">
                  <c:v>3.4159371505097327</c:v>
                </c:pt>
                <c:pt idx="114">
                  <c:v>3.3947389657690796</c:v>
                </c:pt>
                <c:pt idx="115">
                  <c:v>3.3753451248424571</c:v>
                </c:pt>
                <c:pt idx="116">
                  <c:v>3.36230122137236</c:v>
                </c:pt>
                <c:pt idx="117">
                  <c:v>3.3547784320437124</c:v>
                </c:pt>
                <c:pt idx="118">
                  <c:v>3.3425524994518576</c:v>
                </c:pt>
                <c:pt idx="119">
                  <c:v>3.3271646273654918</c:v>
                </c:pt>
                <c:pt idx="120">
                  <c:v>3.3206079257491403</c:v>
                </c:pt>
                <c:pt idx="121">
                  <c:v>3.3025339178085633</c:v>
                </c:pt>
                <c:pt idx="122">
                  <c:v>3.2914004533416201</c:v>
                </c:pt>
                <c:pt idx="123">
                  <c:v>3.273672177538296</c:v>
                </c:pt>
                <c:pt idx="124">
                  <c:v>3.2509746529349686</c:v>
                </c:pt>
                <c:pt idx="125">
                  <c:v>3.2447544241820054</c:v>
                </c:pt>
                <c:pt idx="126">
                  <c:v>3.2450078001889708</c:v>
                </c:pt>
                <c:pt idx="127">
                  <c:v>3.2328823472811332</c:v>
                </c:pt>
                <c:pt idx="128">
                  <c:v>3.2323588591691257</c:v>
                </c:pt>
                <c:pt idx="129">
                  <c:v>3.2554205398140885</c:v>
                </c:pt>
                <c:pt idx="130">
                  <c:v>3.2537847557965103</c:v>
                </c:pt>
                <c:pt idx="131">
                  <c:v>3.2309448402814689</c:v>
                </c:pt>
                <c:pt idx="132">
                  <c:v>3.231805258699695</c:v>
                </c:pt>
                <c:pt idx="133">
                  <c:v>3.2243999059876107</c:v>
                </c:pt>
                <c:pt idx="134">
                  <c:v>3.224518162846493</c:v>
                </c:pt>
                <c:pt idx="135">
                  <c:v>3.2386187908050834</c:v>
                </c:pt>
                <c:pt idx="136">
                  <c:v>3.2413479105115628</c:v>
                </c:pt>
                <c:pt idx="137">
                  <c:v>3.2204910412187537</c:v>
                </c:pt>
                <c:pt idx="138">
                  <c:v>3.2444451297323642</c:v>
                </c:pt>
                <c:pt idx="139">
                  <c:v>3.2340796960055775</c:v>
                </c:pt>
                <c:pt idx="140">
                  <c:v>3.2247907514523808</c:v>
                </c:pt>
                <c:pt idx="141">
                  <c:v>3.2164188378112777</c:v>
                </c:pt>
                <c:pt idx="142">
                  <c:v>3.2414532485539285</c:v>
                </c:pt>
                <c:pt idx="143">
                  <c:v>3.3080076156344482</c:v>
                </c:pt>
                <c:pt idx="144">
                  <c:v>3.3374666185037207</c:v>
                </c:pt>
                <c:pt idx="145">
                  <c:v>3.3194920807181529</c:v>
                </c:pt>
                <c:pt idx="146">
                  <c:v>3.3378487883285839</c:v>
                </c:pt>
                <c:pt idx="147">
                  <c:v>3.3772159713798513</c:v>
                </c:pt>
                <c:pt idx="148">
                  <c:v>3.4076945039032487</c:v>
                </c:pt>
                <c:pt idx="149">
                  <c:v>3.4197999239698471</c:v>
                </c:pt>
                <c:pt idx="150">
                  <c:v>3.4463688030298472</c:v>
                </c:pt>
                <c:pt idx="151">
                  <c:v>3.4617169249115478</c:v>
                </c:pt>
                <c:pt idx="152">
                  <c:v>3.4642200520853881</c:v>
                </c:pt>
                <c:pt idx="153">
                  <c:v>3.4653195553655678</c:v>
                </c:pt>
                <c:pt idx="154">
                  <c:v>3.4819909489414926</c:v>
                </c:pt>
                <c:pt idx="155">
                  <c:v>3.4978356013559226</c:v>
                </c:pt>
                <c:pt idx="156">
                  <c:v>3.5060649663464032</c:v>
                </c:pt>
                <c:pt idx="157">
                  <c:v>3.5217925764915385</c:v>
                </c:pt>
                <c:pt idx="158">
                  <c:v>3.5520570257698054</c:v>
                </c:pt>
                <c:pt idx="159">
                  <c:v>3.5522877662435572</c:v>
                </c:pt>
                <c:pt idx="160">
                  <c:v>3.5447123236676181</c:v>
                </c:pt>
                <c:pt idx="161">
                  <c:v>3.5450888148918143</c:v>
                </c:pt>
                <c:pt idx="162">
                  <c:v>3.523446405840124</c:v>
                </c:pt>
                <c:pt idx="163">
                  <c:v>3.5052091696781655</c:v>
                </c:pt>
                <c:pt idx="164">
                  <c:v>3.5063929686304625</c:v>
                </c:pt>
                <c:pt idx="165">
                  <c:v>3.5120898670103262</c:v>
                </c:pt>
                <c:pt idx="166">
                  <c:v>3.5204303432871837</c:v>
                </c:pt>
                <c:pt idx="167">
                  <c:v>3.5128485596071668</c:v>
                </c:pt>
                <c:pt idx="168">
                  <c:v>3.5222204905995498</c:v>
                </c:pt>
                <c:pt idx="169">
                  <c:v>3.5235757517441972</c:v>
                </c:pt>
                <c:pt idx="170">
                  <c:v>3.5194630883069715</c:v>
                </c:pt>
                <c:pt idx="171">
                  <c:v>3.5312576365348551</c:v>
                </c:pt>
                <c:pt idx="172">
                  <c:v>3.5298201303238859</c:v>
                </c:pt>
                <c:pt idx="173">
                  <c:v>3.5143958836454727</c:v>
                </c:pt>
                <c:pt idx="174">
                  <c:v>3.5213631165422372</c:v>
                </c:pt>
                <c:pt idx="175">
                  <c:v>3.540893654006017</c:v>
                </c:pt>
                <c:pt idx="176">
                  <c:v>3.5478323992561021</c:v>
                </c:pt>
                <c:pt idx="177">
                  <c:v>3.5312931593368022</c:v>
                </c:pt>
                <c:pt idx="178">
                  <c:v>3.5125362996660652</c:v>
                </c:pt>
                <c:pt idx="179">
                  <c:v>3.5121535935289172</c:v>
                </c:pt>
                <c:pt idx="180">
                  <c:v>3.5103180489590011</c:v>
                </c:pt>
                <c:pt idx="181">
                  <c:v>3.5027994239375095</c:v>
                </c:pt>
                <c:pt idx="182">
                  <c:v>3.5081426401391891</c:v>
                </c:pt>
                <c:pt idx="183">
                  <c:v>3.5303271031722878</c:v>
                </c:pt>
                <c:pt idx="184">
                  <c:v>3.5352015508889378</c:v>
                </c:pt>
                <c:pt idx="185">
                  <c:v>3.5533927588377168</c:v>
                </c:pt>
                <c:pt idx="186">
                  <c:v>3.584670996073879</c:v>
                </c:pt>
                <c:pt idx="187">
                  <c:v>3.5970367168854773</c:v>
                </c:pt>
                <c:pt idx="188">
                  <c:v>3.5961133133215246</c:v>
                </c:pt>
                <c:pt idx="189">
                  <c:v>3.5993169274353702</c:v>
                </c:pt>
                <c:pt idx="190">
                  <c:v>3.6019555207828899</c:v>
                </c:pt>
                <c:pt idx="191">
                  <c:v>3.6153154383800841</c:v>
                </c:pt>
                <c:pt idx="192">
                  <c:v>3.6321535619811378</c:v>
                </c:pt>
                <c:pt idx="193">
                  <c:v>3.6346317664076064</c:v>
                </c:pt>
                <c:pt idx="194">
                  <c:v>3.6339545617303317</c:v>
                </c:pt>
                <c:pt idx="195">
                  <c:v>3.6415932891559222</c:v>
                </c:pt>
                <c:pt idx="196">
                  <c:v>3.6651178388507772</c:v>
                </c:pt>
                <c:pt idx="197">
                  <c:v>3.6775816732627806</c:v>
                </c:pt>
                <c:pt idx="198">
                  <c:v>3.6816366358076773</c:v>
                </c:pt>
                <c:pt idx="199">
                  <c:v>3.6789533077060179</c:v>
                </c:pt>
                <c:pt idx="200">
                  <c:v>3.6982877441601101</c:v>
                </c:pt>
                <c:pt idx="201">
                  <c:v>3.7406530706244405</c:v>
                </c:pt>
                <c:pt idx="202">
                  <c:v>3.7693180158338309</c:v>
                </c:pt>
                <c:pt idx="203">
                  <c:v>3.8107352683690903</c:v>
                </c:pt>
                <c:pt idx="204">
                  <c:v>3.843821508961935</c:v>
                </c:pt>
                <c:pt idx="205">
                  <c:v>3.8765057677231485</c:v>
                </c:pt>
                <c:pt idx="206">
                  <c:v>3.9033914180570037</c:v>
                </c:pt>
                <c:pt idx="207">
                  <c:v>3.8962059060601693</c:v>
                </c:pt>
                <c:pt idx="208">
                  <c:v>3.8898078897846706</c:v>
                </c:pt>
                <c:pt idx="209">
                  <c:v>3.8780070004527092</c:v>
                </c:pt>
                <c:pt idx="210">
                  <c:v>3.8492276629876683</c:v>
                </c:pt>
                <c:pt idx="211">
                  <c:v>3.8275722562500092</c:v>
                </c:pt>
                <c:pt idx="212">
                  <c:v>3.7948666080929527</c:v>
                </c:pt>
                <c:pt idx="213">
                  <c:v>3.7734573371464082</c:v>
                </c:pt>
                <c:pt idx="214">
                  <c:v>3.7879942393751</c:v>
                </c:pt>
                <c:pt idx="215">
                  <c:v>3.7948946225229081</c:v>
                </c:pt>
                <c:pt idx="216">
                  <c:v>3.7979470596678953</c:v>
                </c:pt>
                <c:pt idx="217">
                  <c:v>3.8163369555444424</c:v>
                </c:pt>
                <c:pt idx="218">
                  <c:v>3.8203539976559986</c:v>
                </c:pt>
                <c:pt idx="219">
                  <c:v>3.8435150538126264</c:v>
                </c:pt>
                <c:pt idx="220">
                  <c:v>3.8673372252779736</c:v>
                </c:pt>
                <c:pt idx="221">
                  <c:v>3.8758596691584151</c:v>
                </c:pt>
                <c:pt idx="222">
                  <c:v>3.8891506864008534</c:v>
                </c:pt>
                <c:pt idx="223">
                  <c:v>3.9090785997201691</c:v>
                </c:pt>
                <c:pt idx="224">
                  <c:v>3.912206120585084</c:v>
                </c:pt>
                <c:pt idx="225">
                  <c:v>3.9195300011514922</c:v>
                </c:pt>
                <c:pt idx="226">
                  <c:v>3.9500704619699376</c:v>
                </c:pt>
                <c:pt idx="227">
                  <c:v>3.9665657242818537</c:v>
                </c:pt>
                <c:pt idx="228">
                  <c:v>3.9615327805110407</c:v>
                </c:pt>
                <c:pt idx="229">
                  <c:v>3.9484522500666435</c:v>
                </c:pt>
                <c:pt idx="230">
                  <c:v>3.9768962977101041</c:v>
                </c:pt>
                <c:pt idx="231">
                  <c:v>3.9637009964366774</c:v>
                </c:pt>
                <c:pt idx="232">
                  <c:v>4.0200050160972545</c:v>
                </c:pt>
                <c:pt idx="233">
                  <c:v>4.0268334072077216</c:v>
                </c:pt>
                <c:pt idx="234">
                  <c:v>4.0246090993266117</c:v>
                </c:pt>
                <c:pt idx="235">
                  <c:v>4.0099591298490918</c:v>
                </c:pt>
                <c:pt idx="236">
                  <c:v>3.978761781124645</c:v>
                </c:pt>
                <c:pt idx="237">
                  <c:v>3.9509679963530759</c:v>
                </c:pt>
                <c:pt idx="238">
                  <c:v>3.9120420721213831</c:v>
                </c:pt>
                <c:pt idx="239">
                  <c:v>3.9030553079931023</c:v>
                </c:pt>
                <c:pt idx="240">
                  <c:v>3.878943969562699</c:v>
                </c:pt>
                <c:pt idx="241">
                  <c:v>3.8693000651461666</c:v>
                </c:pt>
                <c:pt idx="242">
                  <c:v>3.8282164619478549</c:v>
                </c:pt>
                <c:pt idx="243">
                  <c:v>3.8226130080967384</c:v>
                </c:pt>
                <c:pt idx="244">
                  <c:v>3.8288211067277222</c:v>
                </c:pt>
                <c:pt idx="245">
                  <c:v>3.8144517863142573</c:v>
                </c:pt>
                <c:pt idx="246">
                  <c:v>3.7926517014507231</c:v>
                </c:pt>
                <c:pt idx="247">
                  <c:v>3.78257578171459</c:v>
                </c:pt>
                <c:pt idx="248">
                  <c:v>3.8004987704252171</c:v>
                </c:pt>
                <c:pt idx="249">
                  <c:v>3.8272032733978048</c:v>
                </c:pt>
                <c:pt idx="250">
                  <c:v>3.8147441080574596</c:v>
                </c:pt>
                <c:pt idx="251">
                  <c:v>3.8612731738172332</c:v>
                </c:pt>
                <c:pt idx="252">
                  <c:v>3.8729514053747942</c:v>
                </c:pt>
                <c:pt idx="253">
                  <c:v>3.8903754974690772</c:v>
                </c:pt>
                <c:pt idx="254">
                  <c:v>3.9136611042669935</c:v>
                </c:pt>
                <c:pt idx="255">
                  <c:v>3.9032382851256942</c:v>
                </c:pt>
                <c:pt idx="256">
                  <c:v>3.9169993643122027</c:v>
                </c:pt>
                <c:pt idx="257">
                  <c:v>3.9450972066016865</c:v>
                </c:pt>
                <c:pt idx="258">
                  <c:v>3.972760762131303</c:v>
                </c:pt>
                <c:pt idx="259">
                  <c:v>4</c:v>
                </c:pt>
                <c:pt idx="260">
                  <c:v>4.0088782397599845</c:v>
                </c:pt>
                <c:pt idx="261">
                  <c:v>4.0178223512877009</c:v>
                </c:pt>
                <c:pt idx="262">
                  <c:v>3.9933111762748053</c:v>
                </c:pt>
                <c:pt idx="263">
                  <c:v>4.0036712784265216</c:v>
                </c:pt>
                <c:pt idx="264">
                  <c:v>3.9834783006472008</c:v>
                </c:pt>
                <c:pt idx="265">
                  <c:v>4.007749586329715</c:v>
                </c:pt>
                <c:pt idx="266">
                  <c:v>4.0079863839775127</c:v>
                </c:pt>
                <c:pt idx="267">
                  <c:v>3.9806788767096926</c:v>
                </c:pt>
                <c:pt idx="268">
                  <c:v>3.9445068214190497</c:v>
                </c:pt>
                <c:pt idx="269">
                  <c:v>3.9451047780692443</c:v>
                </c:pt>
                <c:pt idx="270">
                  <c:v>3.9184474074821867</c:v>
                </c:pt>
                <c:pt idx="271">
                  <c:v>3.8728722204432775</c:v>
                </c:pt>
                <c:pt idx="272">
                  <c:v>3.8742254309821291</c:v>
                </c:pt>
                <c:pt idx="273">
                  <c:v>3.901738251211829</c:v>
                </c:pt>
                <c:pt idx="274">
                  <c:v>3.9115227956382026</c:v>
                </c:pt>
                <c:pt idx="275">
                  <c:v>3.9099313362536048</c:v>
                </c:pt>
                <c:pt idx="276">
                  <c:v>3.9495022233298989</c:v>
                </c:pt>
                <c:pt idx="277">
                  <c:v>3.9746350158290995</c:v>
                </c:pt>
                <c:pt idx="278">
                  <c:v>4.0469648668131528</c:v>
                </c:pt>
                <c:pt idx="279">
                  <c:v>4.1057607195418004</c:v>
                </c:pt>
                <c:pt idx="280">
                  <c:v>4.1333363829522094</c:v>
                </c:pt>
                <c:pt idx="281">
                  <c:v>4.2185610741388633</c:v>
                </c:pt>
                <c:pt idx="282">
                  <c:v>4.3148708985912325</c:v>
                </c:pt>
                <c:pt idx="283">
                  <c:v>4.3875341465299798</c:v>
                </c:pt>
                <c:pt idx="284">
                  <c:v>4.4205950858020771</c:v>
                </c:pt>
                <c:pt idx="285">
                  <c:v>4.4010349565192675</c:v>
                </c:pt>
                <c:pt idx="286">
                  <c:v>4.5308703559693919</c:v>
                </c:pt>
                <c:pt idx="287">
                  <c:v>4.7994170600937913</c:v>
                </c:pt>
                <c:pt idx="288">
                  <c:v>4.8384974422636153</c:v>
                </c:pt>
                <c:pt idx="289">
                  <c:v>4.8698100034860285</c:v>
                </c:pt>
                <c:pt idx="290">
                  <c:v>4.9106159231117452</c:v>
                </c:pt>
                <c:pt idx="291">
                  <c:v>5.0997750327702569</c:v>
                </c:pt>
                <c:pt idx="292">
                  <c:v>5.0897001856586908</c:v>
                </c:pt>
                <c:pt idx="293">
                  <c:v>5.0988019729982517</c:v>
                </c:pt>
                <c:pt idx="294">
                  <c:v>5.2712358370178487</c:v>
                </c:pt>
                <c:pt idx="295">
                  <c:v>5.4475382161937898</c:v>
                </c:pt>
                <c:pt idx="296">
                  <c:v>5.5818224837883808</c:v>
                </c:pt>
                <c:pt idx="297">
                  <c:v>5.6414692432791362</c:v>
                </c:pt>
                <c:pt idx="298">
                  <c:v>5.6056708399123583</c:v>
                </c:pt>
                <c:pt idx="299">
                  <c:v>5.6738425671060622</c:v>
                </c:pt>
                <c:pt idx="300">
                  <c:v>5.6600476056022559</c:v>
                </c:pt>
                <c:pt idx="301">
                  <c:v>5.5474677069021796</c:v>
                </c:pt>
                <c:pt idx="302">
                  <c:v>5.4518297240042317</c:v>
                </c:pt>
                <c:pt idx="303">
                  <c:v>5.665528086201169</c:v>
                </c:pt>
                <c:pt idx="304">
                  <c:v>5.7635609242868906</c:v>
                </c:pt>
                <c:pt idx="305">
                  <c:v>5.8057890179017884</c:v>
                </c:pt>
                <c:pt idx="306">
                  <c:v>5.7282897474442311</c:v>
                </c:pt>
                <c:pt idx="307">
                  <c:v>5.6724915649119207</c:v>
                </c:pt>
                <c:pt idx="308">
                  <c:v>5.6181867281638063</c:v>
                </c:pt>
                <c:pt idx="309">
                  <c:v>5.6078322415171939</c:v>
                </c:pt>
                <c:pt idx="310">
                  <c:v>5.5477493654952426</c:v>
                </c:pt>
                <c:pt idx="311">
                  <c:v>5.4315227956382</c:v>
                </c:pt>
                <c:pt idx="312">
                  <c:v>5.581042875012419</c:v>
                </c:pt>
                <c:pt idx="313">
                  <c:v>5.6184269960675675</c:v>
                </c:pt>
                <c:pt idx="314">
                  <c:v>5.4938263830941718</c:v>
                </c:pt>
                <c:pt idx="315">
                  <c:v>5.4466462973157554</c:v>
                </c:pt>
                <c:pt idx="316">
                  <c:v>5.3827726398710301</c:v>
                </c:pt>
                <c:pt idx="317">
                  <c:v>5.4571840134772103</c:v>
                </c:pt>
                <c:pt idx="318">
                  <c:v>5.5212562957541387</c:v>
                </c:pt>
                <c:pt idx="319">
                  <c:v>5.4704542722794365</c:v>
                </c:pt>
                <c:pt idx="320">
                  <c:v>5.4640228153555661</c:v>
                </c:pt>
                <c:pt idx="321">
                  <c:v>5.4837328596959711</c:v>
                </c:pt>
                <c:pt idx="322">
                  <c:v>5.4195730007776497</c:v>
                </c:pt>
                <c:pt idx="323">
                  <c:v>5.4801921890847822</c:v>
                </c:pt>
                <c:pt idx="324">
                  <c:v>5.4997303611116788</c:v>
                </c:pt>
                <c:pt idx="325">
                  <c:v>5.4618472803446245</c:v>
                </c:pt>
                <c:pt idx="326">
                  <c:v>5.4716856452862057</c:v>
                </c:pt>
                <c:pt idx="327">
                  <c:v>5.4757002897663707</c:v>
                </c:pt>
                <c:pt idx="328">
                  <c:v>5.4863533446169228</c:v>
                </c:pt>
                <c:pt idx="329">
                  <c:v>5.5062766519601398</c:v>
                </c:pt>
                <c:pt idx="330">
                  <c:v>5.4967005121782311</c:v>
                </c:pt>
                <c:pt idx="331">
                  <c:v>5.4590897518609225</c:v>
                </c:pt>
                <c:pt idx="332">
                  <c:v>5.4642532403515034</c:v>
                </c:pt>
                <c:pt idx="333">
                  <c:v>5.4448854263446034</c:v>
                </c:pt>
                <c:pt idx="334">
                  <c:v>5.4760662440315526</c:v>
                </c:pt>
                <c:pt idx="335">
                  <c:v>5.440850086519788</c:v>
                </c:pt>
                <c:pt idx="336">
                  <c:v>5.3805645475496036</c:v>
                </c:pt>
                <c:pt idx="337">
                  <c:v>5.3202769895214033</c:v>
                </c:pt>
                <c:pt idx="338">
                  <c:v>5.3103939529212445</c:v>
                </c:pt>
                <c:pt idx="339">
                  <c:v>5.3122598149091642</c:v>
                </c:pt>
                <c:pt idx="340">
                  <c:v>5.2703345799964953</c:v>
                </c:pt>
                <c:pt idx="341">
                  <c:v>5.3239506655793178</c:v>
                </c:pt>
                <c:pt idx="342">
                  <c:v>5.2949320066439594</c:v>
                </c:pt>
                <c:pt idx="343">
                  <c:v>5.2682228976952743</c:v>
                </c:pt>
                <c:pt idx="344">
                  <c:v>5.4079200074452736</c:v>
                </c:pt>
                <c:pt idx="345">
                  <c:v>5.4627036133251492</c:v>
                </c:pt>
                <c:pt idx="346">
                  <c:v>5.507527458400304</c:v>
                </c:pt>
                <c:pt idx="347">
                  <c:v>5.540214493366288</c:v>
                </c:pt>
                <c:pt idx="348">
                  <c:v>5.5912853039392125</c:v>
                </c:pt>
                <c:pt idx="349">
                  <c:v>5.6245636705212787</c:v>
                </c:pt>
                <c:pt idx="350">
                  <c:v>5.80122291820134</c:v>
                </c:pt>
                <c:pt idx="351">
                  <c:v>5.9177384657367336</c:v>
                </c:pt>
                <c:pt idx="352">
                  <c:v>5.8237894248681625</c:v>
                </c:pt>
                <c:pt idx="353">
                  <c:v>5.7818626756619764</c:v>
                </c:pt>
                <c:pt idx="354">
                  <c:v>5.72402373024123</c:v>
                </c:pt>
                <c:pt idx="355">
                  <c:v>5.7652238709443253</c:v>
                </c:pt>
                <c:pt idx="356">
                  <c:v>5.9420355575045116</c:v>
                </c:pt>
                <c:pt idx="357">
                  <c:v>5.8791118668557445</c:v>
                </c:pt>
                <c:pt idx="358">
                  <c:v>5.8075920367089964</c:v>
                </c:pt>
                <c:pt idx="359">
                  <c:v>6.0585899719067084</c:v>
                </c:pt>
                <c:pt idx="360">
                  <c:v>5.9828821106727625</c:v>
                </c:pt>
                <c:pt idx="361">
                  <c:v>5.8317033751394076</c:v>
                </c:pt>
                <c:pt idx="362">
                  <c:v>5.7550384804064532</c:v>
                </c:pt>
                <c:pt idx="363">
                  <c:v>5.7426427261068831</c:v>
                </c:pt>
                <c:pt idx="364">
                  <c:v>5.7613828654534291</c:v>
                </c:pt>
                <c:pt idx="365">
                  <c:v>5.6699258469396181</c:v>
                </c:pt>
                <c:pt idx="366">
                  <c:v>5.581785635979613</c:v>
                </c:pt>
                <c:pt idx="367">
                  <c:v>5.5806118061262611</c:v>
                </c:pt>
                <c:pt idx="368">
                  <c:v>5.5268503483663753</c:v>
                </c:pt>
                <c:pt idx="369">
                  <c:v>5.4031196970151054</c:v>
                </c:pt>
                <c:pt idx="370">
                  <c:v>5.4245489692551079</c:v>
                </c:pt>
                <c:pt idx="371">
                  <c:v>5.3120384756742922</c:v>
                </c:pt>
                <c:pt idx="372">
                  <c:v>5.2359073694040124</c:v>
                </c:pt>
                <c:pt idx="373">
                  <c:v>5.1179711621729442</c:v>
                </c:pt>
                <c:pt idx="374">
                  <c:v>5.0981014860582459</c:v>
                </c:pt>
                <c:pt idx="375">
                  <c:v>5.0758380904758802</c:v>
                </c:pt>
                <c:pt idx="376">
                  <c:v>4.9535707514208305</c:v>
                </c:pt>
                <c:pt idx="377">
                  <c:v>4.8005830660973317</c:v>
                </c:pt>
                <c:pt idx="378">
                  <c:v>4.6689505788229191</c:v>
                </c:pt>
                <c:pt idx="379">
                  <c:v>4.5439418637482856</c:v>
                </c:pt>
                <c:pt idx="380">
                  <c:v>4.4433539077448208</c:v>
                </c:pt>
                <c:pt idx="381">
                  <c:v>4.2581031896384438</c:v>
                </c:pt>
                <c:pt idx="382">
                  <c:v>4.1518182090639923</c:v>
                </c:pt>
                <c:pt idx="383">
                  <c:v>3.939787399500597</c:v>
                </c:pt>
                <c:pt idx="384">
                  <c:v>3.8286734631103903</c:v>
                </c:pt>
                <c:pt idx="385">
                  <c:v>3.7177254680507716</c:v>
                </c:pt>
                <c:pt idx="386">
                  <c:v>3.6134755717641043</c:v>
                </c:pt>
                <c:pt idx="387">
                  <c:v>3.5232486958935834</c:v>
                </c:pt>
                <c:pt idx="388">
                  <c:v>3.4640155909136086</c:v>
                </c:pt>
                <c:pt idx="389">
                  <c:v>3.4165515435540774</c:v>
                </c:pt>
                <c:pt idx="390">
                  <c:v>3.3688223686389804</c:v>
                </c:pt>
                <c:pt idx="391">
                  <c:v>3.3298650859124961</c:v>
                </c:pt>
                <c:pt idx="392">
                  <c:v>3.3144738066657307</c:v>
                </c:pt>
                <c:pt idx="393">
                  <c:v>3.3134694199467152</c:v>
                </c:pt>
                <c:pt idx="394">
                  <c:v>3.3120212505856048</c:v>
                </c:pt>
                <c:pt idx="395">
                  <c:v>3.2993921688942023</c:v>
                </c:pt>
                <c:pt idx="396">
                  <c:v>3.2854542012969294</c:v>
                </c:pt>
                <c:pt idx="397">
                  <c:v>3.2873457431789741</c:v>
                </c:pt>
                <c:pt idx="398">
                  <c:v>3.2816929170498415</c:v>
                </c:pt>
                <c:pt idx="399">
                  <c:v>3.2803152254325583</c:v>
                </c:pt>
                <c:pt idx="400">
                  <c:v>3.261052276251303</c:v>
                </c:pt>
                <c:pt idx="401">
                  <c:v>3.2294614162745536</c:v>
                </c:pt>
                <c:pt idx="402">
                  <c:v>3.2031192080244937</c:v>
                </c:pt>
                <c:pt idx="403">
                  <c:v>3.1882088589325175</c:v>
                </c:pt>
                <c:pt idx="404">
                  <c:v>3.1839921351380767</c:v>
                </c:pt>
                <c:pt idx="405">
                  <c:v>3.1678963939308376</c:v>
                </c:pt>
                <c:pt idx="406">
                  <c:v>3.1761921670013358</c:v>
                </c:pt>
                <c:pt idx="407">
                  <c:v>3.170870671447207</c:v>
                </c:pt>
                <c:pt idx="408">
                  <c:v>3.1655410996610187</c:v>
                </c:pt>
                <c:pt idx="409">
                  <c:v>3.1510896445984677</c:v>
                </c:pt>
                <c:pt idx="410">
                  <c:v>3.1295236600474161</c:v>
                </c:pt>
                <c:pt idx="411">
                  <c:v>3.1397480751909823</c:v>
                </c:pt>
                <c:pt idx="412">
                  <c:v>3.1348853317012613</c:v>
                </c:pt>
                <c:pt idx="413">
                  <c:v>3.1048882025493763</c:v>
                </c:pt>
                <c:pt idx="414">
                  <c:v>3.1074446770217001</c:v>
                </c:pt>
                <c:pt idx="415">
                  <c:v>3.1125288859374187</c:v>
                </c:pt>
                <c:pt idx="416">
                  <c:v>3.0958924788511557</c:v>
                </c:pt>
                <c:pt idx="417">
                  <c:v>3.0899728531340354</c:v>
                </c:pt>
                <c:pt idx="418">
                  <c:v>3.0835409308803881</c:v>
                </c:pt>
                <c:pt idx="419">
                  <c:v>3.069451060715283</c:v>
                </c:pt>
                <c:pt idx="420">
                  <c:v>3.0556417094796351</c:v>
                </c:pt>
                <c:pt idx="421">
                  <c:v>3.0683093228426443</c:v>
                </c:pt>
                <c:pt idx="422">
                  <c:v>3.0625080486277501</c:v>
                </c:pt>
                <c:pt idx="423">
                  <c:v>3.0644165158945609</c:v>
                </c:pt>
                <c:pt idx="424">
                  <c:v>3.0518590358367024</c:v>
                </c:pt>
                <c:pt idx="425">
                  <c:v>3.0683770638164298</c:v>
                </c:pt>
                <c:pt idx="426">
                  <c:v>3.0558148476478761</c:v>
                </c:pt>
                <c:pt idx="427">
                  <c:v>3.0227450710534907</c:v>
                </c:pt>
                <c:pt idx="428">
                  <c:v>3.0121268666427956</c:v>
                </c:pt>
                <c:pt idx="429">
                  <c:v>3.0221830907046039</c:v>
                </c:pt>
                <c:pt idx="430">
                  <c:v>3.0689576218651364</c:v>
                </c:pt>
                <c:pt idx="431">
                  <c:v>3.0855792882505022</c:v>
                </c:pt>
                <c:pt idx="432">
                  <c:v>3.066584550420453</c:v>
                </c:pt>
                <c:pt idx="433">
                  <c:v>3.1099810240094392</c:v>
                </c:pt>
                <c:pt idx="434">
                  <c:v>3.1948222519121896</c:v>
                </c:pt>
                <c:pt idx="435">
                  <c:v>3.4347403538714656</c:v>
                </c:pt>
                <c:pt idx="436">
                  <c:v>3.5551336916109717</c:v>
                </c:pt>
                <c:pt idx="437">
                  <c:v>3.44916336860901</c:v>
                </c:pt>
                <c:pt idx="438">
                  <c:v>3.4218619185152357</c:v>
                </c:pt>
                <c:pt idx="439">
                  <c:v>3.5574947906725831</c:v>
                </c:pt>
                <c:pt idx="440">
                  <c:v>3.5513984342836031</c:v>
                </c:pt>
                <c:pt idx="441">
                  <c:v>3.5155985481710958</c:v>
                </c:pt>
                <c:pt idx="442">
                  <c:v>3.5515059491228911</c:v>
                </c:pt>
                <c:pt idx="443">
                  <c:v>3.7240354029203768</c:v>
                </c:pt>
                <c:pt idx="444">
                  <c:v>3.7710280948767974</c:v>
                </c:pt>
                <c:pt idx="445">
                  <c:v>3.7808316310676227</c:v>
                </c:pt>
                <c:pt idx="446">
                  <c:v>3.759027571183625</c:v>
                </c:pt>
                <c:pt idx="447">
                  <c:v>3.7002852234923704</c:v>
                </c:pt>
                <c:pt idx="448">
                  <c:v>3.6867687658034649</c:v>
                </c:pt>
                <c:pt idx="449">
                  <c:v>3.673858214805688</c:v>
                </c:pt>
                <c:pt idx="450">
                  <c:v>3.6651310258234355</c:v>
                </c:pt>
                <c:pt idx="451">
                  <c:v>3.6666703051774627</c:v>
                </c:pt>
                <c:pt idx="452">
                  <c:v>3.7034181705756994</c:v>
                </c:pt>
                <c:pt idx="453">
                  <c:v>3.7038988956699077</c:v>
                </c:pt>
                <c:pt idx="454">
                  <c:v>3.6914973365785473</c:v>
                </c:pt>
                <c:pt idx="455">
                  <c:v>3.6891624221755657</c:v>
                </c:pt>
                <c:pt idx="456">
                  <c:v>3.7127198446587237</c:v>
                </c:pt>
                <c:pt idx="457">
                  <c:v>3.7764527359024798</c:v>
                </c:pt>
                <c:pt idx="458">
                  <c:v>3.8134182178973703</c:v>
                </c:pt>
                <c:pt idx="459">
                  <c:v>3.7962728189046913</c:v>
                </c:pt>
                <c:pt idx="460">
                  <c:v>3.8042279074829759</c:v>
                </c:pt>
                <c:pt idx="461">
                  <c:v>3.8154852285400152</c:v>
                </c:pt>
                <c:pt idx="462">
                  <c:v>3.7974354177478356</c:v>
                </c:pt>
                <c:pt idx="463">
                  <c:v>3.8019536279159998</c:v>
                </c:pt>
                <c:pt idx="464">
                  <c:v>3.8247440607357879</c:v>
                </c:pt>
                <c:pt idx="465">
                  <c:v>3.8480691022605562</c:v>
                </c:pt>
                <c:pt idx="466">
                  <c:v>3.8376845821259735</c:v>
                </c:pt>
                <c:pt idx="467">
                  <c:v>3.8342082689890038</c:v>
                </c:pt>
                <c:pt idx="468">
                  <c:v>3.8694906137463141</c:v>
                </c:pt>
                <c:pt idx="469">
                  <c:v>3.8911784516033361</c:v>
                </c:pt>
                <c:pt idx="470">
                  <c:v>3.8892347296907213</c:v>
                </c:pt>
                <c:pt idx="471">
                  <c:v>3.9140023881670563</c:v>
                </c:pt>
                <c:pt idx="472">
                  <c:v>3.9709181193105532</c:v>
                </c:pt>
                <c:pt idx="473">
                  <c:v>4.0037346894672998</c:v>
                </c:pt>
                <c:pt idx="474">
                  <c:v>4.0145743809930927</c:v>
                </c:pt>
                <c:pt idx="475">
                  <c:v>4.0203062343148366</c:v>
                </c:pt>
                <c:pt idx="476">
                  <c:v>4.0198533343638934</c:v>
                </c:pt>
                <c:pt idx="477">
                  <c:v>4.0572033207194771</c:v>
                </c:pt>
                <c:pt idx="478">
                  <c:v>4.0622810623399932</c:v>
                </c:pt>
                <c:pt idx="479">
                  <c:v>4.0780476339952569</c:v>
                </c:pt>
                <c:pt idx="480">
                  <c:v>4.0922577643033691</c:v>
                </c:pt>
                <c:pt idx="481">
                  <c:v>4.0914738650291245</c:v>
                </c:pt>
                <c:pt idx="482">
                  <c:v>4.1105501775351394</c:v>
                </c:pt>
                <c:pt idx="483">
                  <c:v>4.1223823622663298</c:v>
                </c:pt>
                <c:pt idx="484">
                  <c:v>4.1304719705848489</c:v>
                </c:pt>
                <c:pt idx="485">
                  <c:v>4.154410300981608</c:v>
                </c:pt>
                <c:pt idx="486">
                  <c:v>4.1795021444604448</c:v>
                </c:pt>
                <c:pt idx="487">
                  <c:v>4.1943273303163124</c:v>
                </c:pt>
                <c:pt idx="488">
                  <c:v>4.2117189912912334</c:v>
                </c:pt>
                <c:pt idx="489">
                  <c:v>4.2192960112562465</c:v>
                </c:pt>
                <c:pt idx="490">
                  <c:v>4.1934858878886478</c:v>
                </c:pt>
                <c:pt idx="491">
                  <c:v>4.1512084535435241</c:v>
                </c:pt>
                <c:pt idx="492">
                  <c:v>4.1582390659332846</c:v>
                </c:pt>
                <c:pt idx="493">
                  <c:v>4.1783148121566223</c:v>
                </c:pt>
                <c:pt idx="494">
                  <c:v>4.1795005039758077</c:v>
                </c:pt>
                <c:pt idx="495">
                  <c:v>4.1531847327666291</c:v>
                </c:pt>
                <c:pt idx="496">
                  <c:v>4.1645241411510838</c:v>
                </c:pt>
                <c:pt idx="497">
                  <c:v>4.1983799583253791</c:v>
                </c:pt>
                <c:pt idx="498">
                  <c:v>4.2239282351066851</c:v>
                </c:pt>
                <c:pt idx="499">
                  <c:v>4.2305855741459624</c:v>
                </c:pt>
                <c:pt idx="500">
                  <c:v>4.2133872379759563</c:v>
                </c:pt>
                <c:pt idx="501">
                  <c:v>4.2075714675554714</c:v>
                </c:pt>
                <c:pt idx="502">
                  <c:v>4.204048842275288</c:v>
                </c:pt>
                <c:pt idx="503">
                  <c:v>4.1904860724431705</c:v>
                </c:pt>
                <c:pt idx="504">
                  <c:v>4.1726031494150249</c:v>
                </c:pt>
                <c:pt idx="505">
                  <c:v>4.1930988597054366</c:v>
                </c:pt>
                <c:pt idx="506">
                  <c:v>4.2073565640680215</c:v>
                </c:pt>
                <c:pt idx="507">
                  <c:v>4.2143625691882267</c:v>
                </c:pt>
                <c:pt idx="508">
                  <c:v>4.211176874214261</c:v>
                </c:pt>
                <c:pt idx="509">
                  <c:v>4.2124281854189309</c:v>
                </c:pt>
                <c:pt idx="510">
                  <c:v>4.224714658203446</c:v>
                </c:pt>
                <c:pt idx="511">
                  <c:v>4.2495865505497985</c:v>
                </c:pt>
                <c:pt idx="512">
                  <c:v>4.2938479617767058</c:v>
                </c:pt>
                <c:pt idx="513">
                  <c:v>4.343361700046847</c:v>
                </c:pt>
                <c:pt idx="514">
                  <c:v>4.4421160989906285</c:v>
                </c:pt>
                <c:pt idx="515">
                  <c:v>4.4942793461406803</c:v>
                </c:pt>
                <c:pt idx="516">
                  <c:v>4.5033075640538245</c:v>
                </c:pt>
                <c:pt idx="517">
                  <c:v>4.5184568087210675</c:v>
                </c:pt>
                <c:pt idx="518">
                  <c:v>4.5363028839404418</c:v>
                </c:pt>
                <c:pt idx="519">
                  <c:v>4.5818899329451881</c:v>
                </c:pt>
                <c:pt idx="520">
                  <c:v>4.6031639901003061</c:v>
                </c:pt>
                <c:pt idx="521">
                  <c:v>4.6488888398145587</c:v>
                </c:pt>
                <c:pt idx="522">
                  <c:v>4.6853786443602816</c:v>
                </c:pt>
                <c:pt idx="523">
                  <c:v>4.72993231423483</c:v>
                </c:pt>
                <c:pt idx="524">
                  <c:v>4.7787275202339563</c:v>
                </c:pt>
                <c:pt idx="525">
                  <c:v>4.805137808596454</c:v>
                </c:pt>
                <c:pt idx="526">
                  <c:v>4.8092722084551207</c:v>
                </c:pt>
                <c:pt idx="527">
                  <c:v>4.7886313783698933</c:v>
                </c:pt>
                <c:pt idx="528">
                  <c:v>4.7838330869977375</c:v>
                </c:pt>
                <c:pt idx="529">
                  <c:v>4.7856144009312898</c:v>
                </c:pt>
                <c:pt idx="530">
                  <c:v>4.7455435446140832</c:v>
                </c:pt>
                <c:pt idx="531">
                  <c:v>4.7222460127547663</c:v>
                </c:pt>
                <c:pt idx="532">
                  <c:v>4.7037935891753238</c:v>
                </c:pt>
                <c:pt idx="533">
                  <c:v>4.7252834331557709</c:v>
                </c:pt>
                <c:pt idx="534">
                  <c:v>4.7027583171782386</c:v>
                </c:pt>
                <c:pt idx="535">
                  <c:v>4.6411561000001553</c:v>
                </c:pt>
                <c:pt idx="536">
                  <c:v>4.6267275328530708</c:v>
                </c:pt>
                <c:pt idx="537">
                  <c:v>4.6730404332141333</c:v>
                </c:pt>
                <c:pt idx="538">
                  <c:v>4.7426507392433876</c:v>
                </c:pt>
                <c:pt idx="539">
                  <c:v>4.7539172091570565</c:v>
                </c:pt>
                <c:pt idx="540">
                  <c:v>4.7234617380619239</c:v>
                </c:pt>
                <c:pt idx="541">
                  <c:v>4.7270719399834986</c:v>
                </c:pt>
                <c:pt idx="542">
                  <c:v>4.7750631823193599</c:v>
                </c:pt>
                <c:pt idx="543">
                  <c:v>4.8414124572724715</c:v>
                </c:pt>
                <c:pt idx="544">
                  <c:v>4.89728622828921</c:v>
                </c:pt>
                <c:pt idx="545">
                  <c:v>4.9375536903806072</c:v>
                </c:pt>
                <c:pt idx="546">
                  <c:v>4.9642277181962866</c:v>
                </c:pt>
                <c:pt idx="547">
                  <c:v>5.021820843303745</c:v>
                </c:pt>
                <c:pt idx="548">
                  <c:v>5.1109996072301174</c:v>
                </c:pt>
                <c:pt idx="549">
                  <c:v>5.1318415859700686</c:v>
                </c:pt>
                <c:pt idx="550">
                  <c:v>5.1918906427702716</c:v>
                </c:pt>
                <c:pt idx="551">
                  <c:v>5.2397784083828736</c:v>
                </c:pt>
                <c:pt idx="552">
                  <c:v>5.2584271853542557</c:v>
                </c:pt>
                <c:pt idx="553">
                  <c:v>5.3370720188529521</c:v>
                </c:pt>
                <c:pt idx="554">
                  <c:v>5.3679557826294753</c:v>
                </c:pt>
                <c:pt idx="555">
                  <c:v>5.3639247333029392</c:v>
                </c:pt>
                <c:pt idx="556">
                  <c:v>5.3561907315772759</c:v>
                </c:pt>
                <c:pt idx="557">
                  <c:v>5.3107195260261291</c:v>
                </c:pt>
                <c:pt idx="558">
                  <c:v>5.2511792718456531</c:v>
                </c:pt>
                <c:pt idx="559">
                  <c:v>5.2083512656181199</c:v>
                </c:pt>
                <c:pt idx="560">
                  <c:v>5.1435909893226519</c:v>
                </c:pt>
                <c:pt idx="561">
                  <c:v>5.0848610083617372</c:v>
                </c:pt>
                <c:pt idx="562">
                  <c:v>5.0162857219473178</c:v>
                </c:pt>
                <c:pt idx="563">
                  <c:v>4.9695223192667006</c:v>
                </c:pt>
                <c:pt idx="564">
                  <c:v>5.0023576288056457</c:v>
                </c:pt>
                <c:pt idx="565">
                  <c:v>5.0678161206008578</c:v>
                </c:pt>
                <c:pt idx="566">
                  <c:v>5.1317179186666628</c:v>
                </c:pt>
                <c:pt idx="567">
                  <c:v>5.107342336018573</c:v>
                </c:pt>
                <c:pt idx="568">
                  <c:v>5.078949711258927</c:v>
                </c:pt>
                <c:pt idx="569">
                  <c:v>5.1551074438567772</c:v>
                </c:pt>
                <c:pt idx="570">
                  <c:v>5.1717187389089823</c:v>
                </c:pt>
                <c:pt idx="571">
                  <c:v>5.1468964396751193</c:v>
                </c:pt>
                <c:pt idx="572">
                  <c:v>5.1062921734686304</c:v>
                </c:pt>
                <c:pt idx="573">
                  <c:v>5.058426365111937</c:v>
                </c:pt>
                <c:pt idx="574">
                  <c:v>4.9915877209724906</c:v>
                </c:pt>
                <c:pt idx="575">
                  <c:v>4.9702355515104273</c:v>
                </c:pt>
                <c:pt idx="576">
                  <c:v>4.8539289764795486</c:v>
                </c:pt>
                <c:pt idx="577">
                  <c:v>4.7771035666344348</c:v>
                </c:pt>
                <c:pt idx="578">
                  <c:v>4.6210022414698724</c:v>
                </c:pt>
                <c:pt idx="579">
                  <c:v>4.5950622674336969</c:v>
                </c:pt>
                <c:pt idx="580">
                  <c:v>4.878651079959428</c:v>
                </c:pt>
                <c:pt idx="581">
                  <c:v>4.4885689453103419</c:v>
                </c:pt>
                <c:pt idx="582">
                  <c:v>4.5595664703868835</c:v>
                </c:pt>
                <c:pt idx="583">
                  <c:v>3.4628329907770068</c:v>
                </c:pt>
                <c:pt idx="584">
                  <c:v>2.7305920098933831</c:v>
                </c:pt>
                <c:pt idx="585">
                  <c:v>1.6179945390790271</c:v>
                </c:pt>
                <c:pt idx="586">
                  <c:v>2.0285161027763623</c:v>
                </c:pt>
                <c:pt idx="587">
                  <c:v>2.4883603198314095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14F-48C8-BF04-9E4E678005A5}"/>
            </c:ext>
          </c:extLst>
        </c:ser>
        <c:ser>
          <c:idx val="3"/>
          <c:order val="3"/>
          <c:tx>
            <c:strRef>
              <c:f>Sheet2!$E$1</c:f>
              <c:strCache>
                <c:ptCount val="1"/>
                <c:pt idx="0">
                  <c:v>S4_z/O-PTIR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Sheet2!$E$2:$E$589</c:f>
              <c:numCache>
                <c:formatCode>General</c:formatCode>
                <c:ptCount val="588"/>
                <c:pt idx="0">
                  <c:v>3.9531880226938507</c:v>
                </c:pt>
                <c:pt idx="1">
                  <c:v>4.0897511116982006</c:v>
                </c:pt>
                <c:pt idx="2">
                  <c:v>4.0170130781541644</c:v>
                </c:pt>
                <c:pt idx="3">
                  <c:v>4.0167625619816274</c:v>
                </c:pt>
                <c:pt idx="4">
                  <c:v>4.0110209812431252</c:v>
                </c:pt>
                <c:pt idx="5">
                  <c:v>4.0224544698580207</c:v>
                </c:pt>
                <c:pt idx="6">
                  <c:v>4.074022349370118</c:v>
                </c:pt>
                <c:pt idx="7">
                  <c:v>4.0997683693456155</c:v>
                </c:pt>
                <c:pt idx="8">
                  <c:v>4.0764519530196575</c:v>
                </c:pt>
                <c:pt idx="9">
                  <c:v>4.1182768058334398</c:v>
                </c:pt>
                <c:pt idx="10">
                  <c:v>4.1495510707208041</c:v>
                </c:pt>
                <c:pt idx="11">
                  <c:v>4.1445872480646848</c:v>
                </c:pt>
                <c:pt idx="12">
                  <c:v>4.1364057944653903</c:v>
                </c:pt>
                <c:pt idx="13">
                  <c:v>4.1428099300823744</c:v>
                </c:pt>
                <c:pt idx="14">
                  <c:v>4.1621910337689041</c:v>
                </c:pt>
                <c:pt idx="15">
                  <c:v>4.1706072889469761</c:v>
                </c:pt>
                <c:pt idx="16">
                  <c:v>4.1681858183641465</c:v>
                </c:pt>
                <c:pt idx="17">
                  <c:v>4.1882418808560935</c:v>
                </c:pt>
                <c:pt idx="18">
                  <c:v>4.2095977823007464</c:v>
                </c:pt>
                <c:pt idx="19">
                  <c:v>4.2086116179560547</c:v>
                </c:pt>
                <c:pt idx="20">
                  <c:v>4.2232341060329679</c:v>
                </c:pt>
                <c:pt idx="21">
                  <c:v>4.2256150655990421</c:v>
                </c:pt>
                <c:pt idx="22">
                  <c:v>4.22894787402665</c:v>
                </c:pt>
                <c:pt idx="23">
                  <c:v>4.2344888757936792</c:v>
                </c:pt>
                <c:pt idx="24">
                  <c:v>4.243726462116209</c:v>
                </c:pt>
                <c:pt idx="25">
                  <c:v>4.2644117484874897</c:v>
                </c:pt>
                <c:pt idx="26">
                  <c:v>4.2727317785698906</c:v>
                </c:pt>
                <c:pt idx="27">
                  <c:v>4.2817652552098027</c:v>
                </c:pt>
                <c:pt idx="28">
                  <c:v>4.2988315726587034</c:v>
                </c:pt>
                <c:pt idx="29">
                  <c:v>4.3026638188244908</c:v>
                </c:pt>
                <c:pt idx="30">
                  <c:v>4.3170244941678311</c:v>
                </c:pt>
                <c:pt idx="31">
                  <c:v>4.3275817977326092</c:v>
                </c:pt>
                <c:pt idx="32">
                  <c:v>4.3358195483853796</c:v>
                </c:pt>
                <c:pt idx="33">
                  <c:v>4.3499065228863927</c:v>
                </c:pt>
                <c:pt idx="34">
                  <c:v>4.3697789598215762</c:v>
                </c:pt>
                <c:pt idx="35">
                  <c:v>4.3910258678845207</c:v>
                </c:pt>
                <c:pt idx="36">
                  <c:v>4.4096560431783427</c:v>
                </c:pt>
                <c:pt idx="37">
                  <c:v>4.4304652173598935</c:v>
                </c:pt>
                <c:pt idx="38">
                  <c:v>4.4593094270782032</c:v>
                </c:pt>
                <c:pt idx="39">
                  <c:v>4.4860406169123701</c:v>
                </c:pt>
                <c:pt idx="40">
                  <c:v>4.5010705241933522</c:v>
                </c:pt>
                <c:pt idx="41">
                  <c:v>4.5157538016571479</c:v>
                </c:pt>
                <c:pt idx="42">
                  <c:v>4.5407104626422115</c:v>
                </c:pt>
                <c:pt idx="43">
                  <c:v>4.5793855438951487</c:v>
                </c:pt>
                <c:pt idx="44">
                  <c:v>4.6132509249634461</c:v>
                </c:pt>
                <c:pt idx="45">
                  <c:v>4.6293161493464696</c:v>
                </c:pt>
                <c:pt idx="46">
                  <c:v>4.6561768281190705</c:v>
                </c:pt>
                <c:pt idx="47">
                  <c:v>4.6821639137921895</c:v>
                </c:pt>
                <c:pt idx="48">
                  <c:v>4.7215786640271409</c:v>
                </c:pt>
                <c:pt idx="49">
                  <c:v>4.7636710278650867</c:v>
                </c:pt>
                <c:pt idx="50">
                  <c:v>4.7941074668570964</c:v>
                </c:pt>
                <c:pt idx="51">
                  <c:v>4.8151921250972887</c:v>
                </c:pt>
                <c:pt idx="52">
                  <c:v>4.8315003241338577</c:v>
                </c:pt>
                <c:pt idx="53">
                  <c:v>4.8564917806987769</c:v>
                </c:pt>
                <c:pt idx="54">
                  <c:v>4.8779884076308129</c:v>
                </c:pt>
                <c:pt idx="55">
                  <c:v>4.8977663798248905</c:v>
                </c:pt>
                <c:pt idx="56">
                  <c:v>4.9302478935871603</c:v>
                </c:pt>
                <c:pt idx="57">
                  <c:v>4.9516884635140679</c:v>
                </c:pt>
                <c:pt idx="58">
                  <c:v>4.9765813402233148</c:v>
                </c:pt>
                <c:pt idx="59">
                  <c:v>4.995508215277555</c:v>
                </c:pt>
                <c:pt idx="60">
                  <c:v>5.016589581426091</c:v>
                </c:pt>
                <c:pt idx="61">
                  <c:v>5.0496241665864225</c:v>
                </c:pt>
                <c:pt idx="62">
                  <c:v>5.0830659651950931</c:v>
                </c:pt>
                <c:pt idx="63">
                  <c:v>5.1103072920653183</c:v>
                </c:pt>
                <c:pt idx="64">
                  <c:v>5.1326753173690651</c:v>
                </c:pt>
                <c:pt idx="65">
                  <c:v>5.1532705513165302</c:v>
                </c:pt>
                <c:pt idx="66">
                  <c:v>5.1777598724570533</c:v>
                </c:pt>
                <c:pt idx="67">
                  <c:v>5.1978062415680153</c:v>
                </c:pt>
                <c:pt idx="68">
                  <c:v>5.2147836496804798</c:v>
                </c:pt>
                <c:pt idx="69">
                  <c:v>5.2324146294334755</c:v>
                </c:pt>
                <c:pt idx="70">
                  <c:v>5.2602698399503911</c:v>
                </c:pt>
                <c:pt idx="71">
                  <c:v>5.2830098716111671</c:v>
                </c:pt>
                <c:pt idx="72">
                  <c:v>5.30686327038031</c:v>
                </c:pt>
                <c:pt idx="73">
                  <c:v>5.3198281674471204</c:v>
                </c:pt>
                <c:pt idx="74">
                  <c:v>5.3164780069530808</c:v>
                </c:pt>
                <c:pt idx="75">
                  <c:v>5.3210678228492556</c:v>
                </c:pt>
                <c:pt idx="76">
                  <c:v>5.3284625008355961</c:v>
                </c:pt>
                <c:pt idx="77">
                  <c:v>5.3202676616830793</c:v>
                </c:pt>
                <c:pt idx="78">
                  <c:v>5.3057840129993732</c:v>
                </c:pt>
                <c:pt idx="79">
                  <c:v>5.3097621399766277</c:v>
                </c:pt>
                <c:pt idx="80">
                  <c:v>5.3338352858637492</c:v>
                </c:pt>
                <c:pt idx="81">
                  <c:v>5.3467086444931482</c:v>
                </c:pt>
                <c:pt idx="82">
                  <c:v>5.3566636553172726</c:v>
                </c:pt>
                <c:pt idx="83">
                  <c:v>5.3662354118045448</c:v>
                </c:pt>
                <c:pt idx="84">
                  <c:v>5.3658795915648199</c:v>
                </c:pt>
                <c:pt idx="85">
                  <c:v>5.3592338644300188</c:v>
                </c:pt>
                <c:pt idx="86">
                  <c:v>5.3490785846968762</c:v>
                </c:pt>
                <c:pt idx="87">
                  <c:v>5.3419294418798131</c:v>
                </c:pt>
                <c:pt idx="88">
                  <c:v>5.3460905542848991</c:v>
                </c:pt>
                <c:pt idx="89">
                  <c:v>5.34009172316033</c:v>
                </c:pt>
                <c:pt idx="90">
                  <c:v>5.340944740686969</c:v>
                </c:pt>
                <c:pt idx="91">
                  <c:v>5.3434873328086097</c:v>
                </c:pt>
                <c:pt idx="92">
                  <c:v>5.3274280524799646</c:v>
                </c:pt>
                <c:pt idx="93">
                  <c:v>5.2926312838142389</c:v>
                </c:pt>
                <c:pt idx="94">
                  <c:v>5.2776414760385562</c:v>
                </c:pt>
                <c:pt idx="95">
                  <c:v>5.2680905694650999</c:v>
                </c:pt>
                <c:pt idx="96">
                  <c:v>5.2452217804418115</c:v>
                </c:pt>
                <c:pt idx="97">
                  <c:v>5.2297878146336574</c:v>
                </c:pt>
                <c:pt idx="98">
                  <c:v>5.1986414269315224</c:v>
                </c:pt>
                <c:pt idx="99">
                  <c:v>5.1610063265771382</c:v>
                </c:pt>
                <c:pt idx="100">
                  <c:v>5.144714222210883</c:v>
                </c:pt>
                <c:pt idx="101">
                  <c:v>5.1263303593857579</c:v>
                </c:pt>
                <c:pt idx="102">
                  <c:v>5.0943848164343413</c:v>
                </c:pt>
                <c:pt idx="103">
                  <c:v>5.0736749994078796</c:v>
                </c:pt>
                <c:pt idx="104">
                  <c:v>5.0427940823189346</c:v>
                </c:pt>
                <c:pt idx="105">
                  <c:v>5.0130296415360265</c:v>
                </c:pt>
                <c:pt idx="106">
                  <c:v>5.0040241248134372</c:v>
                </c:pt>
                <c:pt idx="107">
                  <c:v>5.0050063569375389</c:v>
                </c:pt>
                <c:pt idx="108">
                  <c:v>4.9922706260287217</c:v>
                </c:pt>
                <c:pt idx="109">
                  <c:v>4.9639153833681888</c:v>
                </c:pt>
                <c:pt idx="110">
                  <c:v>4.9326171936619554</c:v>
                </c:pt>
                <c:pt idx="111">
                  <c:v>4.9020308273291526</c:v>
                </c:pt>
                <c:pt idx="112">
                  <c:v>4.897525782793096</c:v>
                </c:pt>
                <c:pt idx="113">
                  <c:v>4.8972775956610963</c:v>
                </c:pt>
                <c:pt idx="114">
                  <c:v>4.8941728788893428</c:v>
                </c:pt>
                <c:pt idx="115">
                  <c:v>4.8808331406088001</c:v>
                </c:pt>
                <c:pt idx="116">
                  <c:v>4.8560667350873059</c:v>
                </c:pt>
                <c:pt idx="117">
                  <c:v>4.8501606312110228</c:v>
                </c:pt>
                <c:pt idx="118">
                  <c:v>4.831720254145818</c:v>
                </c:pt>
                <c:pt idx="119">
                  <c:v>4.7993973094649363</c:v>
                </c:pt>
                <c:pt idx="120">
                  <c:v>4.777999628176536</c:v>
                </c:pt>
                <c:pt idx="121">
                  <c:v>4.7539623752331552</c:v>
                </c:pt>
                <c:pt idx="122">
                  <c:v>4.7357100589037504</c:v>
                </c:pt>
                <c:pt idx="123">
                  <c:v>4.716173872552341</c:v>
                </c:pt>
                <c:pt idx="124">
                  <c:v>4.6946845613795398</c:v>
                </c:pt>
                <c:pt idx="125">
                  <c:v>4.6702439814849095</c:v>
                </c:pt>
                <c:pt idx="126">
                  <c:v>4.6555505534051793</c:v>
                </c:pt>
                <c:pt idx="127">
                  <c:v>4.6466021910516009</c:v>
                </c:pt>
                <c:pt idx="128">
                  <c:v>4.6540668259856126</c:v>
                </c:pt>
                <c:pt idx="129">
                  <c:v>4.6523399410185204</c:v>
                </c:pt>
                <c:pt idx="130">
                  <c:v>4.6412201241539197</c:v>
                </c:pt>
                <c:pt idx="131">
                  <c:v>4.607752080259</c:v>
                </c:pt>
                <c:pt idx="132">
                  <c:v>4.6037989183101296</c:v>
                </c:pt>
                <c:pt idx="133">
                  <c:v>4.6107268965808617</c:v>
                </c:pt>
                <c:pt idx="134">
                  <c:v>4.6280412868530227</c:v>
                </c:pt>
                <c:pt idx="135">
                  <c:v>4.6428385987138707</c:v>
                </c:pt>
                <c:pt idx="136">
                  <c:v>4.641702324134406</c:v>
                </c:pt>
                <c:pt idx="137">
                  <c:v>4.6324314282456163</c:v>
                </c:pt>
                <c:pt idx="138">
                  <c:v>4.6179432986593785</c:v>
                </c:pt>
                <c:pt idx="139">
                  <c:v>4.584285913770791</c:v>
                </c:pt>
                <c:pt idx="140">
                  <c:v>4.5541238614735384</c:v>
                </c:pt>
                <c:pt idx="141">
                  <c:v>4.5269395518018385</c:v>
                </c:pt>
                <c:pt idx="142">
                  <c:v>4.5395349115803612</c:v>
                </c:pt>
                <c:pt idx="143">
                  <c:v>4.5481244359435316</c:v>
                </c:pt>
                <c:pt idx="144">
                  <c:v>4.5648934363648275</c:v>
                </c:pt>
                <c:pt idx="145">
                  <c:v>4.6040185739811177</c:v>
                </c:pt>
                <c:pt idx="146">
                  <c:v>4.6525411243974437</c:v>
                </c:pt>
                <c:pt idx="147">
                  <c:v>4.6637564119200423</c:v>
                </c:pt>
                <c:pt idx="148">
                  <c:v>4.6704777199924239</c:v>
                </c:pt>
                <c:pt idx="149">
                  <c:v>4.6780048132208938</c:v>
                </c:pt>
                <c:pt idx="150">
                  <c:v>4.6918967541530874</c:v>
                </c:pt>
                <c:pt idx="151">
                  <c:v>4.7103882043624425</c:v>
                </c:pt>
                <c:pt idx="152">
                  <c:v>4.7419992342229023</c:v>
                </c:pt>
                <c:pt idx="153">
                  <c:v>4.7666663283128026</c:v>
                </c:pt>
                <c:pt idx="154">
                  <c:v>4.784943929735058</c:v>
                </c:pt>
                <c:pt idx="155">
                  <c:v>4.8008644849792361</c:v>
                </c:pt>
                <c:pt idx="156">
                  <c:v>4.8062641554225722</c:v>
                </c:pt>
                <c:pt idx="157">
                  <c:v>4.8110338475489041</c:v>
                </c:pt>
                <c:pt idx="158">
                  <c:v>4.8201061205745033</c:v>
                </c:pt>
                <c:pt idx="159">
                  <c:v>4.8110310126922027</c:v>
                </c:pt>
                <c:pt idx="160">
                  <c:v>4.8263949301056934</c:v>
                </c:pt>
                <c:pt idx="161">
                  <c:v>4.8244921011290325</c:v>
                </c:pt>
                <c:pt idx="162">
                  <c:v>4.8083189692973134</c:v>
                </c:pt>
                <c:pt idx="163">
                  <c:v>4.7987114570367861</c:v>
                </c:pt>
                <c:pt idx="164">
                  <c:v>4.8004132855285047</c:v>
                </c:pt>
                <c:pt idx="165">
                  <c:v>4.7886794478467287</c:v>
                </c:pt>
                <c:pt idx="166">
                  <c:v>4.7739121305987382</c:v>
                </c:pt>
                <c:pt idx="167">
                  <c:v>4.7763603494262652</c:v>
                </c:pt>
                <c:pt idx="168">
                  <c:v>4.7724785161299232</c:v>
                </c:pt>
                <c:pt idx="169">
                  <c:v>4.7664870007645881</c:v>
                </c:pt>
                <c:pt idx="170">
                  <c:v>4.7635524668420066</c:v>
                </c:pt>
                <c:pt idx="171">
                  <c:v>4.7487899505610143</c:v>
                </c:pt>
                <c:pt idx="172">
                  <c:v>4.7386839607557061</c:v>
                </c:pt>
                <c:pt idx="173">
                  <c:v>4.7448847982821132</c:v>
                </c:pt>
                <c:pt idx="174">
                  <c:v>4.7402504477016025</c:v>
                </c:pt>
                <c:pt idx="175">
                  <c:v>4.7341868721078182</c:v>
                </c:pt>
                <c:pt idx="176">
                  <c:v>4.739891061029252</c:v>
                </c:pt>
                <c:pt idx="177">
                  <c:v>4.7459322321103858</c:v>
                </c:pt>
                <c:pt idx="178">
                  <c:v>4.7382259942276832</c:v>
                </c:pt>
                <c:pt idx="179">
                  <c:v>4.7371001903286203</c:v>
                </c:pt>
                <c:pt idx="180">
                  <c:v>4.7402622443633673</c:v>
                </c:pt>
                <c:pt idx="181">
                  <c:v>4.741560517286362</c:v>
                </c:pt>
                <c:pt idx="182">
                  <c:v>4.7529291614118936</c:v>
                </c:pt>
                <c:pt idx="183">
                  <c:v>4.7656274447781346</c:v>
                </c:pt>
                <c:pt idx="184">
                  <c:v>4.7786928878109114</c:v>
                </c:pt>
                <c:pt idx="185">
                  <c:v>4.793781001101296</c:v>
                </c:pt>
                <c:pt idx="186">
                  <c:v>4.805473504743401</c:v>
                </c:pt>
                <c:pt idx="187">
                  <c:v>4.8161348521215288</c:v>
                </c:pt>
                <c:pt idx="188">
                  <c:v>4.8304453916523711</c:v>
                </c:pt>
                <c:pt idx="189">
                  <c:v>4.8347221845003379</c:v>
                </c:pt>
                <c:pt idx="190">
                  <c:v>4.8286705884622974</c:v>
                </c:pt>
                <c:pt idx="191">
                  <c:v>4.833376359142326</c:v>
                </c:pt>
                <c:pt idx="192">
                  <c:v>4.8379779717002656</c:v>
                </c:pt>
                <c:pt idx="193">
                  <c:v>4.8346511301887825</c:v>
                </c:pt>
                <c:pt idx="194">
                  <c:v>4.829072406538204</c:v>
                </c:pt>
                <c:pt idx="195">
                  <c:v>4.8247502559829867</c:v>
                </c:pt>
                <c:pt idx="196">
                  <c:v>4.8384728828124182</c:v>
                </c:pt>
                <c:pt idx="197">
                  <c:v>4.8544297425117939</c:v>
                </c:pt>
                <c:pt idx="198">
                  <c:v>4.8743003505071698</c:v>
                </c:pt>
                <c:pt idx="199">
                  <c:v>4.9007358464978141</c:v>
                </c:pt>
                <c:pt idx="200">
                  <c:v>4.9323855584352208</c:v>
                </c:pt>
                <c:pt idx="201">
                  <c:v>4.9593640666549801</c:v>
                </c:pt>
                <c:pt idx="202">
                  <c:v>4.9885585183465988</c:v>
                </c:pt>
                <c:pt idx="203">
                  <c:v>5.0183931904181467</c:v>
                </c:pt>
                <c:pt idx="204">
                  <c:v>5.0484441346220397</c:v>
                </c:pt>
                <c:pt idx="205">
                  <c:v>5.0786566656580048</c:v>
                </c:pt>
                <c:pt idx="206">
                  <c:v>5.1072190357518403</c:v>
                </c:pt>
                <c:pt idx="207">
                  <c:v>5.1139241119834233</c:v>
                </c:pt>
                <c:pt idx="208">
                  <c:v>5.110199658957594</c:v>
                </c:pt>
                <c:pt idx="209">
                  <c:v>5.0990725720572572</c:v>
                </c:pt>
                <c:pt idx="210">
                  <c:v>5.0721878884496681</c:v>
                </c:pt>
                <c:pt idx="211">
                  <c:v>5.0501104816814761</c:v>
                </c:pt>
                <c:pt idx="212">
                  <c:v>5.0210945345151563</c:v>
                </c:pt>
                <c:pt idx="213">
                  <c:v>5.0059571312969355</c:v>
                </c:pt>
                <c:pt idx="214">
                  <c:v>4.9970653746304281</c:v>
                </c:pt>
                <c:pt idx="215">
                  <c:v>4.994764476904467</c:v>
                </c:pt>
                <c:pt idx="216">
                  <c:v>5.0013102524787385</c:v>
                </c:pt>
                <c:pt idx="217">
                  <c:v>5.0050787829539507</c:v>
                </c:pt>
                <c:pt idx="218">
                  <c:v>5.0174066602854959</c:v>
                </c:pt>
                <c:pt idx="219">
                  <c:v>5.0354290331574898</c:v>
                </c:pt>
                <c:pt idx="220">
                  <c:v>5.0575791402830657</c:v>
                </c:pt>
                <c:pt idx="221">
                  <c:v>5.0803994624014326</c:v>
                </c:pt>
                <c:pt idx="222">
                  <c:v>5.1143937837262206</c:v>
                </c:pt>
                <c:pt idx="223">
                  <c:v>5.1337584155236016</c:v>
                </c:pt>
                <c:pt idx="224">
                  <c:v>5.1449596659331691</c:v>
                </c:pt>
                <c:pt idx="225">
                  <c:v>5.1554375706485152</c:v>
                </c:pt>
                <c:pt idx="226">
                  <c:v>5.1697291806523404</c:v>
                </c:pt>
                <c:pt idx="227">
                  <c:v>5.1803352940482537</c:v>
                </c:pt>
                <c:pt idx="228">
                  <c:v>5.1968037082120393</c:v>
                </c:pt>
                <c:pt idx="229">
                  <c:v>5.2024082199139174</c:v>
                </c:pt>
                <c:pt idx="230">
                  <c:v>5.2149951665693211</c:v>
                </c:pt>
                <c:pt idx="231">
                  <c:v>5.229948212654854</c:v>
                </c:pt>
                <c:pt idx="232">
                  <c:v>5.2334459685914325</c:v>
                </c:pt>
                <c:pt idx="233">
                  <c:v>5.2309918971565184</c:v>
                </c:pt>
                <c:pt idx="234">
                  <c:v>5.2256190206813766</c:v>
                </c:pt>
                <c:pt idx="235">
                  <c:v>5.199742814484142</c:v>
                </c:pt>
                <c:pt idx="236">
                  <c:v>5.1696304179026864</c:v>
                </c:pt>
                <c:pt idx="237">
                  <c:v>5.1452347384803545</c:v>
                </c:pt>
                <c:pt idx="238">
                  <c:v>5.1152297921126424</c:v>
                </c:pt>
                <c:pt idx="239">
                  <c:v>5.0886720314958067</c:v>
                </c:pt>
                <c:pt idx="240">
                  <c:v>5.0567368220543081</c:v>
                </c:pt>
                <c:pt idx="241">
                  <c:v>5.019690091636285</c:v>
                </c:pt>
                <c:pt idx="242">
                  <c:v>5.0021757982430657</c:v>
                </c:pt>
                <c:pt idx="243">
                  <c:v>4.9903698088858501</c:v>
                </c:pt>
                <c:pt idx="244">
                  <c:v>4.9849044795033919</c:v>
                </c:pt>
                <c:pt idx="245">
                  <c:v>4.9785849437834191</c:v>
                </c:pt>
                <c:pt idx="246">
                  <c:v>4.9676874802760276</c:v>
                </c:pt>
                <c:pt idx="247">
                  <c:v>4.9801813338951826</c:v>
                </c:pt>
                <c:pt idx="248">
                  <c:v>4.9968222170829009</c:v>
                </c:pt>
                <c:pt idx="249">
                  <c:v>5.0035193374263187</c:v>
                </c:pt>
                <c:pt idx="250">
                  <c:v>5.0010854757762866</c:v>
                </c:pt>
                <c:pt idx="251">
                  <c:v>5.0324728262981795</c:v>
                </c:pt>
                <c:pt idx="252">
                  <c:v>5.0528986089723933</c:v>
                </c:pt>
                <c:pt idx="253">
                  <c:v>5.0679419132374726</c:v>
                </c:pt>
                <c:pt idx="254">
                  <c:v>5.0945324118768793</c:v>
                </c:pt>
                <c:pt idx="255">
                  <c:v>5.0960368063162802</c:v>
                </c:pt>
                <c:pt idx="256">
                  <c:v>5.081485944094613</c:v>
                </c:pt>
                <c:pt idx="257">
                  <c:v>5.053900867987398</c:v>
                </c:pt>
                <c:pt idx="258">
                  <c:v>5.0267421177495217</c:v>
                </c:pt>
                <c:pt idx="259">
                  <c:v>5</c:v>
                </c:pt>
                <c:pt idx="260">
                  <c:v>4.9888171304355051</c:v>
                </c:pt>
                <c:pt idx="261">
                  <c:v>4.9954590167967092</c:v>
                </c:pt>
                <c:pt idx="262">
                  <c:v>4.9838063840424258</c:v>
                </c:pt>
                <c:pt idx="263">
                  <c:v>4.9618122854825062</c:v>
                </c:pt>
                <c:pt idx="264">
                  <c:v>4.9503076139587243</c:v>
                </c:pt>
                <c:pt idx="265">
                  <c:v>4.9578315979895198</c:v>
                </c:pt>
                <c:pt idx="266">
                  <c:v>4.9487599650928544</c:v>
                </c:pt>
                <c:pt idx="267">
                  <c:v>4.926857130629374</c:v>
                </c:pt>
                <c:pt idx="268">
                  <c:v>4.9096063874625449</c:v>
                </c:pt>
                <c:pt idx="269">
                  <c:v>4.892108920315561</c:v>
                </c:pt>
                <c:pt idx="270">
                  <c:v>4.8702771401636369</c:v>
                </c:pt>
                <c:pt idx="271">
                  <c:v>4.8686379528603565</c:v>
                </c:pt>
                <c:pt idx="272">
                  <c:v>4.8436691751490608</c:v>
                </c:pt>
                <c:pt idx="273">
                  <c:v>4.8397433558503256</c:v>
                </c:pt>
                <c:pt idx="274">
                  <c:v>4.8584907204623713</c:v>
                </c:pt>
                <c:pt idx="275">
                  <c:v>4.8687306801086434</c:v>
                </c:pt>
                <c:pt idx="276">
                  <c:v>4.8832640759551378</c:v>
                </c:pt>
                <c:pt idx="277">
                  <c:v>4.906668104213356</c:v>
                </c:pt>
                <c:pt idx="278">
                  <c:v>4.9793188058815403</c:v>
                </c:pt>
                <c:pt idx="279">
                  <c:v>5.0333700127211909</c:v>
                </c:pt>
                <c:pt idx="280">
                  <c:v>5.0589849548667942</c:v>
                </c:pt>
                <c:pt idx="281">
                  <c:v>5.1008945618943855</c:v>
                </c:pt>
                <c:pt idx="282">
                  <c:v>5.1787352460568732</c:v>
                </c:pt>
                <c:pt idx="283">
                  <c:v>5.2293473144808047</c:v>
                </c:pt>
                <c:pt idx="284">
                  <c:v>5.25507583378851</c:v>
                </c:pt>
                <c:pt idx="285">
                  <c:v>5.2379695768665453</c:v>
                </c:pt>
                <c:pt idx="286">
                  <c:v>5.3542311653720969</c:v>
                </c:pt>
                <c:pt idx="287">
                  <c:v>5.5217804326668043</c:v>
                </c:pt>
                <c:pt idx="288">
                  <c:v>5.5530489935481402</c:v>
                </c:pt>
                <c:pt idx="289">
                  <c:v>5.6477403402943684</c:v>
                </c:pt>
                <c:pt idx="290">
                  <c:v>5.6628151937711424</c:v>
                </c:pt>
                <c:pt idx="291">
                  <c:v>5.7643215360314404</c:v>
                </c:pt>
                <c:pt idx="292">
                  <c:v>5.7660862800525665</c:v>
                </c:pt>
                <c:pt idx="293">
                  <c:v>5.8252791853755772</c:v>
                </c:pt>
                <c:pt idx="294">
                  <c:v>5.8580497630745647</c:v>
                </c:pt>
                <c:pt idx="295">
                  <c:v>5.8953043525018112</c:v>
                </c:pt>
                <c:pt idx="296">
                  <c:v>5.9662851406779396</c:v>
                </c:pt>
                <c:pt idx="297">
                  <c:v>5.9862648449328759</c:v>
                </c:pt>
                <c:pt idx="298">
                  <c:v>5.9987667458871954</c:v>
                </c:pt>
                <c:pt idx="299">
                  <c:v>6.1001708504122005</c:v>
                </c:pt>
                <c:pt idx="300">
                  <c:v>6.1370508729666922</c:v>
                </c:pt>
                <c:pt idx="301">
                  <c:v>6.0793580640745244</c:v>
                </c:pt>
                <c:pt idx="302">
                  <c:v>6.0604704197791719</c:v>
                </c:pt>
                <c:pt idx="303">
                  <c:v>6.2038031523057864</c:v>
                </c:pt>
                <c:pt idx="304">
                  <c:v>6.2707315585484293</c:v>
                </c:pt>
                <c:pt idx="305">
                  <c:v>6.2926674968224354</c:v>
                </c:pt>
                <c:pt idx="306">
                  <c:v>6.2083760505087326</c:v>
                </c:pt>
                <c:pt idx="307">
                  <c:v>6.1935799274587531</c:v>
                </c:pt>
                <c:pt idx="308">
                  <c:v>6.1498519884736584</c:v>
                </c:pt>
                <c:pt idx="309">
                  <c:v>6.0997661060326021</c:v>
                </c:pt>
                <c:pt idx="310">
                  <c:v>6.0806463692755681</c:v>
                </c:pt>
                <c:pt idx="311">
                  <c:v>6.0353309105367634</c:v>
                </c:pt>
                <c:pt idx="312">
                  <c:v>6.1341115838006015</c:v>
                </c:pt>
                <c:pt idx="313">
                  <c:v>6.0879462167328402</c:v>
                </c:pt>
                <c:pt idx="314">
                  <c:v>6.0488707348323505</c:v>
                </c:pt>
                <c:pt idx="315">
                  <c:v>6.0467630645971413</c:v>
                </c:pt>
                <c:pt idx="316">
                  <c:v>6.0075505951050001</c:v>
                </c:pt>
                <c:pt idx="317">
                  <c:v>6.0648262228268761</c:v>
                </c:pt>
                <c:pt idx="318">
                  <c:v>6.0708683083779142</c:v>
                </c:pt>
                <c:pt idx="319">
                  <c:v>6.0452768681088376</c:v>
                </c:pt>
                <c:pt idx="320">
                  <c:v>6.0934727241518978</c:v>
                </c:pt>
                <c:pt idx="321">
                  <c:v>6.1835562399448367</c:v>
                </c:pt>
                <c:pt idx="322">
                  <c:v>6.1731153712606082</c:v>
                </c:pt>
                <c:pt idx="323">
                  <c:v>6.2098360931577856</c:v>
                </c:pt>
                <c:pt idx="324">
                  <c:v>6.2479713171027651</c:v>
                </c:pt>
                <c:pt idx="325">
                  <c:v>6.2664041040677665</c:v>
                </c:pt>
                <c:pt idx="326">
                  <c:v>6.294268916518682</c:v>
                </c:pt>
                <c:pt idx="327">
                  <c:v>6.3353805571078752</c:v>
                </c:pt>
                <c:pt idx="328">
                  <c:v>6.367118149603062</c:v>
                </c:pt>
                <c:pt idx="329">
                  <c:v>6.3876141635659263</c:v>
                </c:pt>
                <c:pt idx="330">
                  <c:v>6.4220666343127171</c:v>
                </c:pt>
                <c:pt idx="331">
                  <c:v>6.4407315137394026</c:v>
                </c:pt>
                <c:pt idx="332">
                  <c:v>6.4334364215256281</c:v>
                </c:pt>
                <c:pt idx="333">
                  <c:v>6.4130256361578457</c:v>
                </c:pt>
                <c:pt idx="334">
                  <c:v>6.4202808574837915</c:v>
                </c:pt>
                <c:pt idx="335">
                  <c:v>6.3814852033739875</c:v>
                </c:pt>
                <c:pt idx="336">
                  <c:v>6.3491173582208127</c:v>
                </c:pt>
                <c:pt idx="337">
                  <c:v>6.3315352111606984</c:v>
                </c:pt>
                <c:pt idx="338">
                  <c:v>6.3091445984503203</c:v>
                </c:pt>
                <c:pt idx="339">
                  <c:v>6.2819254017517681</c:v>
                </c:pt>
                <c:pt idx="340">
                  <c:v>6.2574333372015367</c:v>
                </c:pt>
                <c:pt idx="341">
                  <c:v>6.3023012543692163</c:v>
                </c:pt>
                <c:pt idx="342">
                  <c:v>6.2765479529271193</c:v>
                </c:pt>
                <c:pt idx="343">
                  <c:v>6.2493400956553753</c:v>
                </c:pt>
                <c:pt idx="344">
                  <c:v>6.3205721801611787</c:v>
                </c:pt>
                <c:pt idx="345">
                  <c:v>6.3757926282203448</c:v>
                </c:pt>
                <c:pt idx="346">
                  <c:v>6.4528462281362895</c:v>
                </c:pt>
                <c:pt idx="347">
                  <c:v>6.5109916996310169</c:v>
                </c:pt>
                <c:pt idx="348">
                  <c:v>6.5508305810075367</c:v>
                </c:pt>
                <c:pt idx="349">
                  <c:v>6.5265378708964255</c:v>
                </c:pt>
                <c:pt idx="350">
                  <c:v>6.6274889470308764</c:v>
                </c:pt>
                <c:pt idx="351">
                  <c:v>6.7689444557381453</c:v>
                </c:pt>
                <c:pt idx="352">
                  <c:v>6.7725679512865433</c:v>
                </c:pt>
                <c:pt idx="353">
                  <c:v>6.7705824542305439</c:v>
                </c:pt>
                <c:pt idx="354">
                  <c:v>6.7869810943406534</c:v>
                </c:pt>
                <c:pt idx="355">
                  <c:v>6.8217618597830452</c:v>
                </c:pt>
                <c:pt idx="356">
                  <c:v>7.0231539207394142</c:v>
                </c:pt>
                <c:pt idx="357">
                  <c:v>7.0279682389970786</c:v>
                </c:pt>
                <c:pt idx="358">
                  <c:v>6.9328673926277462</c:v>
                </c:pt>
                <c:pt idx="359">
                  <c:v>7.1419170416679121</c:v>
                </c:pt>
                <c:pt idx="360">
                  <c:v>7.1761284581479607</c:v>
                </c:pt>
                <c:pt idx="361">
                  <c:v>7.0934958602404592</c:v>
                </c:pt>
                <c:pt idx="362">
                  <c:v>7.0366085164399195</c:v>
                </c:pt>
                <c:pt idx="363">
                  <c:v>6.9942541112509327</c:v>
                </c:pt>
                <c:pt idx="364">
                  <c:v>6.9478679911482972</c:v>
                </c:pt>
                <c:pt idx="365">
                  <c:v>6.8351058046251465</c:v>
                </c:pt>
                <c:pt idx="366">
                  <c:v>6.7429629026079541</c:v>
                </c:pt>
                <c:pt idx="367">
                  <c:v>6.7499847512143551</c:v>
                </c:pt>
                <c:pt idx="368">
                  <c:v>6.6907111896457856</c:v>
                </c:pt>
                <c:pt idx="369">
                  <c:v>6.5616502231260894</c:v>
                </c:pt>
                <c:pt idx="370">
                  <c:v>6.5389838062925927</c:v>
                </c:pt>
                <c:pt idx="371">
                  <c:v>6.4282323561948047</c:v>
                </c:pt>
                <c:pt idx="372">
                  <c:v>6.3575979692183848</c:v>
                </c:pt>
                <c:pt idx="373">
                  <c:v>6.2521124026169543</c:v>
                </c:pt>
                <c:pt idx="374">
                  <c:v>6.2278421884654822</c:v>
                </c:pt>
                <c:pt idx="375">
                  <c:v>6.1534109224468185</c:v>
                </c:pt>
                <c:pt idx="376">
                  <c:v>6.0335133101551826</c:v>
                </c:pt>
                <c:pt idx="377">
                  <c:v>5.9345303561485423</c:v>
                </c:pt>
                <c:pt idx="378">
                  <c:v>5.802589175218559</c:v>
                </c:pt>
                <c:pt idx="379">
                  <c:v>5.6729956214266508</c:v>
                </c:pt>
                <c:pt idx="380">
                  <c:v>5.5753024357728913</c:v>
                </c:pt>
                <c:pt idx="381">
                  <c:v>5.4044175480556209</c:v>
                </c:pt>
                <c:pt idx="382">
                  <c:v>5.2773167477755738</c:v>
                </c:pt>
                <c:pt idx="383">
                  <c:v>5.0801898658993903</c:v>
                </c:pt>
                <c:pt idx="384">
                  <c:v>4.9756441000185001</c:v>
                </c:pt>
                <c:pt idx="385">
                  <c:v>4.872227338681336</c:v>
                </c:pt>
                <c:pt idx="386">
                  <c:v>4.7613562759200789</c:v>
                </c:pt>
                <c:pt idx="387">
                  <c:v>4.6825902853850252</c:v>
                </c:pt>
                <c:pt idx="388">
                  <c:v>4.6229514388132298</c:v>
                </c:pt>
                <c:pt idx="389">
                  <c:v>4.5773596272693826</c:v>
                </c:pt>
                <c:pt idx="390">
                  <c:v>4.5388288950908242</c:v>
                </c:pt>
                <c:pt idx="391">
                  <c:v>4.5123609811420753</c:v>
                </c:pt>
                <c:pt idx="392">
                  <c:v>4.4927050906802073</c:v>
                </c:pt>
                <c:pt idx="393">
                  <c:v>4.4744554720370182</c:v>
                </c:pt>
                <c:pt idx="394">
                  <c:v>4.4544077769446959</c:v>
                </c:pt>
                <c:pt idx="395">
                  <c:v>4.439276775015804</c:v>
                </c:pt>
                <c:pt idx="396">
                  <c:v>4.4260198877085823</c:v>
                </c:pt>
                <c:pt idx="397">
                  <c:v>4.4160097343492355</c:v>
                </c:pt>
                <c:pt idx="398">
                  <c:v>4.4034299662825802</c:v>
                </c:pt>
                <c:pt idx="399">
                  <c:v>4.3936081480000038</c:v>
                </c:pt>
                <c:pt idx="400">
                  <c:v>4.3965500434053126</c:v>
                </c:pt>
                <c:pt idx="401">
                  <c:v>4.3900050451304615</c:v>
                </c:pt>
                <c:pt idx="402">
                  <c:v>4.3819439929249286</c:v>
                </c:pt>
                <c:pt idx="403">
                  <c:v>4.3655281607806344</c:v>
                </c:pt>
                <c:pt idx="404">
                  <c:v>4.3495163185782708</c:v>
                </c:pt>
                <c:pt idx="405">
                  <c:v>4.3189730237779544</c:v>
                </c:pt>
                <c:pt idx="406">
                  <c:v>4.2943047180154323</c:v>
                </c:pt>
                <c:pt idx="407">
                  <c:v>4.2496142994561561</c:v>
                </c:pt>
                <c:pt idx="408">
                  <c:v>4.2405304812480171</c:v>
                </c:pt>
                <c:pt idx="409">
                  <c:v>4.2242794823039551</c:v>
                </c:pt>
                <c:pt idx="410">
                  <c:v>4.2059898098789628</c:v>
                </c:pt>
                <c:pt idx="411">
                  <c:v>4.1881067564968744</c:v>
                </c:pt>
                <c:pt idx="412">
                  <c:v>4.1666886710987363</c:v>
                </c:pt>
                <c:pt idx="413">
                  <c:v>4.1616466841275548</c:v>
                </c:pt>
                <c:pt idx="414">
                  <c:v>4.14890801548417</c:v>
                </c:pt>
                <c:pt idx="415">
                  <c:v>4.1377708579840125</c:v>
                </c:pt>
                <c:pt idx="416">
                  <c:v>4.1304310253301759</c:v>
                </c:pt>
                <c:pt idx="417">
                  <c:v>4.1199277555058629</c:v>
                </c:pt>
                <c:pt idx="418">
                  <c:v>4.1132546971518007</c:v>
                </c:pt>
                <c:pt idx="419">
                  <c:v>4.1186196977548937</c:v>
                </c:pt>
                <c:pt idx="420">
                  <c:v>4.1141415043413998</c:v>
                </c:pt>
                <c:pt idx="421">
                  <c:v>4.1090304863233253</c:v>
                </c:pt>
                <c:pt idx="422">
                  <c:v>4.1046482208027824</c:v>
                </c:pt>
                <c:pt idx="423">
                  <c:v>4.1035600587711514</c:v>
                </c:pt>
                <c:pt idx="424">
                  <c:v>4.0886091273972713</c:v>
                </c:pt>
                <c:pt idx="425">
                  <c:v>4.0893420635946143</c:v>
                </c:pt>
                <c:pt idx="426">
                  <c:v>4.0908254595188405</c:v>
                </c:pt>
                <c:pt idx="427">
                  <c:v>4.0690446953566966</c:v>
                </c:pt>
                <c:pt idx="428">
                  <c:v>4.0168521628859279</c:v>
                </c:pt>
                <c:pt idx="429">
                  <c:v>4.0364725719155139</c:v>
                </c:pt>
                <c:pt idx="430">
                  <c:v>4.0485185724722426</c:v>
                </c:pt>
                <c:pt idx="431">
                  <c:v>4.0481559337162949</c:v>
                </c:pt>
                <c:pt idx="432">
                  <c:v>4.072125733073368</c:v>
                </c:pt>
                <c:pt idx="433">
                  <c:v>4.0777925373220318</c:v>
                </c:pt>
                <c:pt idx="434">
                  <c:v>4.088871300203369</c:v>
                </c:pt>
                <c:pt idx="435">
                  <c:v>4.1202003704151791</c:v>
                </c:pt>
                <c:pt idx="436">
                  <c:v>4.1229539764672145</c:v>
                </c:pt>
                <c:pt idx="437">
                  <c:v>4.070937322278489</c:v>
                </c:pt>
                <c:pt idx="438">
                  <c:v>4.1004651039656261</c:v>
                </c:pt>
                <c:pt idx="439">
                  <c:v>4.1970418818985893</c:v>
                </c:pt>
                <c:pt idx="440">
                  <c:v>4.2787673027993662</c:v>
                </c:pt>
                <c:pt idx="441">
                  <c:v>4.2674985416491191</c:v>
                </c:pt>
                <c:pt idx="442">
                  <c:v>4.2620858857331445</c:v>
                </c:pt>
                <c:pt idx="443">
                  <c:v>4.2633000731484474</c:v>
                </c:pt>
                <c:pt idx="444">
                  <c:v>4.2816318340507795</c:v>
                </c:pt>
                <c:pt idx="445">
                  <c:v>4.2937615228923356</c:v>
                </c:pt>
                <c:pt idx="446">
                  <c:v>4.2577298540679775</c:v>
                </c:pt>
                <c:pt idx="447">
                  <c:v>4.2718024485297477</c:v>
                </c:pt>
                <c:pt idx="448">
                  <c:v>4.2900796841640423</c:v>
                </c:pt>
                <c:pt idx="449">
                  <c:v>4.2938682643919055</c:v>
                </c:pt>
                <c:pt idx="450">
                  <c:v>4.3011890989334818</c:v>
                </c:pt>
                <c:pt idx="451">
                  <c:v>4.3193859755249449</c:v>
                </c:pt>
                <c:pt idx="452">
                  <c:v>4.3195174077119267</c:v>
                </c:pt>
                <c:pt idx="453">
                  <c:v>4.34068423107301</c:v>
                </c:pt>
                <c:pt idx="454">
                  <c:v>4.3600282415740503</c:v>
                </c:pt>
                <c:pt idx="455">
                  <c:v>4.3546084070693274</c:v>
                </c:pt>
                <c:pt idx="456">
                  <c:v>4.3528951019803124</c:v>
                </c:pt>
                <c:pt idx="457">
                  <c:v>4.3489654419079784</c:v>
                </c:pt>
                <c:pt idx="458">
                  <c:v>4.3506302343685768</c:v>
                </c:pt>
                <c:pt idx="459">
                  <c:v>4.3757047933860411</c:v>
                </c:pt>
                <c:pt idx="460">
                  <c:v>4.3807728313186196</c:v>
                </c:pt>
                <c:pt idx="461">
                  <c:v>4.389899058068564</c:v>
                </c:pt>
                <c:pt idx="462">
                  <c:v>4.3928519271127247</c:v>
                </c:pt>
                <c:pt idx="463">
                  <c:v>4.4101342194912485</c:v>
                </c:pt>
                <c:pt idx="464">
                  <c:v>4.4065022650962291</c:v>
                </c:pt>
                <c:pt idx="465">
                  <c:v>4.4084250752402978</c:v>
                </c:pt>
                <c:pt idx="466">
                  <c:v>4.407536622004872</c:v>
                </c:pt>
                <c:pt idx="467">
                  <c:v>4.4300303869204471</c:v>
                </c:pt>
                <c:pt idx="468">
                  <c:v>4.4488721248266048</c:v>
                </c:pt>
                <c:pt idx="469">
                  <c:v>4.4600869551142495</c:v>
                </c:pt>
                <c:pt idx="470">
                  <c:v>4.4576728002906547</c:v>
                </c:pt>
                <c:pt idx="471">
                  <c:v>4.4617508788284397</c:v>
                </c:pt>
                <c:pt idx="472">
                  <c:v>4.4640706146344264</c:v>
                </c:pt>
                <c:pt idx="473">
                  <c:v>4.4642923278626991</c:v>
                </c:pt>
                <c:pt idx="474">
                  <c:v>4.4769777172032903</c:v>
                </c:pt>
                <c:pt idx="475">
                  <c:v>4.4814523098915373</c:v>
                </c:pt>
                <c:pt idx="476">
                  <c:v>4.4840009832380412</c:v>
                </c:pt>
                <c:pt idx="477">
                  <c:v>4.4959649472712089</c:v>
                </c:pt>
                <c:pt idx="478">
                  <c:v>4.5085560547646768</c:v>
                </c:pt>
                <c:pt idx="479">
                  <c:v>4.5054780405141255</c:v>
                </c:pt>
                <c:pt idx="480">
                  <c:v>4.5076990592939543</c:v>
                </c:pt>
                <c:pt idx="481">
                  <c:v>4.5106365652437246</c:v>
                </c:pt>
                <c:pt idx="482">
                  <c:v>4.5345283260253471</c:v>
                </c:pt>
                <c:pt idx="483">
                  <c:v>4.5477213833332542</c:v>
                </c:pt>
                <c:pt idx="484">
                  <c:v>4.5505847257737946</c:v>
                </c:pt>
                <c:pt idx="485">
                  <c:v>4.5424772642206248</c:v>
                </c:pt>
                <c:pt idx="486">
                  <c:v>4.5406918074561666</c:v>
                </c:pt>
                <c:pt idx="487">
                  <c:v>4.5499112644128452</c:v>
                </c:pt>
                <c:pt idx="488">
                  <c:v>4.553136096806516</c:v>
                </c:pt>
                <c:pt idx="489">
                  <c:v>4.5469804798168711</c:v>
                </c:pt>
                <c:pt idx="490">
                  <c:v>4.5506260598134647</c:v>
                </c:pt>
                <c:pt idx="491">
                  <c:v>4.5662603859776274</c:v>
                </c:pt>
                <c:pt idx="492">
                  <c:v>4.5734962205416103</c:v>
                </c:pt>
                <c:pt idx="493">
                  <c:v>4.5747496844392987</c:v>
                </c:pt>
                <c:pt idx="494">
                  <c:v>4.5723372213850251</c:v>
                </c:pt>
                <c:pt idx="495">
                  <c:v>4.5656553726890081</c:v>
                </c:pt>
                <c:pt idx="496">
                  <c:v>4.555385281259392</c:v>
                </c:pt>
                <c:pt idx="497">
                  <c:v>4.5540208007153336</c:v>
                </c:pt>
                <c:pt idx="498">
                  <c:v>4.5693408692969211</c:v>
                </c:pt>
                <c:pt idx="499">
                  <c:v>4.5796852156827574</c:v>
                </c:pt>
                <c:pt idx="500">
                  <c:v>4.5837290473226293</c:v>
                </c:pt>
                <c:pt idx="501">
                  <c:v>4.6027377217097989</c:v>
                </c:pt>
                <c:pt idx="502">
                  <c:v>4.598325130081057</c:v>
                </c:pt>
                <c:pt idx="503">
                  <c:v>4.592985083075475</c:v>
                </c:pt>
                <c:pt idx="504">
                  <c:v>4.5867093047404204</c:v>
                </c:pt>
                <c:pt idx="505">
                  <c:v>4.5911207990052754</c:v>
                </c:pt>
                <c:pt idx="506">
                  <c:v>4.6119859387449651</c:v>
                </c:pt>
                <c:pt idx="507">
                  <c:v>4.6343364062265513</c:v>
                </c:pt>
                <c:pt idx="508">
                  <c:v>4.6468585626892427</c:v>
                </c:pt>
                <c:pt idx="509">
                  <c:v>4.6643810405881068</c:v>
                </c:pt>
                <c:pt idx="510">
                  <c:v>4.6764719330439766</c:v>
                </c:pt>
                <c:pt idx="511">
                  <c:v>4.6843136953664803</c:v>
                </c:pt>
                <c:pt idx="512">
                  <c:v>4.714528512577207</c:v>
                </c:pt>
                <c:pt idx="513">
                  <c:v>4.7621688738769512</c:v>
                </c:pt>
                <c:pt idx="514">
                  <c:v>4.7991333934505844</c:v>
                </c:pt>
                <c:pt idx="515">
                  <c:v>4.84165359203321</c:v>
                </c:pt>
                <c:pt idx="516">
                  <c:v>4.867188060827246</c:v>
                </c:pt>
                <c:pt idx="517">
                  <c:v>4.8808752062243927</c:v>
                </c:pt>
                <c:pt idx="518">
                  <c:v>4.8879072054467283</c:v>
                </c:pt>
                <c:pt idx="519">
                  <c:v>4.8821809778006031</c:v>
                </c:pt>
                <c:pt idx="520">
                  <c:v>4.8880497713047939</c:v>
                </c:pt>
                <c:pt idx="521">
                  <c:v>4.9014009404591388</c:v>
                </c:pt>
                <c:pt idx="522">
                  <c:v>4.9159015068360734</c:v>
                </c:pt>
                <c:pt idx="523">
                  <c:v>4.9329549073975762</c:v>
                </c:pt>
                <c:pt idx="524">
                  <c:v>4.9394083215115243</c:v>
                </c:pt>
                <c:pt idx="525">
                  <c:v>4.9433617578013642</c:v>
                </c:pt>
                <c:pt idx="526">
                  <c:v>4.9402929796968467</c:v>
                </c:pt>
                <c:pt idx="527">
                  <c:v>4.9299042357971627</c:v>
                </c:pt>
                <c:pt idx="528">
                  <c:v>4.9363744761573463</c:v>
                </c:pt>
                <c:pt idx="529">
                  <c:v>4.9402108602994508</c:v>
                </c:pt>
                <c:pt idx="530">
                  <c:v>4.910431239316134</c:v>
                </c:pt>
                <c:pt idx="531">
                  <c:v>4.8951080158133795</c:v>
                </c:pt>
                <c:pt idx="532">
                  <c:v>4.8866079266068398</c:v>
                </c:pt>
                <c:pt idx="533">
                  <c:v>4.8705058490866779</c:v>
                </c:pt>
                <c:pt idx="534">
                  <c:v>4.8637570611936747</c:v>
                </c:pt>
                <c:pt idx="535">
                  <c:v>4.8642713590677964</c:v>
                </c:pt>
                <c:pt idx="536">
                  <c:v>4.8740667034466467</c:v>
                </c:pt>
                <c:pt idx="537">
                  <c:v>4.8970151427985895</c:v>
                </c:pt>
                <c:pt idx="538">
                  <c:v>4.9167271817125773</c:v>
                </c:pt>
                <c:pt idx="539">
                  <c:v>4.9346299419211022</c:v>
                </c:pt>
                <c:pt idx="540">
                  <c:v>4.9322305557864583</c:v>
                </c:pt>
                <c:pt idx="541">
                  <c:v>4.9338667253390547</c:v>
                </c:pt>
                <c:pt idx="542">
                  <c:v>4.9516386249042892</c:v>
                </c:pt>
                <c:pt idx="543">
                  <c:v>4.9863204447030558</c:v>
                </c:pt>
                <c:pt idx="544">
                  <c:v>5.0270478250384976</c:v>
                </c:pt>
                <c:pt idx="545">
                  <c:v>5.0568447295030037</c:v>
                </c:pt>
                <c:pt idx="546">
                  <c:v>5.0771938795992462</c:v>
                </c:pt>
                <c:pt idx="547">
                  <c:v>5.122241764444075</c:v>
                </c:pt>
                <c:pt idx="548">
                  <c:v>5.1677052758603637</c:v>
                </c:pt>
                <c:pt idx="549">
                  <c:v>5.1760973661712164</c:v>
                </c:pt>
                <c:pt idx="550">
                  <c:v>5.2202355363553448</c:v>
                </c:pt>
                <c:pt idx="551">
                  <c:v>5.2628873271571859</c:v>
                </c:pt>
                <c:pt idx="552">
                  <c:v>5.2923103048778648</c:v>
                </c:pt>
                <c:pt idx="553">
                  <c:v>5.3080410161699305</c:v>
                </c:pt>
                <c:pt idx="554">
                  <c:v>5.3093084714571521</c:v>
                </c:pt>
                <c:pt idx="555">
                  <c:v>5.3002096788043342</c:v>
                </c:pt>
                <c:pt idx="556">
                  <c:v>5.2717908804854581</c:v>
                </c:pt>
                <c:pt idx="557">
                  <c:v>5.2364292437599076</c:v>
                </c:pt>
                <c:pt idx="558">
                  <c:v>5.2501485784976847</c:v>
                </c:pt>
                <c:pt idx="559">
                  <c:v>5.2156990340545848</c:v>
                </c:pt>
                <c:pt idx="560">
                  <c:v>5.1533892495100959</c:v>
                </c:pt>
                <c:pt idx="561">
                  <c:v>5.1457513225292377</c:v>
                </c:pt>
                <c:pt idx="562">
                  <c:v>5.1510152856387883</c:v>
                </c:pt>
                <c:pt idx="563">
                  <c:v>5.1176442670007027</c:v>
                </c:pt>
                <c:pt idx="564">
                  <c:v>5.0963218465854201</c:v>
                </c:pt>
                <c:pt idx="565">
                  <c:v>5.0972970372912592</c:v>
                </c:pt>
                <c:pt idx="566">
                  <c:v>5.1124342576155</c:v>
                </c:pt>
                <c:pt idx="567">
                  <c:v>5.1388359182196872</c:v>
                </c:pt>
                <c:pt idx="568">
                  <c:v>5.148951052724037</c:v>
                </c:pt>
                <c:pt idx="569">
                  <c:v>5.1512502129571791</c:v>
                </c:pt>
                <c:pt idx="570">
                  <c:v>5.1495502134052682</c:v>
                </c:pt>
                <c:pt idx="571">
                  <c:v>5.1351611209096557</c:v>
                </c:pt>
                <c:pt idx="572">
                  <c:v>5.0630286493361822</c:v>
                </c:pt>
                <c:pt idx="573">
                  <c:v>5.0477007620369161</c:v>
                </c:pt>
                <c:pt idx="574">
                  <c:v>5.0458121987907596</c:v>
                </c:pt>
                <c:pt idx="575">
                  <c:v>4.98023071527001</c:v>
                </c:pt>
                <c:pt idx="576">
                  <c:v>4.8738355254548642</c:v>
                </c:pt>
                <c:pt idx="577">
                  <c:v>4.7761621837980259</c:v>
                </c:pt>
                <c:pt idx="578">
                  <c:v>4.6984161472706232</c:v>
                </c:pt>
                <c:pt idx="579">
                  <c:v>4.6457977776003716</c:v>
                </c:pt>
                <c:pt idx="580">
                  <c:v>4.5292380261825533</c:v>
                </c:pt>
                <c:pt idx="581">
                  <c:v>4.5738902198998339</c:v>
                </c:pt>
                <c:pt idx="582">
                  <c:v>4.4656562140013198</c:v>
                </c:pt>
                <c:pt idx="583">
                  <c:v>4.2204917708225027</c:v>
                </c:pt>
                <c:pt idx="584">
                  <c:v>3.290632298327151</c:v>
                </c:pt>
                <c:pt idx="585">
                  <c:v>3.0672952915682123</c:v>
                </c:pt>
                <c:pt idx="586">
                  <c:v>3.9209358294063712</c:v>
                </c:pt>
                <c:pt idx="587">
                  <c:v>4.2240104909816356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14F-48C8-BF04-9E4E678005A5}"/>
            </c:ext>
          </c:extLst>
        </c:ser>
        <c:ser>
          <c:idx val="4"/>
          <c:order val="4"/>
          <c:tx>
            <c:strRef>
              <c:f>Sheet2!$F$1</c:f>
              <c:strCache>
                <c:ptCount val="1"/>
                <c:pt idx="0">
                  <c:v>S5_z/O-PTIR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Sheet2!$F$2:$F$589</c:f>
              <c:numCache>
                <c:formatCode>General</c:formatCode>
                <c:ptCount val="588"/>
                <c:pt idx="0">
                  <c:v>5.0260658983569817</c:v>
                </c:pt>
                <c:pt idx="1">
                  <c:v>5.0371074628769836</c:v>
                </c:pt>
                <c:pt idx="2">
                  <c:v>5.0624068109728029</c:v>
                </c:pt>
                <c:pt idx="3">
                  <c:v>5.1560375432768319</c:v>
                </c:pt>
                <c:pt idx="4">
                  <c:v>5.1955270142488335</c:v>
                </c:pt>
                <c:pt idx="5">
                  <c:v>5.229230272769116</c:v>
                </c:pt>
                <c:pt idx="6">
                  <c:v>5.2531253126938706</c:v>
                </c:pt>
                <c:pt idx="7">
                  <c:v>5.2935587564289861</c:v>
                </c:pt>
                <c:pt idx="8">
                  <c:v>5.312928390602174</c:v>
                </c:pt>
                <c:pt idx="9">
                  <c:v>5.3092590906361945</c:v>
                </c:pt>
                <c:pt idx="10">
                  <c:v>5.3122762362664853</c:v>
                </c:pt>
                <c:pt idx="11">
                  <c:v>5.3215887600312195</c:v>
                </c:pt>
                <c:pt idx="12">
                  <c:v>5.3300788989173284</c:v>
                </c:pt>
                <c:pt idx="13">
                  <c:v>5.3447824651283797</c:v>
                </c:pt>
                <c:pt idx="14">
                  <c:v>5.3414582291020434</c:v>
                </c:pt>
                <c:pt idx="15">
                  <c:v>5.3363385799195502</c:v>
                </c:pt>
                <c:pt idx="16">
                  <c:v>5.346344258440233</c:v>
                </c:pt>
                <c:pt idx="17">
                  <c:v>5.359150798495067</c:v>
                </c:pt>
                <c:pt idx="18">
                  <c:v>5.3737554533810963</c:v>
                </c:pt>
                <c:pt idx="19">
                  <c:v>5.3956725920070445</c:v>
                </c:pt>
                <c:pt idx="20">
                  <c:v>5.4215135884248236</c:v>
                </c:pt>
                <c:pt idx="21">
                  <c:v>5.4443067701975227</c:v>
                </c:pt>
                <c:pt idx="22">
                  <c:v>5.4527870279573332</c:v>
                </c:pt>
                <c:pt idx="23">
                  <c:v>5.4518940743260824</c:v>
                </c:pt>
                <c:pt idx="24">
                  <c:v>5.4647814645079951</c:v>
                </c:pt>
                <c:pt idx="25">
                  <c:v>5.4764753647261299</c:v>
                </c:pt>
                <c:pt idx="26">
                  <c:v>5.4833528287538273</c:v>
                </c:pt>
                <c:pt idx="27">
                  <c:v>5.4946208149052413</c:v>
                </c:pt>
                <c:pt idx="28">
                  <c:v>5.5025888050591361</c:v>
                </c:pt>
                <c:pt idx="29">
                  <c:v>5.511733124537213</c:v>
                </c:pt>
                <c:pt idx="30">
                  <c:v>5.5239498489063221</c:v>
                </c:pt>
                <c:pt idx="31">
                  <c:v>5.535016210050232</c:v>
                </c:pt>
                <c:pt idx="32">
                  <c:v>5.5443263823570614</c:v>
                </c:pt>
                <c:pt idx="33">
                  <c:v>5.5579072024655289</c:v>
                </c:pt>
                <c:pt idx="34">
                  <c:v>5.5676118193279835</c:v>
                </c:pt>
                <c:pt idx="35">
                  <c:v>5.5839393924233027</c:v>
                </c:pt>
                <c:pt idx="36">
                  <c:v>5.6021857551682048</c:v>
                </c:pt>
                <c:pt idx="37">
                  <c:v>5.6267342752506551</c:v>
                </c:pt>
                <c:pt idx="38">
                  <c:v>5.6517606415977903</c:v>
                </c:pt>
                <c:pt idx="39">
                  <c:v>5.6770346614901239</c:v>
                </c:pt>
                <c:pt idx="40">
                  <c:v>5.7066813424323088</c:v>
                </c:pt>
                <c:pt idx="41">
                  <c:v>5.7368821169124864</c:v>
                </c:pt>
                <c:pt idx="42">
                  <c:v>5.7667267205667514</c:v>
                </c:pt>
                <c:pt idx="43">
                  <c:v>5.790378934939663</c:v>
                </c:pt>
                <c:pt idx="44">
                  <c:v>5.8103781344433552</c:v>
                </c:pt>
                <c:pt idx="45">
                  <c:v>5.8403626248273932</c:v>
                </c:pt>
                <c:pt idx="46">
                  <c:v>5.8621162120514718</c:v>
                </c:pt>
                <c:pt idx="47">
                  <c:v>5.8811581180331807</c:v>
                </c:pt>
                <c:pt idx="48">
                  <c:v>5.89777622125718</c:v>
                </c:pt>
                <c:pt idx="49">
                  <c:v>5.9122177750205127</c:v>
                </c:pt>
                <c:pt idx="50">
                  <c:v>5.9313454341691854</c:v>
                </c:pt>
                <c:pt idx="51">
                  <c:v>5.9399796874061916</c:v>
                </c:pt>
                <c:pt idx="52">
                  <c:v>5.9522088694990893</c:v>
                </c:pt>
                <c:pt idx="53">
                  <c:v>5.9653783345674327</c:v>
                </c:pt>
                <c:pt idx="54">
                  <c:v>5.9796741980027619</c:v>
                </c:pt>
                <c:pt idx="55">
                  <c:v>5.9939362404690906</c:v>
                </c:pt>
                <c:pt idx="56">
                  <c:v>6.0070273569613164</c:v>
                </c:pt>
                <c:pt idx="57">
                  <c:v>6.0201394864816189</c:v>
                </c:pt>
                <c:pt idx="58">
                  <c:v>6.0281317416798412</c:v>
                </c:pt>
                <c:pt idx="59">
                  <c:v>6.030853028877905</c:v>
                </c:pt>
                <c:pt idx="60">
                  <c:v>6.0307511657227488</c:v>
                </c:pt>
                <c:pt idx="61">
                  <c:v>6.0308093017670963</c:v>
                </c:pt>
                <c:pt idx="62">
                  <c:v>6.0285321899577742</c:v>
                </c:pt>
                <c:pt idx="63">
                  <c:v>6.0209883127539072</c:v>
                </c:pt>
                <c:pt idx="64">
                  <c:v>6.0196306710160297</c:v>
                </c:pt>
                <c:pt idx="65">
                  <c:v>6.0241674838399808</c:v>
                </c:pt>
                <c:pt idx="66">
                  <c:v>6.0294406532049871</c:v>
                </c:pt>
                <c:pt idx="67">
                  <c:v>6.0336282495146998</c:v>
                </c:pt>
                <c:pt idx="68">
                  <c:v>6.0424683303648266</c:v>
                </c:pt>
                <c:pt idx="69">
                  <c:v>6.0463508375192623</c:v>
                </c:pt>
                <c:pt idx="70">
                  <c:v>6.0499007384578389</c:v>
                </c:pt>
                <c:pt idx="71">
                  <c:v>6.0502477536072323</c:v>
                </c:pt>
                <c:pt idx="72">
                  <c:v>6.0570877944325439</c:v>
                </c:pt>
                <c:pt idx="73">
                  <c:v>6.0519527106806237</c:v>
                </c:pt>
                <c:pt idx="74">
                  <c:v>6.0342609417839057</c:v>
                </c:pt>
                <c:pt idx="75">
                  <c:v>6.0195726350337218</c:v>
                </c:pt>
                <c:pt idx="76">
                  <c:v>6.0059711020832918</c:v>
                </c:pt>
                <c:pt idx="77">
                  <c:v>5.9939592547379377</c:v>
                </c:pt>
                <c:pt idx="78">
                  <c:v>5.9796095579259143</c:v>
                </c:pt>
                <c:pt idx="79">
                  <c:v>5.9679478276531448</c:v>
                </c:pt>
                <c:pt idx="80">
                  <c:v>5.9606935299885926</c:v>
                </c:pt>
                <c:pt idx="81">
                  <c:v>5.9529735435970306</c:v>
                </c:pt>
                <c:pt idx="82">
                  <c:v>5.9454760951790115</c:v>
                </c:pt>
                <c:pt idx="83">
                  <c:v>5.9424166983529796</c:v>
                </c:pt>
                <c:pt idx="84">
                  <c:v>5.9369454061518141</c:v>
                </c:pt>
                <c:pt idx="85">
                  <c:v>5.9314567031559573</c:v>
                </c:pt>
                <c:pt idx="86">
                  <c:v>5.9281760691628804</c:v>
                </c:pt>
                <c:pt idx="87">
                  <c:v>5.9237895495207038</c:v>
                </c:pt>
                <c:pt idx="88">
                  <c:v>5.9160355420360622</c:v>
                </c:pt>
                <c:pt idx="89">
                  <c:v>5.9066821429286156</c:v>
                </c:pt>
                <c:pt idx="90">
                  <c:v>5.9025881046248676</c:v>
                </c:pt>
                <c:pt idx="91">
                  <c:v>5.8966499229522302</c:v>
                </c:pt>
                <c:pt idx="92">
                  <c:v>5.8880432868378394</c:v>
                </c:pt>
                <c:pt idx="93">
                  <c:v>5.8649574736336527</c:v>
                </c:pt>
                <c:pt idx="94">
                  <c:v>5.8418908723408522</c:v>
                </c:pt>
                <c:pt idx="95">
                  <c:v>5.8266800416258082</c:v>
                </c:pt>
                <c:pt idx="96">
                  <c:v>5.8130184214212814</c:v>
                </c:pt>
                <c:pt idx="97">
                  <c:v>5.7960072244791778</c:v>
                </c:pt>
                <c:pt idx="98">
                  <c:v>5.7733808461245975</c:v>
                </c:pt>
                <c:pt idx="99">
                  <c:v>5.7585022213772543</c:v>
                </c:pt>
                <c:pt idx="100">
                  <c:v>5.7442796033540802</c:v>
                </c:pt>
                <c:pt idx="101">
                  <c:v>5.7306426984730541</c:v>
                </c:pt>
                <c:pt idx="102">
                  <c:v>5.712273859793072</c:v>
                </c:pt>
                <c:pt idx="103">
                  <c:v>5.7003602733694896</c:v>
                </c:pt>
                <c:pt idx="104">
                  <c:v>5.6959518401408875</c:v>
                </c:pt>
                <c:pt idx="105">
                  <c:v>5.6893324361103881</c:v>
                </c:pt>
                <c:pt idx="106">
                  <c:v>5.6798960855730547</c:v>
                </c:pt>
                <c:pt idx="107">
                  <c:v>5.6704835498008768</c:v>
                </c:pt>
                <c:pt idx="108">
                  <c:v>5.6619809281754687</c:v>
                </c:pt>
                <c:pt idx="109">
                  <c:v>5.6487743400908563</c:v>
                </c:pt>
                <c:pt idx="110">
                  <c:v>5.6346419780263757</c:v>
                </c:pt>
                <c:pt idx="111">
                  <c:v>5.6216019432047872</c:v>
                </c:pt>
                <c:pt idx="112">
                  <c:v>5.6063327763213202</c:v>
                </c:pt>
                <c:pt idx="113">
                  <c:v>5.5879333686885868</c:v>
                </c:pt>
                <c:pt idx="114">
                  <c:v>5.5751517440813307</c:v>
                </c:pt>
                <c:pt idx="115">
                  <c:v>5.5630313294242431</c:v>
                </c:pt>
                <c:pt idx="116">
                  <c:v>5.5527101803117933</c:v>
                </c:pt>
                <c:pt idx="117">
                  <c:v>5.53928605735556</c:v>
                </c:pt>
                <c:pt idx="118">
                  <c:v>5.5238536892873586</c:v>
                </c:pt>
                <c:pt idx="119">
                  <c:v>5.5148659668994782</c:v>
                </c:pt>
                <c:pt idx="120">
                  <c:v>5.5075230142688465</c:v>
                </c:pt>
                <c:pt idx="121">
                  <c:v>5.4937274109948167</c:v>
                </c:pt>
                <c:pt idx="122">
                  <c:v>5.4807519161880371</c:v>
                </c:pt>
                <c:pt idx="123">
                  <c:v>5.4716745382136933</c:v>
                </c:pt>
                <c:pt idx="124">
                  <c:v>5.4644079329184096</c:v>
                </c:pt>
                <c:pt idx="125">
                  <c:v>5.4612936520642803</c:v>
                </c:pt>
                <c:pt idx="126">
                  <c:v>5.4597575496808028</c:v>
                </c:pt>
                <c:pt idx="127">
                  <c:v>5.4595631291400668</c:v>
                </c:pt>
                <c:pt idx="128">
                  <c:v>5.4652970841921986</c:v>
                </c:pt>
                <c:pt idx="129">
                  <c:v>5.4670481698653166</c:v>
                </c:pt>
                <c:pt idx="130">
                  <c:v>5.4679526806620107</c:v>
                </c:pt>
                <c:pt idx="131">
                  <c:v>5.4718110228341565</c:v>
                </c:pt>
                <c:pt idx="132">
                  <c:v>5.4798539094238423</c:v>
                </c:pt>
                <c:pt idx="133">
                  <c:v>5.4848685685124776</c:v>
                </c:pt>
                <c:pt idx="134">
                  <c:v>5.4928208489263346</c:v>
                </c:pt>
                <c:pt idx="135">
                  <c:v>5.5102403990474089</c:v>
                </c:pt>
                <c:pt idx="136">
                  <c:v>5.5201381856751182</c:v>
                </c:pt>
                <c:pt idx="137">
                  <c:v>5.534356200844524</c:v>
                </c:pt>
                <c:pt idx="138">
                  <c:v>5.5578059396826038</c:v>
                </c:pt>
                <c:pt idx="139">
                  <c:v>5.5731577578098417</c:v>
                </c:pt>
                <c:pt idx="140">
                  <c:v>5.5869152874782371</c:v>
                </c:pt>
                <c:pt idx="141">
                  <c:v>5.599314575036523</c:v>
                </c:pt>
                <c:pt idx="142">
                  <c:v>5.6200793992275209</c:v>
                </c:pt>
                <c:pt idx="143">
                  <c:v>5.6579484280253762</c:v>
                </c:pt>
                <c:pt idx="144">
                  <c:v>5.7002071784506398</c:v>
                </c:pt>
                <c:pt idx="145">
                  <c:v>5.7294107846865057</c:v>
                </c:pt>
                <c:pt idx="146">
                  <c:v>5.7670716344133357</c:v>
                </c:pt>
                <c:pt idx="147">
                  <c:v>5.7964186295503213</c:v>
                </c:pt>
                <c:pt idx="148">
                  <c:v>5.8212031959815089</c:v>
                </c:pt>
                <c:pt idx="149">
                  <c:v>5.8453611238968159</c:v>
                </c:pt>
                <c:pt idx="150">
                  <c:v>5.8728058396205647</c:v>
                </c:pt>
                <c:pt idx="151">
                  <c:v>5.8909280754067517</c:v>
                </c:pt>
                <c:pt idx="152">
                  <c:v>5.9096452800736454</c:v>
                </c:pt>
                <c:pt idx="153">
                  <c:v>5.9126303308050989</c:v>
                </c:pt>
                <c:pt idx="154">
                  <c:v>5.9188690988412826</c:v>
                </c:pt>
                <c:pt idx="155">
                  <c:v>5.9367901098681184</c:v>
                </c:pt>
                <c:pt idx="156">
                  <c:v>5.9465190418059199</c:v>
                </c:pt>
                <c:pt idx="157">
                  <c:v>5.9376713562408696</c:v>
                </c:pt>
                <c:pt idx="158">
                  <c:v>5.9293025675919075</c:v>
                </c:pt>
                <c:pt idx="159">
                  <c:v>5.9261957413596438</c:v>
                </c:pt>
                <c:pt idx="160">
                  <c:v>5.9172964237827461</c:v>
                </c:pt>
                <c:pt idx="161">
                  <c:v>5.9067658948548099</c:v>
                </c:pt>
                <c:pt idx="162">
                  <c:v>5.8931395465188423</c:v>
                </c:pt>
                <c:pt idx="163">
                  <c:v>5.875990414056715</c:v>
                </c:pt>
                <c:pt idx="164">
                  <c:v>5.8568333366687346</c:v>
                </c:pt>
                <c:pt idx="165">
                  <c:v>5.8389247333346672</c:v>
                </c:pt>
                <c:pt idx="166">
                  <c:v>5.8308305649502694</c:v>
                </c:pt>
                <c:pt idx="167">
                  <c:v>5.8293011667233685</c:v>
                </c:pt>
                <c:pt idx="168">
                  <c:v>5.8213368288338776</c:v>
                </c:pt>
                <c:pt idx="169">
                  <c:v>5.8020727350957593</c:v>
                </c:pt>
                <c:pt idx="170">
                  <c:v>5.7937852968840682</c:v>
                </c:pt>
                <c:pt idx="171">
                  <c:v>5.7869393523984876</c:v>
                </c:pt>
                <c:pt idx="172">
                  <c:v>5.7798282435109769</c:v>
                </c:pt>
                <c:pt idx="173">
                  <c:v>5.7759942164141771</c:v>
                </c:pt>
                <c:pt idx="174">
                  <c:v>5.7665224439152274</c:v>
                </c:pt>
                <c:pt idx="175">
                  <c:v>5.7536372550981607</c:v>
                </c:pt>
                <c:pt idx="176">
                  <c:v>5.7502872781124301</c:v>
                </c:pt>
                <c:pt idx="177">
                  <c:v>5.7514020192519357</c:v>
                </c:pt>
                <c:pt idx="178">
                  <c:v>5.7500765474594253</c:v>
                </c:pt>
                <c:pt idx="179">
                  <c:v>5.7553563209189695</c:v>
                </c:pt>
                <c:pt idx="180">
                  <c:v>5.7555853629250144</c:v>
                </c:pt>
                <c:pt idx="181">
                  <c:v>5.7535077748203882</c:v>
                </c:pt>
                <c:pt idx="182">
                  <c:v>5.7598210390442075</c:v>
                </c:pt>
                <c:pt idx="183">
                  <c:v>5.7649518201284797</c:v>
                </c:pt>
                <c:pt idx="184">
                  <c:v>5.7723025275670921</c:v>
                </c:pt>
                <c:pt idx="185">
                  <c:v>5.7856137305129183</c:v>
                </c:pt>
                <c:pt idx="186">
                  <c:v>5.794417989153275</c:v>
                </c:pt>
                <c:pt idx="187">
                  <c:v>5.8038125637895499</c:v>
                </c:pt>
                <c:pt idx="188">
                  <c:v>5.8189612559787074</c:v>
                </c:pt>
                <c:pt idx="189">
                  <c:v>5.825850077047769</c:v>
                </c:pt>
                <c:pt idx="190">
                  <c:v>5.8299311072865176</c:v>
                </c:pt>
                <c:pt idx="191">
                  <c:v>5.8334761552162337</c:v>
                </c:pt>
                <c:pt idx="192">
                  <c:v>5.8405287278112432</c:v>
                </c:pt>
                <c:pt idx="193">
                  <c:v>5.8419478076407376</c:v>
                </c:pt>
                <c:pt idx="194">
                  <c:v>5.8405263263223199</c:v>
                </c:pt>
                <c:pt idx="195">
                  <c:v>5.8506990334007085</c:v>
                </c:pt>
                <c:pt idx="196">
                  <c:v>5.8648877303928444</c:v>
                </c:pt>
                <c:pt idx="197">
                  <c:v>5.8837865476595486</c:v>
                </c:pt>
                <c:pt idx="198">
                  <c:v>5.9110557545678315</c:v>
                </c:pt>
                <c:pt idx="199">
                  <c:v>5.9477636134403333</c:v>
                </c:pt>
                <c:pt idx="200">
                  <c:v>5.9849029398226907</c:v>
                </c:pt>
                <c:pt idx="201">
                  <c:v>6.0244422541976022</c:v>
                </c:pt>
                <c:pt idx="202">
                  <c:v>6.0850902559586899</c:v>
                </c:pt>
                <c:pt idx="203">
                  <c:v>6.1457710780684005</c:v>
                </c:pt>
                <c:pt idx="204">
                  <c:v>6.1930674017891132</c:v>
                </c:pt>
                <c:pt idx="205">
                  <c:v>6.2396231663631472</c:v>
                </c:pt>
                <c:pt idx="206">
                  <c:v>6.2805977706177822</c:v>
                </c:pt>
                <c:pt idx="207">
                  <c:v>6.2981475514819198</c:v>
                </c:pt>
                <c:pt idx="208">
                  <c:v>6.2912156537052946</c:v>
                </c:pt>
                <c:pt idx="209">
                  <c:v>6.2607559687005914</c:v>
                </c:pt>
                <c:pt idx="210">
                  <c:v>6.2165648702195337</c:v>
                </c:pt>
                <c:pt idx="211">
                  <c:v>6.1693242810542515</c:v>
                </c:pt>
                <c:pt idx="212">
                  <c:v>6.1242181152314457</c:v>
                </c:pt>
                <c:pt idx="213">
                  <c:v>6.0926867657947952</c:v>
                </c:pt>
                <c:pt idx="214">
                  <c:v>6.0784558426224304</c:v>
                </c:pt>
                <c:pt idx="215">
                  <c:v>6.076294702715682</c:v>
                </c:pt>
                <c:pt idx="216">
                  <c:v>6.084237527266902</c:v>
                </c:pt>
                <c:pt idx="217">
                  <c:v>6.1074255038123688</c:v>
                </c:pt>
                <c:pt idx="218">
                  <c:v>6.1273476555464388</c:v>
                </c:pt>
                <c:pt idx="219">
                  <c:v>6.1544587644339535</c:v>
                </c:pt>
                <c:pt idx="220">
                  <c:v>6.1921529348195854</c:v>
                </c:pt>
                <c:pt idx="221">
                  <c:v>6.2105365326502415</c:v>
                </c:pt>
                <c:pt idx="222">
                  <c:v>6.2259574936460558</c:v>
                </c:pt>
                <c:pt idx="223">
                  <c:v>6.2263330264764134</c:v>
                </c:pt>
                <c:pt idx="224">
                  <c:v>6.2251573975865071</c:v>
                </c:pt>
                <c:pt idx="225">
                  <c:v>6.2270559747043217</c:v>
                </c:pt>
                <c:pt idx="226">
                  <c:v>6.2365756769196885</c:v>
                </c:pt>
                <c:pt idx="227">
                  <c:v>6.2408689387420164</c:v>
                </c:pt>
                <c:pt idx="228">
                  <c:v>6.2323294442554387</c:v>
                </c:pt>
                <c:pt idx="229">
                  <c:v>6.2307652744701683</c:v>
                </c:pt>
                <c:pt idx="230">
                  <c:v>6.2413181172326855</c:v>
                </c:pt>
                <c:pt idx="231">
                  <c:v>6.24160019211911</c:v>
                </c:pt>
                <c:pt idx="232">
                  <c:v>6.2520958994576619</c:v>
                </c:pt>
                <c:pt idx="233">
                  <c:v>6.2569297964738144</c:v>
                </c:pt>
                <c:pt idx="234">
                  <c:v>6.2562675859032586</c:v>
                </c:pt>
                <c:pt idx="235">
                  <c:v>6.2583985070743857</c:v>
                </c:pt>
                <c:pt idx="236">
                  <c:v>6.2417429806479969</c:v>
                </c:pt>
                <c:pt idx="237">
                  <c:v>6.2132709279753398</c:v>
                </c:pt>
                <c:pt idx="238">
                  <c:v>6.1759856110788673</c:v>
                </c:pt>
                <c:pt idx="239">
                  <c:v>6.1439009185695141</c:v>
                </c:pt>
                <c:pt idx="240">
                  <c:v>6.1183987071984607</c:v>
                </c:pt>
                <c:pt idx="241">
                  <c:v>6.0894154375712937</c:v>
                </c:pt>
                <c:pt idx="242">
                  <c:v>6.0668372390882386</c:v>
                </c:pt>
                <c:pt idx="243">
                  <c:v>6.0385922271808514</c:v>
                </c:pt>
                <c:pt idx="244">
                  <c:v>6.0136406572074685</c:v>
                </c:pt>
                <c:pt idx="245">
                  <c:v>5.9965684724529211</c:v>
                </c:pt>
                <c:pt idx="246">
                  <c:v>5.9770574756348944</c:v>
                </c:pt>
                <c:pt idx="247">
                  <c:v>5.969691708859493</c:v>
                </c:pt>
                <c:pt idx="248">
                  <c:v>5.9825420760871744</c:v>
                </c:pt>
                <c:pt idx="249">
                  <c:v>5.9886002321439298</c:v>
                </c:pt>
                <c:pt idx="250">
                  <c:v>5.9834193199783865</c:v>
                </c:pt>
                <c:pt idx="251">
                  <c:v>6.0079750445276074</c:v>
                </c:pt>
                <c:pt idx="252">
                  <c:v>6.0175787988552898</c:v>
                </c:pt>
                <c:pt idx="253">
                  <c:v>6.0178591726870669</c:v>
                </c:pt>
                <c:pt idx="254">
                  <c:v>6.0228131441493726</c:v>
                </c:pt>
                <c:pt idx="255">
                  <c:v>6.0201646020532742</c:v>
                </c:pt>
                <c:pt idx="256">
                  <c:v>6.0354785967299724</c:v>
                </c:pt>
                <c:pt idx="257">
                  <c:v>6.0234681502531568</c:v>
                </c:pt>
                <c:pt idx="258">
                  <c:v>6.0116434189197312</c:v>
                </c:pt>
                <c:pt idx="259">
                  <c:v>6</c:v>
                </c:pt>
                <c:pt idx="260">
                  <c:v>6.0094874822389883</c:v>
                </c:pt>
                <c:pt idx="261">
                  <c:v>6.0241928995977512</c:v>
                </c:pt>
                <c:pt idx="262">
                  <c:v>6.000926174228022</c:v>
                </c:pt>
                <c:pt idx="263">
                  <c:v>5.9696596890071847</c:v>
                </c:pt>
                <c:pt idx="264">
                  <c:v>5.950189517500851</c:v>
                </c:pt>
                <c:pt idx="265">
                  <c:v>5.9608530288779038</c:v>
                </c:pt>
                <c:pt idx="266">
                  <c:v>5.9450788488863102</c:v>
                </c:pt>
                <c:pt idx="267">
                  <c:v>5.9090769276951711</c:v>
                </c:pt>
                <c:pt idx="268">
                  <c:v>5.8789084232223976</c:v>
                </c:pt>
                <c:pt idx="269">
                  <c:v>5.8666642318237301</c:v>
                </c:pt>
                <c:pt idx="270">
                  <c:v>5.8486252476535459</c:v>
                </c:pt>
                <c:pt idx="271">
                  <c:v>5.8230776081170328</c:v>
                </c:pt>
                <c:pt idx="272">
                  <c:v>5.8034724529208113</c:v>
                </c:pt>
                <c:pt idx="273">
                  <c:v>5.8121437291120497</c:v>
                </c:pt>
                <c:pt idx="274">
                  <c:v>5.8267688466849457</c:v>
                </c:pt>
                <c:pt idx="275">
                  <c:v>5.8425748964357904</c:v>
                </c:pt>
                <c:pt idx="276">
                  <c:v>5.8674008885509021</c:v>
                </c:pt>
                <c:pt idx="277">
                  <c:v>5.8855349316576282</c:v>
                </c:pt>
                <c:pt idx="278">
                  <c:v>5.9466846444795767</c:v>
                </c:pt>
                <c:pt idx="279">
                  <c:v>5.9849478676779606</c:v>
                </c:pt>
                <c:pt idx="280">
                  <c:v>6.0186444595649302</c:v>
                </c:pt>
                <c:pt idx="281">
                  <c:v>6.0848928335568075</c:v>
                </c:pt>
                <c:pt idx="282">
                  <c:v>6.1687147031159348</c:v>
                </c:pt>
                <c:pt idx="283">
                  <c:v>6.2335858232103911</c:v>
                </c:pt>
                <c:pt idx="284">
                  <c:v>6.2799629770457654</c:v>
                </c:pt>
                <c:pt idx="285">
                  <c:v>6.2875825011507107</c:v>
                </c:pt>
                <c:pt idx="286">
                  <c:v>6.3800786487622361</c:v>
                </c:pt>
                <c:pt idx="287">
                  <c:v>6.5368966759390847</c:v>
                </c:pt>
                <c:pt idx="288">
                  <c:v>6.6055163201184728</c:v>
                </c:pt>
                <c:pt idx="289">
                  <c:v>6.6774290059837131</c:v>
                </c:pt>
                <c:pt idx="290">
                  <c:v>6.7319225920070469</c:v>
                </c:pt>
                <c:pt idx="291">
                  <c:v>6.8311739278352572</c:v>
                </c:pt>
                <c:pt idx="292">
                  <c:v>6.8328187476235271</c:v>
                </c:pt>
                <c:pt idx="293">
                  <c:v>6.9708705397346389</c:v>
                </c:pt>
                <c:pt idx="294">
                  <c:v>7.0068578518681601</c:v>
                </c:pt>
                <c:pt idx="295">
                  <c:v>7.0262000440272931</c:v>
                </c:pt>
                <c:pt idx="296">
                  <c:v>7.0587276111188952</c:v>
                </c:pt>
                <c:pt idx="297">
                  <c:v>7.072922812143525</c:v>
                </c:pt>
                <c:pt idx="298">
                  <c:v>7.0922786127398956</c:v>
                </c:pt>
                <c:pt idx="299">
                  <c:v>7.2057899897936775</c:v>
                </c:pt>
                <c:pt idx="300">
                  <c:v>7.2263199183493825</c:v>
                </c:pt>
                <c:pt idx="301">
                  <c:v>7.1728619744241389</c:v>
                </c:pt>
                <c:pt idx="302">
                  <c:v>7.1587824451159765</c:v>
                </c:pt>
                <c:pt idx="303">
                  <c:v>7.3147927715183378</c:v>
                </c:pt>
                <c:pt idx="304">
                  <c:v>7.3836142408293188</c:v>
                </c:pt>
                <c:pt idx="305">
                  <c:v>7.3995275070543736</c:v>
                </c:pt>
                <c:pt idx="306">
                  <c:v>7.3314917248694194</c:v>
                </c:pt>
                <c:pt idx="307">
                  <c:v>7.333803358082009</c:v>
                </c:pt>
                <c:pt idx="308">
                  <c:v>7.3397728591726885</c:v>
                </c:pt>
                <c:pt idx="309">
                  <c:v>7.3354918049190543</c:v>
                </c:pt>
                <c:pt idx="310">
                  <c:v>7.3610574556224844</c:v>
                </c:pt>
                <c:pt idx="311">
                  <c:v>7.3361618203286021</c:v>
                </c:pt>
                <c:pt idx="312">
                  <c:v>7.4867125617883055</c:v>
                </c:pt>
                <c:pt idx="313">
                  <c:v>7.4587704376713546</c:v>
                </c:pt>
                <c:pt idx="314">
                  <c:v>7.400103264023695</c:v>
                </c:pt>
                <c:pt idx="315">
                  <c:v>7.4153791350637448</c:v>
                </c:pt>
                <c:pt idx="316">
                  <c:v>7.3739046208649413</c:v>
                </c:pt>
                <c:pt idx="317">
                  <c:v>7.4526246272689125</c:v>
                </c:pt>
                <c:pt idx="318">
                  <c:v>7.4858128039384413</c:v>
                </c:pt>
                <c:pt idx="319">
                  <c:v>7.4647977746202683</c:v>
                </c:pt>
                <c:pt idx="320">
                  <c:v>7.5052372470932021</c:v>
                </c:pt>
                <c:pt idx="321">
                  <c:v>7.6487528267525891</c:v>
                </c:pt>
                <c:pt idx="322">
                  <c:v>7.6763369288959167</c:v>
                </c:pt>
                <c:pt idx="323">
                  <c:v>7.6989605555444403</c:v>
                </c:pt>
                <c:pt idx="324">
                  <c:v>7.7396285697132186</c:v>
                </c:pt>
                <c:pt idx="325">
                  <c:v>7.7912523764734116</c:v>
                </c:pt>
                <c:pt idx="326">
                  <c:v>7.8367119614160767</c:v>
                </c:pt>
                <c:pt idx="327">
                  <c:v>7.8900808501270774</c:v>
                </c:pt>
                <c:pt idx="328">
                  <c:v>7.9423698693189824</c:v>
                </c:pt>
                <c:pt idx="329">
                  <c:v>7.9749410634593492</c:v>
                </c:pt>
                <c:pt idx="330">
                  <c:v>8.0142748504072578</c:v>
                </c:pt>
                <c:pt idx="331">
                  <c:v>8.0291438691989043</c:v>
                </c:pt>
                <c:pt idx="332">
                  <c:v>8.0149230522924171</c:v>
                </c:pt>
                <c:pt idx="333">
                  <c:v>7.9815081350437271</c:v>
                </c:pt>
                <c:pt idx="334">
                  <c:v>7.9604276651523911</c:v>
                </c:pt>
                <c:pt idx="335">
                  <c:v>7.9133218595529202</c:v>
                </c:pt>
                <c:pt idx="336">
                  <c:v>7.8662368668574487</c:v>
                </c:pt>
                <c:pt idx="337">
                  <c:v>7.8404306670135462</c:v>
                </c:pt>
                <c:pt idx="338">
                  <c:v>7.8056775200624413</c:v>
                </c:pt>
                <c:pt idx="339">
                  <c:v>7.7368762632832393</c:v>
                </c:pt>
                <c:pt idx="340">
                  <c:v>7.675419760251355</c:v>
                </c:pt>
                <c:pt idx="341">
                  <c:v>7.734303268026177</c:v>
                </c:pt>
                <c:pt idx="342">
                  <c:v>7.7073183373691663</c:v>
                </c:pt>
                <c:pt idx="343">
                  <c:v>7.6510346414777155</c:v>
                </c:pt>
                <c:pt idx="344">
                  <c:v>7.7527855270267612</c:v>
                </c:pt>
                <c:pt idx="345">
                  <c:v>7.7846510836718803</c:v>
                </c:pt>
                <c:pt idx="346">
                  <c:v>7.8377502051271755</c:v>
                </c:pt>
                <c:pt idx="347">
                  <c:v>7.8982629230122736</c:v>
                </c:pt>
                <c:pt idx="348">
                  <c:v>7.9011521143108769</c:v>
                </c:pt>
                <c:pt idx="349">
                  <c:v>7.8268376393363885</c:v>
                </c:pt>
                <c:pt idx="350">
                  <c:v>7.8909125657907921</c:v>
                </c:pt>
                <c:pt idx="351">
                  <c:v>8.0025834017090585</c:v>
                </c:pt>
                <c:pt idx="352">
                  <c:v>7.9667437811443076</c:v>
                </c:pt>
                <c:pt idx="353">
                  <c:v>7.9312409694010331</c:v>
                </c:pt>
                <c:pt idx="354">
                  <c:v>7.8765576657527632</c:v>
                </c:pt>
                <c:pt idx="355">
                  <c:v>7.8495583261622199</c:v>
                </c:pt>
                <c:pt idx="356">
                  <c:v>7.9826262282615197</c:v>
                </c:pt>
                <c:pt idx="357">
                  <c:v>7.9516392163141187</c:v>
                </c:pt>
                <c:pt idx="358">
                  <c:v>7.8562612819948345</c:v>
                </c:pt>
                <c:pt idx="359">
                  <c:v>8.03928415617683</c:v>
                </c:pt>
                <c:pt idx="360">
                  <c:v>8.0363391302607585</c:v>
                </c:pt>
                <c:pt idx="361">
                  <c:v>7.9529444255438406</c:v>
                </c:pt>
                <c:pt idx="362">
                  <c:v>7.8747265304488785</c:v>
                </c:pt>
                <c:pt idx="363">
                  <c:v>7.7977608117032515</c:v>
                </c:pt>
                <c:pt idx="364">
                  <c:v>7.7834489383417766</c:v>
                </c:pt>
                <c:pt idx="365">
                  <c:v>7.6959118653565195</c:v>
                </c:pt>
                <c:pt idx="366">
                  <c:v>7.5753549200504313</c:v>
                </c:pt>
                <c:pt idx="367">
                  <c:v>7.538375592867574</c:v>
                </c:pt>
                <c:pt idx="368">
                  <c:v>7.4883017470831916</c:v>
                </c:pt>
                <c:pt idx="369">
                  <c:v>7.3528259520902983</c:v>
                </c:pt>
                <c:pt idx="370">
                  <c:v>7.3300356220856973</c:v>
                </c:pt>
                <c:pt idx="371">
                  <c:v>7.2087328143448985</c:v>
                </c:pt>
                <c:pt idx="372">
                  <c:v>7.1234429346194688</c:v>
                </c:pt>
                <c:pt idx="373">
                  <c:v>7.0055184214212849</c:v>
                </c:pt>
                <c:pt idx="374">
                  <c:v>6.9640533130540927</c:v>
                </c:pt>
                <c:pt idx="375">
                  <c:v>6.8903630250755477</c:v>
                </c:pt>
                <c:pt idx="376">
                  <c:v>6.7557015349516707</c:v>
                </c:pt>
                <c:pt idx="377">
                  <c:v>6.6512086493626095</c:v>
                </c:pt>
                <c:pt idx="378">
                  <c:v>6.5316349136464655</c:v>
                </c:pt>
                <c:pt idx="379">
                  <c:v>6.4124082931417519</c:v>
                </c:pt>
                <c:pt idx="380">
                  <c:v>6.3314697112209561</c:v>
                </c:pt>
                <c:pt idx="381">
                  <c:v>6.1717071584382293</c:v>
                </c:pt>
                <c:pt idx="382">
                  <c:v>6.0647604514799225</c:v>
                </c:pt>
                <c:pt idx="383">
                  <c:v>5.8768297344353506</c:v>
                </c:pt>
                <c:pt idx="384">
                  <c:v>5.7754591346634916</c:v>
                </c:pt>
                <c:pt idx="385">
                  <c:v>5.6962952530568947</c:v>
                </c:pt>
                <c:pt idx="386">
                  <c:v>5.6158737417198665</c:v>
                </c:pt>
                <c:pt idx="387">
                  <c:v>5.5635880746062556</c:v>
                </c:pt>
                <c:pt idx="388">
                  <c:v>5.5177274410134292</c:v>
                </c:pt>
                <c:pt idx="389">
                  <c:v>5.4863143649062414</c:v>
                </c:pt>
                <c:pt idx="390">
                  <c:v>5.4740952390482107</c:v>
                </c:pt>
                <c:pt idx="391">
                  <c:v>5.4902684164181794</c:v>
                </c:pt>
                <c:pt idx="392">
                  <c:v>5.5071321219155882</c:v>
                </c:pt>
                <c:pt idx="393">
                  <c:v>5.5124026896675948</c:v>
                </c:pt>
                <c:pt idx="394">
                  <c:v>5.5318554503792354</c:v>
                </c:pt>
                <c:pt idx="395">
                  <c:v>5.5383138545898456</c:v>
                </c:pt>
                <c:pt idx="396">
                  <c:v>5.5333665372530962</c:v>
                </c:pt>
                <c:pt idx="397">
                  <c:v>5.5333555304288664</c:v>
                </c:pt>
                <c:pt idx="398">
                  <c:v>5.5130290279973586</c:v>
                </c:pt>
                <c:pt idx="399">
                  <c:v>5.5028123436530647</c:v>
                </c:pt>
                <c:pt idx="400">
                  <c:v>5.5216582781324419</c:v>
                </c:pt>
                <c:pt idx="401">
                  <c:v>5.5018608537293128</c:v>
                </c:pt>
                <c:pt idx="402">
                  <c:v>5.4935587564289863</c:v>
                </c:pt>
                <c:pt idx="403">
                  <c:v>5.476976325321699</c:v>
                </c:pt>
                <c:pt idx="404">
                  <c:v>5.4649949968980769</c:v>
                </c:pt>
                <c:pt idx="405">
                  <c:v>5.4340397046168629</c:v>
                </c:pt>
                <c:pt idx="406">
                  <c:v>5.4013121885569051</c:v>
                </c:pt>
                <c:pt idx="407">
                  <c:v>5.3762784176189236</c:v>
                </c:pt>
                <c:pt idx="408">
                  <c:v>5.3417072835157802</c:v>
                </c:pt>
                <c:pt idx="409">
                  <c:v>5.2964191298605137</c:v>
                </c:pt>
                <c:pt idx="410">
                  <c:v>5.2639375412755918</c:v>
                </c:pt>
                <c:pt idx="411">
                  <c:v>5.2396377754207615</c:v>
                </c:pt>
                <c:pt idx="412">
                  <c:v>5.2157907152434513</c:v>
                </c:pt>
                <c:pt idx="413">
                  <c:v>5.1960794317476831</c:v>
                </c:pt>
                <c:pt idx="414">
                  <c:v>5.1776297179251136</c:v>
                </c:pt>
                <c:pt idx="415">
                  <c:v>5.1655624237026956</c:v>
                </c:pt>
                <c:pt idx="416">
                  <c:v>5.1559052362464728</c:v>
                </c:pt>
                <c:pt idx="417">
                  <c:v>5.1391104860013215</c:v>
                </c:pt>
                <c:pt idx="418">
                  <c:v>5.1314297489443454</c:v>
                </c:pt>
                <c:pt idx="419">
                  <c:v>5.1338817441813926</c:v>
                </c:pt>
                <c:pt idx="420">
                  <c:v>5.1225714317877085</c:v>
                </c:pt>
                <c:pt idx="421">
                  <c:v>5.1237025831015224</c:v>
                </c:pt>
                <c:pt idx="422">
                  <c:v>5.1280583461746287</c:v>
                </c:pt>
                <c:pt idx="423">
                  <c:v>5.1234111899377615</c:v>
                </c:pt>
                <c:pt idx="424">
                  <c:v>5.1176496052552585</c:v>
                </c:pt>
                <c:pt idx="425">
                  <c:v>5.112453020872942</c:v>
                </c:pt>
                <c:pt idx="426">
                  <c:v>5.1083929036002331</c:v>
                </c:pt>
                <c:pt idx="427">
                  <c:v>5.0866554889031201</c:v>
                </c:pt>
                <c:pt idx="428">
                  <c:v>5.0701664219315976</c:v>
                </c:pt>
                <c:pt idx="429">
                  <c:v>5.0937382739798673</c:v>
                </c:pt>
                <c:pt idx="430">
                  <c:v>5.0988262535271867</c:v>
                </c:pt>
                <c:pt idx="431">
                  <c:v>5.0971599891933002</c:v>
                </c:pt>
                <c:pt idx="432">
                  <c:v>5.078626604744942</c:v>
                </c:pt>
                <c:pt idx="433">
                  <c:v>5.0943304411234962</c:v>
                </c:pt>
                <c:pt idx="434">
                  <c:v>5.1250318697592503</c:v>
                </c:pt>
                <c:pt idx="435">
                  <c:v>5.2118508225099562</c:v>
                </c:pt>
                <c:pt idx="436">
                  <c:v>5.2955986711761298</c:v>
                </c:pt>
                <c:pt idx="437">
                  <c:v>5.3654790720246552</c:v>
                </c:pt>
                <c:pt idx="438">
                  <c:v>5.4050537583301654</c:v>
                </c:pt>
                <c:pt idx="439">
                  <c:v>5.4181878014368907</c:v>
                </c:pt>
                <c:pt idx="440">
                  <c:v>5.4498726710560543</c:v>
                </c:pt>
                <c:pt idx="441">
                  <c:v>5.4821472813144148</c:v>
                </c:pt>
                <c:pt idx="442">
                  <c:v>5.4978855390342014</c:v>
                </c:pt>
                <c:pt idx="443">
                  <c:v>5.5085728151453903</c:v>
                </c:pt>
                <c:pt idx="444">
                  <c:v>5.5173803258019971</c:v>
                </c:pt>
                <c:pt idx="445">
                  <c:v>5.5532446116592293</c:v>
                </c:pt>
                <c:pt idx="446">
                  <c:v>5.5616352138325764</c:v>
                </c:pt>
                <c:pt idx="447">
                  <c:v>5.566441944005283</c:v>
                </c:pt>
                <c:pt idx="448">
                  <c:v>5.5746904080529927</c:v>
                </c:pt>
                <c:pt idx="449">
                  <c:v>5.5591535251856152</c:v>
                </c:pt>
                <c:pt idx="450">
                  <c:v>5.5560502511557166</c:v>
                </c:pt>
                <c:pt idx="451">
                  <c:v>5.5490638695991512</c:v>
                </c:pt>
                <c:pt idx="452">
                  <c:v>5.5615899357601712</c:v>
                </c:pt>
                <c:pt idx="453">
                  <c:v>5.579527457023354</c:v>
                </c:pt>
                <c:pt idx="454">
                  <c:v>5.5869129360203322</c:v>
                </c:pt>
                <c:pt idx="455">
                  <c:v>5.5783301146710969</c:v>
                </c:pt>
                <c:pt idx="456">
                  <c:v>5.5897419400028019</c:v>
                </c:pt>
                <c:pt idx="457">
                  <c:v>5.6038103123936844</c:v>
                </c:pt>
                <c:pt idx="458">
                  <c:v>5.60127213872601</c:v>
                </c:pt>
                <c:pt idx="459">
                  <c:v>5.6001221757489645</c:v>
                </c:pt>
                <c:pt idx="460">
                  <c:v>5.6042760011206951</c:v>
                </c:pt>
                <c:pt idx="461">
                  <c:v>5.6042246692949629</c:v>
                </c:pt>
                <c:pt idx="462">
                  <c:v>5.6096044547619526</c:v>
                </c:pt>
                <c:pt idx="463">
                  <c:v>5.6138014569032801</c:v>
                </c:pt>
                <c:pt idx="464">
                  <c:v>5.6094702215373529</c:v>
                </c:pt>
                <c:pt idx="465">
                  <c:v>5.6169844803778348</c:v>
                </c:pt>
                <c:pt idx="466">
                  <c:v>5.6272865176409379</c:v>
                </c:pt>
                <c:pt idx="467">
                  <c:v>5.6378920930977214</c:v>
                </c:pt>
                <c:pt idx="468">
                  <c:v>5.6458812463727508</c:v>
                </c:pt>
                <c:pt idx="469">
                  <c:v>5.6474825892053069</c:v>
                </c:pt>
                <c:pt idx="470">
                  <c:v>5.6434333286637717</c:v>
                </c:pt>
                <c:pt idx="471">
                  <c:v>5.6621692949628768</c:v>
                </c:pt>
                <c:pt idx="472">
                  <c:v>5.6844971382257006</c:v>
                </c:pt>
                <c:pt idx="473">
                  <c:v>5.6947226280293783</c:v>
                </c:pt>
                <c:pt idx="474">
                  <c:v>5.70521428285537</c:v>
                </c:pt>
                <c:pt idx="475">
                  <c:v>5.7211612199563735</c:v>
                </c:pt>
                <c:pt idx="476">
                  <c:v>5.7385742160139293</c:v>
                </c:pt>
                <c:pt idx="477">
                  <c:v>5.7521183633852981</c:v>
                </c:pt>
                <c:pt idx="478">
                  <c:v>5.7620445676319321</c:v>
                </c:pt>
                <c:pt idx="479">
                  <c:v>5.7753136444595654</c:v>
                </c:pt>
                <c:pt idx="480">
                  <c:v>5.7881450999619766</c:v>
                </c:pt>
                <c:pt idx="481">
                  <c:v>5.8045253056895278</c:v>
                </c:pt>
                <c:pt idx="482">
                  <c:v>5.8239247333346675</c:v>
                </c:pt>
                <c:pt idx="483">
                  <c:v>5.8360884748544102</c:v>
                </c:pt>
                <c:pt idx="484">
                  <c:v>5.8490282975444776</c:v>
                </c:pt>
                <c:pt idx="485">
                  <c:v>5.8626169224919451</c:v>
                </c:pt>
                <c:pt idx="486">
                  <c:v>5.8731689647581504</c:v>
                </c:pt>
                <c:pt idx="487">
                  <c:v>5.8800546338730015</c:v>
                </c:pt>
                <c:pt idx="488">
                  <c:v>5.8890921371250178</c:v>
                </c:pt>
                <c:pt idx="489">
                  <c:v>5.8923656667133626</c:v>
                </c:pt>
                <c:pt idx="490">
                  <c:v>5.8952177349956978</c:v>
                </c:pt>
                <c:pt idx="491">
                  <c:v>5.8930734055114167</c:v>
                </c:pt>
                <c:pt idx="492">
                  <c:v>5.9022280814104748</c:v>
                </c:pt>
                <c:pt idx="493">
                  <c:v>5.9070837919510097</c:v>
                </c:pt>
                <c:pt idx="494">
                  <c:v>5.9051921191138508</c:v>
                </c:pt>
                <c:pt idx="495">
                  <c:v>5.8996817026556458</c:v>
                </c:pt>
                <c:pt idx="496">
                  <c:v>5.8970614781164326</c:v>
                </c:pt>
                <c:pt idx="497">
                  <c:v>5.8957631731673636</c:v>
                </c:pt>
                <c:pt idx="498">
                  <c:v>5.8989558526286299</c:v>
                </c:pt>
                <c:pt idx="499">
                  <c:v>5.9019702215373533</c:v>
                </c:pt>
                <c:pt idx="500">
                  <c:v>5.9083104524805377</c:v>
                </c:pt>
                <c:pt idx="501">
                  <c:v>5.9062741899977986</c:v>
                </c:pt>
                <c:pt idx="502">
                  <c:v>5.9027967339750651</c:v>
                </c:pt>
                <c:pt idx="503">
                  <c:v>5.9084340290980411</c:v>
                </c:pt>
                <c:pt idx="504">
                  <c:v>5.9134433348676181</c:v>
                </c:pt>
                <c:pt idx="505">
                  <c:v>5.9133264624066921</c:v>
                </c:pt>
                <c:pt idx="506">
                  <c:v>5.9156755188216694</c:v>
                </c:pt>
                <c:pt idx="507">
                  <c:v>5.9224785366927497</c:v>
                </c:pt>
                <c:pt idx="508">
                  <c:v>5.9310369429046004</c:v>
                </c:pt>
                <c:pt idx="509">
                  <c:v>5.942906201845144</c:v>
                </c:pt>
                <c:pt idx="510">
                  <c:v>5.9528171466309114</c:v>
                </c:pt>
                <c:pt idx="511">
                  <c:v>5.9685520022413892</c:v>
                </c:pt>
                <c:pt idx="512">
                  <c:v>5.9918703596229665</c:v>
                </c:pt>
                <c:pt idx="513">
                  <c:v>6.0213428325561855</c:v>
                </c:pt>
                <c:pt idx="514">
                  <c:v>6.0628467649942976</c:v>
                </c:pt>
                <c:pt idx="515">
                  <c:v>6.0903860393443887</c:v>
                </c:pt>
                <c:pt idx="516">
                  <c:v>6.1126831635614085</c:v>
                </c:pt>
                <c:pt idx="517">
                  <c:v>6.1328059396825987</c:v>
                </c:pt>
                <c:pt idx="518">
                  <c:v>6.1422107706778242</c:v>
                </c:pt>
                <c:pt idx="519">
                  <c:v>6.1595124977486071</c:v>
                </c:pt>
                <c:pt idx="520">
                  <c:v>6.1771126098180869</c:v>
                </c:pt>
                <c:pt idx="521">
                  <c:v>6.1963023074306118</c:v>
                </c:pt>
                <c:pt idx="522">
                  <c:v>6.2225931077267891</c:v>
                </c:pt>
                <c:pt idx="523">
                  <c:v>6.2418433428725804</c:v>
                </c:pt>
                <c:pt idx="524">
                  <c:v>6.2688101623006265</c:v>
                </c:pt>
                <c:pt idx="525">
                  <c:v>6.2885002701675035</c:v>
                </c:pt>
                <c:pt idx="526">
                  <c:v>6.299312873981874</c:v>
                </c:pt>
                <c:pt idx="527">
                  <c:v>6.3023176369348981</c:v>
                </c:pt>
                <c:pt idx="528">
                  <c:v>6.3001019632171911</c:v>
                </c:pt>
                <c:pt idx="529">
                  <c:v>6.2904499789869739</c:v>
                </c:pt>
                <c:pt idx="530">
                  <c:v>6.2650000000000015</c:v>
                </c:pt>
                <c:pt idx="531">
                  <c:v>6.2504810982809387</c:v>
                </c:pt>
                <c:pt idx="532">
                  <c:v>6.2452629630370851</c:v>
                </c:pt>
                <c:pt idx="533">
                  <c:v>6.2347761612199601</c:v>
                </c:pt>
                <c:pt idx="534">
                  <c:v>6.2397391382657252</c:v>
                </c:pt>
                <c:pt idx="535">
                  <c:v>6.2328857891892957</c:v>
                </c:pt>
                <c:pt idx="536">
                  <c:v>6.2241807920910928</c:v>
                </c:pt>
                <c:pt idx="537">
                  <c:v>6.2248307950929567</c:v>
                </c:pt>
                <c:pt idx="538">
                  <c:v>6.2384850607376601</c:v>
                </c:pt>
                <c:pt idx="539">
                  <c:v>6.2512184554423786</c:v>
                </c:pt>
                <c:pt idx="540">
                  <c:v>6.2664807180451918</c:v>
                </c:pt>
                <c:pt idx="541">
                  <c:v>6.3074156977325941</c:v>
                </c:pt>
                <c:pt idx="542">
                  <c:v>6.346362544777767</c:v>
                </c:pt>
                <c:pt idx="543">
                  <c:v>6.372317536872866</c:v>
                </c:pt>
                <c:pt idx="544">
                  <c:v>6.4028063399307547</c:v>
                </c:pt>
                <c:pt idx="545">
                  <c:v>6.4375234645480237</c:v>
                </c:pt>
                <c:pt idx="546">
                  <c:v>6.4672840160899723</c:v>
                </c:pt>
                <c:pt idx="547">
                  <c:v>6.5057959935159815</c:v>
                </c:pt>
                <c:pt idx="548">
                  <c:v>6.5409931157317498</c:v>
                </c:pt>
                <c:pt idx="549">
                  <c:v>6.5540968400408222</c:v>
                </c:pt>
                <c:pt idx="550">
                  <c:v>6.5853800356220811</c:v>
                </c:pt>
                <c:pt idx="551">
                  <c:v>6.6067394784766602</c:v>
                </c:pt>
                <c:pt idx="552">
                  <c:v>6.6399445656306924</c:v>
                </c:pt>
                <c:pt idx="553">
                  <c:v>6.6587392183153575</c:v>
                </c:pt>
                <c:pt idx="554">
                  <c:v>6.6727345954491817</c:v>
                </c:pt>
                <c:pt idx="555">
                  <c:v>6.6752392483339635</c:v>
                </c:pt>
                <c:pt idx="556">
                  <c:v>6.6747718585523028</c:v>
                </c:pt>
                <c:pt idx="557">
                  <c:v>6.6586475614881282</c:v>
                </c:pt>
                <c:pt idx="558">
                  <c:v>6.6328270527727193</c:v>
                </c:pt>
                <c:pt idx="559">
                  <c:v>6.6191986031339471</c:v>
                </c:pt>
                <c:pt idx="560">
                  <c:v>6.58945085953291</c:v>
                </c:pt>
                <c:pt idx="561">
                  <c:v>6.5843973263423301</c:v>
                </c:pt>
                <c:pt idx="562">
                  <c:v>6.5712850967599881</c:v>
                </c:pt>
                <c:pt idx="563">
                  <c:v>6.5461238968160282</c:v>
                </c:pt>
                <c:pt idx="564">
                  <c:v>6.5394102343452936</c:v>
                </c:pt>
                <c:pt idx="565">
                  <c:v>6.531361944405532</c:v>
                </c:pt>
                <c:pt idx="566">
                  <c:v>6.5246595889451484</c:v>
                </c:pt>
                <c:pt idx="567">
                  <c:v>6.5425656907282548</c:v>
                </c:pt>
                <c:pt idx="568">
                  <c:v>6.5446792011046844</c:v>
                </c:pt>
                <c:pt idx="569">
                  <c:v>6.5778384598451014</c:v>
                </c:pt>
                <c:pt idx="570">
                  <c:v>6.5604698913326303</c:v>
                </c:pt>
                <c:pt idx="571">
                  <c:v>6.5814975284676533</c:v>
                </c:pt>
                <c:pt idx="572">
                  <c:v>6.5438369789269331</c:v>
                </c:pt>
                <c:pt idx="573">
                  <c:v>6.5489027196862057</c:v>
                </c:pt>
                <c:pt idx="574">
                  <c:v>6.4785188817066572</c:v>
                </c:pt>
                <c:pt idx="575">
                  <c:v>6.4502599611759344</c:v>
                </c:pt>
                <c:pt idx="576">
                  <c:v>6.449821389261337</c:v>
                </c:pt>
                <c:pt idx="577">
                  <c:v>6.4106062758910518</c:v>
                </c:pt>
                <c:pt idx="578">
                  <c:v>6.3992260201324829</c:v>
                </c:pt>
                <c:pt idx="579">
                  <c:v>6.3035111769296961</c:v>
                </c:pt>
                <c:pt idx="580">
                  <c:v>6.2162228581720722</c:v>
                </c:pt>
                <c:pt idx="581">
                  <c:v>6.0179221117092592</c:v>
                </c:pt>
                <c:pt idx="582">
                  <c:v>5.9154788969160883</c:v>
                </c:pt>
                <c:pt idx="583">
                  <c:v>5.7157417598911326</c:v>
                </c:pt>
                <c:pt idx="584">
                  <c:v>5.4893592027056783</c:v>
                </c:pt>
                <c:pt idx="585">
                  <c:v>5.4862210570553742</c:v>
                </c:pt>
                <c:pt idx="586">
                  <c:v>5.1721762867978143</c:v>
                </c:pt>
                <c:pt idx="587">
                  <c:v>4.8481630360823713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14F-48C8-BF04-9E4E678005A5}"/>
            </c:ext>
          </c:extLst>
        </c:ser>
        <c:ser>
          <c:idx val="5"/>
          <c:order val="5"/>
          <c:tx>
            <c:strRef>
              <c:f>Sheet2!$G$1</c:f>
              <c:strCache>
                <c:ptCount val="1"/>
                <c:pt idx="0">
                  <c:v>S6_z/O-PTIR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Sheet2!$G$2:$G$589</c:f>
              <c:numCache>
                <c:formatCode>General</c:formatCode>
                <c:ptCount val="588"/>
                <c:pt idx="0">
                  <c:v>6.1721009078257776</c:v>
                </c:pt>
                <c:pt idx="1">
                  <c:v>6.2354431457068848</c:v>
                </c:pt>
                <c:pt idx="2">
                  <c:v>6.2142349704645694</c:v>
                </c:pt>
                <c:pt idx="3">
                  <c:v>6.2365380936131709</c:v>
                </c:pt>
                <c:pt idx="4">
                  <c:v>6.2634804635924723</c:v>
                </c:pt>
                <c:pt idx="5">
                  <c:v>6.2865135398830372</c:v>
                </c:pt>
                <c:pt idx="6">
                  <c:v>6.295735834320686</c:v>
                </c:pt>
                <c:pt idx="7">
                  <c:v>6.3181840311534012</c:v>
                </c:pt>
                <c:pt idx="8">
                  <c:v>6.3303059253594265</c:v>
                </c:pt>
                <c:pt idx="9">
                  <c:v>6.3557892623350654</c:v>
                </c:pt>
                <c:pt idx="10">
                  <c:v>6.3850319616938531</c:v>
                </c:pt>
                <c:pt idx="11">
                  <c:v>6.4172370824201188</c:v>
                </c:pt>
                <c:pt idx="12">
                  <c:v>6.3966008511717209</c:v>
                </c:pt>
                <c:pt idx="13">
                  <c:v>6.3849298242894612</c:v>
                </c:pt>
                <c:pt idx="14">
                  <c:v>6.3810113793512739</c:v>
                </c:pt>
                <c:pt idx="15">
                  <c:v>6.376056096031137</c:v>
                </c:pt>
                <c:pt idx="16">
                  <c:v>6.3885250827560416</c:v>
                </c:pt>
                <c:pt idx="17">
                  <c:v>6.4067884295895592</c:v>
                </c:pt>
                <c:pt idx="18">
                  <c:v>6.4079003336876674</c:v>
                </c:pt>
                <c:pt idx="19">
                  <c:v>6.4283193728566888</c:v>
                </c:pt>
                <c:pt idx="20">
                  <c:v>6.4519362188114329</c:v>
                </c:pt>
                <c:pt idx="21">
                  <c:v>6.4668865950242092</c:v>
                </c:pt>
                <c:pt idx="22">
                  <c:v>6.4756152495984187</c:v>
                </c:pt>
                <c:pt idx="23">
                  <c:v>6.4766102069142981</c:v>
                </c:pt>
                <c:pt idx="24">
                  <c:v>6.4956562675724916</c:v>
                </c:pt>
                <c:pt idx="25">
                  <c:v>6.5120782665794268</c:v>
                </c:pt>
                <c:pt idx="26">
                  <c:v>6.5163702935378787</c:v>
                </c:pt>
                <c:pt idx="27">
                  <c:v>6.5255743400566457</c:v>
                </c:pt>
                <c:pt idx="28">
                  <c:v>6.5381851256646666</c:v>
                </c:pt>
                <c:pt idx="29">
                  <c:v>6.542747178158562</c:v>
                </c:pt>
                <c:pt idx="30">
                  <c:v>6.5534496644529741</c:v>
                </c:pt>
                <c:pt idx="31">
                  <c:v>6.5706428790944207</c:v>
                </c:pt>
                <c:pt idx="32">
                  <c:v>6.5816466834671239</c:v>
                </c:pt>
                <c:pt idx="33">
                  <c:v>6.5967866706575577</c:v>
                </c:pt>
                <c:pt idx="34">
                  <c:v>6.6148557490186697</c:v>
                </c:pt>
                <c:pt idx="35">
                  <c:v>6.6187109175242824</c:v>
                </c:pt>
                <c:pt idx="36">
                  <c:v>6.6289320808456687</c:v>
                </c:pt>
                <c:pt idx="37">
                  <c:v>6.6524655285350516</c:v>
                </c:pt>
                <c:pt idx="38">
                  <c:v>6.6643533472432335</c:v>
                </c:pt>
                <c:pt idx="39">
                  <c:v>6.6765441942035597</c:v>
                </c:pt>
                <c:pt idx="40">
                  <c:v>6.7037274439894414</c:v>
                </c:pt>
                <c:pt idx="41">
                  <c:v>6.7342809006401367</c:v>
                </c:pt>
                <c:pt idx="42">
                  <c:v>6.757561606466</c:v>
                </c:pt>
                <c:pt idx="43">
                  <c:v>6.7694428755721905</c:v>
                </c:pt>
                <c:pt idx="44">
                  <c:v>6.7758365242630374</c:v>
                </c:pt>
                <c:pt idx="45">
                  <c:v>6.7835142588110164</c:v>
                </c:pt>
                <c:pt idx="46">
                  <c:v>6.7981198712522906</c:v>
                </c:pt>
                <c:pt idx="47">
                  <c:v>6.8077103806752399</c:v>
                </c:pt>
                <c:pt idx="48">
                  <c:v>6.8188721396159737</c:v>
                </c:pt>
                <c:pt idx="49">
                  <c:v>6.8287501037929985</c:v>
                </c:pt>
                <c:pt idx="50">
                  <c:v>6.8323949573013252</c:v>
                </c:pt>
                <c:pt idx="51">
                  <c:v>6.8291162993176853</c:v>
                </c:pt>
                <c:pt idx="52">
                  <c:v>6.8402437820079971</c:v>
                </c:pt>
                <c:pt idx="53">
                  <c:v>6.8412481270867316</c:v>
                </c:pt>
                <c:pt idx="54">
                  <c:v>6.8498483366885496</c:v>
                </c:pt>
                <c:pt idx="55">
                  <c:v>6.8551479107533773</c:v>
                </c:pt>
                <c:pt idx="56">
                  <c:v>6.8569325317493783</c:v>
                </c:pt>
                <c:pt idx="57">
                  <c:v>6.8649253021531536</c:v>
                </c:pt>
                <c:pt idx="58">
                  <c:v>6.8665769662287239</c:v>
                </c:pt>
                <c:pt idx="59">
                  <c:v>6.8783351028174717</c:v>
                </c:pt>
                <c:pt idx="60">
                  <c:v>6.8778330394381388</c:v>
                </c:pt>
                <c:pt idx="61">
                  <c:v>6.8818141058487008</c:v>
                </c:pt>
                <c:pt idx="62">
                  <c:v>6.883401147184621</c:v>
                </c:pt>
                <c:pt idx="63">
                  <c:v>6.8813725899011109</c:v>
                </c:pt>
                <c:pt idx="64">
                  <c:v>6.887833117305628</c:v>
                </c:pt>
                <c:pt idx="65">
                  <c:v>6.8971801270812003</c:v>
                </c:pt>
                <c:pt idx="66">
                  <c:v>6.9013730367295132</c:v>
                </c:pt>
                <c:pt idx="67">
                  <c:v>6.9132162453707968</c:v>
                </c:pt>
                <c:pt idx="68">
                  <c:v>6.9100102879692615</c:v>
                </c:pt>
                <c:pt idx="69">
                  <c:v>6.9199541848063362</c:v>
                </c:pt>
                <c:pt idx="70">
                  <c:v>6.920029432455884</c:v>
                </c:pt>
                <c:pt idx="71">
                  <c:v>6.9196888531523211</c:v>
                </c:pt>
                <c:pt idx="72">
                  <c:v>6.9160071763261293</c:v>
                </c:pt>
                <c:pt idx="73">
                  <c:v>6.915502784199421</c:v>
                </c:pt>
                <c:pt idx="74">
                  <c:v>6.9112021699850237</c:v>
                </c:pt>
                <c:pt idx="75">
                  <c:v>6.9052385390516031</c:v>
                </c:pt>
                <c:pt idx="76">
                  <c:v>6.9043036925273347</c:v>
                </c:pt>
                <c:pt idx="77">
                  <c:v>6.9002577122836994</c:v>
                </c:pt>
                <c:pt idx="78">
                  <c:v>6.9016668955388694</c:v>
                </c:pt>
                <c:pt idx="79">
                  <c:v>6.898585526121888</c:v>
                </c:pt>
                <c:pt idx="80">
                  <c:v>6.8942673007554678</c:v>
                </c:pt>
                <c:pt idx="81">
                  <c:v>6.8857328054936318</c:v>
                </c:pt>
                <c:pt idx="82">
                  <c:v>6.8868931766464776</c:v>
                </c:pt>
                <c:pt idx="83">
                  <c:v>6.8846280331843595</c:v>
                </c:pt>
                <c:pt idx="84">
                  <c:v>6.8862855919017232</c:v>
                </c:pt>
                <c:pt idx="85">
                  <c:v>6.8836709907866762</c:v>
                </c:pt>
                <c:pt idx="86">
                  <c:v>6.8735455244277235</c:v>
                </c:pt>
                <c:pt idx="87">
                  <c:v>6.8618505551115181</c:v>
                </c:pt>
                <c:pt idx="88">
                  <c:v>6.8491530600504626</c:v>
                </c:pt>
                <c:pt idx="89">
                  <c:v>6.8429077962314038</c:v>
                </c:pt>
                <c:pt idx="90">
                  <c:v>6.8406053200379331</c:v>
                </c:pt>
                <c:pt idx="91">
                  <c:v>6.8260800493810887</c:v>
                </c:pt>
                <c:pt idx="92">
                  <c:v>6.8114836791559572</c:v>
                </c:pt>
                <c:pt idx="93">
                  <c:v>6.7906132996363588</c:v>
                </c:pt>
                <c:pt idx="94">
                  <c:v>6.7727769140793388</c:v>
                </c:pt>
                <c:pt idx="95">
                  <c:v>6.7621791486434359</c:v>
                </c:pt>
                <c:pt idx="96">
                  <c:v>6.7509446163472404</c:v>
                </c:pt>
                <c:pt idx="97">
                  <c:v>6.7420699784219726</c:v>
                </c:pt>
                <c:pt idx="98">
                  <c:v>6.7251234654555443</c:v>
                </c:pt>
                <c:pt idx="99">
                  <c:v>6.7052487709853796</c:v>
                </c:pt>
                <c:pt idx="100">
                  <c:v>6.687868237726974</c:v>
                </c:pt>
                <c:pt idx="101">
                  <c:v>6.6742296376330827</c:v>
                </c:pt>
                <c:pt idx="102">
                  <c:v>6.6645542017043091</c:v>
                </c:pt>
                <c:pt idx="103">
                  <c:v>6.6583550761926116</c:v>
                </c:pt>
                <c:pt idx="104">
                  <c:v>6.6443211712318497</c:v>
                </c:pt>
                <c:pt idx="105">
                  <c:v>6.6385357622459553</c:v>
                </c:pt>
                <c:pt idx="106">
                  <c:v>6.6395946145679305</c:v>
                </c:pt>
                <c:pt idx="107">
                  <c:v>6.6336645321513776</c:v>
                </c:pt>
                <c:pt idx="108">
                  <c:v>6.6189010743021051</c:v>
                </c:pt>
                <c:pt idx="109">
                  <c:v>6.6152339521470074</c:v>
                </c:pt>
                <c:pt idx="110">
                  <c:v>6.6073348774383902</c:v>
                </c:pt>
                <c:pt idx="111">
                  <c:v>6.5936984969318395</c:v>
                </c:pt>
                <c:pt idx="112">
                  <c:v>6.5817308458527162</c:v>
                </c:pt>
                <c:pt idx="113">
                  <c:v>6.5770271036357348</c:v>
                </c:pt>
                <c:pt idx="114">
                  <c:v>6.5701614469613592</c:v>
                </c:pt>
                <c:pt idx="115">
                  <c:v>6.5672889734612312</c:v>
                </c:pt>
                <c:pt idx="116">
                  <c:v>6.5622961027029998</c:v>
                </c:pt>
                <c:pt idx="117">
                  <c:v>6.5536487723535188</c:v>
                </c:pt>
                <c:pt idx="118">
                  <c:v>6.5435295645031371</c:v>
                </c:pt>
                <c:pt idx="119">
                  <c:v>6.5289378153860778</c:v>
                </c:pt>
                <c:pt idx="120">
                  <c:v>6.5185066645475063</c:v>
                </c:pt>
                <c:pt idx="121">
                  <c:v>6.5148104694369016</c:v>
                </c:pt>
                <c:pt idx="122">
                  <c:v>6.5137634063985104</c:v>
                </c:pt>
                <c:pt idx="123">
                  <c:v>6.5081588392009397</c:v>
                </c:pt>
                <c:pt idx="124">
                  <c:v>6.4987542657011979</c:v>
                </c:pt>
                <c:pt idx="125">
                  <c:v>6.4965967904184865</c:v>
                </c:pt>
                <c:pt idx="126">
                  <c:v>6.5064408422118643</c:v>
                </c:pt>
                <c:pt idx="127">
                  <c:v>6.5136925615369679</c:v>
                </c:pt>
                <c:pt idx="128">
                  <c:v>6.515636592568109</c:v>
                </c:pt>
                <c:pt idx="129">
                  <c:v>6.510636881114463</c:v>
                </c:pt>
                <c:pt idx="130">
                  <c:v>6.5111421465214372</c:v>
                </c:pt>
                <c:pt idx="131">
                  <c:v>6.5231701267122384</c:v>
                </c:pt>
                <c:pt idx="132">
                  <c:v>6.5349685069665577</c:v>
                </c:pt>
                <c:pt idx="133">
                  <c:v>6.5438946320408142</c:v>
                </c:pt>
                <c:pt idx="134">
                  <c:v>6.5661319498827373</c:v>
                </c:pt>
                <c:pt idx="135">
                  <c:v>6.5816958054820605</c:v>
                </c:pt>
                <c:pt idx="136">
                  <c:v>6.5864451038195613</c:v>
                </c:pt>
                <c:pt idx="137">
                  <c:v>6.5926084248403711</c:v>
                </c:pt>
                <c:pt idx="138">
                  <c:v>6.6128974907965361</c:v>
                </c:pt>
                <c:pt idx="139">
                  <c:v>6.6817920264126531</c:v>
                </c:pt>
                <c:pt idx="140">
                  <c:v>6.7435317768131435</c:v>
                </c:pt>
                <c:pt idx="141">
                  <c:v>6.7991762492801806</c:v>
                </c:pt>
                <c:pt idx="142">
                  <c:v>6.8190796892257532</c:v>
                </c:pt>
                <c:pt idx="143">
                  <c:v>6.8408336828273733</c:v>
                </c:pt>
                <c:pt idx="144">
                  <c:v>6.8570107631065005</c:v>
                </c:pt>
                <c:pt idx="145">
                  <c:v>6.8873889815172422</c:v>
                </c:pt>
                <c:pt idx="146">
                  <c:v>6.918837841533545</c:v>
                </c:pt>
                <c:pt idx="147">
                  <c:v>6.9268477136758539</c:v>
                </c:pt>
                <c:pt idx="148">
                  <c:v>6.9369247129800673</c:v>
                </c:pt>
                <c:pt idx="149">
                  <c:v>6.9480568531651281</c:v>
                </c:pt>
                <c:pt idx="150">
                  <c:v>6.9516926827773782</c:v>
                </c:pt>
                <c:pt idx="151">
                  <c:v>6.9672650892459682</c:v>
                </c:pt>
                <c:pt idx="152">
                  <c:v>6.9731732668825268</c:v>
                </c:pt>
                <c:pt idx="153">
                  <c:v>6.9704439021859166</c:v>
                </c:pt>
                <c:pt idx="154">
                  <c:v>6.9629414058778902</c:v>
                </c:pt>
                <c:pt idx="155">
                  <c:v>6.9745184823582473</c:v>
                </c:pt>
                <c:pt idx="156">
                  <c:v>6.9812691571309919</c:v>
                </c:pt>
                <c:pt idx="157">
                  <c:v>6.9819500246446973</c:v>
                </c:pt>
                <c:pt idx="158">
                  <c:v>6.9815299768369687</c:v>
                </c:pt>
                <c:pt idx="159">
                  <c:v>6.9847305490101999</c:v>
                </c:pt>
                <c:pt idx="160">
                  <c:v>6.9650385884356014</c:v>
                </c:pt>
                <c:pt idx="161">
                  <c:v>6.9455201195404257</c:v>
                </c:pt>
                <c:pt idx="162">
                  <c:v>6.9391221772216056</c:v>
                </c:pt>
                <c:pt idx="163">
                  <c:v>6.9291055070290701</c:v>
                </c:pt>
                <c:pt idx="164">
                  <c:v>6.9102887188272613</c:v>
                </c:pt>
                <c:pt idx="165">
                  <c:v>6.89654874544921</c:v>
                </c:pt>
                <c:pt idx="166">
                  <c:v>6.8857316411199445</c:v>
                </c:pt>
                <c:pt idx="167">
                  <c:v>6.8812623382675859</c:v>
                </c:pt>
                <c:pt idx="168">
                  <c:v>6.8719699085086097</c:v>
                </c:pt>
                <c:pt idx="169">
                  <c:v>6.8523788845780373</c:v>
                </c:pt>
                <c:pt idx="170">
                  <c:v>6.8348095772355624</c:v>
                </c:pt>
                <c:pt idx="171">
                  <c:v>6.816924360757028</c:v>
                </c:pt>
                <c:pt idx="172">
                  <c:v>6.8084774846151674</c:v>
                </c:pt>
                <c:pt idx="173">
                  <c:v>6.802596524213552</c:v>
                </c:pt>
                <c:pt idx="174">
                  <c:v>6.7965007368666104</c:v>
                </c:pt>
                <c:pt idx="175">
                  <c:v>6.7943167356958334</c:v>
                </c:pt>
                <c:pt idx="176">
                  <c:v>6.7966882738036372</c:v>
                </c:pt>
                <c:pt idx="177">
                  <c:v>6.7952262570924002</c:v>
                </c:pt>
                <c:pt idx="178">
                  <c:v>6.7860887618072043</c:v>
                </c:pt>
                <c:pt idx="179">
                  <c:v>6.7842331140162733</c:v>
                </c:pt>
                <c:pt idx="180">
                  <c:v>6.7811823821819388</c:v>
                </c:pt>
                <c:pt idx="181">
                  <c:v>6.775407598105943</c:v>
                </c:pt>
                <c:pt idx="182">
                  <c:v>6.7861234019244039</c:v>
                </c:pt>
                <c:pt idx="183">
                  <c:v>6.7981359541638486</c:v>
                </c:pt>
                <c:pt idx="184">
                  <c:v>6.7996476023035095</c:v>
                </c:pt>
                <c:pt idx="185">
                  <c:v>6.8055605829815287</c:v>
                </c:pt>
                <c:pt idx="186">
                  <c:v>6.8164324128741018</c:v>
                </c:pt>
                <c:pt idx="187">
                  <c:v>6.8261497662556216</c:v>
                </c:pt>
                <c:pt idx="188">
                  <c:v>6.8360622977764898</c:v>
                </c:pt>
                <c:pt idx="189">
                  <c:v>6.8404407794812325</c:v>
                </c:pt>
                <c:pt idx="190">
                  <c:v>6.84326001927184</c:v>
                </c:pt>
                <c:pt idx="191">
                  <c:v>6.8495469094502246</c:v>
                </c:pt>
                <c:pt idx="192">
                  <c:v>6.8460152912829972</c:v>
                </c:pt>
                <c:pt idx="193">
                  <c:v>6.8371803148364574</c:v>
                </c:pt>
                <c:pt idx="194">
                  <c:v>6.8377432167409582</c:v>
                </c:pt>
                <c:pt idx="195">
                  <c:v>6.8447339708133734</c:v>
                </c:pt>
                <c:pt idx="196">
                  <c:v>6.8482856016533526</c:v>
                </c:pt>
                <c:pt idx="197">
                  <c:v>6.858696339565717</c:v>
                </c:pt>
                <c:pt idx="198">
                  <c:v>6.8791035894511525</c:v>
                </c:pt>
                <c:pt idx="199">
                  <c:v>6.8977062056678369</c:v>
                </c:pt>
                <c:pt idx="200">
                  <c:v>6.920634470133197</c:v>
                </c:pt>
                <c:pt idx="201">
                  <c:v>6.9422664955910625</c:v>
                </c:pt>
                <c:pt idx="202">
                  <c:v>6.9822082245098782</c:v>
                </c:pt>
                <c:pt idx="203">
                  <c:v>7.0190680745982217</c:v>
                </c:pt>
                <c:pt idx="204">
                  <c:v>7.0439233047428669</c:v>
                </c:pt>
                <c:pt idx="205">
                  <c:v>7.0694046768379089</c:v>
                </c:pt>
                <c:pt idx="206">
                  <c:v>7.0946509909948077</c:v>
                </c:pt>
                <c:pt idx="207">
                  <c:v>7.1065027141186787</c:v>
                </c:pt>
                <c:pt idx="208">
                  <c:v>7.0996686410805747</c:v>
                </c:pt>
                <c:pt idx="209">
                  <c:v>7.0793271055351203</c:v>
                </c:pt>
                <c:pt idx="210">
                  <c:v>7.0530146617206988</c:v>
                </c:pt>
                <c:pt idx="211">
                  <c:v>7.0124376941820543</c:v>
                </c:pt>
                <c:pt idx="212">
                  <c:v>6.9777218926923403</c:v>
                </c:pt>
                <c:pt idx="213">
                  <c:v>6.9601692504482662</c:v>
                </c:pt>
                <c:pt idx="214">
                  <c:v>6.9441951350575231</c:v>
                </c:pt>
                <c:pt idx="215">
                  <c:v>6.934037575648814</c:v>
                </c:pt>
                <c:pt idx="216">
                  <c:v>6.9401696041267744</c:v>
                </c:pt>
                <c:pt idx="217">
                  <c:v>6.9506366686162648</c:v>
                </c:pt>
                <c:pt idx="218">
                  <c:v>6.9605741613980578</c:v>
                </c:pt>
                <c:pt idx="219">
                  <c:v>6.9723502730056044</c:v>
                </c:pt>
                <c:pt idx="220">
                  <c:v>6.9918231130069062</c:v>
                </c:pt>
                <c:pt idx="221">
                  <c:v>7.0025552180569912</c:v>
                </c:pt>
                <c:pt idx="222">
                  <c:v>7.0167400549569834</c:v>
                </c:pt>
                <c:pt idx="223">
                  <c:v>7.0272822215493118</c:v>
                </c:pt>
                <c:pt idx="224">
                  <c:v>7.0284215612024301</c:v>
                </c:pt>
                <c:pt idx="225">
                  <c:v>7.0288378975690291</c:v>
                </c:pt>
                <c:pt idx="226">
                  <c:v>7.0488390721309857</c:v>
                </c:pt>
                <c:pt idx="227">
                  <c:v>7.0564096115263686</c:v>
                </c:pt>
                <c:pt idx="228">
                  <c:v>7.0485153762458896</c:v>
                </c:pt>
                <c:pt idx="229">
                  <c:v>7.0462704637765894</c:v>
                </c:pt>
                <c:pt idx="230">
                  <c:v>7.0557876904305887</c:v>
                </c:pt>
                <c:pt idx="231">
                  <c:v>7.0505718057245428</c:v>
                </c:pt>
                <c:pt idx="232">
                  <c:v>7.0618053919671171</c:v>
                </c:pt>
                <c:pt idx="233">
                  <c:v>7.069735722831906</c:v>
                </c:pt>
                <c:pt idx="234">
                  <c:v>7.0574231988212475</c:v>
                </c:pt>
                <c:pt idx="235">
                  <c:v>7.0412501210766703</c:v>
                </c:pt>
                <c:pt idx="236">
                  <c:v>7.021518353476635</c:v>
                </c:pt>
                <c:pt idx="237">
                  <c:v>7.0011316984507941</c:v>
                </c:pt>
                <c:pt idx="238">
                  <c:v>6.9767738014173784</c:v>
                </c:pt>
                <c:pt idx="239">
                  <c:v>6.9419696530741319</c:v>
                </c:pt>
                <c:pt idx="240">
                  <c:v>6.914118271111751</c:v>
                </c:pt>
                <c:pt idx="241">
                  <c:v>6.8898020732110146</c:v>
                </c:pt>
                <c:pt idx="242">
                  <c:v>6.8824430131866059</c:v>
                </c:pt>
                <c:pt idx="243">
                  <c:v>6.8554739353858478</c:v>
                </c:pt>
                <c:pt idx="244">
                  <c:v>6.845477932826264</c:v>
                </c:pt>
                <c:pt idx="245">
                  <c:v>6.8308835274817294</c:v>
                </c:pt>
                <c:pt idx="246">
                  <c:v>6.8238873154076556</c:v>
                </c:pt>
                <c:pt idx="247">
                  <c:v>6.8254688987419172</c:v>
                </c:pt>
                <c:pt idx="248">
                  <c:v>6.8250272372476157</c:v>
                </c:pt>
                <c:pt idx="249">
                  <c:v>6.838802651249777</c:v>
                </c:pt>
                <c:pt idx="250">
                  <c:v>6.843645645282435</c:v>
                </c:pt>
                <c:pt idx="251">
                  <c:v>6.8736335801878337</c:v>
                </c:pt>
                <c:pt idx="252">
                  <c:v>6.8845121780024643</c:v>
                </c:pt>
                <c:pt idx="253">
                  <c:v>6.8935007790023848</c:v>
                </c:pt>
                <c:pt idx="254">
                  <c:v>6.8875035267787403</c:v>
                </c:pt>
                <c:pt idx="255">
                  <c:v>6.88942190520208</c:v>
                </c:pt>
                <c:pt idx="256">
                  <c:v>6.8992912821231602</c:v>
                </c:pt>
                <c:pt idx="257">
                  <c:v>6.9333837798233402</c:v>
                </c:pt>
                <c:pt idx="258">
                  <c:v>6.9669493256566177</c:v>
                </c:pt>
                <c:pt idx="259">
                  <c:v>7</c:v>
                </c:pt>
                <c:pt idx="260">
                  <c:v>6.9960744596596554</c:v>
                </c:pt>
                <c:pt idx="261">
                  <c:v>6.9947860801745518</c:v>
                </c:pt>
                <c:pt idx="262">
                  <c:v>6.9914383602765771</c:v>
                </c:pt>
                <c:pt idx="263">
                  <c:v>6.9523565940992613</c:v>
                </c:pt>
                <c:pt idx="264">
                  <c:v>6.9355752766497307</c:v>
                </c:pt>
                <c:pt idx="265">
                  <c:v>6.9266654164204207</c:v>
                </c:pt>
                <c:pt idx="266">
                  <c:v>6.9145454507083155</c:v>
                </c:pt>
                <c:pt idx="267">
                  <c:v>6.8862120180393518</c:v>
                </c:pt>
                <c:pt idx="268">
                  <c:v>6.8646193629667902</c:v>
                </c:pt>
                <c:pt idx="269">
                  <c:v>6.8946308036660024</c:v>
                </c:pt>
                <c:pt idx="270">
                  <c:v>6.8596072436560389</c:v>
                </c:pt>
                <c:pt idx="271">
                  <c:v>6.8211108663500593</c:v>
                </c:pt>
                <c:pt idx="272">
                  <c:v>6.7877917310983769</c:v>
                </c:pt>
                <c:pt idx="273">
                  <c:v>6.8005872518692385</c:v>
                </c:pt>
                <c:pt idx="274">
                  <c:v>6.801637953575403</c:v>
                </c:pt>
                <c:pt idx="275">
                  <c:v>6.8110336487257799</c:v>
                </c:pt>
                <c:pt idx="276">
                  <c:v>6.8404529326315942</c:v>
                </c:pt>
                <c:pt idx="277">
                  <c:v>6.8692997813233445</c:v>
                </c:pt>
                <c:pt idx="278">
                  <c:v>6.928056915750215</c:v>
                </c:pt>
                <c:pt idx="279">
                  <c:v>6.959231129123002</c:v>
                </c:pt>
                <c:pt idx="280">
                  <c:v>6.983461236144227</c:v>
                </c:pt>
                <c:pt idx="281">
                  <c:v>7.0540334886971703</c:v>
                </c:pt>
                <c:pt idx="282">
                  <c:v>7.0980610776584134</c:v>
                </c:pt>
                <c:pt idx="283">
                  <c:v>7.142459665185803</c:v>
                </c:pt>
                <c:pt idx="284">
                  <c:v>7.1790611698622548</c:v>
                </c:pt>
                <c:pt idx="285">
                  <c:v>7.1509169479174934</c:v>
                </c:pt>
                <c:pt idx="286">
                  <c:v>7.2570047083633256</c:v>
                </c:pt>
                <c:pt idx="287">
                  <c:v>7.4437428850400043</c:v>
                </c:pt>
                <c:pt idx="288">
                  <c:v>7.5007909372138419</c:v>
                </c:pt>
                <c:pt idx="289">
                  <c:v>7.5378724549429306</c:v>
                </c:pt>
                <c:pt idx="290">
                  <c:v>7.5607522523535451</c:v>
                </c:pt>
                <c:pt idx="291">
                  <c:v>7.653049098072497</c:v>
                </c:pt>
                <c:pt idx="292">
                  <c:v>7.6011985189457842</c:v>
                </c:pt>
                <c:pt idx="293">
                  <c:v>7.6286997155216705</c:v>
                </c:pt>
                <c:pt idx="294">
                  <c:v>7.6938406014630472</c:v>
                </c:pt>
                <c:pt idx="295">
                  <c:v>7.7610252543192288</c:v>
                </c:pt>
                <c:pt idx="296">
                  <c:v>7.7943020354780312</c:v>
                </c:pt>
                <c:pt idx="297">
                  <c:v>7.7928304126838714</c:v>
                </c:pt>
                <c:pt idx="298">
                  <c:v>7.8005644738089792</c:v>
                </c:pt>
                <c:pt idx="299">
                  <c:v>7.8960399141478117</c:v>
                </c:pt>
                <c:pt idx="300">
                  <c:v>7.9112111211077503</c:v>
                </c:pt>
                <c:pt idx="301">
                  <c:v>7.8498885075807667</c:v>
                </c:pt>
                <c:pt idx="302">
                  <c:v>7.8443932459631061</c:v>
                </c:pt>
                <c:pt idx="303">
                  <c:v>7.9429592251617143</c:v>
                </c:pt>
                <c:pt idx="304">
                  <c:v>7.9861496294417211</c:v>
                </c:pt>
                <c:pt idx="305">
                  <c:v>7.9825687437128368</c:v>
                </c:pt>
                <c:pt idx="306">
                  <c:v>7.918269699947448</c:v>
                </c:pt>
                <c:pt idx="307">
                  <c:v>7.907873007292693</c:v>
                </c:pt>
                <c:pt idx="308">
                  <c:v>7.894545003879907</c:v>
                </c:pt>
                <c:pt idx="309">
                  <c:v>7.8963470177078747</c:v>
                </c:pt>
                <c:pt idx="310">
                  <c:v>7.8864558087801484</c:v>
                </c:pt>
                <c:pt idx="311">
                  <c:v>7.8321109956683159</c:v>
                </c:pt>
                <c:pt idx="312">
                  <c:v>7.9491520921648311</c:v>
                </c:pt>
                <c:pt idx="313">
                  <c:v>7.9301011920785065</c:v>
                </c:pt>
                <c:pt idx="314">
                  <c:v>7.8838946233080103</c:v>
                </c:pt>
                <c:pt idx="315">
                  <c:v>7.8641477188500382</c:v>
                </c:pt>
                <c:pt idx="316">
                  <c:v>7.8249043958235909</c:v>
                </c:pt>
                <c:pt idx="317">
                  <c:v>7.8627667716567808</c:v>
                </c:pt>
                <c:pt idx="318">
                  <c:v>7.8664572540589832</c:v>
                </c:pt>
                <c:pt idx="319">
                  <c:v>7.8385261124990215</c:v>
                </c:pt>
                <c:pt idx="320">
                  <c:v>7.8565004035646453</c:v>
                </c:pt>
                <c:pt idx="321">
                  <c:v>7.9263853845485972</c:v>
                </c:pt>
                <c:pt idx="322">
                  <c:v>7.9280633925788537</c:v>
                </c:pt>
                <c:pt idx="323">
                  <c:v>7.9303000088856281</c:v>
                </c:pt>
                <c:pt idx="324">
                  <c:v>7.9401476993467739</c:v>
                </c:pt>
                <c:pt idx="325">
                  <c:v>7.950127691768162</c:v>
                </c:pt>
                <c:pt idx="326">
                  <c:v>7.9674042319016074</c:v>
                </c:pt>
                <c:pt idx="327">
                  <c:v>8.0119763111084286</c:v>
                </c:pt>
                <c:pt idx="328">
                  <c:v>8.044137913368127</c:v>
                </c:pt>
                <c:pt idx="329">
                  <c:v>8.0502930837731217</c:v>
                </c:pt>
                <c:pt idx="330">
                  <c:v>8.0612536243860049</c:v>
                </c:pt>
                <c:pt idx="331">
                  <c:v>8.0598278488057904</c:v>
                </c:pt>
                <c:pt idx="332">
                  <c:v>8.0640882921279662</c:v>
                </c:pt>
                <c:pt idx="333">
                  <c:v>8.0400876394965124</c:v>
                </c:pt>
                <c:pt idx="334">
                  <c:v>8.0214885164008951</c:v>
                </c:pt>
                <c:pt idx="335">
                  <c:v>7.9863448075810712</c:v>
                </c:pt>
                <c:pt idx="336">
                  <c:v>7.9583665088867566</c:v>
                </c:pt>
                <c:pt idx="337">
                  <c:v>7.9462865685201507</c:v>
                </c:pt>
                <c:pt idx="338">
                  <c:v>7.9183539714930742</c:v>
                </c:pt>
                <c:pt idx="339">
                  <c:v>7.8893732926006361</c:v>
                </c:pt>
                <c:pt idx="340">
                  <c:v>7.8723638306817216</c:v>
                </c:pt>
                <c:pt idx="341">
                  <c:v>7.9335976607150425</c:v>
                </c:pt>
                <c:pt idx="342">
                  <c:v>7.9067277002244287</c:v>
                </c:pt>
                <c:pt idx="343">
                  <c:v>7.8592732139544594</c:v>
                </c:pt>
                <c:pt idx="344">
                  <c:v>7.9322643072962631</c:v>
                </c:pt>
                <c:pt idx="345">
                  <c:v>7.968280423101378</c:v>
                </c:pt>
                <c:pt idx="346">
                  <c:v>8.0348712453769782</c:v>
                </c:pt>
                <c:pt idx="347">
                  <c:v>8.0558325915909048</c:v>
                </c:pt>
                <c:pt idx="348">
                  <c:v>8.0608900487021131</c:v>
                </c:pt>
                <c:pt idx="349">
                  <c:v>8.0392005322934281</c:v>
                </c:pt>
                <c:pt idx="350">
                  <c:v>8.1292905987813491</c:v>
                </c:pt>
                <c:pt idx="351">
                  <c:v>8.2295858184524633</c:v>
                </c:pt>
                <c:pt idx="352">
                  <c:v>8.1764691284874065</c:v>
                </c:pt>
                <c:pt idx="353">
                  <c:v>8.1289228022428528</c:v>
                </c:pt>
                <c:pt idx="354">
                  <c:v>8.0958516785865733</c:v>
                </c:pt>
                <c:pt idx="355">
                  <c:v>8.0993349024724299</c:v>
                </c:pt>
                <c:pt idx="356">
                  <c:v>8.2370372278649491</c:v>
                </c:pt>
                <c:pt idx="357">
                  <c:v>8.1824464408116437</c:v>
                </c:pt>
                <c:pt idx="358">
                  <c:v>8.0968319356846514</c:v>
                </c:pt>
                <c:pt idx="359">
                  <c:v>8.2439512788207132</c:v>
                </c:pt>
                <c:pt idx="360">
                  <c:v>8.2439963983010873</c:v>
                </c:pt>
                <c:pt idx="361">
                  <c:v>8.1524875424750771</c:v>
                </c:pt>
                <c:pt idx="362">
                  <c:v>8.0800193984656339</c:v>
                </c:pt>
                <c:pt idx="363">
                  <c:v>8.0443124238745298</c:v>
                </c:pt>
                <c:pt idx="364">
                  <c:v>8.0522573821837558</c:v>
                </c:pt>
                <c:pt idx="365">
                  <c:v>7.9651486945224175</c:v>
                </c:pt>
                <c:pt idx="366">
                  <c:v>7.8863662975529287</c:v>
                </c:pt>
                <c:pt idx="367">
                  <c:v>7.8964669481976735</c:v>
                </c:pt>
                <c:pt idx="368">
                  <c:v>7.8652841475689366</c:v>
                </c:pt>
                <c:pt idx="369">
                  <c:v>7.7726665168991014</c:v>
                </c:pt>
                <c:pt idx="370">
                  <c:v>7.7710912648467598</c:v>
                </c:pt>
                <c:pt idx="371">
                  <c:v>7.6866307995906906</c:v>
                </c:pt>
                <c:pt idx="372">
                  <c:v>7.6221610295333946</c:v>
                </c:pt>
                <c:pt idx="373">
                  <c:v>7.5450775993205257</c:v>
                </c:pt>
                <c:pt idx="374">
                  <c:v>7.5243847867882607</c:v>
                </c:pt>
                <c:pt idx="375">
                  <c:v>7.4996140465093069</c:v>
                </c:pt>
                <c:pt idx="376">
                  <c:v>7.4021137603280867</c:v>
                </c:pt>
                <c:pt idx="377">
                  <c:v>7.323653167136456</c:v>
                </c:pt>
                <c:pt idx="378">
                  <c:v>7.2298576269351083</c:v>
                </c:pt>
                <c:pt idx="379">
                  <c:v>7.1344566337389068</c:v>
                </c:pt>
                <c:pt idx="380">
                  <c:v>7.0769372285417402</c:v>
                </c:pt>
                <c:pt idx="381">
                  <c:v>6.9722328168098882</c:v>
                </c:pt>
                <c:pt idx="382">
                  <c:v>6.88661969437665</c:v>
                </c:pt>
                <c:pt idx="383">
                  <c:v>6.7258392641798705</c:v>
                </c:pt>
                <c:pt idx="384">
                  <c:v>6.6364313023526975</c:v>
                </c:pt>
                <c:pt idx="385">
                  <c:v>6.5582849445099525</c:v>
                </c:pt>
                <c:pt idx="386">
                  <c:v>6.4800298632741482</c:v>
                </c:pt>
                <c:pt idx="387">
                  <c:v>6.4244742470741292</c:v>
                </c:pt>
                <c:pt idx="388">
                  <c:v>6.3825187338629634</c:v>
                </c:pt>
                <c:pt idx="389">
                  <c:v>6.3458204406237462</c:v>
                </c:pt>
                <c:pt idx="390">
                  <c:v>6.3166950155272872</c:v>
                </c:pt>
                <c:pt idx="391">
                  <c:v>6.29277976242847</c:v>
                </c:pt>
                <c:pt idx="392">
                  <c:v>6.2783190963179383</c:v>
                </c:pt>
                <c:pt idx="393">
                  <c:v>6.267974291065622</c:v>
                </c:pt>
                <c:pt idx="394">
                  <c:v>6.2573325159430047</c:v>
                </c:pt>
                <c:pt idx="395">
                  <c:v>6.2436182679461103</c:v>
                </c:pt>
                <c:pt idx="396">
                  <c:v>6.2295857638724392</c:v>
                </c:pt>
                <c:pt idx="397">
                  <c:v>6.2235315483048073</c:v>
                </c:pt>
                <c:pt idx="398">
                  <c:v>6.2151008642345378</c:v>
                </c:pt>
                <c:pt idx="399">
                  <c:v>6.2041338831796979</c:v>
                </c:pt>
                <c:pt idx="400">
                  <c:v>6.2022701939329874</c:v>
                </c:pt>
                <c:pt idx="401">
                  <c:v>6.1913515525795129</c:v>
                </c:pt>
                <c:pt idx="402">
                  <c:v>6.1789333616567239</c:v>
                </c:pt>
                <c:pt idx="403">
                  <c:v>6.1749549150869569</c:v>
                </c:pt>
                <c:pt idx="404">
                  <c:v>6.1722098131522269</c:v>
                </c:pt>
                <c:pt idx="405">
                  <c:v>6.1588206073475043</c:v>
                </c:pt>
                <c:pt idx="406">
                  <c:v>6.1520137788343501</c:v>
                </c:pt>
                <c:pt idx="407">
                  <c:v>6.1454775216568045</c:v>
                </c:pt>
                <c:pt idx="408">
                  <c:v>6.1467109663552044</c:v>
                </c:pt>
                <c:pt idx="409">
                  <c:v>6.1389911688077676</c:v>
                </c:pt>
                <c:pt idx="410">
                  <c:v>6.1328381997967734</c:v>
                </c:pt>
                <c:pt idx="411">
                  <c:v>6.1231870155887078</c:v>
                </c:pt>
                <c:pt idx="412">
                  <c:v>6.1136529964829363</c:v>
                </c:pt>
                <c:pt idx="413">
                  <c:v>6.1118392661447505</c:v>
                </c:pt>
                <c:pt idx="414">
                  <c:v>6.1073611213297028</c:v>
                </c:pt>
                <c:pt idx="415">
                  <c:v>6.102471243062789</c:v>
                </c:pt>
                <c:pt idx="416">
                  <c:v>6.0910849601271151</c:v>
                </c:pt>
                <c:pt idx="417">
                  <c:v>6.0819581716218405</c:v>
                </c:pt>
                <c:pt idx="418">
                  <c:v>6.0866936066351256</c:v>
                </c:pt>
                <c:pt idx="419">
                  <c:v>6.0883042083448773</c:v>
                </c:pt>
                <c:pt idx="420">
                  <c:v>6.0812789597019732</c:v>
                </c:pt>
                <c:pt idx="421">
                  <c:v>6.0721145200819171</c:v>
                </c:pt>
                <c:pt idx="422">
                  <c:v>6.0661356977105427</c:v>
                </c:pt>
                <c:pt idx="423">
                  <c:v>6.0689745044371008</c:v>
                </c:pt>
                <c:pt idx="424">
                  <c:v>6.056958609171641</c:v>
                </c:pt>
                <c:pt idx="425">
                  <c:v>6.0529461683482042</c:v>
                </c:pt>
                <c:pt idx="426">
                  <c:v>6.0536321572867999</c:v>
                </c:pt>
                <c:pt idx="427">
                  <c:v>6.0432297018919545</c:v>
                </c:pt>
                <c:pt idx="428">
                  <c:v>6.023113772845103</c:v>
                </c:pt>
                <c:pt idx="429">
                  <c:v>6.0270980753958163</c:v>
                </c:pt>
                <c:pt idx="430">
                  <c:v>6.0460915595788549</c:v>
                </c:pt>
                <c:pt idx="431">
                  <c:v>6.0658791852775424</c:v>
                </c:pt>
                <c:pt idx="432">
                  <c:v>6.0539716813767086</c:v>
                </c:pt>
                <c:pt idx="433">
                  <c:v>6.0520192768613548</c:v>
                </c:pt>
                <c:pt idx="434">
                  <c:v>6.0482022779806819</c:v>
                </c:pt>
                <c:pt idx="435">
                  <c:v>6.0374083747068052</c:v>
                </c:pt>
                <c:pt idx="436">
                  <c:v>6.1222542431050702</c:v>
                </c:pt>
                <c:pt idx="437">
                  <c:v>6.2368811108241422</c:v>
                </c:pt>
                <c:pt idx="438">
                  <c:v>6.2426431049829159</c:v>
                </c:pt>
                <c:pt idx="439">
                  <c:v>6.269858356851862</c:v>
                </c:pt>
                <c:pt idx="440">
                  <c:v>6.2682035635220057</c:v>
                </c:pt>
                <c:pt idx="441">
                  <c:v>6.2993731194000446</c:v>
                </c:pt>
                <c:pt idx="442">
                  <c:v>6.3063515929687251</c:v>
                </c:pt>
                <c:pt idx="443">
                  <c:v>6.2798675131954464</c:v>
                </c:pt>
                <c:pt idx="444">
                  <c:v>6.2708269338263882</c:v>
                </c:pt>
                <c:pt idx="445">
                  <c:v>6.2856596355233822</c:v>
                </c:pt>
                <c:pt idx="446">
                  <c:v>6.2965596650911966</c:v>
                </c:pt>
                <c:pt idx="447">
                  <c:v>6.3067558125716401</c:v>
                </c:pt>
                <c:pt idx="448">
                  <c:v>6.3045112821624567</c:v>
                </c:pt>
                <c:pt idx="449">
                  <c:v>6.2995218135585933</c:v>
                </c:pt>
                <c:pt idx="450">
                  <c:v>6.3111756295422854</c:v>
                </c:pt>
                <c:pt idx="451">
                  <c:v>6.3099283306163407</c:v>
                </c:pt>
                <c:pt idx="452">
                  <c:v>6.2991475219981119</c:v>
                </c:pt>
                <c:pt idx="453">
                  <c:v>6.3107326217409092</c:v>
                </c:pt>
                <c:pt idx="454">
                  <c:v>6.3331089366917661</c:v>
                </c:pt>
                <c:pt idx="455">
                  <c:v>6.3402792954054616</c:v>
                </c:pt>
                <c:pt idx="456">
                  <c:v>6.3220276286954942</c:v>
                </c:pt>
                <c:pt idx="457">
                  <c:v>6.3309190408791958</c:v>
                </c:pt>
                <c:pt idx="458">
                  <c:v>6.3416104292369004</c:v>
                </c:pt>
                <c:pt idx="459">
                  <c:v>6.340992255968926</c:v>
                </c:pt>
                <c:pt idx="460">
                  <c:v>6.3379782382924228</c:v>
                </c:pt>
                <c:pt idx="461">
                  <c:v>6.3469029078995707</c:v>
                </c:pt>
                <c:pt idx="462">
                  <c:v>6.3452007027286301</c:v>
                </c:pt>
                <c:pt idx="463">
                  <c:v>6.3426170302896532</c:v>
                </c:pt>
                <c:pt idx="464">
                  <c:v>6.3413630726016832</c:v>
                </c:pt>
                <c:pt idx="465">
                  <c:v>6.3379913374964065</c:v>
                </c:pt>
                <c:pt idx="466">
                  <c:v>6.3587891255939306</c:v>
                </c:pt>
                <c:pt idx="467">
                  <c:v>6.366666441069265</c:v>
                </c:pt>
                <c:pt idx="468">
                  <c:v>6.3699408418116121</c:v>
                </c:pt>
                <c:pt idx="469">
                  <c:v>6.3749778859966097</c:v>
                </c:pt>
                <c:pt idx="470">
                  <c:v>6.3815289434553213</c:v>
                </c:pt>
                <c:pt idx="471">
                  <c:v>6.3855058981713011</c:v>
                </c:pt>
                <c:pt idx="472">
                  <c:v>6.3876090117574824</c:v>
                </c:pt>
                <c:pt idx="473">
                  <c:v>6.3916877400110756</c:v>
                </c:pt>
                <c:pt idx="474">
                  <c:v>6.4061082898094082</c:v>
                </c:pt>
                <c:pt idx="475">
                  <c:v>6.4135133425944701</c:v>
                </c:pt>
                <c:pt idx="476">
                  <c:v>6.4244957879873459</c:v>
                </c:pt>
                <c:pt idx="477">
                  <c:v>6.4430488455489598</c:v>
                </c:pt>
                <c:pt idx="478">
                  <c:v>6.4468593312143181</c:v>
                </c:pt>
                <c:pt idx="479">
                  <c:v>6.4457184633207367</c:v>
                </c:pt>
                <c:pt idx="480">
                  <c:v>6.450079370260136</c:v>
                </c:pt>
                <c:pt idx="481">
                  <c:v>6.4629027268394612</c:v>
                </c:pt>
                <c:pt idx="482">
                  <c:v>6.4731373896182838</c:v>
                </c:pt>
                <c:pt idx="483">
                  <c:v>6.4788002846602577</c:v>
                </c:pt>
                <c:pt idx="484">
                  <c:v>6.4751474624695069</c:v>
                </c:pt>
                <c:pt idx="485">
                  <c:v>6.4717118323581344</c:v>
                </c:pt>
                <c:pt idx="486">
                  <c:v>6.4779173619251118</c:v>
                </c:pt>
                <c:pt idx="487">
                  <c:v>6.4926265308512097</c:v>
                </c:pt>
                <c:pt idx="488">
                  <c:v>6.5045746058977123</c:v>
                </c:pt>
                <c:pt idx="489">
                  <c:v>6.5020848110872826</c:v>
                </c:pt>
                <c:pt idx="490">
                  <c:v>6.4957910074401291</c:v>
                </c:pt>
                <c:pt idx="491">
                  <c:v>6.4985850676497474</c:v>
                </c:pt>
                <c:pt idx="492">
                  <c:v>6.4959400836587937</c:v>
                </c:pt>
                <c:pt idx="493">
                  <c:v>6.4982604620977087</c:v>
                </c:pt>
                <c:pt idx="494">
                  <c:v>6.5029212680349664</c:v>
                </c:pt>
                <c:pt idx="495">
                  <c:v>6.4992325685799734</c:v>
                </c:pt>
                <c:pt idx="496">
                  <c:v>6.4958859038956529</c:v>
                </c:pt>
                <c:pt idx="497">
                  <c:v>6.4948868348851896</c:v>
                </c:pt>
                <c:pt idx="498">
                  <c:v>6.4955340447219934</c:v>
                </c:pt>
                <c:pt idx="499">
                  <c:v>6.4980144881562456</c:v>
                </c:pt>
                <c:pt idx="500">
                  <c:v>6.4921143155887888</c:v>
                </c:pt>
                <c:pt idx="501">
                  <c:v>6.5000973343629305</c:v>
                </c:pt>
                <c:pt idx="502">
                  <c:v>6.5123095766897636</c:v>
                </c:pt>
                <c:pt idx="503">
                  <c:v>6.5134932717030347</c:v>
                </c:pt>
                <c:pt idx="504">
                  <c:v>6.5051027585249797</c:v>
                </c:pt>
                <c:pt idx="505">
                  <c:v>6.512990990003634</c:v>
                </c:pt>
                <c:pt idx="506">
                  <c:v>6.5168032950028794</c:v>
                </c:pt>
                <c:pt idx="507">
                  <c:v>6.5156949931858676</c:v>
                </c:pt>
                <c:pt idx="508">
                  <c:v>6.5253175592718966</c:v>
                </c:pt>
                <c:pt idx="509">
                  <c:v>6.5397099093949889</c:v>
                </c:pt>
                <c:pt idx="510">
                  <c:v>6.5415453625797806</c:v>
                </c:pt>
                <c:pt idx="511">
                  <c:v>6.5489044953775464</c:v>
                </c:pt>
                <c:pt idx="512">
                  <c:v>6.5769372285417393</c:v>
                </c:pt>
                <c:pt idx="513">
                  <c:v>6.5962156181372453</c:v>
                </c:pt>
                <c:pt idx="514">
                  <c:v>6.6099901588591417</c:v>
                </c:pt>
                <c:pt idx="515">
                  <c:v>6.6331772417632031</c:v>
                </c:pt>
                <c:pt idx="516">
                  <c:v>6.6473938806195321</c:v>
                </c:pt>
                <c:pt idx="517">
                  <c:v>6.6554822752123837</c:v>
                </c:pt>
                <c:pt idx="518">
                  <c:v>6.6566071329677641</c:v>
                </c:pt>
                <c:pt idx="519">
                  <c:v>6.658241986398223</c:v>
                </c:pt>
                <c:pt idx="520">
                  <c:v>6.6668628636329927</c:v>
                </c:pt>
                <c:pt idx="521">
                  <c:v>6.6799567551612515</c:v>
                </c:pt>
                <c:pt idx="522">
                  <c:v>6.7020153052554816</c:v>
                </c:pt>
                <c:pt idx="523">
                  <c:v>6.7319975638391538</c:v>
                </c:pt>
                <c:pt idx="524">
                  <c:v>6.7617275171994367</c:v>
                </c:pt>
                <c:pt idx="525">
                  <c:v>6.7796983151439978</c:v>
                </c:pt>
                <c:pt idx="526">
                  <c:v>6.7828071201159901</c:v>
                </c:pt>
                <c:pt idx="527">
                  <c:v>6.7817719919078954</c:v>
                </c:pt>
                <c:pt idx="528">
                  <c:v>6.7674635130769722</c:v>
                </c:pt>
                <c:pt idx="529">
                  <c:v>6.760612847713821</c:v>
                </c:pt>
                <c:pt idx="530">
                  <c:v>6.7501477481049275</c:v>
                </c:pt>
                <c:pt idx="531">
                  <c:v>6.7380389167162082</c:v>
                </c:pt>
                <c:pt idx="532">
                  <c:v>6.7216925656122761</c:v>
                </c:pt>
                <c:pt idx="533">
                  <c:v>6.7056522264680627</c:v>
                </c:pt>
                <c:pt idx="534">
                  <c:v>6.7074104307360312</c:v>
                </c:pt>
                <c:pt idx="535">
                  <c:v>6.7054112011147717</c:v>
                </c:pt>
                <c:pt idx="536">
                  <c:v>6.7121340764657305</c:v>
                </c:pt>
                <c:pt idx="537">
                  <c:v>6.7235848184010054</c:v>
                </c:pt>
                <c:pt idx="538">
                  <c:v>6.7270387873979542</c:v>
                </c:pt>
                <c:pt idx="539">
                  <c:v>6.7399468157763618</c:v>
                </c:pt>
                <c:pt idx="540">
                  <c:v>6.7481420416550328</c:v>
                </c:pt>
                <c:pt idx="541">
                  <c:v>6.7526069053327076</c:v>
                </c:pt>
                <c:pt idx="542">
                  <c:v>6.7747450694778149</c:v>
                </c:pt>
                <c:pt idx="543">
                  <c:v>6.8020705184002708</c:v>
                </c:pt>
                <c:pt idx="544">
                  <c:v>6.8045571839564163</c:v>
                </c:pt>
                <c:pt idx="545">
                  <c:v>6.8074686275883938</c:v>
                </c:pt>
                <c:pt idx="546">
                  <c:v>6.8388611610275696</c:v>
                </c:pt>
                <c:pt idx="547">
                  <c:v>6.8605300098032993</c:v>
                </c:pt>
                <c:pt idx="548">
                  <c:v>6.8755489021302436</c:v>
                </c:pt>
                <c:pt idx="549">
                  <c:v>6.8922062865554219</c:v>
                </c:pt>
                <c:pt idx="550">
                  <c:v>6.9153910770987865</c:v>
                </c:pt>
                <c:pt idx="551">
                  <c:v>6.927862392571063</c:v>
                </c:pt>
                <c:pt idx="552">
                  <c:v>6.9643764964476063</c:v>
                </c:pt>
                <c:pt idx="553">
                  <c:v>6.9708643866337763</c:v>
                </c:pt>
                <c:pt idx="554">
                  <c:v>6.9618300111932694</c:v>
                </c:pt>
                <c:pt idx="555">
                  <c:v>6.9482772836588236</c:v>
                </c:pt>
                <c:pt idx="556">
                  <c:v>6.9547274772468661</c:v>
                </c:pt>
                <c:pt idx="557">
                  <c:v>6.9456548957947417</c:v>
                </c:pt>
                <c:pt idx="558">
                  <c:v>6.9458553863890398</c:v>
                </c:pt>
                <c:pt idx="559">
                  <c:v>6.9288123031799129</c:v>
                </c:pt>
                <c:pt idx="560">
                  <c:v>6.879815676734351</c:v>
                </c:pt>
                <c:pt idx="561">
                  <c:v>6.8884517636004121</c:v>
                </c:pt>
                <c:pt idx="562">
                  <c:v>6.8904542680226681</c:v>
                </c:pt>
                <c:pt idx="563">
                  <c:v>6.8780472114232634</c:v>
                </c:pt>
                <c:pt idx="564">
                  <c:v>6.8751426084866987</c:v>
                </c:pt>
                <c:pt idx="565">
                  <c:v>6.8887276473909695</c:v>
                </c:pt>
                <c:pt idx="566">
                  <c:v>6.8936002601793014</c:v>
                </c:pt>
                <c:pt idx="567">
                  <c:v>6.9165943117579998</c:v>
                </c:pt>
                <c:pt idx="568">
                  <c:v>6.92098356391935</c:v>
                </c:pt>
                <c:pt idx="569">
                  <c:v>6.9217065672058675</c:v>
                </c:pt>
                <c:pt idx="570">
                  <c:v>6.8802761137543609</c:v>
                </c:pt>
                <c:pt idx="571">
                  <c:v>6.8785186372199485</c:v>
                </c:pt>
                <c:pt idx="572">
                  <c:v>6.8517872371981294</c:v>
                </c:pt>
                <c:pt idx="573">
                  <c:v>6.8488107341863689</c:v>
                </c:pt>
                <c:pt idx="574">
                  <c:v>6.8711830829893525</c:v>
                </c:pt>
                <c:pt idx="575">
                  <c:v>6.927839468964093</c:v>
                </c:pt>
                <c:pt idx="576">
                  <c:v>6.9082043443801116</c:v>
                </c:pt>
                <c:pt idx="577">
                  <c:v>6.8103025675968061</c:v>
                </c:pt>
                <c:pt idx="578">
                  <c:v>6.6985224752867145</c:v>
                </c:pt>
                <c:pt idx="579">
                  <c:v>6.6722186187282375</c:v>
                </c:pt>
                <c:pt idx="580">
                  <c:v>6.570395340525816</c:v>
                </c:pt>
                <c:pt idx="581">
                  <c:v>6.4358154651094335</c:v>
                </c:pt>
                <c:pt idx="582">
                  <c:v>6.2945554323017499</c:v>
                </c:pt>
                <c:pt idx="583">
                  <c:v>6.1822217712699956</c:v>
                </c:pt>
                <c:pt idx="584">
                  <c:v>6.0655053121638556</c:v>
                </c:pt>
                <c:pt idx="585">
                  <c:v>6.179655346116264</c:v>
                </c:pt>
                <c:pt idx="586">
                  <c:v>6.1664752181617848</c:v>
                </c:pt>
                <c:pt idx="587">
                  <c:v>6.2660516008209717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014F-48C8-BF04-9E4E678005A5}"/>
            </c:ext>
          </c:extLst>
        </c:ser>
        <c:ser>
          <c:idx val="6"/>
          <c:order val="6"/>
          <c:tx>
            <c:strRef>
              <c:f>Sheet2!$H$1</c:f>
              <c:strCache>
                <c:ptCount val="1"/>
                <c:pt idx="0">
                  <c:v>S7_z/O-PTIR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Sheet2!$H$2:$H$589</c:f>
              <c:numCache>
                <c:formatCode>General</c:formatCode>
                <c:ptCount val="588"/>
                <c:pt idx="0">
                  <c:v>7.2654227465155845</c:v>
                </c:pt>
                <c:pt idx="1">
                  <c:v>7.1798168552633701</c:v>
                </c:pt>
                <c:pt idx="2">
                  <c:v>7.1081485795729362</c:v>
                </c:pt>
                <c:pt idx="3">
                  <c:v>7.0578476766885458</c:v>
                </c:pt>
                <c:pt idx="4">
                  <c:v>7.1620352145767967</c:v>
                </c:pt>
                <c:pt idx="5">
                  <c:v>7.0319293495338702</c:v>
                </c:pt>
                <c:pt idx="6">
                  <c:v>6.9621740114978241</c:v>
                </c:pt>
                <c:pt idx="7">
                  <c:v>7.0265638821850107</c:v>
                </c:pt>
                <c:pt idx="8">
                  <c:v>7.0249394823800495</c:v>
                </c:pt>
                <c:pt idx="9">
                  <c:v>7.0551286724776494</c:v>
                </c:pt>
                <c:pt idx="10">
                  <c:v>7.0376576851825901</c:v>
                </c:pt>
                <c:pt idx="11">
                  <c:v>7.0108777349369449</c:v>
                </c:pt>
                <c:pt idx="12">
                  <c:v>6.9808693272485263</c:v>
                </c:pt>
                <c:pt idx="13">
                  <c:v>6.9923257010437725</c:v>
                </c:pt>
                <c:pt idx="14">
                  <c:v>7.0080516793985774</c:v>
                </c:pt>
                <c:pt idx="15">
                  <c:v>6.9995745174443851</c:v>
                </c:pt>
                <c:pt idx="16">
                  <c:v>6.9989443281023362</c:v>
                </c:pt>
                <c:pt idx="17">
                  <c:v>7.0429240559325779</c:v>
                </c:pt>
                <c:pt idx="18">
                  <c:v>7.071526300951346</c:v>
                </c:pt>
                <c:pt idx="19">
                  <c:v>7.0624656963240051</c:v>
                </c:pt>
                <c:pt idx="20">
                  <c:v>7.060271448159563</c:v>
                </c:pt>
                <c:pt idx="21">
                  <c:v>7.0847271352353678</c:v>
                </c:pt>
                <c:pt idx="22">
                  <c:v>7.1191568183208425</c:v>
                </c:pt>
                <c:pt idx="23">
                  <c:v>7.1174562637732608</c:v>
                </c:pt>
                <c:pt idx="24">
                  <c:v>7.1429795138330574</c:v>
                </c:pt>
                <c:pt idx="25">
                  <c:v>7.1343452640374014</c:v>
                </c:pt>
                <c:pt idx="26">
                  <c:v>7.1127222866566235</c:v>
                </c:pt>
                <c:pt idx="27">
                  <c:v>7.1121407942503803</c:v>
                </c:pt>
                <c:pt idx="28">
                  <c:v>7.1332929704080836</c:v>
                </c:pt>
                <c:pt idx="29">
                  <c:v>7.141393630742499</c:v>
                </c:pt>
                <c:pt idx="30">
                  <c:v>7.1380934599957335</c:v>
                </c:pt>
                <c:pt idx="31">
                  <c:v>7.1455269240155017</c:v>
                </c:pt>
                <c:pt idx="32">
                  <c:v>7.161425650765465</c:v>
                </c:pt>
                <c:pt idx="33">
                  <c:v>7.1642151593594585</c:v>
                </c:pt>
                <c:pt idx="34">
                  <c:v>7.169158077577074</c:v>
                </c:pt>
                <c:pt idx="35">
                  <c:v>7.1857079631639857</c:v>
                </c:pt>
                <c:pt idx="36">
                  <c:v>7.1967783616857632</c:v>
                </c:pt>
                <c:pt idx="37">
                  <c:v>7.1864431034516469</c:v>
                </c:pt>
                <c:pt idx="38">
                  <c:v>7.1969421115487808</c:v>
                </c:pt>
                <c:pt idx="39">
                  <c:v>7.2121182905733985</c:v>
                </c:pt>
                <c:pt idx="40">
                  <c:v>7.2089640981160317</c:v>
                </c:pt>
                <c:pt idx="41">
                  <c:v>7.2291109874458908</c:v>
                </c:pt>
                <c:pt idx="42">
                  <c:v>7.2429535652406924</c:v>
                </c:pt>
                <c:pt idx="43">
                  <c:v>7.2673893043943067</c:v>
                </c:pt>
                <c:pt idx="44">
                  <c:v>7.2980438373862144</c:v>
                </c:pt>
                <c:pt idx="45">
                  <c:v>7.294463150438431</c:v>
                </c:pt>
                <c:pt idx="46">
                  <c:v>7.3010419146579011</c:v>
                </c:pt>
                <c:pt idx="47">
                  <c:v>7.3446219098294332</c:v>
                </c:pt>
                <c:pt idx="48">
                  <c:v>7.3800348020249027</c:v>
                </c:pt>
                <c:pt idx="49">
                  <c:v>7.3944149728312567</c:v>
                </c:pt>
                <c:pt idx="50">
                  <c:v>7.3825817815929238</c:v>
                </c:pt>
                <c:pt idx="51">
                  <c:v>7.3564779585468685</c:v>
                </c:pt>
                <c:pt idx="52">
                  <c:v>7.3564116904786356</c:v>
                </c:pt>
                <c:pt idx="53">
                  <c:v>7.3495717178778168</c:v>
                </c:pt>
                <c:pt idx="54">
                  <c:v>7.3657652176576685</c:v>
                </c:pt>
                <c:pt idx="55">
                  <c:v>7.3971894331969015</c:v>
                </c:pt>
                <c:pt idx="56">
                  <c:v>7.437993617968381</c:v>
                </c:pt>
                <c:pt idx="57">
                  <c:v>7.4656117373667295</c:v>
                </c:pt>
                <c:pt idx="58">
                  <c:v>7.4812976009329946</c:v>
                </c:pt>
                <c:pt idx="59">
                  <c:v>7.5237545536893329</c:v>
                </c:pt>
                <c:pt idx="60">
                  <c:v>7.5134707364214233</c:v>
                </c:pt>
                <c:pt idx="61">
                  <c:v>7.487920031782604</c:v>
                </c:pt>
                <c:pt idx="62">
                  <c:v>7.4981136760626876</c:v>
                </c:pt>
                <c:pt idx="63">
                  <c:v>7.5335730280629312</c:v>
                </c:pt>
                <c:pt idx="64">
                  <c:v>7.5411081287247566</c:v>
                </c:pt>
                <c:pt idx="65">
                  <c:v>7.540270874627705</c:v>
                </c:pt>
                <c:pt idx="66">
                  <c:v>7.535403162637154</c:v>
                </c:pt>
                <c:pt idx="67">
                  <c:v>7.5182519531040892</c:v>
                </c:pt>
                <c:pt idx="68">
                  <c:v>7.4875238199605283</c:v>
                </c:pt>
                <c:pt idx="69">
                  <c:v>7.4648870947604058</c:v>
                </c:pt>
                <c:pt idx="70">
                  <c:v>7.4728741776311987</c:v>
                </c:pt>
                <c:pt idx="71">
                  <c:v>7.4875978390883766</c:v>
                </c:pt>
                <c:pt idx="72">
                  <c:v>7.467885148755637</c:v>
                </c:pt>
                <c:pt idx="73">
                  <c:v>7.4129009474169072</c:v>
                </c:pt>
                <c:pt idx="74">
                  <c:v>7.4196811926334316</c:v>
                </c:pt>
                <c:pt idx="75">
                  <c:v>7.4346208595957721</c:v>
                </c:pt>
                <c:pt idx="76">
                  <c:v>7.4620754386191965</c:v>
                </c:pt>
                <c:pt idx="77">
                  <c:v>7.4767244757606903</c:v>
                </c:pt>
                <c:pt idx="78">
                  <c:v>7.5063948336697086</c:v>
                </c:pt>
                <c:pt idx="79">
                  <c:v>7.5108536714465037</c:v>
                </c:pt>
                <c:pt idx="80">
                  <c:v>7.4943151913226878</c:v>
                </c:pt>
                <c:pt idx="81">
                  <c:v>7.4755021825401098</c:v>
                </c:pt>
                <c:pt idx="82">
                  <c:v>7.4660535710411846</c:v>
                </c:pt>
                <c:pt idx="83">
                  <c:v>7.4250959478763834</c:v>
                </c:pt>
                <c:pt idx="84">
                  <c:v>7.4244394587311699</c:v>
                </c:pt>
                <c:pt idx="85">
                  <c:v>7.4680054880295259</c:v>
                </c:pt>
                <c:pt idx="86">
                  <c:v>7.5031802620872998</c:v>
                </c:pt>
                <c:pt idx="87">
                  <c:v>7.4839770002552051</c:v>
                </c:pt>
                <c:pt idx="88">
                  <c:v>7.4583178273346968</c:v>
                </c:pt>
                <c:pt idx="89">
                  <c:v>7.4753620582792175</c:v>
                </c:pt>
                <c:pt idx="90">
                  <c:v>7.4570483294627703</c:v>
                </c:pt>
                <c:pt idx="91">
                  <c:v>7.3987923430145086</c:v>
                </c:pt>
                <c:pt idx="92">
                  <c:v>7.3323794952305148</c:v>
                </c:pt>
                <c:pt idx="93">
                  <c:v>7.3016734281665778</c:v>
                </c:pt>
                <c:pt idx="94">
                  <c:v>7.3109369220165199</c:v>
                </c:pt>
                <c:pt idx="95">
                  <c:v>7.3280278688068226</c:v>
                </c:pt>
                <c:pt idx="96">
                  <c:v>7.344900016917328</c:v>
                </c:pt>
                <c:pt idx="97">
                  <c:v>7.316515101252115</c:v>
                </c:pt>
                <c:pt idx="98">
                  <c:v>7.2548644765632631</c:v>
                </c:pt>
                <c:pt idx="99">
                  <c:v>7.2272023181114937</c:v>
                </c:pt>
                <c:pt idx="100">
                  <c:v>7.1960645891840649</c:v>
                </c:pt>
                <c:pt idx="101">
                  <c:v>7.1966576034356793</c:v>
                </c:pt>
                <c:pt idx="102">
                  <c:v>7.208955928080222</c:v>
                </c:pt>
                <c:pt idx="103">
                  <c:v>7.2084282275621723</c:v>
                </c:pt>
                <c:pt idx="104">
                  <c:v>7.1856894583820239</c:v>
                </c:pt>
                <c:pt idx="105">
                  <c:v>7.1771315088068333</c:v>
                </c:pt>
                <c:pt idx="106">
                  <c:v>7.1905413423829714</c:v>
                </c:pt>
                <c:pt idx="107">
                  <c:v>7.1799405347085932</c:v>
                </c:pt>
                <c:pt idx="108">
                  <c:v>7.1734167611147637</c:v>
                </c:pt>
                <c:pt idx="109">
                  <c:v>7.1916760812169533</c:v>
                </c:pt>
                <c:pt idx="110">
                  <c:v>7.199646509783979</c:v>
                </c:pt>
                <c:pt idx="111">
                  <c:v>7.1946114982709783</c:v>
                </c:pt>
                <c:pt idx="112">
                  <c:v>7.1852708662481808</c:v>
                </c:pt>
                <c:pt idx="113">
                  <c:v>7.1747693559321029</c:v>
                </c:pt>
                <c:pt idx="114">
                  <c:v>7.1669693226560822</c:v>
                </c:pt>
                <c:pt idx="115">
                  <c:v>7.1807358562714265</c:v>
                </c:pt>
                <c:pt idx="116">
                  <c:v>7.1768844175956223</c:v>
                </c:pt>
                <c:pt idx="117">
                  <c:v>7.1805391935006178</c:v>
                </c:pt>
                <c:pt idx="118">
                  <c:v>7.1734267234376308</c:v>
                </c:pt>
                <c:pt idx="119">
                  <c:v>7.1619518615903761</c:v>
                </c:pt>
                <c:pt idx="120">
                  <c:v>7.1890227631629058</c:v>
                </c:pt>
                <c:pt idx="121">
                  <c:v>7.1718793861570456</c:v>
                </c:pt>
                <c:pt idx="122">
                  <c:v>7.1485677019444314</c:v>
                </c:pt>
                <c:pt idx="123">
                  <c:v>7.1581201497104363</c:v>
                </c:pt>
                <c:pt idx="124">
                  <c:v>7.1613969625343108</c:v>
                </c:pt>
                <c:pt idx="125">
                  <c:v>7.1749694868947511</c:v>
                </c:pt>
                <c:pt idx="126">
                  <c:v>7.231483719469554</c:v>
                </c:pt>
                <c:pt idx="127">
                  <c:v>7.2381380157864648</c:v>
                </c:pt>
                <c:pt idx="128">
                  <c:v>7.225347743259209</c:v>
                </c:pt>
                <c:pt idx="129">
                  <c:v>7.1652698970165822</c:v>
                </c:pt>
                <c:pt idx="130">
                  <c:v>7.1202237877552248</c:v>
                </c:pt>
                <c:pt idx="131">
                  <c:v>7.0910749970182865</c:v>
                </c:pt>
                <c:pt idx="132">
                  <c:v>7.0832340611911944</c:v>
                </c:pt>
                <c:pt idx="133">
                  <c:v>7.0779267966188062</c:v>
                </c:pt>
                <c:pt idx="134">
                  <c:v>7.0558877293231292</c:v>
                </c:pt>
                <c:pt idx="135">
                  <c:v>7.0508985549697236</c:v>
                </c:pt>
                <c:pt idx="136">
                  <c:v>7.0434586142762692</c:v>
                </c:pt>
                <c:pt idx="137">
                  <c:v>7.0569542797813165</c:v>
                </c:pt>
                <c:pt idx="138">
                  <c:v>7.0766653291239567</c:v>
                </c:pt>
                <c:pt idx="139">
                  <c:v>7.0933908646616581</c:v>
                </c:pt>
                <c:pt idx="140">
                  <c:v>7.1083794238183495</c:v>
                </c:pt>
                <c:pt idx="141">
                  <c:v>7.1218882288824128</c:v>
                </c:pt>
                <c:pt idx="142">
                  <c:v>7.134570649954048</c:v>
                </c:pt>
                <c:pt idx="143">
                  <c:v>7.1864618991893003</c:v>
                </c:pt>
                <c:pt idx="144">
                  <c:v>7.1973382768179448</c:v>
                </c:pt>
                <c:pt idx="145">
                  <c:v>7.2382079615346333</c:v>
                </c:pt>
                <c:pt idx="146">
                  <c:v>7.2966603547126958</c:v>
                </c:pt>
                <c:pt idx="147">
                  <c:v>7.2816322372202258</c:v>
                </c:pt>
                <c:pt idx="148">
                  <c:v>7.287703411779022</c:v>
                </c:pt>
                <c:pt idx="149">
                  <c:v>7.33443864684841</c:v>
                </c:pt>
                <c:pt idx="150">
                  <c:v>7.4053254853815966</c:v>
                </c:pt>
                <c:pt idx="151">
                  <c:v>7.4887890815175906</c:v>
                </c:pt>
                <c:pt idx="152">
                  <c:v>7.5121896468747611</c:v>
                </c:pt>
                <c:pt idx="153">
                  <c:v>7.4847929331192011</c:v>
                </c:pt>
                <c:pt idx="154">
                  <c:v>7.4993314536509441</c:v>
                </c:pt>
                <c:pt idx="155">
                  <c:v>7.533757098271427</c:v>
                </c:pt>
                <c:pt idx="156">
                  <c:v>7.5568364485454875</c:v>
                </c:pt>
                <c:pt idx="157">
                  <c:v>7.5480745855836631</c:v>
                </c:pt>
                <c:pt idx="158">
                  <c:v>7.555034385376354</c:v>
                </c:pt>
                <c:pt idx="159">
                  <c:v>7.5535508837744194</c:v>
                </c:pt>
                <c:pt idx="160">
                  <c:v>7.5505381656123536</c:v>
                </c:pt>
                <c:pt idx="161">
                  <c:v>7.5249774520977546</c:v>
                </c:pt>
                <c:pt idx="162">
                  <c:v>7.5017178024009556</c:v>
                </c:pt>
                <c:pt idx="163">
                  <c:v>7.4997277120259307</c:v>
                </c:pt>
                <c:pt idx="164">
                  <c:v>7.4844621281365162</c:v>
                </c:pt>
                <c:pt idx="165">
                  <c:v>7.5223730495145142</c:v>
                </c:pt>
                <c:pt idx="166">
                  <c:v>7.5494120041521464</c:v>
                </c:pt>
                <c:pt idx="167">
                  <c:v>7.5420348575159721</c:v>
                </c:pt>
                <c:pt idx="168">
                  <c:v>7.5640916265559035</c:v>
                </c:pt>
                <c:pt idx="169">
                  <c:v>7.562591598670708</c:v>
                </c:pt>
                <c:pt idx="170">
                  <c:v>7.5545385037726929</c:v>
                </c:pt>
                <c:pt idx="171">
                  <c:v>7.5311042341082581</c:v>
                </c:pt>
                <c:pt idx="172">
                  <c:v>7.4971683261072375</c:v>
                </c:pt>
                <c:pt idx="173">
                  <c:v>7.4881032174857944</c:v>
                </c:pt>
                <c:pt idx="174">
                  <c:v>7.4906320181422288</c:v>
                </c:pt>
                <c:pt idx="175">
                  <c:v>7.4953035561675305</c:v>
                </c:pt>
                <c:pt idx="176">
                  <c:v>7.4815103942873256</c:v>
                </c:pt>
                <c:pt idx="177">
                  <c:v>7.5042083831177919</c:v>
                </c:pt>
                <c:pt idx="178">
                  <c:v>7.5385103832077327</c:v>
                </c:pt>
                <c:pt idx="179">
                  <c:v>7.5639074632415904</c:v>
                </c:pt>
                <c:pt idx="180">
                  <c:v>7.5688874608524932</c:v>
                </c:pt>
                <c:pt idx="181">
                  <c:v>7.546659283995754</c:v>
                </c:pt>
                <c:pt idx="182">
                  <c:v>7.5484341137121884</c:v>
                </c:pt>
                <c:pt idx="183">
                  <c:v>7.5980666855547332</c:v>
                </c:pt>
                <c:pt idx="184">
                  <c:v>7.6235651578278674</c:v>
                </c:pt>
                <c:pt idx="185">
                  <c:v>7.5963674577651048</c:v>
                </c:pt>
                <c:pt idx="186">
                  <c:v>7.5846945947508626</c:v>
                </c:pt>
                <c:pt idx="187">
                  <c:v>7.5668084078653184</c:v>
                </c:pt>
                <c:pt idx="188">
                  <c:v>7.5959096098894037</c:v>
                </c:pt>
                <c:pt idx="189">
                  <c:v>7.645868052106116</c:v>
                </c:pt>
                <c:pt idx="190">
                  <c:v>7.6830742555235263</c:v>
                </c:pt>
                <c:pt idx="191">
                  <c:v>7.6960434308861982</c:v>
                </c:pt>
                <c:pt idx="192">
                  <c:v>7.6751948495349396</c:v>
                </c:pt>
                <c:pt idx="193">
                  <c:v>7.6668664407236671</c:v>
                </c:pt>
                <c:pt idx="194">
                  <c:v>7.7158449441723551</c:v>
                </c:pt>
                <c:pt idx="195">
                  <c:v>7.7234326030702407</c:v>
                </c:pt>
                <c:pt idx="196">
                  <c:v>7.7220821031338778</c:v>
                </c:pt>
                <c:pt idx="197">
                  <c:v>7.7510456947542412</c:v>
                </c:pt>
                <c:pt idx="198">
                  <c:v>7.7789549560554505</c:v>
                </c:pt>
                <c:pt idx="199">
                  <c:v>7.7670341056864673</c:v>
                </c:pt>
                <c:pt idx="200">
                  <c:v>7.7769412633547512</c:v>
                </c:pt>
                <c:pt idx="201">
                  <c:v>7.8399620798611469</c:v>
                </c:pt>
                <c:pt idx="202">
                  <c:v>7.8813989186876148</c:v>
                </c:pt>
                <c:pt idx="203">
                  <c:v>7.86617956183842</c:v>
                </c:pt>
                <c:pt idx="204">
                  <c:v>7.885193167112754</c:v>
                </c:pt>
                <c:pt idx="205">
                  <c:v>7.9688884105318714</c:v>
                </c:pt>
                <c:pt idx="206">
                  <c:v>8.0565656037116433</c:v>
                </c:pt>
                <c:pt idx="207">
                  <c:v>8.1069889232935601</c:v>
                </c:pt>
                <c:pt idx="208">
                  <c:v>8.082270538143268</c:v>
                </c:pt>
                <c:pt idx="209">
                  <c:v>8.0189352101728897</c:v>
                </c:pt>
                <c:pt idx="210">
                  <c:v>7.9153252833419625</c:v>
                </c:pt>
                <c:pt idx="211">
                  <c:v>7.8797134240066091</c:v>
                </c:pt>
                <c:pt idx="212">
                  <c:v>7.8925147295736791</c:v>
                </c:pt>
                <c:pt idx="213">
                  <c:v>7.8698457897594203</c:v>
                </c:pt>
                <c:pt idx="214">
                  <c:v>7.8421265108863505</c:v>
                </c:pt>
                <c:pt idx="215">
                  <c:v>7.8633907631763122</c:v>
                </c:pt>
                <c:pt idx="216">
                  <c:v>7.9081986844706105</c:v>
                </c:pt>
                <c:pt idx="217">
                  <c:v>7.913503295527093</c:v>
                </c:pt>
                <c:pt idx="218">
                  <c:v>7.9015634981235001</c:v>
                </c:pt>
                <c:pt idx="219">
                  <c:v>7.8624654775253262</c:v>
                </c:pt>
                <c:pt idx="220">
                  <c:v>7.847080392314413</c:v>
                </c:pt>
                <c:pt idx="221">
                  <c:v>7.9169647837472992</c:v>
                </c:pt>
                <c:pt idx="222">
                  <c:v>8.0010793757850589</c:v>
                </c:pt>
                <c:pt idx="223">
                  <c:v>8.055437533582106</c:v>
                </c:pt>
                <c:pt idx="224">
                  <c:v>8.0708009251366839</c:v>
                </c:pt>
                <c:pt idx="225">
                  <c:v>8.0229432295634826</c:v>
                </c:pt>
                <c:pt idx="226">
                  <c:v>8.0148992590359445</c:v>
                </c:pt>
                <c:pt idx="227">
                  <c:v>8.0175609682521234</c:v>
                </c:pt>
                <c:pt idx="228">
                  <c:v>8.0707488789826378</c:v>
                </c:pt>
                <c:pt idx="229">
                  <c:v>8.0878353799699774</c:v>
                </c:pt>
                <c:pt idx="230">
                  <c:v>8.1092655468332993</c:v>
                </c:pt>
                <c:pt idx="231">
                  <c:v>8.1103311429568219</c:v>
                </c:pt>
                <c:pt idx="232">
                  <c:v>8.1013502485506468</c:v>
                </c:pt>
                <c:pt idx="233">
                  <c:v>8.1327232791646775</c:v>
                </c:pt>
                <c:pt idx="234">
                  <c:v>8.1376290248831822</c:v>
                </c:pt>
                <c:pt idx="235">
                  <c:v>8.0658503024123629</c:v>
                </c:pt>
                <c:pt idx="236">
                  <c:v>8.0025346197702572</c:v>
                </c:pt>
                <c:pt idx="237">
                  <c:v>7.9930732993267428</c:v>
                </c:pt>
                <c:pt idx="238">
                  <c:v>7.959827724436936</c:v>
                </c:pt>
                <c:pt idx="239">
                  <c:v>7.879562313258818</c:v>
                </c:pt>
                <c:pt idx="240">
                  <c:v>7.8271923371674612</c:v>
                </c:pt>
                <c:pt idx="241">
                  <c:v>7.8134350210284174</c:v>
                </c:pt>
                <c:pt idx="242">
                  <c:v>7.7842117107198412</c:v>
                </c:pt>
                <c:pt idx="243">
                  <c:v>7.7043425113637989</c:v>
                </c:pt>
                <c:pt idx="244">
                  <c:v>7.703087863870353</c:v>
                </c:pt>
                <c:pt idx="245">
                  <c:v>7.7332397650865641</c:v>
                </c:pt>
                <c:pt idx="246">
                  <c:v>7.7395085800272936</c:v>
                </c:pt>
                <c:pt idx="247">
                  <c:v>7.7447780436362779</c:v>
                </c:pt>
                <c:pt idx="248">
                  <c:v>7.7556804094272636</c:v>
                </c:pt>
                <c:pt idx="249">
                  <c:v>7.7735359644976345</c:v>
                </c:pt>
                <c:pt idx="250">
                  <c:v>7.7587043468407861</c:v>
                </c:pt>
                <c:pt idx="251">
                  <c:v>7.8099242798287998</c:v>
                </c:pt>
                <c:pt idx="252">
                  <c:v>7.8263341808135518</c:v>
                </c:pt>
                <c:pt idx="253">
                  <c:v>7.8015229691595342</c:v>
                </c:pt>
                <c:pt idx="254">
                  <c:v>7.7725000691310715</c:v>
                </c:pt>
                <c:pt idx="255">
                  <c:v>7.8334593830975887</c:v>
                </c:pt>
                <c:pt idx="256">
                  <c:v>7.8747060067313637</c:v>
                </c:pt>
                <c:pt idx="257">
                  <c:v>7.9171212946327199</c:v>
                </c:pt>
                <c:pt idx="258">
                  <c:v>7.9588809313412554</c:v>
                </c:pt>
                <c:pt idx="259">
                  <c:v>8</c:v>
                </c:pt>
                <c:pt idx="260">
                  <c:v>8.0049525779465647</c:v>
                </c:pt>
                <c:pt idx="261">
                  <c:v>8.0493807205962291</c:v>
                </c:pt>
                <c:pt idx="262">
                  <c:v>8.0213168570789328</c:v>
                </c:pt>
                <c:pt idx="263">
                  <c:v>7.9150997810430415</c:v>
                </c:pt>
                <c:pt idx="264">
                  <c:v>7.9074476929168922</c:v>
                </c:pt>
                <c:pt idx="265">
                  <c:v>7.8970364137797731</c:v>
                </c:pt>
                <c:pt idx="266">
                  <c:v>7.8862264555163222</c:v>
                </c:pt>
                <c:pt idx="267">
                  <c:v>7.9217226774217551</c:v>
                </c:pt>
                <c:pt idx="268">
                  <c:v>7.9374161291124485</c:v>
                </c:pt>
                <c:pt idx="269">
                  <c:v>7.8916798496750653</c:v>
                </c:pt>
                <c:pt idx="270">
                  <c:v>7.829119255242813</c:v>
                </c:pt>
                <c:pt idx="271">
                  <c:v>7.8245674978564708</c:v>
                </c:pt>
                <c:pt idx="272">
                  <c:v>7.8198428429601794</c:v>
                </c:pt>
                <c:pt idx="273">
                  <c:v>7.8333622737260891</c:v>
                </c:pt>
                <c:pt idx="274">
                  <c:v>7.8455094177934726</c:v>
                </c:pt>
                <c:pt idx="275">
                  <c:v>7.828986020812688</c:v>
                </c:pt>
                <c:pt idx="276">
                  <c:v>7.7885531420561147</c:v>
                </c:pt>
                <c:pt idx="277">
                  <c:v>7.7609568559728359</c:v>
                </c:pt>
                <c:pt idx="278">
                  <c:v>7.8941331880634253</c:v>
                </c:pt>
                <c:pt idx="279">
                  <c:v>7.9444890990307959</c:v>
                </c:pt>
                <c:pt idx="280">
                  <c:v>7.970557891011631</c:v>
                </c:pt>
                <c:pt idx="281">
                  <c:v>8.0644003654589689</c:v>
                </c:pt>
                <c:pt idx="282">
                  <c:v>8.1367288778039182</c:v>
                </c:pt>
                <c:pt idx="283">
                  <c:v>8.1466656896762508</c:v>
                </c:pt>
                <c:pt idx="284">
                  <c:v>8.234243538944817</c:v>
                </c:pt>
                <c:pt idx="285">
                  <c:v>8.2186500829060805</c:v>
                </c:pt>
                <c:pt idx="286">
                  <c:v>8.2822232962495956</c:v>
                </c:pt>
                <c:pt idx="287">
                  <c:v>8.5274075140308163</c:v>
                </c:pt>
                <c:pt idx="288">
                  <c:v>8.6360031644806519</c:v>
                </c:pt>
                <c:pt idx="289">
                  <c:v>8.7759335790520101</c:v>
                </c:pt>
                <c:pt idx="290">
                  <c:v>8.8467967919830688</c:v>
                </c:pt>
                <c:pt idx="291">
                  <c:v>8.8611322952717071</c:v>
                </c:pt>
                <c:pt idx="292">
                  <c:v>8.8646159426773536</c:v>
                </c:pt>
                <c:pt idx="293">
                  <c:v>9.0209588651964587</c:v>
                </c:pt>
                <c:pt idx="294">
                  <c:v>9.1960112162720691</c:v>
                </c:pt>
                <c:pt idx="295">
                  <c:v>9.1080463261048177</c:v>
                </c:pt>
                <c:pt idx="296">
                  <c:v>9.1140736245453766</c:v>
                </c:pt>
                <c:pt idx="297">
                  <c:v>9.280679601734267</c:v>
                </c:pt>
                <c:pt idx="298">
                  <c:v>9.2614830435212951</c:v>
                </c:pt>
                <c:pt idx="299">
                  <c:v>9.1949969214560223</c:v>
                </c:pt>
                <c:pt idx="300">
                  <c:v>9.2030073738879352</c:v>
                </c:pt>
                <c:pt idx="301">
                  <c:v>9.1500323961704861</c:v>
                </c:pt>
                <c:pt idx="302">
                  <c:v>9.0077998470643799</c:v>
                </c:pt>
                <c:pt idx="303">
                  <c:v>9.1514492805573546</c:v>
                </c:pt>
                <c:pt idx="304">
                  <c:v>9.3809579229655498</c:v>
                </c:pt>
                <c:pt idx="305">
                  <c:v>9.4439333969370267</c:v>
                </c:pt>
                <c:pt idx="306">
                  <c:v>9.4230337470428438</c:v>
                </c:pt>
                <c:pt idx="307">
                  <c:v>9.4234106394070203</c:v>
                </c:pt>
                <c:pt idx="308">
                  <c:v>9.4252248994387333</c:v>
                </c:pt>
                <c:pt idx="309">
                  <c:v>9.4365015040779898</c:v>
                </c:pt>
                <c:pt idx="310">
                  <c:v>9.4254088765414021</c:v>
                </c:pt>
                <c:pt idx="311">
                  <c:v>9.3709978346379188</c:v>
                </c:pt>
                <c:pt idx="312">
                  <c:v>9.5034332306034734</c:v>
                </c:pt>
                <c:pt idx="313">
                  <c:v>9.4635705318958703</c:v>
                </c:pt>
                <c:pt idx="314">
                  <c:v>9.4135226149849931</c:v>
                </c:pt>
                <c:pt idx="315">
                  <c:v>9.3804169781444351</c:v>
                </c:pt>
                <c:pt idx="316">
                  <c:v>9.3164447132512986</c:v>
                </c:pt>
                <c:pt idx="317">
                  <c:v>9.3983378003954599</c:v>
                </c:pt>
                <c:pt idx="318">
                  <c:v>9.4099266819589893</c:v>
                </c:pt>
                <c:pt idx="319">
                  <c:v>9.4124250835648038</c:v>
                </c:pt>
                <c:pt idx="320">
                  <c:v>9.4666994461227816</c:v>
                </c:pt>
                <c:pt idx="321">
                  <c:v>9.5275282722809003</c:v>
                </c:pt>
                <c:pt idx="322">
                  <c:v>9.5467628176689168</c:v>
                </c:pt>
                <c:pt idx="323">
                  <c:v>9.5541688271096596</c:v>
                </c:pt>
                <c:pt idx="324">
                  <c:v>9.5581852260241593</c:v>
                </c:pt>
                <c:pt idx="325">
                  <c:v>9.677819502634291</c:v>
                </c:pt>
                <c:pt idx="326">
                  <c:v>9.7699333744054151</c:v>
                </c:pt>
                <c:pt idx="327">
                  <c:v>9.7036656785966571</c:v>
                </c:pt>
                <c:pt idx="328">
                  <c:v>9.7010782678257854</c:v>
                </c:pt>
                <c:pt idx="329">
                  <c:v>9.8368448038618812</c:v>
                </c:pt>
                <c:pt idx="330">
                  <c:v>9.9740153756815264</c:v>
                </c:pt>
                <c:pt idx="331">
                  <c:v>10.022639704586403</c:v>
                </c:pt>
                <c:pt idx="332">
                  <c:v>10.046718545850942</c:v>
                </c:pt>
                <c:pt idx="333">
                  <c:v>9.9481667789678081</c:v>
                </c:pt>
                <c:pt idx="334">
                  <c:v>9.8195368041259314</c:v>
                </c:pt>
                <c:pt idx="335">
                  <c:v>9.685707986440443</c:v>
                </c:pt>
                <c:pt idx="336">
                  <c:v>9.6283369242696821</c:v>
                </c:pt>
                <c:pt idx="337">
                  <c:v>9.5193964098581603</c:v>
                </c:pt>
                <c:pt idx="338">
                  <c:v>9.443962073529951</c:v>
                </c:pt>
                <c:pt idx="339">
                  <c:v>9.4391587442147546</c:v>
                </c:pt>
                <c:pt idx="340">
                  <c:v>9.4698594576939747</c:v>
                </c:pt>
                <c:pt idx="341">
                  <c:v>9.6734694124566492</c:v>
                </c:pt>
                <c:pt idx="342">
                  <c:v>9.7623472983064925</c:v>
                </c:pt>
                <c:pt idx="343">
                  <c:v>9.8142982982024911</c:v>
                </c:pt>
                <c:pt idx="344">
                  <c:v>9.966754425110194</c:v>
                </c:pt>
                <c:pt idx="345">
                  <c:v>9.9328743340489769</c:v>
                </c:pt>
                <c:pt idx="346">
                  <c:v>9.8436709502482529</c:v>
                </c:pt>
                <c:pt idx="347">
                  <c:v>9.8479662942030401</c:v>
                </c:pt>
                <c:pt idx="348">
                  <c:v>10.034264524996912</c:v>
                </c:pt>
                <c:pt idx="349">
                  <c:v>10.076221732258013</c:v>
                </c:pt>
                <c:pt idx="350">
                  <c:v>10.134537818513852</c:v>
                </c:pt>
                <c:pt idx="351">
                  <c:v>10.079742808203781</c:v>
                </c:pt>
                <c:pt idx="352">
                  <c:v>9.9858532222109186</c:v>
                </c:pt>
                <c:pt idx="353">
                  <c:v>9.8980674676436351</c:v>
                </c:pt>
                <c:pt idx="354">
                  <c:v>9.7732200098934268</c:v>
                </c:pt>
                <c:pt idx="355">
                  <c:v>9.7587634690372411</c:v>
                </c:pt>
                <c:pt idx="356">
                  <c:v>9.9573174052860125</c:v>
                </c:pt>
                <c:pt idx="357">
                  <c:v>9.9356649017216885</c:v>
                </c:pt>
                <c:pt idx="358">
                  <c:v>9.8517741360780704</c:v>
                </c:pt>
                <c:pt idx="359">
                  <c:v>10.078509900919579</c:v>
                </c:pt>
                <c:pt idx="360">
                  <c:v>10.068504749374494</c:v>
                </c:pt>
                <c:pt idx="361">
                  <c:v>10.010971496863219</c:v>
                </c:pt>
                <c:pt idx="362">
                  <c:v>10.153560082629557</c:v>
                </c:pt>
                <c:pt idx="363">
                  <c:v>10.15808763250239</c:v>
                </c:pt>
                <c:pt idx="364">
                  <c:v>10.035523315699404</c:v>
                </c:pt>
                <c:pt idx="365">
                  <c:v>9.8929332402399268</c:v>
                </c:pt>
                <c:pt idx="366">
                  <c:v>9.7514313856185222</c:v>
                </c:pt>
                <c:pt idx="367">
                  <c:v>9.5942572143278344</c:v>
                </c:pt>
                <c:pt idx="368">
                  <c:v>9.5315863826032921</c:v>
                </c:pt>
                <c:pt idx="369">
                  <c:v>9.515176109195254</c:v>
                </c:pt>
                <c:pt idx="370">
                  <c:v>9.5222627656693177</c:v>
                </c:pt>
                <c:pt idx="371">
                  <c:v>9.4435423524880271</c:v>
                </c:pt>
                <c:pt idx="372">
                  <c:v>9.4620828870848932</c:v>
                </c:pt>
                <c:pt idx="373">
                  <c:v>9.3887056307700583</c:v>
                </c:pt>
                <c:pt idx="374">
                  <c:v>9.3024430874374477</c:v>
                </c:pt>
                <c:pt idx="375">
                  <c:v>9.2342996817549956</c:v>
                </c:pt>
                <c:pt idx="376">
                  <c:v>9.0901633048171941</c:v>
                </c:pt>
                <c:pt idx="377">
                  <c:v>8.851082452932447</c:v>
                </c:pt>
                <c:pt idx="378">
                  <c:v>8.541749348515296</c:v>
                </c:pt>
                <c:pt idx="379">
                  <c:v>8.3750277338964878</c:v>
                </c:pt>
                <c:pt idx="380">
                  <c:v>8.3096767580031674</c:v>
                </c:pt>
                <c:pt idx="381">
                  <c:v>8.1727517062340027</c:v>
                </c:pt>
                <c:pt idx="382">
                  <c:v>8.0433625465261436</c:v>
                </c:pt>
                <c:pt idx="383">
                  <c:v>7.8386079487977591</c:v>
                </c:pt>
                <c:pt idx="384">
                  <c:v>7.7382704122641979</c:v>
                </c:pt>
                <c:pt idx="385">
                  <c:v>7.6341120455935494</c:v>
                </c:pt>
                <c:pt idx="386">
                  <c:v>7.4990421273115953</c:v>
                </c:pt>
                <c:pt idx="387">
                  <c:v>7.4183440999353198</c:v>
                </c:pt>
                <c:pt idx="388">
                  <c:v>7.3897010251044017</c:v>
                </c:pt>
                <c:pt idx="389">
                  <c:v>7.3711916809576348</c:v>
                </c:pt>
                <c:pt idx="390">
                  <c:v>7.3331222934719689</c:v>
                </c:pt>
                <c:pt idx="391">
                  <c:v>7.2458183848058004</c:v>
                </c:pt>
                <c:pt idx="392">
                  <c:v>7.2101649769977412</c:v>
                </c:pt>
                <c:pt idx="393">
                  <c:v>7.2134432096853889</c:v>
                </c:pt>
                <c:pt idx="394">
                  <c:v>7.1979470492297963</c:v>
                </c:pt>
                <c:pt idx="395">
                  <c:v>7.1808634577993677</c:v>
                </c:pt>
                <c:pt idx="396">
                  <c:v>7.1905274928920688</c:v>
                </c:pt>
                <c:pt idx="397">
                  <c:v>7.1734393159999463</c:v>
                </c:pt>
                <c:pt idx="398">
                  <c:v>7.1478516134354306</c:v>
                </c:pt>
                <c:pt idx="399">
                  <c:v>7.1047367516701092</c:v>
                </c:pt>
                <c:pt idx="400">
                  <c:v>7.1401872818937946</c:v>
                </c:pt>
                <c:pt idx="401">
                  <c:v>7.1530958104521902</c:v>
                </c:pt>
                <c:pt idx="402">
                  <c:v>7.1363918812841192</c:v>
                </c:pt>
                <c:pt idx="403">
                  <c:v>7.1267559874258728</c:v>
                </c:pt>
                <c:pt idx="404">
                  <c:v>7.1177090111631092</c:v>
                </c:pt>
                <c:pt idx="405">
                  <c:v>7.103759047441792</c:v>
                </c:pt>
                <c:pt idx="406">
                  <c:v>7.0943159291863198</c:v>
                </c:pt>
                <c:pt idx="407">
                  <c:v>7.0831517381879205</c:v>
                </c:pt>
                <c:pt idx="408">
                  <c:v>7.0565480590834646</c:v>
                </c:pt>
                <c:pt idx="409">
                  <c:v>7.0700817757738097</c:v>
                </c:pt>
                <c:pt idx="410">
                  <c:v>7.0744971855041312</c:v>
                </c:pt>
                <c:pt idx="411">
                  <c:v>7.0693935317244581</c:v>
                </c:pt>
                <c:pt idx="412">
                  <c:v>7.0787944381282486</c:v>
                </c:pt>
                <c:pt idx="413">
                  <c:v>7.0682382630569043</c:v>
                </c:pt>
                <c:pt idx="414">
                  <c:v>7.0567498310362105</c:v>
                </c:pt>
                <c:pt idx="415">
                  <c:v>7.0494386731508039</c:v>
                </c:pt>
                <c:pt idx="416">
                  <c:v>7.0503770925416926</c:v>
                </c:pt>
                <c:pt idx="417">
                  <c:v>7.0391958689971306</c:v>
                </c:pt>
                <c:pt idx="418">
                  <c:v>7.0455308676289405</c:v>
                </c:pt>
                <c:pt idx="419">
                  <c:v>7.0239298864984177</c:v>
                </c:pt>
                <c:pt idx="420">
                  <c:v>7.0195512681152508</c:v>
                </c:pt>
                <c:pt idx="421">
                  <c:v>7.0042891749667406</c:v>
                </c:pt>
                <c:pt idx="422">
                  <c:v>7.0398147841243777</c:v>
                </c:pt>
                <c:pt idx="423">
                  <c:v>7.0493073008371052</c:v>
                </c:pt>
                <c:pt idx="424">
                  <c:v>7.0086858522422721</c:v>
                </c:pt>
                <c:pt idx="425">
                  <c:v>7.0086280822623914</c:v>
                </c:pt>
                <c:pt idx="426">
                  <c:v>7.0347166294072689</c:v>
                </c:pt>
                <c:pt idx="427">
                  <c:v>7.040033899945878</c:v>
                </c:pt>
                <c:pt idx="428">
                  <c:v>7.0419098105789999</c:v>
                </c:pt>
                <c:pt idx="429">
                  <c:v>7.0030424591072835</c:v>
                </c:pt>
                <c:pt idx="430">
                  <c:v>6.9787532166897401</c:v>
                </c:pt>
                <c:pt idx="431">
                  <c:v>6.9987964390523594</c:v>
                </c:pt>
                <c:pt idx="432">
                  <c:v>7.0424789548257074</c:v>
                </c:pt>
                <c:pt idx="433">
                  <c:v>7.0377385097640541</c:v>
                </c:pt>
                <c:pt idx="434">
                  <c:v>7.0284707999661471</c:v>
                </c:pt>
                <c:pt idx="435">
                  <c:v>7.002263141744093</c:v>
                </c:pt>
                <c:pt idx="436">
                  <c:v>7.0737446984381593</c:v>
                </c:pt>
                <c:pt idx="437">
                  <c:v>7.0775446554139592</c:v>
                </c:pt>
                <c:pt idx="438">
                  <c:v>6.9810419279836715</c:v>
                </c:pt>
                <c:pt idx="439">
                  <c:v>6.9877073984539031</c:v>
                </c:pt>
                <c:pt idx="440">
                  <c:v>7.0876075616637522</c:v>
                </c:pt>
                <c:pt idx="441">
                  <c:v>7.1181349004656873</c:v>
                </c:pt>
                <c:pt idx="442">
                  <c:v>7.2758015782740175</c:v>
                </c:pt>
                <c:pt idx="443">
                  <c:v>7.3263646962464488</c:v>
                </c:pt>
                <c:pt idx="444">
                  <c:v>7.3036356799010695</c:v>
                </c:pt>
                <c:pt idx="445">
                  <c:v>7.2841298008736493</c:v>
                </c:pt>
                <c:pt idx="446">
                  <c:v>7.2957729398544773</c:v>
                </c:pt>
                <c:pt idx="447">
                  <c:v>7.3738903299083738</c:v>
                </c:pt>
                <c:pt idx="448">
                  <c:v>7.3696757785299276</c:v>
                </c:pt>
                <c:pt idx="449">
                  <c:v>7.3421981558157574</c:v>
                </c:pt>
                <c:pt idx="450">
                  <c:v>7.3717221746503201</c:v>
                </c:pt>
                <c:pt idx="451">
                  <c:v>7.3973957091437477</c:v>
                </c:pt>
                <c:pt idx="452">
                  <c:v>7.3643217748353029</c:v>
                </c:pt>
                <c:pt idx="453">
                  <c:v>7.3659979589341882</c:v>
                </c:pt>
                <c:pt idx="454">
                  <c:v>7.3593956156655018</c:v>
                </c:pt>
                <c:pt idx="455">
                  <c:v>7.3792788525862054</c:v>
                </c:pt>
                <c:pt idx="456">
                  <c:v>7.4180599875219571</c:v>
                </c:pt>
                <c:pt idx="457">
                  <c:v>7.4566274445980794</c:v>
                </c:pt>
                <c:pt idx="458">
                  <c:v>7.4810339718002972</c:v>
                </c:pt>
                <c:pt idx="459">
                  <c:v>7.4709770999715372</c:v>
                </c:pt>
                <c:pt idx="460">
                  <c:v>7.4715815429627046</c:v>
                </c:pt>
                <c:pt idx="461">
                  <c:v>7.5081279054253418</c:v>
                </c:pt>
                <c:pt idx="462">
                  <c:v>7.4707254349368615</c:v>
                </c:pt>
                <c:pt idx="463">
                  <c:v>7.4487936139089657</c:v>
                </c:pt>
                <c:pt idx="464">
                  <c:v>7.4349695408961267</c:v>
                </c:pt>
                <c:pt idx="465">
                  <c:v>7.4723852789641265</c:v>
                </c:pt>
                <c:pt idx="466">
                  <c:v>7.4707819036174108</c:v>
                </c:pt>
                <c:pt idx="467">
                  <c:v>7.4850998564587554</c:v>
                </c:pt>
                <c:pt idx="468">
                  <c:v>7.4829078661104766</c:v>
                </c:pt>
                <c:pt idx="469">
                  <c:v>7.4825214769525381</c:v>
                </c:pt>
                <c:pt idx="470">
                  <c:v>7.4962905709779681</c:v>
                </c:pt>
                <c:pt idx="471">
                  <c:v>7.5280151691728099</c:v>
                </c:pt>
                <c:pt idx="472">
                  <c:v>7.5583019341710198</c:v>
                </c:pt>
                <c:pt idx="473">
                  <c:v>7.5812365048931314</c:v>
                </c:pt>
                <c:pt idx="474">
                  <c:v>7.6142865110055284</c:v>
                </c:pt>
                <c:pt idx="475">
                  <c:v>7.6207450756098396</c:v>
                </c:pt>
                <c:pt idx="476">
                  <c:v>7.63064720556378</c:v>
                </c:pt>
                <c:pt idx="477">
                  <c:v>7.6607034871016317</c:v>
                </c:pt>
                <c:pt idx="478">
                  <c:v>7.6474248279893215</c:v>
                </c:pt>
                <c:pt idx="479">
                  <c:v>7.6452289271965537</c:v>
                </c:pt>
                <c:pt idx="480">
                  <c:v>7.6597760134638468</c:v>
                </c:pt>
                <c:pt idx="481">
                  <c:v>7.6793765112820509</c:v>
                </c:pt>
                <c:pt idx="482">
                  <c:v>7.6487867799416911</c:v>
                </c:pt>
                <c:pt idx="483">
                  <c:v>7.6714682890418073</c:v>
                </c:pt>
                <c:pt idx="484">
                  <c:v>7.6828111384728439</c:v>
                </c:pt>
                <c:pt idx="485">
                  <c:v>7.6732048988186472</c:v>
                </c:pt>
                <c:pt idx="486">
                  <c:v>7.6891900976000382</c:v>
                </c:pt>
                <c:pt idx="487">
                  <c:v>7.7044769561695965</c:v>
                </c:pt>
                <c:pt idx="488">
                  <c:v>7.6984831758246646</c:v>
                </c:pt>
                <c:pt idx="489">
                  <c:v>7.7202841831737867</c:v>
                </c:pt>
                <c:pt idx="490">
                  <c:v>7.6928296041503579</c:v>
                </c:pt>
                <c:pt idx="491">
                  <c:v>7.6801936545217275</c:v>
                </c:pt>
                <c:pt idx="492">
                  <c:v>7.6929977532634286</c:v>
                </c:pt>
                <c:pt idx="493">
                  <c:v>7.7192701676752034</c:v>
                </c:pt>
                <c:pt idx="494">
                  <c:v>7.7373874897618524</c:v>
                </c:pt>
                <c:pt idx="495">
                  <c:v>7.7369918365747061</c:v>
                </c:pt>
                <c:pt idx="496">
                  <c:v>7.7261618605596949</c:v>
                </c:pt>
                <c:pt idx="497">
                  <c:v>7.7097254244159048</c:v>
                </c:pt>
                <c:pt idx="498">
                  <c:v>7.7191697064941396</c:v>
                </c:pt>
                <c:pt idx="499">
                  <c:v>7.7339132460441427</c:v>
                </c:pt>
                <c:pt idx="500">
                  <c:v>7.7077761609434692</c:v>
                </c:pt>
                <c:pt idx="501">
                  <c:v>7.7363657930330234</c:v>
                </c:pt>
                <c:pt idx="502">
                  <c:v>7.7384803193380698</c:v>
                </c:pt>
                <c:pt idx="503">
                  <c:v>7.7582259691315087</c:v>
                </c:pt>
                <c:pt idx="504">
                  <c:v>7.7617667369584602</c:v>
                </c:pt>
                <c:pt idx="505">
                  <c:v>7.7255231546263294</c:v>
                </c:pt>
                <c:pt idx="506">
                  <c:v>7.7419637339791665</c:v>
                </c:pt>
                <c:pt idx="507">
                  <c:v>7.7559374745995697</c:v>
                </c:pt>
                <c:pt idx="508">
                  <c:v>7.7732927720926837</c:v>
                </c:pt>
                <c:pt idx="509">
                  <c:v>7.7649946692262093</c:v>
                </c:pt>
                <c:pt idx="510">
                  <c:v>7.7336647000544767</c:v>
                </c:pt>
                <c:pt idx="511">
                  <c:v>7.7394278107274115</c:v>
                </c:pt>
                <c:pt idx="512">
                  <c:v>7.7674870189536467</c:v>
                </c:pt>
                <c:pt idx="513">
                  <c:v>7.8367104521619053</c:v>
                </c:pt>
                <c:pt idx="514">
                  <c:v>7.8825832247331515</c:v>
                </c:pt>
                <c:pt idx="515">
                  <c:v>7.8918897101960299</c:v>
                </c:pt>
                <c:pt idx="516">
                  <c:v>7.8860305608685382</c:v>
                </c:pt>
                <c:pt idx="517">
                  <c:v>7.8625685456693848</c:v>
                </c:pt>
                <c:pt idx="518">
                  <c:v>7.8912710220142213</c:v>
                </c:pt>
                <c:pt idx="519">
                  <c:v>7.9335074536330685</c:v>
                </c:pt>
                <c:pt idx="520">
                  <c:v>7.973676004963286</c:v>
                </c:pt>
                <c:pt idx="521">
                  <c:v>8.0150575389319663</c:v>
                </c:pt>
                <c:pt idx="522">
                  <c:v>8.0332200638948024</c:v>
                </c:pt>
                <c:pt idx="523">
                  <c:v>8.0889425012897505</c:v>
                </c:pt>
                <c:pt idx="524">
                  <c:v>8.1180196354590528</c:v>
                </c:pt>
                <c:pt idx="525">
                  <c:v>8.1175064361726559</c:v>
                </c:pt>
                <c:pt idx="526">
                  <c:v>8.1325258948237522</c:v>
                </c:pt>
                <c:pt idx="527">
                  <c:v>8.0624481226002569</c:v>
                </c:pt>
                <c:pt idx="528">
                  <c:v>8.0467056972476172</c:v>
                </c:pt>
                <c:pt idx="529">
                  <c:v>8.0390926204605435</c:v>
                </c:pt>
                <c:pt idx="530">
                  <c:v>7.9909550487888463</c:v>
                </c:pt>
                <c:pt idx="531">
                  <c:v>7.9817459520149381</c:v>
                </c:pt>
                <c:pt idx="532">
                  <c:v>7.9710511656522964</c:v>
                </c:pt>
                <c:pt idx="533">
                  <c:v>7.9857035080504426</c:v>
                </c:pt>
                <c:pt idx="534">
                  <c:v>7.984896746109829</c:v>
                </c:pt>
                <c:pt idx="535">
                  <c:v>7.9743904059292792</c:v>
                </c:pt>
                <c:pt idx="536">
                  <c:v>7.9529011168695005</c:v>
                </c:pt>
                <c:pt idx="537">
                  <c:v>7.933701393058608</c:v>
                </c:pt>
                <c:pt idx="538">
                  <c:v>7.9661705585055094</c:v>
                </c:pt>
                <c:pt idx="539">
                  <c:v>8.0057571984532903</c:v>
                </c:pt>
                <c:pt idx="540">
                  <c:v>8.0378927657428676</c:v>
                </c:pt>
                <c:pt idx="541">
                  <c:v>8.0398640021891055</c:v>
                </c:pt>
                <c:pt idx="542">
                  <c:v>8.0636600810746852</c:v>
                </c:pt>
                <c:pt idx="543">
                  <c:v>8.1323288829061173</c:v>
                </c:pt>
                <c:pt idx="544">
                  <c:v>8.1724223909444547</c:v>
                </c:pt>
                <c:pt idx="545">
                  <c:v>8.1396973707009206</c:v>
                </c:pt>
                <c:pt idx="546">
                  <c:v>8.1568506285620543</c:v>
                </c:pt>
                <c:pt idx="547">
                  <c:v>8.1736371425935221</c:v>
                </c:pt>
                <c:pt idx="548">
                  <c:v>8.1764283620069786</c:v>
                </c:pt>
                <c:pt idx="549">
                  <c:v>8.1970923610677264</c:v>
                </c:pt>
                <c:pt idx="550">
                  <c:v>8.2376679710481859</c:v>
                </c:pt>
                <c:pt idx="551">
                  <c:v>8.2727315302025506</c:v>
                </c:pt>
                <c:pt idx="552">
                  <c:v>8.2731232263922969</c:v>
                </c:pt>
                <c:pt idx="553">
                  <c:v>8.3144964739428922</c:v>
                </c:pt>
                <c:pt idx="554">
                  <c:v>8.2950047702767478</c:v>
                </c:pt>
                <c:pt idx="555">
                  <c:v>8.2920968892693399</c:v>
                </c:pt>
                <c:pt idx="556">
                  <c:v>8.1774197527910122</c:v>
                </c:pt>
                <c:pt idx="557">
                  <c:v>8.1563429225191051</c:v>
                </c:pt>
                <c:pt idx="558">
                  <c:v>8.2513991244514795</c:v>
                </c:pt>
                <c:pt idx="559">
                  <c:v>8.2454659559961403</c:v>
                </c:pt>
                <c:pt idx="560">
                  <c:v>8.2210731619025523</c:v>
                </c:pt>
                <c:pt idx="561">
                  <c:v>8.233541241735578</c:v>
                </c:pt>
                <c:pt idx="562">
                  <c:v>8.2250042758848387</c:v>
                </c:pt>
                <c:pt idx="563">
                  <c:v>8.1072150773332279</c:v>
                </c:pt>
                <c:pt idx="564">
                  <c:v>8.06551446971533</c:v>
                </c:pt>
                <c:pt idx="565">
                  <c:v>8.0584118921458447</c:v>
                </c:pt>
                <c:pt idx="566">
                  <c:v>8.069734118637486</c:v>
                </c:pt>
                <c:pt idx="567">
                  <c:v>8.052650038401497</c:v>
                </c:pt>
                <c:pt idx="568">
                  <c:v>8.0846940826688432</c:v>
                </c:pt>
                <c:pt idx="569">
                  <c:v>8.1369737461136467</c:v>
                </c:pt>
                <c:pt idx="570">
                  <c:v>8.1867029617985914</c:v>
                </c:pt>
                <c:pt idx="571">
                  <c:v>8.1816015076439417</c:v>
                </c:pt>
                <c:pt idx="572">
                  <c:v>8.2289813841427932</c:v>
                </c:pt>
                <c:pt idx="573">
                  <c:v>8.1208201654546315</c:v>
                </c:pt>
                <c:pt idx="574">
                  <c:v>8.0458641137298788</c:v>
                </c:pt>
                <c:pt idx="575">
                  <c:v>8.0571854091633064</c:v>
                </c:pt>
                <c:pt idx="576">
                  <c:v>8.0077400731271737</c:v>
                </c:pt>
                <c:pt idx="577">
                  <c:v>7.8094473918126672</c:v>
                </c:pt>
                <c:pt idx="578">
                  <c:v>7.8072811917768581</c:v>
                </c:pt>
                <c:pt idx="579">
                  <c:v>7.6894862206643353</c:v>
                </c:pt>
                <c:pt idx="580">
                  <c:v>7.7443085109800158</c:v>
                </c:pt>
                <c:pt idx="581">
                  <c:v>7.7790600259746618</c:v>
                </c:pt>
                <c:pt idx="582">
                  <c:v>7.5468192397965561</c:v>
                </c:pt>
                <c:pt idx="583">
                  <c:v>7.8276244412836045</c:v>
                </c:pt>
                <c:pt idx="584">
                  <c:v>8.7816055856789106</c:v>
                </c:pt>
                <c:pt idx="585">
                  <c:v>7.2040359371710752</c:v>
                </c:pt>
                <c:pt idx="586">
                  <c:v>6.1312893564125268</c:v>
                </c:pt>
                <c:pt idx="587">
                  <c:v>5.4145670760870983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014F-48C8-BF04-9E4E678005A5}"/>
            </c:ext>
          </c:extLst>
        </c:ser>
        <c:ser>
          <c:idx val="7"/>
          <c:order val="7"/>
          <c:tx>
            <c:strRef>
              <c:f>Sheet2!$I$1</c:f>
              <c:strCache>
                <c:ptCount val="1"/>
                <c:pt idx="0">
                  <c:v>S8_z/O-PTIR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Sheet2!$I$2:$I$589</c:f>
              <c:numCache>
                <c:formatCode>General</c:formatCode>
                <c:ptCount val="588"/>
                <c:pt idx="0">
                  <c:v>8.1458281753629986</c:v>
                </c:pt>
                <c:pt idx="1">
                  <c:v>8.1301685859911004</c:v>
                </c:pt>
                <c:pt idx="2">
                  <c:v>8.2279680451320978</c:v>
                </c:pt>
                <c:pt idx="3">
                  <c:v>8.3263868289357852</c:v>
                </c:pt>
                <c:pt idx="4">
                  <c:v>8.3515496175623323</c:v>
                </c:pt>
                <c:pt idx="5">
                  <c:v>8.3632945129699987</c:v>
                </c:pt>
                <c:pt idx="6">
                  <c:v>8.3873256423342912</c:v>
                </c:pt>
                <c:pt idx="7">
                  <c:v>8.3499397485125524</c:v>
                </c:pt>
                <c:pt idx="8">
                  <c:v>8.3827061789458899</c:v>
                </c:pt>
                <c:pt idx="9">
                  <c:v>8.4486646023367573</c:v>
                </c:pt>
                <c:pt idx="10">
                  <c:v>8.4926704527938668</c:v>
                </c:pt>
                <c:pt idx="11">
                  <c:v>8.4954100286699799</c:v>
                </c:pt>
                <c:pt idx="12">
                  <c:v>8.473270843966116</c:v>
                </c:pt>
                <c:pt idx="13">
                  <c:v>8.462886008570166</c:v>
                </c:pt>
                <c:pt idx="14">
                  <c:v>8.4778023107250391</c:v>
                </c:pt>
                <c:pt idx="15">
                  <c:v>8.4970732643015925</c:v>
                </c:pt>
                <c:pt idx="16">
                  <c:v>8.511426614099328</c:v>
                </c:pt>
                <c:pt idx="17">
                  <c:v>8.51775096508565</c:v>
                </c:pt>
                <c:pt idx="18">
                  <c:v>8.5282628115762318</c:v>
                </c:pt>
                <c:pt idx="19">
                  <c:v>8.5556157537601507</c:v>
                </c:pt>
                <c:pt idx="20">
                  <c:v>8.5947994642789851</c:v>
                </c:pt>
                <c:pt idx="21">
                  <c:v>8.6290230627211457</c:v>
                </c:pt>
                <c:pt idx="22">
                  <c:v>8.6344970079775845</c:v>
                </c:pt>
                <c:pt idx="23">
                  <c:v>8.6516366551004822</c:v>
                </c:pt>
                <c:pt idx="24">
                  <c:v>8.6592219029057045</c:v>
                </c:pt>
                <c:pt idx="25">
                  <c:v>8.6562142610030044</c:v>
                </c:pt>
                <c:pt idx="26">
                  <c:v>8.6512262325179918</c:v>
                </c:pt>
                <c:pt idx="27">
                  <c:v>8.6756003740456187</c:v>
                </c:pt>
                <c:pt idx="28">
                  <c:v>8.7006488252843859</c:v>
                </c:pt>
                <c:pt idx="29">
                  <c:v>8.7158964592403301</c:v>
                </c:pt>
                <c:pt idx="30">
                  <c:v>8.7422451642957686</c:v>
                </c:pt>
                <c:pt idx="31">
                  <c:v>8.7499761939830716</c:v>
                </c:pt>
                <c:pt idx="32">
                  <c:v>8.7624615764036129</c:v>
                </c:pt>
                <c:pt idx="33">
                  <c:v>8.7776672158606299</c:v>
                </c:pt>
                <c:pt idx="34">
                  <c:v>8.7965974179891262</c:v>
                </c:pt>
                <c:pt idx="35">
                  <c:v>8.8137831014958401</c:v>
                </c:pt>
                <c:pt idx="36">
                  <c:v>8.8358954316424789</c:v>
                </c:pt>
                <c:pt idx="37">
                  <c:v>8.8733292457774287</c:v>
                </c:pt>
                <c:pt idx="38">
                  <c:v>8.9098487033427762</c:v>
                </c:pt>
                <c:pt idx="39">
                  <c:v>8.9388578592396453</c:v>
                </c:pt>
                <c:pt idx="40">
                  <c:v>8.9778638295831712</c:v>
                </c:pt>
                <c:pt idx="41">
                  <c:v>9.0098975484940542</c:v>
                </c:pt>
                <c:pt idx="42">
                  <c:v>9.0381702592629374</c:v>
                </c:pt>
                <c:pt idx="43">
                  <c:v>9.0673399259444469</c:v>
                </c:pt>
                <c:pt idx="44">
                  <c:v>9.1049335657988024</c:v>
                </c:pt>
                <c:pt idx="45">
                  <c:v>9.1400899490653984</c:v>
                </c:pt>
                <c:pt idx="46">
                  <c:v>9.172802499117978</c:v>
                </c:pt>
                <c:pt idx="47">
                  <c:v>9.1963976529665032</c:v>
                </c:pt>
                <c:pt idx="48">
                  <c:v>9.2371926026655871</c:v>
                </c:pt>
                <c:pt idx="49">
                  <c:v>9.275287162220021</c:v>
                </c:pt>
                <c:pt idx="50">
                  <c:v>9.2968701424593139</c:v>
                </c:pt>
                <c:pt idx="51">
                  <c:v>9.3123412446950251</c:v>
                </c:pt>
                <c:pt idx="52">
                  <c:v>9.3358303504451214</c:v>
                </c:pt>
                <c:pt idx="53">
                  <c:v>9.3607121938186548</c:v>
                </c:pt>
                <c:pt idx="54">
                  <c:v>9.3911681389860338</c:v>
                </c:pt>
                <c:pt idx="55">
                  <c:v>9.4058547045142369</c:v>
                </c:pt>
                <c:pt idx="56">
                  <c:v>9.4238165669325848</c:v>
                </c:pt>
                <c:pt idx="57">
                  <c:v>9.4431330773472908</c:v>
                </c:pt>
                <c:pt idx="58">
                  <c:v>9.4632424822653665</c:v>
                </c:pt>
                <c:pt idx="59">
                  <c:v>9.4770094162216552</c:v>
                </c:pt>
                <c:pt idx="60">
                  <c:v>9.4990167258677154</c:v>
                </c:pt>
                <c:pt idx="61">
                  <c:v>9.520062340936418</c:v>
                </c:pt>
                <c:pt idx="62">
                  <c:v>9.5415105003373899</c:v>
                </c:pt>
                <c:pt idx="63">
                  <c:v>9.5642882343471172</c:v>
                </c:pt>
                <c:pt idx="64">
                  <c:v>9.5840138657203653</c:v>
                </c:pt>
                <c:pt idx="65">
                  <c:v>9.6108296482532598</c:v>
                </c:pt>
                <c:pt idx="66">
                  <c:v>9.6372211013793727</c:v>
                </c:pt>
                <c:pt idx="67">
                  <c:v>9.6529884258228407</c:v>
                </c:pt>
                <c:pt idx="68">
                  <c:v>9.6660554971347104</c:v>
                </c:pt>
                <c:pt idx="69">
                  <c:v>9.6972687134132389</c:v>
                </c:pt>
                <c:pt idx="70">
                  <c:v>9.7090407374042211</c:v>
                </c:pt>
                <c:pt idx="71">
                  <c:v>9.720643961321219</c:v>
                </c:pt>
                <c:pt idx="72">
                  <c:v>9.7376198778528664</c:v>
                </c:pt>
                <c:pt idx="73">
                  <c:v>9.7446570049632903</c:v>
                </c:pt>
                <c:pt idx="74">
                  <c:v>9.7301676012098319</c:v>
                </c:pt>
                <c:pt idx="75">
                  <c:v>9.7166064608502314</c:v>
                </c:pt>
                <c:pt idx="76">
                  <c:v>9.7202241533450007</c:v>
                </c:pt>
                <c:pt idx="77">
                  <c:v>9.7001166666095795</c:v>
                </c:pt>
                <c:pt idx="78">
                  <c:v>9.6732516963927857</c:v>
                </c:pt>
                <c:pt idx="79">
                  <c:v>9.6683732098389115</c:v>
                </c:pt>
                <c:pt idx="80">
                  <c:v>9.6655685527654338</c:v>
                </c:pt>
                <c:pt idx="81">
                  <c:v>9.6625908482135259</c:v>
                </c:pt>
                <c:pt idx="82">
                  <c:v>9.6447305124630454</c:v>
                </c:pt>
                <c:pt idx="83">
                  <c:v>9.6395126445915764</c:v>
                </c:pt>
                <c:pt idx="84">
                  <c:v>9.6378512243828425</c:v>
                </c:pt>
                <c:pt idx="85">
                  <c:v>9.6110309204194024</c:v>
                </c:pt>
                <c:pt idx="86">
                  <c:v>9.594692936634889</c:v>
                </c:pt>
                <c:pt idx="87">
                  <c:v>9.5904208698273337</c:v>
                </c:pt>
                <c:pt idx="88">
                  <c:v>9.5848355329636306</c:v>
                </c:pt>
                <c:pt idx="89">
                  <c:v>9.5620797210414299</c:v>
                </c:pt>
                <c:pt idx="90">
                  <c:v>9.5466745220813678</c:v>
                </c:pt>
                <c:pt idx="91">
                  <c:v>9.5198502447395565</c:v>
                </c:pt>
                <c:pt idx="92">
                  <c:v>9.4850146775226669</c:v>
                </c:pt>
                <c:pt idx="93">
                  <c:v>9.4513152224920542</c:v>
                </c:pt>
                <c:pt idx="94">
                  <c:v>9.429931185197109</c:v>
                </c:pt>
                <c:pt idx="95">
                  <c:v>9.4054022874328211</c:v>
                </c:pt>
                <c:pt idx="96">
                  <c:v>9.3764934935929265</c:v>
                </c:pt>
                <c:pt idx="97">
                  <c:v>9.3495428902217217</c:v>
                </c:pt>
                <c:pt idx="98">
                  <c:v>9.3299027549898419</c:v>
                </c:pt>
                <c:pt idx="99">
                  <c:v>9.302891454838786</c:v>
                </c:pt>
                <c:pt idx="100">
                  <c:v>9.2647937439842707</c:v>
                </c:pt>
                <c:pt idx="101">
                  <c:v>9.2330258988912206</c:v>
                </c:pt>
                <c:pt idx="102">
                  <c:v>9.2108822612633272</c:v>
                </c:pt>
                <c:pt idx="103">
                  <c:v>9.1910981253189821</c:v>
                </c:pt>
                <c:pt idx="104">
                  <c:v>9.1636076905423316</c:v>
                </c:pt>
                <c:pt idx="105">
                  <c:v>9.1440918946506677</c:v>
                </c:pt>
                <c:pt idx="106">
                  <c:v>9.1350799984928557</c:v>
                </c:pt>
                <c:pt idx="107">
                  <c:v>9.1286488115830817</c:v>
                </c:pt>
                <c:pt idx="108">
                  <c:v>9.1092509154184214</c:v>
                </c:pt>
                <c:pt idx="109">
                  <c:v>9.0828818639254916</c:v>
                </c:pt>
                <c:pt idx="110">
                  <c:v>9.062043892129628</c:v>
                </c:pt>
                <c:pt idx="111">
                  <c:v>9.0411428258255881</c:v>
                </c:pt>
                <c:pt idx="112">
                  <c:v>9.0221704236785936</c:v>
                </c:pt>
                <c:pt idx="113">
                  <c:v>9.0040479134625588</c:v>
                </c:pt>
                <c:pt idx="114">
                  <c:v>8.9813358087023829</c:v>
                </c:pt>
                <c:pt idx="115">
                  <c:v>8.9572564507455219</c:v>
                </c:pt>
                <c:pt idx="116">
                  <c:v>8.9305678848268322</c:v>
                </c:pt>
                <c:pt idx="117">
                  <c:v>8.9158987884621315</c:v>
                </c:pt>
                <c:pt idx="118">
                  <c:v>8.9017465053109674</c:v>
                </c:pt>
                <c:pt idx="119">
                  <c:v>8.8840098238354734</c:v>
                </c:pt>
                <c:pt idx="120">
                  <c:v>8.8591491489777106</c:v>
                </c:pt>
                <c:pt idx="121">
                  <c:v>8.8315129323189794</c:v>
                </c:pt>
                <c:pt idx="122">
                  <c:v>8.8090006610879517</c:v>
                </c:pt>
                <c:pt idx="123">
                  <c:v>8.7864392021730264</c:v>
                </c:pt>
                <c:pt idx="124">
                  <c:v>8.7662622498227378</c:v>
                </c:pt>
                <c:pt idx="125">
                  <c:v>8.76197511158</c:v>
                </c:pt>
                <c:pt idx="126">
                  <c:v>8.7657248161456174</c:v>
                </c:pt>
                <c:pt idx="127">
                  <c:v>8.7627850642077387</c:v>
                </c:pt>
                <c:pt idx="128">
                  <c:v>8.7585913003565761</c:v>
                </c:pt>
                <c:pt idx="129">
                  <c:v>8.746146884837108</c:v>
                </c:pt>
                <c:pt idx="130">
                  <c:v>8.7318082639419341</c:v>
                </c:pt>
                <c:pt idx="131">
                  <c:v>8.7274832415916812</c:v>
                </c:pt>
                <c:pt idx="132">
                  <c:v>8.7259828802197692</c:v>
                </c:pt>
                <c:pt idx="133">
                  <c:v>8.7235311687555441</c:v>
                </c:pt>
                <c:pt idx="134">
                  <c:v>8.722659286230531</c:v>
                </c:pt>
                <c:pt idx="135">
                  <c:v>8.7319435643259133</c:v>
                </c:pt>
                <c:pt idx="136">
                  <c:v>8.7382101300596347</c:v>
                </c:pt>
                <c:pt idx="137">
                  <c:v>8.7339244304538894</c:v>
                </c:pt>
                <c:pt idx="138">
                  <c:v>8.7254344169923588</c:v>
                </c:pt>
                <c:pt idx="139">
                  <c:v>8.7520904423123689</c:v>
                </c:pt>
                <c:pt idx="140">
                  <c:v>8.7759781875229059</c:v>
                </c:pt>
                <c:pt idx="141">
                  <c:v>8.7975075956607967</c:v>
                </c:pt>
                <c:pt idx="142">
                  <c:v>8.8096592828052049</c:v>
                </c:pt>
                <c:pt idx="143">
                  <c:v>8.8128032526897364</c:v>
                </c:pt>
                <c:pt idx="144">
                  <c:v>8.8167629297499861</c:v>
                </c:pt>
                <c:pt idx="145">
                  <c:v>8.8016363468211267</c:v>
                </c:pt>
                <c:pt idx="146">
                  <c:v>8.7964822585230671</c:v>
                </c:pt>
                <c:pt idx="147">
                  <c:v>8.814255522482128</c:v>
                </c:pt>
                <c:pt idx="148">
                  <c:v>8.830800738500324</c:v>
                </c:pt>
                <c:pt idx="149">
                  <c:v>8.828836656470612</c:v>
                </c:pt>
                <c:pt idx="150">
                  <c:v>8.8316977629194735</c:v>
                </c:pt>
                <c:pt idx="151">
                  <c:v>8.8272616229880487</c:v>
                </c:pt>
                <c:pt idx="152">
                  <c:v>8.8218806410840465</c:v>
                </c:pt>
                <c:pt idx="153">
                  <c:v>8.8247414050002906</c:v>
                </c:pt>
                <c:pt idx="154">
                  <c:v>8.8283095672785432</c:v>
                </c:pt>
                <c:pt idx="155">
                  <c:v>8.8387089945640067</c:v>
                </c:pt>
                <c:pt idx="156">
                  <c:v>8.8550530754291081</c:v>
                </c:pt>
                <c:pt idx="157">
                  <c:v>8.8578782159531126</c:v>
                </c:pt>
                <c:pt idx="158">
                  <c:v>8.8521592228619959</c:v>
                </c:pt>
                <c:pt idx="159">
                  <c:v>8.8495848847206471</c:v>
                </c:pt>
                <c:pt idx="160">
                  <c:v>8.8272423726549363</c:v>
                </c:pt>
                <c:pt idx="161">
                  <c:v>8.8106368023895065</c:v>
                </c:pt>
                <c:pt idx="162">
                  <c:v>8.7980969572827572</c:v>
                </c:pt>
                <c:pt idx="163">
                  <c:v>8.7702474113097431</c:v>
                </c:pt>
                <c:pt idx="164">
                  <c:v>8.758773870241793</c:v>
                </c:pt>
                <c:pt idx="165">
                  <c:v>8.7515693131878489</c:v>
                </c:pt>
                <c:pt idx="166">
                  <c:v>8.740827764323857</c:v>
                </c:pt>
                <c:pt idx="167">
                  <c:v>8.7378105315078631</c:v>
                </c:pt>
                <c:pt idx="168">
                  <c:v>8.7302041836933917</c:v>
                </c:pt>
                <c:pt idx="169">
                  <c:v>8.7120056312362344</c:v>
                </c:pt>
                <c:pt idx="170">
                  <c:v>8.6929856855619061</c:v>
                </c:pt>
                <c:pt idx="171">
                  <c:v>8.6841593050698247</c:v>
                </c:pt>
                <c:pt idx="172">
                  <c:v>8.6751163069503292</c:v>
                </c:pt>
                <c:pt idx="173">
                  <c:v>8.6716063752170811</c:v>
                </c:pt>
                <c:pt idx="174">
                  <c:v>8.6732288837204514</c:v>
                </c:pt>
                <c:pt idx="175">
                  <c:v>8.6739813593749453</c:v>
                </c:pt>
                <c:pt idx="176">
                  <c:v>8.6820586210321871</c:v>
                </c:pt>
                <c:pt idx="177">
                  <c:v>8.680080632178198</c:v>
                </c:pt>
                <c:pt idx="178">
                  <c:v>8.6792384814843988</c:v>
                </c:pt>
                <c:pt idx="179">
                  <c:v>8.677054287994574</c:v>
                </c:pt>
                <c:pt idx="180">
                  <c:v>8.6705348646824891</c:v>
                </c:pt>
                <c:pt idx="181">
                  <c:v>8.671349886792969</c:v>
                </c:pt>
                <c:pt idx="182">
                  <c:v>8.6826817563702505</c:v>
                </c:pt>
                <c:pt idx="183">
                  <c:v>8.7012851823814916</c:v>
                </c:pt>
                <c:pt idx="184">
                  <c:v>8.7106802355254285</c:v>
                </c:pt>
                <c:pt idx="185">
                  <c:v>8.7280121119533618</c:v>
                </c:pt>
                <c:pt idx="186">
                  <c:v>8.7452868539406658</c:v>
                </c:pt>
                <c:pt idx="187">
                  <c:v>8.7464171430724491</c:v>
                </c:pt>
                <c:pt idx="188">
                  <c:v>8.7437323724151614</c:v>
                </c:pt>
                <c:pt idx="189">
                  <c:v>8.7544518621785752</c:v>
                </c:pt>
                <c:pt idx="190">
                  <c:v>8.7635038346526546</c:v>
                </c:pt>
                <c:pt idx="191">
                  <c:v>8.7706846199429336</c:v>
                </c:pt>
                <c:pt idx="192">
                  <c:v>8.7730884453472076</c:v>
                </c:pt>
                <c:pt idx="193">
                  <c:v>8.7644314814878239</c:v>
                </c:pt>
                <c:pt idx="194">
                  <c:v>8.7621759727070003</c:v>
                </c:pt>
                <c:pt idx="195">
                  <c:v>8.7722920570111285</c:v>
                </c:pt>
                <c:pt idx="196">
                  <c:v>8.7845087568463693</c:v>
                </c:pt>
                <c:pt idx="197">
                  <c:v>8.7913349523708391</c:v>
                </c:pt>
                <c:pt idx="198">
                  <c:v>8.8059511616993724</c:v>
                </c:pt>
                <c:pt idx="199">
                  <c:v>8.8382402729299887</c:v>
                </c:pt>
                <c:pt idx="200">
                  <c:v>8.8733543191650419</c:v>
                </c:pt>
                <c:pt idx="201">
                  <c:v>8.9066386246630334</c:v>
                </c:pt>
                <c:pt idx="202">
                  <c:v>8.939777079772421</c:v>
                </c:pt>
                <c:pt idx="203">
                  <c:v>8.9808867484406196</c:v>
                </c:pt>
                <c:pt idx="204">
                  <c:v>9.0158863887813716</c:v>
                </c:pt>
                <c:pt idx="205">
                  <c:v>9.0452657539314174</c:v>
                </c:pt>
                <c:pt idx="206">
                  <c:v>9.0756817597955752</c:v>
                </c:pt>
                <c:pt idx="207">
                  <c:v>9.0812933346577918</c:v>
                </c:pt>
                <c:pt idx="208">
                  <c:v>9.0853450844856702</c:v>
                </c:pt>
                <c:pt idx="209">
                  <c:v>9.0613292320761243</c:v>
                </c:pt>
                <c:pt idx="210">
                  <c:v>9.018242876177883</c:v>
                </c:pt>
                <c:pt idx="211">
                  <c:v>8.979617322559541</c:v>
                </c:pt>
                <c:pt idx="212">
                  <c:v>8.9413123794713343</c:v>
                </c:pt>
                <c:pt idx="213">
                  <c:v>8.9261274289844241</c:v>
                </c:pt>
                <c:pt idx="214">
                  <c:v>8.9173880517772304</c:v>
                </c:pt>
                <c:pt idx="215">
                  <c:v>8.9115191664126208</c:v>
                </c:pt>
                <c:pt idx="216">
                  <c:v>8.9224568494534893</c:v>
                </c:pt>
                <c:pt idx="217">
                  <c:v>8.9306910595561462</c:v>
                </c:pt>
                <c:pt idx="218">
                  <c:v>8.9490135403143753</c:v>
                </c:pt>
                <c:pt idx="219">
                  <c:v>8.9712998085242663</c:v>
                </c:pt>
                <c:pt idx="220">
                  <c:v>9.0027270391823055</c:v>
                </c:pt>
                <c:pt idx="221">
                  <c:v>9.0283392991097582</c:v>
                </c:pt>
                <c:pt idx="222">
                  <c:v>9.0534850981184682</c:v>
                </c:pt>
                <c:pt idx="223">
                  <c:v>9.0692609858773796</c:v>
                </c:pt>
                <c:pt idx="224">
                  <c:v>9.0954472619655213</c:v>
                </c:pt>
                <c:pt idx="225">
                  <c:v>9.1043729769167268</c:v>
                </c:pt>
                <c:pt idx="226">
                  <c:v>9.1087974707391499</c:v>
                </c:pt>
                <c:pt idx="227">
                  <c:v>9.1327753705346595</c:v>
                </c:pt>
                <c:pt idx="228">
                  <c:v>9.1419109894739723</c:v>
                </c:pt>
                <c:pt idx="229">
                  <c:v>9.1193701510226308</c:v>
                </c:pt>
                <c:pt idx="230">
                  <c:v>9.1212522307436714</c:v>
                </c:pt>
                <c:pt idx="231">
                  <c:v>9.1591031125938969</c:v>
                </c:pt>
                <c:pt idx="232">
                  <c:v>9.1764956858016795</c:v>
                </c:pt>
                <c:pt idx="233">
                  <c:v>9.1698190400180852</c:v>
                </c:pt>
                <c:pt idx="234">
                  <c:v>9.1608587977790172</c:v>
                </c:pt>
                <c:pt idx="235">
                  <c:v>9.1498806273827427</c:v>
                </c:pt>
                <c:pt idx="236">
                  <c:v>9.1246196689079717</c:v>
                </c:pt>
                <c:pt idx="237">
                  <c:v>9.0908027251895049</c:v>
                </c:pt>
                <c:pt idx="238">
                  <c:v>9.0616073000551474</c:v>
                </c:pt>
                <c:pt idx="239">
                  <c:v>9.0255034030615562</c:v>
                </c:pt>
                <c:pt idx="240">
                  <c:v>8.9869177887464318</c:v>
                </c:pt>
                <c:pt idx="241">
                  <c:v>8.9583741346769745</c:v>
                </c:pt>
                <c:pt idx="242">
                  <c:v>8.9531163275022863</c:v>
                </c:pt>
                <c:pt idx="243">
                  <c:v>8.9290994474948864</c:v>
                </c:pt>
                <c:pt idx="244">
                  <c:v>8.8937942680591746</c:v>
                </c:pt>
                <c:pt idx="245">
                  <c:v>8.8678235820005948</c:v>
                </c:pt>
                <c:pt idx="246">
                  <c:v>8.8619985408110473</c:v>
                </c:pt>
                <c:pt idx="247">
                  <c:v>8.8682133841195014</c:v>
                </c:pt>
                <c:pt idx="248">
                  <c:v>8.8784089359909295</c:v>
                </c:pt>
                <c:pt idx="249">
                  <c:v>8.8915565709744708</c:v>
                </c:pt>
                <c:pt idx="250">
                  <c:v>8.902801642786434</c:v>
                </c:pt>
                <c:pt idx="251">
                  <c:v>8.9448347793918668</c:v>
                </c:pt>
                <c:pt idx="252">
                  <c:v>8.9670379491887111</c:v>
                </c:pt>
                <c:pt idx="253">
                  <c:v>8.9732310074226813</c:v>
                </c:pt>
                <c:pt idx="254">
                  <c:v>8.9691735030468269</c:v>
                </c:pt>
                <c:pt idx="255">
                  <c:v>8.9639622803081416</c:v>
                </c:pt>
                <c:pt idx="256">
                  <c:v>8.9769359772284307</c:v>
                </c:pt>
                <c:pt idx="257">
                  <c:v>8.984743734222091</c:v>
                </c:pt>
                <c:pt idx="258">
                  <c:v>8.9924307827212839</c:v>
                </c:pt>
                <c:pt idx="259">
                  <c:v>9</c:v>
                </c:pt>
                <c:pt idx="260">
                  <c:v>8.9999251908763007</c:v>
                </c:pt>
                <c:pt idx="261">
                  <c:v>8.9987406445778788</c:v>
                </c:pt>
                <c:pt idx="262">
                  <c:v>8.9749067454948381</c:v>
                </c:pt>
                <c:pt idx="263">
                  <c:v>8.9672292879089408</c:v>
                </c:pt>
                <c:pt idx="264">
                  <c:v>8.9771823266870587</c:v>
                </c:pt>
                <c:pt idx="265">
                  <c:v>8.9834784187324228</c:v>
                </c:pt>
                <c:pt idx="266">
                  <c:v>8.9418851625145983</c:v>
                </c:pt>
                <c:pt idx="267">
                  <c:v>8.9066243753061389</c:v>
                </c:pt>
                <c:pt idx="268">
                  <c:v>8.8968845973357809</c:v>
                </c:pt>
                <c:pt idx="269">
                  <c:v>8.9241381365540526</c:v>
                </c:pt>
                <c:pt idx="270">
                  <c:v>8.8675445549302427</c:v>
                </c:pt>
                <c:pt idx="271">
                  <c:v>8.8091640491465792</c:v>
                </c:pt>
                <c:pt idx="272">
                  <c:v>8.7832305621302798</c:v>
                </c:pt>
                <c:pt idx="273">
                  <c:v>8.8026964852728096</c:v>
                </c:pt>
                <c:pt idx="274">
                  <c:v>8.8419162644762839</c:v>
                </c:pt>
                <c:pt idx="275">
                  <c:v>8.8442193167844412</c:v>
                </c:pt>
                <c:pt idx="276">
                  <c:v>8.8565520666705488</c:v>
                </c:pt>
                <c:pt idx="277">
                  <c:v>8.9019396252008107</c:v>
                </c:pt>
                <c:pt idx="278">
                  <c:v>8.9520146740973416</c:v>
                </c:pt>
                <c:pt idx="279">
                  <c:v>8.9966461946338825</c:v>
                </c:pt>
                <c:pt idx="280">
                  <c:v>9.0444293577855959</c:v>
                </c:pt>
                <c:pt idx="281">
                  <c:v>9.1080401311214843</c:v>
                </c:pt>
                <c:pt idx="282">
                  <c:v>9.203780738020777</c:v>
                </c:pt>
                <c:pt idx="283">
                  <c:v>9.2755546116878964</c:v>
                </c:pt>
                <c:pt idx="284">
                  <c:v>9.2878531768187607</c:v>
                </c:pt>
                <c:pt idx="285">
                  <c:v>9.3110493486742261</c:v>
                </c:pt>
                <c:pt idx="286">
                  <c:v>9.4661829192684817</c:v>
                </c:pt>
                <c:pt idx="287">
                  <c:v>9.6270426761388279</c:v>
                </c:pt>
                <c:pt idx="288">
                  <c:v>9.7173892163881241</c:v>
                </c:pt>
                <c:pt idx="289">
                  <c:v>9.803282558581639</c:v>
                </c:pt>
                <c:pt idx="290">
                  <c:v>9.8337972823462092</c:v>
                </c:pt>
                <c:pt idx="291">
                  <c:v>9.9755456373333189</c:v>
                </c:pt>
                <c:pt idx="292">
                  <c:v>9.9783916723470032</c:v>
                </c:pt>
                <c:pt idx="293">
                  <c:v>10.069945571567047</c:v>
                </c:pt>
                <c:pt idx="294">
                  <c:v>10.160247171536902</c:v>
                </c:pt>
                <c:pt idx="295">
                  <c:v>10.221572019195523</c:v>
                </c:pt>
                <c:pt idx="296">
                  <c:v>10.288760477216439</c:v>
                </c:pt>
                <c:pt idx="297">
                  <c:v>10.296384842246605</c:v>
                </c:pt>
                <c:pt idx="298">
                  <c:v>10.316577414084257</c:v>
                </c:pt>
                <c:pt idx="299">
                  <c:v>10.435138640077003</c:v>
                </c:pt>
                <c:pt idx="300">
                  <c:v>10.462626745631859</c:v>
                </c:pt>
                <c:pt idx="301">
                  <c:v>10.433554221200705</c:v>
                </c:pt>
                <c:pt idx="302">
                  <c:v>10.488345190670774</c:v>
                </c:pt>
                <c:pt idx="303">
                  <c:v>10.651557598572328</c:v>
                </c:pt>
                <c:pt idx="304">
                  <c:v>10.683450125538197</c:v>
                </c:pt>
                <c:pt idx="305">
                  <c:v>10.658896291399344</c:v>
                </c:pt>
                <c:pt idx="306">
                  <c:v>10.588764519101334</c:v>
                </c:pt>
                <c:pt idx="307">
                  <c:v>10.589674833786049</c:v>
                </c:pt>
                <c:pt idx="308">
                  <c:v>10.591004956446984</c:v>
                </c:pt>
                <c:pt idx="309">
                  <c:v>10.543679553885518</c:v>
                </c:pt>
                <c:pt idx="310">
                  <c:v>10.449285785238901</c:v>
                </c:pt>
                <c:pt idx="311">
                  <c:v>10.401383009697097</c:v>
                </c:pt>
                <c:pt idx="312">
                  <c:v>10.600607652863744</c:v>
                </c:pt>
                <c:pt idx="313">
                  <c:v>10.589183779025358</c:v>
                </c:pt>
                <c:pt idx="314">
                  <c:v>10.509525763590844</c:v>
                </c:pt>
                <c:pt idx="315">
                  <c:v>10.491376741350187</c:v>
                </c:pt>
                <c:pt idx="316">
                  <c:v>10.438265825863263</c:v>
                </c:pt>
                <c:pt idx="317">
                  <c:v>10.474232846822837</c:v>
                </c:pt>
                <c:pt idx="318">
                  <c:v>10.491778737630291</c:v>
                </c:pt>
                <c:pt idx="319">
                  <c:v>10.457890752646925</c:v>
                </c:pt>
                <c:pt idx="320">
                  <c:v>10.497124986726867</c:v>
                </c:pt>
                <c:pt idx="321">
                  <c:v>10.648547969980442</c:v>
                </c:pt>
                <c:pt idx="322">
                  <c:v>10.678420376580362</c:v>
                </c:pt>
                <c:pt idx="323">
                  <c:v>10.648610447929908</c:v>
                </c:pt>
                <c:pt idx="324">
                  <c:v>10.653340960392951</c:v>
                </c:pt>
                <c:pt idx="325">
                  <c:v>10.713515994560581</c:v>
                </c:pt>
                <c:pt idx="326">
                  <c:v>10.777976522814377</c:v>
                </c:pt>
                <c:pt idx="327">
                  <c:v>10.845797981112744</c:v>
                </c:pt>
                <c:pt idx="328">
                  <c:v>10.870476771150527</c:v>
                </c:pt>
                <c:pt idx="329">
                  <c:v>10.881018554991893</c:v>
                </c:pt>
                <c:pt idx="330">
                  <c:v>10.894251001051572</c:v>
                </c:pt>
                <c:pt idx="331">
                  <c:v>10.882846583065866</c:v>
                </c:pt>
                <c:pt idx="332">
                  <c:v>10.854745755164538</c:v>
                </c:pt>
                <c:pt idx="333">
                  <c:v>10.804638439695417</c:v>
                </c:pt>
                <c:pt idx="334">
                  <c:v>10.763980366030351</c:v>
                </c:pt>
                <c:pt idx="335">
                  <c:v>10.728682516792663</c:v>
                </c:pt>
                <c:pt idx="336">
                  <c:v>10.67550145062564</c:v>
                </c:pt>
                <c:pt idx="337">
                  <c:v>10.651782025943414</c:v>
                </c:pt>
                <c:pt idx="338">
                  <c:v>10.623793548740673</c:v>
                </c:pt>
                <c:pt idx="339">
                  <c:v>10.589928033897026</c:v>
                </c:pt>
                <c:pt idx="340">
                  <c:v>10.552423726549367</c:v>
                </c:pt>
                <c:pt idx="341">
                  <c:v>10.621825493332604</c:v>
                </c:pt>
                <c:pt idx="342">
                  <c:v>10.627447412679878</c:v>
                </c:pt>
                <c:pt idx="343">
                  <c:v>10.615765132234717</c:v>
                </c:pt>
                <c:pt idx="344">
                  <c:v>10.792758586436394</c:v>
                </c:pt>
                <c:pt idx="345">
                  <c:v>10.891497312831616</c:v>
                </c:pt>
                <c:pt idx="346">
                  <c:v>11.012843191992955</c:v>
                </c:pt>
                <c:pt idx="347">
                  <c:v>11.121370678522855</c:v>
                </c:pt>
                <c:pt idx="348">
                  <c:v>11.158181425826267</c:v>
                </c:pt>
                <c:pt idx="349">
                  <c:v>11.121482481169265</c:v>
                </c:pt>
                <c:pt idx="350">
                  <c:v>11.233251970418888</c:v>
                </c:pt>
                <c:pt idx="351">
                  <c:v>11.385128192832168</c:v>
                </c:pt>
                <c:pt idx="352">
                  <c:v>11.336048475216046</c:v>
                </c:pt>
                <c:pt idx="353">
                  <c:v>11.262305861075614</c:v>
                </c:pt>
                <c:pt idx="354">
                  <c:v>11.198808534542698</c:v>
                </c:pt>
                <c:pt idx="355">
                  <c:v>11.196739637531984</c:v>
                </c:pt>
                <c:pt idx="356">
                  <c:v>11.356315993190448</c:v>
                </c:pt>
                <c:pt idx="357">
                  <c:v>11.298716530281592</c:v>
                </c:pt>
                <c:pt idx="358">
                  <c:v>11.173549083211448</c:v>
                </c:pt>
                <c:pt idx="359">
                  <c:v>11.347014177425045</c:v>
                </c:pt>
                <c:pt idx="360">
                  <c:v>11.356779371315632</c:v>
                </c:pt>
                <c:pt idx="361">
                  <c:v>11.266671096755182</c:v>
                </c:pt>
                <c:pt idx="362">
                  <c:v>11.174524890132655</c:v>
                </c:pt>
                <c:pt idx="363">
                  <c:v>11.096285233761376</c:v>
                </c:pt>
                <c:pt idx="364">
                  <c:v>11.041185710909318</c:v>
                </c:pt>
                <c:pt idx="365">
                  <c:v>10.936410463686405</c:v>
                </c:pt>
                <c:pt idx="366">
                  <c:v>10.835680663691203</c:v>
                </c:pt>
                <c:pt idx="367">
                  <c:v>10.799092151550132</c:v>
                </c:pt>
                <c:pt idx="368">
                  <c:v>10.715423490201852</c:v>
                </c:pt>
                <c:pt idx="369">
                  <c:v>10.597849580226271</c:v>
                </c:pt>
                <c:pt idx="370">
                  <c:v>10.548427329992496</c:v>
                </c:pt>
                <c:pt idx="371">
                  <c:v>10.411571025850931</c:v>
                </c:pt>
                <c:pt idx="372">
                  <c:v>10.335484118475179</c:v>
                </c:pt>
                <c:pt idx="373">
                  <c:v>10.192667335747043</c:v>
                </c:pt>
                <c:pt idx="374">
                  <c:v>10.139514905306854</c:v>
                </c:pt>
                <c:pt idx="375">
                  <c:v>10.061622028957714</c:v>
                </c:pt>
                <c:pt idx="376">
                  <c:v>9.9296786016448486</c:v>
                </c:pt>
                <c:pt idx="377">
                  <c:v>9.7997720102896722</c:v>
                </c:pt>
                <c:pt idx="378">
                  <c:v>9.6698103396895903</c:v>
                </c:pt>
                <c:pt idx="379">
                  <c:v>9.5463785738996929</c:v>
                </c:pt>
                <c:pt idx="380">
                  <c:v>9.4519050636596909</c:v>
                </c:pt>
                <c:pt idx="381">
                  <c:v>9.2674075418831752</c:v>
                </c:pt>
                <c:pt idx="382">
                  <c:v>9.1650450944191153</c:v>
                </c:pt>
                <c:pt idx="383">
                  <c:v>8.9306585189574665</c:v>
                </c:pt>
                <c:pt idx="384">
                  <c:v>8.8054440079056526</c:v>
                </c:pt>
                <c:pt idx="385">
                  <c:v>8.7011085040572986</c:v>
                </c:pt>
                <c:pt idx="386">
                  <c:v>8.5917893561414385</c:v>
                </c:pt>
                <c:pt idx="387">
                  <c:v>8.5223284682283857</c:v>
                </c:pt>
                <c:pt idx="388">
                  <c:v>8.4621331218765299</c:v>
                </c:pt>
                <c:pt idx="389">
                  <c:v>8.4247038634253943</c:v>
                </c:pt>
                <c:pt idx="390">
                  <c:v>8.3896007097275831</c:v>
                </c:pt>
                <c:pt idx="391">
                  <c:v>8.3561662721832679</c:v>
                </c:pt>
                <c:pt idx="392">
                  <c:v>8.3430379217861024</c:v>
                </c:pt>
                <c:pt idx="393">
                  <c:v>8.3214991625077506</c:v>
                </c:pt>
                <c:pt idx="394">
                  <c:v>8.2989827123787858</c:v>
                </c:pt>
                <c:pt idx="395">
                  <c:v>8.2847841359443439</c:v>
                </c:pt>
                <c:pt idx="396">
                  <c:v>8.2746766663355515</c:v>
                </c:pt>
                <c:pt idx="397">
                  <c:v>8.2642827709518638</c:v>
                </c:pt>
                <c:pt idx="398">
                  <c:v>8.247731868892215</c:v>
                </c:pt>
                <c:pt idx="399">
                  <c:v>8.2280609571046401</c:v>
                </c:pt>
                <c:pt idx="400">
                  <c:v>8.2346216042172617</c:v>
                </c:pt>
                <c:pt idx="401">
                  <c:v>8.2243233953203188</c:v>
                </c:pt>
                <c:pt idx="402">
                  <c:v>8.2173593817971327</c:v>
                </c:pt>
                <c:pt idx="403">
                  <c:v>8.2139209537478202</c:v>
                </c:pt>
                <c:pt idx="404">
                  <c:v>8.199956155824939</c:v>
                </c:pt>
                <c:pt idx="405">
                  <c:v>8.1855388894407461</c:v>
                </c:pt>
                <c:pt idx="406">
                  <c:v>8.174627136119037</c:v>
                </c:pt>
                <c:pt idx="407">
                  <c:v>8.165319582932284</c:v>
                </c:pt>
                <c:pt idx="408">
                  <c:v>8.1549284106829063</c:v>
                </c:pt>
                <c:pt idx="409">
                  <c:v>8.1491347968610324</c:v>
                </c:pt>
                <c:pt idx="410">
                  <c:v>8.1383871252264992</c:v>
                </c:pt>
                <c:pt idx="411">
                  <c:v>8.131976224811007</c:v>
                </c:pt>
                <c:pt idx="412">
                  <c:v>8.1256362714639501</c:v>
                </c:pt>
                <c:pt idx="413">
                  <c:v>8.12439348605721</c:v>
                </c:pt>
                <c:pt idx="414">
                  <c:v>8.1198459031386268</c:v>
                </c:pt>
                <c:pt idx="415">
                  <c:v>8.1187795905365086</c:v>
                </c:pt>
                <c:pt idx="416">
                  <c:v>8.1194287497901989</c:v>
                </c:pt>
                <c:pt idx="417">
                  <c:v>8.101685037832727</c:v>
                </c:pt>
                <c:pt idx="418">
                  <c:v>8.097210320165237</c:v>
                </c:pt>
                <c:pt idx="419">
                  <c:v>8.1117227506739322</c:v>
                </c:pt>
                <c:pt idx="420">
                  <c:v>8.1123530106904429</c:v>
                </c:pt>
                <c:pt idx="421">
                  <c:v>8.1158069725939654</c:v>
                </c:pt>
                <c:pt idx="422">
                  <c:v>8.1095225352209166</c:v>
                </c:pt>
                <c:pt idx="423">
                  <c:v>8.0946633589433556</c:v>
                </c:pt>
                <c:pt idx="424">
                  <c:v>8.089213168323953</c:v>
                </c:pt>
                <c:pt idx="425">
                  <c:v>8.0914563288039112</c:v>
                </c:pt>
                <c:pt idx="426">
                  <c:v>8.0821130323385049</c:v>
                </c:pt>
                <c:pt idx="427">
                  <c:v>8.0785645656857668</c:v>
                </c:pt>
                <c:pt idx="428">
                  <c:v>8.0710930429912686</c:v>
                </c:pt>
                <c:pt idx="429">
                  <c:v>8.0627447909352163</c:v>
                </c:pt>
                <c:pt idx="430">
                  <c:v>8.0544292122092322</c:v>
                </c:pt>
                <c:pt idx="431">
                  <c:v>8.0369662913650952</c:v>
                </c:pt>
                <c:pt idx="432">
                  <c:v>8.0328427274330956</c:v>
                </c:pt>
                <c:pt idx="433">
                  <c:v>8.0450466015626336</c:v>
                </c:pt>
                <c:pt idx="434">
                  <c:v>8.0689054969634491</c:v>
                </c:pt>
                <c:pt idx="435">
                  <c:v>8.1363748231675359</c:v>
                </c:pt>
                <c:pt idx="436">
                  <c:v>8.2272161860363155</c:v>
                </c:pt>
                <c:pt idx="437">
                  <c:v>8.261695348064519</c:v>
                </c:pt>
                <c:pt idx="438">
                  <c:v>8.2432502920090567</c:v>
                </c:pt>
                <c:pt idx="439">
                  <c:v>8.226814172629588</c:v>
                </c:pt>
                <c:pt idx="440">
                  <c:v>8.2521343036140617</c:v>
                </c:pt>
                <c:pt idx="441">
                  <c:v>8.24949168159538</c:v>
                </c:pt>
                <c:pt idx="442">
                  <c:v>8.2706111809497056</c:v>
                </c:pt>
                <c:pt idx="443">
                  <c:v>8.2859601874338491</c:v>
                </c:pt>
                <c:pt idx="444">
                  <c:v>8.2911816347711706</c:v>
                </c:pt>
                <c:pt idx="445">
                  <c:v>8.3009862884193133</c:v>
                </c:pt>
                <c:pt idx="446">
                  <c:v>8.3259385907523029</c:v>
                </c:pt>
                <c:pt idx="447">
                  <c:v>8.380019421599421</c:v>
                </c:pt>
                <c:pt idx="448">
                  <c:v>8.3843598579174703</c:v>
                </c:pt>
                <c:pt idx="449">
                  <c:v>8.3502357994540031</c:v>
                </c:pt>
                <c:pt idx="450">
                  <c:v>8.3464410861024234</c:v>
                </c:pt>
                <c:pt idx="451">
                  <c:v>8.3707752540735694</c:v>
                </c:pt>
                <c:pt idx="452">
                  <c:v>8.3648576605707277</c:v>
                </c:pt>
                <c:pt idx="453">
                  <c:v>8.370769396765807</c:v>
                </c:pt>
                <c:pt idx="454">
                  <c:v>8.3964240964845871</c:v>
                </c:pt>
                <c:pt idx="455">
                  <c:v>8.380971148477613</c:v>
                </c:pt>
                <c:pt idx="456">
                  <c:v>8.3614197634469747</c:v>
                </c:pt>
                <c:pt idx="457">
                  <c:v>8.3623473075223593</c:v>
                </c:pt>
                <c:pt idx="458">
                  <c:v>8.3838550333455508</c:v>
                </c:pt>
                <c:pt idx="459">
                  <c:v>8.3879325416262756</c:v>
                </c:pt>
                <c:pt idx="460">
                  <c:v>8.4034174821797407</c:v>
                </c:pt>
                <c:pt idx="461">
                  <c:v>8.4101575307508654</c:v>
                </c:pt>
                <c:pt idx="462">
                  <c:v>8.4109655651959461</c:v>
                </c:pt>
                <c:pt idx="463">
                  <c:v>8.425446268620929</c:v>
                </c:pt>
                <c:pt idx="464">
                  <c:v>8.4274373079676508</c:v>
                </c:pt>
                <c:pt idx="465">
                  <c:v>8.4273960670404833</c:v>
                </c:pt>
                <c:pt idx="466">
                  <c:v>8.4428443908571182</c:v>
                </c:pt>
                <c:pt idx="467">
                  <c:v>8.4428084934387861</c:v>
                </c:pt>
                <c:pt idx="468">
                  <c:v>8.4432212794963402</c:v>
                </c:pt>
                <c:pt idx="469">
                  <c:v>8.4493649787801033</c:v>
                </c:pt>
                <c:pt idx="470">
                  <c:v>8.4546316918028523</c:v>
                </c:pt>
                <c:pt idx="471">
                  <c:v>8.4664203628790542</c:v>
                </c:pt>
                <c:pt idx="472">
                  <c:v>8.492826647667524</c:v>
                </c:pt>
                <c:pt idx="473">
                  <c:v>8.4943813004593363</c:v>
                </c:pt>
                <c:pt idx="474">
                  <c:v>8.4807804948226195</c:v>
                </c:pt>
                <c:pt idx="475">
                  <c:v>8.4864155331691453</c:v>
                </c:pt>
                <c:pt idx="476">
                  <c:v>8.5063490475880563</c:v>
                </c:pt>
                <c:pt idx="477">
                  <c:v>8.5312438044412779</c:v>
                </c:pt>
                <c:pt idx="478">
                  <c:v>8.5525285415303678</c:v>
                </c:pt>
                <c:pt idx="479">
                  <c:v>8.5530024696601732</c:v>
                </c:pt>
                <c:pt idx="480">
                  <c:v>8.5628737459024524</c:v>
                </c:pt>
                <c:pt idx="481">
                  <c:v>8.5627699242660373</c:v>
                </c:pt>
                <c:pt idx="482">
                  <c:v>8.5735202077117787</c:v>
                </c:pt>
                <c:pt idx="483">
                  <c:v>8.5894274567295668</c:v>
                </c:pt>
                <c:pt idx="484">
                  <c:v>8.5906872231908267</c:v>
                </c:pt>
                <c:pt idx="485">
                  <c:v>8.605228075343474</c:v>
                </c:pt>
                <c:pt idx="486">
                  <c:v>8.6071352969586528</c:v>
                </c:pt>
                <c:pt idx="487">
                  <c:v>8.5991526428104113</c:v>
                </c:pt>
                <c:pt idx="488">
                  <c:v>8.6002081913250183</c:v>
                </c:pt>
                <c:pt idx="489">
                  <c:v>8.6058331249593234</c:v>
                </c:pt>
                <c:pt idx="490">
                  <c:v>8.6181297034010065</c:v>
                </c:pt>
                <c:pt idx="491">
                  <c:v>8.6135718273772621</c:v>
                </c:pt>
                <c:pt idx="492">
                  <c:v>8.608219755226191</c:v>
                </c:pt>
                <c:pt idx="493">
                  <c:v>8.6224282137266517</c:v>
                </c:pt>
                <c:pt idx="494">
                  <c:v>8.6338569515282089</c:v>
                </c:pt>
                <c:pt idx="495">
                  <c:v>8.6461759316030875</c:v>
                </c:pt>
                <c:pt idx="496">
                  <c:v>8.6476314212020835</c:v>
                </c:pt>
                <c:pt idx="497">
                  <c:v>8.6408633192095703</c:v>
                </c:pt>
                <c:pt idx="498">
                  <c:v>8.6323880346505995</c:v>
                </c:pt>
                <c:pt idx="499">
                  <c:v>8.6317246174766975</c:v>
                </c:pt>
                <c:pt idx="500">
                  <c:v>8.6491432916699491</c:v>
                </c:pt>
                <c:pt idx="501">
                  <c:v>8.6607476116913222</c:v>
                </c:pt>
                <c:pt idx="502">
                  <c:v>8.6699830446354245</c:v>
                </c:pt>
                <c:pt idx="503">
                  <c:v>8.6632939306645476</c:v>
                </c:pt>
                <c:pt idx="504">
                  <c:v>8.6619454482553095</c:v>
                </c:pt>
                <c:pt idx="505">
                  <c:v>8.660690888289837</c:v>
                </c:pt>
                <c:pt idx="506">
                  <c:v>8.6600783029563981</c:v>
                </c:pt>
                <c:pt idx="507">
                  <c:v>8.6612159907927229</c:v>
                </c:pt>
                <c:pt idx="508">
                  <c:v>8.6548035746703977</c:v>
                </c:pt>
                <c:pt idx="509">
                  <c:v>8.662005665489497</c:v>
                </c:pt>
                <c:pt idx="510">
                  <c:v>8.686332057970219</c:v>
                </c:pt>
                <c:pt idx="511">
                  <c:v>8.6988057257752374</c:v>
                </c:pt>
                <c:pt idx="512">
                  <c:v>8.7075230438818529</c:v>
                </c:pt>
                <c:pt idx="513">
                  <c:v>8.7285239241906805</c:v>
                </c:pt>
                <c:pt idx="514">
                  <c:v>8.771644259324594</c:v>
                </c:pt>
                <c:pt idx="515">
                  <c:v>8.805268631205406</c:v>
                </c:pt>
                <c:pt idx="516">
                  <c:v>8.8170187331088599</c:v>
                </c:pt>
                <c:pt idx="517">
                  <c:v>8.8312045844565539</c:v>
                </c:pt>
                <c:pt idx="518">
                  <c:v>8.834565720020688</c:v>
                </c:pt>
                <c:pt idx="519">
                  <c:v>8.8509602901936333</c:v>
                </c:pt>
                <c:pt idx="520">
                  <c:v>8.8652080029320786</c:v>
                </c:pt>
                <c:pt idx="521">
                  <c:v>8.8852042350732834</c:v>
                </c:pt>
                <c:pt idx="522">
                  <c:v>8.913955189882957</c:v>
                </c:pt>
                <c:pt idx="523">
                  <c:v>8.9361846661848361</c:v>
                </c:pt>
                <c:pt idx="524">
                  <c:v>8.9536138218761874</c:v>
                </c:pt>
                <c:pt idx="525">
                  <c:v>8.9719663084917265</c:v>
                </c:pt>
                <c:pt idx="526">
                  <c:v>8.9891379481611136</c:v>
                </c:pt>
                <c:pt idx="527">
                  <c:v>8.9948787948332374</c:v>
                </c:pt>
                <c:pt idx="528">
                  <c:v>8.9927273474616616</c:v>
                </c:pt>
                <c:pt idx="529">
                  <c:v>8.9810428063012289</c:v>
                </c:pt>
                <c:pt idx="530">
                  <c:v>8.9556663458277797</c:v>
                </c:pt>
                <c:pt idx="531">
                  <c:v>8.9502719366451675</c:v>
                </c:pt>
                <c:pt idx="532">
                  <c:v>8.9483148422808565</c:v>
                </c:pt>
                <c:pt idx="533">
                  <c:v>8.953654309231597</c:v>
                </c:pt>
                <c:pt idx="534">
                  <c:v>8.9488888584415438</c:v>
                </c:pt>
                <c:pt idx="535">
                  <c:v>8.9502770061279069</c:v>
                </c:pt>
                <c:pt idx="536">
                  <c:v>8.9406552648975985</c:v>
                </c:pt>
                <c:pt idx="537">
                  <c:v>8.930047440767547</c:v>
                </c:pt>
                <c:pt idx="538">
                  <c:v>8.9510761347249286</c:v>
                </c:pt>
                <c:pt idx="539">
                  <c:v>8.9616734088503573</c:v>
                </c:pt>
                <c:pt idx="540">
                  <c:v>8.9698364406750617</c:v>
                </c:pt>
                <c:pt idx="541">
                  <c:v>8.991357422510557</c:v>
                </c:pt>
                <c:pt idx="542">
                  <c:v>9.0024409559400294</c:v>
                </c:pt>
                <c:pt idx="543">
                  <c:v>9.0227662934202897</c:v>
                </c:pt>
                <c:pt idx="544">
                  <c:v>9.0537024693176402</c:v>
                </c:pt>
                <c:pt idx="545">
                  <c:v>9.0808220097758809</c:v>
                </c:pt>
                <c:pt idx="546">
                  <c:v>9.1205403109511085</c:v>
                </c:pt>
                <c:pt idx="547">
                  <c:v>9.1685804420725958</c:v>
                </c:pt>
                <c:pt idx="548">
                  <c:v>9.1854234559485928</c:v>
                </c:pt>
                <c:pt idx="549">
                  <c:v>9.1952533199973967</c:v>
                </c:pt>
                <c:pt idx="550">
                  <c:v>9.2019662742384636</c:v>
                </c:pt>
                <c:pt idx="551">
                  <c:v>9.2146487499272105</c:v>
                </c:pt>
                <c:pt idx="552">
                  <c:v>9.2368992577318174</c:v>
                </c:pt>
                <c:pt idx="553">
                  <c:v>9.2519642532960198</c:v>
                </c:pt>
                <c:pt idx="554">
                  <c:v>9.2793119204776264</c:v>
                </c:pt>
                <c:pt idx="555">
                  <c:v>9.2867626899771523</c:v>
                </c:pt>
                <c:pt idx="556">
                  <c:v>9.2781721089390725</c:v>
                </c:pt>
                <c:pt idx="557">
                  <c:v>9.2602806712269174</c:v>
                </c:pt>
                <c:pt idx="558">
                  <c:v>9.2451283983517314</c:v>
                </c:pt>
                <c:pt idx="559">
                  <c:v>9.2204300154482208</c:v>
                </c:pt>
                <c:pt idx="560">
                  <c:v>9.2160362810548637</c:v>
                </c:pt>
                <c:pt idx="561">
                  <c:v>9.2368684297962265</c:v>
                </c:pt>
                <c:pt idx="562">
                  <c:v>9.2211150806835569</c:v>
                </c:pt>
                <c:pt idx="563">
                  <c:v>9.2079938892181001</c:v>
                </c:pt>
                <c:pt idx="564">
                  <c:v>9.2036698944657012</c:v>
                </c:pt>
                <c:pt idx="565">
                  <c:v>9.2303309892684524</c:v>
                </c:pt>
                <c:pt idx="566">
                  <c:v>9.2543896582552065</c:v>
                </c:pt>
                <c:pt idx="567">
                  <c:v>9.2958865257944172</c:v>
                </c:pt>
                <c:pt idx="568">
                  <c:v>9.3366028300044874</c:v>
                </c:pt>
                <c:pt idx="569">
                  <c:v>9.3479538129018334</c:v>
                </c:pt>
                <c:pt idx="570">
                  <c:v>9.2983700242855605</c:v>
                </c:pt>
                <c:pt idx="571">
                  <c:v>9.2908850015242699</c:v>
                </c:pt>
                <c:pt idx="572">
                  <c:v>9.2603791836077569</c:v>
                </c:pt>
                <c:pt idx="573">
                  <c:v>9.1887575314359307</c:v>
                </c:pt>
                <c:pt idx="574">
                  <c:v>9.1425631030714882</c:v>
                </c:pt>
                <c:pt idx="575">
                  <c:v>9.090325166213951</c:v>
                </c:pt>
                <c:pt idx="576">
                  <c:v>9.0154669918442973</c:v>
                </c:pt>
                <c:pt idx="577">
                  <c:v>9.0592154632924924</c:v>
                </c:pt>
                <c:pt idx="578">
                  <c:v>9.1339581356634678</c:v>
                </c:pt>
                <c:pt idx="579">
                  <c:v>9.0424549312708287</c:v>
                </c:pt>
                <c:pt idx="580">
                  <c:v>8.9676403955566659</c:v>
                </c:pt>
                <c:pt idx="581">
                  <c:v>8.7968848713618737</c:v>
                </c:pt>
                <c:pt idx="582">
                  <c:v>8.8054470906992108</c:v>
                </c:pt>
                <c:pt idx="583">
                  <c:v>8.6873662324494845</c:v>
                </c:pt>
                <c:pt idx="584">
                  <c:v>8.5230770390110404</c:v>
                </c:pt>
                <c:pt idx="585">
                  <c:v>8.3274066170451082</c:v>
                </c:pt>
                <c:pt idx="586">
                  <c:v>8.2994995255923243</c:v>
                </c:pt>
                <c:pt idx="587">
                  <c:v>7.7772487608882557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014F-48C8-BF04-9E4E678005A5}"/>
            </c:ext>
          </c:extLst>
        </c:ser>
        <c:ser>
          <c:idx val="8"/>
          <c:order val="8"/>
          <c:tx>
            <c:strRef>
              <c:f>Sheet2!$J$1</c:f>
              <c:strCache>
                <c:ptCount val="1"/>
                <c:pt idx="0">
                  <c:v>S9_z/O-PTIR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Sheet2!$J$2:$J$589</c:f>
              <c:numCache>
                <c:formatCode>General</c:formatCode>
                <c:ptCount val="588"/>
                <c:pt idx="0">
                  <c:v>8.8572217429291324</c:v>
                </c:pt>
                <c:pt idx="1">
                  <c:v>9.0016234151592229</c:v>
                </c:pt>
                <c:pt idx="2">
                  <c:v>8.8197211771499262</c:v>
                </c:pt>
                <c:pt idx="3">
                  <c:v>8.8573650050817267</c:v>
                </c:pt>
                <c:pt idx="4">
                  <c:v>8.8909431607923928</c:v>
                </c:pt>
                <c:pt idx="5">
                  <c:v>8.9381869031029382</c:v>
                </c:pt>
                <c:pt idx="6">
                  <c:v>8.9495938519688423</c:v>
                </c:pt>
                <c:pt idx="7">
                  <c:v>8.9881734712045809</c:v>
                </c:pt>
                <c:pt idx="8">
                  <c:v>9.0576530424176678</c:v>
                </c:pt>
                <c:pt idx="9">
                  <c:v>9.0802822775321879</c:v>
                </c:pt>
                <c:pt idx="10">
                  <c:v>9.1697099644347766</c:v>
                </c:pt>
                <c:pt idx="11">
                  <c:v>9.2050206046499508</c:v>
                </c:pt>
                <c:pt idx="12">
                  <c:v>9.1925430129354275</c:v>
                </c:pt>
                <c:pt idx="13">
                  <c:v>9.2028000584295615</c:v>
                </c:pt>
                <c:pt idx="14">
                  <c:v>9.2296979733445976</c:v>
                </c:pt>
                <c:pt idx="15">
                  <c:v>9.2284376230141145</c:v>
                </c:pt>
                <c:pt idx="16">
                  <c:v>9.233265862734422</c:v>
                </c:pt>
                <c:pt idx="17">
                  <c:v>9.2665234273738388</c:v>
                </c:pt>
                <c:pt idx="18">
                  <c:v>9.2967614798315132</c:v>
                </c:pt>
                <c:pt idx="19">
                  <c:v>9.3019368851008721</c:v>
                </c:pt>
                <c:pt idx="20">
                  <c:v>9.3105124862327067</c:v>
                </c:pt>
                <c:pt idx="21">
                  <c:v>9.3302704904654199</c:v>
                </c:pt>
                <c:pt idx="22">
                  <c:v>9.3428806116724701</c:v>
                </c:pt>
                <c:pt idx="23">
                  <c:v>9.3458792071684584</c:v>
                </c:pt>
                <c:pt idx="24">
                  <c:v>9.3496905359197804</c:v>
                </c:pt>
                <c:pt idx="25">
                  <c:v>9.3527567848928044</c:v>
                </c:pt>
                <c:pt idx="26">
                  <c:v>9.3617966678690916</c:v>
                </c:pt>
                <c:pt idx="27">
                  <c:v>9.3788736330431526</c:v>
                </c:pt>
                <c:pt idx="28">
                  <c:v>9.3805393213118382</c:v>
                </c:pt>
                <c:pt idx="29">
                  <c:v>9.3817810180733883</c:v>
                </c:pt>
                <c:pt idx="30">
                  <c:v>9.3838077077644115</c:v>
                </c:pt>
                <c:pt idx="31">
                  <c:v>9.3929206619822434</c:v>
                </c:pt>
                <c:pt idx="32">
                  <c:v>9.3995084235951207</c:v>
                </c:pt>
                <c:pt idx="33">
                  <c:v>9.4023979780079898</c:v>
                </c:pt>
                <c:pt idx="34">
                  <c:v>9.4152551218448366</c:v>
                </c:pt>
                <c:pt idx="35">
                  <c:v>9.4152223066509571</c:v>
                </c:pt>
                <c:pt idx="36">
                  <c:v>9.4328160168321027</c:v>
                </c:pt>
                <c:pt idx="37">
                  <c:v>9.4407847597598629</c:v>
                </c:pt>
                <c:pt idx="38">
                  <c:v>9.454923856405923</c:v>
                </c:pt>
                <c:pt idx="39">
                  <c:v>9.4700574900251411</c:v>
                </c:pt>
                <c:pt idx="40">
                  <c:v>9.4993434218052002</c:v>
                </c:pt>
                <c:pt idx="41">
                  <c:v>9.5081655655117459</c:v>
                </c:pt>
                <c:pt idx="42">
                  <c:v>9.5264885822327514</c:v>
                </c:pt>
                <c:pt idx="43">
                  <c:v>9.562421013794042</c:v>
                </c:pt>
                <c:pt idx="44">
                  <c:v>9.5714990611494173</c:v>
                </c:pt>
                <c:pt idx="45">
                  <c:v>9.5708195088899348</c:v>
                </c:pt>
                <c:pt idx="46">
                  <c:v>9.5956293727874602</c:v>
                </c:pt>
                <c:pt idx="47">
                  <c:v>9.5983573886649385</c:v>
                </c:pt>
                <c:pt idx="48">
                  <c:v>9.6010616761054646</c:v>
                </c:pt>
                <c:pt idx="49">
                  <c:v>9.6319220171091615</c:v>
                </c:pt>
                <c:pt idx="50">
                  <c:v>9.6739948675253711</c:v>
                </c:pt>
                <c:pt idx="51">
                  <c:v>9.6915008990745921</c:v>
                </c:pt>
                <c:pt idx="52">
                  <c:v>9.7096013759750264</c:v>
                </c:pt>
                <c:pt idx="53">
                  <c:v>9.7186201708173154</c:v>
                </c:pt>
                <c:pt idx="54">
                  <c:v>9.703780776674261</c:v>
                </c:pt>
                <c:pt idx="55">
                  <c:v>9.7089742868781741</c:v>
                </c:pt>
                <c:pt idx="56">
                  <c:v>9.7109916840743775</c:v>
                </c:pt>
                <c:pt idx="57">
                  <c:v>9.7252489085604772</c:v>
                </c:pt>
                <c:pt idx="58">
                  <c:v>9.7839258356044496</c:v>
                </c:pt>
                <c:pt idx="59">
                  <c:v>9.7839168517164712</c:v>
                </c:pt>
                <c:pt idx="60">
                  <c:v>9.7704504151104867</c:v>
                </c:pt>
                <c:pt idx="61">
                  <c:v>9.7899861195501749</c:v>
                </c:pt>
                <c:pt idx="62">
                  <c:v>9.7956990493537788</c:v>
                </c:pt>
                <c:pt idx="63">
                  <c:v>9.809920475446555</c:v>
                </c:pt>
                <c:pt idx="64">
                  <c:v>9.8465258413651124</c:v>
                </c:pt>
                <c:pt idx="65">
                  <c:v>9.9094185435677424</c:v>
                </c:pt>
                <c:pt idx="66">
                  <c:v>9.9045867205791378</c:v>
                </c:pt>
                <c:pt idx="67">
                  <c:v>9.9139129564123696</c:v>
                </c:pt>
                <c:pt idx="68">
                  <c:v>9.9219031989499129</c:v>
                </c:pt>
                <c:pt idx="69">
                  <c:v>9.9170652038245297</c:v>
                </c:pt>
                <c:pt idx="70">
                  <c:v>9.9346330253208475</c:v>
                </c:pt>
                <c:pt idx="71">
                  <c:v>9.979043332514955</c:v>
                </c:pt>
                <c:pt idx="72">
                  <c:v>10.004688286518819</c:v>
                </c:pt>
                <c:pt idx="73">
                  <c:v>9.9968952780410447</c:v>
                </c:pt>
                <c:pt idx="74">
                  <c:v>9.9686873099496225</c:v>
                </c:pt>
                <c:pt idx="75">
                  <c:v>9.9230484046398004</c:v>
                </c:pt>
                <c:pt idx="76">
                  <c:v>9.8990780199236568</c:v>
                </c:pt>
                <c:pt idx="77">
                  <c:v>9.9083736008108811</c:v>
                </c:pt>
                <c:pt idx="78">
                  <c:v>9.9368701505864223</c:v>
                </c:pt>
                <c:pt idx="79">
                  <c:v>9.9253507488173511</c:v>
                </c:pt>
                <c:pt idx="80">
                  <c:v>9.9100950097588338</c:v>
                </c:pt>
                <c:pt idx="81">
                  <c:v>9.8913507789922406</c:v>
                </c:pt>
                <c:pt idx="82">
                  <c:v>9.8499818950654436</c:v>
                </c:pt>
                <c:pt idx="83">
                  <c:v>9.8458370994797573</c:v>
                </c:pt>
                <c:pt idx="84">
                  <c:v>9.8718505986286882</c:v>
                </c:pt>
                <c:pt idx="85">
                  <c:v>9.8668415667352001</c:v>
                </c:pt>
                <c:pt idx="86">
                  <c:v>9.8589604338600694</c:v>
                </c:pt>
                <c:pt idx="87">
                  <c:v>9.8301844234469868</c:v>
                </c:pt>
                <c:pt idx="88">
                  <c:v>9.8122102010333521</c:v>
                </c:pt>
                <c:pt idx="89">
                  <c:v>9.7969892316786993</c:v>
                </c:pt>
                <c:pt idx="90">
                  <c:v>9.7894195173937657</c:v>
                </c:pt>
                <c:pt idx="91">
                  <c:v>9.7765953259093958</c:v>
                </c:pt>
                <c:pt idx="92">
                  <c:v>9.7569983115776928</c:v>
                </c:pt>
                <c:pt idx="93">
                  <c:v>9.7317352071026217</c:v>
                </c:pt>
                <c:pt idx="94">
                  <c:v>9.7087953634908519</c:v>
                </c:pt>
                <c:pt idx="95">
                  <c:v>9.6697642792384393</c:v>
                </c:pt>
                <c:pt idx="96">
                  <c:v>9.6365138125563217</c:v>
                </c:pt>
                <c:pt idx="97">
                  <c:v>9.624698834014783</c:v>
                </c:pt>
                <c:pt idx="98">
                  <c:v>9.6107378720941234</c:v>
                </c:pt>
                <c:pt idx="99">
                  <c:v>9.5808077406824754</c:v>
                </c:pt>
                <c:pt idx="100">
                  <c:v>9.56274563389902</c:v>
                </c:pt>
                <c:pt idx="101">
                  <c:v>9.5541453099304192</c:v>
                </c:pt>
                <c:pt idx="102">
                  <c:v>9.5274841821850185</c:v>
                </c:pt>
                <c:pt idx="103">
                  <c:v>9.5117136183397513</c:v>
                </c:pt>
                <c:pt idx="104">
                  <c:v>9.4782610141780843</c:v>
                </c:pt>
                <c:pt idx="105">
                  <c:v>9.4748563263716186</c:v>
                </c:pt>
                <c:pt idx="106">
                  <c:v>9.4857706529983563</c:v>
                </c:pt>
                <c:pt idx="107">
                  <c:v>9.474148588020844</c:v>
                </c:pt>
                <c:pt idx="108">
                  <c:v>9.4675266053384863</c:v>
                </c:pt>
                <c:pt idx="109">
                  <c:v>9.4301855207157477</c:v>
                </c:pt>
                <c:pt idx="110">
                  <c:v>9.3809111582631868</c:v>
                </c:pt>
                <c:pt idx="111">
                  <c:v>9.3432659930350859</c:v>
                </c:pt>
                <c:pt idx="112">
                  <c:v>9.3265508179452805</c:v>
                </c:pt>
                <c:pt idx="113">
                  <c:v>9.3302471735042527</c:v>
                </c:pt>
                <c:pt idx="114">
                  <c:v>9.3338006098071133</c:v>
                </c:pt>
                <c:pt idx="115">
                  <c:v>9.3273258668766115</c:v>
                </c:pt>
                <c:pt idx="116">
                  <c:v>9.2989502909819599</c:v>
                </c:pt>
                <c:pt idx="117">
                  <c:v>9.2639265522581109</c:v>
                </c:pt>
                <c:pt idx="118">
                  <c:v>9.2379282605684132</c:v>
                </c:pt>
                <c:pt idx="119">
                  <c:v>9.2173678614094694</c:v>
                </c:pt>
                <c:pt idx="120">
                  <c:v>9.2133475029591967</c:v>
                </c:pt>
                <c:pt idx="121">
                  <c:v>9.203004750487942</c:v>
                </c:pt>
                <c:pt idx="122">
                  <c:v>9.1996372669504023</c:v>
                </c:pt>
                <c:pt idx="123">
                  <c:v>9.1941864643668829</c:v>
                </c:pt>
                <c:pt idx="124">
                  <c:v>9.1693193539007218</c:v>
                </c:pt>
                <c:pt idx="125">
                  <c:v>9.1553319032263811</c:v>
                </c:pt>
                <c:pt idx="126">
                  <c:v>9.1633356044510705</c:v>
                </c:pt>
                <c:pt idx="127">
                  <c:v>9.1703743435246743</c:v>
                </c:pt>
                <c:pt idx="128">
                  <c:v>9.1898181517056354</c:v>
                </c:pt>
                <c:pt idx="129">
                  <c:v>9.1746291231588177</c:v>
                </c:pt>
                <c:pt idx="130">
                  <c:v>9.1573407794448638</c:v>
                </c:pt>
                <c:pt idx="131">
                  <c:v>9.1462823677139635</c:v>
                </c:pt>
                <c:pt idx="132">
                  <c:v>9.1377697395221116</c:v>
                </c:pt>
                <c:pt idx="133">
                  <c:v>9.1584458319560316</c:v>
                </c:pt>
                <c:pt idx="134">
                  <c:v>9.1574786409777769</c:v>
                </c:pt>
                <c:pt idx="135">
                  <c:v>9.1490927473278081</c:v>
                </c:pt>
                <c:pt idx="136">
                  <c:v>9.1298853491303458</c:v>
                </c:pt>
                <c:pt idx="137">
                  <c:v>9.1333215491240374</c:v>
                </c:pt>
                <c:pt idx="138">
                  <c:v>9.145760753576754</c:v>
                </c:pt>
                <c:pt idx="139">
                  <c:v>9.1724270247694708</c:v>
                </c:pt>
                <c:pt idx="140">
                  <c:v>9.1963239610579315</c:v>
                </c:pt>
                <c:pt idx="141">
                  <c:v>9.2178616666415216</c:v>
                </c:pt>
                <c:pt idx="142">
                  <c:v>9.2334026784330447</c:v>
                </c:pt>
                <c:pt idx="143">
                  <c:v>9.2680016369878331</c:v>
                </c:pt>
                <c:pt idx="144">
                  <c:v>9.3094429577976729</c:v>
                </c:pt>
                <c:pt idx="145">
                  <c:v>9.3436838124054464</c:v>
                </c:pt>
                <c:pt idx="146">
                  <c:v>9.3602958785213755</c:v>
                </c:pt>
                <c:pt idx="147">
                  <c:v>9.3644057672446088</c:v>
                </c:pt>
                <c:pt idx="148">
                  <c:v>9.3710177716391669</c:v>
                </c:pt>
                <c:pt idx="149">
                  <c:v>9.3887516921941678</c:v>
                </c:pt>
                <c:pt idx="150">
                  <c:v>9.41149138712602</c:v>
                </c:pt>
                <c:pt idx="151">
                  <c:v>9.4463691033805492</c:v>
                </c:pt>
                <c:pt idx="152">
                  <c:v>9.4553170558084592</c:v>
                </c:pt>
                <c:pt idx="153">
                  <c:v>9.4896747009599718</c:v>
                </c:pt>
                <c:pt idx="154">
                  <c:v>9.4963388256206773</c:v>
                </c:pt>
                <c:pt idx="155">
                  <c:v>9.5139601046794411</c:v>
                </c:pt>
                <c:pt idx="156">
                  <c:v>9.5506803409214047</c:v>
                </c:pt>
                <c:pt idx="157">
                  <c:v>9.5627190594212177</c:v>
                </c:pt>
                <c:pt idx="158">
                  <c:v>9.562205297613577</c:v>
                </c:pt>
                <c:pt idx="159">
                  <c:v>9.5658694894819938</c:v>
                </c:pt>
                <c:pt idx="160">
                  <c:v>9.569970291448298</c:v>
                </c:pt>
                <c:pt idx="161">
                  <c:v>9.5594237555943558</c:v>
                </c:pt>
                <c:pt idx="162">
                  <c:v>9.5517933486310902</c:v>
                </c:pt>
                <c:pt idx="163">
                  <c:v>9.5557810976253723</c:v>
                </c:pt>
                <c:pt idx="164">
                  <c:v>9.5678615466277499</c:v>
                </c:pt>
                <c:pt idx="165">
                  <c:v>9.5811112726534571</c:v>
                </c:pt>
                <c:pt idx="166">
                  <c:v>9.576303726736187</c:v>
                </c:pt>
                <c:pt idx="167">
                  <c:v>9.5707735264709228</c:v>
                </c:pt>
                <c:pt idx="168">
                  <c:v>9.5644017553557017</c:v>
                </c:pt>
                <c:pt idx="169">
                  <c:v>9.559910840055247</c:v>
                </c:pt>
                <c:pt idx="170">
                  <c:v>9.5516625336210002</c:v>
                </c:pt>
                <c:pt idx="171">
                  <c:v>9.5445789436867958</c:v>
                </c:pt>
                <c:pt idx="172">
                  <c:v>9.5336369110238479</c:v>
                </c:pt>
                <c:pt idx="173">
                  <c:v>9.5402699349731108</c:v>
                </c:pt>
                <c:pt idx="174">
                  <c:v>9.5416700156223637</c:v>
                </c:pt>
                <c:pt idx="175">
                  <c:v>9.5472048107005651</c:v>
                </c:pt>
                <c:pt idx="176">
                  <c:v>9.5455237263795745</c:v>
                </c:pt>
                <c:pt idx="177">
                  <c:v>9.5367086806303281</c:v>
                </c:pt>
                <c:pt idx="178">
                  <c:v>9.5370622754885233</c:v>
                </c:pt>
                <c:pt idx="179">
                  <c:v>9.5373182820063018</c:v>
                </c:pt>
                <c:pt idx="180">
                  <c:v>9.5253837011698259</c:v>
                </c:pt>
                <c:pt idx="181">
                  <c:v>9.5379902219637565</c:v>
                </c:pt>
                <c:pt idx="182">
                  <c:v>9.5612560229768082</c:v>
                </c:pt>
                <c:pt idx="183">
                  <c:v>9.5795670726103879</c:v>
                </c:pt>
                <c:pt idx="184">
                  <c:v>9.5798037397662554</c:v>
                </c:pt>
                <c:pt idx="185">
                  <c:v>9.5931412472928326</c:v>
                </c:pt>
                <c:pt idx="186">
                  <c:v>9.6136847930893996</c:v>
                </c:pt>
                <c:pt idx="187">
                  <c:v>9.6143887595788122</c:v>
                </c:pt>
                <c:pt idx="188">
                  <c:v>9.6230907866456903</c:v>
                </c:pt>
                <c:pt idx="189">
                  <c:v>9.6297224047193524</c:v>
                </c:pt>
                <c:pt idx="190">
                  <c:v>9.6456990493537766</c:v>
                </c:pt>
                <c:pt idx="191">
                  <c:v>9.6462152457264807</c:v>
                </c:pt>
                <c:pt idx="192">
                  <c:v>9.6376617614181104</c:v>
                </c:pt>
                <c:pt idx="193">
                  <c:v>9.6501134301581573</c:v>
                </c:pt>
                <c:pt idx="194">
                  <c:v>9.6570000946394305</c:v>
                </c:pt>
                <c:pt idx="195">
                  <c:v>9.6524428631582424</c:v>
                </c:pt>
                <c:pt idx="196">
                  <c:v>9.6712834478379008</c:v>
                </c:pt>
                <c:pt idx="197">
                  <c:v>9.6951047411611562</c:v>
                </c:pt>
                <c:pt idx="198">
                  <c:v>9.7198631020062187</c:v>
                </c:pt>
                <c:pt idx="199">
                  <c:v>9.7273363937987867</c:v>
                </c:pt>
                <c:pt idx="200">
                  <c:v>9.7516833474378082</c:v>
                </c:pt>
                <c:pt idx="201">
                  <c:v>9.7881981886835909</c:v>
                </c:pt>
                <c:pt idx="202">
                  <c:v>9.8231300825831891</c:v>
                </c:pt>
                <c:pt idx="203">
                  <c:v>9.874091701493521</c:v>
                </c:pt>
                <c:pt idx="204">
                  <c:v>9.9164671237705448</c:v>
                </c:pt>
                <c:pt idx="205">
                  <c:v>9.9510545438585183</c:v>
                </c:pt>
                <c:pt idx="206">
                  <c:v>9.9661196324698302</c:v>
                </c:pt>
                <c:pt idx="207">
                  <c:v>9.964183158844742</c:v>
                </c:pt>
                <c:pt idx="208">
                  <c:v>9.9667945899163737</c:v>
                </c:pt>
                <c:pt idx="209">
                  <c:v>9.9524386798210909</c:v>
                </c:pt>
                <c:pt idx="210">
                  <c:v>9.9135131391076197</c:v>
                </c:pt>
                <c:pt idx="211">
                  <c:v>9.8907441265260605</c:v>
                </c:pt>
                <c:pt idx="212">
                  <c:v>9.8524480066055595</c:v>
                </c:pt>
                <c:pt idx="213">
                  <c:v>9.8126034347255402</c:v>
                </c:pt>
                <c:pt idx="214">
                  <c:v>9.8046671640951715</c:v>
                </c:pt>
                <c:pt idx="215">
                  <c:v>9.8359952844875007</c:v>
                </c:pt>
                <c:pt idx="216">
                  <c:v>9.8414551566831214</c:v>
                </c:pt>
                <c:pt idx="217">
                  <c:v>9.8576135364560677</c:v>
                </c:pt>
                <c:pt idx="218">
                  <c:v>9.8827577244291813</c:v>
                </c:pt>
                <c:pt idx="219">
                  <c:v>9.8948562783661131</c:v>
                </c:pt>
                <c:pt idx="220">
                  <c:v>9.929002802150098</c:v>
                </c:pt>
                <c:pt idx="221">
                  <c:v>9.9382037436066941</c:v>
                </c:pt>
                <c:pt idx="222">
                  <c:v>9.9605931697762813</c:v>
                </c:pt>
                <c:pt idx="223">
                  <c:v>9.9735316143703798</c:v>
                </c:pt>
                <c:pt idx="224">
                  <c:v>9.969537967556505</c:v>
                </c:pt>
                <c:pt idx="225">
                  <c:v>9.9673210046044147</c:v>
                </c:pt>
                <c:pt idx="226">
                  <c:v>10.005524885369704</c:v>
                </c:pt>
                <c:pt idx="227">
                  <c:v>10.002108264765466</c:v>
                </c:pt>
                <c:pt idx="228">
                  <c:v>10.008451095417119</c:v>
                </c:pt>
                <c:pt idx="229">
                  <c:v>10.013961922030825</c:v>
                </c:pt>
                <c:pt idx="230">
                  <c:v>10.033222074852933</c:v>
                </c:pt>
                <c:pt idx="231">
                  <c:v>10.02447053353322</c:v>
                </c:pt>
                <c:pt idx="232">
                  <c:v>10.046856530737928</c:v>
                </c:pt>
                <c:pt idx="233">
                  <c:v>10.058761485317858</c:v>
                </c:pt>
                <c:pt idx="234">
                  <c:v>10.058377098355058</c:v>
                </c:pt>
                <c:pt idx="235">
                  <c:v>10.023189197937683</c:v>
                </c:pt>
                <c:pt idx="236">
                  <c:v>10.015471420949329</c:v>
                </c:pt>
                <c:pt idx="237">
                  <c:v>10.014813745485768</c:v>
                </c:pt>
                <c:pt idx="238">
                  <c:v>9.9815828239034516</c:v>
                </c:pt>
                <c:pt idx="239">
                  <c:v>9.9277530816107369</c:v>
                </c:pt>
                <c:pt idx="240">
                  <c:v>9.9011989032798731</c:v>
                </c:pt>
                <c:pt idx="241">
                  <c:v>9.8802049972362553</c:v>
                </c:pt>
                <c:pt idx="242">
                  <c:v>9.8402829307499982</c:v>
                </c:pt>
                <c:pt idx="243">
                  <c:v>9.8270113279283695</c:v>
                </c:pt>
                <c:pt idx="244">
                  <c:v>9.8276183918703346</c:v>
                </c:pt>
                <c:pt idx="245">
                  <c:v>9.8120465022500856</c:v>
                </c:pt>
                <c:pt idx="246">
                  <c:v>9.7868923702788297</c:v>
                </c:pt>
                <c:pt idx="247">
                  <c:v>9.8021867194818686</c:v>
                </c:pt>
                <c:pt idx="248">
                  <c:v>9.8267471604741861</c:v>
                </c:pt>
                <c:pt idx="249">
                  <c:v>9.8308890757293739</c:v>
                </c:pt>
                <c:pt idx="250">
                  <c:v>9.8259198884077659</c:v>
                </c:pt>
                <c:pt idx="251">
                  <c:v>9.8962618796488186</c:v>
                </c:pt>
                <c:pt idx="252">
                  <c:v>9.9175974477528612</c:v>
                </c:pt>
                <c:pt idx="253">
                  <c:v>9.922729030851082</c:v>
                </c:pt>
                <c:pt idx="254">
                  <c:v>9.9297652667803238</c:v>
                </c:pt>
                <c:pt idx="255">
                  <c:v>9.9187679592035476</c:v>
                </c:pt>
                <c:pt idx="256">
                  <c:v>9.9066499973254061</c:v>
                </c:pt>
                <c:pt idx="257">
                  <c:v>9.9382514062184963</c:v>
                </c:pt>
                <c:pt idx="258">
                  <c:v>9.9693643247750945</c:v>
                </c:pt>
                <c:pt idx="259">
                  <c:v>10</c:v>
                </c:pt>
                <c:pt idx="260">
                  <c:v>10.009288174323089</c:v>
                </c:pt>
                <c:pt idx="261">
                  <c:v>10.010696518777698</c:v>
                </c:pt>
                <c:pt idx="262">
                  <c:v>9.9830570044837152</c:v>
                </c:pt>
                <c:pt idx="263">
                  <c:v>9.9620759227687383</c:v>
                </c:pt>
                <c:pt idx="264">
                  <c:v>9.921799164155523</c:v>
                </c:pt>
                <c:pt idx="265">
                  <c:v>9.9291001847526275</c:v>
                </c:pt>
                <c:pt idx="266">
                  <c:v>9.9339466837109089</c:v>
                </c:pt>
                <c:pt idx="267">
                  <c:v>9.9092775445319674</c:v>
                </c:pt>
                <c:pt idx="268">
                  <c:v>9.9049277654258834</c:v>
                </c:pt>
                <c:pt idx="269">
                  <c:v>9.8857124634643796</c:v>
                </c:pt>
                <c:pt idx="270">
                  <c:v>9.8332234464388826</c:v>
                </c:pt>
                <c:pt idx="271">
                  <c:v>9.8074818642047603</c:v>
                </c:pt>
                <c:pt idx="272">
                  <c:v>9.7795471846140973</c:v>
                </c:pt>
                <c:pt idx="273">
                  <c:v>9.8236579374364794</c:v>
                </c:pt>
                <c:pt idx="274">
                  <c:v>9.8396917086257663</c:v>
                </c:pt>
                <c:pt idx="275">
                  <c:v>9.856775977495019</c:v>
                </c:pt>
                <c:pt idx="276">
                  <c:v>9.8723677551115578</c:v>
                </c:pt>
                <c:pt idx="277">
                  <c:v>9.8707782927321048</c:v>
                </c:pt>
                <c:pt idx="278">
                  <c:v>9.9680795602146812</c:v>
                </c:pt>
                <c:pt idx="279">
                  <c:v>9.9914772392169322</c:v>
                </c:pt>
                <c:pt idx="280">
                  <c:v>10.017388829529695</c:v>
                </c:pt>
                <c:pt idx="281">
                  <c:v>10.093769982292827</c:v>
                </c:pt>
                <c:pt idx="282">
                  <c:v>10.209938648960405</c:v>
                </c:pt>
                <c:pt idx="283">
                  <c:v>10.269116410614428</c:v>
                </c:pt>
                <c:pt idx="284">
                  <c:v>10.297198535694839</c:v>
                </c:pt>
                <c:pt idx="285">
                  <c:v>10.215686279888573</c:v>
                </c:pt>
                <c:pt idx="286">
                  <c:v>10.215471901004411</c:v>
                </c:pt>
                <c:pt idx="287">
                  <c:v>10.528559436991401</c:v>
                </c:pt>
                <c:pt idx="288">
                  <c:v>10.663954446887393</c:v>
                </c:pt>
                <c:pt idx="289">
                  <c:v>10.773247627499202</c:v>
                </c:pt>
                <c:pt idx="290">
                  <c:v>10.850939604955816</c:v>
                </c:pt>
                <c:pt idx="291">
                  <c:v>10.944642791012821</c:v>
                </c:pt>
                <c:pt idx="292">
                  <c:v>10.882516393881081</c:v>
                </c:pt>
                <c:pt idx="293">
                  <c:v>10.923534220383688</c:v>
                </c:pt>
                <c:pt idx="294">
                  <c:v>11.033120371754656</c:v>
                </c:pt>
                <c:pt idx="295">
                  <c:v>11.073776373883359</c:v>
                </c:pt>
                <c:pt idx="296">
                  <c:v>11.090327301555515</c:v>
                </c:pt>
                <c:pt idx="297">
                  <c:v>11.146810308291375</c:v>
                </c:pt>
                <c:pt idx="298">
                  <c:v>11.151836210692062</c:v>
                </c:pt>
                <c:pt idx="299">
                  <c:v>11.253137022808101</c:v>
                </c:pt>
                <c:pt idx="300">
                  <c:v>11.312996736997022</c:v>
                </c:pt>
                <c:pt idx="301">
                  <c:v>11.231611490049829</c:v>
                </c:pt>
                <c:pt idx="302">
                  <c:v>11.160687329151823</c:v>
                </c:pt>
                <c:pt idx="303">
                  <c:v>11.280021479035995</c:v>
                </c:pt>
                <c:pt idx="304">
                  <c:v>11.426252703738808</c:v>
                </c:pt>
                <c:pt idx="305">
                  <c:v>11.433922886694656</c:v>
                </c:pt>
                <c:pt idx="306">
                  <c:v>11.311296793369205</c:v>
                </c:pt>
                <c:pt idx="307">
                  <c:v>11.313476792079914</c:v>
                </c:pt>
                <c:pt idx="308">
                  <c:v>11.303348727099658</c:v>
                </c:pt>
                <c:pt idx="309">
                  <c:v>11.324841753270888</c:v>
                </c:pt>
                <c:pt idx="310">
                  <c:v>11.321949627134359</c:v>
                </c:pt>
                <c:pt idx="311">
                  <c:v>11.258513365419301</c:v>
                </c:pt>
                <c:pt idx="312">
                  <c:v>11.447239889011264</c:v>
                </c:pt>
                <c:pt idx="313">
                  <c:v>11.427060842181206</c:v>
                </c:pt>
                <c:pt idx="314">
                  <c:v>11.337121836608452</c:v>
                </c:pt>
                <c:pt idx="315">
                  <c:v>11.33664123289118</c:v>
                </c:pt>
                <c:pt idx="316">
                  <c:v>11.243041190097699</c:v>
                </c:pt>
                <c:pt idx="317">
                  <c:v>11.268809586837163</c:v>
                </c:pt>
                <c:pt idx="318">
                  <c:v>11.287382780835653</c:v>
                </c:pt>
                <c:pt idx="319">
                  <c:v>11.263767088246468</c:v>
                </c:pt>
                <c:pt idx="320">
                  <c:v>11.265350584227036</c:v>
                </c:pt>
                <c:pt idx="321">
                  <c:v>11.387512532866628</c:v>
                </c:pt>
                <c:pt idx="322">
                  <c:v>11.421551181415559</c:v>
                </c:pt>
                <c:pt idx="323">
                  <c:v>11.383791694498433</c:v>
                </c:pt>
                <c:pt idx="324">
                  <c:v>11.39153512014407</c:v>
                </c:pt>
                <c:pt idx="325">
                  <c:v>11.400598560109067</c:v>
                </c:pt>
                <c:pt idx="326">
                  <c:v>11.417438069465341</c:v>
                </c:pt>
                <c:pt idx="327">
                  <c:v>11.476171300112608</c:v>
                </c:pt>
                <c:pt idx="328">
                  <c:v>11.517195161593399</c:v>
                </c:pt>
                <c:pt idx="329">
                  <c:v>11.517732000334666</c:v>
                </c:pt>
                <c:pt idx="330">
                  <c:v>11.56298528425433</c:v>
                </c:pt>
                <c:pt idx="331">
                  <c:v>11.501147605965301</c:v>
                </c:pt>
                <c:pt idx="332">
                  <c:v>11.48655173690787</c:v>
                </c:pt>
                <c:pt idx="333">
                  <c:v>11.464403641286383</c:v>
                </c:pt>
                <c:pt idx="334">
                  <c:v>11.433375075265779</c:v>
                </c:pt>
                <c:pt idx="335">
                  <c:v>11.383856707672514</c:v>
                </c:pt>
                <c:pt idx="336">
                  <c:v>11.35149166830114</c:v>
                </c:pt>
                <c:pt idx="337">
                  <c:v>11.349294661924636</c:v>
                </c:pt>
                <c:pt idx="338">
                  <c:v>11.294048002765116</c:v>
                </c:pt>
                <c:pt idx="339">
                  <c:v>11.238893651340106</c:v>
                </c:pt>
                <c:pt idx="340">
                  <c:v>11.216638709173029</c:v>
                </c:pt>
                <c:pt idx="341">
                  <c:v>11.313297662954698</c:v>
                </c:pt>
                <c:pt idx="342">
                  <c:v>11.2746113954104</c:v>
                </c:pt>
                <c:pt idx="343">
                  <c:v>11.252651481381408</c:v>
                </c:pt>
                <c:pt idx="344">
                  <c:v>11.362119813519174</c:v>
                </c:pt>
                <c:pt idx="345">
                  <c:v>11.40814941508717</c:v>
                </c:pt>
                <c:pt idx="346">
                  <c:v>11.45834754067781</c:v>
                </c:pt>
                <c:pt idx="347">
                  <c:v>11.503386308554719</c:v>
                </c:pt>
                <c:pt idx="348">
                  <c:v>11.515397286728671</c:v>
                </c:pt>
                <c:pt idx="349">
                  <c:v>11.470224652062933</c:v>
                </c:pt>
                <c:pt idx="350">
                  <c:v>11.542839155487098</c:v>
                </c:pt>
                <c:pt idx="351">
                  <c:v>11.692966644401253</c:v>
                </c:pt>
                <c:pt idx="352">
                  <c:v>11.685246535716782</c:v>
                </c:pt>
                <c:pt idx="353">
                  <c:v>11.60210648170373</c:v>
                </c:pt>
                <c:pt idx="354">
                  <c:v>11.49389109333231</c:v>
                </c:pt>
                <c:pt idx="355">
                  <c:v>11.45617824033752</c:v>
                </c:pt>
                <c:pt idx="356">
                  <c:v>11.65705934715252</c:v>
                </c:pt>
                <c:pt idx="357">
                  <c:v>11.614690782805249</c:v>
                </c:pt>
                <c:pt idx="358">
                  <c:v>11.490344995014285</c:v>
                </c:pt>
                <c:pt idx="359">
                  <c:v>11.736352925524253</c:v>
                </c:pt>
                <c:pt idx="360">
                  <c:v>11.805821285093742</c:v>
                </c:pt>
                <c:pt idx="361">
                  <c:v>11.616242869467538</c:v>
                </c:pt>
                <c:pt idx="362">
                  <c:v>11.495382281578365</c:v>
                </c:pt>
                <c:pt idx="363">
                  <c:v>11.444645122708936</c:v>
                </c:pt>
                <c:pt idx="364">
                  <c:v>11.412589787445325</c:v>
                </c:pt>
                <c:pt idx="365">
                  <c:v>11.288443291093058</c:v>
                </c:pt>
                <c:pt idx="366">
                  <c:v>11.215012008235002</c:v>
                </c:pt>
                <c:pt idx="367">
                  <c:v>11.269115039028478</c:v>
                </c:pt>
                <c:pt idx="368">
                  <c:v>11.248402719580625</c:v>
                </c:pt>
                <c:pt idx="369">
                  <c:v>11.1090409459554</c:v>
                </c:pt>
                <c:pt idx="370">
                  <c:v>11.142456757323927</c:v>
                </c:pt>
                <c:pt idx="371">
                  <c:v>11.023810046318458</c:v>
                </c:pt>
                <c:pt idx="372">
                  <c:v>10.951441193938138</c:v>
                </c:pt>
                <c:pt idx="373">
                  <c:v>10.875487701674569</c:v>
                </c:pt>
                <c:pt idx="374">
                  <c:v>10.830708163542422</c:v>
                </c:pt>
                <c:pt idx="375">
                  <c:v>10.813255555265997</c:v>
                </c:pt>
                <c:pt idx="376">
                  <c:v>10.678052978878947</c:v>
                </c:pt>
                <c:pt idx="377">
                  <c:v>10.585134477144576</c:v>
                </c:pt>
                <c:pt idx="378">
                  <c:v>10.46701500377872</c:v>
                </c:pt>
                <c:pt idx="379">
                  <c:v>10.328550521682715</c:v>
                </c:pt>
                <c:pt idx="380">
                  <c:v>10.253423958589078</c:v>
                </c:pt>
                <c:pt idx="381">
                  <c:v>10.159407776618025</c:v>
                </c:pt>
                <c:pt idx="382">
                  <c:v>10.043742276256612</c:v>
                </c:pt>
                <c:pt idx="383">
                  <c:v>9.8264193514318681</c:v>
                </c:pt>
                <c:pt idx="384">
                  <c:v>9.7237421528138768</c:v>
                </c:pt>
                <c:pt idx="385">
                  <c:v>9.6426688730912655</c:v>
                </c:pt>
                <c:pt idx="386">
                  <c:v>9.5452871278030074</c:v>
                </c:pt>
                <c:pt idx="387">
                  <c:v>9.475723374430622</c:v>
                </c:pt>
                <c:pt idx="388">
                  <c:v>9.4227479244475596</c:v>
                </c:pt>
                <c:pt idx="389">
                  <c:v>9.386357726075083</c:v>
                </c:pt>
                <c:pt idx="390">
                  <c:v>9.3595448323441914</c:v>
                </c:pt>
                <c:pt idx="391">
                  <c:v>9.3151840051132737</c:v>
                </c:pt>
                <c:pt idx="392">
                  <c:v>9.3070723086397553</c:v>
                </c:pt>
                <c:pt idx="393">
                  <c:v>9.2940461168344353</c:v>
                </c:pt>
                <c:pt idx="394">
                  <c:v>9.2751051663528017</c:v>
                </c:pt>
                <c:pt idx="395">
                  <c:v>9.2593013586930439</c:v>
                </c:pt>
                <c:pt idx="396">
                  <c:v>9.2517235691958248</c:v>
                </c:pt>
                <c:pt idx="397">
                  <c:v>9.2543237532626605</c:v>
                </c:pt>
                <c:pt idx="398">
                  <c:v>9.2287131917765191</c:v>
                </c:pt>
                <c:pt idx="399">
                  <c:v>9.1989581433115291</c:v>
                </c:pt>
                <c:pt idx="400">
                  <c:v>9.1964457407455669</c:v>
                </c:pt>
                <c:pt idx="401">
                  <c:v>9.1853097486843058</c:v>
                </c:pt>
                <c:pt idx="402">
                  <c:v>9.1734433013799528</c:v>
                </c:pt>
                <c:pt idx="403">
                  <c:v>9.1831467576393901</c:v>
                </c:pt>
                <c:pt idx="404">
                  <c:v>9.1874791176038944</c:v>
                </c:pt>
                <c:pt idx="405">
                  <c:v>9.1700217259214654</c:v>
                </c:pt>
                <c:pt idx="406">
                  <c:v>9.1582242865352779</c:v>
                </c:pt>
                <c:pt idx="407">
                  <c:v>9.1456610221332824</c:v>
                </c:pt>
                <c:pt idx="408">
                  <c:v>9.1449705486206643</c:v>
                </c:pt>
                <c:pt idx="409">
                  <c:v>9.1394335847221786</c:v>
                </c:pt>
                <c:pt idx="410">
                  <c:v>9.1257629018232489</c:v>
                </c:pt>
                <c:pt idx="411">
                  <c:v>9.1129220112799221</c:v>
                </c:pt>
                <c:pt idx="412">
                  <c:v>9.1025000068579303</c:v>
                </c:pt>
                <c:pt idx="413">
                  <c:v>9.0811911503902856</c:v>
                </c:pt>
                <c:pt idx="414">
                  <c:v>9.0873627471083545</c:v>
                </c:pt>
                <c:pt idx="415">
                  <c:v>9.095925798228734</c:v>
                </c:pt>
                <c:pt idx="416">
                  <c:v>9.0928067774862402</c:v>
                </c:pt>
                <c:pt idx="417">
                  <c:v>9.0814889817071585</c:v>
                </c:pt>
                <c:pt idx="418">
                  <c:v>9.041293515278781</c:v>
                </c:pt>
                <c:pt idx="419">
                  <c:v>9.055993457706462</c:v>
                </c:pt>
                <c:pt idx="420">
                  <c:v>9.0778946807153638</c:v>
                </c:pt>
                <c:pt idx="421">
                  <c:v>9.0890338017070764</c:v>
                </c:pt>
                <c:pt idx="422">
                  <c:v>9.0790428010253983</c:v>
                </c:pt>
                <c:pt idx="423">
                  <c:v>9.0859173526882397</c:v>
                </c:pt>
                <c:pt idx="424">
                  <c:v>9.0681559789831887</c:v>
                </c:pt>
                <c:pt idx="425">
                  <c:v>9.0533608999249733</c:v>
                </c:pt>
                <c:pt idx="426">
                  <c:v>9.0199798196844529</c:v>
                </c:pt>
                <c:pt idx="427">
                  <c:v>9.0017191920417918</c:v>
                </c:pt>
                <c:pt idx="428">
                  <c:v>9.0061976257761458</c:v>
                </c:pt>
                <c:pt idx="429">
                  <c:v>9.0293333007867425</c:v>
                </c:pt>
                <c:pt idx="430">
                  <c:v>9.0644077303269999</c:v>
                </c:pt>
                <c:pt idx="431">
                  <c:v>9.0350876417705521</c:v>
                </c:pt>
                <c:pt idx="432">
                  <c:v>9.0158131087269897</c:v>
                </c:pt>
                <c:pt idx="433">
                  <c:v>9.0401253955310992</c:v>
                </c:pt>
                <c:pt idx="434">
                  <c:v>9.0876565579639088</c:v>
                </c:pt>
                <c:pt idx="435">
                  <c:v>9.2220674292227365</c:v>
                </c:pt>
                <c:pt idx="436">
                  <c:v>9.2541807654272557</c:v>
                </c:pt>
                <c:pt idx="437">
                  <c:v>9.2528139628821418</c:v>
                </c:pt>
                <c:pt idx="438">
                  <c:v>9.2598974842370492</c:v>
                </c:pt>
                <c:pt idx="439">
                  <c:v>9.3777040474129834</c:v>
                </c:pt>
                <c:pt idx="440">
                  <c:v>9.3763818728457533</c:v>
                </c:pt>
                <c:pt idx="441">
                  <c:v>9.3914000875071828</c:v>
                </c:pt>
                <c:pt idx="442">
                  <c:v>9.3428091863340672</c:v>
                </c:pt>
                <c:pt idx="443">
                  <c:v>9.3512448171195857</c:v>
                </c:pt>
                <c:pt idx="444">
                  <c:v>9.4328086788472643</c:v>
                </c:pt>
                <c:pt idx="445">
                  <c:v>9.4383899363995596</c:v>
                </c:pt>
                <c:pt idx="446">
                  <c:v>9.4126788376632007</c:v>
                </c:pt>
                <c:pt idx="447">
                  <c:v>9.3484085145312665</c:v>
                </c:pt>
                <c:pt idx="448">
                  <c:v>9.3004318781263589</c:v>
                </c:pt>
                <c:pt idx="449">
                  <c:v>9.3469423577288193</c:v>
                </c:pt>
                <c:pt idx="450">
                  <c:v>9.3956245722366329</c:v>
                </c:pt>
                <c:pt idx="451">
                  <c:v>9.3815367729051431</c:v>
                </c:pt>
                <c:pt idx="452">
                  <c:v>9.3767568987344383</c:v>
                </c:pt>
                <c:pt idx="453">
                  <c:v>9.4162015847304072</c:v>
                </c:pt>
                <c:pt idx="454">
                  <c:v>9.4402968180577531</c:v>
                </c:pt>
                <c:pt idx="455">
                  <c:v>9.4109342832023248</c:v>
                </c:pt>
                <c:pt idx="456">
                  <c:v>9.4053040600315736</c:v>
                </c:pt>
                <c:pt idx="457">
                  <c:v>9.4489048571973289</c:v>
                </c:pt>
                <c:pt idx="458">
                  <c:v>9.4715184005113269</c:v>
                </c:pt>
                <c:pt idx="459">
                  <c:v>9.4393411998359582</c:v>
                </c:pt>
                <c:pt idx="460">
                  <c:v>9.4088834878882111</c:v>
                </c:pt>
                <c:pt idx="461">
                  <c:v>9.4285588540673686</c:v>
                </c:pt>
                <c:pt idx="462">
                  <c:v>9.4531654489269403</c:v>
                </c:pt>
                <c:pt idx="463">
                  <c:v>9.4638588473465983</c:v>
                </c:pt>
                <c:pt idx="464">
                  <c:v>9.4845512787981612</c:v>
                </c:pt>
                <c:pt idx="465">
                  <c:v>9.4659254501888004</c:v>
                </c:pt>
                <c:pt idx="466">
                  <c:v>9.468270244951535</c:v>
                </c:pt>
                <c:pt idx="467">
                  <c:v>9.4891450630449476</c:v>
                </c:pt>
                <c:pt idx="468">
                  <c:v>9.4924646439431442</c:v>
                </c:pt>
                <c:pt idx="469">
                  <c:v>9.5061818750402907</c:v>
                </c:pt>
                <c:pt idx="470">
                  <c:v>9.4984937243084815</c:v>
                </c:pt>
                <c:pt idx="471">
                  <c:v>9.5176531341424795</c:v>
                </c:pt>
                <c:pt idx="472">
                  <c:v>9.5472040906179405</c:v>
                </c:pt>
                <c:pt idx="473">
                  <c:v>9.5534115457362212</c:v>
                </c:pt>
                <c:pt idx="474">
                  <c:v>9.5702543126091264</c:v>
                </c:pt>
                <c:pt idx="475">
                  <c:v>9.6037135689626556</c:v>
                </c:pt>
                <c:pt idx="476">
                  <c:v>9.6000158418177364</c:v>
                </c:pt>
                <c:pt idx="477">
                  <c:v>9.6031173405497032</c:v>
                </c:pt>
                <c:pt idx="478">
                  <c:v>9.6010085271498582</c:v>
                </c:pt>
                <c:pt idx="479">
                  <c:v>9.6274191004316361</c:v>
                </c:pt>
                <c:pt idx="480">
                  <c:v>9.621027509899422</c:v>
                </c:pt>
                <c:pt idx="481">
                  <c:v>9.6279468181263308</c:v>
                </c:pt>
                <c:pt idx="482">
                  <c:v>9.6431070948026498</c:v>
                </c:pt>
                <c:pt idx="483">
                  <c:v>9.6393796042425883</c:v>
                </c:pt>
                <c:pt idx="484">
                  <c:v>9.6592619084521232</c:v>
                </c:pt>
                <c:pt idx="485">
                  <c:v>9.6757711399113688</c:v>
                </c:pt>
                <c:pt idx="486">
                  <c:v>9.6937624385700936</c:v>
                </c:pt>
                <c:pt idx="487">
                  <c:v>9.7004808780344618</c:v>
                </c:pt>
                <c:pt idx="488">
                  <c:v>9.703921364234251</c:v>
                </c:pt>
                <c:pt idx="489">
                  <c:v>9.7033655976068562</c:v>
                </c:pt>
                <c:pt idx="490">
                  <c:v>9.6995606124405587</c:v>
                </c:pt>
                <c:pt idx="491">
                  <c:v>9.70874125442508</c:v>
                </c:pt>
                <c:pt idx="492">
                  <c:v>9.7243254197395892</c:v>
                </c:pt>
                <c:pt idx="493">
                  <c:v>9.7243232252020686</c:v>
                </c:pt>
                <c:pt idx="494">
                  <c:v>9.7266346218468946</c:v>
                </c:pt>
                <c:pt idx="495">
                  <c:v>9.7134614988965602</c:v>
                </c:pt>
                <c:pt idx="496">
                  <c:v>9.7082405569736245</c:v>
                </c:pt>
                <c:pt idx="497">
                  <c:v>9.7298773253525326</c:v>
                </c:pt>
                <c:pt idx="498">
                  <c:v>9.729800585118566</c:v>
                </c:pt>
                <c:pt idx="499">
                  <c:v>9.7288727072226351</c:v>
                </c:pt>
                <c:pt idx="500">
                  <c:v>9.7132625503543473</c:v>
                </c:pt>
                <c:pt idx="501">
                  <c:v>9.7112117550402353</c:v>
                </c:pt>
                <c:pt idx="502">
                  <c:v>9.7116530628200088</c:v>
                </c:pt>
                <c:pt idx="503">
                  <c:v>9.7152115054115917</c:v>
                </c:pt>
                <c:pt idx="504">
                  <c:v>9.7161760046524215</c:v>
                </c:pt>
                <c:pt idx="505">
                  <c:v>9.7146844735098767</c:v>
                </c:pt>
                <c:pt idx="506">
                  <c:v>9.7168753763288951</c:v>
                </c:pt>
                <c:pt idx="507">
                  <c:v>9.7468169604832386</c:v>
                </c:pt>
                <c:pt idx="508">
                  <c:v>9.7708244465993577</c:v>
                </c:pt>
                <c:pt idx="509">
                  <c:v>9.7719254186423221</c:v>
                </c:pt>
                <c:pt idx="510">
                  <c:v>9.7607818314238575</c:v>
                </c:pt>
                <c:pt idx="511">
                  <c:v>9.7849543193298985</c:v>
                </c:pt>
                <c:pt idx="512">
                  <c:v>9.8178513968917134</c:v>
                </c:pt>
                <c:pt idx="513">
                  <c:v>9.8117476336713381</c:v>
                </c:pt>
                <c:pt idx="514">
                  <c:v>9.8421791483274212</c:v>
                </c:pt>
                <c:pt idx="515">
                  <c:v>9.8856955243778835</c:v>
                </c:pt>
                <c:pt idx="516">
                  <c:v>9.9032538819311373</c:v>
                </c:pt>
                <c:pt idx="517">
                  <c:v>9.9166000304492083</c:v>
                </c:pt>
                <c:pt idx="518">
                  <c:v>9.9183769200488836</c:v>
                </c:pt>
                <c:pt idx="519">
                  <c:v>9.9229995076006432</c:v>
                </c:pt>
                <c:pt idx="520">
                  <c:v>9.9448354988389518</c:v>
                </c:pt>
                <c:pt idx="521">
                  <c:v>9.9799623636815014</c:v>
                </c:pt>
                <c:pt idx="522">
                  <c:v>10.008480790252962</c:v>
                </c:pt>
                <c:pt idx="523">
                  <c:v>10.014297069057982</c:v>
                </c:pt>
                <c:pt idx="524">
                  <c:v>10.045557227366432</c:v>
                </c:pt>
                <c:pt idx="525">
                  <c:v>10.067686806577576</c:v>
                </c:pt>
                <c:pt idx="526">
                  <c:v>10.084184173818345</c:v>
                </c:pt>
                <c:pt idx="527">
                  <c:v>10.105795293539968</c:v>
                </c:pt>
                <c:pt idx="528">
                  <c:v>10.099841444664051</c:v>
                </c:pt>
                <c:pt idx="529">
                  <c:v>10.079741606922669</c:v>
                </c:pt>
                <c:pt idx="530">
                  <c:v>10.06304172501622</c:v>
                </c:pt>
                <c:pt idx="531">
                  <c:v>10.061631528920575</c:v>
                </c:pt>
                <c:pt idx="532">
                  <c:v>10.035219241156355</c:v>
                </c:pt>
                <c:pt idx="533">
                  <c:v>10.032694425737535</c:v>
                </c:pt>
                <c:pt idx="534">
                  <c:v>10.035703822472886</c:v>
                </c:pt>
                <c:pt idx="535">
                  <c:v>9.9849776362910667</c:v>
                </c:pt>
                <c:pt idx="536">
                  <c:v>10.010287991902157</c:v>
                </c:pt>
                <c:pt idx="537">
                  <c:v>10.013025197405508</c:v>
                </c:pt>
                <c:pt idx="538">
                  <c:v>9.9555849608343632</c:v>
                </c:pt>
                <c:pt idx="539">
                  <c:v>10.005348705154283</c:v>
                </c:pt>
                <c:pt idx="540">
                  <c:v>10.028758111216419</c:v>
                </c:pt>
                <c:pt idx="541">
                  <c:v>10.040734182527915</c:v>
                </c:pt>
                <c:pt idx="542">
                  <c:v>10.110116132182482</c:v>
                </c:pt>
                <c:pt idx="543">
                  <c:v>10.156569005174992</c:v>
                </c:pt>
                <c:pt idx="544">
                  <c:v>10.16053288857373</c:v>
                </c:pt>
                <c:pt idx="545">
                  <c:v>10.205993967764986</c:v>
                </c:pt>
                <c:pt idx="546">
                  <c:v>10.21431195076555</c:v>
                </c:pt>
                <c:pt idx="547">
                  <c:v>10.225354040623632</c:v>
                </c:pt>
                <c:pt idx="548">
                  <c:v>10.252718551934418</c:v>
                </c:pt>
                <c:pt idx="549">
                  <c:v>10.297809851553254</c:v>
                </c:pt>
                <c:pt idx="550">
                  <c:v>10.311301319602844</c:v>
                </c:pt>
                <c:pt idx="551">
                  <c:v>10.324302582833505</c:v>
                </c:pt>
                <c:pt idx="552">
                  <c:v>10.319307266799528</c:v>
                </c:pt>
                <c:pt idx="553">
                  <c:v>10.313121688477167</c:v>
                </c:pt>
                <c:pt idx="554">
                  <c:v>10.326558567405906</c:v>
                </c:pt>
                <c:pt idx="555">
                  <c:v>10.332806141413254</c:v>
                </c:pt>
                <c:pt idx="556">
                  <c:v>10.317026045045624</c:v>
                </c:pt>
                <c:pt idx="557">
                  <c:v>10.313375157560936</c:v>
                </c:pt>
                <c:pt idx="558">
                  <c:v>10.30730904437492</c:v>
                </c:pt>
                <c:pt idx="559">
                  <c:v>10.294088876026462</c:v>
                </c:pt>
                <c:pt idx="560">
                  <c:v>10.253828027810275</c:v>
                </c:pt>
                <c:pt idx="561">
                  <c:v>10.197309222681094</c:v>
                </c:pt>
                <c:pt idx="562">
                  <c:v>10.196500261287124</c:v>
                </c:pt>
                <c:pt idx="563">
                  <c:v>10.165582930887156</c:v>
                </c:pt>
                <c:pt idx="564">
                  <c:v>10.148238197845785</c:v>
                </c:pt>
                <c:pt idx="565">
                  <c:v>10.153871644243521</c:v>
                </c:pt>
                <c:pt idx="566">
                  <c:v>10.22324152394172</c:v>
                </c:pt>
                <c:pt idx="567">
                  <c:v>10.271067628788492</c:v>
                </c:pt>
                <c:pt idx="568">
                  <c:v>10.252578238691617</c:v>
                </c:pt>
                <c:pt idx="569">
                  <c:v>10.29505502117043</c:v>
                </c:pt>
                <c:pt idx="570">
                  <c:v>10.196177252795636</c:v>
                </c:pt>
                <c:pt idx="571">
                  <c:v>10.187110109548568</c:v>
                </c:pt>
                <c:pt idx="572">
                  <c:v>10.154968913004419</c:v>
                </c:pt>
                <c:pt idx="573">
                  <c:v>10.093329223147434</c:v>
                </c:pt>
                <c:pt idx="574">
                  <c:v>10.073912983844091</c:v>
                </c:pt>
                <c:pt idx="575">
                  <c:v>10.002065265545896</c:v>
                </c:pt>
                <c:pt idx="576">
                  <c:v>9.9686756514690362</c:v>
                </c:pt>
                <c:pt idx="577">
                  <c:v>9.9077598160977551</c:v>
                </c:pt>
                <c:pt idx="578">
                  <c:v>9.8680198962258068</c:v>
                </c:pt>
                <c:pt idx="579">
                  <c:v>9.7443018147453735</c:v>
                </c:pt>
                <c:pt idx="580">
                  <c:v>9.4953411339998333</c:v>
                </c:pt>
                <c:pt idx="581">
                  <c:v>9.491542320970316</c:v>
                </c:pt>
                <c:pt idx="582">
                  <c:v>9.7890454859048965</c:v>
                </c:pt>
                <c:pt idx="583">
                  <c:v>9.994685927390984</c:v>
                </c:pt>
                <c:pt idx="584">
                  <c:v>10.787469190750572</c:v>
                </c:pt>
                <c:pt idx="585">
                  <c:v>10.695135533265759</c:v>
                </c:pt>
                <c:pt idx="586">
                  <c:v>9.1406475497302768</c:v>
                </c:pt>
                <c:pt idx="587">
                  <c:v>8.6985451244919982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014F-48C8-BF04-9E4E678005A5}"/>
            </c:ext>
          </c:extLst>
        </c:ser>
        <c:ser>
          <c:idx val="9"/>
          <c:order val="9"/>
          <c:tx>
            <c:strRef>
              <c:f>Sheet2!$K$1</c:f>
              <c:strCache>
                <c:ptCount val="1"/>
                <c:pt idx="0">
                  <c:v>S10_z/O-PTIR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Sheet2!$K$2:$K$589</c:f>
              <c:numCache>
                <c:formatCode>General</c:formatCode>
                <c:ptCount val="588"/>
                <c:pt idx="0">
                  <c:v>9.9598892271960491</c:v>
                </c:pt>
                <c:pt idx="1">
                  <c:v>10.065748075495373</c:v>
                </c:pt>
                <c:pt idx="2">
                  <c:v>10.244165563190737</c:v>
                </c:pt>
                <c:pt idx="3">
                  <c:v>10.3506728813694</c:v>
                </c:pt>
                <c:pt idx="4">
                  <c:v>10.392361228905415</c:v>
                </c:pt>
                <c:pt idx="5">
                  <c:v>10.446840281748237</c:v>
                </c:pt>
                <c:pt idx="6">
                  <c:v>10.47514462069735</c:v>
                </c:pt>
                <c:pt idx="7">
                  <c:v>10.490180336698057</c:v>
                </c:pt>
                <c:pt idx="8">
                  <c:v>10.540080583395316</c:v>
                </c:pt>
                <c:pt idx="9">
                  <c:v>10.582451088062388</c:v>
                </c:pt>
                <c:pt idx="10">
                  <c:v>10.599980653904923</c:v>
                </c:pt>
                <c:pt idx="11">
                  <c:v>10.597466905222444</c:v>
                </c:pt>
                <c:pt idx="12">
                  <c:v>10.626965485529984</c:v>
                </c:pt>
                <c:pt idx="13">
                  <c:v>10.662259119524666</c:v>
                </c:pt>
                <c:pt idx="14">
                  <c:v>10.665161655624999</c:v>
                </c:pt>
                <c:pt idx="15">
                  <c:v>10.680108725054334</c:v>
                </c:pt>
                <c:pt idx="16">
                  <c:v>10.698714901087907</c:v>
                </c:pt>
                <c:pt idx="17">
                  <c:v>10.721051971557094</c:v>
                </c:pt>
                <c:pt idx="18">
                  <c:v>10.73638264641453</c:v>
                </c:pt>
                <c:pt idx="19">
                  <c:v>10.760431569925252</c:v>
                </c:pt>
                <c:pt idx="20">
                  <c:v>10.779631947450479</c:v>
                </c:pt>
                <c:pt idx="21">
                  <c:v>10.796288589845856</c:v>
                </c:pt>
                <c:pt idx="22">
                  <c:v>10.818551385128588</c:v>
                </c:pt>
                <c:pt idx="23">
                  <c:v>10.847295191355336</c:v>
                </c:pt>
                <c:pt idx="24">
                  <c:v>10.870985935734344</c:v>
                </c:pt>
                <c:pt idx="25">
                  <c:v>10.883793465234548</c:v>
                </c:pt>
                <c:pt idx="26">
                  <c:v>10.887841221070246</c:v>
                </c:pt>
                <c:pt idx="27">
                  <c:v>10.92386178458745</c:v>
                </c:pt>
                <c:pt idx="28">
                  <c:v>10.954238263052309</c:v>
                </c:pt>
                <c:pt idx="29">
                  <c:v>10.959099038533621</c:v>
                </c:pt>
                <c:pt idx="30">
                  <c:v>10.955177792341088</c:v>
                </c:pt>
                <c:pt idx="31">
                  <c:v>10.963533854457253</c:v>
                </c:pt>
                <c:pt idx="32">
                  <c:v>10.981421323058715</c:v>
                </c:pt>
                <c:pt idx="33">
                  <c:v>11.01352554600035</c:v>
                </c:pt>
                <c:pt idx="34">
                  <c:v>11.043543638053908</c:v>
                </c:pt>
                <c:pt idx="35">
                  <c:v>11.073084019745455</c:v>
                </c:pt>
                <c:pt idx="36">
                  <c:v>11.096771171278235</c:v>
                </c:pt>
                <c:pt idx="37">
                  <c:v>11.133542294191232</c:v>
                </c:pt>
                <c:pt idx="38">
                  <c:v>11.17922105020968</c:v>
                </c:pt>
                <c:pt idx="39">
                  <c:v>11.232346809155263</c:v>
                </c:pt>
                <c:pt idx="40">
                  <c:v>11.277488158289749</c:v>
                </c:pt>
                <c:pt idx="41">
                  <c:v>11.31737662805163</c:v>
                </c:pt>
                <c:pt idx="42">
                  <c:v>11.354035129053999</c:v>
                </c:pt>
                <c:pt idx="43">
                  <c:v>11.383677215931094</c:v>
                </c:pt>
                <c:pt idx="44">
                  <c:v>11.419472742906635</c:v>
                </c:pt>
                <c:pt idx="45">
                  <c:v>11.452383628919788</c:v>
                </c:pt>
                <c:pt idx="46">
                  <c:v>11.473616797385237</c:v>
                </c:pt>
                <c:pt idx="47">
                  <c:v>11.503092507844665</c:v>
                </c:pt>
                <c:pt idx="48">
                  <c:v>11.541158851823081</c:v>
                </c:pt>
                <c:pt idx="49">
                  <c:v>11.580207562872211</c:v>
                </c:pt>
                <c:pt idx="50">
                  <c:v>11.585652797704443</c:v>
                </c:pt>
                <c:pt idx="51">
                  <c:v>11.589390048714153</c:v>
                </c:pt>
                <c:pt idx="52">
                  <c:v>11.61694248095014</c:v>
                </c:pt>
                <c:pt idx="53">
                  <c:v>11.643014522353544</c:v>
                </c:pt>
                <c:pt idx="54">
                  <c:v>11.662956753531788</c:v>
                </c:pt>
                <c:pt idx="55">
                  <c:v>11.677537490832197</c:v>
                </c:pt>
                <c:pt idx="56">
                  <c:v>11.694762839329647</c:v>
                </c:pt>
                <c:pt idx="57">
                  <c:v>11.702075525082387</c:v>
                </c:pt>
                <c:pt idx="58">
                  <c:v>11.711171920801238</c:v>
                </c:pt>
                <c:pt idx="59">
                  <c:v>11.717234572439214</c:v>
                </c:pt>
                <c:pt idx="60">
                  <c:v>11.723278016168505</c:v>
                </c:pt>
                <c:pt idx="61">
                  <c:v>11.737635997002734</c:v>
                </c:pt>
                <c:pt idx="62">
                  <c:v>11.745360892767019</c:v>
                </c:pt>
                <c:pt idx="63">
                  <c:v>11.749805796297366</c:v>
                </c:pt>
                <c:pt idx="64">
                  <c:v>11.755625930814912</c:v>
                </c:pt>
                <c:pt idx="65">
                  <c:v>11.755371115105461</c:v>
                </c:pt>
                <c:pt idx="66">
                  <c:v>11.770065027062081</c:v>
                </c:pt>
                <c:pt idx="67">
                  <c:v>11.79001016015458</c:v>
                </c:pt>
                <c:pt idx="68">
                  <c:v>11.795315826729464</c:v>
                </c:pt>
                <c:pt idx="69">
                  <c:v>11.805761888952723</c:v>
                </c:pt>
                <c:pt idx="70">
                  <c:v>11.818782363685173</c:v>
                </c:pt>
                <c:pt idx="71">
                  <c:v>11.821067552072956</c:v>
                </c:pt>
                <c:pt idx="72">
                  <c:v>11.819366339383709</c:v>
                </c:pt>
                <c:pt idx="73">
                  <c:v>11.827684192962092</c:v>
                </c:pt>
                <c:pt idx="74">
                  <c:v>11.815417248632899</c:v>
                </c:pt>
                <c:pt idx="75">
                  <c:v>11.784389428602712</c:v>
                </c:pt>
                <c:pt idx="76">
                  <c:v>11.760033109459856</c:v>
                </c:pt>
                <c:pt idx="77">
                  <c:v>11.73736902089067</c:v>
                </c:pt>
                <c:pt idx="78">
                  <c:v>11.715121564297613</c:v>
                </c:pt>
                <c:pt idx="79">
                  <c:v>11.689933224880047</c:v>
                </c:pt>
                <c:pt idx="80">
                  <c:v>11.672787195372413</c:v>
                </c:pt>
                <c:pt idx="81">
                  <c:v>11.658362194137373</c:v>
                </c:pt>
                <c:pt idx="82">
                  <c:v>11.651000728587759</c:v>
                </c:pt>
                <c:pt idx="83">
                  <c:v>11.637605354169995</c:v>
                </c:pt>
                <c:pt idx="84">
                  <c:v>11.623987499658845</c:v>
                </c:pt>
                <c:pt idx="85">
                  <c:v>11.61829062740423</c:v>
                </c:pt>
                <c:pt idx="86">
                  <c:v>11.598127297996543</c:v>
                </c:pt>
                <c:pt idx="87">
                  <c:v>11.556995979812344</c:v>
                </c:pt>
                <c:pt idx="88">
                  <c:v>11.531886959384606</c:v>
                </c:pt>
                <c:pt idx="89">
                  <c:v>11.513909047788651</c:v>
                </c:pt>
                <c:pt idx="90">
                  <c:v>11.48785289782049</c:v>
                </c:pt>
                <c:pt idx="91">
                  <c:v>11.454400459331566</c:v>
                </c:pt>
                <c:pt idx="92">
                  <c:v>11.431117710279098</c:v>
                </c:pt>
                <c:pt idx="93">
                  <c:v>11.400143092010374</c:v>
                </c:pt>
                <c:pt idx="94">
                  <c:v>11.363453222696702</c:v>
                </c:pt>
                <c:pt idx="95">
                  <c:v>11.328659961632548</c:v>
                </c:pt>
                <c:pt idx="96">
                  <c:v>11.302461479679172</c:v>
                </c:pt>
                <c:pt idx="97">
                  <c:v>11.284483429896834</c:v>
                </c:pt>
                <c:pt idx="98">
                  <c:v>11.250353325334645</c:v>
                </c:pt>
                <c:pt idx="99">
                  <c:v>11.210983469107223</c:v>
                </c:pt>
                <c:pt idx="100">
                  <c:v>11.168133388561829</c:v>
                </c:pt>
                <c:pt idx="101">
                  <c:v>11.133888312920325</c:v>
                </c:pt>
                <c:pt idx="102">
                  <c:v>11.107903259851568</c:v>
                </c:pt>
                <c:pt idx="103">
                  <c:v>11.088789179729023</c:v>
                </c:pt>
                <c:pt idx="104">
                  <c:v>11.068270573103884</c:v>
                </c:pt>
                <c:pt idx="105">
                  <c:v>11.048678920805724</c:v>
                </c:pt>
                <c:pt idx="106">
                  <c:v>11.033136129834407</c:v>
                </c:pt>
                <c:pt idx="107">
                  <c:v>11.016705560378645</c:v>
                </c:pt>
                <c:pt idx="108">
                  <c:v>10.997345853941818</c:v>
                </c:pt>
                <c:pt idx="109">
                  <c:v>10.97881630226339</c:v>
                </c:pt>
                <c:pt idx="110">
                  <c:v>10.958250090425722</c:v>
                </c:pt>
                <c:pt idx="111">
                  <c:v>10.934500340456728</c:v>
                </c:pt>
                <c:pt idx="112">
                  <c:v>10.91365319568126</c:v>
                </c:pt>
                <c:pt idx="113">
                  <c:v>10.892178339213741</c:v>
                </c:pt>
                <c:pt idx="114">
                  <c:v>10.877883578654487</c:v>
                </c:pt>
                <c:pt idx="115">
                  <c:v>10.849098938348485</c:v>
                </c:pt>
                <c:pt idx="116">
                  <c:v>10.816869656720817</c:v>
                </c:pt>
                <c:pt idx="117">
                  <c:v>10.79526559597546</c:v>
                </c:pt>
                <c:pt idx="118">
                  <c:v>10.784694544159363</c:v>
                </c:pt>
                <c:pt idx="119">
                  <c:v>10.76917807769599</c:v>
                </c:pt>
                <c:pt idx="120">
                  <c:v>10.744553884229513</c:v>
                </c:pt>
                <c:pt idx="121">
                  <c:v>10.717158362643243</c:v>
                </c:pt>
                <c:pt idx="122">
                  <c:v>10.692386931574589</c:v>
                </c:pt>
                <c:pt idx="123">
                  <c:v>10.677080162963215</c:v>
                </c:pt>
                <c:pt idx="124">
                  <c:v>10.65785415186201</c:v>
                </c:pt>
                <c:pt idx="125">
                  <c:v>10.634719262250483</c:v>
                </c:pt>
                <c:pt idx="126">
                  <c:v>10.625530281648052</c:v>
                </c:pt>
                <c:pt idx="127">
                  <c:v>10.614352729751289</c:v>
                </c:pt>
                <c:pt idx="128">
                  <c:v>10.614302637183679</c:v>
                </c:pt>
                <c:pt idx="129">
                  <c:v>10.608020821925759</c:v>
                </c:pt>
                <c:pt idx="130">
                  <c:v>10.598464127330471</c:v>
                </c:pt>
                <c:pt idx="131">
                  <c:v>10.596329907577484</c:v>
                </c:pt>
                <c:pt idx="132">
                  <c:v>10.596516942860964</c:v>
                </c:pt>
                <c:pt idx="133">
                  <c:v>10.59838156096041</c:v>
                </c:pt>
                <c:pt idx="134">
                  <c:v>10.588773668306363</c:v>
                </c:pt>
                <c:pt idx="135">
                  <c:v>10.590142473626264</c:v>
                </c:pt>
                <c:pt idx="136">
                  <c:v>10.592826951597797</c:v>
                </c:pt>
                <c:pt idx="137">
                  <c:v>10.587213267552004</c:v>
                </c:pt>
                <c:pt idx="138">
                  <c:v>10.58060726701515</c:v>
                </c:pt>
                <c:pt idx="139">
                  <c:v>10.62219909135537</c:v>
                </c:pt>
                <c:pt idx="140">
                  <c:v>10.65947155450365</c:v>
                </c:pt>
                <c:pt idx="141">
                  <c:v>10.693064252181877</c:v>
                </c:pt>
                <c:pt idx="142">
                  <c:v>10.702588058415534</c:v>
                </c:pt>
                <c:pt idx="143">
                  <c:v>10.713422908056646</c:v>
                </c:pt>
                <c:pt idx="144">
                  <c:v>10.737054577752474</c:v>
                </c:pt>
                <c:pt idx="145">
                  <c:v>10.763553753297906</c:v>
                </c:pt>
                <c:pt idx="146">
                  <c:v>10.772149154247453</c:v>
                </c:pt>
                <c:pt idx="147">
                  <c:v>10.786500225762021</c:v>
                </c:pt>
                <c:pt idx="148">
                  <c:v>10.788846147069705</c:v>
                </c:pt>
                <c:pt idx="149">
                  <c:v>10.796391884174929</c:v>
                </c:pt>
                <c:pt idx="150">
                  <c:v>10.794560776275883</c:v>
                </c:pt>
                <c:pt idx="151">
                  <c:v>10.795299589828238</c:v>
                </c:pt>
                <c:pt idx="152">
                  <c:v>10.806988016821428</c:v>
                </c:pt>
                <c:pt idx="153">
                  <c:v>10.81699388628849</c:v>
                </c:pt>
                <c:pt idx="154">
                  <c:v>10.817232948749085</c:v>
                </c:pt>
                <c:pt idx="155">
                  <c:v>10.813609286954756</c:v>
                </c:pt>
                <c:pt idx="156">
                  <c:v>10.824858073937321</c:v>
                </c:pt>
                <c:pt idx="157">
                  <c:v>10.834501549587669</c:v>
                </c:pt>
                <c:pt idx="158">
                  <c:v>10.834739161091132</c:v>
                </c:pt>
                <c:pt idx="159">
                  <c:v>10.833009136538866</c:v>
                </c:pt>
                <c:pt idx="160">
                  <c:v>10.826733401482256</c:v>
                </c:pt>
                <c:pt idx="161">
                  <c:v>10.817672796039302</c:v>
                </c:pt>
                <c:pt idx="162">
                  <c:v>10.817269222677355</c:v>
                </c:pt>
                <c:pt idx="163">
                  <c:v>10.799732678421952</c:v>
                </c:pt>
                <c:pt idx="164">
                  <c:v>10.773918147362661</c:v>
                </c:pt>
                <c:pt idx="165">
                  <c:v>10.765649971792701</c:v>
                </c:pt>
                <c:pt idx="166">
                  <c:v>10.761172939925885</c:v>
                </c:pt>
                <c:pt idx="167">
                  <c:v>10.755081200052096</c:v>
                </c:pt>
                <c:pt idx="168">
                  <c:v>10.750660824606575</c:v>
                </c:pt>
                <c:pt idx="169">
                  <c:v>10.744924776509418</c:v>
                </c:pt>
                <c:pt idx="170">
                  <c:v>10.732377106522019</c:v>
                </c:pt>
                <c:pt idx="171">
                  <c:v>10.722053270163727</c:v>
                </c:pt>
                <c:pt idx="172">
                  <c:v>10.716855112602911</c:v>
                </c:pt>
                <c:pt idx="173">
                  <c:v>10.714202210222268</c:v>
                </c:pt>
                <c:pt idx="174">
                  <c:v>10.709127176737979</c:v>
                </c:pt>
                <c:pt idx="175">
                  <c:v>10.698331572032593</c:v>
                </c:pt>
                <c:pt idx="176">
                  <c:v>10.696806477901749</c:v>
                </c:pt>
                <c:pt idx="177">
                  <c:v>10.699476929954354</c:v>
                </c:pt>
                <c:pt idx="178">
                  <c:v>10.694538079160766</c:v>
                </c:pt>
                <c:pt idx="179">
                  <c:v>10.690146791951058</c:v>
                </c:pt>
                <c:pt idx="180">
                  <c:v>10.686890775056389</c:v>
                </c:pt>
                <c:pt idx="181">
                  <c:v>10.682725491693098</c:v>
                </c:pt>
                <c:pt idx="182">
                  <c:v>10.690409138818943</c:v>
                </c:pt>
                <c:pt idx="183">
                  <c:v>10.698480260591902</c:v>
                </c:pt>
                <c:pt idx="184">
                  <c:v>10.711737655895844</c:v>
                </c:pt>
                <c:pt idx="185">
                  <c:v>10.732757533663069</c:v>
                </c:pt>
                <c:pt idx="186">
                  <c:v>10.744830878855099</c:v>
                </c:pt>
                <c:pt idx="187">
                  <c:v>10.756755950047001</c:v>
                </c:pt>
                <c:pt idx="188">
                  <c:v>10.763371139979016</c:v>
                </c:pt>
                <c:pt idx="189">
                  <c:v>10.773275718819708</c:v>
                </c:pt>
                <c:pt idx="190">
                  <c:v>10.773572888658732</c:v>
                </c:pt>
                <c:pt idx="191">
                  <c:v>10.769491553529436</c:v>
                </c:pt>
                <c:pt idx="192">
                  <c:v>10.767886725849596</c:v>
                </c:pt>
                <c:pt idx="193">
                  <c:v>10.772966457671263</c:v>
                </c:pt>
                <c:pt idx="194">
                  <c:v>10.778094692917016</c:v>
                </c:pt>
                <c:pt idx="195">
                  <c:v>10.784029453047891</c:v>
                </c:pt>
                <c:pt idx="196">
                  <c:v>10.790658323432854</c:v>
                </c:pt>
                <c:pt idx="197">
                  <c:v>10.800454702327508</c:v>
                </c:pt>
                <c:pt idx="198">
                  <c:v>10.812510083288393</c:v>
                </c:pt>
                <c:pt idx="199">
                  <c:v>10.838235207751151</c:v>
                </c:pt>
                <c:pt idx="200">
                  <c:v>10.866487968628926</c:v>
                </c:pt>
                <c:pt idx="201">
                  <c:v>10.894356640426222</c:v>
                </c:pt>
                <c:pt idx="202">
                  <c:v>10.931031032863833</c:v>
                </c:pt>
                <c:pt idx="203">
                  <c:v>10.964812838621439</c:v>
                </c:pt>
                <c:pt idx="204">
                  <c:v>11.001631774026555</c:v>
                </c:pt>
                <c:pt idx="205">
                  <c:v>11.038819183449693</c:v>
                </c:pt>
                <c:pt idx="206">
                  <c:v>11.064523925419422</c:v>
                </c:pt>
                <c:pt idx="207">
                  <c:v>11.077938715025455</c:v>
                </c:pt>
                <c:pt idx="208">
                  <c:v>11.068374972924103</c:v>
                </c:pt>
                <c:pt idx="209">
                  <c:v>11.04917390446691</c:v>
                </c:pt>
                <c:pt idx="210">
                  <c:v>11.015605043941546</c:v>
                </c:pt>
                <c:pt idx="211">
                  <c:v>10.975474540711611</c:v>
                </c:pt>
                <c:pt idx="212">
                  <c:v>10.93842324488598</c:v>
                </c:pt>
                <c:pt idx="213">
                  <c:v>10.914845536976779</c:v>
                </c:pt>
                <c:pt idx="214">
                  <c:v>10.899426561013957</c:v>
                </c:pt>
                <c:pt idx="215">
                  <c:v>10.890236613106772</c:v>
                </c:pt>
                <c:pt idx="216">
                  <c:v>10.894042473660811</c:v>
                </c:pt>
                <c:pt idx="217">
                  <c:v>10.907633174545651</c:v>
                </c:pt>
                <c:pt idx="218">
                  <c:v>10.918705013851458</c:v>
                </c:pt>
                <c:pt idx="219">
                  <c:v>10.935932435144808</c:v>
                </c:pt>
                <c:pt idx="220">
                  <c:v>10.966494705215604</c:v>
                </c:pt>
                <c:pt idx="221">
                  <c:v>10.988160327999223</c:v>
                </c:pt>
                <c:pt idx="222">
                  <c:v>11.00372826889414</c:v>
                </c:pt>
                <c:pt idx="223">
                  <c:v>11.013266515605906</c:v>
                </c:pt>
                <c:pt idx="224">
                  <c:v>11.03021086207236</c:v>
                </c:pt>
                <c:pt idx="225">
                  <c:v>11.03923740456934</c:v>
                </c:pt>
                <c:pt idx="226">
                  <c:v>11.043008925804617</c:v>
                </c:pt>
                <c:pt idx="227">
                  <c:v>11.056395732665985</c:v>
                </c:pt>
                <c:pt idx="228">
                  <c:v>11.065490746520899</c:v>
                </c:pt>
                <c:pt idx="229">
                  <c:v>11.070538695472081</c:v>
                </c:pt>
                <c:pt idx="230">
                  <c:v>11.088885564738424</c:v>
                </c:pt>
                <c:pt idx="231">
                  <c:v>11.101015704538145</c:v>
                </c:pt>
                <c:pt idx="232">
                  <c:v>11.095180645890112</c:v>
                </c:pt>
                <c:pt idx="233">
                  <c:v>11.089358714949453</c:v>
                </c:pt>
                <c:pt idx="234">
                  <c:v>11.074478665920921</c:v>
                </c:pt>
                <c:pt idx="235">
                  <c:v>11.069365976644427</c:v>
                </c:pt>
                <c:pt idx="236">
                  <c:v>11.057182635083246</c:v>
                </c:pt>
                <c:pt idx="237">
                  <c:v>11.038683622597759</c:v>
                </c:pt>
                <c:pt idx="238">
                  <c:v>11.013123009036354</c:v>
                </c:pt>
                <c:pt idx="239">
                  <c:v>10.975601948566334</c:v>
                </c:pt>
                <c:pt idx="240">
                  <c:v>10.9455162833664</c:v>
                </c:pt>
                <c:pt idx="241">
                  <c:v>10.920612262453272</c:v>
                </c:pt>
                <c:pt idx="242">
                  <c:v>10.894735132957765</c:v>
                </c:pt>
                <c:pt idx="243">
                  <c:v>10.868506802743415</c:v>
                </c:pt>
                <c:pt idx="244">
                  <c:v>10.856133938543675</c:v>
                </c:pt>
                <c:pt idx="245">
                  <c:v>10.849727962811279</c:v>
                </c:pt>
                <c:pt idx="246">
                  <c:v>10.843253999373324</c:v>
                </c:pt>
                <c:pt idx="247">
                  <c:v>10.844819582117438</c:v>
                </c:pt>
                <c:pt idx="248">
                  <c:v>10.846367615189587</c:v>
                </c:pt>
                <c:pt idx="249">
                  <c:v>10.857973475812718</c:v>
                </c:pt>
                <c:pt idx="250">
                  <c:v>10.86967489232689</c:v>
                </c:pt>
                <c:pt idx="251">
                  <c:v>10.898343110596443</c:v>
                </c:pt>
                <c:pt idx="252">
                  <c:v>10.912331511921513</c:v>
                </c:pt>
                <c:pt idx="253">
                  <c:v>10.910671133311522</c:v>
                </c:pt>
                <c:pt idx="254">
                  <c:v>10.906004786085736</c:v>
                </c:pt>
                <c:pt idx="255">
                  <c:v>10.914417850089183</c:v>
                </c:pt>
                <c:pt idx="256">
                  <c:v>10.930467370565124</c:v>
                </c:pt>
                <c:pt idx="257">
                  <c:v>10.954005902631796</c:v>
                </c:pt>
                <c:pt idx="258">
                  <c:v>10.977180659017819</c:v>
                </c:pt>
                <c:pt idx="259">
                  <c:v>11</c:v>
                </c:pt>
                <c:pt idx="260">
                  <c:v>10.981695968515611</c:v>
                </c:pt>
                <c:pt idx="261">
                  <c:v>10.96574580405653</c:v>
                </c:pt>
                <c:pt idx="262">
                  <c:v>10.969632365464319</c:v>
                </c:pt>
                <c:pt idx="263">
                  <c:v>10.958914076046044</c:v>
                </c:pt>
                <c:pt idx="264">
                  <c:v>10.941423893325631</c:v>
                </c:pt>
                <c:pt idx="265">
                  <c:v>10.939601491169372</c:v>
                </c:pt>
                <c:pt idx="266">
                  <c:v>10.933293835055885</c:v>
                </c:pt>
                <c:pt idx="267">
                  <c:v>10.913094577185911</c:v>
                </c:pt>
                <c:pt idx="268">
                  <c:v>10.891067735169923</c:v>
                </c:pt>
                <c:pt idx="269">
                  <c:v>10.877520770278593</c:v>
                </c:pt>
                <c:pt idx="270">
                  <c:v>10.849811151020109</c:v>
                </c:pt>
                <c:pt idx="271">
                  <c:v>10.809020531388867</c:v>
                </c:pt>
                <c:pt idx="272">
                  <c:v>10.776440325415138</c:v>
                </c:pt>
                <c:pt idx="273">
                  <c:v>10.77820565659092</c:v>
                </c:pt>
                <c:pt idx="274">
                  <c:v>10.788027392688765</c:v>
                </c:pt>
                <c:pt idx="275">
                  <c:v>10.795495676320483</c:v>
                </c:pt>
                <c:pt idx="276">
                  <c:v>10.801928183840413</c:v>
                </c:pt>
                <c:pt idx="277">
                  <c:v>10.814153672251585</c:v>
                </c:pt>
                <c:pt idx="278">
                  <c:v>10.908238983694352</c:v>
                </c:pt>
                <c:pt idx="279">
                  <c:v>10.935735312254611</c:v>
                </c:pt>
                <c:pt idx="280">
                  <c:v>10.95091225474938</c:v>
                </c:pt>
                <c:pt idx="281">
                  <c:v>11.00302876937071</c:v>
                </c:pt>
                <c:pt idx="282">
                  <c:v>11.091587108729547</c:v>
                </c:pt>
                <c:pt idx="283">
                  <c:v>11.153339015097208</c:v>
                </c:pt>
                <c:pt idx="284">
                  <c:v>11.194605617760544</c:v>
                </c:pt>
                <c:pt idx="285">
                  <c:v>11.185423822850572</c:v>
                </c:pt>
                <c:pt idx="286">
                  <c:v>11.295557963837311</c:v>
                </c:pt>
                <c:pt idx="287">
                  <c:v>11.528194204393563</c:v>
                </c:pt>
                <c:pt idx="288">
                  <c:v>11.591406740939554</c:v>
                </c:pt>
                <c:pt idx="289">
                  <c:v>11.657030077304917</c:v>
                </c:pt>
                <c:pt idx="290">
                  <c:v>11.718449921769222</c:v>
                </c:pt>
                <c:pt idx="291">
                  <c:v>11.839997291546688</c:v>
                </c:pt>
                <c:pt idx="292">
                  <c:v>11.813819813925114</c:v>
                </c:pt>
                <c:pt idx="293">
                  <c:v>11.865858045954569</c:v>
                </c:pt>
                <c:pt idx="294">
                  <c:v>11.930653093077867</c:v>
                </c:pt>
                <c:pt idx="295">
                  <c:v>11.981550181870574</c:v>
                </c:pt>
                <c:pt idx="296">
                  <c:v>12.024993358416472</c:v>
                </c:pt>
                <c:pt idx="297">
                  <c:v>12.018775799831484</c:v>
                </c:pt>
                <c:pt idx="298">
                  <c:v>12.013449681670364</c:v>
                </c:pt>
                <c:pt idx="299">
                  <c:v>12.105943224047476</c:v>
                </c:pt>
                <c:pt idx="300">
                  <c:v>12.152967639164929</c:v>
                </c:pt>
                <c:pt idx="301">
                  <c:v>12.123678618522984</c:v>
                </c:pt>
                <c:pt idx="302">
                  <c:v>12.142705088472118</c:v>
                </c:pt>
                <c:pt idx="303">
                  <c:v>12.263459406537809</c:v>
                </c:pt>
                <c:pt idx="304">
                  <c:v>12.289798424053279</c:v>
                </c:pt>
                <c:pt idx="305">
                  <c:v>12.290822523414825</c:v>
                </c:pt>
                <c:pt idx="306">
                  <c:v>12.241837519747699</c:v>
                </c:pt>
                <c:pt idx="307">
                  <c:v>12.25652065316563</c:v>
                </c:pt>
                <c:pt idx="308">
                  <c:v>12.270121510750378</c:v>
                </c:pt>
                <c:pt idx="309">
                  <c:v>12.268428174685567</c:v>
                </c:pt>
                <c:pt idx="310">
                  <c:v>12.237278888815577</c:v>
                </c:pt>
                <c:pt idx="311">
                  <c:v>12.198379419071308</c:v>
                </c:pt>
                <c:pt idx="312">
                  <c:v>12.298986575537352</c:v>
                </c:pt>
                <c:pt idx="313">
                  <c:v>12.221686212556234</c:v>
                </c:pt>
                <c:pt idx="314">
                  <c:v>12.167994994888829</c:v>
                </c:pt>
                <c:pt idx="315">
                  <c:v>12.169801091050664</c:v>
                </c:pt>
                <c:pt idx="316">
                  <c:v>12.126245845339712</c:v>
                </c:pt>
                <c:pt idx="317">
                  <c:v>12.160855042127848</c:v>
                </c:pt>
                <c:pt idx="318">
                  <c:v>12.155465081852984</c:v>
                </c:pt>
                <c:pt idx="319">
                  <c:v>12.139538547267174</c:v>
                </c:pt>
                <c:pt idx="320">
                  <c:v>12.181222472838607</c:v>
                </c:pt>
                <c:pt idx="321">
                  <c:v>12.28153667415061</c:v>
                </c:pt>
                <c:pt idx="322">
                  <c:v>12.285665959958425</c:v>
                </c:pt>
                <c:pt idx="323">
                  <c:v>12.300775812959191</c:v>
                </c:pt>
                <c:pt idx="324">
                  <c:v>12.309421306476345</c:v>
                </c:pt>
                <c:pt idx="325">
                  <c:v>12.318396789100957</c:v>
                </c:pt>
                <c:pt idx="326">
                  <c:v>12.342736387690222</c:v>
                </c:pt>
                <c:pt idx="327">
                  <c:v>12.360083478400256</c:v>
                </c:pt>
                <c:pt idx="328">
                  <c:v>12.384159417350885</c:v>
                </c:pt>
                <c:pt idx="329">
                  <c:v>12.414111594494788</c:v>
                </c:pt>
                <c:pt idx="330">
                  <c:v>12.432621938264541</c:v>
                </c:pt>
                <c:pt idx="331">
                  <c:v>12.418391503471421</c:v>
                </c:pt>
                <c:pt idx="332">
                  <c:v>12.384271901075126</c:v>
                </c:pt>
                <c:pt idx="333">
                  <c:v>12.347889911045961</c:v>
                </c:pt>
                <c:pt idx="334">
                  <c:v>12.319598457978035</c:v>
                </c:pt>
                <c:pt idx="335">
                  <c:v>12.262967877536452</c:v>
                </c:pt>
                <c:pt idx="336">
                  <c:v>12.223066141880812</c:v>
                </c:pt>
                <c:pt idx="337">
                  <c:v>12.208221468568983</c:v>
                </c:pt>
                <c:pt idx="338">
                  <c:v>12.195396527583217</c:v>
                </c:pt>
                <c:pt idx="339">
                  <c:v>12.180939328918504</c:v>
                </c:pt>
                <c:pt idx="340">
                  <c:v>12.156703093751526</c:v>
                </c:pt>
                <c:pt idx="341">
                  <c:v>12.210910852157484</c:v>
                </c:pt>
                <c:pt idx="342">
                  <c:v>12.195094452127222</c:v>
                </c:pt>
                <c:pt idx="343">
                  <c:v>12.179967049454492</c:v>
                </c:pt>
                <c:pt idx="344">
                  <c:v>12.273162302337326</c:v>
                </c:pt>
                <c:pt idx="345">
                  <c:v>12.299674191030945</c:v>
                </c:pt>
                <c:pt idx="346">
                  <c:v>12.377519008402084</c:v>
                </c:pt>
                <c:pt idx="347">
                  <c:v>12.474318576984153</c:v>
                </c:pt>
                <c:pt idx="348">
                  <c:v>12.502458301392119</c:v>
                </c:pt>
                <c:pt idx="349">
                  <c:v>12.465436231988702</c:v>
                </c:pt>
                <c:pt idx="350">
                  <c:v>12.527380217443199</c:v>
                </c:pt>
                <c:pt idx="351">
                  <c:v>12.623056607019656</c:v>
                </c:pt>
                <c:pt idx="352">
                  <c:v>12.594413055021329</c:v>
                </c:pt>
                <c:pt idx="353">
                  <c:v>12.562310144850436</c:v>
                </c:pt>
                <c:pt idx="354">
                  <c:v>12.510624840869729</c:v>
                </c:pt>
                <c:pt idx="355">
                  <c:v>12.503430580856145</c:v>
                </c:pt>
                <c:pt idx="356">
                  <c:v>12.647164328840773</c:v>
                </c:pt>
                <c:pt idx="357">
                  <c:v>12.596848175645958</c:v>
                </c:pt>
                <c:pt idx="358">
                  <c:v>12.511117337175838</c:v>
                </c:pt>
                <c:pt idx="359">
                  <c:v>12.640935162598751</c:v>
                </c:pt>
                <c:pt idx="360">
                  <c:v>12.634203274257494</c:v>
                </c:pt>
                <c:pt idx="361">
                  <c:v>12.535511104831301</c:v>
                </c:pt>
                <c:pt idx="362">
                  <c:v>12.489257631602678</c:v>
                </c:pt>
                <c:pt idx="363">
                  <c:v>12.458540454584874</c:v>
                </c:pt>
                <c:pt idx="364">
                  <c:v>12.447937136245914</c:v>
                </c:pt>
                <c:pt idx="365">
                  <c:v>12.354220782473549</c:v>
                </c:pt>
                <c:pt idx="366">
                  <c:v>12.266357037021173</c:v>
                </c:pt>
                <c:pt idx="367">
                  <c:v>12.245871042384879</c:v>
                </c:pt>
                <c:pt idx="368">
                  <c:v>12.204586890049578</c:v>
                </c:pt>
                <c:pt idx="369">
                  <c:v>12.106050042129581</c:v>
                </c:pt>
                <c:pt idx="370">
                  <c:v>12.079020507206252</c:v>
                </c:pt>
                <c:pt idx="371">
                  <c:v>11.976064182052278</c:v>
                </c:pt>
                <c:pt idx="372">
                  <c:v>11.905550567410611</c:v>
                </c:pt>
                <c:pt idx="373">
                  <c:v>11.817741543770023</c:v>
                </c:pt>
                <c:pt idx="374">
                  <c:v>11.79207701404078</c:v>
                </c:pt>
                <c:pt idx="375">
                  <c:v>11.740160386037505</c:v>
                </c:pt>
                <c:pt idx="376">
                  <c:v>11.642797707902293</c:v>
                </c:pt>
                <c:pt idx="377">
                  <c:v>11.560712917422224</c:v>
                </c:pt>
                <c:pt idx="378">
                  <c:v>11.448150565130529</c:v>
                </c:pt>
                <c:pt idx="379">
                  <c:v>11.337521993228176</c:v>
                </c:pt>
                <c:pt idx="380">
                  <c:v>11.269502919360294</c:v>
                </c:pt>
                <c:pt idx="381">
                  <c:v>11.130015570151876</c:v>
                </c:pt>
                <c:pt idx="382">
                  <c:v>11.025660936883019</c:v>
                </c:pt>
                <c:pt idx="383">
                  <c:v>10.824714636460964</c:v>
                </c:pt>
                <c:pt idx="384">
                  <c:v>10.726416298255984</c:v>
                </c:pt>
                <c:pt idx="385">
                  <c:v>10.643572588103325</c:v>
                </c:pt>
                <c:pt idx="386">
                  <c:v>10.553151219788568</c:v>
                </c:pt>
                <c:pt idx="387">
                  <c:v>10.493292916116369</c:v>
                </c:pt>
                <c:pt idx="388">
                  <c:v>10.439100323667081</c:v>
                </c:pt>
                <c:pt idx="389">
                  <c:v>10.400188589880404</c:v>
                </c:pt>
                <c:pt idx="390">
                  <c:v>10.364082938091459</c:v>
                </c:pt>
                <c:pt idx="391">
                  <c:v>10.33600408478979</c:v>
                </c:pt>
                <c:pt idx="392">
                  <c:v>10.312833024889787</c:v>
                </c:pt>
                <c:pt idx="393">
                  <c:v>10.299262499218383</c:v>
                </c:pt>
                <c:pt idx="394">
                  <c:v>10.287567128358923</c:v>
                </c:pt>
                <c:pt idx="395">
                  <c:v>10.274393232183197</c:v>
                </c:pt>
                <c:pt idx="396">
                  <c:v>10.26168113766094</c:v>
                </c:pt>
                <c:pt idx="397">
                  <c:v>10.254535761084018</c:v>
                </c:pt>
                <c:pt idx="398">
                  <c:v>10.243483181506791</c:v>
                </c:pt>
                <c:pt idx="399">
                  <c:v>10.231745007411972</c:v>
                </c:pt>
                <c:pt idx="400">
                  <c:v>10.232584075192744</c:v>
                </c:pt>
                <c:pt idx="401">
                  <c:v>10.219883191041653</c:v>
                </c:pt>
                <c:pt idx="402">
                  <c:v>10.206303648708079</c:v>
                </c:pt>
                <c:pt idx="403">
                  <c:v>10.204571257713823</c:v>
                </c:pt>
                <c:pt idx="404">
                  <c:v>10.200472804745045</c:v>
                </c:pt>
                <c:pt idx="405">
                  <c:v>10.186205076899</c:v>
                </c:pt>
                <c:pt idx="406">
                  <c:v>10.171428477659234</c:v>
                </c:pt>
                <c:pt idx="407">
                  <c:v>10.158907944024836</c:v>
                </c:pt>
                <c:pt idx="408">
                  <c:v>10.150594546957636</c:v>
                </c:pt>
                <c:pt idx="409">
                  <c:v>10.144287979061998</c:v>
                </c:pt>
                <c:pt idx="410">
                  <c:v>10.14039848983</c:v>
                </c:pt>
                <c:pt idx="411">
                  <c:v>10.131062858917565</c:v>
                </c:pt>
                <c:pt idx="412">
                  <c:v>10.118370758239104</c:v>
                </c:pt>
                <c:pt idx="413">
                  <c:v>10.112658823667598</c:v>
                </c:pt>
                <c:pt idx="414">
                  <c:v>10.119444621975575</c:v>
                </c:pt>
                <c:pt idx="415">
                  <c:v>10.118667297602707</c:v>
                </c:pt>
                <c:pt idx="416">
                  <c:v>10.108909939090893</c:v>
                </c:pt>
                <c:pt idx="417">
                  <c:v>10.105638540323309</c:v>
                </c:pt>
                <c:pt idx="418">
                  <c:v>10.087300143610209</c:v>
                </c:pt>
                <c:pt idx="419">
                  <c:v>10.089439286253459</c:v>
                </c:pt>
                <c:pt idx="420">
                  <c:v>10.093937426091872</c:v>
                </c:pt>
                <c:pt idx="421">
                  <c:v>10.093969208962355</c:v>
                </c:pt>
                <c:pt idx="422">
                  <c:v>10.087526363372866</c:v>
                </c:pt>
                <c:pt idx="423">
                  <c:v>10.091486457215247</c:v>
                </c:pt>
                <c:pt idx="424">
                  <c:v>10.07081508985052</c:v>
                </c:pt>
                <c:pt idx="425">
                  <c:v>10.066093610572088</c:v>
                </c:pt>
                <c:pt idx="426">
                  <c:v>10.066243922821517</c:v>
                </c:pt>
                <c:pt idx="427">
                  <c:v>10.051318755935537</c:v>
                </c:pt>
                <c:pt idx="428">
                  <c:v>10.027657227182921</c:v>
                </c:pt>
                <c:pt idx="429">
                  <c:v>10.034315434107373</c:v>
                </c:pt>
                <c:pt idx="430">
                  <c:v>10.042751545010244</c:v>
                </c:pt>
                <c:pt idx="431">
                  <c:v>10.049303406709157</c:v>
                </c:pt>
                <c:pt idx="432">
                  <c:v>10.091709956433284</c:v>
                </c:pt>
                <c:pt idx="433">
                  <c:v>10.099337258057217</c:v>
                </c:pt>
                <c:pt idx="434">
                  <c:v>10.114248830856745</c:v>
                </c:pt>
                <c:pt idx="435">
                  <c:v>10.156416512444894</c:v>
                </c:pt>
                <c:pt idx="436">
                  <c:v>10.159234167553075</c:v>
                </c:pt>
                <c:pt idx="437">
                  <c:v>10.186546708210104</c:v>
                </c:pt>
                <c:pt idx="438">
                  <c:v>10.157648098676139</c:v>
                </c:pt>
                <c:pt idx="439">
                  <c:v>10.221692655496829</c:v>
                </c:pt>
                <c:pt idx="440">
                  <c:v>10.281480363195298</c:v>
                </c:pt>
                <c:pt idx="441">
                  <c:v>10.302248085341152</c:v>
                </c:pt>
                <c:pt idx="442">
                  <c:v>10.29348382061886</c:v>
                </c:pt>
                <c:pt idx="443">
                  <c:v>10.31364880826327</c:v>
                </c:pt>
                <c:pt idx="444">
                  <c:v>10.329121193267145</c:v>
                </c:pt>
                <c:pt idx="445">
                  <c:v>10.323175412771395</c:v>
                </c:pt>
                <c:pt idx="446">
                  <c:v>10.32831131736198</c:v>
                </c:pt>
                <c:pt idx="447">
                  <c:v>10.35116444491735</c:v>
                </c:pt>
                <c:pt idx="448">
                  <c:v>10.361802413494454</c:v>
                </c:pt>
                <c:pt idx="449">
                  <c:v>10.337018165637812</c:v>
                </c:pt>
                <c:pt idx="450">
                  <c:v>10.344509111838049</c:v>
                </c:pt>
                <c:pt idx="451">
                  <c:v>10.350804780281907</c:v>
                </c:pt>
                <c:pt idx="452">
                  <c:v>10.352697864778396</c:v>
                </c:pt>
                <c:pt idx="453">
                  <c:v>10.343368037694486</c:v>
                </c:pt>
                <c:pt idx="454">
                  <c:v>10.352275774439732</c:v>
                </c:pt>
                <c:pt idx="455">
                  <c:v>10.350079923555286</c:v>
                </c:pt>
                <c:pt idx="456">
                  <c:v>10.358404997372732</c:v>
                </c:pt>
                <c:pt idx="457">
                  <c:v>10.364745438208054</c:v>
                </c:pt>
                <c:pt idx="458">
                  <c:v>10.377519250228266</c:v>
                </c:pt>
                <c:pt idx="459">
                  <c:v>10.384333497659988</c:v>
                </c:pt>
                <c:pt idx="460">
                  <c:v>10.396624762794419</c:v>
                </c:pt>
                <c:pt idx="461">
                  <c:v>10.39274348701618</c:v>
                </c:pt>
                <c:pt idx="462">
                  <c:v>10.390627991519501</c:v>
                </c:pt>
                <c:pt idx="463">
                  <c:v>10.386847004516277</c:v>
                </c:pt>
                <c:pt idx="464">
                  <c:v>10.390452874812455</c:v>
                </c:pt>
                <c:pt idx="465">
                  <c:v>10.398189516420171</c:v>
                </c:pt>
                <c:pt idx="466">
                  <c:v>10.39615458359085</c:v>
                </c:pt>
                <c:pt idx="467">
                  <c:v>10.406928838498454</c:v>
                </c:pt>
                <c:pt idx="468">
                  <c:v>10.42775584260708</c:v>
                </c:pt>
                <c:pt idx="469">
                  <c:v>10.432043490021734</c:v>
                </c:pt>
                <c:pt idx="470">
                  <c:v>10.433900404229748</c:v>
                </c:pt>
                <c:pt idx="471">
                  <c:v>10.444954624770395</c:v>
                </c:pt>
                <c:pt idx="472">
                  <c:v>10.4577705145474</c:v>
                </c:pt>
                <c:pt idx="473">
                  <c:v>10.460582780386238</c:v>
                </c:pt>
                <c:pt idx="474">
                  <c:v>10.460448739584633</c:v>
                </c:pt>
                <c:pt idx="475">
                  <c:v>10.471061420051743</c:v>
                </c:pt>
                <c:pt idx="476">
                  <c:v>10.489317051751842</c:v>
                </c:pt>
                <c:pt idx="477">
                  <c:v>10.502087616391808</c:v>
                </c:pt>
                <c:pt idx="478">
                  <c:v>10.506432542066529</c:v>
                </c:pt>
                <c:pt idx="479">
                  <c:v>10.5144091097998</c:v>
                </c:pt>
                <c:pt idx="480">
                  <c:v>10.52819579353709</c:v>
                </c:pt>
                <c:pt idx="481">
                  <c:v>10.527450588864044</c:v>
                </c:pt>
                <c:pt idx="482">
                  <c:v>10.531357636404653</c:v>
                </c:pt>
                <c:pt idx="483">
                  <c:v>10.541329650205327</c:v>
                </c:pt>
                <c:pt idx="484">
                  <c:v>10.553379607350273</c:v>
                </c:pt>
                <c:pt idx="485">
                  <c:v>10.553618497077876</c:v>
                </c:pt>
                <c:pt idx="486">
                  <c:v>10.560896947151651</c:v>
                </c:pt>
                <c:pt idx="487">
                  <c:v>10.564206373087369</c:v>
                </c:pt>
                <c:pt idx="488">
                  <c:v>10.565276039412142</c:v>
                </c:pt>
                <c:pt idx="489">
                  <c:v>10.568685892309272</c:v>
                </c:pt>
                <c:pt idx="490">
                  <c:v>10.569639758436365</c:v>
                </c:pt>
                <c:pt idx="491">
                  <c:v>10.567479939654001</c:v>
                </c:pt>
                <c:pt idx="492">
                  <c:v>10.567197659398868</c:v>
                </c:pt>
                <c:pt idx="493">
                  <c:v>10.57371463335177</c:v>
                </c:pt>
                <c:pt idx="494">
                  <c:v>10.578891095648823</c:v>
                </c:pt>
                <c:pt idx="495">
                  <c:v>10.581205268632621</c:v>
                </c:pt>
                <c:pt idx="496">
                  <c:v>10.583787488673034</c:v>
                </c:pt>
                <c:pt idx="497">
                  <c:v>10.591194555732473</c:v>
                </c:pt>
                <c:pt idx="498">
                  <c:v>10.605693279408396</c:v>
                </c:pt>
                <c:pt idx="499">
                  <c:v>10.604304437061453</c:v>
                </c:pt>
                <c:pt idx="500">
                  <c:v>10.603751553301429</c:v>
                </c:pt>
                <c:pt idx="501">
                  <c:v>10.602671142984571</c:v>
                </c:pt>
                <c:pt idx="502">
                  <c:v>10.601268136532303</c:v>
                </c:pt>
                <c:pt idx="503">
                  <c:v>10.600611336604436</c:v>
                </c:pt>
                <c:pt idx="504">
                  <c:v>10.602866054892472</c:v>
                </c:pt>
                <c:pt idx="505">
                  <c:v>10.603889186949262</c:v>
                </c:pt>
                <c:pt idx="506">
                  <c:v>10.606913879821366</c:v>
                </c:pt>
                <c:pt idx="507">
                  <c:v>10.61628789200457</c:v>
                </c:pt>
                <c:pt idx="508">
                  <c:v>10.618404216619609</c:v>
                </c:pt>
                <c:pt idx="509">
                  <c:v>10.611303992446732</c:v>
                </c:pt>
                <c:pt idx="510">
                  <c:v>10.612716188294161</c:v>
                </c:pt>
                <c:pt idx="511">
                  <c:v>10.626855281881241</c:v>
                </c:pt>
                <c:pt idx="512">
                  <c:v>10.638985145308174</c:v>
                </c:pt>
                <c:pt idx="513">
                  <c:v>10.649642149060972</c:v>
                </c:pt>
                <c:pt idx="514">
                  <c:v>10.665707906438138</c:v>
                </c:pt>
                <c:pt idx="515">
                  <c:v>10.688884459247278</c:v>
                </c:pt>
                <c:pt idx="516">
                  <c:v>10.709140097165763</c:v>
                </c:pt>
                <c:pt idx="517">
                  <c:v>10.722060110390199</c:v>
                </c:pt>
                <c:pt idx="518">
                  <c:v>10.7418563476438</c:v>
                </c:pt>
                <c:pt idx="519">
                  <c:v>10.751893861794951</c:v>
                </c:pt>
                <c:pt idx="520">
                  <c:v>10.766286181947951</c:v>
                </c:pt>
                <c:pt idx="521">
                  <c:v>10.794164112233608</c:v>
                </c:pt>
                <c:pt idx="522">
                  <c:v>10.822656557410747</c:v>
                </c:pt>
                <c:pt idx="523">
                  <c:v>10.849998739049159</c:v>
                </c:pt>
                <c:pt idx="524">
                  <c:v>10.878229390103989</c:v>
                </c:pt>
                <c:pt idx="525">
                  <c:v>10.883684297983757</c:v>
                </c:pt>
                <c:pt idx="526">
                  <c:v>10.886891949640733</c:v>
                </c:pt>
                <c:pt idx="527">
                  <c:v>10.887116986182397</c:v>
                </c:pt>
                <c:pt idx="528">
                  <c:v>10.878179850281953</c:v>
                </c:pt>
                <c:pt idx="529">
                  <c:v>10.860439619282667</c:v>
                </c:pt>
                <c:pt idx="530">
                  <c:v>10.849717322458986</c:v>
                </c:pt>
                <c:pt idx="531">
                  <c:v>10.840094160208469</c:v>
                </c:pt>
                <c:pt idx="532">
                  <c:v>10.823758939364156</c:v>
                </c:pt>
                <c:pt idx="533">
                  <c:v>10.822864735212416</c:v>
                </c:pt>
                <c:pt idx="534">
                  <c:v>10.81871209590412</c:v>
                </c:pt>
                <c:pt idx="535">
                  <c:v>10.812756124161856</c:v>
                </c:pt>
                <c:pt idx="536">
                  <c:v>10.802899565092874</c:v>
                </c:pt>
                <c:pt idx="537">
                  <c:v>10.805416008410024</c:v>
                </c:pt>
                <c:pt idx="538">
                  <c:v>10.815467479386909</c:v>
                </c:pt>
                <c:pt idx="539">
                  <c:v>10.82024168109275</c:v>
                </c:pt>
                <c:pt idx="540">
                  <c:v>10.829187315456391</c:v>
                </c:pt>
                <c:pt idx="541">
                  <c:v>10.836722550395713</c:v>
                </c:pt>
                <c:pt idx="542">
                  <c:v>10.845536078567255</c:v>
                </c:pt>
                <c:pt idx="543">
                  <c:v>10.888342906771513</c:v>
                </c:pt>
                <c:pt idx="544">
                  <c:v>10.929554994902649</c:v>
                </c:pt>
                <c:pt idx="545">
                  <c:v>10.943735198941768</c:v>
                </c:pt>
                <c:pt idx="546">
                  <c:v>10.959168546289504</c:v>
                </c:pt>
                <c:pt idx="547">
                  <c:v>10.982840359132618</c:v>
                </c:pt>
                <c:pt idx="548">
                  <c:v>10.992977367487022</c:v>
                </c:pt>
                <c:pt idx="549">
                  <c:v>10.999925448440758</c:v>
                </c:pt>
                <c:pt idx="550">
                  <c:v>11.01290591821231</c:v>
                </c:pt>
                <c:pt idx="551">
                  <c:v>11.029210392584089</c:v>
                </c:pt>
                <c:pt idx="552">
                  <c:v>11.045598884283059</c:v>
                </c:pt>
                <c:pt idx="553">
                  <c:v>11.059794841571026</c:v>
                </c:pt>
                <c:pt idx="554">
                  <c:v>11.059262893049604</c:v>
                </c:pt>
                <c:pt idx="555">
                  <c:v>11.059549215256745</c:v>
                </c:pt>
                <c:pt idx="556">
                  <c:v>11.060142656723235</c:v>
                </c:pt>
                <c:pt idx="557">
                  <c:v>11.055204842327598</c:v>
                </c:pt>
                <c:pt idx="558">
                  <c:v>11.057296293391822</c:v>
                </c:pt>
                <c:pt idx="559">
                  <c:v>11.039330404012103</c:v>
                </c:pt>
                <c:pt idx="560">
                  <c:v>11.022442990339735</c:v>
                </c:pt>
                <c:pt idx="561">
                  <c:v>11.014328616225638</c:v>
                </c:pt>
                <c:pt idx="562">
                  <c:v>11.00646774505025</c:v>
                </c:pt>
                <c:pt idx="563">
                  <c:v>10.969917858553098</c:v>
                </c:pt>
                <c:pt idx="564">
                  <c:v>10.961170867129983</c:v>
                </c:pt>
                <c:pt idx="565">
                  <c:v>10.962795455464081</c:v>
                </c:pt>
                <c:pt idx="566">
                  <c:v>10.961457051150731</c:v>
                </c:pt>
                <c:pt idx="567">
                  <c:v>10.96827295681917</c:v>
                </c:pt>
                <c:pt idx="568">
                  <c:v>10.994844542034746</c:v>
                </c:pt>
                <c:pt idx="569">
                  <c:v>10.996191306624898</c:v>
                </c:pt>
                <c:pt idx="570">
                  <c:v>10.974593326080852</c:v>
                </c:pt>
                <c:pt idx="571">
                  <c:v>10.981922594200801</c:v>
                </c:pt>
                <c:pt idx="572">
                  <c:v>10.963544632995941</c:v>
                </c:pt>
                <c:pt idx="573">
                  <c:v>10.974362071151482</c:v>
                </c:pt>
                <c:pt idx="574">
                  <c:v>10.922015199812343</c:v>
                </c:pt>
                <c:pt idx="575">
                  <c:v>10.913140593254914</c:v>
                </c:pt>
                <c:pt idx="576">
                  <c:v>10.891093921491473</c:v>
                </c:pt>
                <c:pt idx="577">
                  <c:v>10.850512239687063</c:v>
                </c:pt>
                <c:pt idx="578">
                  <c:v>10.810412206556874</c:v>
                </c:pt>
                <c:pt idx="579">
                  <c:v>10.740524092624957</c:v>
                </c:pt>
                <c:pt idx="580">
                  <c:v>10.707796856328642</c:v>
                </c:pt>
                <c:pt idx="581">
                  <c:v>10.65828888625567</c:v>
                </c:pt>
                <c:pt idx="582">
                  <c:v>10.825619688244588</c:v>
                </c:pt>
                <c:pt idx="583">
                  <c:v>10.620065769813941</c:v>
                </c:pt>
                <c:pt idx="584">
                  <c:v>10.541999163281389</c:v>
                </c:pt>
                <c:pt idx="585">
                  <c:v>10.074824157814389</c:v>
                </c:pt>
                <c:pt idx="586">
                  <c:v>10.115436378811742</c:v>
                </c:pt>
                <c:pt idx="587">
                  <c:v>9.9192947588319242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014F-48C8-BF04-9E4E678005A5}"/>
            </c:ext>
          </c:extLst>
        </c:ser>
        <c:ser>
          <c:idx val="10"/>
          <c:order val="10"/>
          <c:tx>
            <c:strRef>
              <c:f>Sheet2!$L$1</c:f>
              <c:strCache>
                <c:ptCount val="1"/>
                <c:pt idx="0">
                  <c:v>S11_z/O-PTIR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Sheet2!$L$2:$L$589</c:f>
              <c:numCache>
                <c:formatCode>General</c:formatCode>
                <c:ptCount val="588"/>
                <c:pt idx="0">
                  <c:v>11.112542092247507</c:v>
                </c:pt>
                <c:pt idx="1">
                  <c:v>10.994079131543307</c:v>
                </c:pt>
                <c:pt idx="2">
                  <c:v>11.07784771672841</c:v>
                </c:pt>
                <c:pt idx="3">
                  <c:v>11.180673750829337</c:v>
                </c:pt>
                <c:pt idx="4">
                  <c:v>11.255782001824791</c:v>
                </c:pt>
                <c:pt idx="5">
                  <c:v>11.262756113852383</c:v>
                </c:pt>
                <c:pt idx="6">
                  <c:v>11.286211879555079</c:v>
                </c:pt>
                <c:pt idx="7">
                  <c:v>11.265705167379538</c:v>
                </c:pt>
                <c:pt idx="8">
                  <c:v>11.335465821901876</c:v>
                </c:pt>
                <c:pt idx="9">
                  <c:v>11.390752757976941</c:v>
                </c:pt>
                <c:pt idx="10">
                  <c:v>11.410694250978624</c:v>
                </c:pt>
                <c:pt idx="11">
                  <c:v>11.419217436469109</c:v>
                </c:pt>
                <c:pt idx="12">
                  <c:v>11.421827381655088</c:v>
                </c:pt>
                <c:pt idx="13">
                  <c:v>11.460111725080111</c:v>
                </c:pt>
                <c:pt idx="14">
                  <c:v>11.464352046343571</c:v>
                </c:pt>
                <c:pt idx="15">
                  <c:v>11.460550627941092</c:v>
                </c:pt>
                <c:pt idx="16">
                  <c:v>11.45909424563566</c:v>
                </c:pt>
                <c:pt idx="17">
                  <c:v>11.482232985188794</c:v>
                </c:pt>
                <c:pt idx="18">
                  <c:v>11.48709689673402</c:v>
                </c:pt>
                <c:pt idx="19">
                  <c:v>11.465815454800881</c:v>
                </c:pt>
                <c:pt idx="20">
                  <c:v>11.446615182217073</c:v>
                </c:pt>
                <c:pt idx="21">
                  <c:v>11.466080518310731</c:v>
                </c:pt>
                <c:pt idx="22">
                  <c:v>11.472780687625548</c:v>
                </c:pt>
                <c:pt idx="23">
                  <c:v>11.458744636671897</c:v>
                </c:pt>
                <c:pt idx="24">
                  <c:v>11.46319585830738</c:v>
                </c:pt>
                <c:pt idx="25">
                  <c:v>11.469374123516507</c:v>
                </c:pt>
                <c:pt idx="26">
                  <c:v>11.461882199537618</c:v>
                </c:pt>
                <c:pt idx="27">
                  <c:v>11.451477240711254</c:v>
                </c:pt>
                <c:pt idx="28">
                  <c:v>11.439804022865722</c:v>
                </c:pt>
                <c:pt idx="29">
                  <c:v>11.465729635374373</c:v>
                </c:pt>
                <c:pt idx="30">
                  <c:v>11.490823768437183</c:v>
                </c:pt>
                <c:pt idx="31">
                  <c:v>11.499397681200017</c:v>
                </c:pt>
                <c:pt idx="32">
                  <c:v>11.526099760701621</c:v>
                </c:pt>
                <c:pt idx="33">
                  <c:v>11.535364591267513</c:v>
                </c:pt>
                <c:pt idx="34">
                  <c:v>11.561456901159724</c:v>
                </c:pt>
                <c:pt idx="35">
                  <c:v>11.568974150169558</c:v>
                </c:pt>
                <c:pt idx="36">
                  <c:v>11.562512097913983</c:v>
                </c:pt>
                <c:pt idx="37">
                  <c:v>11.590029365454326</c:v>
                </c:pt>
                <c:pt idx="38">
                  <c:v>11.606115817388922</c:v>
                </c:pt>
                <c:pt idx="39">
                  <c:v>11.610742306769048</c:v>
                </c:pt>
                <c:pt idx="40">
                  <c:v>11.611662230797045</c:v>
                </c:pt>
                <c:pt idx="41">
                  <c:v>11.611581043998148</c:v>
                </c:pt>
                <c:pt idx="42">
                  <c:v>11.629045162174009</c:v>
                </c:pt>
                <c:pt idx="43">
                  <c:v>11.632329965387324</c:v>
                </c:pt>
                <c:pt idx="44">
                  <c:v>11.642700913005971</c:v>
                </c:pt>
                <c:pt idx="45">
                  <c:v>11.667565499370619</c:v>
                </c:pt>
                <c:pt idx="46">
                  <c:v>11.708234873911071</c:v>
                </c:pt>
                <c:pt idx="47">
                  <c:v>11.739438477662976</c:v>
                </c:pt>
                <c:pt idx="48">
                  <c:v>11.747882290800382</c:v>
                </c:pt>
                <c:pt idx="49">
                  <c:v>11.737820378048665</c:v>
                </c:pt>
                <c:pt idx="50">
                  <c:v>11.735560273457832</c:v>
                </c:pt>
                <c:pt idx="51">
                  <c:v>11.756014636941361</c:v>
                </c:pt>
                <c:pt idx="52">
                  <c:v>11.81430938370379</c:v>
                </c:pt>
                <c:pt idx="53">
                  <c:v>11.830987383579172</c:v>
                </c:pt>
                <c:pt idx="54">
                  <c:v>11.834195092147981</c:v>
                </c:pt>
                <c:pt idx="55">
                  <c:v>11.893585995813803</c:v>
                </c:pt>
                <c:pt idx="56">
                  <c:v>11.924764274534763</c:v>
                </c:pt>
                <c:pt idx="57">
                  <c:v>11.925466580880697</c:v>
                </c:pt>
                <c:pt idx="58">
                  <c:v>11.896412439130168</c:v>
                </c:pt>
                <c:pt idx="59">
                  <c:v>11.873650254991405</c:v>
                </c:pt>
                <c:pt idx="60">
                  <c:v>11.87320127616537</c:v>
                </c:pt>
                <c:pt idx="61">
                  <c:v>11.921744341805148</c:v>
                </c:pt>
                <c:pt idx="62">
                  <c:v>11.969416705085305</c:v>
                </c:pt>
                <c:pt idx="63">
                  <c:v>11.947735699020654</c:v>
                </c:pt>
                <c:pt idx="64">
                  <c:v>11.940343878403407</c:v>
                </c:pt>
                <c:pt idx="65">
                  <c:v>11.964796045094923</c:v>
                </c:pt>
                <c:pt idx="66">
                  <c:v>11.96995254567906</c:v>
                </c:pt>
                <c:pt idx="67">
                  <c:v>12.001018946443196</c:v>
                </c:pt>
                <c:pt idx="68">
                  <c:v>11.973192837062072</c:v>
                </c:pt>
                <c:pt idx="69">
                  <c:v>11.950767213319299</c:v>
                </c:pt>
                <c:pt idx="70">
                  <c:v>11.991287262829735</c:v>
                </c:pt>
                <c:pt idx="71">
                  <c:v>12.025454512885769</c:v>
                </c:pt>
                <c:pt idx="72">
                  <c:v>12.056622059352762</c:v>
                </c:pt>
                <c:pt idx="73">
                  <c:v>12.100292372849621</c:v>
                </c:pt>
                <c:pt idx="74">
                  <c:v>12.120335745053533</c:v>
                </c:pt>
                <c:pt idx="75">
                  <c:v>12.134644001484602</c:v>
                </c:pt>
                <c:pt idx="76">
                  <c:v>12.149295458411242</c:v>
                </c:pt>
                <c:pt idx="77">
                  <c:v>12.203895375811491</c:v>
                </c:pt>
                <c:pt idx="78">
                  <c:v>12.216987181442187</c:v>
                </c:pt>
                <c:pt idx="79">
                  <c:v>12.205579258737888</c:v>
                </c:pt>
                <c:pt idx="80">
                  <c:v>12.175369044766857</c:v>
                </c:pt>
                <c:pt idx="81">
                  <c:v>12.202460419408764</c:v>
                </c:pt>
                <c:pt idx="82">
                  <c:v>12.240899338175099</c:v>
                </c:pt>
                <c:pt idx="83">
                  <c:v>12.240062145155202</c:v>
                </c:pt>
                <c:pt idx="84">
                  <c:v>12.244624511248135</c:v>
                </c:pt>
                <c:pt idx="85">
                  <c:v>12.231277370625573</c:v>
                </c:pt>
                <c:pt idx="86">
                  <c:v>12.134820427386149</c:v>
                </c:pt>
                <c:pt idx="87">
                  <c:v>12.091930711641863</c:v>
                </c:pt>
                <c:pt idx="88">
                  <c:v>12.078002021833111</c:v>
                </c:pt>
                <c:pt idx="89">
                  <c:v>12.058694388104401</c:v>
                </c:pt>
                <c:pt idx="90">
                  <c:v>12.0584887766489</c:v>
                </c:pt>
                <c:pt idx="91">
                  <c:v>12.072861194972393</c:v>
                </c:pt>
                <c:pt idx="92">
                  <c:v>12.08635627083669</c:v>
                </c:pt>
                <c:pt idx="93">
                  <c:v>12.056276774174769</c:v>
                </c:pt>
                <c:pt idx="94">
                  <c:v>12.03371796238816</c:v>
                </c:pt>
                <c:pt idx="95">
                  <c:v>12.007793392220723</c:v>
                </c:pt>
                <c:pt idx="96">
                  <c:v>12.015829534128297</c:v>
                </c:pt>
                <c:pt idx="97">
                  <c:v>12.020836246419655</c:v>
                </c:pt>
                <c:pt idx="98">
                  <c:v>12.034034988537721</c:v>
                </c:pt>
                <c:pt idx="99">
                  <c:v>12.040133997209459</c:v>
                </c:pt>
                <c:pt idx="100">
                  <c:v>12.018513755776983</c:v>
                </c:pt>
                <c:pt idx="101">
                  <c:v>11.971430045045354</c:v>
                </c:pt>
                <c:pt idx="102">
                  <c:v>11.976344104784477</c:v>
                </c:pt>
                <c:pt idx="103">
                  <c:v>11.996577800772767</c:v>
                </c:pt>
                <c:pt idx="104">
                  <c:v>11.977083549361767</c:v>
                </c:pt>
                <c:pt idx="105">
                  <c:v>11.939275054002927</c:v>
                </c:pt>
                <c:pt idx="106">
                  <c:v>11.901399926016936</c:v>
                </c:pt>
                <c:pt idx="107">
                  <c:v>11.893109375643018</c:v>
                </c:pt>
                <c:pt idx="108">
                  <c:v>11.860763443132527</c:v>
                </c:pt>
                <c:pt idx="109">
                  <c:v>11.811053495807819</c:v>
                </c:pt>
                <c:pt idx="110">
                  <c:v>11.791225000314633</c:v>
                </c:pt>
                <c:pt idx="111">
                  <c:v>11.781618397646687</c:v>
                </c:pt>
                <c:pt idx="112">
                  <c:v>11.786365605581327</c:v>
                </c:pt>
                <c:pt idx="113">
                  <c:v>11.771266019143717</c:v>
                </c:pt>
                <c:pt idx="114">
                  <c:v>11.776006586978781</c:v>
                </c:pt>
                <c:pt idx="115">
                  <c:v>11.764263648087693</c:v>
                </c:pt>
                <c:pt idx="116">
                  <c:v>11.76540173027097</c:v>
                </c:pt>
                <c:pt idx="117">
                  <c:v>11.810164726200513</c:v>
                </c:pt>
                <c:pt idx="118">
                  <c:v>11.822206546783015</c:v>
                </c:pt>
                <c:pt idx="119">
                  <c:v>11.807773363827348</c:v>
                </c:pt>
                <c:pt idx="120">
                  <c:v>11.754924656874785</c:v>
                </c:pt>
                <c:pt idx="121">
                  <c:v>11.725245187607134</c:v>
                </c:pt>
                <c:pt idx="122">
                  <c:v>11.727638094189503</c:v>
                </c:pt>
                <c:pt idx="123">
                  <c:v>11.712112692063915</c:v>
                </c:pt>
                <c:pt idx="124">
                  <c:v>11.707188672175427</c:v>
                </c:pt>
                <c:pt idx="125">
                  <c:v>11.687618677302973</c:v>
                </c:pt>
                <c:pt idx="126">
                  <c:v>11.683186256414549</c:v>
                </c:pt>
                <c:pt idx="127">
                  <c:v>11.6882853124163</c:v>
                </c:pt>
                <c:pt idx="128">
                  <c:v>11.682555138112912</c:v>
                </c:pt>
                <c:pt idx="129">
                  <c:v>11.680444744604399</c:v>
                </c:pt>
                <c:pt idx="130">
                  <c:v>11.672669651262742</c:v>
                </c:pt>
                <c:pt idx="131">
                  <c:v>11.706617932453664</c:v>
                </c:pt>
                <c:pt idx="132">
                  <c:v>11.764961321806018</c:v>
                </c:pt>
                <c:pt idx="133">
                  <c:v>11.76655996438436</c:v>
                </c:pt>
                <c:pt idx="134">
                  <c:v>11.742809331934177</c:v>
                </c:pt>
                <c:pt idx="135">
                  <c:v>11.748199934633625</c:v>
                </c:pt>
                <c:pt idx="136">
                  <c:v>11.749885593400606</c:v>
                </c:pt>
                <c:pt idx="137">
                  <c:v>11.720966492744958</c:v>
                </c:pt>
                <c:pt idx="138">
                  <c:v>11.703961043307888</c:v>
                </c:pt>
                <c:pt idx="139">
                  <c:v>11.78215331171492</c:v>
                </c:pt>
                <c:pt idx="140">
                  <c:v>11.852225278812764</c:v>
                </c:pt>
                <c:pt idx="141">
                  <c:v>11.915379343098037</c:v>
                </c:pt>
                <c:pt idx="142">
                  <c:v>11.901292526266804</c:v>
                </c:pt>
                <c:pt idx="143">
                  <c:v>11.911307958321485</c:v>
                </c:pt>
                <c:pt idx="144">
                  <c:v>11.902198436596276</c:v>
                </c:pt>
                <c:pt idx="145">
                  <c:v>11.914976381706278</c:v>
                </c:pt>
                <c:pt idx="146">
                  <c:v>11.939346242047225</c:v>
                </c:pt>
                <c:pt idx="147">
                  <c:v>11.961420172143811</c:v>
                </c:pt>
                <c:pt idx="148">
                  <c:v>11.986900627744204</c:v>
                </c:pt>
                <c:pt idx="149">
                  <c:v>11.977703472146674</c:v>
                </c:pt>
                <c:pt idx="150">
                  <c:v>11.988954039933096</c:v>
                </c:pt>
                <c:pt idx="151">
                  <c:v>12.021432774435123</c:v>
                </c:pt>
                <c:pt idx="152">
                  <c:v>12.053920079298232</c:v>
                </c:pt>
                <c:pt idx="153">
                  <c:v>12.078234656949679</c:v>
                </c:pt>
                <c:pt idx="154">
                  <c:v>12.106533603189039</c:v>
                </c:pt>
                <c:pt idx="155">
                  <c:v>12.107380138674618</c:v>
                </c:pt>
                <c:pt idx="156">
                  <c:v>12.089217304439224</c:v>
                </c:pt>
                <c:pt idx="157">
                  <c:v>12.10364307519071</c:v>
                </c:pt>
                <c:pt idx="158">
                  <c:v>12.080131486325294</c:v>
                </c:pt>
                <c:pt idx="159">
                  <c:v>12.014793060910637</c:v>
                </c:pt>
                <c:pt idx="160">
                  <c:v>11.969627875693938</c:v>
                </c:pt>
                <c:pt idx="161">
                  <c:v>11.956233713901119</c:v>
                </c:pt>
                <c:pt idx="162">
                  <c:v>11.979363728672251</c:v>
                </c:pt>
                <c:pt idx="163">
                  <c:v>12.002406109571062</c:v>
                </c:pt>
                <c:pt idx="164">
                  <c:v>11.982898037487685</c:v>
                </c:pt>
                <c:pt idx="165">
                  <c:v>11.932328042846864</c:v>
                </c:pt>
                <c:pt idx="166">
                  <c:v>11.885690222522863</c:v>
                </c:pt>
                <c:pt idx="167">
                  <c:v>11.853385443187657</c:v>
                </c:pt>
                <c:pt idx="168">
                  <c:v>11.824760746016731</c:v>
                </c:pt>
                <c:pt idx="169">
                  <c:v>11.802278218164796</c:v>
                </c:pt>
                <c:pt idx="170">
                  <c:v>11.804276347664187</c:v>
                </c:pt>
                <c:pt idx="171">
                  <c:v>11.801192870725833</c:v>
                </c:pt>
                <c:pt idx="172">
                  <c:v>11.765878427652217</c:v>
                </c:pt>
                <c:pt idx="173">
                  <c:v>11.723469038180804</c:v>
                </c:pt>
                <c:pt idx="174">
                  <c:v>11.721002009556647</c:v>
                </c:pt>
                <c:pt idx="175">
                  <c:v>11.713559461667053</c:v>
                </c:pt>
                <c:pt idx="176">
                  <c:v>11.69507365607666</c:v>
                </c:pt>
                <c:pt idx="177">
                  <c:v>11.700646475462168</c:v>
                </c:pt>
                <c:pt idx="178">
                  <c:v>11.693696067045858</c:v>
                </c:pt>
                <c:pt idx="179">
                  <c:v>11.70491158128335</c:v>
                </c:pt>
                <c:pt idx="180">
                  <c:v>11.749939023039062</c:v>
                </c:pt>
                <c:pt idx="181">
                  <c:v>11.773321670435953</c:v>
                </c:pt>
                <c:pt idx="182">
                  <c:v>11.775902738909817</c:v>
                </c:pt>
                <c:pt idx="183">
                  <c:v>11.76596266426429</c:v>
                </c:pt>
                <c:pt idx="184">
                  <c:v>11.74806759590485</c:v>
                </c:pt>
                <c:pt idx="185">
                  <c:v>11.785066771219924</c:v>
                </c:pt>
                <c:pt idx="186">
                  <c:v>11.809605259205938</c:v>
                </c:pt>
                <c:pt idx="187">
                  <c:v>11.795812459807129</c:v>
                </c:pt>
                <c:pt idx="188">
                  <c:v>11.74450718995387</c:v>
                </c:pt>
                <c:pt idx="189">
                  <c:v>11.720827668337527</c:v>
                </c:pt>
                <c:pt idx="190">
                  <c:v>11.737171578551646</c:v>
                </c:pt>
                <c:pt idx="191">
                  <c:v>11.765005563399709</c:v>
                </c:pt>
                <c:pt idx="192">
                  <c:v>11.755008739065937</c:v>
                </c:pt>
                <c:pt idx="193">
                  <c:v>11.734008111576527</c:v>
                </c:pt>
                <c:pt idx="194">
                  <c:v>11.734939269726482</c:v>
                </c:pt>
                <c:pt idx="195">
                  <c:v>11.730892360665811</c:v>
                </c:pt>
                <c:pt idx="196">
                  <c:v>11.714118465398865</c:v>
                </c:pt>
                <c:pt idx="197">
                  <c:v>11.708119058220779</c:v>
                </c:pt>
                <c:pt idx="198">
                  <c:v>11.733962094142251</c:v>
                </c:pt>
                <c:pt idx="199">
                  <c:v>11.778026567038406</c:v>
                </c:pt>
                <c:pt idx="200">
                  <c:v>11.835220678690755</c:v>
                </c:pt>
                <c:pt idx="201">
                  <c:v>11.8867094778079</c:v>
                </c:pt>
                <c:pt idx="202">
                  <c:v>11.921259691746503</c:v>
                </c:pt>
                <c:pt idx="203">
                  <c:v>11.932260792536034</c:v>
                </c:pt>
                <c:pt idx="204">
                  <c:v>11.92766707899626</c:v>
                </c:pt>
                <c:pt idx="205">
                  <c:v>11.945113786213348</c:v>
                </c:pt>
                <c:pt idx="206">
                  <c:v>11.950215853423044</c:v>
                </c:pt>
                <c:pt idx="207">
                  <c:v>11.905194202451849</c:v>
                </c:pt>
                <c:pt idx="208">
                  <c:v>11.853048342318443</c:v>
                </c:pt>
                <c:pt idx="209">
                  <c:v>11.839063520505128</c:v>
                </c:pt>
                <c:pt idx="210">
                  <c:v>11.846581811856176</c:v>
                </c:pt>
                <c:pt idx="211">
                  <c:v>11.866067261274715</c:v>
                </c:pt>
                <c:pt idx="212">
                  <c:v>11.868622618665334</c:v>
                </c:pt>
                <c:pt idx="213">
                  <c:v>11.862444160430057</c:v>
                </c:pt>
                <c:pt idx="214">
                  <c:v>11.850105233996723</c:v>
                </c:pt>
                <c:pt idx="215">
                  <c:v>11.851234514187537</c:v>
                </c:pt>
                <c:pt idx="216">
                  <c:v>11.857047998577475</c:v>
                </c:pt>
                <c:pt idx="217">
                  <c:v>11.871189403204065</c:v>
                </c:pt>
                <c:pt idx="218">
                  <c:v>11.883507019550384</c:v>
                </c:pt>
                <c:pt idx="219">
                  <c:v>11.906783039301747</c:v>
                </c:pt>
                <c:pt idx="220">
                  <c:v>11.966443793525949</c:v>
                </c:pt>
                <c:pt idx="221">
                  <c:v>11.974714269180216</c:v>
                </c:pt>
                <c:pt idx="222">
                  <c:v>11.962278520829798</c:v>
                </c:pt>
                <c:pt idx="223">
                  <c:v>11.946786550833476</c:v>
                </c:pt>
                <c:pt idx="224">
                  <c:v>11.92563783368141</c:v>
                </c:pt>
                <c:pt idx="225">
                  <c:v>11.908688902301204</c:v>
                </c:pt>
                <c:pt idx="226">
                  <c:v>11.919114785162281</c:v>
                </c:pt>
                <c:pt idx="227">
                  <c:v>11.928984984341332</c:v>
                </c:pt>
                <c:pt idx="228">
                  <c:v>11.958995454851841</c:v>
                </c:pt>
                <c:pt idx="229">
                  <c:v>11.965848346456923</c:v>
                </c:pt>
                <c:pt idx="230">
                  <c:v>11.963409036387977</c:v>
                </c:pt>
                <c:pt idx="231">
                  <c:v>11.959637614249283</c:v>
                </c:pt>
                <c:pt idx="232">
                  <c:v>11.970584204453917</c:v>
                </c:pt>
                <c:pt idx="233">
                  <c:v>11.971124137202061</c:v>
                </c:pt>
                <c:pt idx="234">
                  <c:v>11.955160025241645</c:v>
                </c:pt>
                <c:pt idx="235">
                  <c:v>11.908685041778194</c:v>
                </c:pt>
                <c:pt idx="236">
                  <c:v>11.851945159263176</c:v>
                </c:pt>
                <c:pt idx="237">
                  <c:v>11.798526561903913</c:v>
                </c:pt>
                <c:pt idx="238">
                  <c:v>11.783795732624192</c:v>
                </c:pt>
                <c:pt idx="239">
                  <c:v>11.801115119792414</c:v>
                </c:pt>
                <c:pt idx="240">
                  <c:v>11.830317505626519</c:v>
                </c:pt>
                <c:pt idx="241">
                  <c:v>11.827284601539592</c:v>
                </c:pt>
                <c:pt idx="242">
                  <c:v>11.789101481027885</c:v>
                </c:pt>
                <c:pt idx="243">
                  <c:v>11.765808938238042</c:v>
                </c:pt>
                <c:pt idx="244">
                  <c:v>11.773631824854558</c:v>
                </c:pt>
                <c:pt idx="245">
                  <c:v>11.792127745015234</c:v>
                </c:pt>
                <c:pt idx="246">
                  <c:v>11.799009667753351</c:v>
                </c:pt>
                <c:pt idx="247">
                  <c:v>11.772174477418371</c:v>
                </c:pt>
                <c:pt idx="248">
                  <c:v>11.743066674398007</c:v>
                </c:pt>
                <c:pt idx="249">
                  <c:v>11.768313799987693</c:v>
                </c:pt>
                <c:pt idx="250">
                  <c:v>11.799472467251762</c:v>
                </c:pt>
                <c:pt idx="251">
                  <c:v>11.860293231429939</c:v>
                </c:pt>
                <c:pt idx="252">
                  <c:v>11.895669983344931</c:v>
                </c:pt>
                <c:pt idx="253">
                  <c:v>11.913035310736971</c:v>
                </c:pt>
                <c:pt idx="254">
                  <c:v>11.910972015609175</c:v>
                </c:pt>
                <c:pt idx="255">
                  <c:v>11.898366249825408</c:v>
                </c:pt>
                <c:pt idx="256">
                  <c:v>11.875234227582309</c:v>
                </c:pt>
                <c:pt idx="257">
                  <c:v>11.917470665622885</c:v>
                </c:pt>
                <c:pt idx="258">
                  <c:v>11.959054212012049</c:v>
                </c:pt>
                <c:pt idx="259">
                  <c:v>12</c:v>
                </c:pt>
                <c:pt idx="260">
                  <c:v>11.975178612887831</c:v>
                </c:pt>
                <c:pt idx="261">
                  <c:v>11.971514436078348</c:v>
                </c:pt>
                <c:pt idx="262">
                  <c:v>11.956299420002743</c:v>
                </c:pt>
                <c:pt idx="263">
                  <c:v>11.93537214245052</c:v>
                </c:pt>
                <c:pt idx="264">
                  <c:v>11.924769216004215</c:v>
                </c:pt>
                <c:pt idx="265">
                  <c:v>11.916467238482188</c:v>
                </c:pt>
                <c:pt idx="266">
                  <c:v>11.890769512646804</c:v>
                </c:pt>
                <c:pt idx="267">
                  <c:v>11.861501034658772</c:v>
                </c:pt>
                <c:pt idx="268">
                  <c:v>11.847473052198207</c:v>
                </c:pt>
                <c:pt idx="269">
                  <c:v>11.838017395979945</c:v>
                </c:pt>
                <c:pt idx="270">
                  <c:v>11.820981680042477</c:v>
                </c:pt>
                <c:pt idx="271">
                  <c:v>11.809664865681208</c:v>
                </c:pt>
                <c:pt idx="272">
                  <c:v>11.798296937995291</c:v>
                </c:pt>
                <c:pt idx="273">
                  <c:v>11.807396113518834</c:v>
                </c:pt>
                <c:pt idx="274">
                  <c:v>11.834539914063214</c:v>
                </c:pt>
                <c:pt idx="275">
                  <c:v>11.868129475456069</c:v>
                </c:pt>
                <c:pt idx="276">
                  <c:v>11.885453572462364</c:v>
                </c:pt>
                <c:pt idx="277">
                  <c:v>11.911564297049331</c:v>
                </c:pt>
                <c:pt idx="278">
                  <c:v>11.988007748532944</c:v>
                </c:pt>
                <c:pt idx="279">
                  <c:v>12.024220380890009</c:v>
                </c:pt>
                <c:pt idx="280">
                  <c:v>12.029890099403064</c:v>
                </c:pt>
                <c:pt idx="281">
                  <c:v>12.083174813824348</c:v>
                </c:pt>
                <c:pt idx="282">
                  <c:v>12.220136982165851</c:v>
                </c:pt>
                <c:pt idx="283">
                  <c:v>12.297303741240571</c:v>
                </c:pt>
                <c:pt idx="284">
                  <c:v>12.299308588049998</c:v>
                </c:pt>
                <c:pt idx="285">
                  <c:v>12.282588045211048</c:v>
                </c:pt>
                <c:pt idx="286">
                  <c:v>12.495548392312218</c:v>
                </c:pt>
                <c:pt idx="287">
                  <c:v>12.597935176105093</c:v>
                </c:pt>
                <c:pt idx="288">
                  <c:v>12.606117168571975</c:v>
                </c:pt>
                <c:pt idx="289">
                  <c:v>12.661920102152521</c:v>
                </c:pt>
                <c:pt idx="290">
                  <c:v>12.699853137983665</c:v>
                </c:pt>
                <c:pt idx="291">
                  <c:v>12.787043513421839</c:v>
                </c:pt>
                <c:pt idx="292">
                  <c:v>12.808004917997467</c:v>
                </c:pt>
                <c:pt idx="293">
                  <c:v>12.896124907376397</c:v>
                </c:pt>
                <c:pt idx="294">
                  <c:v>12.852664837962658</c:v>
                </c:pt>
                <c:pt idx="295">
                  <c:v>12.852299323644084</c:v>
                </c:pt>
                <c:pt idx="296">
                  <c:v>12.86875935839034</c:v>
                </c:pt>
                <c:pt idx="297">
                  <c:v>12.859922157958238</c:v>
                </c:pt>
                <c:pt idx="298">
                  <c:v>12.865802661027629</c:v>
                </c:pt>
                <c:pt idx="299">
                  <c:v>12.938786620631737</c:v>
                </c:pt>
                <c:pt idx="300">
                  <c:v>12.923571064082905</c:v>
                </c:pt>
                <c:pt idx="301">
                  <c:v>12.859020030941325</c:v>
                </c:pt>
                <c:pt idx="302">
                  <c:v>12.854328105696181</c:v>
                </c:pt>
                <c:pt idx="303">
                  <c:v>13.075133807657782</c:v>
                </c:pt>
                <c:pt idx="304">
                  <c:v>13.227326897429695</c:v>
                </c:pt>
                <c:pt idx="305">
                  <c:v>13.094662958196782</c:v>
                </c:pt>
                <c:pt idx="306">
                  <c:v>12.98961627405019</c:v>
                </c:pt>
                <c:pt idx="307">
                  <c:v>12.937951357873336</c:v>
                </c:pt>
                <c:pt idx="308">
                  <c:v>12.846732603884936</c:v>
                </c:pt>
                <c:pt idx="309">
                  <c:v>12.850381261391929</c:v>
                </c:pt>
                <c:pt idx="310">
                  <c:v>12.881556220063093</c:v>
                </c:pt>
                <c:pt idx="311">
                  <c:v>12.860616897679073</c:v>
                </c:pt>
                <c:pt idx="312">
                  <c:v>12.864808807983996</c:v>
                </c:pt>
                <c:pt idx="313">
                  <c:v>12.775423030320622</c:v>
                </c:pt>
                <c:pt idx="314">
                  <c:v>12.739485730464615</c:v>
                </c:pt>
                <c:pt idx="315">
                  <c:v>12.745807414103549</c:v>
                </c:pt>
                <c:pt idx="316">
                  <c:v>12.724035145274959</c:v>
                </c:pt>
                <c:pt idx="317">
                  <c:v>12.757366283257538</c:v>
                </c:pt>
                <c:pt idx="318">
                  <c:v>12.756382930836487</c:v>
                </c:pt>
                <c:pt idx="319">
                  <c:v>12.749965506226907</c:v>
                </c:pt>
                <c:pt idx="320">
                  <c:v>12.782646995397405</c:v>
                </c:pt>
                <c:pt idx="321">
                  <c:v>12.871887154132846</c:v>
                </c:pt>
                <c:pt idx="322">
                  <c:v>12.832583014949567</c:v>
                </c:pt>
                <c:pt idx="323">
                  <c:v>12.816797954046336</c:v>
                </c:pt>
                <c:pt idx="324">
                  <c:v>12.847017356062143</c:v>
                </c:pt>
                <c:pt idx="325">
                  <c:v>12.877336513992507</c:v>
                </c:pt>
                <c:pt idx="326">
                  <c:v>12.859858536539047</c:v>
                </c:pt>
                <c:pt idx="327">
                  <c:v>12.848368847957385</c:v>
                </c:pt>
                <c:pt idx="328">
                  <c:v>12.92491637914134</c:v>
                </c:pt>
                <c:pt idx="329">
                  <c:v>13.007372054739431</c:v>
                </c:pt>
                <c:pt idx="330">
                  <c:v>13.024169962459501</c:v>
                </c:pt>
                <c:pt idx="331">
                  <c:v>12.979009873133171</c:v>
                </c:pt>
                <c:pt idx="332">
                  <c:v>12.945216398914948</c:v>
                </c:pt>
                <c:pt idx="333">
                  <c:v>12.965764264265776</c:v>
                </c:pt>
                <c:pt idx="334">
                  <c:v>12.921961534829677</c:v>
                </c:pt>
                <c:pt idx="335">
                  <c:v>12.818387871842688</c:v>
                </c:pt>
                <c:pt idx="336">
                  <c:v>12.821136718646549</c:v>
                </c:pt>
                <c:pt idx="337">
                  <c:v>12.855938098212164</c:v>
                </c:pt>
                <c:pt idx="338">
                  <c:v>12.856236285009441</c:v>
                </c:pt>
                <c:pt idx="339">
                  <c:v>12.808308046264193</c:v>
                </c:pt>
                <c:pt idx="340">
                  <c:v>12.782545077589951</c:v>
                </c:pt>
                <c:pt idx="341">
                  <c:v>12.853209943811635</c:v>
                </c:pt>
                <c:pt idx="342">
                  <c:v>12.865839876469435</c:v>
                </c:pt>
                <c:pt idx="343">
                  <c:v>12.866206780576286</c:v>
                </c:pt>
                <c:pt idx="344">
                  <c:v>12.91860565938776</c:v>
                </c:pt>
                <c:pt idx="345">
                  <c:v>12.914154939620261</c:v>
                </c:pt>
                <c:pt idx="346">
                  <c:v>12.973931432324301</c:v>
                </c:pt>
                <c:pt idx="347">
                  <c:v>12.979101599159891</c:v>
                </c:pt>
                <c:pt idx="348">
                  <c:v>13.034656532742286</c:v>
                </c:pt>
                <c:pt idx="349">
                  <c:v>13.050875362010895</c:v>
                </c:pt>
                <c:pt idx="350">
                  <c:v>13.202150728252914</c:v>
                </c:pt>
                <c:pt idx="351">
                  <c:v>13.342508844265188</c:v>
                </c:pt>
                <c:pt idx="352">
                  <c:v>13.335814697366267</c:v>
                </c:pt>
                <c:pt idx="353">
                  <c:v>13.378008206390973</c:v>
                </c:pt>
                <c:pt idx="354">
                  <c:v>13.35931478187311</c:v>
                </c:pt>
                <c:pt idx="355">
                  <c:v>13.374676420612628</c:v>
                </c:pt>
                <c:pt idx="356">
                  <c:v>13.487879926616095</c:v>
                </c:pt>
                <c:pt idx="357">
                  <c:v>13.385694198861566</c:v>
                </c:pt>
                <c:pt idx="358">
                  <c:v>13.29586569641944</c:v>
                </c:pt>
                <c:pt idx="359">
                  <c:v>13.4567441908587</c:v>
                </c:pt>
                <c:pt idx="360">
                  <c:v>13.461548225692045</c:v>
                </c:pt>
                <c:pt idx="361">
                  <c:v>13.432951169865863</c:v>
                </c:pt>
                <c:pt idx="362">
                  <c:v>13.404614622132401</c:v>
                </c:pt>
                <c:pt idx="363">
                  <c:v>13.39761503065294</c:v>
                </c:pt>
                <c:pt idx="364">
                  <c:v>13.425725660579888</c:v>
                </c:pt>
                <c:pt idx="365">
                  <c:v>13.365837830392252</c:v>
                </c:pt>
                <c:pt idx="366">
                  <c:v>13.285680092510484</c:v>
                </c:pt>
                <c:pt idx="367">
                  <c:v>13.271798578292914</c:v>
                </c:pt>
                <c:pt idx="368">
                  <c:v>13.286847823510481</c:v>
                </c:pt>
                <c:pt idx="369">
                  <c:v>13.236947938453685</c:v>
                </c:pt>
                <c:pt idx="370">
                  <c:v>13.189075908923463</c:v>
                </c:pt>
                <c:pt idx="371">
                  <c:v>13.059558913627212</c:v>
                </c:pt>
                <c:pt idx="372">
                  <c:v>13.025038734557617</c:v>
                </c:pt>
                <c:pt idx="373">
                  <c:v>12.973228199452846</c:v>
                </c:pt>
                <c:pt idx="374">
                  <c:v>12.976829758579104</c:v>
                </c:pt>
                <c:pt idx="375">
                  <c:v>12.908185026837964</c:v>
                </c:pt>
                <c:pt idx="376">
                  <c:v>12.778498322950192</c:v>
                </c:pt>
                <c:pt idx="377">
                  <c:v>12.629180550715965</c:v>
                </c:pt>
                <c:pt idx="378">
                  <c:v>12.473406285379282</c:v>
                </c:pt>
                <c:pt idx="379">
                  <c:v>12.370932408187304</c:v>
                </c:pt>
                <c:pt idx="380">
                  <c:v>12.342747501797652</c:v>
                </c:pt>
                <c:pt idx="381">
                  <c:v>12.228476792813375</c:v>
                </c:pt>
                <c:pt idx="382">
                  <c:v>12.15284706236976</c:v>
                </c:pt>
                <c:pt idx="383">
                  <c:v>11.970943619146125</c:v>
                </c:pt>
                <c:pt idx="384">
                  <c:v>11.87153962985151</c:v>
                </c:pt>
                <c:pt idx="385">
                  <c:v>11.778971082597975</c:v>
                </c:pt>
                <c:pt idx="386">
                  <c:v>11.676650236538107</c:v>
                </c:pt>
                <c:pt idx="387">
                  <c:v>11.609050393954792</c:v>
                </c:pt>
                <c:pt idx="388">
                  <c:v>11.544273867664204</c:v>
                </c:pt>
                <c:pt idx="389">
                  <c:v>11.503956495611783</c:v>
                </c:pt>
                <c:pt idx="390">
                  <c:v>11.47031230781834</c:v>
                </c:pt>
                <c:pt idx="391">
                  <c:v>11.461408436153858</c:v>
                </c:pt>
                <c:pt idx="392">
                  <c:v>11.460001507148183</c:v>
                </c:pt>
                <c:pt idx="393">
                  <c:v>11.453175330362326</c:v>
                </c:pt>
                <c:pt idx="394">
                  <c:v>11.441302677898111</c:v>
                </c:pt>
                <c:pt idx="395">
                  <c:v>11.406126673179626</c:v>
                </c:pt>
                <c:pt idx="396">
                  <c:v>11.363464805503376</c:v>
                </c:pt>
                <c:pt idx="397">
                  <c:v>11.330811613966539</c:v>
                </c:pt>
                <c:pt idx="398">
                  <c:v>11.318796932860796</c:v>
                </c:pt>
                <c:pt idx="399">
                  <c:v>11.330429808240874</c:v>
                </c:pt>
                <c:pt idx="400">
                  <c:v>11.334431780813711</c:v>
                </c:pt>
                <c:pt idx="401">
                  <c:v>11.321189588509169</c:v>
                </c:pt>
                <c:pt idx="402">
                  <c:v>11.322613503816088</c:v>
                </c:pt>
                <c:pt idx="403">
                  <c:v>11.312538793430594</c:v>
                </c:pt>
                <c:pt idx="404">
                  <c:v>11.295772001525988</c:v>
                </c:pt>
                <c:pt idx="405">
                  <c:v>11.279041382721982</c:v>
                </c:pt>
                <c:pt idx="406">
                  <c:v>11.262758545981878</c:v>
                </c:pt>
                <c:pt idx="407">
                  <c:v>11.243842118352363</c:v>
                </c:pt>
                <c:pt idx="408">
                  <c:v>11.226680819601389</c:v>
                </c:pt>
                <c:pt idx="409">
                  <c:v>11.202855968596344</c:v>
                </c:pt>
                <c:pt idx="410">
                  <c:v>11.188551398964746</c:v>
                </c:pt>
                <c:pt idx="411">
                  <c:v>11.161700708629883</c:v>
                </c:pt>
                <c:pt idx="412">
                  <c:v>11.136741626313263</c:v>
                </c:pt>
                <c:pt idx="413">
                  <c:v>11.12715743398139</c:v>
                </c:pt>
                <c:pt idx="414">
                  <c:v>11.125440003110038</c:v>
                </c:pt>
                <c:pt idx="415">
                  <c:v>11.13603603852277</c:v>
                </c:pt>
                <c:pt idx="416">
                  <c:v>11.134701204784299</c:v>
                </c:pt>
                <c:pt idx="417">
                  <c:v>11.117919144511189</c:v>
                </c:pt>
                <c:pt idx="418">
                  <c:v>11.100037626587515</c:v>
                </c:pt>
                <c:pt idx="419">
                  <c:v>11.099832912703615</c:v>
                </c:pt>
                <c:pt idx="420">
                  <c:v>11.08662032095925</c:v>
                </c:pt>
                <c:pt idx="421">
                  <c:v>11.074068293655779</c:v>
                </c:pt>
                <c:pt idx="422">
                  <c:v>11.071089692650638</c:v>
                </c:pt>
                <c:pt idx="423">
                  <c:v>11.081410284572277</c:v>
                </c:pt>
                <c:pt idx="424">
                  <c:v>11.075587510798847</c:v>
                </c:pt>
                <c:pt idx="425">
                  <c:v>11.084136634178307</c:v>
                </c:pt>
                <c:pt idx="426">
                  <c:v>11.079599612418932</c:v>
                </c:pt>
                <c:pt idx="427">
                  <c:v>11.078447058100021</c:v>
                </c:pt>
                <c:pt idx="428">
                  <c:v>11.062295160649102</c:v>
                </c:pt>
                <c:pt idx="429">
                  <c:v>11.04825319826959</c:v>
                </c:pt>
                <c:pt idx="430">
                  <c:v>11.062598042807487</c:v>
                </c:pt>
                <c:pt idx="431">
                  <c:v>11.106139318322745</c:v>
                </c:pt>
                <c:pt idx="432">
                  <c:v>11.089565726292161</c:v>
                </c:pt>
                <c:pt idx="433">
                  <c:v>11.102303859758626</c:v>
                </c:pt>
                <c:pt idx="434">
                  <c:v>11.127207234728216</c:v>
                </c:pt>
                <c:pt idx="435">
                  <c:v>11.197630190926798</c:v>
                </c:pt>
                <c:pt idx="436">
                  <c:v>11.288382574433008</c:v>
                </c:pt>
                <c:pt idx="437">
                  <c:v>11.310346730557809</c:v>
                </c:pt>
                <c:pt idx="438">
                  <c:v>11.345727979982108</c:v>
                </c:pt>
                <c:pt idx="439">
                  <c:v>11.29814243986444</c:v>
                </c:pt>
                <c:pt idx="440">
                  <c:v>11.316155215570447</c:v>
                </c:pt>
                <c:pt idx="441">
                  <c:v>11.319333970216682</c:v>
                </c:pt>
                <c:pt idx="442">
                  <c:v>11.29426585707896</c:v>
                </c:pt>
                <c:pt idx="443">
                  <c:v>11.30996969257806</c:v>
                </c:pt>
                <c:pt idx="444">
                  <c:v>11.325986269046179</c:v>
                </c:pt>
                <c:pt idx="445">
                  <c:v>11.312721955944792</c:v>
                </c:pt>
                <c:pt idx="446">
                  <c:v>11.339672054747158</c:v>
                </c:pt>
                <c:pt idx="447">
                  <c:v>11.38598593858541</c:v>
                </c:pt>
                <c:pt idx="448">
                  <c:v>11.357643986119722</c:v>
                </c:pt>
                <c:pt idx="449">
                  <c:v>11.36400801969608</c:v>
                </c:pt>
                <c:pt idx="450">
                  <c:v>11.404141630853237</c:v>
                </c:pt>
                <c:pt idx="451">
                  <c:v>11.437881212170252</c:v>
                </c:pt>
                <c:pt idx="452">
                  <c:v>11.440698390231395</c:v>
                </c:pt>
                <c:pt idx="453">
                  <c:v>11.439074538437799</c:v>
                </c:pt>
                <c:pt idx="454">
                  <c:v>11.441109188484864</c:v>
                </c:pt>
                <c:pt idx="455">
                  <c:v>11.446367066403234</c:v>
                </c:pt>
                <c:pt idx="456">
                  <c:v>11.453810231976512</c:v>
                </c:pt>
                <c:pt idx="457">
                  <c:v>11.465071879463972</c:v>
                </c:pt>
                <c:pt idx="458">
                  <c:v>11.469296527004012</c:v>
                </c:pt>
                <c:pt idx="459">
                  <c:v>11.45309005140904</c:v>
                </c:pt>
                <c:pt idx="460">
                  <c:v>11.457111828464917</c:v>
                </c:pt>
                <c:pt idx="461">
                  <c:v>11.459177401301289</c:v>
                </c:pt>
                <c:pt idx="462">
                  <c:v>11.470576328986978</c:v>
                </c:pt>
                <c:pt idx="463">
                  <c:v>11.485879789644734</c:v>
                </c:pt>
                <c:pt idx="464">
                  <c:v>11.495275916598189</c:v>
                </c:pt>
                <c:pt idx="465">
                  <c:v>11.510538841764342</c:v>
                </c:pt>
                <c:pt idx="466">
                  <c:v>11.51179988160548</c:v>
                </c:pt>
                <c:pt idx="467">
                  <c:v>11.527871161684649</c:v>
                </c:pt>
                <c:pt idx="468">
                  <c:v>11.530658034640165</c:v>
                </c:pt>
                <c:pt idx="469">
                  <c:v>11.535795425635401</c:v>
                </c:pt>
                <c:pt idx="470">
                  <c:v>11.542576241275894</c:v>
                </c:pt>
                <c:pt idx="471">
                  <c:v>11.563184485206591</c:v>
                </c:pt>
                <c:pt idx="472">
                  <c:v>11.577907709255982</c:v>
                </c:pt>
                <c:pt idx="473">
                  <c:v>11.581335776478188</c:v>
                </c:pt>
                <c:pt idx="474">
                  <c:v>11.569604921024123</c:v>
                </c:pt>
                <c:pt idx="475">
                  <c:v>11.600917082683061</c:v>
                </c:pt>
                <c:pt idx="476">
                  <c:v>11.60981697800884</c:v>
                </c:pt>
                <c:pt idx="477">
                  <c:v>11.620191014045895</c:v>
                </c:pt>
                <c:pt idx="478">
                  <c:v>11.624233599320796</c:v>
                </c:pt>
                <c:pt idx="479">
                  <c:v>11.633999757404736</c:v>
                </c:pt>
                <c:pt idx="480">
                  <c:v>11.62226940381866</c:v>
                </c:pt>
                <c:pt idx="481">
                  <c:v>11.621961372687711</c:v>
                </c:pt>
                <c:pt idx="482">
                  <c:v>11.615506539610163</c:v>
                </c:pt>
                <c:pt idx="483">
                  <c:v>11.608686037793131</c:v>
                </c:pt>
                <c:pt idx="484">
                  <c:v>11.622666883267744</c:v>
                </c:pt>
                <c:pt idx="485">
                  <c:v>11.630007783586493</c:v>
                </c:pt>
                <c:pt idx="486">
                  <c:v>11.649947076090058</c:v>
                </c:pt>
                <c:pt idx="487">
                  <c:v>11.683299292528275</c:v>
                </c:pt>
                <c:pt idx="488">
                  <c:v>11.700873628636064</c:v>
                </c:pt>
                <c:pt idx="489">
                  <c:v>11.691384694709456</c:v>
                </c:pt>
                <c:pt idx="490">
                  <c:v>11.668324014931578</c:v>
                </c:pt>
                <c:pt idx="491">
                  <c:v>11.666635422167108</c:v>
                </c:pt>
                <c:pt idx="492">
                  <c:v>11.667122620170939</c:v>
                </c:pt>
                <c:pt idx="493">
                  <c:v>11.661238642630845</c:v>
                </c:pt>
                <c:pt idx="494">
                  <c:v>11.642172523221626</c:v>
                </c:pt>
                <c:pt idx="495">
                  <c:v>11.65266859039102</c:v>
                </c:pt>
                <c:pt idx="496">
                  <c:v>11.680688961289995</c:v>
                </c:pt>
                <c:pt idx="497">
                  <c:v>11.682224831764199</c:v>
                </c:pt>
                <c:pt idx="498">
                  <c:v>11.674957937671547</c:v>
                </c:pt>
                <c:pt idx="499">
                  <c:v>11.675326385987598</c:v>
                </c:pt>
                <c:pt idx="500">
                  <c:v>11.66532353923793</c:v>
                </c:pt>
                <c:pt idx="501">
                  <c:v>11.662646729793424</c:v>
                </c:pt>
                <c:pt idx="502">
                  <c:v>11.674269760839827</c:v>
                </c:pt>
                <c:pt idx="503">
                  <c:v>11.691645897696295</c:v>
                </c:pt>
                <c:pt idx="504">
                  <c:v>11.708478318492068</c:v>
                </c:pt>
                <c:pt idx="505">
                  <c:v>11.722622811537065</c:v>
                </c:pt>
                <c:pt idx="506">
                  <c:v>11.735747122771503</c:v>
                </c:pt>
                <c:pt idx="507">
                  <c:v>11.760353247120648</c:v>
                </c:pt>
                <c:pt idx="508">
                  <c:v>11.786226009069296</c:v>
                </c:pt>
                <c:pt idx="509">
                  <c:v>11.789171279283901</c:v>
                </c:pt>
                <c:pt idx="510">
                  <c:v>11.793072414995724</c:v>
                </c:pt>
                <c:pt idx="511">
                  <c:v>11.815523904242662</c:v>
                </c:pt>
                <c:pt idx="512">
                  <c:v>11.824375002557597</c:v>
                </c:pt>
                <c:pt idx="513">
                  <c:v>11.850629493021449</c:v>
                </c:pt>
                <c:pt idx="514">
                  <c:v>11.882397736868759</c:v>
                </c:pt>
                <c:pt idx="515">
                  <c:v>11.940425103807533</c:v>
                </c:pt>
                <c:pt idx="516">
                  <c:v>11.994223267789117</c:v>
                </c:pt>
                <c:pt idx="517">
                  <c:v>12.024494091971402</c:v>
                </c:pt>
                <c:pt idx="518">
                  <c:v>12.030543840369536</c:v>
                </c:pt>
                <c:pt idx="519">
                  <c:v>12.018757045937058</c:v>
                </c:pt>
                <c:pt idx="520">
                  <c:v>12.006822779525608</c:v>
                </c:pt>
                <c:pt idx="521">
                  <c:v>11.999852682441947</c:v>
                </c:pt>
                <c:pt idx="522">
                  <c:v>12.0236227719281</c:v>
                </c:pt>
                <c:pt idx="523">
                  <c:v>12.080613047965532</c:v>
                </c:pt>
                <c:pt idx="524">
                  <c:v>12.094862161184095</c:v>
                </c:pt>
                <c:pt idx="525">
                  <c:v>12.0682983656167</c:v>
                </c:pt>
                <c:pt idx="526">
                  <c:v>12.046493436763438</c:v>
                </c:pt>
                <c:pt idx="527">
                  <c:v>12.042660709519346</c:v>
                </c:pt>
                <c:pt idx="528">
                  <c:v>12.047647964774736</c:v>
                </c:pt>
                <c:pt idx="529">
                  <c:v>12.052663556269014</c:v>
                </c:pt>
                <c:pt idx="530">
                  <c:v>12.043108221346639</c:v>
                </c:pt>
                <c:pt idx="531">
                  <c:v>12.009874214122982</c:v>
                </c:pt>
                <c:pt idx="532">
                  <c:v>11.993439504407675</c:v>
                </c:pt>
                <c:pt idx="533">
                  <c:v>11.984578754785215</c:v>
                </c:pt>
                <c:pt idx="534">
                  <c:v>11.997953768383907</c:v>
                </c:pt>
                <c:pt idx="535">
                  <c:v>12.015420395899723</c:v>
                </c:pt>
                <c:pt idx="536">
                  <c:v>11.995695285212737</c:v>
                </c:pt>
                <c:pt idx="537">
                  <c:v>11.980184553074587</c:v>
                </c:pt>
                <c:pt idx="538">
                  <c:v>11.975955427327856</c:v>
                </c:pt>
                <c:pt idx="539">
                  <c:v>11.990911170678123</c:v>
                </c:pt>
                <c:pt idx="540">
                  <c:v>12.043157944883005</c:v>
                </c:pt>
                <c:pt idx="541">
                  <c:v>12.091723555977159</c:v>
                </c:pt>
                <c:pt idx="542">
                  <c:v>12.134535134735728</c:v>
                </c:pt>
                <c:pt idx="543">
                  <c:v>12.171686260236466</c:v>
                </c:pt>
                <c:pt idx="544">
                  <c:v>12.20682613045958</c:v>
                </c:pt>
                <c:pt idx="545">
                  <c:v>12.224712319616097</c:v>
                </c:pt>
                <c:pt idx="546">
                  <c:v>12.230966289681447</c:v>
                </c:pt>
                <c:pt idx="547">
                  <c:v>12.244041031800441</c:v>
                </c:pt>
                <c:pt idx="548">
                  <c:v>12.265225960658338</c:v>
                </c:pt>
                <c:pt idx="549">
                  <c:v>12.267285395263123</c:v>
                </c:pt>
                <c:pt idx="550">
                  <c:v>12.323918495711693</c:v>
                </c:pt>
                <c:pt idx="551">
                  <c:v>12.376883018354548</c:v>
                </c:pt>
                <c:pt idx="552">
                  <c:v>12.42172932437064</c:v>
                </c:pt>
                <c:pt idx="553">
                  <c:v>12.483271929141182</c:v>
                </c:pt>
                <c:pt idx="554">
                  <c:v>12.52078308701781</c:v>
                </c:pt>
                <c:pt idx="555">
                  <c:v>12.535153343448417</c:v>
                </c:pt>
                <c:pt idx="556">
                  <c:v>12.494508985097067</c:v>
                </c:pt>
                <c:pt idx="557">
                  <c:v>12.421720676799099</c:v>
                </c:pt>
                <c:pt idx="558">
                  <c:v>12.361410814236034</c:v>
                </c:pt>
                <c:pt idx="559">
                  <c:v>12.326662092204268</c:v>
                </c:pt>
                <c:pt idx="560">
                  <c:v>12.32094265015485</c:v>
                </c:pt>
                <c:pt idx="561">
                  <c:v>12.277817596927889</c:v>
                </c:pt>
                <c:pt idx="562">
                  <c:v>12.229543686952351</c:v>
                </c:pt>
                <c:pt idx="563">
                  <c:v>12.221496272317587</c:v>
                </c:pt>
                <c:pt idx="564">
                  <c:v>12.263844974367286</c:v>
                </c:pt>
                <c:pt idx="565">
                  <c:v>12.266665318057296</c:v>
                </c:pt>
                <c:pt idx="566">
                  <c:v>12.30214916088058</c:v>
                </c:pt>
                <c:pt idx="567">
                  <c:v>12.304564767338245</c:v>
                </c:pt>
                <c:pt idx="568">
                  <c:v>12.260047841145347</c:v>
                </c:pt>
                <c:pt idx="569">
                  <c:v>12.271870615652274</c:v>
                </c:pt>
                <c:pt idx="570">
                  <c:v>12.281754558293242</c:v>
                </c:pt>
                <c:pt idx="571">
                  <c:v>12.221002897476939</c:v>
                </c:pt>
                <c:pt idx="572">
                  <c:v>12.143791356335308</c:v>
                </c:pt>
                <c:pt idx="573">
                  <c:v>12.226588224956998</c:v>
                </c:pt>
                <c:pt idx="574">
                  <c:v>12.215026421805531</c:v>
                </c:pt>
                <c:pt idx="575">
                  <c:v>12.119131184664026</c:v>
                </c:pt>
                <c:pt idx="576">
                  <c:v>12.092708143765568</c:v>
                </c:pt>
                <c:pt idx="577">
                  <c:v>12.053301700722528</c:v>
                </c:pt>
                <c:pt idx="578">
                  <c:v>11.992206530568817</c:v>
                </c:pt>
                <c:pt idx="579">
                  <c:v>12.065944913579489</c:v>
                </c:pt>
                <c:pt idx="580">
                  <c:v>12.091903533559874</c:v>
                </c:pt>
                <c:pt idx="581">
                  <c:v>11.839616810662889</c:v>
                </c:pt>
                <c:pt idx="582">
                  <c:v>11.50422457032958</c:v>
                </c:pt>
                <c:pt idx="583">
                  <c:v>11.414093209857334</c:v>
                </c:pt>
                <c:pt idx="584">
                  <c:v>12.051805979687627</c:v>
                </c:pt>
                <c:pt idx="585">
                  <c:v>12.00616703108717</c:v>
                </c:pt>
                <c:pt idx="586">
                  <c:v>11.367257576334314</c:v>
                </c:pt>
                <c:pt idx="587">
                  <c:v>11.091500687983805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014F-48C8-BF04-9E4E678005A5}"/>
            </c:ext>
          </c:extLst>
        </c:ser>
        <c:ser>
          <c:idx val="11"/>
          <c:order val="11"/>
          <c:tx>
            <c:strRef>
              <c:f>Sheet2!$M$1</c:f>
              <c:strCache>
                <c:ptCount val="1"/>
                <c:pt idx="0">
                  <c:v>S12_z/O-PTIR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Sheet2!$M$2:$M$589</c:f>
              <c:numCache>
                <c:formatCode>General</c:formatCode>
                <c:ptCount val="588"/>
                <c:pt idx="0">
                  <c:v>12.002580485242758</c:v>
                </c:pt>
                <c:pt idx="1">
                  <c:v>12.121774390824994</c:v>
                </c:pt>
                <c:pt idx="2">
                  <c:v>12.108086136319098</c:v>
                </c:pt>
                <c:pt idx="3">
                  <c:v>12.124704487288328</c:v>
                </c:pt>
                <c:pt idx="4">
                  <c:v>12.165452996312871</c:v>
                </c:pt>
                <c:pt idx="5">
                  <c:v>12.166476746890034</c:v>
                </c:pt>
                <c:pt idx="6">
                  <c:v>12.159809040128238</c:v>
                </c:pt>
                <c:pt idx="7">
                  <c:v>12.178508280437946</c:v>
                </c:pt>
                <c:pt idx="8">
                  <c:v>12.191139396180526</c:v>
                </c:pt>
                <c:pt idx="9">
                  <c:v>12.217604399321365</c:v>
                </c:pt>
                <c:pt idx="10">
                  <c:v>12.28043043747584</c:v>
                </c:pt>
                <c:pt idx="11">
                  <c:v>12.306083386239907</c:v>
                </c:pt>
                <c:pt idx="12">
                  <c:v>12.279254992959958</c:v>
                </c:pt>
                <c:pt idx="13">
                  <c:v>12.295311669489841</c:v>
                </c:pt>
                <c:pt idx="14">
                  <c:v>12.317650379383752</c:v>
                </c:pt>
                <c:pt idx="15">
                  <c:v>12.318831046046839</c:v>
                </c:pt>
                <c:pt idx="16">
                  <c:v>12.318191762949919</c:v>
                </c:pt>
                <c:pt idx="17">
                  <c:v>12.331434331310131</c:v>
                </c:pt>
                <c:pt idx="18">
                  <c:v>12.34867440092534</c:v>
                </c:pt>
                <c:pt idx="19">
                  <c:v>12.356958299329953</c:v>
                </c:pt>
                <c:pt idx="20">
                  <c:v>12.37250452669981</c:v>
                </c:pt>
                <c:pt idx="21">
                  <c:v>12.39570021401995</c:v>
                </c:pt>
                <c:pt idx="22">
                  <c:v>12.402865587215981</c:v>
                </c:pt>
                <c:pt idx="23">
                  <c:v>12.403096242537153</c:v>
                </c:pt>
                <c:pt idx="24">
                  <c:v>12.420046829028326</c:v>
                </c:pt>
                <c:pt idx="25">
                  <c:v>12.430185764149879</c:v>
                </c:pt>
                <c:pt idx="26">
                  <c:v>12.430196124554376</c:v>
                </c:pt>
                <c:pt idx="27">
                  <c:v>12.433173042076497</c:v>
                </c:pt>
                <c:pt idx="28">
                  <c:v>12.440644781241947</c:v>
                </c:pt>
                <c:pt idx="29">
                  <c:v>12.454657794581113</c:v>
                </c:pt>
                <c:pt idx="30">
                  <c:v>12.473446954393415</c:v>
                </c:pt>
                <c:pt idx="31">
                  <c:v>12.471257637337859</c:v>
                </c:pt>
                <c:pt idx="32">
                  <c:v>12.479483001554312</c:v>
                </c:pt>
                <c:pt idx="33">
                  <c:v>12.496515422657525</c:v>
                </c:pt>
                <c:pt idx="34">
                  <c:v>12.517390966599734</c:v>
                </c:pt>
                <c:pt idx="35">
                  <c:v>12.526772753293853</c:v>
                </c:pt>
                <c:pt idx="36">
                  <c:v>12.539643773220728</c:v>
                </c:pt>
                <c:pt idx="37">
                  <c:v>12.554779275566961</c:v>
                </c:pt>
                <c:pt idx="38">
                  <c:v>12.581167813050318</c:v>
                </c:pt>
                <c:pt idx="39">
                  <c:v>12.604190561310777</c:v>
                </c:pt>
                <c:pt idx="40">
                  <c:v>12.621607701563976</c:v>
                </c:pt>
                <c:pt idx="41">
                  <c:v>12.629898919363672</c:v>
                </c:pt>
                <c:pt idx="42">
                  <c:v>12.655772246934328</c:v>
                </c:pt>
                <c:pt idx="43">
                  <c:v>12.683168805635793</c:v>
                </c:pt>
                <c:pt idx="44">
                  <c:v>12.693480386202324</c:v>
                </c:pt>
                <c:pt idx="45">
                  <c:v>12.702684200441865</c:v>
                </c:pt>
                <c:pt idx="46">
                  <c:v>12.705719798959498</c:v>
                </c:pt>
                <c:pt idx="47">
                  <c:v>12.715816537453827</c:v>
                </c:pt>
                <c:pt idx="48">
                  <c:v>12.737018874559746</c:v>
                </c:pt>
                <c:pt idx="49">
                  <c:v>12.76890710903273</c:v>
                </c:pt>
                <c:pt idx="50">
                  <c:v>12.785448438573789</c:v>
                </c:pt>
                <c:pt idx="51">
                  <c:v>12.79646603666459</c:v>
                </c:pt>
                <c:pt idx="52">
                  <c:v>12.805671864262091</c:v>
                </c:pt>
                <c:pt idx="53">
                  <c:v>12.830456971855941</c:v>
                </c:pt>
                <c:pt idx="54">
                  <c:v>12.863419752249591</c:v>
                </c:pt>
                <c:pt idx="55">
                  <c:v>12.876492821036637</c:v>
                </c:pt>
                <c:pt idx="56">
                  <c:v>12.885312335575767</c:v>
                </c:pt>
                <c:pt idx="57">
                  <c:v>12.900307825653938</c:v>
                </c:pt>
                <c:pt idx="58">
                  <c:v>12.917670437462416</c:v>
                </c:pt>
                <c:pt idx="59">
                  <c:v>12.93815224408878</c:v>
                </c:pt>
                <c:pt idx="60">
                  <c:v>12.950462166319474</c:v>
                </c:pt>
                <c:pt idx="61">
                  <c:v>12.957595325788162</c:v>
                </c:pt>
                <c:pt idx="62">
                  <c:v>12.959285455904777</c:v>
                </c:pt>
                <c:pt idx="63">
                  <c:v>12.951889721002278</c:v>
                </c:pt>
                <c:pt idx="64">
                  <c:v>12.97590773921377</c:v>
                </c:pt>
                <c:pt idx="65">
                  <c:v>12.992041531547978</c:v>
                </c:pt>
                <c:pt idx="66">
                  <c:v>13.01471546554205</c:v>
                </c:pt>
                <c:pt idx="67">
                  <c:v>13.032369007575594</c:v>
                </c:pt>
                <c:pt idx="68">
                  <c:v>13.035967717147367</c:v>
                </c:pt>
                <c:pt idx="69">
                  <c:v>13.032479071144017</c:v>
                </c:pt>
                <c:pt idx="70">
                  <c:v>13.04576253583777</c:v>
                </c:pt>
                <c:pt idx="71">
                  <c:v>13.064050788967872</c:v>
                </c:pt>
                <c:pt idx="72">
                  <c:v>13.075320476253115</c:v>
                </c:pt>
                <c:pt idx="73">
                  <c:v>13.078322392969891</c:v>
                </c:pt>
                <c:pt idx="74">
                  <c:v>13.079626461697879</c:v>
                </c:pt>
                <c:pt idx="75">
                  <c:v>13.083001185196718</c:v>
                </c:pt>
                <c:pt idx="76">
                  <c:v>13.090814691875698</c:v>
                </c:pt>
                <c:pt idx="77">
                  <c:v>13.08621442060927</c:v>
                </c:pt>
                <c:pt idx="78">
                  <c:v>13.073606521400652</c:v>
                </c:pt>
                <c:pt idx="79">
                  <c:v>13.069582489960055</c:v>
                </c:pt>
                <c:pt idx="80">
                  <c:v>13.081679415696675</c:v>
                </c:pt>
                <c:pt idx="81">
                  <c:v>13.082884829884675</c:v>
                </c:pt>
                <c:pt idx="82">
                  <c:v>13.084956659114338</c:v>
                </c:pt>
                <c:pt idx="83">
                  <c:v>13.085969462057598</c:v>
                </c:pt>
                <c:pt idx="84">
                  <c:v>13.076412135716433</c:v>
                </c:pt>
                <c:pt idx="85">
                  <c:v>13.069875014093506</c:v>
                </c:pt>
                <c:pt idx="86">
                  <c:v>13.059424511827807</c:v>
                </c:pt>
                <c:pt idx="87">
                  <c:v>13.050102412808178</c:v>
                </c:pt>
                <c:pt idx="88">
                  <c:v>13.052350159189503</c:v>
                </c:pt>
                <c:pt idx="89">
                  <c:v>13.054400009261446</c:v>
                </c:pt>
                <c:pt idx="90">
                  <c:v>13.053395511419767</c:v>
                </c:pt>
                <c:pt idx="91">
                  <c:v>13.048990116425779</c:v>
                </c:pt>
                <c:pt idx="92">
                  <c:v>13.039089009213127</c:v>
                </c:pt>
                <c:pt idx="93">
                  <c:v>13.01790990961365</c:v>
                </c:pt>
                <c:pt idx="94">
                  <c:v>13.004781305702904</c:v>
                </c:pt>
                <c:pt idx="95">
                  <c:v>12.988371767218236</c:v>
                </c:pt>
                <c:pt idx="96">
                  <c:v>12.97736775929366</c:v>
                </c:pt>
                <c:pt idx="97">
                  <c:v>12.959236128634782</c:v>
                </c:pt>
                <c:pt idx="98">
                  <c:v>12.940146307367279</c:v>
                </c:pt>
                <c:pt idx="99">
                  <c:v>12.910983572341294</c:v>
                </c:pt>
                <c:pt idx="100">
                  <c:v>12.896434041051025</c:v>
                </c:pt>
                <c:pt idx="101">
                  <c:v>12.877269809428958</c:v>
                </c:pt>
                <c:pt idx="102">
                  <c:v>12.858631483683746</c:v>
                </c:pt>
                <c:pt idx="103">
                  <c:v>12.837046021336224</c:v>
                </c:pt>
                <c:pt idx="104">
                  <c:v>12.814770061098702</c:v>
                </c:pt>
                <c:pt idx="105">
                  <c:v>12.795411540433596</c:v>
                </c:pt>
                <c:pt idx="106">
                  <c:v>12.783983301209089</c:v>
                </c:pt>
                <c:pt idx="107">
                  <c:v>12.777227143018212</c:v>
                </c:pt>
                <c:pt idx="108">
                  <c:v>12.769255252179795</c:v>
                </c:pt>
                <c:pt idx="109">
                  <c:v>12.748647862350742</c:v>
                </c:pt>
                <c:pt idx="110">
                  <c:v>12.734542192600507</c:v>
                </c:pt>
                <c:pt idx="111">
                  <c:v>12.708142791373165</c:v>
                </c:pt>
                <c:pt idx="112">
                  <c:v>12.686557119300854</c:v>
                </c:pt>
                <c:pt idx="113">
                  <c:v>12.6748565734124</c:v>
                </c:pt>
                <c:pt idx="114">
                  <c:v>12.66732397211365</c:v>
                </c:pt>
                <c:pt idx="115">
                  <c:v>12.65120918084518</c:v>
                </c:pt>
                <c:pt idx="116">
                  <c:v>12.637693760536575</c:v>
                </c:pt>
                <c:pt idx="117">
                  <c:v>12.632440322392299</c:v>
                </c:pt>
                <c:pt idx="118">
                  <c:v>12.621494450178787</c:v>
                </c:pt>
                <c:pt idx="119">
                  <c:v>12.611051246335688</c:v>
                </c:pt>
                <c:pt idx="120">
                  <c:v>12.59728587602547</c:v>
                </c:pt>
                <c:pt idx="121">
                  <c:v>12.573318737047396</c:v>
                </c:pt>
                <c:pt idx="122">
                  <c:v>12.545763752241539</c:v>
                </c:pt>
                <c:pt idx="123">
                  <c:v>12.526572801681557</c:v>
                </c:pt>
                <c:pt idx="124">
                  <c:v>12.513573052680181</c:v>
                </c:pt>
                <c:pt idx="125">
                  <c:v>12.504435511473455</c:v>
                </c:pt>
                <c:pt idx="126">
                  <c:v>12.505422476322909</c:v>
                </c:pt>
                <c:pt idx="127">
                  <c:v>12.507028297074994</c:v>
                </c:pt>
                <c:pt idx="128">
                  <c:v>12.50122303107014</c:v>
                </c:pt>
                <c:pt idx="129">
                  <c:v>12.503454922257539</c:v>
                </c:pt>
                <c:pt idx="130">
                  <c:v>12.506779437642278</c:v>
                </c:pt>
                <c:pt idx="131">
                  <c:v>12.498927131877631</c:v>
                </c:pt>
                <c:pt idx="132">
                  <c:v>12.490747487664827</c:v>
                </c:pt>
                <c:pt idx="133">
                  <c:v>12.492810089003843</c:v>
                </c:pt>
                <c:pt idx="134">
                  <c:v>12.507814429468045</c:v>
                </c:pt>
                <c:pt idx="135">
                  <c:v>12.519440061662442</c:v>
                </c:pt>
                <c:pt idx="136">
                  <c:v>12.522086872369211</c:v>
                </c:pt>
                <c:pt idx="137">
                  <c:v>12.505405824174792</c:v>
                </c:pt>
                <c:pt idx="138">
                  <c:v>12.507777224290761</c:v>
                </c:pt>
                <c:pt idx="139">
                  <c:v>12.54679635320473</c:v>
                </c:pt>
                <c:pt idx="140">
                  <c:v>12.581763263666675</c:v>
                </c:pt>
                <c:pt idx="141">
                  <c:v>12.613278062183232</c:v>
                </c:pt>
                <c:pt idx="142">
                  <c:v>12.6231433484022</c:v>
                </c:pt>
                <c:pt idx="143">
                  <c:v>12.641525474347134</c:v>
                </c:pt>
                <c:pt idx="144">
                  <c:v>12.668747709805322</c:v>
                </c:pt>
                <c:pt idx="145">
                  <c:v>12.683066921334078</c:v>
                </c:pt>
                <c:pt idx="146">
                  <c:v>12.696720634167489</c:v>
                </c:pt>
                <c:pt idx="147">
                  <c:v>12.731531131882999</c:v>
                </c:pt>
                <c:pt idx="148">
                  <c:v>12.757604620790739</c:v>
                </c:pt>
                <c:pt idx="149">
                  <c:v>12.768065525405893</c:v>
                </c:pt>
                <c:pt idx="150">
                  <c:v>12.769981403283653</c:v>
                </c:pt>
                <c:pt idx="151">
                  <c:v>12.776076676724507</c:v>
                </c:pt>
                <c:pt idx="152">
                  <c:v>12.789247309482647</c:v>
                </c:pt>
                <c:pt idx="153">
                  <c:v>12.811099206200069</c:v>
                </c:pt>
                <c:pt idx="154">
                  <c:v>12.82575477434284</c:v>
                </c:pt>
                <c:pt idx="155">
                  <c:v>12.836461476408813</c:v>
                </c:pt>
                <c:pt idx="156">
                  <c:v>12.840954788033674</c:v>
                </c:pt>
                <c:pt idx="157">
                  <c:v>12.829854558376644</c:v>
                </c:pt>
                <c:pt idx="158">
                  <c:v>12.825667277161541</c:v>
                </c:pt>
                <c:pt idx="159">
                  <c:v>12.826915894655741</c:v>
                </c:pt>
                <c:pt idx="160">
                  <c:v>12.814140467286961</c:v>
                </c:pt>
                <c:pt idx="161">
                  <c:v>12.805088997132977</c:v>
                </c:pt>
                <c:pt idx="162">
                  <c:v>12.792777397103986</c:v>
                </c:pt>
                <c:pt idx="163">
                  <c:v>12.77585294232132</c:v>
                </c:pt>
                <c:pt idx="164">
                  <c:v>12.766566328735719</c:v>
                </c:pt>
                <c:pt idx="165">
                  <c:v>12.767025374350357</c:v>
                </c:pt>
                <c:pt idx="166">
                  <c:v>12.77394125893931</c:v>
                </c:pt>
                <c:pt idx="167">
                  <c:v>12.773442952844473</c:v>
                </c:pt>
                <c:pt idx="168">
                  <c:v>12.765470978116142</c:v>
                </c:pt>
                <c:pt idx="169">
                  <c:v>12.753951298884331</c:v>
                </c:pt>
                <c:pt idx="170">
                  <c:v>12.740195450079462</c:v>
                </c:pt>
                <c:pt idx="171">
                  <c:v>12.728339204508847</c:v>
                </c:pt>
                <c:pt idx="172">
                  <c:v>12.721798559509493</c:v>
                </c:pt>
                <c:pt idx="173">
                  <c:v>12.711480351639679</c:v>
                </c:pt>
                <c:pt idx="174">
                  <c:v>12.70615896266429</c:v>
                </c:pt>
                <c:pt idx="175">
                  <c:v>12.701679492875398</c:v>
                </c:pt>
                <c:pt idx="176">
                  <c:v>12.69889027903799</c:v>
                </c:pt>
                <c:pt idx="177">
                  <c:v>12.699690127432136</c:v>
                </c:pt>
                <c:pt idx="178">
                  <c:v>12.699365809020918</c:v>
                </c:pt>
                <c:pt idx="179">
                  <c:v>12.706959440232797</c:v>
                </c:pt>
                <c:pt idx="180">
                  <c:v>12.708664418864359</c:v>
                </c:pt>
                <c:pt idx="181">
                  <c:v>12.71689930458616</c:v>
                </c:pt>
                <c:pt idx="182">
                  <c:v>12.729159144537626</c:v>
                </c:pt>
                <c:pt idx="183">
                  <c:v>12.746963520638261</c:v>
                </c:pt>
                <c:pt idx="184">
                  <c:v>12.759643900733399</c:v>
                </c:pt>
                <c:pt idx="185">
                  <c:v>12.759722170024054</c:v>
                </c:pt>
                <c:pt idx="186">
                  <c:v>12.763705430965983</c:v>
                </c:pt>
                <c:pt idx="187">
                  <c:v>12.772794483801864</c:v>
                </c:pt>
                <c:pt idx="188">
                  <c:v>12.776851400089125</c:v>
                </c:pt>
                <c:pt idx="189">
                  <c:v>12.774991057335066</c:v>
                </c:pt>
                <c:pt idx="190">
                  <c:v>12.781889492821707</c:v>
                </c:pt>
                <c:pt idx="191">
                  <c:v>12.779675470186195</c:v>
                </c:pt>
                <c:pt idx="192">
                  <c:v>12.773009829213555</c:v>
                </c:pt>
                <c:pt idx="193">
                  <c:v>12.770700423744739</c:v>
                </c:pt>
                <c:pt idx="194">
                  <c:v>12.777348951174726</c:v>
                </c:pt>
                <c:pt idx="195">
                  <c:v>12.777357088496478</c:v>
                </c:pt>
                <c:pt idx="196">
                  <c:v>12.780008513148569</c:v>
                </c:pt>
                <c:pt idx="197">
                  <c:v>12.791704864541277</c:v>
                </c:pt>
                <c:pt idx="198">
                  <c:v>12.807103781220471</c:v>
                </c:pt>
                <c:pt idx="199">
                  <c:v>12.825045820671548</c:v>
                </c:pt>
                <c:pt idx="200">
                  <c:v>12.847621184015548</c:v>
                </c:pt>
                <c:pt idx="201">
                  <c:v>12.871110024643501</c:v>
                </c:pt>
                <c:pt idx="202">
                  <c:v>12.900835409329096</c:v>
                </c:pt>
                <c:pt idx="203">
                  <c:v>12.93034326746521</c:v>
                </c:pt>
                <c:pt idx="204">
                  <c:v>12.949019847011641</c:v>
                </c:pt>
                <c:pt idx="205">
                  <c:v>12.975803464049481</c:v>
                </c:pt>
                <c:pt idx="206">
                  <c:v>13.004783402950777</c:v>
                </c:pt>
                <c:pt idx="207">
                  <c:v>13.022164134980887</c:v>
                </c:pt>
                <c:pt idx="208">
                  <c:v>13.025427536562582</c:v>
                </c:pt>
                <c:pt idx="209">
                  <c:v>13.015813500638906</c:v>
                </c:pt>
                <c:pt idx="210">
                  <c:v>12.9900823664741</c:v>
                </c:pt>
                <c:pt idx="211">
                  <c:v>12.947562259739284</c:v>
                </c:pt>
                <c:pt idx="212">
                  <c:v>12.913727695349412</c:v>
                </c:pt>
                <c:pt idx="213">
                  <c:v>12.903175015167298</c:v>
                </c:pt>
                <c:pt idx="214">
                  <c:v>12.902112381614552</c:v>
                </c:pt>
                <c:pt idx="215">
                  <c:v>12.906970027140066</c:v>
                </c:pt>
                <c:pt idx="216">
                  <c:v>12.918078058559187</c:v>
                </c:pt>
                <c:pt idx="217">
                  <c:v>12.94190254273688</c:v>
                </c:pt>
                <c:pt idx="218">
                  <c:v>12.961940320043382</c:v>
                </c:pt>
                <c:pt idx="219">
                  <c:v>12.971742604936217</c:v>
                </c:pt>
                <c:pt idx="220">
                  <c:v>12.993557506201142</c:v>
                </c:pt>
                <c:pt idx="221">
                  <c:v>13.017433582676532</c:v>
                </c:pt>
                <c:pt idx="222">
                  <c:v>13.03924227608775</c:v>
                </c:pt>
                <c:pt idx="223">
                  <c:v>13.062338260243965</c:v>
                </c:pt>
                <c:pt idx="224">
                  <c:v>13.075990169444205</c:v>
                </c:pt>
                <c:pt idx="225">
                  <c:v>13.079492070054119</c:v>
                </c:pt>
                <c:pt idx="226">
                  <c:v>13.094449054661325</c:v>
                </c:pt>
                <c:pt idx="227">
                  <c:v>13.105935513486813</c:v>
                </c:pt>
                <c:pt idx="228">
                  <c:v>13.111754117988145</c:v>
                </c:pt>
                <c:pt idx="229">
                  <c:v>13.11351891012907</c:v>
                </c:pt>
                <c:pt idx="230">
                  <c:v>13.123747104120136</c:v>
                </c:pt>
                <c:pt idx="231">
                  <c:v>13.143478263787475</c:v>
                </c:pt>
                <c:pt idx="232">
                  <c:v>13.142076798868224</c:v>
                </c:pt>
                <c:pt idx="233">
                  <c:v>13.123452734408556</c:v>
                </c:pt>
                <c:pt idx="234">
                  <c:v>13.109244551182243</c:v>
                </c:pt>
                <c:pt idx="235">
                  <c:v>13.08939720398269</c:v>
                </c:pt>
                <c:pt idx="236">
                  <c:v>13.070722386124475</c:v>
                </c:pt>
                <c:pt idx="237">
                  <c:v>13.055368518329612</c:v>
                </c:pt>
                <c:pt idx="238">
                  <c:v>13.027683671935401</c:v>
                </c:pt>
                <c:pt idx="239">
                  <c:v>12.99078200836483</c:v>
                </c:pt>
                <c:pt idx="240">
                  <c:v>12.944933149804569</c:v>
                </c:pt>
                <c:pt idx="241">
                  <c:v>12.933923772925437</c:v>
                </c:pt>
                <c:pt idx="242">
                  <c:v>12.929275684407482</c:v>
                </c:pt>
                <c:pt idx="243">
                  <c:v>12.907686782573448</c:v>
                </c:pt>
                <c:pt idx="244">
                  <c:v>12.893599400824671</c:v>
                </c:pt>
                <c:pt idx="245">
                  <c:v>12.89425567162937</c:v>
                </c:pt>
                <c:pt idx="246">
                  <c:v>12.889529649380423</c:v>
                </c:pt>
                <c:pt idx="247">
                  <c:v>12.884636770090628</c:v>
                </c:pt>
                <c:pt idx="248">
                  <c:v>12.895001872422903</c:v>
                </c:pt>
                <c:pt idx="249">
                  <c:v>12.910627207982563</c:v>
                </c:pt>
                <c:pt idx="250">
                  <c:v>12.924548236029979</c:v>
                </c:pt>
                <c:pt idx="251">
                  <c:v>12.963967100388711</c:v>
                </c:pt>
                <c:pt idx="252">
                  <c:v>12.987417183875957</c:v>
                </c:pt>
                <c:pt idx="253">
                  <c:v>12.991449772087879</c:v>
                </c:pt>
                <c:pt idx="254">
                  <c:v>12.998733933403487</c:v>
                </c:pt>
                <c:pt idx="255">
                  <c:v>13.003825547901812</c:v>
                </c:pt>
                <c:pt idx="256">
                  <c:v>13.00923527295765</c:v>
                </c:pt>
                <c:pt idx="257">
                  <c:v>13.006108947496994</c:v>
                </c:pt>
                <c:pt idx="258">
                  <c:v>13.003030858737436</c:v>
                </c:pt>
                <c:pt idx="259">
                  <c:v>13</c:v>
                </c:pt>
                <c:pt idx="260">
                  <c:v>12.990927221807619</c:v>
                </c:pt>
                <c:pt idx="261">
                  <c:v>13.020596903589684</c:v>
                </c:pt>
                <c:pt idx="262">
                  <c:v>13.010349079358518</c:v>
                </c:pt>
                <c:pt idx="263">
                  <c:v>12.987059225608839</c:v>
                </c:pt>
                <c:pt idx="264">
                  <c:v>12.980217919154281</c:v>
                </c:pt>
                <c:pt idx="265">
                  <c:v>12.991161106890516</c:v>
                </c:pt>
                <c:pt idx="266">
                  <c:v>12.976058237721201</c:v>
                </c:pt>
                <c:pt idx="267">
                  <c:v>12.954861940689158</c:v>
                </c:pt>
                <c:pt idx="268">
                  <c:v>12.942112183634352</c:v>
                </c:pt>
                <c:pt idx="269">
                  <c:v>12.930797699134523</c:v>
                </c:pt>
                <c:pt idx="270">
                  <c:v>12.913339536712911</c:v>
                </c:pt>
                <c:pt idx="271">
                  <c:v>12.876439970390216</c:v>
                </c:pt>
                <c:pt idx="272">
                  <c:v>12.857903906451336</c:v>
                </c:pt>
                <c:pt idx="273">
                  <c:v>12.867768941000559</c:v>
                </c:pt>
                <c:pt idx="274">
                  <c:v>12.895037106187184</c:v>
                </c:pt>
                <c:pt idx="275">
                  <c:v>12.917783856627437</c:v>
                </c:pt>
                <c:pt idx="276">
                  <c:v>12.944169919358302</c:v>
                </c:pt>
                <c:pt idx="277">
                  <c:v>12.966801572835237</c:v>
                </c:pt>
                <c:pt idx="278">
                  <c:v>13.049567111260846</c:v>
                </c:pt>
                <c:pt idx="279">
                  <c:v>13.096557040444335</c:v>
                </c:pt>
                <c:pt idx="280">
                  <c:v>13.107111817874323</c:v>
                </c:pt>
                <c:pt idx="281">
                  <c:v>13.17169639837106</c:v>
                </c:pt>
                <c:pt idx="282">
                  <c:v>13.270806208927498</c:v>
                </c:pt>
                <c:pt idx="283">
                  <c:v>13.326204675956749</c:v>
                </c:pt>
                <c:pt idx="284">
                  <c:v>13.35246641383365</c:v>
                </c:pt>
                <c:pt idx="285">
                  <c:v>13.35070103446332</c:v>
                </c:pt>
                <c:pt idx="286">
                  <c:v>13.51261251315394</c:v>
                </c:pt>
                <c:pt idx="287">
                  <c:v>13.690516681341808</c:v>
                </c:pt>
                <c:pt idx="288">
                  <c:v>13.722371359848811</c:v>
                </c:pt>
                <c:pt idx="289">
                  <c:v>13.774838629359586</c:v>
                </c:pt>
                <c:pt idx="290">
                  <c:v>13.801932555192854</c:v>
                </c:pt>
                <c:pt idx="291">
                  <c:v>13.914863145348329</c:v>
                </c:pt>
                <c:pt idx="292">
                  <c:v>13.904510123163821</c:v>
                </c:pt>
                <c:pt idx="293">
                  <c:v>13.981568546785072</c:v>
                </c:pt>
                <c:pt idx="294">
                  <c:v>14.028295061635596</c:v>
                </c:pt>
                <c:pt idx="295">
                  <c:v>14.088149509277546</c:v>
                </c:pt>
                <c:pt idx="296">
                  <c:v>14.149834602643676</c:v>
                </c:pt>
                <c:pt idx="297">
                  <c:v>14.191487958777161</c:v>
                </c:pt>
                <c:pt idx="298">
                  <c:v>14.201426397001983</c:v>
                </c:pt>
                <c:pt idx="299">
                  <c:v>14.345361021926808</c:v>
                </c:pt>
                <c:pt idx="300">
                  <c:v>14.406875483205916</c:v>
                </c:pt>
                <c:pt idx="301">
                  <c:v>14.37883729248991</c:v>
                </c:pt>
                <c:pt idx="302">
                  <c:v>14.349130028025948</c:v>
                </c:pt>
                <c:pt idx="303">
                  <c:v>14.437761568754841</c:v>
                </c:pt>
                <c:pt idx="304">
                  <c:v>14.487073403004469</c:v>
                </c:pt>
                <c:pt idx="305">
                  <c:v>14.520308909511641</c:v>
                </c:pt>
                <c:pt idx="306">
                  <c:v>14.416482556266644</c:v>
                </c:pt>
                <c:pt idx="307">
                  <c:v>14.391962373024224</c:v>
                </c:pt>
                <c:pt idx="308">
                  <c:v>14.38022550280259</c:v>
                </c:pt>
                <c:pt idx="309">
                  <c:v>14.35615933177991</c:v>
                </c:pt>
                <c:pt idx="310">
                  <c:v>14.313654828569273</c:v>
                </c:pt>
                <c:pt idx="311">
                  <c:v>14.27471933790053</c:v>
                </c:pt>
                <c:pt idx="312">
                  <c:v>14.345369746477971</c:v>
                </c:pt>
                <c:pt idx="313">
                  <c:v>14.233514289472563</c:v>
                </c:pt>
                <c:pt idx="314">
                  <c:v>14.173393910800186</c:v>
                </c:pt>
                <c:pt idx="315">
                  <c:v>14.167608023365698</c:v>
                </c:pt>
                <c:pt idx="316">
                  <c:v>14.125394282600292</c:v>
                </c:pt>
                <c:pt idx="317">
                  <c:v>14.190829087385103</c:v>
                </c:pt>
                <c:pt idx="318">
                  <c:v>14.197401694442057</c:v>
                </c:pt>
                <c:pt idx="319">
                  <c:v>14.167714899117344</c:v>
                </c:pt>
                <c:pt idx="320">
                  <c:v>14.197787588050847</c:v>
                </c:pt>
                <c:pt idx="321">
                  <c:v>14.291220987511817</c:v>
                </c:pt>
                <c:pt idx="322">
                  <c:v>14.277686188632853</c:v>
                </c:pt>
                <c:pt idx="323">
                  <c:v>14.289578087417315</c:v>
                </c:pt>
                <c:pt idx="324">
                  <c:v>14.304463178367399</c:v>
                </c:pt>
                <c:pt idx="325">
                  <c:v>14.346494710237526</c:v>
                </c:pt>
                <c:pt idx="326">
                  <c:v>14.394433266579329</c:v>
                </c:pt>
                <c:pt idx="327">
                  <c:v>14.443850634341986</c:v>
                </c:pt>
                <c:pt idx="328">
                  <c:v>14.474097814298606</c:v>
                </c:pt>
                <c:pt idx="329">
                  <c:v>14.488389132430626</c:v>
                </c:pt>
                <c:pt idx="330">
                  <c:v>14.509123867150594</c:v>
                </c:pt>
                <c:pt idx="331">
                  <c:v>14.506458684552451</c:v>
                </c:pt>
                <c:pt idx="332">
                  <c:v>14.483298356831451</c:v>
                </c:pt>
                <c:pt idx="333">
                  <c:v>14.456075911648483</c:v>
                </c:pt>
                <c:pt idx="334">
                  <c:v>14.448410722339151</c:v>
                </c:pt>
                <c:pt idx="335">
                  <c:v>14.411352352407432</c:v>
                </c:pt>
                <c:pt idx="336">
                  <c:v>14.379328887391539</c:v>
                </c:pt>
                <c:pt idx="337">
                  <c:v>14.357253759610421</c:v>
                </c:pt>
                <c:pt idx="338">
                  <c:v>14.313523289182633</c:v>
                </c:pt>
                <c:pt idx="339">
                  <c:v>14.263438996596079</c:v>
                </c:pt>
                <c:pt idx="340">
                  <c:v>14.24155648005971</c:v>
                </c:pt>
                <c:pt idx="341">
                  <c:v>14.296142976602102</c:v>
                </c:pt>
                <c:pt idx="342">
                  <c:v>14.28043526114595</c:v>
                </c:pt>
                <c:pt idx="343">
                  <c:v>14.259692137434492</c:v>
                </c:pt>
                <c:pt idx="344">
                  <c:v>14.348964597113651</c:v>
                </c:pt>
                <c:pt idx="345">
                  <c:v>14.382211009309772</c:v>
                </c:pt>
                <c:pt idx="346">
                  <c:v>14.479794107303929</c:v>
                </c:pt>
                <c:pt idx="347">
                  <c:v>14.578009567477018</c:v>
                </c:pt>
                <c:pt idx="348">
                  <c:v>14.624815106627443</c:v>
                </c:pt>
                <c:pt idx="349">
                  <c:v>14.62346900905205</c:v>
                </c:pt>
                <c:pt idx="350">
                  <c:v>14.74939750263079</c:v>
                </c:pt>
                <c:pt idx="351">
                  <c:v>14.932704852461132</c:v>
                </c:pt>
                <c:pt idx="352">
                  <c:v>14.955377611996388</c:v>
                </c:pt>
                <c:pt idx="353">
                  <c:v>14.970903957456411</c:v>
                </c:pt>
                <c:pt idx="354">
                  <c:v>14.98512967367494</c:v>
                </c:pt>
                <c:pt idx="355">
                  <c:v>15.052846619706216</c:v>
                </c:pt>
                <c:pt idx="356">
                  <c:v>15.305078427003693</c:v>
                </c:pt>
                <c:pt idx="357">
                  <c:v>15.335472749871144</c:v>
                </c:pt>
                <c:pt idx="358">
                  <c:v>15.260068803152656</c:v>
                </c:pt>
                <c:pt idx="359">
                  <c:v>15.522218747315515</c:v>
                </c:pt>
                <c:pt idx="360">
                  <c:v>15.54445125257709</c:v>
                </c:pt>
                <c:pt idx="361">
                  <c:v>15.455140371316892</c:v>
                </c:pt>
                <c:pt idx="362">
                  <c:v>15.401158888841168</c:v>
                </c:pt>
                <c:pt idx="363">
                  <c:v>15.342135958036259</c:v>
                </c:pt>
                <c:pt idx="364">
                  <c:v>15.302974803496262</c:v>
                </c:pt>
                <c:pt idx="365">
                  <c:v>15.174262842539303</c:v>
                </c:pt>
                <c:pt idx="366">
                  <c:v>15.053614380207895</c:v>
                </c:pt>
                <c:pt idx="367">
                  <c:v>15.015079044433469</c:v>
                </c:pt>
                <c:pt idx="368">
                  <c:v>14.949641555171372</c:v>
                </c:pt>
                <c:pt idx="369">
                  <c:v>14.806981218054725</c:v>
                </c:pt>
                <c:pt idx="370">
                  <c:v>14.768030627201268</c:v>
                </c:pt>
                <c:pt idx="371">
                  <c:v>14.608995482024747</c:v>
                </c:pt>
                <c:pt idx="372">
                  <c:v>14.525402872927582</c:v>
                </c:pt>
                <c:pt idx="373">
                  <c:v>14.397318911873981</c:v>
                </c:pt>
                <c:pt idx="374">
                  <c:v>14.353995307533713</c:v>
                </c:pt>
                <c:pt idx="375">
                  <c:v>14.277910006925957</c:v>
                </c:pt>
                <c:pt idx="376">
                  <c:v>14.124229051681564</c:v>
                </c:pt>
                <c:pt idx="377">
                  <c:v>14.003461130111237</c:v>
                </c:pt>
                <c:pt idx="378">
                  <c:v>13.8622631619921</c:v>
                </c:pt>
                <c:pt idx="379">
                  <c:v>13.736507817197836</c:v>
                </c:pt>
                <c:pt idx="380">
                  <c:v>13.644808422279013</c:v>
                </c:pt>
                <c:pt idx="381">
                  <c:v>13.454325464683016</c:v>
                </c:pt>
                <c:pt idx="382">
                  <c:v>13.337866548594409</c:v>
                </c:pt>
                <c:pt idx="383">
                  <c:v>13.111023604608711</c:v>
                </c:pt>
                <c:pt idx="384">
                  <c:v>12.974120296795808</c:v>
                </c:pt>
                <c:pt idx="385">
                  <c:v>12.85857108294498</c:v>
                </c:pt>
                <c:pt idx="386">
                  <c:v>12.733457076550554</c:v>
                </c:pt>
                <c:pt idx="387">
                  <c:v>12.65567141125655</c:v>
                </c:pt>
                <c:pt idx="388">
                  <c:v>12.584137557984709</c:v>
                </c:pt>
                <c:pt idx="389">
                  <c:v>12.53663506142084</c:v>
                </c:pt>
                <c:pt idx="390">
                  <c:v>12.496066821337299</c:v>
                </c:pt>
                <c:pt idx="391">
                  <c:v>12.485545599873294</c:v>
                </c:pt>
                <c:pt idx="392">
                  <c:v>12.452106870047139</c:v>
                </c:pt>
                <c:pt idx="393">
                  <c:v>12.423256792734195</c:v>
                </c:pt>
                <c:pt idx="394">
                  <c:v>12.40703000842926</c:v>
                </c:pt>
                <c:pt idx="395">
                  <c:v>12.393153819541384</c:v>
                </c:pt>
                <c:pt idx="396">
                  <c:v>12.375904794677755</c:v>
                </c:pt>
                <c:pt idx="397">
                  <c:v>12.369843790267158</c:v>
                </c:pt>
                <c:pt idx="398">
                  <c:v>12.347046370318271</c:v>
                </c:pt>
                <c:pt idx="399">
                  <c:v>12.333394964457522</c:v>
                </c:pt>
                <c:pt idx="400">
                  <c:v>12.340975424952754</c:v>
                </c:pt>
                <c:pt idx="401">
                  <c:v>12.335511821599034</c:v>
                </c:pt>
                <c:pt idx="402">
                  <c:v>12.328803459687204</c:v>
                </c:pt>
                <c:pt idx="403">
                  <c:v>12.311382020075863</c:v>
                </c:pt>
                <c:pt idx="404">
                  <c:v>12.298195699903628</c:v>
                </c:pt>
                <c:pt idx="405">
                  <c:v>12.278799009327216</c:v>
                </c:pt>
                <c:pt idx="406">
                  <c:v>12.251766511884181</c:v>
                </c:pt>
                <c:pt idx="407">
                  <c:v>12.232109657709014</c:v>
                </c:pt>
                <c:pt idx="408">
                  <c:v>12.218606485327989</c:v>
                </c:pt>
                <c:pt idx="409">
                  <c:v>12.203829780148022</c:v>
                </c:pt>
                <c:pt idx="410">
                  <c:v>12.192961107628747</c:v>
                </c:pt>
                <c:pt idx="411">
                  <c:v>12.181517558494761</c:v>
                </c:pt>
                <c:pt idx="412">
                  <c:v>12.169717917644263</c:v>
                </c:pt>
                <c:pt idx="413">
                  <c:v>12.164212233011957</c:v>
                </c:pt>
                <c:pt idx="414">
                  <c:v>12.151584430921018</c:v>
                </c:pt>
                <c:pt idx="415">
                  <c:v>12.139324947501692</c:v>
                </c:pt>
                <c:pt idx="416">
                  <c:v>12.132120953486062</c:v>
                </c:pt>
                <c:pt idx="417">
                  <c:v>12.130004148775743</c:v>
                </c:pt>
                <c:pt idx="418">
                  <c:v>12.111655054484823</c:v>
                </c:pt>
                <c:pt idx="419">
                  <c:v>12.100692456719514</c:v>
                </c:pt>
                <c:pt idx="420">
                  <c:v>12.099737737056122</c:v>
                </c:pt>
                <c:pt idx="421">
                  <c:v>12.10236708817434</c:v>
                </c:pt>
                <c:pt idx="422">
                  <c:v>12.096732580091379</c:v>
                </c:pt>
                <c:pt idx="423">
                  <c:v>12.086890531378854</c:v>
                </c:pt>
                <c:pt idx="424">
                  <c:v>12.087893907192923</c:v>
                </c:pt>
                <c:pt idx="425">
                  <c:v>12.098801483660258</c:v>
                </c:pt>
                <c:pt idx="426">
                  <c:v>12.094731438601308</c:v>
                </c:pt>
                <c:pt idx="427">
                  <c:v>12.072529464025656</c:v>
                </c:pt>
                <c:pt idx="428">
                  <c:v>12.049416015037771</c:v>
                </c:pt>
                <c:pt idx="429">
                  <c:v>12.057241402625955</c:v>
                </c:pt>
                <c:pt idx="430">
                  <c:v>12.066930100573941</c:v>
                </c:pt>
                <c:pt idx="431">
                  <c:v>12.086195466731608</c:v>
                </c:pt>
                <c:pt idx="432">
                  <c:v>12.092876129242145</c:v>
                </c:pt>
                <c:pt idx="433">
                  <c:v>12.11389110870925</c:v>
                </c:pt>
                <c:pt idx="434">
                  <c:v>12.154975953375327</c:v>
                </c:pt>
                <c:pt idx="435">
                  <c:v>12.271157623781248</c:v>
                </c:pt>
                <c:pt idx="436">
                  <c:v>12.287057845619739</c:v>
                </c:pt>
                <c:pt idx="437">
                  <c:v>12.312772642223607</c:v>
                </c:pt>
                <c:pt idx="438">
                  <c:v>12.317491428967388</c:v>
                </c:pt>
                <c:pt idx="439">
                  <c:v>12.354502715684326</c:v>
                </c:pt>
                <c:pt idx="440">
                  <c:v>12.343350054830447</c:v>
                </c:pt>
                <c:pt idx="441">
                  <c:v>12.378104597972683</c:v>
                </c:pt>
                <c:pt idx="442">
                  <c:v>12.399929188522785</c:v>
                </c:pt>
                <c:pt idx="443">
                  <c:v>12.415081007457479</c:v>
                </c:pt>
                <c:pt idx="444">
                  <c:v>12.387590492051263</c:v>
                </c:pt>
                <c:pt idx="445">
                  <c:v>12.424106387847909</c:v>
                </c:pt>
                <c:pt idx="446">
                  <c:v>12.463397823425822</c:v>
                </c:pt>
                <c:pt idx="447">
                  <c:v>12.445505950143888</c:v>
                </c:pt>
                <c:pt idx="448">
                  <c:v>12.435471961305943</c:v>
                </c:pt>
                <c:pt idx="449">
                  <c:v>12.453314213703182</c:v>
                </c:pt>
                <c:pt idx="450">
                  <c:v>12.462573353341638</c:v>
                </c:pt>
                <c:pt idx="451">
                  <c:v>12.462276466932609</c:v>
                </c:pt>
                <c:pt idx="452">
                  <c:v>12.452399016675974</c:v>
                </c:pt>
                <c:pt idx="453">
                  <c:v>12.484217035290138</c:v>
                </c:pt>
                <c:pt idx="454">
                  <c:v>12.505948340254811</c:v>
                </c:pt>
                <c:pt idx="455">
                  <c:v>12.530836254939437</c:v>
                </c:pt>
                <c:pt idx="456">
                  <c:v>12.534065219711042</c:v>
                </c:pt>
                <c:pt idx="457">
                  <c:v>12.540534935787303</c:v>
                </c:pt>
                <c:pt idx="458">
                  <c:v>12.529708606702604</c:v>
                </c:pt>
                <c:pt idx="459">
                  <c:v>12.526171849833025</c:v>
                </c:pt>
                <c:pt idx="460">
                  <c:v>12.532965171256228</c:v>
                </c:pt>
                <c:pt idx="461">
                  <c:v>12.551434962162293</c:v>
                </c:pt>
                <c:pt idx="462">
                  <c:v>12.544532290234946</c:v>
                </c:pt>
                <c:pt idx="463">
                  <c:v>12.559197421828021</c:v>
                </c:pt>
                <c:pt idx="464">
                  <c:v>12.566485484024676</c:v>
                </c:pt>
                <c:pt idx="465">
                  <c:v>12.56719288573254</c:v>
                </c:pt>
                <c:pt idx="466">
                  <c:v>12.579660521003351</c:v>
                </c:pt>
                <c:pt idx="467">
                  <c:v>12.587656320467529</c:v>
                </c:pt>
                <c:pt idx="468">
                  <c:v>12.596582459088566</c:v>
                </c:pt>
                <c:pt idx="469">
                  <c:v>12.609490055018361</c:v>
                </c:pt>
                <c:pt idx="470">
                  <c:v>12.621142825600248</c:v>
                </c:pt>
                <c:pt idx="471">
                  <c:v>12.624415958412078</c:v>
                </c:pt>
                <c:pt idx="472">
                  <c:v>12.641359917599971</c:v>
                </c:pt>
                <c:pt idx="473">
                  <c:v>12.658323045633429</c:v>
                </c:pt>
                <c:pt idx="474">
                  <c:v>12.657810771867751</c:v>
                </c:pt>
                <c:pt idx="475">
                  <c:v>12.670016125319453</c:v>
                </c:pt>
                <c:pt idx="476">
                  <c:v>12.683522988856735</c:v>
                </c:pt>
                <c:pt idx="477">
                  <c:v>12.682458719450649</c:v>
                </c:pt>
                <c:pt idx="478">
                  <c:v>12.694140725667896</c:v>
                </c:pt>
                <c:pt idx="479">
                  <c:v>12.714278667532858</c:v>
                </c:pt>
                <c:pt idx="480">
                  <c:v>12.718151109897132</c:v>
                </c:pt>
                <c:pt idx="481">
                  <c:v>12.723280642637015</c:v>
                </c:pt>
                <c:pt idx="482">
                  <c:v>12.74020560075917</c:v>
                </c:pt>
                <c:pt idx="483">
                  <c:v>12.738756150808564</c:v>
                </c:pt>
                <c:pt idx="484">
                  <c:v>12.745119033078129</c:v>
                </c:pt>
                <c:pt idx="485">
                  <c:v>12.753462304570053</c:v>
                </c:pt>
                <c:pt idx="486">
                  <c:v>12.750192946804399</c:v>
                </c:pt>
                <c:pt idx="487">
                  <c:v>12.754278301772828</c:v>
                </c:pt>
                <c:pt idx="488">
                  <c:v>12.759098196836611</c:v>
                </c:pt>
                <c:pt idx="489">
                  <c:v>12.753430594182202</c:v>
                </c:pt>
                <c:pt idx="490">
                  <c:v>12.76254531733206</c:v>
                </c:pt>
                <c:pt idx="491">
                  <c:v>12.76582474188751</c:v>
                </c:pt>
                <c:pt idx="492">
                  <c:v>12.772605144263808</c:v>
                </c:pt>
                <c:pt idx="493">
                  <c:v>12.784473973321665</c:v>
                </c:pt>
                <c:pt idx="494">
                  <c:v>12.782976538339705</c:v>
                </c:pt>
                <c:pt idx="495">
                  <c:v>12.77523727423546</c:v>
                </c:pt>
                <c:pt idx="496">
                  <c:v>12.787828227681256</c:v>
                </c:pt>
                <c:pt idx="497">
                  <c:v>12.796052291604029</c:v>
                </c:pt>
                <c:pt idx="498">
                  <c:v>12.785618818991065</c:v>
                </c:pt>
                <c:pt idx="499">
                  <c:v>12.779357191848854</c:v>
                </c:pt>
                <c:pt idx="500">
                  <c:v>12.775990186222188</c:v>
                </c:pt>
                <c:pt idx="501">
                  <c:v>12.781306457912764</c:v>
                </c:pt>
                <c:pt idx="502">
                  <c:v>12.791149345524438</c:v>
                </c:pt>
                <c:pt idx="503">
                  <c:v>12.79765366619062</c:v>
                </c:pt>
                <c:pt idx="504">
                  <c:v>12.812487584292587</c:v>
                </c:pt>
                <c:pt idx="505">
                  <c:v>12.823164085989177</c:v>
                </c:pt>
                <c:pt idx="506">
                  <c:v>12.828350831651061</c:v>
                </c:pt>
                <c:pt idx="507">
                  <c:v>12.838137261349971</c:v>
                </c:pt>
                <c:pt idx="508">
                  <c:v>12.85645512762005</c:v>
                </c:pt>
                <c:pt idx="509">
                  <c:v>12.864603690619361</c:v>
                </c:pt>
                <c:pt idx="510">
                  <c:v>12.874264369335753</c:v>
                </c:pt>
                <c:pt idx="511">
                  <c:v>12.898329617569367</c:v>
                </c:pt>
                <c:pt idx="512">
                  <c:v>12.936255660891462</c:v>
                </c:pt>
                <c:pt idx="513">
                  <c:v>12.97858365972103</c:v>
                </c:pt>
                <c:pt idx="514">
                  <c:v>13.015823567428701</c:v>
                </c:pt>
                <c:pt idx="515">
                  <c:v>13.05355993565308</c:v>
                </c:pt>
                <c:pt idx="516">
                  <c:v>13.078980089903144</c:v>
                </c:pt>
                <c:pt idx="517">
                  <c:v>13.108335184504122</c:v>
                </c:pt>
                <c:pt idx="518">
                  <c:v>13.123699622428269</c:v>
                </c:pt>
                <c:pt idx="519">
                  <c:v>13.134875856348252</c:v>
                </c:pt>
                <c:pt idx="520">
                  <c:v>13.149002163017567</c:v>
                </c:pt>
                <c:pt idx="521">
                  <c:v>13.157497694705137</c:v>
                </c:pt>
                <c:pt idx="522">
                  <c:v>13.177178352643674</c:v>
                </c:pt>
                <c:pt idx="523">
                  <c:v>13.207203979334894</c:v>
                </c:pt>
                <c:pt idx="524">
                  <c:v>13.230381923938021</c:v>
                </c:pt>
                <c:pt idx="525">
                  <c:v>13.241788016224982</c:v>
                </c:pt>
                <c:pt idx="526">
                  <c:v>13.24539243031097</c:v>
                </c:pt>
                <c:pt idx="527">
                  <c:v>13.234804348584744</c:v>
                </c:pt>
                <c:pt idx="528">
                  <c:v>13.223513269371187</c:v>
                </c:pt>
                <c:pt idx="529">
                  <c:v>13.208227268517525</c:v>
                </c:pt>
                <c:pt idx="530">
                  <c:v>13.193758690995189</c:v>
                </c:pt>
                <c:pt idx="531">
                  <c:v>13.167216593022506</c:v>
                </c:pt>
                <c:pt idx="532">
                  <c:v>13.159837216653424</c:v>
                </c:pt>
                <c:pt idx="533">
                  <c:v>13.173435771867751</c:v>
                </c:pt>
                <c:pt idx="534">
                  <c:v>13.171310504762262</c:v>
                </c:pt>
                <c:pt idx="535">
                  <c:v>13.166053627131474</c:v>
                </c:pt>
                <c:pt idx="536">
                  <c:v>13.159924881614552</c:v>
                </c:pt>
                <c:pt idx="537">
                  <c:v>13.170672605848939</c:v>
                </c:pt>
                <c:pt idx="538">
                  <c:v>13.176344654668844</c:v>
                </c:pt>
                <c:pt idx="539">
                  <c:v>13.165174964162228</c:v>
                </c:pt>
                <c:pt idx="540">
                  <c:v>13.183395266461215</c:v>
                </c:pt>
                <c:pt idx="541">
                  <c:v>13.234080714178335</c:v>
                </c:pt>
                <c:pt idx="542">
                  <c:v>13.295790890629025</c:v>
                </c:pt>
                <c:pt idx="543">
                  <c:v>13.338793699934499</c:v>
                </c:pt>
                <c:pt idx="544">
                  <c:v>13.358499273177777</c:v>
                </c:pt>
                <c:pt idx="545">
                  <c:v>13.382694550779572</c:v>
                </c:pt>
                <c:pt idx="546">
                  <c:v>13.420828389421011</c:v>
                </c:pt>
                <c:pt idx="547">
                  <c:v>13.491450443207199</c:v>
                </c:pt>
                <c:pt idx="548">
                  <c:v>13.557183224969934</c:v>
                </c:pt>
                <c:pt idx="549">
                  <c:v>13.555572370822953</c:v>
                </c:pt>
                <c:pt idx="550">
                  <c:v>13.577676860074307</c:v>
                </c:pt>
                <c:pt idx="551">
                  <c:v>13.62879316639464</c:v>
                </c:pt>
                <c:pt idx="552">
                  <c:v>13.682232216680269</c:v>
                </c:pt>
                <c:pt idx="553">
                  <c:v>13.698795273709305</c:v>
                </c:pt>
                <c:pt idx="554">
                  <c:v>13.693373804065372</c:v>
                </c:pt>
                <c:pt idx="555">
                  <c:v>13.688659694184349</c:v>
                </c:pt>
                <c:pt idx="556">
                  <c:v>13.66017554468044</c:v>
                </c:pt>
                <c:pt idx="557">
                  <c:v>13.634697506389054</c:v>
                </c:pt>
                <c:pt idx="558">
                  <c:v>13.6205053461365</c:v>
                </c:pt>
                <c:pt idx="559">
                  <c:v>13.596874228212783</c:v>
                </c:pt>
                <c:pt idx="560">
                  <c:v>13.56162603486599</c:v>
                </c:pt>
                <c:pt idx="561">
                  <c:v>13.551729206038999</c:v>
                </c:pt>
                <c:pt idx="562">
                  <c:v>13.52078188085216</c:v>
                </c:pt>
                <c:pt idx="563">
                  <c:v>13.518683626299287</c:v>
                </c:pt>
                <c:pt idx="564">
                  <c:v>13.513551241302293</c:v>
                </c:pt>
                <c:pt idx="565">
                  <c:v>13.503942826002922</c:v>
                </c:pt>
                <c:pt idx="566">
                  <c:v>13.477344857346878</c:v>
                </c:pt>
                <c:pt idx="567">
                  <c:v>13.492033478116142</c:v>
                </c:pt>
                <c:pt idx="568">
                  <c:v>13.509707740958682</c:v>
                </c:pt>
                <c:pt idx="569">
                  <c:v>13.515561747004124</c:v>
                </c:pt>
                <c:pt idx="570">
                  <c:v>13.507988333261746</c:v>
                </c:pt>
                <c:pt idx="571">
                  <c:v>13.487132797064255</c:v>
                </c:pt>
                <c:pt idx="572">
                  <c:v>13.473631889710935</c:v>
                </c:pt>
                <c:pt idx="573">
                  <c:v>13.436649524042178</c:v>
                </c:pt>
                <c:pt idx="574">
                  <c:v>13.311460603953698</c:v>
                </c:pt>
                <c:pt idx="575">
                  <c:v>13.335520483232756</c:v>
                </c:pt>
                <c:pt idx="576">
                  <c:v>13.271050328580019</c:v>
                </c:pt>
                <c:pt idx="577">
                  <c:v>13.157159115008376</c:v>
                </c:pt>
                <c:pt idx="578">
                  <c:v>13.124687342286961</c:v>
                </c:pt>
                <c:pt idx="579">
                  <c:v>13.147110948774806</c:v>
                </c:pt>
                <c:pt idx="580">
                  <c:v>13.095505815920024</c:v>
                </c:pt>
                <c:pt idx="581">
                  <c:v>12.832214465574262</c:v>
                </c:pt>
                <c:pt idx="582">
                  <c:v>12.903376602632935</c:v>
                </c:pt>
                <c:pt idx="583">
                  <c:v>13.101027282342582</c:v>
                </c:pt>
                <c:pt idx="584">
                  <c:v>12.385804307982026</c:v>
                </c:pt>
                <c:pt idx="585">
                  <c:v>11.20874856044906</c:v>
                </c:pt>
                <c:pt idx="586">
                  <c:v>11.155595742553261</c:v>
                </c:pt>
                <c:pt idx="587">
                  <c:v>11.53888704424287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014F-48C8-BF04-9E4E678005A5}"/>
            </c:ext>
          </c:extLst>
        </c:ser>
        <c:ser>
          <c:idx val="12"/>
          <c:order val="12"/>
          <c:tx>
            <c:strRef>
              <c:f>Sheet2!$N$1</c:f>
              <c:strCache>
                <c:ptCount val="1"/>
                <c:pt idx="0">
                  <c:v>S13_z/O-PTIR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Sheet2!$N$2:$N$589</c:f>
              <c:numCache>
                <c:formatCode>General</c:formatCode>
                <c:ptCount val="588"/>
                <c:pt idx="0">
                  <c:v>13.187786914934705</c:v>
                </c:pt>
                <c:pt idx="1">
                  <c:v>13.173423992460473</c:v>
                </c:pt>
                <c:pt idx="2">
                  <c:v>13.227293339373023</c:v>
                </c:pt>
                <c:pt idx="3">
                  <c:v>13.194693809080537</c:v>
                </c:pt>
                <c:pt idx="4">
                  <c:v>13.120118764005346</c:v>
                </c:pt>
                <c:pt idx="5">
                  <c:v>13.133151634631986</c:v>
                </c:pt>
                <c:pt idx="6">
                  <c:v>13.203701616477318</c:v>
                </c:pt>
                <c:pt idx="7">
                  <c:v>13.295982523463127</c:v>
                </c:pt>
                <c:pt idx="8">
                  <c:v>13.345816572897217</c:v>
                </c:pt>
                <c:pt idx="9">
                  <c:v>13.347793673988456</c:v>
                </c:pt>
                <c:pt idx="10">
                  <c:v>13.366223041654282</c:v>
                </c:pt>
                <c:pt idx="11">
                  <c:v>13.362942164036316</c:v>
                </c:pt>
                <c:pt idx="12">
                  <c:v>13.358408658886264</c:v>
                </c:pt>
                <c:pt idx="13">
                  <c:v>13.397735027294296</c:v>
                </c:pt>
                <c:pt idx="14">
                  <c:v>13.428287329644258</c:v>
                </c:pt>
                <c:pt idx="15">
                  <c:v>13.450098026302911</c:v>
                </c:pt>
                <c:pt idx="16">
                  <c:v>13.415674463680876</c:v>
                </c:pt>
                <c:pt idx="17">
                  <c:v>13.406791046901334</c:v>
                </c:pt>
                <c:pt idx="18">
                  <c:v>13.417789215415803</c:v>
                </c:pt>
                <c:pt idx="19">
                  <c:v>13.413894238385016</c:v>
                </c:pt>
                <c:pt idx="20">
                  <c:v>13.432265159591983</c:v>
                </c:pt>
                <c:pt idx="21">
                  <c:v>13.443188662588392</c:v>
                </c:pt>
                <c:pt idx="22">
                  <c:v>13.461235603082022</c:v>
                </c:pt>
                <c:pt idx="23">
                  <c:v>13.489729264077432</c:v>
                </c:pt>
                <c:pt idx="24">
                  <c:v>13.505640272391201</c:v>
                </c:pt>
                <c:pt idx="25">
                  <c:v>13.509529687330355</c:v>
                </c:pt>
                <c:pt idx="26">
                  <c:v>13.509213760525702</c:v>
                </c:pt>
                <c:pt idx="27">
                  <c:v>13.504539378718814</c:v>
                </c:pt>
                <c:pt idx="28">
                  <c:v>13.501589779278405</c:v>
                </c:pt>
                <c:pt idx="29">
                  <c:v>13.504346173903912</c:v>
                </c:pt>
                <c:pt idx="30">
                  <c:v>13.532500680800016</c:v>
                </c:pt>
                <c:pt idx="31">
                  <c:v>13.5480586965305</c:v>
                </c:pt>
                <c:pt idx="32">
                  <c:v>13.566063276134264</c:v>
                </c:pt>
                <c:pt idx="33">
                  <c:v>13.567346027954626</c:v>
                </c:pt>
                <c:pt idx="34">
                  <c:v>13.572530164335335</c:v>
                </c:pt>
                <c:pt idx="35">
                  <c:v>13.573322918131348</c:v>
                </c:pt>
                <c:pt idx="36">
                  <c:v>13.573678847499016</c:v>
                </c:pt>
                <c:pt idx="37">
                  <c:v>13.594593913914839</c:v>
                </c:pt>
                <c:pt idx="38">
                  <c:v>13.615470001192513</c:v>
                </c:pt>
                <c:pt idx="39">
                  <c:v>13.628707156320582</c:v>
                </c:pt>
                <c:pt idx="40">
                  <c:v>13.642996703682016</c:v>
                </c:pt>
                <c:pt idx="41">
                  <c:v>13.676327115063211</c:v>
                </c:pt>
                <c:pt idx="42">
                  <c:v>13.692326760869214</c:v>
                </c:pt>
                <c:pt idx="43">
                  <c:v>13.699406725058246</c:v>
                </c:pt>
                <c:pt idx="44">
                  <c:v>13.736517756866288</c:v>
                </c:pt>
                <c:pt idx="45">
                  <c:v>13.756298690550137</c:v>
                </c:pt>
                <c:pt idx="46">
                  <c:v>13.764986855665056</c:v>
                </c:pt>
                <c:pt idx="47">
                  <c:v>13.781500572227987</c:v>
                </c:pt>
                <c:pt idx="48">
                  <c:v>13.805625099005232</c:v>
                </c:pt>
                <c:pt idx="49">
                  <c:v>13.835313586276493</c:v>
                </c:pt>
                <c:pt idx="50">
                  <c:v>13.850236722619824</c:v>
                </c:pt>
                <c:pt idx="51">
                  <c:v>13.863443086008623</c:v>
                </c:pt>
                <c:pt idx="52">
                  <c:v>13.870032607205978</c:v>
                </c:pt>
                <c:pt idx="53">
                  <c:v>13.874575545663435</c:v>
                </c:pt>
                <c:pt idx="54">
                  <c:v>13.882751642374416</c:v>
                </c:pt>
                <c:pt idx="55">
                  <c:v>13.897218598210518</c:v>
                </c:pt>
                <c:pt idx="56">
                  <c:v>13.90450912094034</c:v>
                </c:pt>
                <c:pt idx="57">
                  <c:v>13.936538759324288</c:v>
                </c:pt>
                <c:pt idx="58">
                  <c:v>13.96154886008269</c:v>
                </c:pt>
                <c:pt idx="59">
                  <c:v>13.971011624326541</c:v>
                </c:pt>
                <c:pt idx="60">
                  <c:v>13.976411124895209</c:v>
                </c:pt>
                <c:pt idx="61">
                  <c:v>14.005795254512412</c:v>
                </c:pt>
                <c:pt idx="62">
                  <c:v>14.02410815197948</c:v>
                </c:pt>
                <c:pt idx="63">
                  <c:v>14.027350450929891</c:v>
                </c:pt>
                <c:pt idx="64">
                  <c:v>14.026261348891762</c:v>
                </c:pt>
                <c:pt idx="65">
                  <c:v>14.029530167895071</c:v>
                </c:pt>
                <c:pt idx="66">
                  <c:v>14.039835344289022</c:v>
                </c:pt>
                <c:pt idx="67">
                  <c:v>14.047266476695278</c:v>
                </c:pt>
                <c:pt idx="68">
                  <c:v>14.06322638691867</c:v>
                </c:pt>
                <c:pt idx="69">
                  <c:v>14.076467279772318</c:v>
                </c:pt>
                <c:pt idx="70">
                  <c:v>14.073839035737993</c:v>
                </c:pt>
                <c:pt idx="71">
                  <c:v>14.075344538204003</c:v>
                </c:pt>
                <c:pt idx="72">
                  <c:v>14.087372895082042</c:v>
                </c:pt>
                <c:pt idx="73">
                  <c:v>14.105965676999991</c:v>
                </c:pt>
                <c:pt idx="74">
                  <c:v>14.116559548197968</c:v>
                </c:pt>
                <c:pt idx="75">
                  <c:v>14.10245257093224</c:v>
                </c:pt>
                <c:pt idx="76">
                  <c:v>14.093212290353641</c:v>
                </c:pt>
                <c:pt idx="77">
                  <c:v>14.095787494282169</c:v>
                </c:pt>
                <c:pt idx="78">
                  <c:v>14.099293569866099</c:v>
                </c:pt>
                <c:pt idx="79">
                  <c:v>14.099802256518325</c:v>
                </c:pt>
                <c:pt idx="80">
                  <c:v>14.109306313730444</c:v>
                </c:pt>
                <c:pt idx="81">
                  <c:v>14.108334683067568</c:v>
                </c:pt>
                <c:pt idx="82">
                  <c:v>14.092363648660912</c:v>
                </c:pt>
                <c:pt idx="83">
                  <c:v>14.085191576234472</c:v>
                </c:pt>
                <c:pt idx="84">
                  <c:v>14.086652314987031</c:v>
                </c:pt>
                <c:pt idx="85">
                  <c:v>14.080429090896144</c:v>
                </c:pt>
                <c:pt idx="86">
                  <c:v>14.066655216174025</c:v>
                </c:pt>
                <c:pt idx="87">
                  <c:v>14.060875713505112</c:v>
                </c:pt>
                <c:pt idx="88">
                  <c:v>14.041475404875772</c:v>
                </c:pt>
                <c:pt idx="89">
                  <c:v>14.026993854111231</c:v>
                </c:pt>
                <c:pt idx="90">
                  <c:v>14.011979944432477</c:v>
                </c:pt>
                <c:pt idx="91">
                  <c:v>13.999484905818214</c:v>
                </c:pt>
                <c:pt idx="92">
                  <c:v>13.983163949102854</c:v>
                </c:pt>
                <c:pt idx="93">
                  <c:v>13.953549059428054</c:v>
                </c:pt>
                <c:pt idx="94">
                  <c:v>13.936390496209768</c:v>
                </c:pt>
                <c:pt idx="95">
                  <c:v>13.9153301034638</c:v>
                </c:pt>
                <c:pt idx="96">
                  <c:v>13.896714005257731</c:v>
                </c:pt>
                <c:pt idx="97">
                  <c:v>13.874767771550211</c:v>
                </c:pt>
                <c:pt idx="98">
                  <c:v>13.863084353346775</c:v>
                </c:pt>
                <c:pt idx="99">
                  <c:v>13.846055453608594</c:v>
                </c:pt>
                <c:pt idx="100">
                  <c:v>13.817640729817615</c:v>
                </c:pt>
                <c:pt idx="101">
                  <c:v>13.78731220153816</c:v>
                </c:pt>
                <c:pt idx="102">
                  <c:v>13.77443377907194</c:v>
                </c:pt>
                <c:pt idx="103">
                  <c:v>13.756401033036154</c:v>
                </c:pt>
                <c:pt idx="104">
                  <c:v>13.744926927464986</c:v>
                </c:pt>
                <c:pt idx="105">
                  <c:v>13.720653336632022</c:v>
                </c:pt>
                <c:pt idx="106">
                  <c:v>13.705791872760702</c:v>
                </c:pt>
                <c:pt idx="107">
                  <c:v>13.695920094546658</c:v>
                </c:pt>
                <c:pt idx="108">
                  <c:v>13.698952235426875</c:v>
                </c:pt>
                <c:pt idx="109">
                  <c:v>13.676335213468628</c:v>
                </c:pt>
                <c:pt idx="110">
                  <c:v>13.657914633907577</c:v>
                </c:pt>
                <c:pt idx="111">
                  <c:v>13.651256543244594</c:v>
                </c:pt>
                <c:pt idx="112">
                  <c:v>13.641931807866666</c:v>
                </c:pt>
                <c:pt idx="113">
                  <c:v>13.633307985027738</c:v>
                </c:pt>
                <c:pt idx="114">
                  <c:v>13.625962864806464</c:v>
                </c:pt>
                <c:pt idx="115">
                  <c:v>13.614832318511173</c:v>
                </c:pt>
                <c:pt idx="116">
                  <c:v>13.605522979002883</c:v>
                </c:pt>
                <c:pt idx="117">
                  <c:v>13.592970940073581</c:v>
                </c:pt>
                <c:pt idx="118">
                  <c:v>13.577659925708254</c:v>
                </c:pt>
                <c:pt idx="119">
                  <c:v>13.567963153145294</c:v>
                </c:pt>
                <c:pt idx="120">
                  <c:v>13.56605473276152</c:v>
                </c:pt>
                <c:pt idx="121">
                  <c:v>13.554027132327942</c:v>
                </c:pt>
                <c:pt idx="122">
                  <c:v>13.524831045904607</c:v>
                </c:pt>
                <c:pt idx="123">
                  <c:v>13.510916561506054</c:v>
                </c:pt>
                <c:pt idx="124">
                  <c:v>13.501298281180194</c:v>
                </c:pt>
                <c:pt idx="125">
                  <c:v>13.497564159839385</c:v>
                </c:pt>
                <c:pt idx="126">
                  <c:v>13.49320147764751</c:v>
                </c:pt>
                <c:pt idx="127">
                  <c:v>13.492726341532004</c:v>
                </c:pt>
                <c:pt idx="128">
                  <c:v>13.494251956521353</c:v>
                </c:pt>
                <c:pt idx="129">
                  <c:v>13.499460388118305</c:v>
                </c:pt>
                <c:pt idx="130">
                  <c:v>13.489767531267853</c:v>
                </c:pt>
                <c:pt idx="131">
                  <c:v>13.498722187317007</c:v>
                </c:pt>
                <c:pt idx="132">
                  <c:v>13.503563965833628</c:v>
                </c:pt>
                <c:pt idx="133">
                  <c:v>13.497847337048514</c:v>
                </c:pt>
                <c:pt idx="134">
                  <c:v>13.507285227618588</c:v>
                </c:pt>
                <c:pt idx="135">
                  <c:v>13.497473164020297</c:v>
                </c:pt>
                <c:pt idx="136">
                  <c:v>13.503932087306149</c:v>
                </c:pt>
                <c:pt idx="137">
                  <c:v>13.509006005279092</c:v>
                </c:pt>
                <c:pt idx="138">
                  <c:v>13.48903013140775</c:v>
                </c:pt>
                <c:pt idx="139">
                  <c:v>13.564752224391684</c:v>
                </c:pt>
                <c:pt idx="140">
                  <c:v>13.632610498737181</c:v>
                </c:pt>
                <c:pt idx="141">
                  <c:v>13.693769433948159</c:v>
                </c:pt>
                <c:pt idx="142">
                  <c:v>13.696487739370175</c:v>
                </c:pt>
                <c:pt idx="143">
                  <c:v>13.693285620969705</c:v>
                </c:pt>
                <c:pt idx="144">
                  <c:v>13.71767637170079</c:v>
                </c:pt>
                <c:pt idx="145">
                  <c:v>13.721349399027124</c:v>
                </c:pt>
                <c:pt idx="146">
                  <c:v>13.755476657903774</c:v>
                </c:pt>
                <c:pt idx="147">
                  <c:v>13.795604790696267</c:v>
                </c:pt>
                <c:pt idx="148">
                  <c:v>13.827828701816712</c:v>
                </c:pt>
                <c:pt idx="149">
                  <c:v>13.838077634340085</c:v>
                </c:pt>
                <c:pt idx="150">
                  <c:v>13.844334052993828</c:v>
                </c:pt>
                <c:pt idx="151">
                  <c:v>13.860146056076562</c:v>
                </c:pt>
                <c:pt idx="152">
                  <c:v>13.872536705355092</c:v>
                </c:pt>
                <c:pt idx="153">
                  <c:v>13.907840591343779</c:v>
                </c:pt>
                <c:pt idx="154">
                  <c:v>13.921523781723947</c:v>
                </c:pt>
                <c:pt idx="155">
                  <c:v>13.938467870688934</c:v>
                </c:pt>
                <c:pt idx="156">
                  <c:v>13.952690450467125</c:v>
                </c:pt>
                <c:pt idx="157">
                  <c:v>13.969209239657621</c:v>
                </c:pt>
                <c:pt idx="158">
                  <c:v>13.976963507339288</c:v>
                </c:pt>
                <c:pt idx="159">
                  <c:v>13.972471384150973</c:v>
                </c:pt>
                <c:pt idx="160">
                  <c:v>13.977981058630673</c:v>
                </c:pt>
                <c:pt idx="161">
                  <c:v>13.966643380043037</c:v>
                </c:pt>
                <c:pt idx="162">
                  <c:v>13.949423500326603</c:v>
                </c:pt>
                <c:pt idx="163">
                  <c:v>13.936068517849419</c:v>
                </c:pt>
                <c:pt idx="164">
                  <c:v>13.930180443151862</c:v>
                </c:pt>
                <c:pt idx="165">
                  <c:v>13.916785858582262</c:v>
                </c:pt>
                <c:pt idx="166">
                  <c:v>13.90395780641785</c:v>
                </c:pt>
                <c:pt idx="167">
                  <c:v>13.906456208985134</c:v>
                </c:pt>
                <c:pt idx="168">
                  <c:v>13.896296892882122</c:v>
                </c:pt>
                <c:pt idx="169">
                  <c:v>13.871530011266572</c:v>
                </c:pt>
                <c:pt idx="170">
                  <c:v>13.851947444018659</c:v>
                </c:pt>
                <c:pt idx="171">
                  <c:v>13.847200799517299</c:v>
                </c:pt>
                <c:pt idx="172">
                  <c:v>13.829931261446783</c:v>
                </c:pt>
                <c:pt idx="173">
                  <c:v>13.819303661725154</c:v>
                </c:pt>
                <c:pt idx="174">
                  <c:v>13.812446626168706</c:v>
                </c:pt>
                <c:pt idx="175">
                  <c:v>13.799574522238576</c:v>
                </c:pt>
                <c:pt idx="176">
                  <c:v>13.807530182134025</c:v>
                </c:pt>
                <c:pt idx="177">
                  <c:v>13.805750935766296</c:v>
                </c:pt>
                <c:pt idx="178">
                  <c:v>13.81021680588211</c:v>
                </c:pt>
                <c:pt idx="179">
                  <c:v>13.818426542123277</c:v>
                </c:pt>
                <c:pt idx="180">
                  <c:v>13.819693275119739</c:v>
                </c:pt>
                <c:pt idx="181">
                  <c:v>13.824305272506891</c:v>
                </c:pt>
                <c:pt idx="182">
                  <c:v>13.823780745017698</c:v>
                </c:pt>
                <c:pt idx="183">
                  <c:v>13.828473192498205</c:v>
                </c:pt>
                <c:pt idx="184">
                  <c:v>13.833835226817646</c:v>
                </c:pt>
                <c:pt idx="185">
                  <c:v>13.829921294178579</c:v>
                </c:pt>
                <c:pt idx="186">
                  <c:v>13.843556873054377</c:v>
                </c:pt>
                <c:pt idx="187">
                  <c:v>13.865435560721131</c:v>
                </c:pt>
                <c:pt idx="188">
                  <c:v>13.88405984632608</c:v>
                </c:pt>
                <c:pt idx="189">
                  <c:v>13.890182507800274</c:v>
                </c:pt>
                <c:pt idx="190">
                  <c:v>13.880225206865312</c:v>
                </c:pt>
                <c:pt idx="191">
                  <c:v>13.873245360325642</c:v>
                </c:pt>
                <c:pt idx="192">
                  <c:v>13.870460042823654</c:v>
                </c:pt>
                <c:pt idx="193">
                  <c:v>13.860398975507215</c:v>
                </c:pt>
                <c:pt idx="194">
                  <c:v>13.859379288372647</c:v>
                </c:pt>
                <c:pt idx="195">
                  <c:v>13.858836784203305</c:v>
                </c:pt>
                <c:pt idx="196">
                  <c:v>13.867361379327527</c:v>
                </c:pt>
                <c:pt idx="197">
                  <c:v>13.881905848472604</c:v>
                </c:pt>
                <c:pt idx="198">
                  <c:v>13.90457346321633</c:v>
                </c:pt>
                <c:pt idx="199">
                  <c:v>13.927555580869251</c:v>
                </c:pt>
                <c:pt idx="200">
                  <c:v>13.954152346134745</c:v>
                </c:pt>
                <c:pt idx="201">
                  <c:v>13.980392514581576</c:v>
                </c:pt>
                <c:pt idx="202">
                  <c:v>14.009114977778328</c:v>
                </c:pt>
                <c:pt idx="203">
                  <c:v>14.048409686760795</c:v>
                </c:pt>
                <c:pt idx="204">
                  <c:v>14.073021719745334</c:v>
                </c:pt>
                <c:pt idx="205">
                  <c:v>14.099774223576503</c:v>
                </c:pt>
                <c:pt idx="206">
                  <c:v>14.127381420656093</c:v>
                </c:pt>
                <c:pt idx="207">
                  <c:v>14.133458962442974</c:v>
                </c:pt>
                <c:pt idx="208">
                  <c:v>14.121359855759387</c:v>
                </c:pt>
                <c:pt idx="209">
                  <c:v>14.1040498256618</c:v>
                </c:pt>
                <c:pt idx="210">
                  <c:v>14.079414565382606</c:v>
                </c:pt>
                <c:pt idx="211">
                  <c:v>14.045823002675142</c:v>
                </c:pt>
                <c:pt idx="212">
                  <c:v>14.010233269673341</c:v>
                </c:pt>
                <c:pt idx="213">
                  <c:v>13.995374742586398</c:v>
                </c:pt>
                <c:pt idx="214">
                  <c:v>13.990862239894346</c:v>
                </c:pt>
                <c:pt idx="215">
                  <c:v>13.982211274048257</c:v>
                </c:pt>
                <c:pt idx="216">
                  <c:v>13.992572783306249</c:v>
                </c:pt>
                <c:pt idx="217">
                  <c:v>14.004881914569831</c:v>
                </c:pt>
                <c:pt idx="218">
                  <c:v>14.019129946479328</c:v>
                </c:pt>
                <c:pt idx="219">
                  <c:v>14.016122323299021</c:v>
                </c:pt>
                <c:pt idx="220">
                  <c:v>14.045538401570555</c:v>
                </c:pt>
                <c:pt idx="221">
                  <c:v>14.06968134999528</c:v>
                </c:pt>
                <c:pt idx="222">
                  <c:v>14.090106774360626</c:v>
                </c:pt>
                <c:pt idx="223">
                  <c:v>14.106549563131074</c:v>
                </c:pt>
                <c:pt idx="224">
                  <c:v>14.128622701521254</c:v>
                </c:pt>
                <c:pt idx="225">
                  <c:v>14.125527063802974</c:v>
                </c:pt>
                <c:pt idx="226">
                  <c:v>14.135235805987124</c:v>
                </c:pt>
                <c:pt idx="227">
                  <c:v>14.144182052153729</c:v>
                </c:pt>
                <c:pt idx="228">
                  <c:v>14.150077157335105</c:v>
                </c:pt>
                <c:pt idx="229">
                  <c:v>14.146953842648871</c:v>
                </c:pt>
                <c:pt idx="230">
                  <c:v>14.173752089121614</c:v>
                </c:pt>
                <c:pt idx="231">
                  <c:v>14.162074099519611</c:v>
                </c:pt>
                <c:pt idx="232">
                  <c:v>14.17869985885636</c:v>
                </c:pt>
                <c:pt idx="233">
                  <c:v>14.180834189153831</c:v>
                </c:pt>
                <c:pt idx="234">
                  <c:v>14.152387427715055</c:v>
                </c:pt>
                <c:pt idx="235">
                  <c:v>14.144772968768629</c:v>
                </c:pt>
                <c:pt idx="236">
                  <c:v>14.129513170143046</c:v>
                </c:pt>
                <c:pt idx="237">
                  <c:v>14.098722943761466</c:v>
                </c:pt>
                <c:pt idx="238">
                  <c:v>14.07359866438606</c:v>
                </c:pt>
                <c:pt idx="239">
                  <c:v>14.045336920363305</c:v>
                </c:pt>
                <c:pt idx="240">
                  <c:v>14.007006633572962</c:v>
                </c:pt>
                <c:pt idx="241">
                  <c:v>13.969856489136566</c:v>
                </c:pt>
                <c:pt idx="242">
                  <c:v>13.960799624091596</c:v>
                </c:pt>
                <c:pt idx="243">
                  <c:v>13.951935251913804</c:v>
                </c:pt>
                <c:pt idx="244">
                  <c:v>13.929900113733648</c:v>
                </c:pt>
                <c:pt idx="245">
                  <c:v>13.924630721612418</c:v>
                </c:pt>
                <c:pt idx="246">
                  <c:v>13.921467626846834</c:v>
                </c:pt>
                <c:pt idx="247">
                  <c:v>13.924516276015012</c:v>
                </c:pt>
                <c:pt idx="248">
                  <c:v>13.941728324306428</c:v>
                </c:pt>
                <c:pt idx="249">
                  <c:v>13.956864777987999</c:v>
                </c:pt>
                <c:pt idx="250">
                  <c:v>13.93952849481791</c:v>
                </c:pt>
                <c:pt idx="251">
                  <c:v>13.971278604724839</c:v>
                </c:pt>
                <c:pt idx="252">
                  <c:v>13.995862782754488</c:v>
                </c:pt>
                <c:pt idx="253">
                  <c:v>14.013703391896964</c:v>
                </c:pt>
                <c:pt idx="254">
                  <c:v>14.024165908738979</c:v>
                </c:pt>
                <c:pt idx="255">
                  <c:v>14.042100316994725</c:v>
                </c:pt>
                <c:pt idx="256">
                  <c:v>14.044348291948406</c:v>
                </c:pt>
                <c:pt idx="257">
                  <c:v>14.029335272204314</c:v>
                </c:pt>
                <c:pt idx="258">
                  <c:v>14.014554347419811</c:v>
                </c:pt>
                <c:pt idx="259">
                  <c:v>14</c:v>
                </c:pt>
                <c:pt idx="260">
                  <c:v>13.968925350500765</c:v>
                </c:pt>
                <c:pt idx="261">
                  <c:v>13.954334159785988</c:v>
                </c:pt>
                <c:pt idx="262">
                  <c:v>13.990363876484189</c:v>
                </c:pt>
                <c:pt idx="263">
                  <c:v>13.998583935967419</c:v>
                </c:pt>
                <c:pt idx="264">
                  <c:v>13.963778146408487</c:v>
                </c:pt>
                <c:pt idx="265">
                  <c:v>13.965108064765884</c:v>
                </c:pt>
                <c:pt idx="266">
                  <c:v>13.994071611262301</c:v>
                </c:pt>
                <c:pt idx="267">
                  <c:v>13.966557768328647</c:v>
                </c:pt>
                <c:pt idx="268">
                  <c:v>13.930634398822438</c:v>
                </c:pt>
                <c:pt idx="269">
                  <c:v>13.934659573294127</c:v>
                </c:pt>
                <c:pt idx="270">
                  <c:v>13.895292601617186</c:v>
                </c:pt>
                <c:pt idx="271">
                  <c:v>13.888440905668705</c:v>
                </c:pt>
                <c:pt idx="272">
                  <c:v>13.890462036277295</c:v>
                </c:pt>
                <c:pt idx="273">
                  <c:v>13.916490311281343</c:v>
                </c:pt>
                <c:pt idx="274">
                  <c:v>13.888834256788863</c:v>
                </c:pt>
                <c:pt idx="275">
                  <c:v>13.859301864057139</c:v>
                </c:pt>
                <c:pt idx="276">
                  <c:v>13.833537365686611</c:v>
                </c:pt>
                <c:pt idx="277">
                  <c:v>13.863433118740419</c:v>
                </c:pt>
                <c:pt idx="278">
                  <c:v>13.988445266348544</c:v>
                </c:pt>
                <c:pt idx="279">
                  <c:v>14.01009559678128</c:v>
                </c:pt>
                <c:pt idx="280">
                  <c:v>14.036149501903569</c:v>
                </c:pt>
                <c:pt idx="281">
                  <c:v>14.092485035748673</c:v>
                </c:pt>
                <c:pt idx="282">
                  <c:v>14.192248847089646</c:v>
                </c:pt>
                <c:pt idx="283">
                  <c:v>14.244197803997229</c:v>
                </c:pt>
                <c:pt idx="284">
                  <c:v>14.271001390077938</c:v>
                </c:pt>
                <c:pt idx="285">
                  <c:v>14.203023908984601</c:v>
                </c:pt>
                <c:pt idx="286">
                  <c:v>14.208041449596767</c:v>
                </c:pt>
                <c:pt idx="287">
                  <c:v>14.46227558072686</c:v>
                </c:pt>
                <c:pt idx="288">
                  <c:v>14.529635892132797</c:v>
                </c:pt>
                <c:pt idx="289">
                  <c:v>14.564108223174253</c:v>
                </c:pt>
                <c:pt idx="290">
                  <c:v>14.593555271171986</c:v>
                </c:pt>
                <c:pt idx="291">
                  <c:v>14.740579952619877</c:v>
                </c:pt>
                <c:pt idx="292">
                  <c:v>14.717717887152721</c:v>
                </c:pt>
                <c:pt idx="293">
                  <c:v>14.814408220148474</c:v>
                </c:pt>
                <c:pt idx="294">
                  <c:v>14.841940306742675</c:v>
                </c:pt>
                <c:pt idx="295">
                  <c:v>14.874811645328998</c:v>
                </c:pt>
                <c:pt idx="296">
                  <c:v>14.899762565432441</c:v>
                </c:pt>
                <c:pt idx="297">
                  <c:v>14.949274614257817</c:v>
                </c:pt>
                <c:pt idx="298">
                  <c:v>14.94495415946561</c:v>
                </c:pt>
                <c:pt idx="299">
                  <c:v>15.027031409353921</c:v>
                </c:pt>
                <c:pt idx="300">
                  <c:v>15.083514850339684</c:v>
                </c:pt>
                <c:pt idx="301">
                  <c:v>15.036472548185507</c:v>
                </c:pt>
                <c:pt idx="302">
                  <c:v>15.008733818763023</c:v>
                </c:pt>
                <c:pt idx="303">
                  <c:v>15.159086855843039</c:v>
                </c:pt>
                <c:pt idx="304">
                  <c:v>15.25013909678751</c:v>
                </c:pt>
                <c:pt idx="305">
                  <c:v>15.277266975058687</c:v>
                </c:pt>
                <c:pt idx="306">
                  <c:v>15.197635265618796</c:v>
                </c:pt>
                <c:pt idx="307">
                  <c:v>15.19569752188794</c:v>
                </c:pt>
                <c:pt idx="308">
                  <c:v>15.193723824796779</c:v>
                </c:pt>
                <c:pt idx="309">
                  <c:v>15.143372923559948</c:v>
                </c:pt>
                <c:pt idx="310">
                  <c:v>15.091629630552521</c:v>
                </c:pt>
                <c:pt idx="311">
                  <c:v>15.026289737807446</c:v>
                </c:pt>
                <c:pt idx="312">
                  <c:v>15.149912697409752</c:v>
                </c:pt>
                <c:pt idx="313">
                  <c:v>15.17339166558391</c:v>
                </c:pt>
                <c:pt idx="314">
                  <c:v>15.10807010549285</c:v>
                </c:pt>
                <c:pt idx="315">
                  <c:v>15.088803198069193</c:v>
                </c:pt>
                <c:pt idx="316">
                  <c:v>15.050083742851598</c:v>
                </c:pt>
                <c:pt idx="317">
                  <c:v>15.072790425726939</c:v>
                </c:pt>
                <c:pt idx="318">
                  <c:v>15.103359147371394</c:v>
                </c:pt>
                <c:pt idx="319">
                  <c:v>15.084179453544516</c:v>
                </c:pt>
                <c:pt idx="320">
                  <c:v>15.083755488672017</c:v>
                </c:pt>
                <c:pt idx="321">
                  <c:v>15.168385783115799</c:v>
                </c:pt>
                <c:pt idx="322">
                  <c:v>15.190432668433481</c:v>
                </c:pt>
                <c:pt idx="323">
                  <c:v>15.204188032514649</c:v>
                </c:pt>
                <c:pt idx="324">
                  <c:v>15.209276856893165</c:v>
                </c:pt>
                <c:pt idx="325">
                  <c:v>15.234625933763937</c:v>
                </c:pt>
                <c:pt idx="326">
                  <c:v>15.252112793878672</c:v>
                </c:pt>
                <c:pt idx="327">
                  <c:v>15.275356285341527</c:v>
                </c:pt>
                <c:pt idx="328">
                  <c:v>15.293244505988367</c:v>
                </c:pt>
                <c:pt idx="329">
                  <c:v>15.308125637415696</c:v>
                </c:pt>
                <c:pt idx="330">
                  <c:v>15.308688788069176</c:v>
                </c:pt>
                <c:pt idx="331">
                  <c:v>15.299129287927677</c:v>
                </c:pt>
                <c:pt idx="332">
                  <c:v>15.287368089434869</c:v>
                </c:pt>
                <c:pt idx="333">
                  <c:v>15.270963567854846</c:v>
                </c:pt>
                <c:pt idx="334">
                  <c:v>15.251133509777707</c:v>
                </c:pt>
                <c:pt idx="335">
                  <c:v>15.221855727352494</c:v>
                </c:pt>
                <c:pt idx="336">
                  <c:v>15.190444593557938</c:v>
                </c:pt>
                <c:pt idx="337">
                  <c:v>15.173261201162605</c:v>
                </c:pt>
                <c:pt idx="338">
                  <c:v>15.162277271602715</c:v>
                </c:pt>
                <c:pt idx="339">
                  <c:v>15.121278515731372</c:v>
                </c:pt>
                <c:pt idx="340">
                  <c:v>15.07980738254197</c:v>
                </c:pt>
                <c:pt idx="341">
                  <c:v>15.120654315560149</c:v>
                </c:pt>
                <c:pt idx="342">
                  <c:v>15.114833430929496</c:v>
                </c:pt>
                <c:pt idx="343">
                  <c:v>15.08745868478336</c:v>
                </c:pt>
                <c:pt idx="344">
                  <c:v>15.177296342902501</c:v>
                </c:pt>
                <c:pt idx="345">
                  <c:v>15.214680006193941</c:v>
                </c:pt>
                <c:pt idx="346">
                  <c:v>15.267087724419268</c:v>
                </c:pt>
                <c:pt idx="347">
                  <c:v>15.319184677460978</c:v>
                </c:pt>
                <c:pt idx="348">
                  <c:v>15.34006485843809</c:v>
                </c:pt>
                <c:pt idx="349">
                  <c:v>15.320118574894227</c:v>
                </c:pt>
                <c:pt idx="350">
                  <c:v>15.394995541427345</c:v>
                </c:pt>
                <c:pt idx="351">
                  <c:v>15.487209325091349</c:v>
                </c:pt>
                <c:pt idx="352">
                  <c:v>15.506485309848548</c:v>
                </c:pt>
                <c:pt idx="353">
                  <c:v>15.51519545634959</c:v>
                </c:pt>
                <c:pt idx="354">
                  <c:v>15.501701377084888</c:v>
                </c:pt>
                <c:pt idx="355">
                  <c:v>15.4985971070004</c:v>
                </c:pt>
                <c:pt idx="356">
                  <c:v>15.626650695305946</c:v>
                </c:pt>
                <c:pt idx="357">
                  <c:v>15.63519246616913</c:v>
                </c:pt>
                <c:pt idx="358">
                  <c:v>15.559226397597886</c:v>
                </c:pt>
                <c:pt idx="359">
                  <c:v>15.775011524653856</c:v>
                </c:pt>
                <c:pt idx="360">
                  <c:v>15.776671964744342</c:v>
                </c:pt>
                <c:pt idx="361">
                  <c:v>15.710488057966781</c:v>
                </c:pt>
                <c:pt idx="362">
                  <c:v>15.646216264801836</c:v>
                </c:pt>
                <c:pt idx="363">
                  <c:v>15.576462296138214</c:v>
                </c:pt>
                <c:pt idx="364">
                  <c:v>15.572332287363455</c:v>
                </c:pt>
                <c:pt idx="365">
                  <c:v>15.50807971678719</c:v>
                </c:pt>
                <c:pt idx="366">
                  <c:v>15.410790991725383</c:v>
                </c:pt>
                <c:pt idx="367">
                  <c:v>15.369495887611928</c:v>
                </c:pt>
                <c:pt idx="368">
                  <c:v>15.326124031973569</c:v>
                </c:pt>
                <c:pt idx="369">
                  <c:v>15.220999966182481</c:v>
                </c:pt>
                <c:pt idx="370">
                  <c:v>15.189495923209316</c:v>
                </c:pt>
                <c:pt idx="371">
                  <c:v>15.094841226757129</c:v>
                </c:pt>
                <c:pt idx="372">
                  <c:v>15.036502805963984</c:v>
                </c:pt>
                <c:pt idx="373">
                  <c:v>14.932779675316237</c:v>
                </c:pt>
                <c:pt idx="374">
                  <c:v>14.879247613640203</c:v>
                </c:pt>
                <c:pt idx="375">
                  <c:v>14.838245831991014</c:v>
                </c:pt>
                <c:pt idx="376">
                  <c:v>14.734149284759511</c:v>
                </c:pt>
                <c:pt idx="377">
                  <c:v>14.649201995589483</c:v>
                </c:pt>
                <c:pt idx="378">
                  <c:v>14.556126933160565</c:v>
                </c:pt>
                <c:pt idx="379">
                  <c:v>14.456949143793862</c:v>
                </c:pt>
                <c:pt idx="380">
                  <c:v>14.390020183718109</c:v>
                </c:pt>
                <c:pt idx="381">
                  <c:v>14.249055334357351</c:v>
                </c:pt>
                <c:pt idx="382">
                  <c:v>14.123956329126313</c:v>
                </c:pt>
                <c:pt idx="383">
                  <c:v>13.958327652583746</c:v>
                </c:pt>
                <c:pt idx="384">
                  <c:v>13.865504352670424</c:v>
                </c:pt>
                <c:pt idx="385">
                  <c:v>13.765541284958855</c:v>
                </c:pt>
                <c:pt idx="386">
                  <c:v>13.686634738777478</c:v>
                </c:pt>
                <c:pt idx="387">
                  <c:v>13.641449774757538</c:v>
                </c:pt>
                <c:pt idx="388">
                  <c:v>13.582128154150922</c:v>
                </c:pt>
                <c:pt idx="389">
                  <c:v>13.535570955380456</c:v>
                </c:pt>
                <c:pt idx="390">
                  <c:v>13.490688702635451</c:v>
                </c:pt>
                <c:pt idx="391">
                  <c:v>13.460634986179315</c:v>
                </c:pt>
                <c:pt idx="392">
                  <c:v>13.445609596343436</c:v>
                </c:pt>
                <c:pt idx="393">
                  <c:v>13.436291135004867</c:v>
                </c:pt>
                <c:pt idx="394">
                  <c:v>13.413748022120215</c:v>
                </c:pt>
                <c:pt idx="395">
                  <c:v>13.396328263078924</c:v>
                </c:pt>
                <c:pt idx="396">
                  <c:v>13.380475589982183</c:v>
                </c:pt>
                <c:pt idx="397">
                  <c:v>13.367931938687061</c:v>
                </c:pt>
                <c:pt idx="398">
                  <c:v>13.34932353841581</c:v>
                </c:pt>
                <c:pt idx="399">
                  <c:v>13.330440993772237</c:v>
                </c:pt>
                <c:pt idx="400">
                  <c:v>13.355428223209852</c:v>
                </c:pt>
                <c:pt idx="401">
                  <c:v>13.336500291898568</c:v>
                </c:pt>
                <c:pt idx="402">
                  <c:v>13.323055025550024</c:v>
                </c:pt>
                <c:pt idx="403">
                  <c:v>13.304533282666386</c:v>
                </c:pt>
                <c:pt idx="404">
                  <c:v>13.291060094617853</c:v>
                </c:pt>
                <c:pt idx="405">
                  <c:v>13.261269754324637</c:v>
                </c:pt>
                <c:pt idx="406">
                  <c:v>13.238122731779033</c:v>
                </c:pt>
                <c:pt idx="407">
                  <c:v>13.220016855362479</c:v>
                </c:pt>
                <c:pt idx="408">
                  <c:v>13.205750157073467</c:v>
                </c:pt>
                <c:pt idx="409">
                  <c:v>13.194855732692105</c:v>
                </c:pt>
                <c:pt idx="410">
                  <c:v>13.177660415172317</c:v>
                </c:pt>
                <c:pt idx="411">
                  <c:v>13.157292157984761</c:v>
                </c:pt>
                <c:pt idx="412">
                  <c:v>13.13765480413428</c:v>
                </c:pt>
                <c:pt idx="413">
                  <c:v>13.123420254734897</c:v>
                </c:pt>
                <c:pt idx="414">
                  <c:v>13.132844206703343</c:v>
                </c:pt>
                <c:pt idx="415">
                  <c:v>13.142188398277799</c:v>
                </c:pt>
                <c:pt idx="416">
                  <c:v>13.128014386683729</c:v>
                </c:pt>
                <c:pt idx="417">
                  <c:v>13.095330379343549</c:v>
                </c:pt>
                <c:pt idx="418">
                  <c:v>13.074146341300622</c:v>
                </c:pt>
                <c:pt idx="419">
                  <c:v>13.07287191036934</c:v>
                </c:pt>
                <c:pt idx="420">
                  <c:v>13.081884923883889</c:v>
                </c:pt>
                <c:pt idx="421">
                  <c:v>13.090418663086757</c:v>
                </c:pt>
                <c:pt idx="422">
                  <c:v>13.074293375192893</c:v>
                </c:pt>
                <c:pt idx="423">
                  <c:v>13.08687093856069</c:v>
                </c:pt>
                <c:pt idx="424">
                  <c:v>13.058410438755587</c:v>
                </c:pt>
                <c:pt idx="425">
                  <c:v>13.075639406929742</c:v>
                </c:pt>
                <c:pt idx="426">
                  <c:v>13.070787661144919</c:v>
                </c:pt>
                <c:pt idx="427">
                  <c:v>13.053407554254866</c:v>
                </c:pt>
                <c:pt idx="428">
                  <c:v>13.057533113356318</c:v>
                </c:pt>
                <c:pt idx="429">
                  <c:v>13.044291764411158</c:v>
                </c:pt>
                <c:pt idx="430">
                  <c:v>12.992075841010504</c:v>
                </c:pt>
                <c:pt idx="431">
                  <c:v>12.973316521725975</c:v>
                </c:pt>
                <c:pt idx="432">
                  <c:v>13.074183701870108</c:v>
                </c:pt>
                <c:pt idx="433">
                  <c:v>13.07638626790771</c:v>
                </c:pt>
                <c:pt idx="434">
                  <c:v>13.080692355817236</c:v>
                </c:pt>
                <c:pt idx="435">
                  <c:v>13.092869309535294</c:v>
                </c:pt>
                <c:pt idx="436">
                  <c:v>12.930198481015024</c:v>
                </c:pt>
                <c:pt idx="437">
                  <c:v>12.783393596742128</c:v>
                </c:pt>
                <c:pt idx="438">
                  <c:v>13.013592396186898</c:v>
                </c:pt>
                <c:pt idx="439">
                  <c:v>13.235336502094016</c:v>
                </c:pt>
                <c:pt idx="440">
                  <c:v>13.169300869555157</c:v>
                </c:pt>
                <c:pt idx="441">
                  <c:v>13.188870187900804</c:v>
                </c:pt>
                <c:pt idx="442">
                  <c:v>13.259795399571763</c:v>
                </c:pt>
                <c:pt idx="443">
                  <c:v>13.257403232954635</c:v>
                </c:pt>
                <c:pt idx="444">
                  <c:v>13.236237293957878</c:v>
                </c:pt>
                <c:pt idx="445">
                  <c:v>13.286555445599184</c:v>
                </c:pt>
                <c:pt idx="446">
                  <c:v>13.319879026731856</c:v>
                </c:pt>
                <c:pt idx="447">
                  <c:v>13.247228342995056</c:v>
                </c:pt>
                <c:pt idx="448">
                  <c:v>13.250539834365361</c:v>
                </c:pt>
                <c:pt idx="449">
                  <c:v>13.275220570305727</c:v>
                </c:pt>
                <c:pt idx="450">
                  <c:v>13.305548520127651</c:v>
                </c:pt>
                <c:pt idx="451">
                  <c:v>13.340591388280272</c:v>
                </c:pt>
                <c:pt idx="452">
                  <c:v>13.349915522952305</c:v>
                </c:pt>
                <c:pt idx="453">
                  <c:v>13.329957714754583</c:v>
                </c:pt>
                <c:pt idx="454">
                  <c:v>13.308240928451033</c:v>
                </c:pt>
                <c:pt idx="455">
                  <c:v>13.366092443742779</c:v>
                </c:pt>
                <c:pt idx="456">
                  <c:v>13.380920290332282</c:v>
                </c:pt>
                <c:pt idx="457">
                  <c:v>13.382974837987394</c:v>
                </c:pt>
                <c:pt idx="458">
                  <c:v>13.389050377421288</c:v>
                </c:pt>
                <c:pt idx="459">
                  <c:v>13.399471022837501</c:v>
                </c:pt>
                <c:pt idx="460">
                  <c:v>13.415011417861699</c:v>
                </c:pt>
                <c:pt idx="461">
                  <c:v>13.3985401511821</c:v>
                </c:pt>
                <c:pt idx="462">
                  <c:v>13.407610276253516</c:v>
                </c:pt>
                <c:pt idx="463">
                  <c:v>13.398645697432892</c:v>
                </c:pt>
                <c:pt idx="464">
                  <c:v>13.379189233926445</c:v>
                </c:pt>
                <c:pt idx="465">
                  <c:v>13.386746870544764</c:v>
                </c:pt>
                <c:pt idx="466">
                  <c:v>13.405009753683885</c:v>
                </c:pt>
                <c:pt idx="467">
                  <c:v>13.425759737220091</c:v>
                </c:pt>
                <c:pt idx="468">
                  <c:v>13.424447795542852</c:v>
                </c:pt>
                <c:pt idx="469">
                  <c:v>13.430736696811721</c:v>
                </c:pt>
                <c:pt idx="470">
                  <c:v>13.442687139910186</c:v>
                </c:pt>
                <c:pt idx="471">
                  <c:v>13.466732062032007</c:v>
                </c:pt>
                <c:pt idx="472">
                  <c:v>13.482965760653853</c:v>
                </c:pt>
                <c:pt idx="473">
                  <c:v>13.482681782503526</c:v>
                </c:pt>
                <c:pt idx="474">
                  <c:v>13.493855401636411</c:v>
                </c:pt>
                <c:pt idx="475">
                  <c:v>13.473516834893982</c:v>
                </c:pt>
                <c:pt idx="476">
                  <c:v>13.495894909395751</c:v>
                </c:pt>
                <c:pt idx="477">
                  <c:v>13.519598897548942</c:v>
                </c:pt>
                <c:pt idx="478">
                  <c:v>13.540675620595938</c:v>
                </c:pt>
                <c:pt idx="479">
                  <c:v>13.548885089856704</c:v>
                </c:pt>
                <c:pt idx="480">
                  <c:v>13.544537714540999</c:v>
                </c:pt>
                <c:pt idx="481">
                  <c:v>13.557410085451524</c:v>
                </c:pt>
                <c:pt idx="482">
                  <c:v>13.574205288347727</c:v>
                </c:pt>
                <c:pt idx="483">
                  <c:v>13.5711121424465</c:v>
                </c:pt>
                <c:pt idx="484">
                  <c:v>13.5708716821011</c:v>
                </c:pt>
                <c:pt idx="485">
                  <c:v>13.578306196259069</c:v>
                </c:pt>
                <c:pt idx="486">
                  <c:v>13.582703496909255</c:v>
                </c:pt>
                <c:pt idx="487">
                  <c:v>13.577354767112999</c:v>
                </c:pt>
                <c:pt idx="488">
                  <c:v>13.594966796537799</c:v>
                </c:pt>
                <c:pt idx="489">
                  <c:v>13.609762182760541</c:v>
                </c:pt>
                <c:pt idx="490">
                  <c:v>13.603021016696951</c:v>
                </c:pt>
                <c:pt idx="491">
                  <c:v>13.596407066793157</c:v>
                </c:pt>
                <c:pt idx="492">
                  <c:v>13.604658585466654</c:v>
                </c:pt>
                <c:pt idx="493">
                  <c:v>13.622942471063775</c:v>
                </c:pt>
                <c:pt idx="494">
                  <c:v>13.626674679045065</c:v>
                </c:pt>
                <c:pt idx="495">
                  <c:v>13.620035766474023</c:v>
                </c:pt>
                <c:pt idx="496">
                  <c:v>13.626008740938239</c:v>
                </c:pt>
                <c:pt idx="497">
                  <c:v>13.617997059655877</c:v>
                </c:pt>
                <c:pt idx="498">
                  <c:v>13.614886560028763</c:v>
                </c:pt>
                <c:pt idx="499">
                  <c:v>13.620229416256258</c:v>
                </c:pt>
                <c:pt idx="500">
                  <c:v>13.620009335414593</c:v>
                </c:pt>
                <c:pt idx="501">
                  <c:v>13.612631020630467</c:v>
                </c:pt>
                <c:pt idx="502">
                  <c:v>13.62856049508845</c:v>
                </c:pt>
                <c:pt idx="503">
                  <c:v>13.647987857731485</c:v>
                </c:pt>
                <c:pt idx="504">
                  <c:v>13.646786134462007</c:v>
                </c:pt>
                <c:pt idx="505">
                  <c:v>13.641428772299538</c:v>
                </c:pt>
                <c:pt idx="506">
                  <c:v>13.648752534088946</c:v>
                </c:pt>
                <c:pt idx="507">
                  <c:v>13.650802988044617</c:v>
                </c:pt>
                <c:pt idx="508">
                  <c:v>13.654930638492521</c:v>
                </c:pt>
                <c:pt idx="509">
                  <c:v>13.654288061170549</c:v>
                </c:pt>
                <c:pt idx="510">
                  <c:v>13.676931469691494</c:v>
                </c:pt>
                <c:pt idx="511">
                  <c:v>13.701247198930654</c:v>
                </c:pt>
                <c:pt idx="512">
                  <c:v>13.741905643787632</c:v>
                </c:pt>
                <c:pt idx="513">
                  <c:v>13.780929768136422</c:v>
                </c:pt>
                <c:pt idx="514">
                  <c:v>13.801129683058669</c:v>
                </c:pt>
                <c:pt idx="515">
                  <c:v>13.830968213313776</c:v>
                </c:pt>
                <c:pt idx="516">
                  <c:v>13.87251872867494</c:v>
                </c:pt>
                <c:pt idx="517">
                  <c:v>13.892033304914753</c:v>
                </c:pt>
                <c:pt idx="518">
                  <c:v>13.910642016663134</c:v>
                </c:pt>
                <c:pt idx="519">
                  <c:v>13.909478516087347</c:v>
                </c:pt>
                <c:pt idx="520">
                  <c:v>13.908256368817401</c:v>
                </c:pt>
                <c:pt idx="521">
                  <c:v>13.907970521804286</c:v>
                </c:pt>
                <c:pt idx="522">
                  <c:v>13.922366460854443</c:v>
                </c:pt>
                <c:pt idx="523">
                  <c:v>13.949362450808861</c:v>
                </c:pt>
                <c:pt idx="524">
                  <c:v>13.961017124122746</c:v>
                </c:pt>
                <c:pt idx="525">
                  <c:v>13.974324139121705</c:v>
                </c:pt>
                <c:pt idx="526">
                  <c:v>13.982336932822388</c:v>
                </c:pt>
                <c:pt idx="527">
                  <c:v>13.977481894279322</c:v>
                </c:pt>
                <c:pt idx="528">
                  <c:v>13.966680134344536</c:v>
                </c:pt>
                <c:pt idx="529">
                  <c:v>13.958374196166515</c:v>
                </c:pt>
                <c:pt idx="530">
                  <c:v>13.958685851284795</c:v>
                </c:pt>
                <c:pt idx="531">
                  <c:v>13.927101625198675</c:v>
                </c:pt>
                <c:pt idx="532">
                  <c:v>13.889228586837152</c:v>
                </c:pt>
                <c:pt idx="533">
                  <c:v>13.877207438429867</c:v>
                </c:pt>
                <c:pt idx="534">
                  <c:v>13.892318706960534</c:v>
                </c:pt>
                <c:pt idx="535">
                  <c:v>13.900634879387153</c:v>
                </c:pt>
                <c:pt idx="536">
                  <c:v>13.891275525550913</c:v>
                </c:pt>
                <c:pt idx="537">
                  <c:v>13.889029063486159</c:v>
                </c:pt>
                <c:pt idx="538">
                  <c:v>13.902740909762404</c:v>
                </c:pt>
                <c:pt idx="539">
                  <c:v>13.930549588049246</c:v>
                </c:pt>
                <c:pt idx="540">
                  <c:v>13.93881725903684</c:v>
                </c:pt>
                <c:pt idx="541">
                  <c:v>13.930541578637296</c:v>
                </c:pt>
                <c:pt idx="542">
                  <c:v>13.951883991677329</c:v>
                </c:pt>
                <c:pt idx="543">
                  <c:v>14.000119162251105</c:v>
                </c:pt>
                <c:pt idx="544">
                  <c:v>14.027231822639582</c:v>
                </c:pt>
                <c:pt idx="545">
                  <c:v>14.034015438586497</c:v>
                </c:pt>
                <c:pt idx="546">
                  <c:v>14.06536027224881</c:v>
                </c:pt>
                <c:pt idx="547">
                  <c:v>14.10138224651546</c:v>
                </c:pt>
                <c:pt idx="548">
                  <c:v>14.123707503395099</c:v>
                </c:pt>
                <c:pt idx="549">
                  <c:v>14.167197186382575</c:v>
                </c:pt>
                <c:pt idx="550">
                  <c:v>14.222911723821234</c:v>
                </c:pt>
                <c:pt idx="551">
                  <c:v>14.235216850378842</c:v>
                </c:pt>
                <c:pt idx="552">
                  <c:v>14.24668437043352</c:v>
                </c:pt>
                <c:pt idx="553">
                  <c:v>14.256403613846668</c:v>
                </c:pt>
                <c:pt idx="554">
                  <c:v>14.292659017974897</c:v>
                </c:pt>
                <c:pt idx="555">
                  <c:v>14.320903675252161</c:v>
                </c:pt>
                <c:pt idx="556">
                  <c:v>14.313781528160201</c:v>
                </c:pt>
                <c:pt idx="557">
                  <c:v>14.281759276233936</c:v>
                </c:pt>
                <c:pt idx="558">
                  <c:v>14.256824018980526</c:v>
                </c:pt>
                <c:pt idx="559">
                  <c:v>14.202791547044612</c:v>
                </c:pt>
                <c:pt idx="560">
                  <c:v>14.207497432538503</c:v>
                </c:pt>
                <c:pt idx="561">
                  <c:v>14.206559085431946</c:v>
                </c:pt>
                <c:pt idx="562">
                  <c:v>14.139790669569038</c:v>
                </c:pt>
                <c:pt idx="563">
                  <c:v>14.088928233889067</c:v>
                </c:pt>
                <c:pt idx="564">
                  <c:v>14.16805953306908</c:v>
                </c:pt>
                <c:pt idx="565">
                  <c:v>14.143840317243907</c:v>
                </c:pt>
                <c:pt idx="566">
                  <c:v>14.110826767098757</c:v>
                </c:pt>
                <c:pt idx="567">
                  <c:v>14.141471756143662</c:v>
                </c:pt>
                <c:pt idx="568">
                  <c:v>14.113234040356756</c:v>
                </c:pt>
                <c:pt idx="569">
                  <c:v>14.091642000644311</c:v>
                </c:pt>
                <c:pt idx="570">
                  <c:v>14.090957996863867</c:v>
                </c:pt>
                <c:pt idx="571">
                  <c:v>13.977779933397288</c:v>
                </c:pt>
                <c:pt idx="572">
                  <c:v>13.979127739441367</c:v>
                </c:pt>
                <c:pt idx="573">
                  <c:v>13.949347677893488</c:v>
                </c:pt>
                <c:pt idx="574">
                  <c:v>13.913140953191213</c:v>
                </c:pt>
                <c:pt idx="575">
                  <c:v>13.913536440154562</c:v>
                </c:pt>
                <c:pt idx="576">
                  <c:v>13.883205153077659</c:v>
                </c:pt>
                <c:pt idx="577">
                  <c:v>13.769196602585437</c:v>
                </c:pt>
                <c:pt idx="578">
                  <c:v>13.816099007010905</c:v>
                </c:pt>
                <c:pt idx="579">
                  <c:v>13.55392438937133</c:v>
                </c:pt>
                <c:pt idx="580">
                  <c:v>13.12042009588156</c:v>
                </c:pt>
                <c:pt idx="581">
                  <c:v>13.230132297686703</c:v>
                </c:pt>
                <c:pt idx="582">
                  <c:v>13.679803911796794</c:v>
                </c:pt>
                <c:pt idx="583">
                  <c:v>13.81198288121686</c:v>
                </c:pt>
                <c:pt idx="584">
                  <c:v>13.683867219968709</c:v>
                </c:pt>
                <c:pt idx="585">
                  <c:v>13.496751071036364</c:v>
                </c:pt>
                <c:pt idx="586">
                  <c:v>12.487005040589919</c:v>
                </c:pt>
                <c:pt idx="587">
                  <c:v>12.141324916924599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014F-48C8-BF04-9E4E678005A5}"/>
            </c:ext>
          </c:extLst>
        </c:ser>
        <c:ser>
          <c:idx val="13"/>
          <c:order val="13"/>
          <c:tx>
            <c:strRef>
              <c:f>Sheet2!$O$1</c:f>
              <c:strCache>
                <c:ptCount val="1"/>
                <c:pt idx="0">
                  <c:v>S14_z/O-PTIR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Sheet2!$O$2:$O$589</c:f>
              <c:numCache>
                <c:formatCode>General</c:formatCode>
                <c:ptCount val="588"/>
                <c:pt idx="0">
                  <c:v>14.945985322841583</c:v>
                </c:pt>
                <c:pt idx="1">
                  <c:v>14.803508343689623</c:v>
                </c:pt>
                <c:pt idx="2">
                  <c:v>14.597514442068132</c:v>
                </c:pt>
                <c:pt idx="3">
                  <c:v>14.544135390718564</c:v>
                </c:pt>
                <c:pt idx="4">
                  <c:v>14.443543515569745</c:v>
                </c:pt>
                <c:pt idx="5">
                  <c:v>14.446297361925399</c:v>
                </c:pt>
                <c:pt idx="6">
                  <c:v>14.376672774943151</c:v>
                </c:pt>
                <c:pt idx="7">
                  <c:v>14.220576550311408</c:v>
                </c:pt>
                <c:pt idx="8">
                  <c:v>14.318026030245827</c:v>
                </c:pt>
                <c:pt idx="9">
                  <c:v>14.455120744291772</c:v>
                </c:pt>
                <c:pt idx="10">
                  <c:v>14.361225410142815</c:v>
                </c:pt>
                <c:pt idx="11">
                  <c:v>14.317918509466658</c:v>
                </c:pt>
                <c:pt idx="12">
                  <c:v>14.269691382370524</c:v>
                </c:pt>
                <c:pt idx="13">
                  <c:v>14.524726519793974</c:v>
                </c:pt>
                <c:pt idx="14">
                  <c:v>14.502377470413625</c:v>
                </c:pt>
                <c:pt idx="15">
                  <c:v>14.450888932897641</c:v>
                </c:pt>
                <c:pt idx="16">
                  <c:v>14.39943698065049</c:v>
                </c:pt>
                <c:pt idx="17">
                  <c:v>14.39976781791062</c:v>
                </c:pt>
                <c:pt idx="18">
                  <c:v>14.475172079144553</c:v>
                </c:pt>
                <c:pt idx="19">
                  <c:v>14.557097431732753</c:v>
                </c:pt>
                <c:pt idx="20">
                  <c:v>14.580899514953837</c:v>
                </c:pt>
                <c:pt idx="21">
                  <c:v>14.613730948952959</c:v>
                </c:pt>
                <c:pt idx="22">
                  <c:v>14.571298529328068</c:v>
                </c:pt>
                <c:pt idx="23">
                  <c:v>14.565161889282439</c:v>
                </c:pt>
                <c:pt idx="24">
                  <c:v>14.649485639058039</c:v>
                </c:pt>
                <c:pt idx="25">
                  <c:v>14.682441542793603</c:v>
                </c:pt>
                <c:pt idx="26">
                  <c:v>14.711821456012279</c:v>
                </c:pt>
                <c:pt idx="27">
                  <c:v>14.795408604637048</c:v>
                </c:pt>
                <c:pt idx="28">
                  <c:v>14.914337761534451</c:v>
                </c:pt>
                <c:pt idx="29">
                  <c:v>15.029491584762894</c:v>
                </c:pt>
                <c:pt idx="30">
                  <c:v>15.063616407793292</c:v>
                </c:pt>
                <c:pt idx="31">
                  <c:v>14.997811030195136</c:v>
                </c:pt>
                <c:pt idx="32">
                  <c:v>14.983300062024668</c:v>
                </c:pt>
                <c:pt idx="33">
                  <c:v>14.993756158464823</c:v>
                </c:pt>
                <c:pt idx="34">
                  <c:v>14.956214404362683</c:v>
                </c:pt>
                <c:pt idx="35">
                  <c:v>14.954618594847362</c:v>
                </c:pt>
                <c:pt idx="36">
                  <c:v>15.027748582733246</c:v>
                </c:pt>
                <c:pt idx="37">
                  <c:v>15.047367546227086</c:v>
                </c:pt>
                <c:pt idx="38">
                  <c:v>15.087421258191076</c:v>
                </c:pt>
                <c:pt idx="39">
                  <c:v>15.129826218908736</c:v>
                </c:pt>
                <c:pt idx="40">
                  <c:v>15.230920549487857</c:v>
                </c:pt>
                <c:pt idx="41">
                  <c:v>15.273774750699332</c:v>
                </c:pt>
                <c:pt idx="42">
                  <c:v>15.313367940602975</c:v>
                </c:pt>
                <c:pt idx="43">
                  <c:v>15.39052544774183</c:v>
                </c:pt>
                <c:pt idx="44">
                  <c:v>15.406464917667313</c:v>
                </c:pt>
                <c:pt idx="45">
                  <c:v>15.389953067884989</c:v>
                </c:pt>
                <c:pt idx="46">
                  <c:v>15.440946493631914</c:v>
                </c:pt>
                <c:pt idx="47">
                  <c:v>15.495623350852487</c:v>
                </c:pt>
                <c:pt idx="48">
                  <c:v>15.500000066518673</c:v>
                </c:pt>
                <c:pt idx="49">
                  <c:v>15.592268167732307</c:v>
                </c:pt>
                <c:pt idx="50">
                  <c:v>15.662880876262687</c:v>
                </c:pt>
                <c:pt idx="51">
                  <c:v>15.640092750441394</c:v>
                </c:pt>
                <c:pt idx="52">
                  <c:v>15.709881904614727</c:v>
                </c:pt>
                <c:pt idx="53">
                  <c:v>15.792793329976005</c:v>
                </c:pt>
                <c:pt idx="54">
                  <c:v>15.871343897722168</c:v>
                </c:pt>
                <c:pt idx="55">
                  <c:v>15.899088462727715</c:v>
                </c:pt>
                <c:pt idx="56">
                  <c:v>15.865450237076535</c:v>
                </c:pt>
                <c:pt idx="57">
                  <c:v>15.867431748451502</c:v>
                </c:pt>
                <c:pt idx="58">
                  <c:v>15.878424251451433</c:v>
                </c:pt>
                <c:pt idx="59">
                  <c:v>15.94980549009453</c:v>
                </c:pt>
                <c:pt idx="60">
                  <c:v>16.001677281583085</c:v>
                </c:pt>
                <c:pt idx="61">
                  <c:v>16.00075198026747</c:v>
                </c:pt>
                <c:pt idx="62">
                  <c:v>15.970804104031687</c:v>
                </c:pt>
                <c:pt idx="63">
                  <c:v>15.982724462664176</c:v>
                </c:pt>
                <c:pt idx="64">
                  <c:v>16.032469146711527</c:v>
                </c:pt>
                <c:pt idx="65">
                  <c:v>16.006887236724754</c:v>
                </c:pt>
                <c:pt idx="66">
                  <c:v>16.002110876885567</c:v>
                </c:pt>
                <c:pt idx="67">
                  <c:v>16.068450532446032</c:v>
                </c:pt>
                <c:pt idx="68">
                  <c:v>16.132336553715032</c:v>
                </c:pt>
                <c:pt idx="69">
                  <c:v>16.151693593291487</c:v>
                </c:pt>
                <c:pt idx="70">
                  <c:v>16.173626022934094</c:v>
                </c:pt>
                <c:pt idx="71">
                  <c:v>16.165823010367355</c:v>
                </c:pt>
                <c:pt idx="72">
                  <c:v>16.096412214392437</c:v>
                </c:pt>
                <c:pt idx="73">
                  <c:v>16.054059297882663</c:v>
                </c:pt>
                <c:pt idx="74">
                  <c:v>16.011289389130578</c:v>
                </c:pt>
                <c:pt idx="75">
                  <c:v>16.020077516601532</c:v>
                </c:pt>
                <c:pt idx="76">
                  <c:v>15.960438685843307</c:v>
                </c:pt>
                <c:pt idx="77">
                  <c:v>15.860069355558871</c:v>
                </c:pt>
                <c:pt idx="78">
                  <c:v>15.933417843973965</c:v>
                </c:pt>
                <c:pt idx="79">
                  <c:v>15.964678426262971</c:v>
                </c:pt>
                <c:pt idx="80">
                  <c:v>15.8847197912974</c:v>
                </c:pt>
                <c:pt idx="81">
                  <c:v>15.84586416041344</c:v>
                </c:pt>
                <c:pt idx="82">
                  <c:v>15.849958091907137</c:v>
                </c:pt>
                <c:pt idx="83">
                  <c:v>15.791220509313234</c:v>
                </c:pt>
                <c:pt idx="84">
                  <c:v>15.721064384937906</c:v>
                </c:pt>
                <c:pt idx="85">
                  <c:v>15.789926534917662</c:v>
                </c:pt>
                <c:pt idx="86">
                  <c:v>15.877847827259421</c:v>
                </c:pt>
                <c:pt idx="87">
                  <c:v>15.811846192975507</c:v>
                </c:pt>
                <c:pt idx="88">
                  <c:v>15.749285436484735</c:v>
                </c:pt>
                <c:pt idx="89">
                  <c:v>15.685079593447458</c:v>
                </c:pt>
                <c:pt idx="90">
                  <c:v>15.625256851868743</c:v>
                </c:pt>
                <c:pt idx="91">
                  <c:v>15.558649525177755</c:v>
                </c:pt>
                <c:pt idx="92">
                  <c:v>15.581732248887427</c:v>
                </c:pt>
                <c:pt idx="93">
                  <c:v>15.610263330654227</c:v>
                </c:pt>
                <c:pt idx="94">
                  <c:v>15.561236622529931</c:v>
                </c:pt>
                <c:pt idx="95">
                  <c:v>15.495780228485248</c:v>
                </c:pt>
                <c:pt idx="96">
                  <c:v>15.454520133911132</c:v>
                </c:pt>
                <c:pt idx="97">
                  <c:v>15.436703773175804</c:v>
                </c:pt>
                <c:pt idx="98">
                  <c:v>15.411548859839385</c:v>
                </c:pt>
                <c:pt idx="99">
                  <c:v>15.408044230552324</c:v>
                </c:pt>
                <c:pt idx="100">
                  <c:v>15.364426927151648</c:v>
                </c:pt>
                <c:pt idx="101">
                  <c:v>15.31101211536477</c:v>
                </c:pt>
                <c:pt idx="102">
                  <c:v>15.29513341689675</c:v>
                </c:pt>
                <c:pt idx="103">
                  <c:v>15.297976797383042</c:v>
                </c:pt>
                <c:pt idx="104">
                  <c:v>15.286316127640598</c:v>
                </c:pt>
                <c:pt idx="105">
                  <c:v>15.257335166800758</c:v>
                </c:pt>
                <c:pt idx="106">
                  <c:v>15.238270809374969</c:v>
                </c:pt>
                <c:pt idx="107">
                  <c:v>15.24371012089289</c:v>
                </c:pt>
                <c:pt idx="108">
                  <c:v>15.269811195800024</c:v>
                </c:pt>
                <c:pt idx="109">
                  <c:v>15.229621040738879</c:v>
                </c:pt>
                <c:pt idx="110">
                  <c:v>15.206949881347985</c:v>
                </c:pt>
                <c:pt idx="111">
                  <c:v>15.194346349360901</c:v>
                </c:pt>
                <c:pt idx="112">
                  <c:v>15.132240048427724</c:v>
                </c:pt>
                <c:pt idx="113">
                  <c:v>15.067055901998099</c:v>
                </c:pt>
                <c:pt idx="114">
                  <c:v>15.062122238806657</c:v>
                </c:pt>
                <c:pt idx="115">
                  <c:v>15.035158549779101</c:v>
                </c:pt>
                <c:pt idx="116">
                  <c:v>15.007193142787138</c:v>
                </c:pt>
                <c:pt idx="117">
                  <c:v>15.016814722593326</c:v>
                </c:pt>
                <c:pt idx="118">
                  <c:v>14.99905093821525</c:v>
                </c:pt>
                <c:pt idx="119">
                  <c:v>14.991220998890656</c:v>
                </c:pt>
                <c:pt idx="120">
                  <c:v>15.032761323320308</c:v>
                </c:pt>
                <c:pt idx="121">
                  <c:v>15.074340920373082</c:v>
                </c:pt>
                <c:pt idx="122">
                  <c:v>15.047682472221206</c:v>
                </c:pt>
                <c:pt idx="123">
                  <c:v>15.008270851680841</c:v>
                </c:pt>
                <c:pt idx="124">
                  <c:v>14.962195124644413</c:v>
                </c:pt>
                <c:pt idx="125">
                  <c:v>14.929256568978147</c:v>
                </c:pt>
                <c:pt idx="126">
                  <c:v>14.945094398374943</c:v>
                </c:pt>
                <c:pt idx="127">
                  <c:v>14.950814259038019</c:v>
                </c:pt>
                <c:pt idx="128">
                  <c:v>14.89232896845799</c:v>
                </c:pt>
                <c:pt idx="129">
                  <c:v>14.852650794300775</c:v>
                </c:pt>
                <c:pt idx="130">
                  <c:v>14.879188817051384</c:v>
                </c:pt>
                <c:pt idx="131">
                  <c:v>14.899868194584565</c:v>
                </c:pt>
                <c:pt idx="132">
                  <c:v>14.829315512502543</c:v>
                </c:pt>
                <c:pt idx="133">
                  <c:v>14.732640629183608</c:v>
                </c:pt>
                <c:pt idx="134">
                  <c:v>14.754685182697386</c:v>
                </c:pt>
                <c:pt idx="135">
                  <c:v>14.77942948958388</c:v>
                </c:pt>
                <c:pt idx="136">
                  <c:v>14.728739814694416</c:v>
                </c:pt>
                <c:pt idx="137">
                  <c:v>14.800822160125712</c:v>
                </c:pt>
                <c:pt idx="138">
                  <c:v>14.824675223255948</c:v>
                </c:pt>
                <c:pt idx="139">
                  <c:v>14.760091394524816</c:v>
                </c:pt>
                <c:pt idx="140">
                  <c:v>14.702214723173372</c:v>
                </c:pt>
                <c:pt idx="141">
                  <c:v>14.650051952412117</c:v>
                </c:pt>
                <c:pt idx="142">
                  <c:v>14.615554837686062</c:v>
                </c:pt>
                <c:pt idx="143">
                  <c:v>14.609981530958068</c:v>
                </c:pt>
                <c:pt idx="144">
                  <c:v>14.629325320015337</c:v>
                </c:pt>
                <c:pt idx="145">
                  <c:v>14.607479471074395</c:v>
                </c:pt>
                <c:pt idx="146">
                  <c:v>14.583256723780396</c:v>
                </c:pt>
                <c:pt idx="147">
                  <c:v>14.515664335400121</c:v>
                </c:pt>
                <c:pt idx="148">
                  <c:v>14.511895334308603</c:v>
                </c:pt>
                <c:pt idx="149">
                  <c:v>14.508735644239843</c:v>
                </c:pt>
                <c:pt idx="150">
                  <c:v>14.542240619690062</c:v>
                </c:pt>
                <c:pt idx="151">
                  <c:v>14.63801654308695</c:v>
                </c:pt>
                <c:pt idx="152">
                  <c:v>14.665624345705726</c:v>
                </c:pt>
                <c:pt idx="153">
                  <c:v>14.629912280764771</c:v>
                </c:pt>
                <c:pt idx="154">
                  <c:v>14.597423018807248</c:v>
                </c:pt>
                <c:pt idx="155">
                  <c:v>14.591636852333314</c:v>
                </c:pt>
                <c:pt idx="156">
                  <c:v>14.563475401515342</c:v>
                </c:pt>
                <c:pt idx="157">
                  <c:v>14.470170087974667</c:v>
                </c:pt>
                <c:pt idx="158">
                  <c:v>14.457320277261527</c:v>
                </c:pt>
                <c:pt idx="159">
                  <c:v>14.474363744259339</c:v>
                </c:pt>
                <c:pt idx="160">
                  <c:v>14.534153013643005</c:v>
                </c:pt>
                <c:pt idx="161">
                  <c:v>14.519051785397039</c:v>
                </c:pt>
                <c:pt idx="162">
                  <c:v>14.545747164714836</c:v>
                </c:pt>
                <c:pt idx="163">
                  <c:v>14.541654510379614</c:v>
                </c:pt>
                <c:pt idx="164">
                  <c:v>14.495708787433015</c:v>
                </c:pt>
                <c:pt idx="165">
                  <c:v>14.471454430466743</c:v>
                </c:pt>
                <c:pt idx="166">
                  <c:v>14.463578353792213</c:v>
                </c:pt>
                <c:pt idx="167">
                  <c:v>14.467380720648908</c:v>
                </c:pt>
                <c:pt idx="168">
                  <c:v>14.410421501409942</c:v>
                </c:pt>
                <c:pt idx="169">
                  <c:v>14.443278239111365</c:v>
                </c:pt>
                <c:pt idx="170">
                  <c:v>14.452297212976791</c:v>
                </c:pt>
                <c:pt idx="171">
                  <c:v>14.40675916965861</c:v>
                </c:pt>
                <c:pt idx="172">
                  <c:v>14.445892609118491</c:v>
                </c:pt>
                <c:pt idx="173">
                  <c:v>14.443423755355184</c:v>
                </c:pt>
                <c:pt idx="174">
                  <c:v>14.400021732980059</c:v>
                </c:pt>
                <c:pt idx="175">
                  <c:v>14.382159128464927</c:v>
                </c:pt>
                <c:pt idx="176">
                  <c:v>14.388428114057595</c:v>
                </c:pt>
                <c:pt idx="177">
                  <c:v>14.441051220626917</c:v>
                </c:pt>
                <c:pt idx="178">
                  <c:v>14.476031926088284</c:v>
                </c:pt>
                <c:pt idx="179">
                  <c:v>14.465281976768859</c:v>
                </c:pt>
                <c:pt idx="180">
                  <c:v>14.431104603988677</c:v>
                </c:pt>
                <c:pt idx="181">
                  <c:v>14.409872988452118</c:v>
                </c:pt>
                <c:pt idx="182">
                  <c:v>14.457993818712623</c:v>
                </c:pt>
                <c:pt idx="183">
                  <c:v>14.481951662052797</c:v>
                </c:pt>
                <c:pt idx="184">
                  <c:v>14.496294204949292</c:v>
                </c:pt>
                <c:pt idx="185">
                  <c:v>14.526920411980459</c:v>
                </c:pt>
                <c:pt idx="186">
                  <c:v>14.548291104753522</c:v>
                </c:pt>
                <c:pt idx="187">
                  <c:v>14.54590335055342</c:v>
                </c:pt>
                <c:pt idx="188">
                  <c:v>14.582071307855244</c:v>
                </c:pt>
                <c:pt idx="189">
                  <c:v>14.556942416622771</c:v>
                </c:pt>
                <c:pt idx="190">
                  <c:v>14.5379868837421</c:v>
                </c:pt>
                <c:pt idx="191">
                  <c:v>14.547623310515567</c:v>
                </c:pt>
                <c:pt idx="192">
                  <c:v>14.563613707135268</c:v>
                </c:pt>
                <c:pt idx="193">
                  <c:v>14.568082857146125</c:v>
                </c:pt>
                <c:pt idx="194">
                  <c:v>14.5441072932321</c:v>
                </c:pt>
                <c:pt idx="195">
                  <c:v>14.512866772974144</c:v>
                </c:pt>
                <c:pt idx="196">
                  <c:v>14.560320394360993</c:v>
                </c:pt>
                <c:pt idx="197">
                  <c:v>14.629604113067584</c:v>
                </c:pt>
                <c:pt idx="198">
                  <c:v>14.664210850562799</c:v>
                </c:pt>
                <c:pt idx="199">
                  <c:v>14.611217288213133</c:v>
                </c:pt>
                <c:pt idx="200">
                  <c:v>14.604516942345313</c:v>
                </c:pt>
                <c:pt idx="201">
                  <c:v>14.632725488382075</c:v>
                </c:pt>
                <c:pt idx="202">
                  <c:v>14.718056809765089</c:v>
                </c:pt>
                <c:pt idx="203">
                  <c:v>14.748214139990884</c:v>
                </c:pt>
                <c:pt idx="204">
                  <c:v>14.817596838479338</c:v>
                </c:pt>
                <c:pt idx="205">
                  <c:v>14.875285395030303</c:v>
                </c:pt>
                <c:pt idx="206">
                  <c:v>14.893517949783881</c:v>
                </c:pt>
                <c:pt idx="207">
                  <c:v>14.925971078799536</c:v>
                </c:pt>
                <c:pt idx="208">
                  <c:v>14.896802801383259</c:v>
                </c:pt>
                <c:pt idx="209">
                  <c:v>14.888124456326274</c:v>
                </c:pt>
                <c:pt idx="210">
                  <c:v>14.841052811753519</c:v>
                </c:pt>
                <c:pt idx="211">
                  <c:v>14.772727547267968</c:v>
                </c:pt>
                <c:pt idx="212">
                  <c:v>14.700872802120019</c:v>
                </c:pt>
                <c:pt idx="213">
                  <c:v>14.657932392711437</c:v>
                </c:pt>
                <c:pt idx="214">
                  <c:v>14.665651272463586</c:v>
                </c:pt>
                <c:pt idx="215">
                  <c:v>14.738563611259247</c:v>
                </c:pt>
                <c:pt idx="216">
                  <c:v>14.733721743833247</c:v>
                </c:pt>
                <c:pt idx="217">
                  <c:v>14.717576119243816</c:v>
                </c:pt>
                <c:pt idx="218">
                  <c:v>14.749431804167543</c:v>
                </c:pt>
                <c:pt idx="219">
                  <c:v>14.658673304272124</c:v>
                </c:pt>
                <c:pt idx="220">
                  <c:v>14.657697235907108</c:v>
                </c:pt>
                <c:pt idx="221">
                  <c:v>14.719768893916635</c:v>
                </c:pt>
                <c:pt idx="222">
                  <c:v>14.770007306144704</c:v>
                </c:pt>
                <c:pt idx="223">
                  <c:v>14.772494359416287</c:v>
                </c:pt>
                <c:pt idx="224">
                  <c:v>14.805620550948605</c:v>
                </c:pt>
                <c:pt idx="225">
                  <c:v>14.832150431813933</c:v>
                </c:pt>
                <c:pt idx="226">
                  <c:v>14.816985877793547</c:v>
                </c:pt>
                <c:pt idx="227">
                  <c:v>14.875608356479834</c:v>
                </c:pt>
                <c:pt idx="228">
                  <c:v>14.991439818709486</c:v>
                </c:pt>
                <c:pt idx="229">
                  <c:v>15.044036184773223</c:v>
                </c:pt>
                <c:pt idx="230">
                  <c:v>14.90843973726402</c:v>
                </c:pt>
                <c:pt idx="231">
                  <c:v>14.826155237069482</c:v>
                </c:pt>
                <c:pt idx="232">
                  <c:v>14.728986412710089</c:v>
                </c:pt>
                <c:pt idx="233">
                  <c:v>14.740479455402596</c:v>
                </c:pt>
                <c:pt idx="234">
                  <c:v>14.801085999780806</c:v>
                </c:pt>
                <c:pt idx="235">
                  <c:v>14.824897980980076</c:v>
                </c:pt>
                <c:pt idx="236">
                  <c:v>14.799434208152299</c:v>
                </c:pt>
                <c:pt idx="237">
                  <c:v>14.744955895859752</c:v>
                </c:pt>
                <c:pt idx="238">
                  <c:v>14.742589906568673</c:v>
                </c:pt>
                <c:pt idx="239">
                  <c:v>14.748729952370237</c:v>
                </c:pt>
                <c:pt idx="240">
                  <c:v>14.726648999839902</c:v>
                </c:pt>
                <c:pt idx="241">
                  <c:v>14.63257627370017</c:v>
                </c:pt>
                <c:pt idx="242">
                  <c:v>14.519370489651649</c:v>
                </c:pt>
                <c:pt idx="243">
                  <c:v>14.488414190369463</c:v>
                </c:pt>
                <c:pt idx="244">
                  <c:v>14.496798522902365</c:v>
                </c:pt>
                <c:pt idx="245">
                  <c:v>14.5105914087199</c:v>
                </c:pt>
                <c:pt idx="246">
                  <c:v>14.517034992519177</c:v>
                </c:pt>
                <c:pt idx="247">
                  <c:v>14.513070373321138</c:v>
                </c:pt>
                <c:pt idx="248">
                  <c:v>14.576476395863038</c:v>
                </c:pt>
                <c:pt idx="249">
                  <c:v>14.546893946596096</c:v>
                </c:pt>
                <c:pt idx="250">
                  <c:v>14.442209629971801</c:v>
                </c:pt>
                <c:pt idx="251">
                  <c:v>14.432902177935688</c:v>
                </c:pt>
                <c:pt idx="252">
                  <c:v>14.50928487559931</c:v>
                </c:pt>
                <c:pt idx="253">
                  <c:v>14.509629123023434</c:v>
                </c:pt>
                <c:pt idx="254">
                  <c:v>14.481225969963946</c:v>
                </c:pt>
                <c:pt idx="255">
                  <c:v>14.473257565374617</c:v>
                </c:pt>
                <c:pt idx="256">
                  <c:v>14.450410317758891</c:v>
                </c:pt>
                <c:pt idx="257">
                  <c:v>14.41077673771845</c:v>
                </c:pt>
                <c:pt idx="258">
                  <c:v>14.3717557946343</c:v>
                </c:pt>
                <c:pt idx="259">
                  <c:v>14.333333333333334</c:v>
                </c:pt>
                <c:pt idx="260">
                  <c:v>14.305752324435078</c:v>
                </c:pt>
                <c:pt idx="261">
                  <c:v>14.314423166186016</c:v>
                </c:pt>
                <c:pt idx="262">
                  <c:v>14.143942784577449</c:v>
                </c:pt>
                <c:pt idx="263">
                  <c:v>14.213710227056692</c:v>
                </c:pt>
                <c:pt idx="264">
                  <c:v>14.266219666521682</c:v>
                </c:pt>
                <c:pt idx="265">
                  <c:v>14.260202600438337</c:v>
                </c:pt>
                <c:pt idx="266">
                  <c:v>14.286633235447118</c:v>
                </c:pt>
                <c:pt idx="267">
                  <c:v>14.320874093646527</c:v>
                </c:pt>
                <c:pt idx="268">
                  <c:v>14.298837469158286</c:v>
                </c:pt>
                <c:pt idx="269">
                  <c:v>14.336121157425932</c:v>
                </c:pt>
                <c:pt idx="270">
                  <c:v>14.253097980698039</c:v>
                </c:pt>
                <c:pt idx="271">
                  <c:v>14.195458222243827</c:v>
                </c:pt>
                <c:pt idx="272">
                  <c:v>14.185625166280047</c:v>
                </c:pt>
                <c:pt idx="273">
                  <c:v>14.213479380662218</c:v>
                </c:pt>
                <c:pt idx="274">
                  <c:v>14.196018136501793</c:v>
                </c:pt>
                <c:pt idx="275">
                  <c:v>14.246963256390123</c:v>
                </c:pt>
                <c:pt idx="276">
                  <c:v>14.247835901526079</c:v>
                </c:pt>
                <c:pt idx="277">
                  <c:v>14.108083646855784</c:v>
                </c:pt>
                <c:pt idx="278">
                  <c:v>14.159841026230893</c:v>
                </c:pt>
                <c:pt idx="279">
                  <c:v>14.114364499379288</c:v>
                </c:pt>
                <c:pt idx="280">
                  <c:v>14.180319424252701</c:v>
                </c:pt>
                <c:pt idx="281">
                  <c:v>14.144593776199208</c:v>
                </c:pt>
                <c:pt idx="282">
                  <c:v>14.238972661172278</c:v>
                </c:pt>
                <c:pt idx="283">
                  <c:v>14.264434278795127</c:v>
                </c:pt>
                <c:pt idx="284">
                  <c:v>14.283500498743688</c:v>
                </c:pt>
                <c:pt idx="285">
                  <c:v>14.346641191612271</c:v>
                </c:pt>
                <c:pt idx="286">
                  <c:v>14.325214490118558</c:v>
                </c:pt>
                <c:pt idx="287">
                  <c:v>14.212050333454105</c:v>
                </c:pt>
                <c:pt idx="288">
                  <c:v>14.262506088786512</c:v>
                </c:pt>
                <c:pt idx="289">
                  <c:v>14.552280309252218</c:v>
                </c:pt>
                <c:pt idx="290">
                  <c:v>14.519190836026075</c:v>
                </c:pt>
                <c:pt idx="291">
                  <c:v>14.483945093573544</c:v>
                </c:pt>
                <c:pt idx="292">
                  <c:v>14.52823843952733</c:v>
                </c:pt>
                <c:pt idx="293">
                  <c:v>14.646479740155721</c:v>
                </c:pt>
                <c:pt idx="294">
                  <c:v>14.519558604452126</c:v>
                </c:pt>
                <c:pt idx="295">
                  <c:v>14.644042974999117</c:v>
                </c:pt>
                <c:pt idx="296">
                  <c:v>14.552383280154316</c:v>
                </c:pt>
                <c:pt idx="297">
                  <c:v>14.637473165370496</c:v>
                </c:pt>
                <c:pt idx="298">
                  <c:v>14.664188659934284</c:v>
                </c:pt>
                <c:pt idx="299">
                  <c:v>14.571595734748339</c:v>
                </c:pt>
                <c:pt idx="300">
                  <c:v>14.667349095012156</c:v>
                </c:pt>
                <c:pt idx="301">
                  <c:v>14.676836786038145</c:v>
                </c:pt>
                <c:pt idx="302">
                  <c:v>14.715841684818946</c:v>
                </c:pt>
                <c:pt idx="303">
                  <c:v>14.710208937006898</c:v>
                </c:pt>
                <c:pt idx="304">
                  <c:v>14.869696230251238</c:v>
                </c:pt>
                <c:pt idx="305">
                  <c:v>14.889591858199861</c:v>
                </c:pt>
                <c:pt idx="306">
                  <c:v>14.938490744046716</c:v>
                </c:pt>
                <c:pt idx="307">
                  <c:v>14.92771195223172</c:v>
                </c:pt>
                <c:pt idx="308">
                  <c:v>14.971142045485841</c:v>
                </c:pt>
                <c:pt idx="309">
                  <c:v>14.967459784740791</c:v>
                </c:pt>
                <c:pt idx="310">
                  <c:v>15.017512476840528</c:v>
                </c:pt>
                <c:pt idx="311">
                  <c:v>14.90565116816231</c:v>
                </c:pt>
                <c:pt idx="312">
                  <c:v>14.765442528892983</c:v>
                </c:pt>
                <c:pt idx="313">
                  <c:v>15.008507977437821</c:v>
                </c:pt>
                <c:pt idx="314">
                  <c:v>15.248698169749419</c:v>
                </c:pt>
                <c:pt idx="315">
                  <c:v>15.342882434396028</c:v>
                </c:pt>
                <c:pt idx="316">
                  <c:v>15.309817333610797</c:v>
                </c:pt>
                <c:pt idx="317">
                  <c:v>15.289081920749496</c:v>
                </c:pt>
                <c:pt idx="318">
                  <c:v>15.381168452599844</c:v>
                </c:pt>
                <c:pt idx="319">
                  <c:v>15.469478001118201</c:v>
                </c:pt>
                <c:pt idx="320">
                  <c:v>15.452407820222273</c:v>
                </c:pt>
                <c:pt idx="321">
                  <c:v>15.585233153128927</c:v>
                </c:pt>
                <c:pt idx="322">
                  <c:v>15.731113280684067</c:v>
                </c:pt>
                <c:pt idx="323">
                  <c:v>15.825795743566054</c:v>
                </c:pt>
                <c:pt idx="324">
                  <c:v>16.005616038321985</c:v>
                </c:pt>
                <c:pt idx="325">
                  <c:v>16.221343217901349</c:v>
                </c:pt>
                <c:pt idx="326">
                  <c:v>16.474512426791879</c:v>
                </c:pt>
                <c:pt idx="327">
                  <c:v>16.534373270265117</c:v>
                </c:pt>
                <c:pt idx="328">
                  <c:v>16.332859161641778</c:v>
                </c:pt>
                <c:pt idx="329">
                  <c:v>16.21232498904504</c:v>
                </c:pt>
                <c:pt idx="330">
                  <c:v>16.058888446938838</c:v>
                </c:pt>
                <c:pt idx="331">
                  <c:v>15.961901245157676</c:v>
                </c:pt>
                <c:pt idx="332">
                  <c:v>16.029361607280524</c:v>
                </c:pt>
                <c:pt idx="333">
                  <c:v>16.094656121488416</c:v>
                </c:pt>
                <c:pt idx="334">
                  <c:v>16.013776016682666</c:v>
                </c:pt>
                <c:pt idx="335">
                  <c:v>15.958415241098383</c:v>
                </c:pt>
                <c:pt idx="336">
                  <c:v>16.054883703678694</c:v>
                </c:pt>
                <c:pt idx="337">
                  <c:v>16.115150257827693</c:v>
                </c:pt>
                <c:pt idx="338">
                  <c:v>16.064494959787201</c:v>
                </c:pt>
                <c:pt idx="339">
                  <c:v>16.033674784312538</c:v>
                </c:pt>
                <c:pt idx="340">
                  <c:v>15.950944289735316</c:v>
                </c:pt>
                <c:pt idx="341">
                  <c:v>15.845651087807752</c:v>
                </c:pt>
                <c:pt idx="342">
                  <c:v>15.861098745290242</c:v>
                </c:pt>
                <c:pt idx="343">
                  <c:v>15.84836270811131</c:v>
                </c:pt>
                <c:pt idx="344">
                  <c:v>15.792371229099802</c:v>
                </c:pt>
                <c:pt idx="345">
                  <c:v>15.760545504185316</c:v>
                </c:pt>
                <c:pt idx="346">
                  <c:v>15.712663875064315</c:v>
                </c:pt>
                <c:pt idx="347">
                  <c:v>16.093886633506838</c:v>
                </c:pt>
                <c:pt idx="348">
                  <c:v>16.27538766881673</c:v>
                </c:pt>
                <c:pt idx="349">
                  <c:v>16.156925472986995</c:v>
                </c:pt>
                <c:pt idx="350">
                  <c:v>15.868103108090205</c:v>
                </c:pt>
                <c:pt idx="351">
                  <c:v>16.035827434923256</c:v>
                </c:pt>
                <c:pt idx="352">
                  <c:v>16.331486854859691</c:v>
                </c:pt>
                <c:pt idx="353">
                  <c:v>16.448228718222733</c:v>
                </c:pt>
                <c:pt idx="354">
                  <c:v>16.44229142132918</c:v>
                </c:pt>
                <c:pt idx="355">
                  <c:v>16.194354943573146</c:v>
                </c:pt>
                <c:pt idx="356">
                  <c:v>15.888133635902815</c:v>
                </c:pt>
                <c:pt idx="357">
                  <c:v>15.912712550766713</c:v>
                </c:pt>
                <c:pt idx="358">
                  <c:v>15.839246138052371</c:v>
                </c:pt>
                <c:pt idx="359">
                  <c:v>15.836237152683736</c:v>
                </c:pt>
                <c:pt idx="360">
                  <c:v>16.218143510200356</c:v>
                </c:pt>
                <c:pt idx="361">
                  <c:v>16.523139384313289</c:v>
                </c:pt>
                <c:pt idx="362">
                  <c:v>16.530761466095974</c:v>
                </c:pt>
                <c:pt idx="363">
                  <c:v>16.159741394566055</c:v>
                </c:pt>
                <c:pt idx="364">
                  <c:v>15.977483642859344</c:v>
                </c:pt>
                <c:pt idx="365">
                  <c:v>15.912938607816908</c:v>
                </c:pt>
                <c:pt idx="366">
                  <c:v>15.806617506176194</c:v>
                </c:pt>
                <c:pt idx="367">
                  <c:v>15.625737808464699</c:v>
                </c:pt>
                <c:pt idx="368">
                  <c:v>15.698284773506455</c:v>
                </c:pt>
                <c:pt idx="369">
                  <c:v>15.65999471096746</c:v>
                </c:pt>
                <c:pt idx="370">
                  <c:v>15.620994335456258</c:v>
                </c:pt>
                <c:pt idx="371">
                  <c:v>15.599633647091256</c:v>
                </c:pt>
                <c:pt idx="372">
                  <c:v>15.435449284263093</c:v>
                </c:pt>
                <c:pt idx="373">
                  <c:v>15.317782332444191</c:v>
                </c:pt>
                <c:pt idx="374">
                  <c:v>15.174304327122003</c:v>
                </c:pt>
                <c:pt idx="375">
                  <c:v>15.016619423776429</c:v>
                </c:pt>
                <c:pt idx="376">
                  <c:v>14.884480563550433</c:v>
                </c:pt>
                <c:pt idx="377">
                  <c:v>14.966660070675292</c:v>
                </c:pt>
                <c:pt idx="378">
                  <c:v>14.978983798526334</c:v>
                </c:pt>
                <c:pt idx="379">
                  <c:v>14.94222611329838</c:v>
                </c:pt>
                <c:pt idx="380">
                  <c:v>14.754479613397743</c:v>
                </c:pt>
                <c:pt idx="381">
                  <c:v>14.541203247718217</c:v>
                </c:pt>
                <c:pt idx="382">
                  <c:v>14.465851536234062</c:v>
                </c:pt>
                <c:pt idx="383">
                  <c:v>14.364562359165006</c:v>
                </c:pt>
                <c:pt idx="384">
                  <c:v>14.31285266037299</c:v>
                </c:pt>
                <c:pt idx="385">
                  <c:v>14.245675162245023</c:v>
                </c:pt>
                <c:pt idx="386">
                  <c:v>14.199025312562586</c:v>
                </c:pt>
                <c:pt idx="387">
                  <c:v>14.175130808300562</c:v>
                </c:pt>
                <c:pt idx="388">
                  <c:v>14.185859977187288</c:v>
                </c:pt>
                <c:pt idx="389">
                  <c:v>14.19755213686839</c:v>
                </c:pt>
                <c:pt idx="390">
                  <c:v>14.151214991456476</c:v>
                </c:pt>
                <c:pt idx="391">
                  <c:v>14.096219097387937</c:v>
                </c:pt>
                <c:pt idx="392">
                  <c:v>14.056844235064956</c:v>
                </c:pt>
                <c:pt idx="393">
                  <c:v>14.099602968680376</c:v>
                </c:pt>
                <c:pt idx="394">
                  <c:v>14.128788341394998</c:v>
                </c:pt>
                <c:pt idx="395">
                  <c:v>14.09024996465863</c:v>
                </c:pt>
                <c:pt idx="396">
                  <c:v>14.063408437169644</c:v>
                </c:pt>
                <c:pt idx="397">
                  <c:v>14.081926616442942</c:v>
                </c:pt>
                <c:pt idx="398">
                  <c:v>14.094599248025053</c:v>
                </c:pt>
                <c:pt idx="399">
                  <c:v>14.113155016999112</c:v>
                </c:pt>
                <c:pt idx="400">
                  <c:v>14.103579102260296</c:v>
                </c:pt>
                <c:pt idx="401">
                  <c:v>14.091285846612257</c:v>
                </c:pt>
                <c:pt idx="402">
                  <c:v>14.116300086264072</c:v>
                </c:pt>
                <c:pt idx="403">
                  <c:v>14.097328023493755</c:v>
                </c:pt>
                <c:pt idx="404">
                  <c:v>14.073234508673011</c:v>
                </c:pt>
                <c:pt idx="405">
                  <c:v>14.065852479468813</c:v>
                </c:pt>
                <c:pt idx="406">
                  <c:v>14.033887254924265</c:v>
                </c:pt>
                <c:pt idx="407">
                  <c:v>14.067840143820815</c:v>
                </c:pt>
                <c:pt idx="408">
                  <c:v>14.097545745754518</c:v>
                </c:pt>
                <c:pt idx="409">
                  <c:v>14.054610561387513</c:v>
                </c:pt>
                <c:pt idx="410">
                  <c:v>14.006720323087569</c:v>
                </c:pt>
                <c:pt idx="411">
                  <c:v>14.019810357664772</c:v>
                </c:pt>
                <c:pt idx="412">
                  <c:v>14.015273405172966</c:v>
                </c:pt>
                <c:pt idx="413">
                  <c:v>14.012105982308748</c:v>
                </c:pt>
                <c:pt idx="414">
                  <c:v>13.999894786087028</c:v>
                </c:pt>
                <c:pt idx="415">
                  <c:v>14.01473363276846</c:v>
                </c:pt>
                <c:pt idx="416">
                  <c:v>14.029428777834106</c:v>
                </c:pt>
                <c:pt idx="417">
                  <c:v>14.113182475906338</c:v>
                </c:pt>
                <c:pt idx="418">
                  <c:v>14.125760677583658</c:v>
                </c:pt>
                <c:pt idx="419">
                  <c:v>14.066799319529965</c:v>
                </c:pt>
                <c:pt idx="420">
                  <c:v>14.045088762913169</c:v>
                </c:pt>
                <c:pt idx="421">
                  <c:v>14.066887576502126</c:v>
                </c:pt>
                <c:pt idx="422">
                  <c:v>14.116084725416115</c:v>
                </c:pt>
                <c:pt idx="423">
                  <c:v>14.047060688947708</c:v>
                </c:pt>
                <c:pt idx="424">
                  <c:v>14.044274215184121</c:v>
                </c:pt>
                <c:pt idx="425">
                  <c:v>14.063731890857335</c:v>
                </c:pt>
                <c:pt idx="426">
                  <c:v>14.03940808839895</c:v>
                </c:pt>
                <c:pt idx="427">
                  <c:v>14.079232563720296</c:v>
                </c:pt>
                <c:pt idx="428">
                  <c:v>14.039203304019619</c:v>
                </c:pt>
                <c:pt idx="429">
                  <c:v>14.093941192120475</c:v>
                </c:pt>
                <c:pt idx="430">
                  <c:v>14.019524077936149</c:v>
                </c:pt>
                <c:pt idx="431">
                  <c:v>14.084324621170184</c:v>
                </c:pt>
                <c:pt idx="432">
                  <c:v>14.1129753101586</c:v>
                </c:pt>
                <c:pt idx="433">
                  <c:v>14.213843078145629</c:v>
                </c:pt>
                <c:pt idx="434">
                  <c:v>14.411042147214173</c:v>
                </c:pt>
                <c:pt idx="435">
                  <c:v>14.968691071941189</c:v>
                </c:pt>
                <c:pt idx="436">
                  <c:v>14.466828402823127</c:v>
                </c:pt>
                <c:pt idx="437">
                  <c:v>14.359484510103162</c:v>
                </c:pt>
                <c:pt idx="438">
                  <c:v>14.115414430076147</c:v>
                </c:pt>
                <c:pt idx="439">
                  <c:v>14.346075676482242</c:v>
                </c:pt>
                <c:pt idx="440">
                  <c:v>14.372357203238991</c:v>
                </c:pt>
                <c:pt idx="441">
                  <c:v>14.727689830782621</c:v>
                </c:pt>
                <c:pt idx="442">
                  <c:v>14.546348440282184</c:v>
                </c:pt>
                <c:pt idx="443">
                  <c:v>14.41357411389215</c:v>
                </c:pt>
                <c:pt idx="444">
                  <c:v>14.275927374702572</c:v>
                </c:pt>
                <c:pt idx="445">
                  <c:v>14.309276084491803</c:v>
                </c:pt>
                <c:pt idx="446">
                  <c:v>14.186354663236857</c:v>
                </c:pt>
                <c:pt idx="447">
                  <c:v>14.257628407708257</c:v>
                </c:pt>
                <c:pt idx="448">
                  <c:v>14.386146896160337</c:v>
                </c:pt>
                <c:pt idx="449">
                  <c:v>14.271634312916545</c:v>
                </c:pt>
                <c:pt idx="450">
                  <c:v>14.262797360741367</c:v>
                </c:pt>
                <c:pt idx="451">
                  <c:v>14.198899618882606</c:v>
                </c:pt>
                <c:pt idx="452">
                  <c:v>14.24787448235503</c:v>
                </c:pt>
                <c:pt idx="453">
                  <c:v>14.249632384566892</c:v>
                </c:pt>
                <c:pt idx="454">
                  <c:v>14.248101151376991</c:v>
                </c:pt>
                <c:pt idx="455">
                  <c:v>14.209234425178774</c:v>
                </c:pt>
                <c:pt idx="456">
                  <c:v>14.280999716018492</c:v>
                </c:pt>
                <c:pt idx="457">
                  <c:v>14.337147567120864</c:v>
                </c:pt>
                <c:pt idx="458">
                  <c:v>14.221592503271321</c:v>
                </c:pt>
                <c:pt idx="459">
                  <c:v>14.184681998049513</c:v>
                </c:pt>
                <c:pt idx="460">
                  <c:v>14.285567792596275</c:v>
                </c:pt>
                <c:pt idx="461">
                  <c:v>14.327088294462083</c:v>
                </c:pt>
                <c:pt idx="462">
                  <c:v>14.259681466565334</c:v>
                </c:pt>
                <c:pt idx="463">
                  <c:v>14.218964470329254</c:v>
                </c:pt>
                <c:pt idx="464">
                  <c:v>14.269367250192392</c:v>
                </c:pt>
                <c:pt idx="465">
                  <c:v>14.20283222929635</c:v>
                </c:pt>
                <c:pt idx="466">
                  <c:v>14.221935327195895</c:v>
                </c:pt>
                <c:pt idx="467">
                  <c:v>14.258362640794417</c:v>
                </c:pt>
                <c:pt idx="468">
                  <c:v>14.225700377078379</c:v>
                </c:pt>
                <c:pt idx="469">
                  <c:v>14.206707327667486</c:v>
                </c:pt>
                <c:pt idx="470">
                  <c:v>14.237053384665526</c:v>
                </c:pt>
                <c:pt idx="471">
                  <c:v>14.232959133882208</c:v>
                </c:pt>
                <c:pt idx="472">
                  <c:v>14.229278203510573</c:v>
                </c:pt>
                <c:pt idx="473">
                  <c:v>14.257446040120922</c:v>
                </c:pt>
                <c:pt idx="474">
                  <c:v>14.233444720177639</c:v>
                </c:pt>
                <c:pt idx="475">
                  <c:v>14.194173201261311</c:v>
                </c:pt>
                <c:pt idx="476">
                  <c:v>14.227748566768767</c:v>
                </c:pt>
                <c:pt idx="477">
                  <c:v>14.23989123079842</c:v>
                </c:pt>
                <c:pt idx="478">
                  <c:v>14.270175984189629</c:v>
                </c:pt>
                <c:pt idx="479">
                  <c:v>14.260848071010438</c:v>
                </c:pt>
                <c:pt idx="480">
                  <c:v>14.233545030332913</c:v>
                </c:pt>
                <c:pt idx="481">
                  <c:v>14.215118187846224</c:v>
                </c:pt>
                <c:pt idx="482">
                  <c:v>14.24913607546176</c:v>
                </c:pt>
                <c:pt idx="483">
                  <c:v>14.244799670109966</c:v>
                </c:pt>
                <c:pt idx="484">
                  <c:v>14.23635408718517</c:v>
                </c:pt>
                <c:pt idx="485">
                  <c:v>14.236335701424615</c:v>
                </c:pt>
                <c:pt idx="486">
                  <c:v>14.292040325320999</c:v>
                </c:pt>
                <c:pt idx="487">
                  <c:v>14.270467655256507</c:v>
                </c:pt>
                <c:pt idx="488">
                  <c:v>14.255786984653584</c:v>
                </c:pt>
                <c:pt idx="489">
                  <c:v>14.24729550384607</c:v>
                </c:pt>
                <c:pt idx="490">
                  <c:v>14.237378474712514</c:v>
                </c:pt>
                <c:pt idx="491">
                  <c:v>14.247654305555322</c:v>
                </c:pt>
                <c:pt idx="492">
                  <c:v>14.267506483508305</c:v>
                </c:pt>
                <c:pt idx="493">
                  <c:v>14.295286622698889</c:v>
                </c:pt>
                <c:pt idx="494">
                  <c:v>14.292971373849749</c:v>
                </c:pt>
                <c:pt idx="495">
                  <c:v>14.261984928306044</c:v>
                </c:pt>
                <c:pt idx="496">
                  <c:v>14.283849163007542</c:v>
                </c:pt>
                <c:pt idx="497">
                  <c:v>14.267177987705381</c:v>
                </c:pt>
                <c:pt idx="498">
                  <c:v>14.243693624262583</c:v>
                </c:pt>
                <c:pt idx="499">
                  <c:v>14.220396670522355</c:v>
                </c:pt>
                <c:pt idx="500">
                  <c:v>14.254942889331051</c:v>
                </c:pt>
                <c:pt idx="501">
                  <c:v>14.282451658953029</c:v>
                </c:pt>
                <c:pt idx="502">
                  <c:v>14.307710288200655</c:v>
                </c:pt>
                <c:pt idx="503">
                  <c:v>14.315329629414109</c:v>
                </c:pt>
                <c:pt idx="504">
                  <c:v>14.27406139295471</c:v>
                </c:pt>
                <c:pt idx="505">
                  <c:v>14.270183221420991</c:v>
                </c:pt>
                <c:pt idx="506">
                  <c:v>14.289346851310789</c:v>
                </c:pt>
                <c:pt idx="507">
                  <c:v>14.285614408880637</c:v>
                </c:pt>
                <c:pt idx="508">
                  <c:v>14.317997001497973</c:v>
                </c:pt>
                <c:pt idx="509">
                  <c:v>14.293897766071556</c:v>
                </c:pt>
                <c:pt idx="510">
                  <c:v>14.282734655985257</c:v>
                </c:pt>
                <c:pt idx="511">
                  <c:v>14.321048000058962</c:v>
                </c:pt>
                <c:pt idx="512">
                  <c:v>14.358709833665275</c:v>
                </c:pt>
                <c:pt idx="513">
                  <c:v>14.353577572330872</c:v>
                </c:pt>
                <c:pt idx="514">
                  <c:v>14.299997474951263</c:v>
                </c:pt>
                <c:pt idx="515">
                  <c:v>14.311213693544174</c:v>
                </c:pt>
                <c:pt idx="516">
                  <c:v>14.377925800445105</c:v>
                </c:pt>
                <c:pt idx="517">
                  <c:v>14.373738716205089</c:v>
                </c:pt>
                <c:pt idx="518">
                  <c:v>14.402481167699609</c:v>
                </c:pt>
                <c:pt idx="519">
                  <c:v>14.369452998080297</c:v>
                </c:pt>
                <c:pt idx="520">
                  <c:v>14.392267970837045</c:v>
                </c:pt>
                <c:pt idx="521">
                  <c:v>14.378646570152332</c:v>
                </c:pt>
                <c:pt idx="522">
                  <c:v>14.364549534365313</c:v>
                </c:pt>
                <c:pt idx="523">
                  <c:v>14.356538078892367</c:v>
                </c:pt>
                <c:pt idx="524">
                  <c:v>14.376218638675184</c:v>
                </c:pt>
                <c:pt idx="525">
                  <c:v>14.407838820897494</c:v>
                </c:pt>
                <c:pt idx="526">
                  <c:v>14.419893307777391</c:v>
                </c:pt>
                <c:pt idx="527">
                  <c:v>14.405865344977933</c:v>
                </c:pt>
                <c:pt idx="528">
                  <c:v>14.440973180922562</c:v>
                </c:pt>
                <c:pt idx="529">
                  <c:v>14.456728740027554</c:v>
                </c:pt>
                <c:pt idx="530">
                  <c:v>14.482227262208855</c:v>
                </c:pt>
                <c:pt idx="531">
                  <c:v>14.4470582024798</c:v>
                </c:pt>
                <c:pt idx="532">
                  <c:v>14.399929883999686</c:v>
                </c:pt>
                <c:pt idx="533">
                  <c:v>14.409567215427073</c:v>
                </c:pt>
                <c:pt idx="534">
                  <c:v>14.41559955419719</c:v>
                </c:pt>
                <c:pt idx="535">
                  <c:v>14.398784911426265</c:v>
                </c:pt>
                <c:pt idx="536">
                  <c:v>14.415133976717879</c:v>
                </c:pt>
                <c:pt idx="537">
                  <c:v>14.428361480442724</c:v>
                </c:pt>
                <c:pt idx="538">
                  <c:v>14.421179566007181</c:v>
                </c:pt>
                <c:pt idx="539">
                  <c:v>14.476181566489682</c:v>
                </c:pt>
                <c:pt idx="540">
                  <c:v>14.488726083112205</c:v>
                </c:pt>
                <c:pt idx="541">
                  <c:v>14.525277294386598</c:v>
                </c:pt>
                <c:pt idx="542">
                  <c:v>14.498520185742478</c:v>
                </c:pt>
                <c:pt idx="543">
                  <c:v>14.598174254065615</c:v>
                </c:pt>
                <c:pt idx="544">
                  <c:v>14.563865147710162</c:v>
                </c:pt>
                <c:pt idx="545">
                  <c:v>14.560631701739434</c:v>
                </c:pt>
                <c:pt idx="546">
                  <c:v>14.468313525270561</c:v>
                </c:pt>
                <c:pt idx="547">
                  <c:v>14.403995771221856</c:v>
                </c:pt>
                <c:pt idx="548">
                  <c:v>14.458276549670169</c:v>
                </c:pt>
                <c:pt idx="549">
                  <c:v>14.529741974342791</c:v>
                </c:pt>
                <c:pt idx="550">
                  <c:v>14.562527696711474</c:v>
                </c:pt>
                <c:pt idx="551">
                  <c:v>14.559991632483387</c:v>
                </c:pt>
                <c:pt idx="552">
                  <c:v>14.630538939856825</c:v>
                </c:pt>
                <c:pt idx="553">
                  <c:v>14.691147240327938</c:v>
                </c:pt>
                <c:pt idx="554">
                  <c:v>14.628287681968807</c:v>
                </c:pt>
                <c:pt idx="555">
                  <c:v>14.53111816581524</c:v>
                </c:pt>
                <c:pt idx="556">
                  <c:v>14.476216954422444</c:v>
                </c:pt>
                <c:pt idx="557">
                  <c:v>14.557277564292756</c:v>
                </c:pt>
                <c:pt idx="558">
                  <c:v>14.716155919018892</c:v>
                </c:pt>
                <c:pt idx="559">
                  <c:v>14.716328761132598</c:v>
                </c:pt>
                <c:pt idx="560">
                  <c:v>14.788373536818735</c:v>
                </c:pt>
                <c:pt idx="561">
                  <c:v>14.752808611177164</c:v>
                </c:pt>
                <c:pt idx="562">
                  <c:v>14.742152692650508</c:v>
                </c:pt>
                <c:pt idx="563">
                  <c:v>14.641399576244138</c:v>
                </c:pt>
                <c:pt idx="564">
                  <c:v>14.790193487646537</c:v>
                </c:pt>
                <c:pt idx="565">
                  <c:v>14.603958132297281</c:v>
                </c:pt>
                <c:pt idx="566">
                  <c:v>14.451983457711274</c:v>
                </c:pt>
                <c:pt idx="567">
                  <c:v>14.581929436834574</c:v>
                </c:pt>
                <c:pt idx="568">
                  <c:v>14.645134147271751</c:v>
                </c:pt>
                <c:pt idx="569">
                  <c:v>14.647937935845295</c:v>
                </c:pt>
                <c:pt idx="570">
                  <c:v>14.60751544437146</c:v>
                </c:pt>
                <c:pt idx="571">
                  <c:v>14.673361744255773</c:v>
                </c:pt>
                <c:pt idx="572">
                  <c:v>14.58272505334997</c:v>
                </c:pt>
                <c:pt idx="573">
                  <c:v>14.681089244827634</c:v>
                </c:pt>
                <c:pt idx="574">
                  <c:v>14.398726907145496</c:v>
                </c:pt>
                <c:pt idx="575">
                  <c:v>14.433907461300834</c:v>
                </c:pt>
                <c:pt idx="576">
                  <c:v>14.521592692184345</c:v>
                </c:pt>
                <c:pt idx="577">
                  <c:v>14.79991250400143</c:v>
                </c:pt>
                <c:pt idx="578">
                  <c:v>15.048443765102562</c:v>
                </c:pt>
                <c:pt idx="579">
                  <c:v>14.88120071415509</c:v>
                </c:pt>
                <c:pt idx="580">
                  <c:v>15.184828964400351</c:v>
                </c:pt>
                <c:pt idx="581">
                  <c:v>15.719450908063667</c:v>
                </c:pt>
                <c:pt idx="582">
                  <c:v>15.434562191271885</c:v>
                </c:pt>
                <c:pt idx="583">
                  <c:v>14.993252638735791</c:v>
                </c:pt>
                <c:pt idx="584">
                  <c:v>16.320683371314161</c:v>
                </c:pt>
                <c:pt idx="585">
                  <c:v>17.472704795221865</c:v>
                </c:pt>
                <c:pt idx="586">
                  <c:v>15.520650122621849</c:v>
                </c:pt>
                <c:pt idx="587">
                  <c:v>14.756292539853929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D-014F-48C8-BF04-9E4E678005A5}"/>
            </c:ext>
          </c:extLst>
        </c:ser>
        <c:ser>
          <c:idx val="14"/>
          <c:order val="14"/>
          <c:tx>
            <c:strRef>
              <c:f>Sheet2!$P$1</c:f>
              <c:strCache>
                <c:ptCount val="1"/>
                <c:pt idx="0">
                  <c:v>S15_z/O-PTIR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Sheet2!$P$2:$P$589</c:f>
              <c:numCache>
                <c:formatCode>General</c:formatCode>
                <c:ptCount val="588"/>
                <c:pt idx="0">
                  <c:v>14.343123835072747</c:v>
                </c:pt>
                <c:pt idx="1">
                  <c:v>14.376190349121755</c:v>
                </c:pt>
                <c:pt idx="2">
                  <c:v>14.701634452097998</c:v>
                </c:pt>
                <c:pt idx="3">
                  <c:v>14.891336979727818</c:v>
                </c:pt>
                <c:pt idx="4">
                  <c:v>14.94413539338959</c:v>
                </c:pt>
                <c:pt idx="5">
                  <c:v>15.14752782739118</c:v>
                </c:pt>
                <c:pt idx="6">
                  <c:v>15.141225746258089</c:v>
                </c:pt>
                <c:pt idx="7">
                  <c:v>15.20514514385331</c:v>
                </c:pt>
                <c:pt idx="8">
                  <c:v>15.259959298394655</c:v>
                </c:pt>
                <c:pt idx="9">
                  <c:v>15.265402683416392</c:v>
                </c:pt>
                <c:pt idx="10">
                  <c:v>15.365203870757544</c:v>
                </c:pt>
                <c:pt idx="11">
                  <c:v>15.337603092500318</c:v>
                </c:pt>
                <c:pt idx="12">
                  <c:v>15.3717558880971</c:v>
                </c:pt>
                <c:pt idx="13">
                  <c:v>15.41328924919771</c:v>
                </c:pt>
                <c:pt idx="14">
                  <c:v>15.428873878119306</c:v>
                </c:pt>
                <c:pt idx="15">
                  <c:v>15.418068048574401</c:v>
                </c:pt>
                <c:pt idx="16">
                  <c:v>15.446206712615302</c:v>
                </c:pt>
                <c:pt idx="17">
                  <c:v>15.43783848193843</c:v>
                </c:pt>
                <c:pt idx="18">
                  <c:v>15.417199405517291</c:v>
                </c:pt>
                <c:pt idx="19">
                  <c:v>15.420705712426873</c:v>
                </c:pt>
                <c:pt idx="20">
                  <c:v>15.399313534486625</c:v>
                </c:pt>
                <c:pt idx="21">
                  <c:v>15.391015188354888</c:v>
                </c:pt>
                <c:pt idx="22">
                  <c:v>15.409874699876932</c:v>
                </c:pt>
                <c:pt idx="23">
                  <c:v>15.463691600594267</c:v>
                </c:pt>
                <c:pt idx="24">
                  <c:v>15.444307033654255</c:v>
                </c:pt>
                <c:pt idx="25">
                  <c:v>15.412176112602566</c:v>
                </c:pt>
                <c:pt idx="26">
                  <c:v>15.434219295109264</c:v>
                </c:pt>
                <c:pt idx="27">
                  <c:v>15.44077957029058</c:v>
                </c:pt>
                <c:pt idx="28">
                  <c:v>15.430425260424007</c:v>
                </c:pt>
                <c:pt idx="29">
                  <c:v>15.419907806997724</c:v>
                </c:pt>
                <c:pt idx="30">
                  <c:v>15.438687196980716</c:v>
                </c:pt>
                <c:pt idx="31">
                  <c:v>15.450055105738253</c:v>
                </c:pt>
                <c:pt idx="32">
                  <c:v>15.442847272445105</c:v>
                </c:pt>
                <c:pt idx="33">
                  <c:v>15.442143786223179</c:v>
                </c:pt>
                <c:pt idx="34">
                  <c:v>15.462009491877254</c:v>
                </c:pt>
                <c:pt idx="35">
                  <c:v>15.408953472794405</c:v>
                </c:pt>
                <c:pt idx="36">
                  <c:v>15.4174109018116</c:v>
                </c:pt>
                <c:pt idx="37">
                  <c:v>15.445360454451555</c:v>
                </c:pt>
                <c:pt idx="38">
                  <c:v>15.460913962911645</c:v>
                </c:pt>
                <c:pt idx="39">
                  <c:v>15.454510177243996</c:v>
                </c:pt>
                <c:pt idx="40">
                  <c:v>15.431540307924683</c:v>
                </c:pt>
                <c:pt idx="41">
                  <c:v>15.46092897716939</c:v>
                </c:pt>
                <c:pt idx="42">
                  <c:v>15.467598037472722</c:v>
                </c:pt>
                <c:pt idx="43">
                  <c:v>15.473771081297498</c:v>
                </c:pt>
                <c:pt idx="44">
                  <c:v>15.545645663926726</c:v>
                </c:pt>
                <c:pt idx="45">
                  <c:v>15.658511081102311</c:v>
                </c:pt>
                <c:pt idx="46">
                  <c:v>15.633567553479253</c:v>
                </c:pt>
                <c:pt idx="47">
                  <c:v>15.57867713333323</c:v>
                </c:pt>
                <c:pt idx="48">
                  <c:v>15.56190965388792</c:v>
                </c:pt>
                <c:pt idx="49">
                  <c:v>15.573569351095383</c:v>
                </c:pt>
                <c:pt idx="50">
                  <c:v>15.594534373402819</c:v>
                </c:pt>
                <c:pt idx="51">
                  <c:v>15.619596035935672</c:v>
                </c:pt>
                <c:pt idx="52">
                  <c:v>15.609372623097979</c:v>
                </c:pt>
                <c:pt idx="53">
                  <c:v>15.619022696029736</c:v>
                </c:pt>
                <c:pt idx="54">
                  <c:v>15.628916818896455</c:v>
                </c:pt>
                <c:pt idx="55">
                  <c:v>15.618755373995269</c:v>
                </c:pt>
                <c:pt idx="56">
                  <c:v>15.693781210461744</c:v>
                </c:pt>
                <c:pt idx="57">
                  <c:v>15.720899416825755</c:v>
                </c:pt>
                <c:pt idx="58">
                  <c:v>15.735158662145013</c:v>
                </c:pt>
                <c:pt idx="59">
                  <c:v>15.773021753816813</c:v>
                </c:pt>
                <c:pt idx="60">
                  <c:v>15.787746918852514</c:v>
                </c:pt>
                <c:pt idx="61">
                  <c:v>15.712710162925855</c:v>
                </c:pt>
                <c:pt idx="62">
                  <c:v>15.698873705455341</c:v>
                </c:pt>
                <c:pt idx="63">
                  <c:v>15.7117572352855</c:v>
                </c:pt>
                <c:pt idx="64">
                  <c:v>15.771680844107035</c:v>
                </c:pt>
                <c:pt idx="65">
                  <c:v>15.74130659121138</c:v>
                </c:pt>
                <c:pt idx="66">
                  <c:v>15.707392044586339</c:v>
                </c:pt>
                <c:pt idx="67">
                  <c:v>15.704532920432145</c:v>
                </c:pt>
                <c:pt idx="68">
                  <c:v>15.684987223207896</c:v>
                </c:pt>
                <c:pt idx="69">
                  <c:v>15.697576064106517</c:v>
                </c:pt>
                <c:pt idx="70">
                  <c:v>15.73397710830719</c:v>
                </c:pt>
                <c:pt idx="71">
                  <c:v>15.862390847199288</c:v>
                </c:pt>
                <c:pt idx="72">
                  <c:v>15.999747214496898</c:v>
                </c:pt>
                <c:pt idx="73">
                  <c:v>15.993391747440532</c:v>
                </c:pt>
                <c:pt idx="74">
                  <c:v>15.949017176925082</c:v>
                </c:pt>
                <c:pt idx="75">
                  <c:v>15.860077354820834</c:v>
                </c:pt>
                <c:pt idx="76">
                  <c:v>15.752725411951994</c:v>
                </c:pt>
                <c:pt idx="77">
                  <c:v>15.662722921632607</c:v>
                </c:pt>
                <c:pt idx="78">
                  <c:v>15.611387127007454</c:v>
                </c:pt>
                <c:pt idx="79">
                  <c:v>15.621742528820038</c:v>
                </c:pt>
                <c:pt idx="80">
                  <c:v>15.659961048920618</c:v>
                </c:pt>
                <c:pt idx="81">
                  <c:v>15.64449882032295</c:v>
                </c:pt>
                <c:pt idx="82">
                  <c:v>15.631077575325682</c:v>
                </c:pt>
                <c:pt idx="83">
                  <c:v>15.68895310289769</c:v>
                </c:pt>
                <c:pt idx="84">
                  <c:v>15.774822372800065</c:v>
                </c:pt>
                <c:pt idx="85">
                  <c:v>15.835261584881845</c:v>
                </c:pt>
                <c:pt idx="86">
                  <c:v>15.82281892825635</c:v>
                </c:pt>
                <c:pt idx="87">
                  <c:v>15.803447396421927</c:v>
                </c:pt>
                <c:pt idx="88">
                  <c:v>15.790366224362558</c:v>
                </c:pt>
                <c:pt idx="89">
                  <c:v>15.763109750334049</c:v>
                </c:pt>
                <c:pt idx="90">
                  <c:v>15.718411690810846</c:v>
                </c:pt>
                <c:pt idx="91">
                  <c:v>15.67920864488203</c:v>
                </c:pt>
                <c:pt idx="92">
                  <c:v>15.673295006483091</c:v>
                </c:pt>
                <c:pt idx="93">
                  <c:v>15.658214890745001</c:v>
                </c:pt>
                <c:pt idx="94">
                  <c:v>15.629946933470938</c:v>
                </c:pt>
                <c:pt idx="95">
                  <c:v>15.633920525029483</c:v>
                </c:pt>
                <c:pt idx="96">
                  <c:v>15.680081041503572</c:v>
                </c:pt>
                <c:pt idx="97">
                  <c:v>15.639931005390871</c:v>
                </c:pt>
                <c:pt idx="98">
                  <c:v>15.593418336326062</c:v>
                </c:pt>
                <c:pt idx="99">
                  <c:v>15.55167289883482</c:v>
                </c:pt>
                <c:pt idx="100">
                  <c:v>15.54121246546465</c:v>
                </c:pt>
                <c:pt idx="101">
                  <c:v>15.548548465921629</c:v>
                </c:pt>
                <c:pt idx="102">
                  <c:v>15.543923460316876</c:v>
                </c:pt>
                <c:pt idx="103">
                  <c:v>15.574727359847195</c:v>
                </c:pt>
                <c:pt idx="104">
                  <c:v>15.559767324047744</c:v>
                </c:pt>
                <c:pt idx="105">
                  <c:v>15.514106509370023</c:v>
                </c:pt>
                <c:pt idx="106">
                  <c:v>15.49355785972848</c:v>
                </c:pt>
                <c:pt idx="107">
                  <c:v>15.51021071896524</c:v>
                </c:pt>
                <c:pt idx="108">
                  <c:v>15.521230160449866</c:v>
                </c:pt>
                <c:pt idx="109">
                  <c:v>15.486903506573073</c:v>
                </c:pt>
                <c:pt idx="110">
                  <c:v>15.443472821020016</c:v>
                </c:pt>
                <c:pt idx="111">
                  <c:v>15.403639961102154</c:v>
                </c:pt>
                <c:pt idx="112">
                  <c:v>15.397469920128927</c:v>
                </c:pt>
                <c:pt idx="113">
                  <c:v>15.419794995324766</c:v>
                </c:pt>
                <c:pt idx="114">
                  <c:v>15.4681568408473</c:v>
                </c:pt>
                <c:pt idx="115">
                  <c:v>15.46566645321397</c:v>
                </c:pt>
                <c:pt idx="116">
                  <c:v>15.380947343701408</c:v>
                </c:pt>
                <c:pt idx="117">
                  <c:v>15.333531874143121</c:v>
                </c:pt>
                <c:pt idx="118">
                  <c:v>15.34311370044877</c:v>
                </c:pt>
                <c:pt idx="119">
                  <c:v>15.324807157214771</c:v>
                </c:pt>
                <c:pt idx="120">
                  <c:v>15.312106903699028</c:v>
                </c:pt>
                <c:pt idx="121">
                  <c:v>15.282834236657052</c:v>
                </c:pt>
                <c:pt idx="122">
                  <c:v>15.260416482542958</c:v>
                </c:pt>
                <c:pt idx="123">
                  <c:v>15.279792911072803</c:v>
                </c:pt>
                <c:pt idx="124">
                  <c:v>15.28114834025229</c:v>
                </c:pt>
                <c:pt idx="125">
                  <c:v>15.281099936332723</c:v>
                </c:pt>
                <c:pt idx="126">
                  <c:v>15.263643268333656</c:v>
                </c:pt>
                <c:pt idx="127">
                  <c:v>15.222518192673739</c:v>
                </c:pt>
                <c:pt idx="128">
                  <c:v>15.252012644188913</c:v>
                </c:pt>
                <c:pt idx="129">
                  <c:v>15.265649087859956</c:v>
                </c:pt>
                <c:pt idx="130">
                  <c:v>15.232837406712834</c:v>
                </c:pt>
                <c:pt idx="131">
                  <c:v>15.205499087917966</c:v>
                </c:pt>
                <c:pt idx="132">
                  <c:v>15.187053560429897</c:v>
                </c:pt>
                <c:pt idx="133">
                  <c:v>15.196119066885721</c:v>
                </c:pt>
                <c:pt idx="134">
                  <c:v>15.223767003561587</c:v>
                </c:pt>
                <c:pt idx="135">
                  <c:v>15.209958885502568</c:v>
                </c:pt>
                <c:pt idx="136">
                  <c:v>15.194525559351055</c:v>
                </c:pt>
                <c:pt idx="137">
                  <c:v>15.167067382419082</c:v>
                </c:pt>
                <c:pt idx="138">
                  <c:v>15.140095693030498</c:v>
                </c:pt>
                <c:pt idx="139">
                  <c:v>15.177669000997016</c:v>
                </c:pt>
                <c:pt idx="140">
                  <c:v>15.211340282523288</c:v>
                </c:pt>
                <c:pt idx="141">
                  <c:v>15.241687356200094</c:v>
                </c:pt>
                <c:pt idx="142">
                  <c:v>15.247494120382544</c:v>
                </c:pt>
                <c:pt idx="143">
                  <c:v>15.290429796094779</c:v>
                </c:pt>
                <c:pt idx="144">
                  <c:v>15.335028317913805</c:v>
                </c:pt>
                <c:pt idx="145">
                  <c:v>15.341886250754893</c:v>
                </c:pt>
                <c:pt idx="146">
                  <c:v>15.36083124117614</c:v>
                </c:pt>
                <c:pt idx="147">
                  <c:v>15.393176115400678</c:v>
                </c:pt>
                <c:pt idx="148">
                  <c:v>15.3943456578323</c:v>
                </c:pt>
                <c:pt idx="149">
                  <c:v>15.424030619804258</c:v>
                </c:pt>
                <c:pt idx="150">
                  <c:v>15.416425898256975</c:v>
                </c:pt>
                <c:pt idx="151">
                  <c:v>15.422748606932807</c:v>
                </c:pt>
                <c:pt idx="152">
                  <c:v>15.479997971710274</c:v>
                </c:pt>
                <c:pt idx="153">
                  <c:v>15.515006887108274</c:v>
                </c:pt>
                <c:pt idx="154">
                  <c:v>15.530051241614283</c:v>
                </c:pt>
                <c:pt idx="155">
                  <c:v>15.557422540591219</c:v>
                </c:pt>
                <c:pt idx="156">
                  <c:v>15.581958499363157</c:v>
                </c:pt>
                <c:pt idx="157">
                  <c:v>15.638715601226501</c:v>
                </c:pt>
                <c:pt idx="158">
                  <c:v>15.693988407218612</c:v>
                </c:pt>
                <c:pt idx="159">
                  <c:v>15.670683890568176</c:v>
                </c:pt>
                <c:pt idx="160">
                  <c:v>15.628509523031838</c:v>
                </c:pt>
                <c:pt idx="161">
                  <c:v>15.667550619716902</c:v>
                </c:pt>
                <c:pt idx="162">
                  <c:v>15.65902777630858</c:v>
                </c:pt>
                <c:pt idx="163">
                  <c:v>15.675054268010918</c:v>
                </c:pt>
                <c:pt idx="164">
                  <c:v>15.673556254567833</c:v>
                </c:pt>
                <c:pt idx="165">
                  <c:v>15.627016559839088</c:v>
                </c:pt>
                <c:pt idx="166">
                  <c:v>15.594463192171784</c:v>
                </c:pt>
                <c:pt idx="167">
                  <c:v>15.586800597485563</c:v>
                </c:pt>
                <c:pt idx="168">
                  <c:v>15.599368418423344</c:v>
                </c:pt>
                <c:pt idx="169">
                  <c:v>15.609687581277466</c:v>
                </c:pt>
                <c:pt idx="170">
                  <c:v>15.621319672724674</c:v>
                </c:pt>
                <c:pt idx="171">
                  <c:v>15.622739475534233</c:v>
                </c:pt>
                <c:pt idx="172">
                  <c:v>15.596606409218102</c:v>
                </c:pt>
                <c:pt idx="173">
                  <c:v>15.575563585756905</c:v>
                </c:pt>
                <c:pt idx="174">
                  <c:v>15.554907413555924</c:v>
                </c:pt>
                <c:pt idx="175">
                  <c:v>15.536843691817619</c:v>
                </c:pt>
                <c:pt idx="176">
                  <c:v>15.592084524265395</c:v>
                </c:pt>
                <c:pt idx="177">
                  <c:v>15.569168057931014</c:v>
                </c:pt>
                <c:pt idx="178">
                  <c:v>15.556074226122503</c:v>
                </c:pt>
                <c:pt idx="179">
                  <c:v>15.61316167577953</c:v>
                </c:pt>
                <c:pt idx="180">
                  <c:v>15.641438573361611</c:v>
                </c:pt>
                <c:pt idx="181">
                  <c:v>15.658711180210066</c:v>
                </c:pt>
                <c:pt idx="182">
                  <c:v>15.653087316985582</c:v>
                </c:pt>
                <c:pt idx="183">
                  <c:v>15.647670377531465</c:v>
                </c:pt>
                <c:pt idx="184">
                  <c:v>15.6157687651435</c:v>
                </c:pt>
                <c:pt idx="185">
                  <c:v>15.600248117433885</c:v>
                </c:pt>
                <c:pt idx="186">
                  <c:v>15.64449049423456</c:v>
                </c:pt>
                <c:pt idx="187">
                  <c:v>15.695332456273192</c:v>
                </c:pt>
                <c:pt idx="188">
                  <c:v>15.697903647911836</c:v>
                </c:pt>
                <c:pt idx="189">
                  <c:v>15.682993125039625</c:v>
                </c:pt>
                <c:pt idx="190">
                  <c:v>15.669972214751112</c:v>
                </c:pt>
                <c:pt idx="191">
                  <c:v>15.686998860759074</c:v>
                </c:pt>
                <c:pt idx="192">
                  <c:v>15.678592855574649</c:v>
                </c:pt>
                <c:pt idx="193">
                  <c:v>15.703273838427069</c:v>
                </c:pt>
                <c:pt idx="194">
                  <c:v>15.742791774288753</c:v>
                </c:pt>
                <c:pt idx="195">
                  <c:v>15.754752404994042</c:v>
                </c:pt>
                <c:pt idx="196">
                  <c:v>15.758846042367917</c:v>
                </c:pt>
                <c:pt idx="197">
                  <c:v>15.747042242409421</c:v>
                </c:pt>
                <c:pt idx="198">
                  <c:v>15.750137499889954</c:v>
                </c:pt>
                <c:pt idx="199">
                  <c:v>15.774826740584135</c:v>
                </c:pt>
                <c:pt idx="200">
                  <c:v>15.800963560464705</c:v>
                </c:pt>
                <c:pt idx="201">
                  <c:v>15.854065714266804</c:v>
                </c:pt>
                <c:pt idx="202">
                  <c:v>15.888713229656249</c:v>
                </c:pt>
                <c:pt idx="203">
                  <c:v>15.909396052164723</c:v>
                </c:pt>
                <c:pt idx="204">
                  <c:v>15.927383064695279</c:v>
                </c:pt>
                <c:pt idx="205">
                  <c:v>15.957473616366201</c:v>
                </c:pt>
                <c:pt idx="206">
                  <c:v>15.975346111058144</c:v>
                </c:pt>
                <c:pt idx="207">
                  <c:v>15.968445353459177</c:v>
                </c:pt>
                <c:pt idx="208">
                  <c:v>16.006102476813385</c:v>
                </c:pt>
                <c:pt idx="209">
                  <c:v>16.008049826042765</c:v>
                </c:pt>
                <c:pt idx="210">
                  <c:v>15.991975698195404</c:v>
                </c:pt>
                <c:pt idx="211">
                  <c:v>15.94561835845162</c:v>
                </c:pt>
                <c:pt idx="212">
                  <c:v>15.888547253861551</c:v>
                </c:pt>
                <c:pt idx="213">
                  <c:v>15.880613651823051</c:v>
                </c:pt>
                <c:pt idx="214">
                  <c:v>15.88078590630735</c:v>
                </c:pt>
                <c:pt idx="215">
                  <c:v>15.841959240521517</c:v>
                </c:pt>
                <c:pt idx="216">
                  <c:v>15.821946531634802</c:v>
                </c:pt>
                <c:pt idx="217">
                  <c:v>15.835060462074701</c:v>
                </c:pt>
                <c:pt idx="218">
                  <c:v>15.860362830457845</c:v>
                </c:pt>
                <c:pt idx="219">
                  <c:v>15.889048388837066</c:v>
                </c:pt>
                <c:pt idx="220">
                  <c:v>15.960583615117965</c:v>
                </c:pt>
                <c:pt idx="221">
                  <c:v>16.006619035526398</c:v>
                </c:pt>
                <c:pt idx="222">
                  <c:v>16.043191447005238</c:v>
                </c:pt>
                <c:pt idx="223">
                  <c:v>16.049095940356274</c:v>
                </c:pt>
                <c:pt idx="224">
                  <c:v>16.065630937669745</c:v>
                </c:pt>
                <c:pt idx="225">
                  <c:v>16.049333711601637</c:v>
                </c:pt>
                <c:pt idx="226">
                  <c:v>16.026124876721003</c:v>
                </c:pt>
                <c:pt idx="227">
                  <c:v>16.023557916373182</c:v>
                </c:pt>
                <c:pt idx="228">
                  <c:v>16.059138431388156</c:v>
                </c:pt>
                <c:pt idx="229">
                  <c:v>16.086639569571261</c:v>
                </c:pt>
                <c:pt idx="230">
                  <c:v>16.04520997746565</c:v>
                </c:pt>
                <c:pt idx="231">
                  <c:v>16.034293929619576</c:v>
                </c:pt>
                <c:pt idx="232">
                  <c:v>16.040325634681682</c:v>
                </c:pt>
                <c:pt idx="233">
                  <c:v>16.045300950218252</c:v>
                </c:pt>
                <c:pt idx="234">
                  <c:v>16.041627916801087</c:v>
                </c:pt>
                <c:pt idx="235">
                  <c:v>16.072449253344377</c:v>
                </c:pt>
                <c:pt idx="236">
                  <c:v>16.068724420737997</c:v>
                </c:pt>
                <c:pt idx="237">
                  <c:v>16.027515811207724</c:v>
                </c:pt>
                <c:pt idx="238">
                  <c:v>15.972621091524257</c:v>
                </c:pt>
                <c:pt idx="239">
                  <c:v>15.952947568369304</c:v>
                </c:pt>
                <c:pt idx="240">
                  <c:v>15.929458171608736</c:v>
                </c:pt>
                <c:pt idx="241">
                  <c:v>15.907391171029527</c:v>
                </c:pt>
                <c:pt idx="242">
                  <c:v>15.977094726112298</c:v>
                </c:pt>
                <c:pt idx="243">
                  <c:v>16.003370564370254</c:v>
                </c:pt>
                <c:pt idx="244">
                  <c:v>15.939582353852071</c:v>
                </c:pt>
                <c:pt idx="245">
                  <c:v>15.892231957451777</c:v>
                </c:pt>
                <c:pt idx="246">
                  <c:v>15.877833420768638</c:v>
                </c:pt>
                <c:pt idx="247">
                  <c:v>15.869985263506027</c:v>
                </c:pt>
                <c:pt idx="248">
                  <c:v>15.877169449343228</c:v>
                </c:pt>
                <c:pt idx="249">
                  <c:v>15.912605281510851</c:v>
                </c:pt>
                <c:pt idx="250">
                  <c:v>15.918874689571689</c:v>
                </c:pt>
                <c:pt idx="251">
                  <c:v>15.951818837420094</c:v>
                </c:pt>
                <c:pt idx="252">
                  <c:v>15.982110375404902</c:v>
                </c:pt>
                <c:pt idx="253">
                  <c:v>16.003547254885252</c:v>
                </c:pt>
                <c:pt idx="254">
                  <c:v>16.028566604509916</c:v>
                </c:pt>
                <c:pt idx="255">
                  <c:v>16.038491984331397</c:v>
                </c:pt>
                <c:pt idx="256">
                  <c:v>16.040081721239972</c:v>
                </c:pt>
                <c:pt idx="257">
                  <c:v>16.026513063530309</c:v>
                </c:pt>
                <c:pt idx="258">
                  <c:v>16.013154059456053</c:v>
                </c:pt>
                <c:pt idx="259">
                  <c:v>16</c:v>
                </c:pt>
                <c:pt idx="260">
                  <c:v>15.986558281014903</c:v>
                </c:pt>
                <c:pt idx="261">
                  <c:v>16.02032009169071</c:v>
                </c:pt>
                <c:pt idx="262">
                  <c:v>16.053204796727769</c:v>
                </c:pt>
                <c:pt idx="263">
                  <c:v>16.010842409736505</c:v>
                </c:pt>
                <c:pt idx="264">
                  <c:v>16.042228896590597</c:v>
                </c:pt>
                <c:pt idx="265">
                  <c:v>16.079373760769233</c:v>
                </c:pt>
                <c:pt idx="266">
                  <c:v>16.063573711372324</c:v>
                </c:pt>
                <c:pt idx="267">
                  <c:v>16.064466718474961</c:v>
                </c:pt>
                <c:pt idx="268">
                  <c:v>16.001698180797465</c:v>
                </c:pt>
                <c:pt idx="269">
                  <c:v>15.952933441317697</c:v>
                </c:pt>
                <c:pt idx="270">
                  <c:v>15.874053513134987</c:v>
                </c:pt>
                <c:pt idx="271">
                  <c:v>15.840229734522675</c:v>
                </c:pt>
                <c:pt idx="272">
                  <c:v>15.833057833078175</c:v>
                </c:pt>
                <c:pt idx="273">
                  <c:v>15.881753233985814</c:v>
                </c:pt>
                <c:pt idx="274">
                  <c:v>15.868857215023075</c:v>
                </c:pt>
                <c:pt idx="275">
                  <c:v>15.858346825122597</c:v>
                </c:pt>
                <c:pt idx="276">
                  <c:v>15.873349276200175</c:v>
                </c:pt>
                <c:pt idx="277">
                  <c:v>15.757739013845812</c:v>
                </c:pt>
                <c:pt idx="278">
                  <c:v>15.855799110323337</c:v>
                </c:pt>
                <c:pt idx="279">
                  <c:v>15.952640322058562</c:v>
                </c:pt>
                <c:pt idx="280">
                  <c:v>15.969906104244403</c:v>
                </c:pt>
                <c:pt idx="281">
                  <c:v>16.043181414751196</c:v>
                </c:pt>
                <c:pt idx="282">
                  <c:v>16.20816401629757</c:v>
                </c:pt>
                <c:pt idx="283">
                  <c:v>16.33035632450698</c:v>
                </c:pt>
                <c:pt idx="284">
                  <c:v>16.35055814479464</c:v>
                </c:pt>
                <c:pt idx="285">
                  <c:v>16.107884471292369</c:v>
                </c:pt>
                <c:pt idx="286">
                  <c:v>15.951594920239829</c:v>
                </c:pt>
                <c:pt idx="287">
                  <c:v>16.599154806483625</c:v>
                </c:pt>
                <c:pt idx="288">
                  <c:v>16.909963045134436</c:v>
                </c:pt>
                <c:pt idx="289">
                  <c:v>16.950212038854996</c:v>
                </c:pt>
                <c:pt idx="290">
                  <c:v>16.929202860980471</c:v>
                </c:pt>
                <c:pt idx="291">
                  <c:v>17.191883305912985</c:v>
                </c:pt>
                <c:pt idx="292">
                  <c:v>17.162345074187161</c:v>
                </c:pt>
                <c:pt idx="293">
                  <c:v>17.179704013017641</c:v>
                </c:pt>
                <c:pt idx="294">
                  <c:v>17.436374796548286</c:v>
                </c:pt>
                <c:pt idx="295">
                  <c:v>17.468214577492994</c:v>
                </c:pt>
                <c:pt idx="296">
                  <c:v>17.559797454933175</c:v>
                </c:pt>
                <c:pt idx="297">
                  <c:v>17.687128188115555</c:v>
                </c:pt>
                <c:pt idx="298">
                  <c:v>17.710712038206651</c:v>
                </c:pt>
                <c:pt idx="299">
                  <c:v>17.788648593276665</c:v>
                </c:pt>
                <c:pt idx="300">
                  <c:v>17.819850677747016</c:v>
                </c:pt>
                <c:pt idx="301">
                  <c:v>17.687822665782832</c:v>
                </c:pt>
                <c:pt idx="302">
                  <c:v>17.521637763424305</c:v>
                </c:pt>
                <c:pt idx="303">
                  <c:v>17.810516177214382</c:v>
                </c:pt>
                <c:pt idx="304">
                  <c:v>18.079680870586728</c:v>
                </c:pt>
                <c:pt idx="305">
                  <c:v>18.113282506431062</c:v>
                </c:pt>
                <c:pt idx="306">
                  <c:v>17.9343343930442</c:v>
                </c:pt>
                <c:pt idx="307">
                  <c:v>17.875419810589687</c:v>
                </c:pt>
                <c:pt idx="308">
                  <c:v>17.753772110456627</c:v>
                </c:pt>
                <c:pt idx="309">
                  <c:v>17.762878121285045</c:v>
                </c:pt>
                <c:pt idx="310">
                  <c:v>17.840597925070533</c:v>
                </c:pt>
                <c:pt idx="311">
                  <c:v>17.714896921319628</c:v>
                </c:pt>
                <c:pt idx="312">
                  <c:v>17.896514296746851</c:v>
                </c:pt>
                <c:pt idx="313">
                  <c:v>17.909523468615674</c:v>
                </c:pt>
                <c:pt idx="314">
                  <c:v>17.78133856066092</c:v>
                </c:pt>
                <c:pt idx="315">
                  <c:v>17.771797955317442</c:v>
                </c:pt>
                <c:pt idx="316">
                  <c:v>17.640717479510151</c:v>
                </c:pt>
                <c:pt idx="317">
                  <c:v>17.675115962960923</c:v>
                </c:pt>
                <c:pt idx="318">
                  <c:v>17.545761853807679</c:v>
                </c:pt>
                <c:pt idx="319">
                  <c:v>17.415197322493771</c:v>
                </c:pt>
                <c:pt idx="320">
                  <c:v>17.450173172401424</c:v>
                </c:pt>
                <c:pt idx="321">
                  <c:v>17.559415000840463</c:v>
                </c:pt>
                <c:pt idx="322">
                  <c:v>17.530812566851843</c:v>
                </c:pt>
                <c:pt idx="323">
                  <c:v>17.558813611571196</c:v>
                </c:pt>
                <c:pt idx="324">
                  <c:v>17.550318271553198</c:v>
                </c:pt>
                <c:pt idx="325">
                  <c:v>17.487940855289928</c:v>
                </c:pt>
                <c:pt idx="326">
                  <c:v>17.469317442970908</c:v>
                </c:pt>
                <c:pt idx="327">
                  <c:v>17.521915390699313</c:v>
                </c:pt>
                <c:pt idx="328">
                  <c:v>17.559794452081626</c:v>
                </c:pt>
                <c:pt idx="329">
                  <c:v>17.496510447637135</c:v>
                </c:pt>
                <c:pt idx="330">
                  <c:v>17.465559783737366</c:v>
                </c:pt>
                <c:pt idx="331">
                  <c:v>17.46379574494571</c:v>
                </c:pt>
                <c:pt idx="332">
                  <c:v>17.517709214638991</c:v>
                </c:pt>
                <c:pt idx="333">
                  <c:v>17.514833301814775</c:v>
                </c:pt>
                <c:pt idx="334">
                  <c:v>17.509672491948439</c:v>
                </c:pt>
                <c:pt idx="335">
                  <c:v>17.416430675520807</c:v>
                </c:pt>
                <c:pt idx="336">
                  <c:v>17.386401341073512</c:v>
                </c:pt>
                <c:pt idx="337">
                  <c:v>17.319138831313388</c:v>
                </c:pt>
                <c:pt idx="338">
                  <c:v>17.31306160575167</c:v>
                </c:pt>
                <c:pt idx="339">
                  <c:v>17.374733078914467</c:v>
                </c:pt>
                <c:pt idx="340">
                  <c:v>17.457798504429793</c:v>
                </c:pt>
                <c:pt idx="341">
                  <c:v>17.689409536333113</c:v>
                </c:pt>
                <c:pt idx="342">
                  <c:v>17.59917002548125</c:v>
                </c:pt>
                <c:pt idx="343">
                  <c:v>17.507830106030013</c:v>
                </c:pt>
                <c:pt idx="344">
                  <c:v>17.561173306915528</c:v>
                </c:pt>
                <c:pt idx="345">
                  <c:v>17.512150117462685</c:v>
                </c:pt>
                <c:pt idx="346">
                  <c:v>17.626806087244173</c:v>
                </c:pt>
                <c:pt idx="347">
                  <c:v>17.71863356059233</c:v>
                </c:pt>
                <c:pt idx="348">
                  <c:v>17.654185268706428</c:v>
                </c:pt>
                <c:pt idx="349">
                  <c:v>17.649791823904053</c:v>
                </c:pt>
                <c:pt idx="350">
                  <c:v>17.904121065692916</c:v>
                </c:pt>
                <c:pt idx="351">
                  <c:v>18.167881718223477</c:v>
                </c:pt>
                <c:pt idx="352">
                  <c:v>18.185861701351545</c:v>
                </c:pt>
                <c:pt idx="353">
                  <c:v>18.076511770256751</c:v>
                </c:pt>
                <c:pt idx="354">
                  <c:v>18.00792554893663</c:v>
                </c:pt>
                <c:pt idx="355">
                  <c:v>18.046369419396616</c:v>
                </c:pt>
                <c:pt idx="356">
                  <c:v>18.243125261427238</c:v>
                </c:pt>
                <c:pt idx="357">
                  <c:v>18.080909582843187</c:v>
                </c:pt>
                <c:pt idx="358">
                  <c:v>17.935816709763284</c:v>
                </c:pt>
                <c:pt idx="359">
                  <c:v>18.265533085657236</c:v>
                </c:pt>
                <c:pt idx="360">
                  <c:v>18.413288669101398</c:v>
                </c:pt>
                <c:pt idx="361">
                  <c:v>18.24836578335287</c:v>
                </c:pt>
                <c:pt idx="362">
                  <c:v>18.129948332526784</c:v>
                </c:pt>
                <c:pt idx="363">
                  <c:v>18.027373380499043</c:v>
                </c:pt>
                <c:pt idx="364">
                  <c:v>17.993289923474382</c:v>
                </c:pt>
                <c:pt idx="365">
                  <c:v>17.720873141874712</c:v>
                </c:pt>
                <c:pt idx="366">
                  <c:v>17.548657694646721</c:v>
                </c:pt>
                <c:pt idx="367">
                  <c:v>17.631108081567557</c:v>
                </c:pt>
                <c:pt idx="368">
                  <c:v>17.507940938550814</c:v>
                </c:pt>
                <c:pt idx="369">
                  <c:v>17.272359727420252</c:v>
                </c:pt>
                <c:pt idx="370">
                  <c:v>17.362869358418251</c:v>
                </c:pt>
                <c:pt idx="371">
                  <c:v>17.459764553234731</c:v>
                </c:pt>
                <c:pt idx="372">
                  <c:v>17.485119812753101</c:v>
                </c:pt>
                <c:pt idx="373">
                  <c:v>17.312591522991031</c:v>
                </c:pt>
                <c:pt idx="374">
                  <c:v>17.230041086516319</c:v>
                </c:pt>
                <c:pt idx="375">
                  <c:v>17.179741002688989</c:v>
                </c:pt>
                <c:pt idx="376">
                  <c:v>17.003734318887417</c:v>
                </c:pt>
                <c:pt idx="377">
                  <c:v>16.867262496110804</c:v>
                </c:pt>
                <c:pt idx="378">
                  <c:v>16.670156412394981</c:v>
                </c:pt>
                <c:pt idx="379">
                  <c:v>16.539883157681309</c:v>
                </c:pt>
                <c:pt idx="380">
                  <c:v>16.497368239480693</c:v>
                </c:pt>
                <c:pt idx="381">
                  <c:v>16.367949569019149</c:v>
                </c:pt>
                <c:pt idx="382">
                  <c:v>16.179149372687252</c:v>
                </c:pt>
                <c:pt idx="383">
                  <c:v>15.983301074290617</c:v>
                </c:pt>
                <c:pt idx="384">
                  <c:v>15.855304185790793</c:v>
                </c:pt>
                <c:pt idx="385">
                  <c:v>15.76693149314951</c:v>
                </c:pt>
                <c:pt idx="386">
                  <c:v>15.68253321102628</c:v>
                </c:pt>
                <c:pt idx="387">
                  <c:v>15.607480348895862</c:v>
                </c:pt>
                <c:pt idx="388">
                  <c:v>15.548108514046419</c:v>
                </c:pt>
                <c:pt idx="389">
                  <c:v>15.47320903620818</c:v>
                </c:pt>
                <c:pt idx="390">
                  <c:v>15.383386921721598</c:v>
                </c:pt>
                <c:pt idx="391">
                  <c:v>15.279234261253135</c:v>
                </c:pt>
                <c:pt idx="392">
                  <c:v>15.294714182788624</c:v>
                </c:pt>
                <c:pt idx="393">
                  <c:v>15.310130959133307</c:v>
                </c:pt>
                <c:pt idx="394">
                  <c:v>15.303046379246911</c:v>
                </c:pt>
                <c:pt idx="395">
                  <c:v>15.291664275191145</c:v>
                </c:pt>
                <c:pt idx="396">
                  <c:v>15.279114539609285</c:v>
                </c:pt>
                <c:pt idx="397">
                  <c:v>15.241808374529841</c:v>
                </c:pt>
                <c:pt idx="398">
                  <c:v>15.208482557424929</c:v>
                </c:pt>
                <c:pt idx="399">
                  <c:v>15.160578169037203</c:v>
                </c:pt>
                <c:pt idx="400">
                  <c:v>15.192669643539</c:v>
                </c:pt>
                <c:pt idx="401">
                  <c:v>15.180880516605121</c:v>
                </c:pt>
                <c:pt idx="402">
                  <c:v>15.173158410860932</c:v>
                </c:pt>
                <c:pt idx="403">
                  <c:v>15.181978980175652</c:v>
                </c:pt>
                <c:pt idx="404">
                  <c:v>15.165711970301253</c:v>
                </c:pt>
                <c:pt idx="405">
                  <c:v>15.164050028462256</c:v>
                </c:pt>
                <c:pt idx="406">
                  <c:v>15.126914147245781</c:v>
                </c:pt>
                <c:pt idx="407">
                  <c:v>15.095795630769102</c:v>
                </c:pt>
                <c:pt idx="408">
                  <c:v>15.134964323052502</c:v>
                </c:pt>
                <c:pt idx="409">
                  <c:v>15.150981959755102</c:v>
                </c:pt>
                <c:pt idx="410">
                  <c:v>15.129742082691843</c:v>
                </c:pt>
                <c:pt idx="411">
                  <c:v>15.131545431540138</c:v>
                </c:pt>
                <c:pt idx="412">
                  <c:v>15.110239884160906</c:v>
                </c:pt>
                <c:pt idx="413">
                  <c:v>15.07592414974429</c:v>
                </c:pt>
                <c:pt idx="414">
                  <c:v>15.087119326291146</c:v>
                </c:pt>
                <c:pt idx="415">
                  <c:v>15.088017238620029</c:v>
                </c:pt>
                <c:pt idx="416">
                  <c:v>15.088603255336768</c:v>
                </c:pt>
                <c:pt idx="417">
                  <c:v>15.079195329965271</c:v>
                </c:pt>
                <c:pt idx="418">
                  <c:v>15.060201061214562</c:v>
                </c:pt>
                <c:pt idx="419">
                  <c:v>15.068192741131879</c:v>
                </c:pt>
                <c:pt idx="420">
                  <c:v>15.05703572724526</c:v>
                </c:pt>
                <c:pt idx="421">
                  <c:v>15.037654751783951</c:v>
                </c:pt>
                <c:pt idx="422">
                  <c:v>15.033148537962767</c:v>
                </c:pt>
                <c:pt idx="423">
                  <c:v>15.027213932920665</c:v>
                </c:pt>
                <c:pt idx="424">
                  <c:v>15.045330850771313</c:v>
                </c:pt>
                <c:pt idx="425">
                  <c:v>15.052605015519624</c:v>
                </c:pt>
                <c:pt idx="426">
                  <c:v>15.050284604639447</c:v>
                </c:pt>
                <c:pt idx="427">
                  <c:v>15.053054236139742</c:v>
                </c:pt>
                <c:pt idx="428">
                  <c:v>15.066775126479767</c:v>
                </c:pt>
                <c:pt idx="429">
                  <c:v>14.968167933056748</c:v>
                </c:pt>
                <c:pt idx="430">
                  <c:v>14.962885752964002</c:v>
                </c:pt>
                <c:pt idx="431">
                  <c:v>14.982317603086017</c:v>
                </c:pt>
                <c:pt idx="432">
                  <c:v>15.092431916653945</c:v>
                </c:pt>
                <c:pt idx="433">
                  <c:v>15.061043425055207</c:v>
                </c:pt>
                <c:pt idx="434">
                  <c:v>14.999678102858129</c:v>
                </c:pt>
                <c:pt idx="435">
                  <c:v>14.826146292512274</c:v>
                </c:pt>
                <c:pt idx="436">
                  <c:v>14.80216594658514</c:v>
                </c:pt>
                <c:pt idx="437">
                  <c:v>14.983694485165879</c:v>
                </c:pt>
                <c:pt idx="438">
                  <c:v>15.023514110570044</c:v>
                </c:pt>
                <c:pt idx="439">
                  <c:v>15.074821105118982</c:v>
                </c:pt>
                <c:pt idx="440">
                  <c:v>15.054744926869986</c:v>
                </c:pt>
                <c:pt idx="441">
                  <c:v>15.126469793463189</c:v>
                </c:pt>
                <c:pt idx="442">
                  <c:v>15.208409550596651</c:v>
                </c:pt>
                <c:pt idx="443">
                  <c:v>15.182828070574383</c:v>
                </c:pt>
                <c:pt idx="444">
                  <c:v>15.351081084567193</c:v>
                </c:pt>
                <c:pt idx="445">
                  <c:v>15.398606977166523</c:v>
                </c:pt>
                <c:pt idx="446">
                  <c:v>15.466527316155704</c:v>
                </c:pt>
                <c:pt idx="447">
                  <c:v>15.490042407770998</c:v>
                </c:pt>
                <c:pt idx="448">
                  <c:v>15.343205731024078</c:v>
                </c:pt>
                <c:pt idx="449">
                  <c:v>15.332917142658449</c:v>
                </c:pt>
                <c:pt idx="450">
                  <c:v>15.422942393227643</c:v>
                </c:pt>
                <c:pt idx="451">
                  <c:v>15.516237339653701</c:v>
                </c:pt>
                <c:pt idx="452">
                  <c:v>15.479113393065967</c:v>
                </c:pt>
                <c:pt idx="453">
                  <c:v>15.509249260496622</c:v>
                </c:pt>
                <c:pt idx="454">
                  <c:v>15.472970787236434</c:v>
                </c:pt>
                <c:pt idx="455">
                  <c:v>15.474098392116314</c:v>
                </c:pt>
                <c:pt idx="456">
                  <c:v>15.487658177764581</c:v>
                </c:pt>
                <c:pt idx="457">
                  <c:v>15.514109614591511</c:v>
                </c:pt>
                <c:pt idx="458">
                  <c:v>15.517297312127106</c:v>
                </c:pt>
                <c:pt idx="459">
                  <c:v>15.557180265068533</c:v>
                </c:pt>
                <c:pt idx="460">
                  <c:v>15.539170458164854</c:v>
                </c:pt>
                <c:pt idx="461">
                  <c:v>15.535044608383458</c:v>
                </c:pt>
                <c:pt idx="462">
                  <c:v>15.538074860952619</c:v>
                </c:pt>
                <c:pt idx="463">
                  <c:v>15.555157981043683</c:v>
                </c:pt>
                <c:pt idx="464">
                  <c:v>15.562555812943916</c:v>
                </c:pt>
                <c:pt idx="465">
                  <c:v>15.581902673623</c:v>
                </c:pt>
                <c:pt idx="466">
                  <c:v>15.612896196403963</c:v>
                </c:pt>
                <c:pt idx="467">
                  <c:v>15.605101749236102</c:v>
                </c:pt>
                <c:pt idx="468">
                  <c:v>15.587753320386041</c:v>
                </c:pt>
                <c:pt idx="469">
                  <c:v>15.584252063726792</c:v>
                </c:pt>
                <c:pt idx="470">
                  <c:v>15.579514860668715</c:v>
                </c:pt>
                <c:pt idx="471">
                  <c:v>15.605767836306919</c:v>
                </c:pt>
                <c:pt idx="472">
                  <c:v>15.66988144673839</c:v>
                </c:pt>
                <c:pt idx="473">
                  <c:v>15.720088373921081</c:v>
                </c:pt>
                <c:pt idx="474">
                  <c:v>15.719863910767812</c:v>
                </c:pt>
                <c:pt idx="475">
                  <c:v>15.697515119869401</c:v>
                </c:pt>
                <c:pt idx="476">
                  <c:v>15.701043811672346</c:v>
                </c:pt>
                <c:pt idx="477">
                  <c:v>15.710182171401541</c:v>
                </c:pt>
                <c:pt idx="478">
                  <c:v>15.735099424073551</c:v>
                </c:pt>
                <c:pt idx="479">
                  <c:v>15.746345853836614</c:v>
                </c:pt>
                <c:pt idx="480">
                  <c:v>15.737929338671769</c:v>
                </c:pt>
                <c:pt idx="481">
                  <c:v>15.767470163769381</c:v>
                </c:pt>
                <c:pt idx="482">
                  <c:v>15.786171581982044</c:v>
                </c:pt>
                <c:pt idx="483">
                  <c:v>15.801033308516587</c:v>
                </c:pt>
                <c:pt idx="484">
                  <c:v>15.84653033129165</c:v>
                </c:pt>
                <c:pt idx="485">
                  <c:v>15.845468482036026</c:v>
                </c:pt>
                <c:pt idx="486">
                  <c:v>15.831069262886624</c:v>
                </c:pt>
                <c:pt idx="487">
                  <c:v>15.86646128072028</c:v>
                </c:pt>
                <c:pt idx="488">
                  <c:v>15.897171170523135</c:v>
                </c:pt>
                <c:pt idx="489">
                  <c:v>15.880875582374058</c:v>
                </c:pt>
                <c:pt idx="490">
                  <c:v>15.85584074076526</c:v>
                </c:pt>
                <c:pt idx="491">
                  <c:v>15.897929049306077</c:v>
                </c:pt>
                <c:pt idx="492">
                  <c:v>15.942148222253875</c:v>
                </c:pt>
                <c:pt idx="493">
                  <c:v>15.94429300897259</c:v>
                </c:pt>
                <c:pt idx="494">
                  <c:v>15.930614405948269</c:v>
                </c:pt>
                <c:pt idx="495">
                  <c:v>15.912027642067466</c:v>
                </c:pt>
                <c:pt idx="496">
                  <c:v>15.933759756452364</c:v>
                </c:pt>
                <c:pt idx="497">
                  <c:v>15.94175375675497</c:v>
                </c:pt>
                <c:pt idx="498">
                  <c:v>15.913558823370844</c:v>
                </c:pt>
                <c:pt idx="499">
                  <c:v>15.92507400834752</c:v>
                </c:pt>
                <c:pt idx="500">
                  <c:v>15.921659697889931</c:v>
                </c:pt>
                <c:pt idx="501">
                  <c:v>15.902173102243891</c:v>
                </c:pt>
                <c:pt idx="502">
                  <c:v>15.909764106219322</c:v>
                </c:pt>
                <c:pt idx="503">
                  <c:v>15.94151625849611</c:v>
                </c:pt>
                <c:pt idx="504">
                  <c:v>15.983796613042793</c:v>
                </c:pt>
                <c:pt idx="505">
                  <c:v>16.004753650494976</c:v>
                </c:pt>
                <c:pt idx="506">
                  <c:v>15.975284211368265</c:v>
                </c:pt>
                <c:pt idx="507">
                  <c:v>15.982188449545172</c:v>
                </c:pt>
                <c:pt idx="508">
                  <c:v>15.995149234556079</c:v>
                </c:pt>
                <c:pt idx="509">
                  <c:v>15.974313744345002</c:v>
                </c:pt>
                <c:pt idx="510">
                  <c:v>15.988908899557963</c:v>
                </c:pt>
                <c:pt idx="511">
                  <c:v>16.017420156054104</c:v>
                </c:pt>
                <c:pt idx="512">
                  <c:v>16.018155103970663</c:v>
                </c:pt>
                <c:pt idx="513">
                  <c:v>16.031871856858984</c:v>
                </c:pt>
                <c:pt idx="514">
                  <c:v>16.101260317269013</c:v>
                </c:pt>
                <c:pt idx="515">
                  <c:v>16.171779283040529</c:v>
                </c:pt>
                <c:pt idx="516">
                  <c:v>16.209382491560113</c:v>
                </c:pt>
                <c:pt idx="517">
                  <c:v>16.237118602876912</c:v>
                </c:pt>
                <c:pt idx="518">
                  <c:v>16.24895884653375</c:v>
                </c:pt>
                <c:pt idx="519">
                  <c:v>16.241615373071205</c:v>
                </c:pt>
                <c:pt idx="520">
                  <c:v>16.258596635072806</c:v>
                </c:pt>
                <c:pt idx="521">
                  <c:v>16.273574858598113</c:v>
                </c:pt>
                <c:pt idx="522">
                  <c:v>16.304360638649204</c:v>
                </c:pt>
                <c:pt idx="523">
                  <c:v>16.368988282668521</c:v>
                </c:pt>
                <c:pt idx="524">
                  <c:v>16.450300861838876</c:v>
                </c:pt>
                <c:pt idx="525">
                  <c:v>16.47517184329838</c:v>
                </c:pt>
                <c:pt idx="526">
                  <c:v>16.458843292028888</c:v>
                </c:pt>
                <c:pt idx="527">
                  <c:v>16.437728604870397</c:v>
                </c:pt>
                <c:pt idx="528">
                  <c:v>16.459965949028376</c:v>
                </c:pt>
                <c:pt idx="529">
                  <c:v>16.498239475909592</c:v>
                </c:pt>
                <c:pt idx="530">
                  <c:v>16.465105192960856</c:v>
                </c:pt>
                <c:pt idx="531">
                  <c:v>16.431049034586646</c:v>
                </c:pt>
                <c:pt idx="532">
                  <c:v>16.447760858908364</c:v>
                </c:pt>
                <c:pt idx="533">
                  <c:v>16.417206025440027</c:v>
                </c:pt>
                <c:pt idx="534">
                  <c:v>16.396737633830782</c:v>
                </c:pt>
                <c:pt idx="535">
                  <c:v>16.398316314785927</c:v>
                </c:pt>
                <c:pt idx="536">
                  <c:v>16.452765111014404</c:v>
                </c:pt>
                <c:pt idx="537">
                  <c:v>16.455043183393908</c:v>
                </c:pt>
                <c:pt idx="538">
                  <c:v>16.405914757643611</c:v>
                </c:pt>
                <c:pt idx="539">
                  <c:v>16.400096869261102</c:v>
                </c:pt>
                <c:pt idx="540">
                  <c:v>16.451839686764369</c:v>
                </c:pt>
                <c:pt idx="541">
                  <c:v>16.523655338431954</c:v>
                </c:pt>
                <c:pt idx="542">
                  <c:v>16.611034633183603</c:v>
                </c:pt>
                <c:pt idx="543">
                  <c:v>16.618052706732858</c:v>
                </c:pt>
                <c:pt idx="544">
                  <c:v>16.659508710282772</c:v>
                </c:pt>
                <c:pt idx="545">
                  <c:v>16.680753612003876</c:v>
                </c:pt>
                <c:pt idx="546">
                  <c:v>16.746744550626342</c:v>
                </c:pt>
                <c:pt idx="547">
                  <c:v>16.826260469117756</c:v>
                </c:pt>
                <c:pt idx="548">
                  <c:v>16.820372013723855</c:v>
                </c:pt>
                <c:pt idx="549">
                  <c:v>16.854688328236794</c:v>
                </c:pt>
                <c:pt idx="550">
                  <c:v>16.859874116368285</c:v>
                </c:pt>
                <c:pt idx="551">
                  <c:v>16.802624751590816</c:v>
                </c:pt>
                <c:pt idx="552">
                  <c:v>16.847622072569507</c:v>
                </c:pt>
                <c:pt idx="553">
                  <c:v>16.941306263627578</c:v>
                </c:pt>
                <c:pt idx="554">
                  <c:v>17.0516367622463</c:v>
                </c:pt>
                <c:pt idx="555">
                  <c:v>17.102637056457503</c:v>
                </c:pt>
                <c:pt idx="556">
                  <c:v>17.091032400153999</c:v>
                </c:pt>
                <c:pt idx="557">
                  <c:v>17.019198594883871</c:v>
                </c:pt>
                <c:pt idx="558">
                  <c:v>16.95651147543132</c:v>
                </c:pt>
                <c:pt idx="559">
                  <c:v>16.84754959465258</c:v>
                </c:pt>
                <c:pt idx="560">
                  <c:v>16.87792534897401</c:v>
                </c:pt>
                <c:pt idx="561">
                  <c:v>16.876821801029831</c:v>
                </c:pt>
                <c:pt idx="562">
                  <c:v>16.929019550542737</c:v>
                </c:pt>
                <c:pt idx="563">
                  <c:v>16.933579653606067</c:v>
                </c:pt>
                <c:pt idx="564">
                  <c:v>16.945205329870412</c:v>
                </c:pt>
                <c:pt idx="565">
                  <c:v>17.00487704039498</c:v>
                </c:pt>
                <c:pt idx="566">
                  <c:v>16.935162565852028</c:v>
                </c:pt>
                <c:pt idx="567">
                  <c:v>16.881257831726892</c:v>
                </c:pt>
                <c:pt idx="568">
                  <c:v>16.953844260789747</c:v>
                </c:pt>
                <c:pt idx="569">
                  <c:v>16.886464093846214</c:v>
                </c:pt>
                <c:pt idx="570">
                  <c:v>16.912318645681196</c:v>
                </c:pt>
                <c:pt idx="571">
                  <c:v>17.034969161738296</c:v>
                </c:pt>
                <c:pt idx="572">
                  <c:v>16.999423588995889</c:v>
                </c:pt>
                <c:pt idx="573">
                  <c:v>16.81681104126676</c:v>
                </c:pt>
                <c:pt idx="574">
                  <c:v>16.69427490655502</c:v>
                </c:pt>
                <c:pt idx="575">
                  <c:v>16.777109385487591</c:v>
                </c:pt>
                <c:pt idx="576">
                  <c:v>16.630972339028226</c:v>
                </c:pt>
                <c:pt idx="577">
                  <c:v>16.473213028635811</c:v>
                </c:pt>
                <c:pt idx="578">
                  <c:v>16.339357372024445</c:v>
                </c:pt>
                <c:pt idx="579">
                  <c:v>16.357380214033711</c:v>
                </c:pt>
                <c:pt idx="580">
                  <c:v>16.606590685877912</c:v>
                </c:pt>
                <c:pt idx="581">
                  <c:v>16.230091111293259</c:v>
                </c:pt>
                <c:pt idx="582">
                  <c:v>15.573129092110356</c:v>
                </c:pt>
                <c:pt idx="583">
                  <c:v>14.619670902484511</c:v>
                </c:pt>
                <c:pt idx="584">
                  <c:v>14.426244676848469</c:v>
                </c:pt>
                <c:pt idx="585">
                  <c:v>15.459056016762464</c:v>
                </c:pt>
                <c:pt idx="586">
                  <c:v>15.269504032659015</c:v>
                </c:pt>
                <c:pt idx="587">
                  <c:v>16.402392412776891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014F-48C8-BF04-9E4E678005A5}"/>
            </c:ext>
          </c:extLst>
        </c:ser>
        <c:ser>
          <c:idx val="15"/>
          <c:order val="15"/>
          <c:tx>
            <c:strRef>
              <c:f>Sheet2!$Q$1</c:f>
              <c:strCache>
                <c:ptCount val="1"/>
                <c:pt idx="0">
                  <c:v>S16_z/O-PTIR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Sheet2!$Q$2:$Q$589</c:f>
              <c:numCache>
                <c:formatCode>General</c:formatCode>
                <c:ptCount val="588"/>
                <c:pt idx="0">
                  <c:v>16.192486373827276</c:v>
                </c:pt>
                <c:pt idx="1">
                  <c:v>16.121030857817093</c:v>
                </c:pt>
                <c:pt idx="2">
                  <c:v>16.095143726524878</c:v>
                </c:pt>
                <c:pt idx="3">
                  <c:v>16.143615774870469</c:v>
                </c:pt>
                <c:pt idx="4">
                  <c:v>16.159725325044551</c:v>
                </c:pt>
                <c:pt idx="5">
                  <c:v>16.269392056550323</c:v>
                </c:pt>
                <c:pt idx="6">
                  <c:v>16.230784086918362</c:v>
                </c:pt>
                <c:pt idx="7">
                  <c:v>16.231635473697331</c:v>
                </c:pt>
                <c:pt idx="8">
                  <c:v>16.274915291764589</c:v>
                </c:pt>
                <c:pt idx="9">
                  <c:v>16.289578510717377</c:v>
                </c:pt>
                <c:pt idx="10">
                  <c:v>16.269802044125122</c:v>
                </c:pt>
                <c:pt idx="11">
                  <c:v>16.243259466319618</c:v>
                </c:pt>
                <c:pt idx="12">
                  <c:v>16.210599002341038</c:v>
                </c:pt>
                <c:pt idx="13">
                  <c:v>16.183347955334156</c:v>
                </c:pt>
                <c:pt idx="14">
                  <c:v>16.218353477093061</c:v>
                </c:pt>
                <c:pt idx="15">
                  <c:v>16.240443038442997</c:v>
                </c:pt>
                <c:pt idx="16">
                  <c:v>16.289412523556944</c:v>
                </c:pt>
                <c:pt idx="17">
                  <c:v>16.279448776063472</c:v>
                </c:pt>
                <c:pt idx="18">
                  <c:v>16.301284162903912</c:v>
                </c:pt>
                <c:pt idx="19">
                  <c:v>16.329557083930737</c:v>
                </c:pt>
                <c:pt idx="20">
                  <c:v>16.350462608279408</c:v>
                </c:pt>
                <c:pt idx="21">
                  <c:v>16.372618301247702</c:v>
                </c:pt>
                <c:pt idx="22">
                  <c:v>16.372779806114476</c:v>
                </c:pt>
                <c:pt idx="23">
                  <c:v>16.373818702178195</c:v>
                </c:pt>
                <c:pt idx="24">
                  <c:v>16.386830551655091</c:v>
                </c:pt>
                <c:pt idx="25">
                  <c:v>16.37936696353206</c:v>
                </c:pt>
                <c:pt idx="26">
                  <c:v>16.369556965825854</c:v>
                </c:pt>
                <c:pt idx="27">
                  <c:v>16.39616976623202</c:v>
                </c:pt>
                <c:pt idx="28">
                  <c:v>16.412960900738966</c:v>
                </c:pt>
                <c:pt idx="29">
                  <c:v>16.448014678302226</c:v>
                </c:pt>
                <c:pt idx="30">
                  <c:v>16.434436174415008</c:v>
                </c:pt>
                <c:pt idx="31">
                  <c:v>16.421313690546999</c:v>
                </c:pt>
                <c:pt idx="32">
                  <c:v>16.428401904362936</c:v>
                </c:pt>
                <c:pt idx="33">
                  <c:v>16.432956270458469</c:v>
                </c:pt>
                <c:pt idx="34">
                  <c:v>16.443487775148796</c:v>
                </c:pt>
                <c:pt idx="35">
                  <c:v>16.453430889861934</c:v>
                </c:pt>
                <c:pt idx="36">
                  <c:v>16.47717907773464</c:v>
                </c:pt>
                <c:pt idx="37">
                  <c:v>16.531494089348762</c:v>
                </c:pt>
                <c:pt idx="38">
                  <c:v>16.563413498562536</c:v>
                </c:pt>
                <c:pt idx="39">
                  <c:v>16.595872419408362</c:v>
                </c:pt>
                <c:pt idx="40">
                  <c:v>16.607184874834438</c:v>
                </c:pt>
                <c:pt idx="41">
                  <c:v>16.692948370238025</c:v>
                </c:pt>
                <c:pt idx="42">
                  <c:v>16.786855268302983</c:v>
                </c:pt>
                <c:pt idx="43">
                  <c:v>16.801415038764013</c:v>
                </c:pt>
                <c:pt idx="44">
                  <c:v>16.815424412022676</c:v>
                </c:pt>
                <c:pt idx="45">
                  <c:v>16.816794001751937</c:v>
                </c:pt>
                <c:pt idx="46">
                  <c:v>16.850764095888639</c:v>
                </c:pt>
                <c:pt idx="47">
                  <c:v>16.886283071500976</c:v>
                </c:pt>
                <c:pt idx="48">
                  <c:v>16.918858531981947</c:v>
                </c:pt>
                <c:pt idx="49">
                  <c:v>17.006902945678014</c:v>
                </c:pt>
                <c:pt idx="50">
                  <c:v>17.041587716637078</c:v>
                </c:pt>
                <c:pt idx="51">
                  <c:v>17.053281949646909</c:v>
                </c:pt>
                <c:pt idx="52">
                  <c:v>17.109420472157701</c:v>
                </c:pt>
                <c:pt idx="53">
                  <c:v>17.138748404161163</c:v>
                </c:pt>
                <c:pt idx="54">
                  <c:v>17.14013265027921</c:v>
                </c:pt>
                <c:pt idx="55">
                  <c:v>17.0752149508826</c:v>
                </c:pt>
                <c:pt idx="56">
                  <c:v>17.070936281420877</c:v>
                </c:pt>
                <c:pt idx="57">
                  <c:v>17.126118794726885</c:v>
                </c:pt>
                <c:pt idx="58">
                  <c:v>17.155446655582832</c:v>
                </c:pt>
                <c:pt idx="59">
                  <c:v>17.188734516165567</c:v>
                </c:pt>
                <c:pt idx="60">
                  <c:v>17.172979538542887</c:v>
                </c:pt>
                <c:pt idx="61">
                  <c:v>17.170400441000776</c:v>
                </c:pt>
                <c:pt idx="62">
                  <c:v>17.172478660013329</c:v>
                </c:pt>
                <c:pt idx="63">
                  <c:v>17.220631869648638</c:v>
                </c:pt>
                <c:pt idx="64">
                  <c:v>17.256470013028533</c:v>
                </c:pt>
                <c:pt idx="65">
                  <c:v>17.270069149696088</c:v>
                </c:pt>
                <c:pt idx="66">
                  <c:v>17.270225389646498</c:v>
                </c:pt>
                <c:pt idx="67">
                  <c:v>17.285060785593821</c:v>
                </c:pt>
                <c:pt idx="68">
                  <c:v>17.279645178788019</c:v>
                </c:pt>
                <c:pt idx="69">
                  <c:v>17.317062512486388</c:v>
                </c:pt>
                <c:pt idx="70">
                  <c:v>17.334984572372111</c:v>
                </c:pt>
                <c:pt idx="71">
                  <c:v>17.360039740157877</c:v>
                </c:pt>
                <c:pt idx="72">
                  <c:v>17.340533936512507</c:v>
                </c:pt>
                <c:pt idx="73">
                  <c:v>17.310415911317179</c:v>
                </c:pt>
                <c:pt idx="74">
                  <c:v>17.309310136586159</c:v>
                </c:pt>
                <c:pt idx="75">
                  <c:v>17.326196430898968</c:v>
                </c:pt>
                <c:pt idx="76">
                  <c:v>17.319430586488917</c:v>
                </c:pt>
                <c:pt idx="77">
                  <c:v>17.312668441749818</c:v>
                </c:pt>
                <c:pt idx="78">
                  <c:v>17.322985258803367</c:v>
                </c:pt>
                <c:pt idx="79">
                  <c:v>17.339662948592217</c:v>
                </c:pt>
                <c:pt idx="80">
                  <c:v>17.333581401014165</c:v>
                </c:pt>
                <c:pt idx="81">
                  <c:v>17.284196912425372</c:v>
                </c:pt>
                <c:pt idx="82">
                  <c:v>17.250603900136205</c:v>
                </c:pt>
                <c:pt idx="83">
                  <c:v>17.214973934395157</c:v>
                </c:pt>
                <c:pt idx="84">
                  <c:v>17.182279942148529</c:v>
                </c:pt>
                <c:pt idx="85">
                  <c:v>17.150397173906732</c:v>
                </c:pt>
                <c:pt idx="86">
                  <c:v>17.167222992828901</c:v>
                </c:pt>
                <c:pt idx="87">
                  <c:v>17.152305065760228</c:v>
                </c:pt>
                <c:pt idx="88">
                  <c:v>17.128411025474797</c:v>
                </c:pt>
                <c:pt idx="89">
                  <c:v>17.100509458920275</c:v>
                </c:pt>
                <c:pt idx="90">
                  <c:v>17.069045891856909</c:v>
                </c:pt>
                <c:pt idx="91">
                  <c:v>17.042183292513631</c:v>
                </c:pt>
                <c:pt idx="92">
                  <c:v>17.010757149044945</c:v>
                </c:pt>
                <c:pt idx="93">
                  <c:v>16.994680086606451</c:v>
                </c:pt>
                <c:pt idx="94">
                  <c:v>16.973093004605236</c:v>
                </c:pt>
                <c:pt idx="95">
                  <c:v>16.956692790138156</c:v>
                </c:pt>
                <c:pt idx="96">
                  <c:v>16.928330970287089</c:v>
                </c:pt>
                <c:pt idx="97">
                  <c:v>16.903989767848493</c:v>
                </c:pt>
                <c:pt idx="98">
                  <c:v>16.852319096050856</c:v>
                </c:pt>
                <c:pt idx="99">
                  <c:v>16.78457719591124</c:v>
                </c:pt>
                <c:pt idx="100">
                  <c:v>16.750358014312603</c:v>
                </c:pt>
                <c:pt idx="101">
                  <c:v>16.750162429784513</c:v>
                </c:pt>
                <c:pt idx="102">
                  <c:v>16.70199072179442</c:v>
                </c:pt>
                <c:pt idx="103">
                  <c:v>16.677653290174298</c:v>
                </c:pt>
                <c:pt idx="104">
                  <c:v>16.679837874726864</c:v>
                </c:pt>
                <c:pt idx="105">
                  <c:v>16.637501970786257</c:v>
                </c:pt>
                <c:pt idx="106">
                  <c:v>16.579240690916397</c:v>
                </c:pt>
                <c:pt idx="107">
                  <c:v>16.545952225579754</c:v>
                </c:pt>
                <c:pt idx="108">
                  <c:v>16.534789215516078</c:v>
                </c:pt>
                <c:pt idx="109">
                  <c:v>16.535885847790983</c:v>
                </c:pt>
                <c:pt idx="110">
                  <c:v>16.512042428964893</c:v>
                </c:pt>
                <c:pt idx="111">
                  <c:v>16.475700205417116</c:v>
                </c:pt>
                <c:pt idx="112">
                  <c:v>16.45777800323636</c:v>
                </c:pt>
                <c:pt idx="113">
                  <c:v>16.439072146714153</c:v>
                </c:pt>
                <c:pt idx="114">
                  <c:v>16.435181302375245</c:v>
                </c:pt>
                <c:pt idx="115">
                  <c:v>16.428813314888103</c:v>
                </c:pt>
                <c:pt idx="116">
                  <c:v>16.42210627390201</c:v>
                </c:pt>
                <c:pt idx="117">
                  <c:v>16.410518797743542</c:v>
                </c:pt>
                <c:pt idx="118">
                  <c:v>16.398292381296059</c:v>
                </c:pt>
                <c:pt idx="119">
                  <c:v>16.390929964944196</c:v>
                </c:pt>
                <c:pt idx="120">
                  <c:v>16.357139874029048</c:v>
                </c:pt>
                <c:pt idx="121">
                  <c:v>16.324766294631548</c:v>
                </c:pt>
                <c:pt idx="122">
                  <c:v>16.301777393075241</c:v>
                </c:pt>
                <c:pt idx="123">
                  <c:v>16.277439676865047</c:v>
                </c:pt>
                <c:pt idx="124">
                  <c:v>16.264469199670103</c:v>
                </c:pt>
                <c:pt idx="125">
                  <c:v>16.244367001951719</c:v>
                </c:pt>
                <c:pt idx="126">
                  <c:v>16.231235820299581</c:v>
                </c:pt>
                <c:pt idx="127">
                  <c:v>16.220561984998689</c:v>
                </c:pt>
                <c:pt idx="128">
                  <c:v>16.223047007734589</c:v>
                </c:pt>
                <c:pt idx="129">
                  <c:v>16.230031986501324</c:v>
                </c:pt>
                <c:pt idx="130">
                  <c:v>16.246026766834785</c:v>
                </c:pt>
                <c:pt idx="131">
                  <c:v>16.243743554034832</c:v>
                </c:pt>
                <c:pt idx="132">
                  <c:v>16.22458130396895</c:v>
                </c:pt>
                <c:pt idx="133">
                  <c:v>16.221394873422874</c:v>
                </c:pt>
                <c:pt idx="134">
                  <c:v>16.232168582052726</c:v>
                </c:pt>
                <c:pt idx="135">
                  <c:v>16.231967536952599</c:v>
                </c:pt>
                <c:pt idx="136">
                  <c:v>16.225158861736467</c:v>
                </c:pt>
                <c:pt idx="137">
                  <c:v>16.223388764839239</c:v>
                </c:pt>
                <c:pt idx="138">
                  <c:v>16.229194348980286</c:v>
                </c:pt>
                <c:pt idx="139">
                  <c:v>16.271856144128936</c:v>
                </c:pt>
                <c:pt idx="140">
                  <c:v>16.310087458798471</c:v>
                </c:pt>
                <c:pt idx="141">
                  <c:v>16.344544415403607</c:v>
                </c:pt>
                <c:pt idx="142">
                  <c:v>16.35443242636374</c:v>
                </c:pt>
                <c:pt idx="143">
                  <c:v>16.364939456307738</c:v>
                </c:pt>
                <c:pt idx="144">
                  <c:v>16.392052139178205</c:v>
                </c:pt>
                <c:pt idx="145">
                  <c:v>16.414598645465087</c:v>
                </c:pt>
                <c:pt idx="146">
                  <c:v>16.458352804037538</c:v>
                </c:pt>
                <c:pt idx="147">
                  <c:v>16.493251942469549</c:v>
                </c:pt>
                <c:pt idx="148">
                  <c:v>16.524001579759499</c:v>
                </c:pt>
                <c:pt idx="149">
                  <c:v>16.542993627174482</c:v>
                </c:pt>
                <c:pt idx="150">
                  <c:v>16.550645578352484</c:v>
                </c:pt>
                <c:pt idx="151">
                  <c:v>16.574285550849702</c:v>
                </c:pt>
                <c:pt idx="152">
                  <c:v>16.617032616299156</c:v>
                </c:pt>
                <c:pt idx="153">
                  <c:v>16.633397043564479</c:v>
                </c:pt>
                <c:pt idx="154">
                  <c:v>16.642514242310234</c:v>
                </c:pt>
                <c:pt idx="155">
                  <c:v>16.660439219244207</c:v>
                </c:pt>
                <c:pt idx="156">
                  <c:v>16.6646265352923</c:v>
                </c:pt>
                <c:pt idx="157">
                  <c:v>16.674905288423499</c:v>
                </c:pt>
                <c:pt idx="158">
                  <c:v>16.690353762536905</c:v>
                </c:pt>
                <c:pt idx="159">
                  <c:v>16.711068860552572</c:v>
                </c:pt>
                <c:pt idx="160">
                  <c:v>16.709877922242022</c:v>
                </c:pt>
                <c:pt idx="161">
                  <c:v>16.724220337034332</c:v>
                </c:pt>
                <c:pt idx="162">
                  <c:v>16.726730421483587</c:v>
                </c:pt>
                <c:pt idx="163">
                  <c:v>16.722398604825624</c:v>
                </c:pt>
                <c:pt idx="164">
                  <c:v>16.728972279788469</c:v>
                </c:pt>
                <c:pt idx="165">
                  <c:v>16.729703462835097</c:v>
                </c:pt>
                <c:pt idx="166">
                  <c:v>16.72562685232564</c:v>
                </c:pt>
                <c:pt idx="167">
                  <c:v>16.712811405573298</c:v>
                </c:pt>
                <c:pt idx="168">
                  <c:v>16.699544100931575</c:v>
                </c:pt>
                <c:pt idx="169">
                  <c:v>16.703488305909286</c:v>
                </c:pt>
                <c:pt idx="170">
                  <c:v>16.697555314349657</c:v>
                </c:pt>
                <c:pt idx="171">
                  <c:v>16.69912923975177</c:v>
                </c:pt>
                <c:pt idx="172">
                  <c:v>16.685181835981631</c:v>
                </c:pt>
                <c:pt idx="173">
                  <c:v>16.657367069399566</c:v>
                </c:pt>
                <c:pt idx="174">
                  <c:v>16.657639137509939</c:v>
                </c:pt>
                <c:pt idx="175">
                  <c:v>16.642482368221987</c:v>
                </c:pt>
                <c:pt idx="176">
                  <c:v>16.64734195717147</c:v>
                </c:pt>
                <c:pt idx="177">
                  <c:v>16.680636861358533</c:v>
                </c:pt>
                <c:pt idx="178">
                  <c:v>16.677348992238088</c:v>
                </c:pt>
                <c:pt idx="179">
                  <c:v>16.670654437641478</c:v>
                </c:pt>
                <c:pt idx="180">
                  <c:v>16.668845583133596</c:v>
                </c:pt>
                <c:pt idx="181">
                  <c:v>16.666360258020745</c:v>
                </c:pt>
                <c:pt idx="182">
                  <c:v>16.664074643992048</c:v>
                </c:pt>
                <c:pt idx="183">
                  <c:v>16.669104417805549</c:v>
                </c:pt>
                <c:pt idx="184">
                  <c:v>16.689136072759435</c:v>
                </c:pt>
                <c:pt idx="185">
                  <c:v>16.707473064972483</c:v>
                </c:pt>
                <c:pt idx="186">
                  <c:v>16.71668510336027</c:v>
                </c:pt>
                <c:pt idx="187">
                  <c:v>16.728903480138172</c:v>
                </c:pt>
                <c:pt idx="188">
                  <c:v>16.730751679223729</c:v>
                </c:pt>
                <c:pt idx="189">
                  <c:v>16.766414586265796</c:v>
                </c:pt>
                <c:pt idx="190">
                  <c:v>16.768983153975185</c:v>
                </c:pt>
                <c:pt idx="191">
                  <c:v>16.76446891508003</c:v>
                </c:pt>
                <c:pt idx="192">
                  <c:v>16.769786622900508</c:v>
                </c:pt>
                <c:pt idx="193">
                  <c:v>16.750617418164701</c:v>
                </c:pt>
                <c:pt idx="194">
                  <c:v>16.742676928225816</c:v>
                </c:pt>
                <c:pt idx="195">
                  <c:v>16.742890086190947</c:v>
                </c:pt>
                <c:pt idx="196">
                  <c:v>16.757549890062855</c:v>
                </c:pt>
                <c:pt idx="197">
                  <c:v>16.777078389766597</c:v>
                </c:pt>
                <c:pt idx="198">
                  <c:v>16.785991110544458</c:v>
                </c:pt>
                <c:pt idx="199">
                  <c:v>16.813983817070056</c:v>
                </c:pt>
                <c:pt idx="200">
                  <c:v>16.865496897114426</c:v>
                </c:pt>
                <c:pt idx="201">
                  <c:v>16.875929613475456</c:v>
                </c:pt>
                <c:pt idx="202">
                  <c:v>16.91612518661994</c:v>
                </c:pt>
                <c:pt idx="203">
                  <c:v>16.946476931413223</c:v>
                </c:pt>
                <c:pt idx="204">
                  <c:v>16.98441321511082</c:v>
                </c:pt>
                <c:pt idx="205">
                  <c:v>17.038124326588736</c:v>
                </c:pt>
                <c:pt idx="206">
                  <c:v>17.090294027080454</c:v>
                </c:pt>
                <c:pt idx="207">
                  <c:v>17.126244298949349</c:v>
                </c:pt>
                <c:pt idx="208">
                  <c:v>17.129461091698907</c:v>
                </c:pt>
                <c:pt idx="209">
                  <c:v>17.123643786004202</c:v>
                </c:pt>
                <c:pt idx="210">
                  <c:v>17.085942573707406</c:v>
                </c:pt>
                <c:pt idx="211">
                  <c:v>17.016737097966715</c:v>
                </c:pt>
                <c:pt idx="212">
                  <c:v>16.983062337178904</c:v>
                </c:pt>
                <c:pt idx="213">
                  <c:v>16.949255597744454</c:v>
                </c:pt>
                <c:pt idx="214">
                  <c:v>16.931516386981031</c:v>
                </c:pt>
                <c:pt idx="215">
                  <c:v>16.930036305155692</c:v>
                </c:pt>
                <c:pt idx="216">
                  <c:v>16.923534916071539</c:v>
                </c:pt>
                <c:pt idx="217">
                  <c:v>16.942826494538998</c:v>
                </c:pt>
                <c:pt idx="218">
                  <c:v>16.95079850282854</c:v>
                </c:pt>
                <c:pt idx="219">
                  <c:v>16.975540621533337</c:v>
                </c:pt>
                <c:pt idx="220">
                  <c:v>17.018484907903805</c:v>
                </c:pt>
                <c:pt idx="221">
                  <c:v>17.013190180731769</c:v>
                </c:pt>
                <c:pt idx="222">
                  <c:v>17.020356799112989</c:v>
                </c:pt>
                <c:pt idx="223">
                  <c:v>17.044591351421499</c:v>
                </c:pt>
                <c:pt idx="224">
                  <c:v>17.093717289928414</c:v>
                </c:pt>
                <c:pt idx="225">
                  <c:v>17.114236091940807</c:v>
                </c:pt>
                <c:pt idx="226">
                  <c:v>17.138659469763159</c:v>
                </c:pt>
                <c:pt idx="227">
                  <c:v>17.170401294770997</c:v>
                </c:pt>
                <c:pt idx="228">
                  <c:v>17.167938096536368</c:v>
                </c:pt>
                <c:pt idx="229">
                  <c:v>17.196762019519461</c:v>
                </c:pt>
                <c:pt idx="230">
                  <c:v>17.189459651673133</c:v>
                </c:pt>
                <c:pt idx="231">
                  <c:v>17.137977378504228</c:v>
                </c:pt>
                <c:pt idx="232">
                  <c:v>17.18819130486256</c:v>
                </c:pt>
                <c:pt idx="233">
                  <c:v>17.186523820473752</c:v>
                </c:pt>
                <c:pt idx="234">
                  <c:v>17.184168126139426</c:v>
                </c:pt>
                <c:pt idx="235">
                  <c:v>17.17893857009425</c:v>
                </c:pt>
                <c:pt idx="236">
                  <c:v>17.16887667459914</c:v>
                </c:pt>
                <c:pt idx="237">
                  <c:v>17.150957531761673</c:v>
                </c:pt>
                <c:pt idx="238">
                  <c:v>17.123987784255679</c:v>
                </c:pt>
                <c:pt idx="239">
                  <c:v>17.083331886667125</c:v>
                </c:pt>
                <c:pt idx="240">
                  <c:v>17.054088549063046</c:v>
                </c:pt>
                <c:pt idx="241">
                  <c:v>17.021714578354192</c:v>
                </c:pt>
                <c:pt idx="242">
                  <c:v>16.965010148482023</c:v>
                </c:pt>
                <c:pt idx="243">
                  <c:v>16.912681362139161</c:v>
                </c:pt>
                <c:pt idx="244">
                  <c:v>16.912780541779814</c:v>
                </c:pt>
                <c:pt idx="245">
                  <c:v>16.915707266096842</c:v>
                </c:pt>
                <c:pt idx="246">
                  <c:v>16.890266265318772</c:v>
                </c:pt>
                <c:pt idx="247">
                  <c:v>16.896962314013273</c:v>
                </c:pt>
                <c:pt idx="248">
                  <c:v>16.897552696120979</c:v>
                </c:pt>
                <c:pt idx="249">
                  <c:v>16.913369429789636</c:v>
                </c:pt>
                <c:pt idx="250">
                  <c:v>16.924805824192774</c:v>
                </c:pt>
                <c:pt idx="251">
                  <c:v>16.983343441024111</c:v>
                </c:pt>
                <c:pt idx="252">
                  <c:v>17.016094351285464</c:v>
                </c:pt>
                <c:pt idx="253">
                  <c:v>17.008985220099117</c:v>
                </c:pt>
                <c:pt idx="254">
                  <c:v>17.03160643128032</c:v>
                </c:pt>
                <c:pt idx="255">
                  <c:v>17.028672378768896</c:v>
                </c:pt>
                <c:pt idx="256">
                  <c:v>17.012690796300099</c:v>
                </c:pt>
                <c:pt idx="257">
                  <c:v>17.008394624548853</c:v>
                </c:pt>
                <c:pt idx="258">
                  <c:v>17.004164904579792</c:v>
                </c:pt>
                <c:pt idx="259">
                  <c:v>17</c:v>
                </c:pt>
                <c:pt idx="260">
                  <c:v>17.00245209922176</c:v>
                </c:pt>
                <c:pt idx="261">
                  <c:v>17.007972648617205</c:v>
                </c:pt>
                <c:pt idx="262">
                  <c:v>16.988281363391359</c:v>
                </c:pt>
                <c:pt idx="263">
                  <c:v>16.942984655472412</c:v>
                </c:pt>
                <c:pt idx="264">
                  <c:v>16.926968851047263</c:v>
                </c:pt>
                <c:pt idx="265">
                  <c:v>16.961577067276526</c:v>
                </c:pt>
                <c:pt idx="266">
                  <c:v>16.959158051650821</c:v>
                </c:pt>
                <c:pt idx="267">
                  <c:v>16.921804039243831</c:v>
                </c:pt>
                <c:pt idx="268">
                  <c:v>16.899652188241532</c:v>
                </c:pt>
                <c:pt idx="269">
                  <c:v>16.886495091105822</c:v>
                </c:pt>
                <c:pt idx="270">
                  <c:v>16.85313209874365</c:v>
                </c:pt>
                <c:pt idx="271">
                  <c:v>16.796508279009831</c:v>
                </c:pt>
                <c:pt idx="272">
                  <c:v>16.760885641463179</c:v>
                </c:pt>
                <c:pt idx="273">
                  <c:v>16.773817414408111</c:v>
                </c:pt>
                <c:pt idx="274">
                  <c:v>16.805278277865781</c:v>
                </c:pt>
                <c:pt idx="275">
                  <c:v>16.826773793010808</c:v>
                </c:pt>
                <c:pt idx="276">
                  <c:v>16.836150253313622</c:v>
                </c:pt>
                <c:pt idx="277">
                  <c:v>16.826392228869612</c:v>
                </c:pt>
                <c:pt idx="278">
                  <c:v>16.868525220087733</c:v>
                </c:pt>
                <c:pt idx="279">
                  <c:v>16.927285528651673</c:v>
                </c:pt>
                <c:pt idx="280">
                  <c:v>16.963997292410038</c:v>
                </c:pt>
                <c:pt idx="281">
                  <c:v>17.04296648439621</c:v>
                </c:pt>
                <c:pt idx="282">
                  <c:v>17.143008717563134</c:v>
                </c:pt>
                <c:pt idx="283">
                  <c:v>17.189497786742997</c:v>
                </c:pt>
                <c:pt idx="284">
                  <c:v>17.224235206865679</c:v>
                </c:pt>
                <c:pt idx="285">
                  <c:v>17.184194806458827</c:v>
                </c:pt>
                <c:pt idx="286">
                  <c:v>17.170516767193366</c:v>
                </c:pt>
                <c:pt idx="287">
                  <c:v>17.431177867088465</c:v>
                </c:pt>
                <c:pt idx="288">
                  <c:v>17.568192335078628</c:v>
                </c:pt>
                <c:pt idx="289">
                  <c:v>17.651908062607539</c:v>
                </c:pt>
                <c:pt idx="290">
                  <c:v>17.690530919857725</c:v>
                </c:pt>
                <c:pt idx="291">
                  <c:v>17.80542348995084</c:v>
                </c:pt>
                <c:pt idx="292">
                  <c:v>17.847580671325215</c:v>
                </c:pt>
                <c:pt idx="293">
                  <c:v>17.935998396050344</c:v>
                </c:pt>
                <c:pt idx="294">
                  <c:v>17.995216467747689</c:v>
                </c:pt>
                <c:pt idx="295">
                  <c:v>18.122189459580525</c:v>
                </c:pt>
                <c:pt idx="296">
                  <c:v>18.182458380124686</c:v>
                </c:pt>
                <c:pt idx="297">
                  <c:v>18.198029014527183</c:v>
                </c:pt>
                <c:pt idx="298">
                  <c:v>18.243040776634924</c:v>
                </c:pt>
                <c:pt idx="299">
                  <c:v>18.366620601020085</c:v>
                </c:pt>
                <c:pt idx="300">
                  <c:v>18.426097649684415</c:v>
                </c:pt>
                <c:pt idx="301">
                  <c:v>18.374650594537123</c:v>
                </c:pt>
                <c:pt idx="302">
                  <c:v>18.433194472350081</c:v>
                </c:pt>
                <c:pt idx="303">
                  <c:v>18.549095487369037</c:v>
                </c:pt>
                <c:pt idx="304">
                  <c:v>18.579574799662815</c:v>
                </c:pt>
                <c:pt idx="305">
                  <c:v>18.659920269244978</c:v>
                </c:pt>
                <c:pt idx="306">
                  <c:v>18.577898564129242</c:v>
                </c:pt>
                <c:pt idx="307">
                  <c:v>18.614893566158369</c:v>
                </c:pt>
                <c:pt idx="308">
                  <c:v>18.673485255103696</c:v>
                </c:pt>
                <c:pt idx="309">
                  <c:v>18.66579363918418</c:v>
                </c:pt>
                <c:pt idx="310">
                  <c:v>18.641429882982251</c:v>
                </c:pt>
                <c:pt idx="311">
                  <c:v>18.603358561294726</c:v>
                </c:pt>
                <c:pt idx="312">
                  <c:v>18.740118321169003</c:v>
                </c:pt>
                <c:pt idx="313">
                  <c:v>18.653417670653013</c:v>
                </c:pt>
                <c:pt idx="314">
                  <c:v>18.559985611125875</c:v>
                </c:pt>
                <c:pt idx="315">
                  <c:v>18.568583361839771</c:v>
                </c:pt>
                <c:pt idx="316">
                  <c:v>18.45410899685983</c:v>
                </c:pt>
                <c:pt idx="317">
                  <c:v>18.522955604517694</c:v>
                </c:pt>
                <c:pt idx="318">
                  <c:v>18.599859241749591</c:v>
                </c:pt>
                <c:pt idx="319">
                  <c:v>18.600850753566057</c:v>
                </c:pt>
                <c:pt idx="320">
                  <c:v>18.608560867840353</c:v>
                </c:pt>
                <c:pt idx="321">
                  <c:v>18.71700932260163</c:v>
                </c:pt>
                <c:pt idx="322">
                  <c:v>18.72140567005879</c:v>
                </c:pt>
                <c:pt idx="323">
                  <c:v>18.745935342273633</c:v>
                </c:pt>
                <c:pt idx="324">
                  <c:v>18.79467623041095</c:v>
                </c:pt>
                <c:pt idx="325">
                  <c:v>18.845143157344729</c:v>
                </c:pt>
                <c:pt idx="326">
                  <c:v>18.891155395856252</c:v>
                </c:pt>
                <c:pt idx="327">
                  <c:v>18.942361403211198</c:v>
                </c:pt>
                <c:pt idx="328">
                  <c:v>18.97634145800048</c:v>
                </c:pt>
                <c:pt idx="329">
                  <c:v>18.993373320135941</c:v>
                </c:pt>
                <c:pt idx="330">
                  <c:v>18.964497672906965</c:v>
                </c:pt>
                <c:pt idx="331">
                  <c:v>18.912122284939549</c:v>
                </c:pt>
                <c:pt idx="332">
                  <c:v>18.953051744736364</c:v>
                </c:pt>
                <c:pt idx="333">
                  <c:v>18.887895131972954</c:v>
                </c:pt>
                <c:pt idx="334">
                  <c:v>18.82605228602668</c:v>
                </c:pt>
                <c:pt idx="335">
                  <c:v>18.82313523777216</c:v>
                </c:pt>
                <c:pt idx="336">
                  <c:v>18.805389623732079</c:v>
                </c:pt>
                <c:pt idx="337">
                  <c:v>18.787063730531901</c:v>
                </c:pt>
                <c:pt idx="338">
                  <c:v>18.685435192294666</c:v>
                </c:pt>
                <c:pt idx="339">
                  <c:v>18.645289778150651</c:v>
                </c:pt>
                <c:pt idx="340">
                  <c:v>18.640922458881004</c:v>
                </c:pt>
                <c:pt idx="341">
                  <c:v>18.683998012422926</c:v>
                </c:pt>
                <c:pt idx="342">
                  <c:v>18.726049041699842</c:v>
                </c:pt>
                <c:pt idx="343">
                  <c:v>18.750545132286</c:v>
                </c:pt>
                <c:pt idx="344">
                  <c:v>18.923490804610132</c:v>
                </c:pt>
                <c:pt idx="345">
                  <c:v>19.017897300549318</c:v>
                </c:pt>
                <c:pt idx="346">
                  <c:v>19.067209645554453</c:v>
                </c:pt>
                <c:pt idx="347">
                  <c:v>19.122831352491559</c:v>
                </c:pt>
                <c:pt idx="348">
                  <c:v>19.083114246408343</c:v>
                </c:pt>
                <c:pt idx="349">
                  <c:v>19.019965985794389</c:v>
                </c:pt>
                <c:pt idx="350">
                  <c:v>19.141809526140463</c:v>
                </c:pt>
                <c:pt idx="351">
                  <c:v>19.374277781540702</c:v>
                </c:pt>
                <c:pt idx="352">
                  <c:v>19.382144704945556</c:v>
                </c:pt>
                <c:pt idx="353">
                  <c:v>19.398709554770207</c:v>
                </c:pt>
                <c:pt idx="354">
                  <c:v>19.38716259712346</c:v>
                </c:pt>
                <c:pt idx="355">
                  <c:v>19.404203281551212</c:v>
                </c:pt>
                <c:pt idx="356">
                  <c:v>19.493695476099262</c:v>
                </c:pt>
                <c:pt idx="357">
                  <c:v>19.477947399785879</c:v>
                </c:pt>
                <c:pt idx="358">
                  <c:v>19.399673176759471</c:v>
                </c:pt>
                <c:pt idx="359">
                  <c:v>19.543762269389543</c:v>
                </c:pt>
                <c:pt idx="360">
                  <c:v>19.526388045395525</c:v>
                </c:pt>
                <c:pt idx="361">
                  <c:v>19.438187320601543</c:v>
                </c:pt>
                <c:pt idx="362">
                  <c:v>19.334346663722112</c:v>
                </c:pt>
                <c:pt idx="363">
                  <c:v>19.22407057150809</c:v>
                </c:pt>
                <c:pt idx="364">
                  <c:v>19.186733776800562</c:v>
                </c:pt>
                <c:pt idx="365">
                  <c:v>19.04180827394412</c:v>
                </c:pt>
                <c:pt idx="366">
                  <c:v>18.891614155054917</c:v>
                </c:pt>
                <c:pt idx="367">
                  <c:v>18.782220292069098</c:v>
                </c:pt>
                <c:pt idx="368">
                  <c:v>18.764486061631963</c:v>
                </c:pt>
                <c:pt idx="369">
                  <c:v>18.652610004024101</c:v>
                </c:pt>
                <c:pt idx="370">
                  <c:v>18.590643076805737</c:v>
                </c:pt>
                <c:pt idx="371">
                  <c:v>18.497790158078402</c:v>
                </c:pt>
                <c:pt idx="372">
                  <c:v>18.445395987166126</c:v>
                </c:pt>
                <c:pt idx="373">
                  <c:v>18.319812933252813</c:v>
                </c:pt>
                <c:pt idx="374">
                  <c:v>18.251608929981167</c:v>
                </c:pt>
                <c:pt idx="375">
                  <c:v>18.158101596379559</c:v>
                </c:pt>
                <c:pt idx="376">
                  <c:v>18.011129748598819</c:v>
                </c:pt>
                <c:pt idx="377">
                  <c:v>17.937711343703416</c:v>
                </c:pt>
                <c:pt idx="378">
                  <c:v>17.798765505178686</c:v>
                </c:pt>
                <c:pt idx="379">
                  <c:v>17.653895355091571</c:v>
                </c:pt>
                <c:pt idx="380">
                  <c:v>17.572516538952129</c:v>
                </c:pt>
                <c:pt idx="381">
                  <c:v>17.374932765595108</c:v>
                </c:pt>
                <c:pt idx="382">
                  <c:v>17.215395412294178</c:v>
                </c:pt>
                <c:pt idx="383">
                  <c:v>16.971459172992631</c:v>
                </c:pt>
                <c:pt idx="384">
                  <c:v>16.846070849837187</c:v>
                </c:pt>
                <c:pt idx="385">
                  <c:v>16.739714132116958</c:v>
                </c:pt>
                <c:pt idx="386">
                  <c:v>16.641242195828706</c:v>
                </c:pt>
                <c:pt idx="387">
                  <c:v>16.576266333335802</c:v>
                </c:pt>
                <c:pt idx="388">
                  <c:v>16.505269291934205</c:v>
                </c:pt>
                <c:pt idx="389">
                  <c:v>16.450161163358686</c:v>
                </c:pt>
                <c:pt idx="390">
                  <c:v>16.405555262269672</c:v>
                </c:pt>
                <c:pt idx="391">
                  <c:v>16.380304438808295</c:v>
                </c:pt>
                <c:pt idx="392">
                  <c:v>16.349352529123525</c:v>
                </c:pt>
                <c:pt idx="393">
                  <c:v>16.33255520478248</c:v>
                </c:pt>
                <c:pt idx="394">
                  <c:v>16.311230123517781</c:v>
                </c:pt>
                <c:pt idx="395">
                  <c:v>16.305168675113681</c:v>
                </c:pt>
                <c:pt idx="396">
                  <c:v>16.292028226497269</c:v>
                </c:pt>
                <c:pt idx="397">
                  <c:v>16.282155494466714</c:v>
                </c:pt>
                <c:pt idx="398">
                  <c:v>16.257724521646775</c:v>
                </c:pt>
                <c:pt idx="399">
                  <c:v>16.230384486881253</c:v>
                </c:pt>
                <c:pt idx="400">
                  <c:v>16.241749804913503</c:v>
                </c:pt>
                <c:pt idx="401">
                  <c:v>16.238965784731516</c:v>
                </c:pt>
                <c:pt idx="402">
                  <c:v>16.227187775518765</c:v>
                </c:pt>
                <c:pt idx="403">
                  <c:v>16.210754797619462</c:v>
                </c:pt>
                <c:pt idx="404">
                  <c:v>16.216539233160663</c:v>
                </c:pt>
                <c:pt idx="405">
                  <c:v>16.201503183424563</c:v>
                </c:pt>
                <c:pt idx="406">
                  <c:v>16.177920715909096</c:v>
                </c:pt>
                <c:pt idx="407">
                  <c:v>16.164689554206724</c:v>
                </c:pt>
                <c:pt idx="408">
                  <c:v>16.155045934972307</c:v>
                </c:pt>
                <c:pt idx="409">
                  <c:v>16.151977538159258</c:v>
                </c:pt>
                <c:pt idx="410">
                  <c:v>16.13535052319039</c:v>
                </c:pt>
                <c:pt idx="411">
                  <c:v>16.135604982289959</c:v>
                </c:pt>
                <c:pt idx="412">
                  <c:v>16.124414500390742</c:v>
                </c:pt>
                <c:pt idx="413">
                  <c:v>16.118973769617504</c:v>
                </c:pt>
                <c:pt idx="414">
                  <c:v>16.122853719492657</c:v>
                </c:pt>
                <c:pt idx="415">
                  <c:v>16.1240634941087</c:v>
                </c:pt>
                <c:pt idx="416">
                  <c:v>16.112529556457833</c:v>
                </c:pt>
                <c:pt idx="417">
                  <c:v>16.102946510441896</c:v>
                </c:pt>
                <c:pt idx="418">
                  <c:v>16.093309890344599</c:v>
                </c:pt>
                <c:pt idx="419">
                  <c:v>16.113292898182777</c:v>
                </c:pt>
                <c:pt idx="420">
                  <c:v>16.104794131453861</c:v>
                </c:pt>
                <c:pt idx="421">
                  <c:v>16.084615885931743</c:v>
                </c:pt>
                <c:pt idx="422">
                  <c:v>16.070473022141677</c:v>
                </c:pt>
                <c:pt idx="423">
                  <c:v>16.067491700997717</c:v>
                </c:pt>
                <c:pt idx="424">
                  <c:v>16.056190949338415</c:v>
                </c:pt>
                <c:pt idx="425">
                  <c:v>16.078229844761807</c:v>
                </c:pt>
                <c:pt idx="426">
                  <c:v>16.07621380868034</c:v>
                </c:pt>
                <c:pt idx="427">
                  <c:v>16.058243866514733</c:v>
                </c:pt>
                <c:pt idx="428">
                  <c:v>16.081033394937599</c:v>
                </c:pt>
                <c:pt idx="429">
                  <c:v>16.065061515211625</c:v>
                </c:pt>
                <c:pt idx="430">
                  <c:v>16.021594668105365</c:v>
                </c:pt>
                <c:pt idx="431">
                  <c:v>16.026447446903319</c:v>
                </c:pt>
                <c:pt idx="432">
                  <c:v>16.037829655801112</c:v>
                </c:pt>
                <c:pt idx="433">
                  <c:v>16.052105978995545</c:v>
                </c:pt>
                <c:pt idx="434">
                  <c:v>16.080016581284902</c:v>
                </c:pt>
                <c:pt idx="435">
                  <c:v>16.158943484964823</c:v>
                </c:pt>
                <c:pt idx="436">
                  <c:v>16.194861473647244</c:v>
                </c:pt>
                <c:pt idx="437">
                  <c:v>16.287087618311208</c:v>
                </c:pt>
                <c:pt idx="438">
                  <c:v>16.210843322919235</c:v>
                </c:pt>
                <c:pt idx="439">
                  <c:v>16.195661207327852</c:v>
                </c:pt>
                <c:pt idx="440">
                  <c:v>16.174319690986405</c:v>
                </c:pt>
                <c:pt idx="441">
                  <c:v>16.19212971131752</c:v>
                </c:pt>
                <c:pt idx="442">
                  <c:v>16.192632137305605</c:v>
                </c:pt>
                <c:pt idx="443">
                  <c:v>16.24906001677374</c:v>
                </c:pt>
                <c:pt idx="444">
                  <c:v>16.283942862424034</c:v>
                </c:pt>
                <c:pt idx="445">
                  <c:v>16.308006820770295</c:v>
                </c:pt>
                <c:pt idx="446">
                  <c:v>16.268809518456521</c:v>
                </c:pt>
                <c:pt idx="447">
                  <c:v>16.237725843567667</c:v>
                </c:pt>
                <c:pt idx="448">
                  <c:v>16.317493951037985</c:v>
                </c:pt>
                <c:pt idx="449">
                  <c:v>16.348523340370296</c:v>
                </c:pt>
                <c:pt idx="450">
                  <c:v>16.338024029932047</c:v>
                </c:pt>
                <c:pt idx="451">
                  <c:v>16.320000122373731</c:v>
                </c:pt>
                <c:pt idx="452">
                  <c:v>16.310124170917966</c:v>
                </c:pt>
                <c:pt idx="453">
                  <c:v>16.328505594756255</c:v>
                </c:pt>
                <c:pt idx="454">
                  <c:v>16.326900115429734</c:v>
                </c:pt>
                <c:pt idx="455">
                  <c:v>16.302305272088034</c:v>
                </c:pt>
                <c:pt idx="456">
                  <c:v>16.307665241534441</c:v>
                </c:pt>
                <c:pt idx="457">
                  <c:v>16.318266186202731</c:v>
                </c:pt>
                <c:pt idx="458">
                  <c:v>16.352590239243494</c:v>
                </c:pt>
                <c:pt idx="459">
                  <c:v>16.349231044735852</c:v>
                </c:pt>
                <c:pt idx="460">
                  <c:v>16.344611898824816</c:v>
                </c:pt>
                <c:pt idx="461">
                  <c:v>16.353992521257457</c:v>
                </c:pt>
                <c:pt idx="462">
                  <c:v>16.345242301411623</c:v>
                </c:pt>
                <c:pt idx="463">
                  <c:v>16.356889150174197</c:v>
                </c:pt>
                <c:pt idx="464">
                  <c:v>16.353255255098006</c:v>
                </c:pt>
                <c:pt idx="465">
                  <c:v>16.353166996601423</c:v>
                </c:pt>
                <c:pt idx="466">
                  <c:v>16.363380898769602</c:v>
                </c:pt>
                <c:pt idx="467">
                  <c:v>16.382225421805177</c:v>
                </c:pt>
                <c:pt idx="468">
                  <c:v>16.386199188576782</c:v>
                </c:pt>
                <c:pt idx="469">
                  <c:v>16.400826193442704</c:v>
                </c:pt>
                <c:pt idx="470">
                  <c:v>16.398968745179758</c:v>
                </c:pt>
                <c:pt idx="471">
                  <c:v>16.404492033754661</c:v>
                </c:pt>
                <c:pt idx="472">
                  <c:v>16.421606782749059</c:v>
                </c:pt>
                <c:pt idx="473">
                  <c:v>16.432812801487607</c:v>
                </c:pt>
                <c:pt idx="474">
                  <c:v>16.428215177700888</c:v>
                </c:pt>
                <c:pt idx="475">
                  <c:v>16.438167470443897</c:v>
                </c:pt>
                <c:pt idx="476">
                  <c:v>16.460070340705546</c:v>
                </c:pt>
                <c:pt idx="477">
                  <c:v>16.464228664139888</c:v>
                </c:pt>
                <c:pt idx="478">
                  <c:v>16.45488258382743</c:v>
                </c:pt>
                <c:pt idx="479">
                  <c:v>16.469687955521987</c:v>
                </c:pt>
                <c:pt idx="480">
                  <c:v>16.49368750757721</c:v>
                </c:pt>
                <c:pt idx="481">
                  <c:v>16.494618366134237</c:v>
                </c:pt>
                <c:pt idx="482">
                  <c:v>16.496689434821189</c:v>
                </c:pt>
                <c:pt idx="483">
                  <c:v>16.513319989379099</c:v>
                </c:pt>
                <c:pt idx="484">
                  <c:v>16.522810143416322</c:v>
                </c:pt>
                <c:pt idx="485">
                  <c:v>16.536047281510243</c:v>
                </c:pt>
                <c:pt idx="486">
                  <c:v>16.532114175545402</c:v>
                </c:pt>
                <c:pt idx="487">
                  <c:v>16.546918017568313</c:v>
                </c:pt>
                <c:pt idx="488">
                  <c:v>16.556301877213041</c:v>
                </c:pt>
                <c:pt idx="489">
                  <c:v>16.565417937598504</c:v>
                </c:pt>
                <c:pt idx="490">
                  <c:v>16.557307974270781</c:v>
                </c:pt>
                <c:pt idx="491">
                  <c:v>16.545814057099012</c:v>
                </c:pt>
                <c:pt idx="492">
                  <c:v>16.547110436031833</c:v>
                </c:pt>
                <c:pt idx="493">
                  <c:v>16.555330215554211</c:v>
                </c:pt>
                <c:pt idx="494">
                  <c:v>16.560095036009184</c:v>
                </c:pt>
                <c:pt idx="495">
                  <c:v>16.553670984277538</c:v>
                </c:pt>
                <c:pt idx="496">
                  <c:v>16.55207002281843</c:v>
                </c:pt>
                <c:pt idx="497">
                  <c:v>16.551566298388138</c:v>
                </c:pt>
                <c:pt idx="498">
                  <c:v>16.560073015852236</c:v>
                </c:pt>
                <c:pt idx="499">
                  <c:v>16.56613723900956</c:v>
                </c:pt>
                <c:pt idx="500">
                  <c:v>16.580833434837125</c:v>
                </c:pt>
                <c:pt idx="501">
                  <c:v>16.586661305938314</c:v>
                </c:pt>
                <c:pt idx="502">
                  <c:v>16.575608040921775</c:v>
                </c:pt>
                <c:pt idx="503">
                  <c:v>16.566469782510573</c:v>
                </c:pt>
                <c:pt idx="504">
                  <c:v>16.570821307031139</c:v>
                </c:pt>
                <c:pt idx="505">
                  <c:v>16.575263509063909</c:v>
                </c:pt>
                <c:pt idx="506">
                  <c:v>16.57878036647233</c:v>
                </c:pt>
                <c:pt idx="507">
                  <c:v>16.585000046957362</c:v>
                </c:pt>
                <c:pt idx="508">
                  <c:v>16.590493489148297</c:v>
                </c:pt>
                <c:pt idx="509">
                  <c:v>16.597814462070687</c:v>
                </c:pt>
                <c:pt idx="510">
                  <c:v>16.611026485090608</c:v>
                </c:pt>
                <c:pt idx="511">
                  <c:v>16.616509824333932</c:v>
                </c:pt>
                <c:pt idx="512">
                  <c:v>16.655025675716441</c:v>
                </c:pt>
                <c:pt idx="513">
                  <c:v>16.661640971977551</c:v>
                </c:pt>
                <c:pt idx="514">
                  <c:v>16.673834447124019</c:v>
                </c:pt>
                <c:pt idx="515">
                  <c:v>16.694145996415301</c:v>
                </c:pt>
                <c:pt idx="516">
                  <c:v>16.714298673297993</c:v>
                </c:pt>
                <c:pt idx="517">
                  <c:v>16.732691160575396</c:v>
                </c:pt>
                <c:pt idx="518">
                  <c:v>16.732032832587613</c:v>
                </c:pt>
                <c:pt idx="519">
                  <c:v>16.749647464046312</c:v>
                </c:pt>
                <c:pt idx="520">
                  <c:v>16.761709458578768</c:v>
                </c:pt>
                <c:pt idx="521">
                  <c:v>16.773226178530184</c:v>
                </c:pt>
                <c:pt idx="522">
                  <c:v>16.792850798531287</c:v>
                </c:pt>
                <c:pt idx="523">
                  <c:v>16.830863423516131</c:v>
                </c:pt>
                <c:pt idx="524">
                  <c:v>16.835960787472114</c:v>
                </c:pt>
                <c:pt idx="525">
                  <c:v>16.856538072744637</c:v>
                </c:pt>
                <c:pt idx="526">
                  <c:v>16.883602161860036</c:v>
                </c:pt>
                <c:pt idx="527">
                  <c:v>16.896038178896735</c:v>
                </c:pt>
                <c:pt idx="528">
                  <c:v>16.868576375153463</c:v>
                </c:pt>
                <c:pt idx="529">
                  <c:v>16.85066249723236</c:v>
                </c:pt>
                <c:pt idx="530">
                  <c:v>16.839010241258389</c:v>
                </c:pt>
                <c:pt idx="531">
                  <c:v>16.828897119550028</c:v>
                </c:pt>
                <c:pt idx="532">
                  <c:v>16.815982493157033</c:v>
                </c:pt>
                <c:pt idx="533">
                  <c:v>16.807658020061325</c:v>
                </c:pt>
                <c:pt idx="534">
                  <c:v>16.814028070826502</c:v>
                </c:pt>
                <c:pt idx="535">
                  <c:v>16.791222943310228</c:v>
                </c:pt>
                <c:pt idx="536">
                  <c:v>16.792497622249936</c:v>
                </c:pt>
                <c:pt idx="537">
                  <c:v>16.793253280042894</c:v>
                </c:pt>
                <c:pt idx="538">
                  <c:v>16.804240733604907</c:v>
                </c:pt>
                <c:pt idx="539">
                  <c:v>16.820794270974144</c:v>
                </c:pt>
                <c:pt idx="540">
                  <c:v>16.833966807121353</c:v>
                </c:pt>
                <c:pt idx="541">
                  <c:v>16.864468602030946</c:v>
                </c:pt>
                <c:pt idx="542">
                  <c:v>16.886162547604805</c:v>
                </c:pt>
                <c:pt idx="543">
                  <c:v>16.886356068854859</c:v>
                </c:pt>
                <c:pt idx="544">
                  <c:v>16.909501850689249</c:v>
                </c:pt>
                <c:pt idx="545">
                  <c:v>16.92788003731545</c:v>
                </c:pt>
                <c:pt idx="546">
                  <c:v>16.945152733800708</c:v>
                </c:pt>
                <c:pt idx="547">
                  <c:v>16.954315964990869</c:v>
                </c:pt>
                <c:pt idx="548">
                  <c:v>16.981162058109877</c:v>
                </c:pt>
                <c:pt idx="549">
                  <c:v>16.980590672389585</c:v>
                </c:pt>
                <c:pt idx="550">
                  <c:v>17.002074519341594</c:v>
                </c:pt>
                <c:pt idx="551">
                  <c:v>17.017061744093191</c:v>
                </c:pt>
                <c:pt idx="552">
                  <c:v>17.037893879776629</c:v>
                </c:pt>
                <c:pt idx="553">
                  <c:v>17.055608402351169</c:v>
                </c:pt>
                <c:pt idx="554">
                  <c:v>17.059125010743276</c:v>
                </c:pt>
                <c:pt idx="555">
                  <c:v>17.083459738757693</c:v>
                </c:pt>
                <c:pt idx="556">
                  <c:v>17.083370519769616</c:v>
                </c:pt>
                <c:pt idx="557">
                  <c:v>17.073226377743236</c:v>
                </c:pt>
                <c:pt idx="558">
                  <c:v>17.067052836423887</c:v>
                </c:pt>
                <c:pt idx="559">
                  <c:v>17.101223139677376</c:v>
                </c:pt>
                <c:pt idx="560">
                  <c:v>17.064520340506331</c:v>
                </c:pt>
                <c:pt idx="561">
                  <c:v>17.048582584908871</c:v>
                </c:pt>
                <c:pt idx="562">
                  <c:v>17.029167778939538</c:v>
                </c:pt>
                <c:pt idx="563">
                  <c:v>17.013938012297704</c:v>
                </c:pt>
                <c:pt idx="564">
                  <c:v>17.00138851496915</c:v>
                </c:pt>
                <c:pt idx="565">
                  <c:v>16.93822872845724</c:v>
                </c:pt>
                <c:pt idx="566">
                  <c:v>16.924775088464823</c:v>
                </c:pt>
                <c:pt idx="567">
                  <c:v>16.961677883310099</c:v>
                </c:pt>
                <c:pt idx="568">
                  <c:v>16.965062299613013</c:v>
                </c:pt>
                <c:pt idx="569">
                  <c:v>17.005901615504012</c:v>
                </c:pt>
                <c:pt idx="570">
                  <c:v>17.02629235198328</c:v>
                </c:pt>
                <c:pt idx="571">
                  <c:v>16.990202844420864</c:v>
                </c:pt>
                <c:pt idx="572">
                  <c:v>16.96724496318258</c:v>
                </c:pt>
                <c:pt idx="573">
                  <c:v>16.930965349450997</c:v>
                </c:pt>
                <c:pt idx="574">
                  <c:v>16.896623224940562</c:v>
                </c:pt>
                <c:pt idx="575">
                  <c:v>16.885728690037581</c:v>
                </c:pt>
                <c:pt idx="576">
                  <c:v>16.854950131281399</c:v>
                </c:pt>
                <c:pt idx="577">
                  <c:v>16.86111919030709</c:v>
                </c:pt>
                <c:pt idx="578">
                  <c:v>16.743268235251261</c:v>
                </c:pt>
                <c:pt idx="579">
                  <c:v>16.684992939320274</c:v>
                </c:pt>
                <c:pt idx="580">
                  <c:v>16.770111909354647</c:v>
                </c:pt>
                <c:pt idx="581">
                  <c:v>16.662534086776066</c:v>
                </c:pt>
                <c:pt idx="582">
                  <c:v>16.612685858662324</c:v>
                </c:pt>
                <c:pt idx="583">
                  <c:v>16.847246989463905</c:v>
                </c:pt>
                <c:pt idx="584">
                  <c:v>16.999333063162489</c:v>
                </c:pt>
                <c:pt idx="585">
                  <c:v>18.27243281255247</c:v>
                </c:pt>
                <c:pt idx="586">
                  <c:v>19.471683572265679</c:v>
                </c:pt>
                <c:pt idx="587">
                  <c:v>18.854635659250057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014F-48C8-BF04-9E4E678005A5}"/>
            </c:ext>
          </c:extLst>
        </c:ser>
        <c:ser>
          <c:idx val="16"/>
          <c:order val="16"/>
          <c:tx>
            <c:strRef>
              <c:f>Sheet2!$R$1</c:f>
              <c:strCache>
                <c:ptCount val="1"/>
                <c:pt idx="0">
                  <c:v>S17_z/O-PTIR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Sheet2!$R$2:$R$589</c:f>
              <c:numCache>
                <c:formatCode>General</c:formatCode>
                <c:ptCount val="588"/>
                <c:pt idx="0">
                  <c:v>17.257729957449747</c:v>
                </c:pt>
                <c:pt idx="1">
                  <c:v>17.185853083925238</c:v>
                </c:pt>
                <c:pt idx="2">
                  <c:v>17.043969243738875</c:v>
                </c:pt>
                <c:pt idx="3">
                  <c:v>17.07378843465699</c:v>
                </c:pt>
                <c:pt idx="4">
                  <c:v>17.254911589302225</c:v>
                </c:pt>
                <c:pt idx="5">
                  <c:v>17.278815858352562</c:v>
                </c:pt>
                <c:pt idx="6">
                  <c:v>17.238111844641562</c:v>
                </c:pt>
                <c:pt idx="7">
                  <c:v>17.245559134119745</c:v>
                </c:pt>
                <c:pt idx="8">
                  <c:v>17.315897969379385</c:v>
                </c:pt>
                <c:pt idx="9">
                  <c:v>17.415114875327973</c:v>
                </c:pt>
                <c:pt idx="10">
                  <c:v>17.569158269079601</c:v>
                </c:pt>
                <c:pt idx="11">
                  <c:v>17.620363750056118</c:v>
                </c:pt>
                <c:pt idx="12">
                  <c:v>17.675423260386303</c:v>
                </c:pt>
                <c:pt idx="13">
                  <c:v>17.63148403098911</c:v>
                </c:pt>
                <c:pt idx="14">
                  <c:v>17.606653594444644</c:v>
                </c:pt>
                <c:pt idx="15">
                  <c:v>17.618335428810724</c:v>
                </c:pt>
                <c:pt idx="16">
                  <c:v>17.660220705479929</c:v>
                </c:pt>
                <c:pt idx="17">
                  <c:v>17.65792676244314</c:v>
                </c:pt>
                <c:pt idx="18">
                  <c:v>17.663195400786304</c:v>
                </c:pt>
                <c:pt idx="19">
                  <c:v>17.68574692479444</c:v>
                </c:pt>
                <c:pt idx="20">
                  <c:v>17.705342417197123</c:v>
                </c:pt>
                <c:pt idx="21">
                  <c:v>17.706965362858679</c:v>
                </c:pt>
                <c:pt idx="22">
                  <c:v>17.728956527910597</c:v>
                </c:pt>
                <c:pt idx="23">
                  <c:v>17.720764059067278</c:v>
                </c:pt>
                <c:pt idx="24">
                  <c:v>17.743855835004524</c:v>
                </c:pt>
                <c:pt idx="25">
                  <c:v>17.768415971389892</c:v>
                </c:pt>
                <c:pt idx="26">
                  <c:v>17.808473598925925</c:v>
                </c:pt>
                <c:pt idx="27">
                  <c:v>17.827815414305793</c:v>
                </c:pt>
                <c:pt idx="28">
                  <c:v>17.826244776776662</c:v>
                </c:pt>
                <c:pt idx="29">
                  <c:v>17.772389199580061</c:v>
                </c:pt>
                <c:pt idx="30">
                  <c:v>17.749389398360918</c:v>
                </c:pt>
                <c:pt idx="31">
                  <c:v>17.790763438934707</c:v>
                </c:pt>
                <c:pt idx="32">
                  <c:v>17.840885828019818</c:v>
                </c:pt>
                <c:pt idx="33">
                  <c:v>17.870463364449126</c:v>
                </c:pt>
                <c:pt idx="34">
                  <c:v>17.885653626197822</c:v>
                </c:pt>
                <c:pt idx="35">
                  <c:v>17.904356645307761</c:v>
                </c:pt>
                <c:pt idx="36">
                  <c:v>17.906703394175672</c:v>
                </c:pt>
                <c:pt idx="37">
                  <c:v>17.91777420385878</c:v>
                </c:pt>
                <c:pt idx="38">
                  <c:v>17.952571803239007</c:v>
                </c:pt>
                <c:pt idx="39">
                  <c:v>17.96828902836176</c:v>
                </c:pt>
                <c:pt idx="40">
                  <c:v>17.971274523729729</c:v>
                </c:pt>
                <c:pt idx="41">
                  <c:v>18.020429436329358</c:v>
                </c:pt>
                <c:pt idx="42">
                  <c:v>18.075708829941235</c:v>
                </c:pt>
                <c:pt idx="43">
                  <c:v>18.121345112335074</c:v>
                </c:pt>
                <c:pt idx="44">
                  <c:v>18.14234859433466</c:v>
                </c:pt>
                <c:pt idx="45">
                  <c:v>18.177468602926929</c:v>
                </c:pt>
                <c:pt idx="46">
                  <c:v>18.232435541300582</c:v>
                </c:pt>
                <c:pt idx="47">
                  <c:v>18.287143278195952</c:v>
                </c:pt>
                <c:pt idx="48">
                  <c:v>18.321544510338647</c:v>
                </c:pt>
                <c:pt idx="49">
                  <c:v>18.335768042149905</c:v>
                </c:pt>
                <c:pt idx="50">
                  <c:v>18.40698305107016</c:v>
                </c:pt>
                <c:pt idx="51">
                  <c:v>18.459660276845895</c:v>
                </c:pt>
                <c:pt idx="52">
                  <c:v>18.461901414051567</c:v>
                </c:pt>
                <c:pt idx="53">
                  <c:v>18.466656626425074</c:v>
                </c:pt>
                <c:pt idx="54">
                  <c:v>18.472004498399851</c:v>
                </c:pt>
                <c:pt idx="55">
                  <c:v>18.479186987289474</c:v>
                </c:pt>
                <c:pt idx="56">
                  <c:v>18.473703442651523</c:v>
                </c:pt>
                <c:pt idx="57">
                  <c:v>18.518002010503633</c:v>
                </c:pt>
                <c:pt idx="58">
                  <c:v>18.490455482892653</c:v>
                </c:pt>
                <c:pt idx="59">
                  <c:v>18.435655472659967</c:v>
                </c:pt>
                <c:pt idx="60">
                  <c:v>18.4568656986958</c:v>
                </c:pt>
                <c:pt idx="61">
                  <c:v>18.50868031310026</c:v>
                </c:pt>
                <c:pt idx="62">
                  <c:v>18.551348121421363</c:v>
                </c:pt>
                <c:pt idx="63">
                  <c:v>18.5857658771606</c:v>
                </c:pt>
                <c:pt idx="64">
                  <c:v>18.607618632206542</c:v>
                </c:pt>
                <c:pt idx="65">
                  <c:v>18.584749178274578</c:v>
                </c:pt>
                <c:pt idx="66">
                  <c:v>18.563246404948163</c:v>
                </c:pt>
                <c:pt idx="67">
                  <c:v>18.609387453354437</c:v>
                </c:pt>
                <c:pt idx="68">
                  <c:v>18.69320359589295</c:v>
                </c:pt>
                <c:pt idx="69">
                  <c:v>18.720070167552258</c:v>
                </c:pt>
                <c:pt idx="70">
                  <c:v>18.745496001040792</c:v>
                </c:pt>
                <c:pt idx="71">
                  <c:v>18.695456976486426</c:v>
                </c:pt>
                <c:pt idx="72">
                  <c:v>18.686324603665113</c:v>
                </c:pt>
                <c:pt idx="73">
                  <c:v>18.718875690693803</c:v>
                </c:pt>
                <c:pt idx="74">
                  <c:v>18.74378411662315</c:v>
                </c:pt>
                <c:pt idx="75">
                  <c:v>18.733587664000432</c:v>
                </c:pt>
                <c:pt idx="76">
                  <c:v>18.681753738886762</c:v>
                </c:pt>
                <c:pt idx="77">
                  <c:v>18.646660705563548</c:v>
                </c:pt>
                <c:pt idx="78">
                  <c:v>18.647771469502171</c:v>
                </c:pt>
                <c:pt idx="79">
                  <c:v>18.62986516645682</c:v>
                </c:pt>
                <c:pt idx="80">
                  <c:v>18.599759969875297</c:v>
                </c:pt>
                <c:pt idx="81">
                  <c:v>18.602784882979595</c:v>
                </c:pt>
                <c:pt idx="82">
                  <c:v>18.649248838296604</c:v>
                </c:pt>
                <c:pt idx="83">
                  <c:v>18.6425783818203</c:v>
                </c:pt>
                <c:pt idx="84">
                  <c:v>18.580857672209472</c:v>
                </c:pt>
                <c:pt idx="85">
                  <c:v>18.575791796313027</c:v>
                </c:pt>
                <c:pt idx="86">
                  <c:v>18.578249631528777</c:v>
                </c:pt>
                <c:pt idx="87">
                  <c:v>18.526122760965571</c:v>
                </c:pt>
                <c:pt idx="88">
                  <c:v>18.443131404697816</c:v>
                </c:pt>
                <c:pt idx="89">
                  <c:v>18.414349987094674</c:v>
                </c:pt>
                <c:pt idx="90">
                  <c:v>18.449810023432651</c:v>
                </c:pt>
                <c:pt idx="91">
                  <c:v>18.455917881308615</c:v>
                </c:pt>
                <c:pt idx="92">
                  <c:v>18.445329142577638</c:v>
                </c:pt>
                <c:pt idx="93">
                  <c:v>18.430211843457041</c:v>
                </c:pt>
                <c:pt idx="94">
                  <c:v>18.378712770022691</c:v>
                </c:pt>
                <c:pt idx="95">
                  <c:v>18.353886464377368</c:v>
                </c:pt>
                <c:pt idx="96">
                  <c:v>18.321591791714294</c:v>
                </c:pt>
                <c:pt idx="97">
                  <c:v>18.309916676280547</c:v>
                </c:pt>
                <c:pt idx="98">
                  <c:v>18.302318907603137</c:v>
                </c:pt>
                <c:pt idx="99">
                  <c:v>18.272834739448268</c:v>
                </c:pt>
                <c:pt idx="100">
                  <c:v>18.240342978103548</c:v>
                </c:pt>
                <c:pt idx="101">
                  <c:v>18.209111588923975</c:v>
                </c:pt>
                <c:pt idx="102">
                  <c:v>18.167569375962486</c:v>
                </c:pt>
                <c:pt idx="103">
                  <c:v>18.153173142705445</c:v>
                </c:pt>
                <c:pt idx="104">
                  <c:v>18.133022517182798</c:v>
                </c:pt>
                <c:pt idx="105">
                  <c:v>18.109284479495262</c:v>
                </c:pt>
                <c:pt idx="106">
                  <c:v>18.098845050371587</c:v>
                </c:pt>
                <c:pt idx="107">
                  <c:v>18.071445443414198</c:v>
                </c:pt>
                <c:pt idx="108">
                  <c:v>18.03057850803669</c:v>
                </c:pt>
                <c:pt idx="109">
                  <c:v>17.993595613243922</c:v>
                </c:pt>
                <c:pt idx="110">
                  <c:v>17.975298417646645</c:v>
                </c:pt>
                <c:pt idx="111">
                  <c:v>17.94680626252272</c:v>
                </c:pt>
                <c:pt idx="112">
                  <c:v>17.92259272350578</c:v>
                </c:pt>
                <c:pt idx="113">
                  <c:v>17.906234860627944</c:v>
                </c:pt>
                <c:pt idx="114">
                  <c:v>17.879762565871669</c:v>
                </c:pt>
                <c:pt idx="115">
                  <c:v>17.852109033042115</c:v>
                </c:pt>
                <c:pt idx="116">
                  <c:v>17.825995927431151</c:v>
                </c:pt>
                <c:pt idx="117">
                  <c:v>17.803090987582518</c:v>
                </c:pt>
                <c:pt idx="118">
                  <c:v>17.780217402751418</c:v>
                </c:pt>
                <c:pt idx="119">
                  <c:v>17.752618318158667</c:v>
                </c:pt>
                <c:pt idx="120">
                  <c:v>17.725534451250862</c:v>
                </c:pt>
                <c:pt idx="121">
                  <c:v>17.694508910249898</c:v>
                </c:pt>
                <c:pt idx="122">
                  <c:v>17.67092998683388</c:v>
                </c:pt>
                <c:pt idx="123">
                  <c:v>17.665967781574778</c:v>
                </c:pt>
                <c:pt idx="124">
                  <c:v>17.611159459773951</c:v>
                </c:pt>
                <c:pt idx="125">
                  <c:v>17.585598252241461</c:v>
                </c:pt>
                <c:pt idx="126">
                  <c:v>17.579224573494621</c:v>
                </c:pt>
                <c:pt idx="127">
                  <c:v>17.561739124462399</c:v>
                </c:pt>
                <c:pt idx="128">
                  <c:v>17.556092434193534</c:v>
                </c:pt>
                <c:pt idx="129">
                  <c:v>17.538180756002319</c:v>
                </c:pt>
                <c:pt idx="130">
                  <c:v>17.550349090838868</c:v>
                </c:pt>
                <c:pt idx="131">
                  <c:v>17.551389928111405</c:v>
                </c:pt>
                <c:pt idx="132">
                  <c:v>17.527421057770972</c:v>
                </c:pt>
                <c:pt idx="133">
                  <c:v>17.504451765481591</c:v>
                </c:pt>
                <c:pt idx="134">
                  <c:v>17.487910251786762</c:v>
                </c:pt>
                <c:pt idx="135">
                  <c:v>17.496001289636848</c:v>
                </c:pt>
                <c:pt idx="136">
                  <c:v>17.521567623465856</c:v>
                </c:pt>
                <c:pt idx="137">
                  <c:v>17.516187799235116</c:v>
                </c:pt>
                <c:pt idx="138">
                  <c:v>17.490165971564085</c:v>
                </c:pt>
                <c:pt idx="139">
                  <c:v>17.450833192401657</c:v>
                </c:pt>
                <c:pt idx="140">
                  <c:v>17.415585250360856</c:v>
                </c:pt>
                <c:pt idx="141">
                  <c:v>17.383817142912886</c:v>
                </c:pt>
                <c:pt idx="142">
                  <c:v>17.395416782340138</c:v>
                </c:pt>
                <c:pt idx="143">
                  <c:v>17.448569260595931</c:v>
                </c:pt>
                <c:pt idx="144">
                  <c:v>17.471942286063474</c:v>
                </c:pt>
                <c:pt idx="145">
                  <c:v>17.509122617926966</c:v>
                </c:pt>
                <c:pt idx="146">
                  <c:v>17.528518085225727</c:v>
                </c:pt>
                <c:pt idx="147">
                  <c:v>17.510560469445331</c:v>
                </c:pt>
                <c:pt idx="148">
                  <c:v>17.516524442629724</c:v>
                </c:pt>
                <c:pt idx="149">
                  <c:v>17.525401595562279</c:v>
                </c:pt>
                <c:pt idx="150">
                  <c:v>17.556278573503977</c:v>
                </c:pt>
                <c:pt idx="151">
                  <c:v>17.595003712334538</c:v>
                </c:pt>
                <c:pt idx="152">
                  <c:v>17.639464032261227</c:v>
                </c:pt>
                <c:pt idx="153">
                  <c:v>17.678098938319106</c:v>
                </c:pt>
                <c:pt idx="154">
                  <c:v>17.657903221295054</c:v>
                </c:pt>
                <c:pt idx="155">
                  <c:v>17.666547600549819</c:v>
                </c:pt>
                <c:pt idx="156">
                  <c:v>17.660890906537261</c:v>
                </c:pt>
                <c:pt idx="157">
                  <c:v>17.663350931627249</c:v>
                </c:pt>
                <c:pt idx="158">
                  <c:v>17.684459527590374</c:v>
                </c:pt>
                <c:pt idx="159">
                  <c:v>17.690190876406582</c:v>
                </c:pt>
                <c:pt idx="160">
                  <c:v>17.712852640674786</c:v>
                </c:pt>
                <c:pt idx="161">
                  <c:v>17.690350986075487</c:v>
                </c:pt>
                <c:pt idx="162">
                  <c:v>17.703974840733931</c:v>
                </c:pt>
                <c:pt idx="163">
                  <c:v>17.70654804250626</c:v>
                </c:pt>
                <c:pt idx="164">
                  <c:v>17.673900601010988</c:v>
                </c:pt>
                <c:pt idx="165">
                  <c:v>17.683103846125899</c:v>
                </c:pt>
                <c:pt idx="166">
                  <c:v>17.680161103075488</c:v>
                </c:pt>
                <c:pt idx="167">
                  <c:v>17.704288988147706</c:v>
                </c:pt>
                <c:pt idx="168">
                  <c:v>17.703960208392413</c:v>
                </c:pt>
                <c:pt idx="169">
                  <c:v>17.65261293305883</c:v>
                </c:pt>
                <c:pt idx="170">
                  <c:v>17.659464103929839</c:v>
                </c:pt>
                <c:pt idx="171">
                  <c:v>17.686054602125235</c:v>
                </c:pt>
                <c:pt idx="172">
                  <c:v>17.701288312969659</c:v>
                </c:pt>
                <c:pt idx="173">
                  <c:v>17.676239685319054</c:v>
                </c:pt>
                <c:pt idx="174">
                  <c:v>17.665683794701678</c:v>
                </c:pt>
                <c:pt idx="175">
                  <c:v>17.655964734663392</c:v>
                </c:pt>
                <c:pt idx="176">
                  <c:v>17.67084114761753</c:v>
                </c:pt>
                <c:pt idx="177">
                  <c:v>17.71250464975002</c:v>
                </c:pt>
                <c:pt idx="178">
                  <c:v>17.749436679736569</c:v>
                </c:pt>
                <c:pt idx="179">
                  <c:v>17.749236953251859</c:v>
                </c:pt>
                <c:pt idx="180">
                  <c:v>17.750439841218192</c:v>
                </c:pt>
                <c:pt idx="181">
                  <c:v>17.719439135381908</c:v>
                </c:pt>
                <c:pt idx="182">
                  <c:v>17.722117699967121</c:v>
                </c:pt>
                <c:pt idx="183">
                  <c:v>17.762421588815478</c:v>
                </c:pt>
                <c:pt idx="184">
                  <c:v>17.763525235662819</c:v>
                </c:pt>
                <c:pt idx="185">
                  <c:v>17.768389593359267</c:v>
                </c:pt>
                <c:pt idx="186">
                  <c:v>17.774597936600951</c:v>
                </c:pt>
                <c:pt idx="187">
                  <c:v>17.787646152953361</c:v>
                </c:pt>
                <c:pt idx="188">
                  <c:v>17.762169753277821</c:v>
                </c:pt>
                <c:pt idx="189">
                  <c:v>17.780523786065615</c:v>
                </c:pt>
                <c:pt idx="190">
                  <c:v>17.808917048459627</c:v>
                </c:pt>
                <c:pt idx="191">
                  <c:v>17.841592460621335</c:v>
                </c:pt>
                <c:pt idx="192">
                  <c:v>17.86262510776421</c:v>
                </c:pt>
                <c:pt idx="193">
                  <c:v>17.882187453434067</c:v>
                </c:pt>
                <c:pt idx="194">
                  <c:v>17.877384760605437</c:v>
                </c:pt>
                <c:pt idx="195">
                  <c:v>17.858568564813162</c:v>
                </c:pt>
                <c:pt idx="196">
                  <c:v>17.857805592719824</c:v>
                </c:pt>
                <c:pt idx="197">
                  <c:v>17.850309155495903</c:v>
                </c:pt>
                <c:pt idx="198">
                  <c:v>17.85174790287191</c:v>
                </c:pt>
                <c:pt idx="199">
                  <c:v>17.885082566719746</c:v>
                </c:pt>
                <c:pt idx="200">
                  <c:v>17.900696370054508</c:v>
                </c:pt>
                <c:pt idx="201">
                  <c:v>17.940443184757999</c:v>
                </c:pt>
                <c:pt idx="202">
                  <c:v>18.025695685718809</c:v>
                </c:pt>
                <c:pt idx="203">
                  <c:v>18.097583583269323</c:v>
                </c:pt>
                <c:pt idx="204">
                  <c:v>18.147714781621261</c:v>
                </c:pt>
                <c:pt idx="205">
                  <c:v>18.196919762709211</c:v>
                </c:pt>
                <c:pt idx="206">
                  <c:v>18.22794062534248</c:v>
                </c:pt>
                <c:pt idx="207">
                  <c:v>18.221768166176417</c:v>
                </c:pt>
                <c:pt idx="208">
                  <c:v>18.222288261308538</c:v>
                </c:pt>
                <c:pt idx="209">
                  <c:v>18.21375083750247</c:v>
                </c:pt>
                <c:pt idx="210">
                  <c:v>18.212458811700579</c:v>
                </c:pt>
                <c:pt idx="211">
                  <c:v>18.149945467154428</c:v>
                </c:pt>
                <c:pt idx="212">
                  <c:v>18.096780695740964</c:v>
                </c:pt>
                <c:pt idx="213">
                  <c:v>18.053339463654009</c:v>
                </c:pt>
                <c:pt idx="214">
                  <c:v>18.055866279908333</c:v>
                </c:pt>
                <c:pt idx="215">
                  <c:v>18.076977065745698</c:v>
                </c:pt>
                <c:pt idx="216">
                  <c:v>18.094284239106795</c:v>
                </c:pt>
                <c:pt idx="217">
                  <c:v>18.115174843043253</c:v>
                </c:pt>
                <c:pt idx="218">
                  <c:v>18.158354086539251</c:v>
                </c:pt>
                <c:pt idx="219">
                  <c:v>18.1946139246737</c:v>
                </c:pt>
                <c:pt idx="220">
                  <c:v>18.197677359656684</c:v>
                </c:pt>
                <c:pt idx="221">
                  <c:v>18.196948330614074</c:v>
                </c:pt>
                <c:pt idx="222">
                  <c:v>18.231581092187835</c:v>
                </c:pt>
                <c:pt idx="223">
                  <c:v>18.255219490597426</c:v>
                </c:pt>
                <c:pt idx="224">
                  <c:v>18.254459703775712</c:v>
                </c:pt>
                <c:pt idx="225">
                  <c:v>18.267824904424433</c:v>
                </c:pt>
                <c:pt idx="226">
                  <c:v>18.315899014546638</c:v>
                </c:pt>
                <c:pt idx="227">
                  <c:v>18.370196946339817</c:v>
                </c:pt>
                <c:pt idx="228">
                  <c:v>18.347709227303874</c:v>
                </c:pt>
                <c:pt idx="229">
                  <c:v>18.3258491063173</c:v>
                </c:pt>
                <c:pt idx="230">
                  <c:v>18.353751986191053</c:v>
                </c:pt>
                <c:pt idx="231">
                  <c:v>18.372318237700696</c:v>
                </c:pt>
                <c:pt idx="232">
                  <c:v>18.401301820512135</c:v>
                </c:pt>
                <c:pt idx="233">
                  <c:v>18.394022877616191</c:v>
                </c:pt>
                <c:pt idx="234">
                  <c:v>18.366396519135172</c:v>
                </c:pt>
                <c:pt idx="235">
                  <c:v>18.338091200099861</c:v>
                </c:pt>
                <c:pt idx="236">
                  <c:v>18.280289170902666</c:v>
                </c:pt>
                <c:pt idx="237">
                  <c:v>18.264127401309089</c:v>
                </c:pt>
                <c:pt idx="238">
                  <c:v>18.282388165362182</c:v>
                </c:pt>
                <c:pt idx="239">
                  <c:v>18.265136933333959</c:v>
                </c:pt>
                <c:pt idx="240">
                  <c:v>18.26393379651828</c:v>
                </c:pt>
                <c:pt idx="241">
                  <c:v>18.217246573568477</c:v>
                </c:pt>
                <c:pt idx="242">
                  <c:v>18.160934753791942</c:v>
                </c:pt>
                <c:pt idx="243">
                  <c:v>18.103090022047059</c:v>
                </c:pt>
                <c:pt idx="244">
                  <c:v>18.092143139338017</c:v>
                </c:pt>
                <c:pt idx="245">
                  <c:v>18.112556649309262</c:v>
                </c:pt>
                <c:pt idx="246">
                  <c:v>18.141583233287601</c:v>
                </c:pt>
                <c:pt idx="247">
                  <c:v>18.118892751804932</c:v>
                </c:pt>
                <c:pt idx="248">
                  <c:v>18.068667986099076</c:v>
                </c:pt>
                <c:pt idx="249">
                  <c:v>18.091773448750324</c:v>
                </c:pt>
                <c:pt idx="250">
                  <c:v>18.097602993518272</c:v>
                </c:pt>
                <c:pt idx="251">
                  <c:v>18.107110631152615</c:v>
                </c:pt>
                <c:pt idx="252">
                  <c:v>18.148142503876329</c:v>
                </c:pt>
                <c:pt idx="253">
                  <c:v>18.186498648897363</c:v>
                </c:pt>
                <c:pt idx="254">
                  <c:v>18.194275290484331</c:v>
                </c:pt>
                <c:pt idx="255">
                  <c:v>18.219330836146742</c:v>
                </c:pt>
                <c:pt idx="256">
                  <c:v>18.215902886642453</c:v>
                </c:pt>
                <c:pt idx="257">
                  <c:v>18.142814141690238</c:v>
                </c:pt>
                <c:pt idx="258">
                  <c:v>18.070855272306385</c:v>
                </c:pt>
                <c:pt idx="259">
                  <c:v>18</c:v>
                </c:pt>
                <c:pt idx="260">
                  <c:v>18.019261735660482</c:v>
                </c:pt>
                <c:pt idx="261">
                  <c:v>17.955120717315207</c:v>
                </c:pt>
                <c:pt idx="262">
                  <c:v>18.01284590183451</c:v>
                </c:pt>
                <c:pt idx="263">
                  <c:v>18.033942055330357</c:v>
                </c:pt>
                <c:pt idx="264">
                  <c:v>17.990363358864943</c:v>
                </c:pt>
                <c:pt idx="265">
                  <c:v>17.982395899599844</c:v>
                </c:pt>
                <c:pt idx="266">
                  <c:v>17.996010546832501</c:v>
                </c:pt>
                <c:pt idx="267">
                  <c:v>17.969484002918904</c:v>
                </c:pt>
                <c:pt idx="268">
                  <c:v>17.926444015516651</c:v>
                </c:pt>
                <c:pt idx="269">
                  <c:v>17.908620330454017</c:v>
                </c:pt>
                <c:pt idx="270">
                  <c:v>17.877714734837586</c:v>
                </c:pt>
                <c:pt idx="271">
                  <c:v>17.93847389057736</c:v>
                </c:pt>
                <c:pt idx="272">
                  <c:v>17.900479273885484</c:v>
                </c:pt>
                <c:pt idx="273">
                  <c:v>17.852435224764214</c:v>
                </c:pt>
                <c:pt idx="274">
                  <c:v>17.851904877039061</c:v>
                </c:pt>
                <c:pt idx="275">
                  <c:v>17.869857266983196</c:v>
                </c:pt>
                <c:pt idx="276">
                  <c:v>17.901430276544286</c:v>
                </c:pt>
                <c:pt idx="277">
                  <c:v>17.943894526100767</c:v>
                </c:pt>
                <c:pt idx="278">
                  <c:v>18.028113505959794</c:v>
                </c:pt>
                <c:pt idx="279">
                  <c:v>18.080383813285746</c:v>
                </c:pt>
                <c:pt idx="280">
                  <c:v>18.078701989869042</c:v>
                </c:pt>
                <c:pt idx="281">
                  <c:v>18.197013927301551</c:v>
                </c:pt>
                <c:pt idx="282">
                  <c:v>18.30195668249581</c:v>
                </c:pt>
                <c:pt idx="283">
                  <c:v>18.405822716341909</c:v>
                </c:pt>
                <c:pt idx="284">
                  <c:v>18.398269740546688</c:v>
                </c:pt>
                <c:pt idx="285">
                  <c:v>18.253401994517553</c:v>
                </c:pt>
                <c:pt idx="286">
                  <c:v>18.365957150730736</c:v>
                </c:pt>
                <c:pt idx="287">
                  <c:v>18.694629004944041</c:v>
                </c:pt>
                <c:pt idx="288">
                  <c:v>18.773663955237378</c:v>
                </c:pt>
                <c:pt idx="289">
                  <c:v>18.928216121475909</c:v>
                </c:pt>
                <c:pt idx="290">
                  <c:v>18.956065747589722</c:v>
                </c:pt>
                <c:pt idx="291">
                  <c:v>19.103717819175916</c:v>
                </c:pt>
                <c:pt idx="292">
                  <c:v>18.998530793464106</c:v>
                </c:pt>
                <c:pt idx="293">
                  <c:v>18.945775926692569</c:v>
                </c:pt>
                <c:pt idx="294">
                  <c:v>19.011982593685062</c:v>
                </c:pt>
                <c:pt idx="295">
                  <c:v>19.135516186704301</c:v>
                </c:pt>
                <c:pt idx="296">
                  <c:v>19.3630321755236</c:v>
                </c:pt>
                <c:pt idx="297">
                  <c:v>19.337380187749865</c:v>
                </c:pt>
                <c:pt idx="298">
                  <c:v>19.280011853192029</c:v>
                </c:pt>
                <c:pt idx="299">
                  <c:v>19.426764483703803</c:v>
                </c:pt>
                <c:pt idx="300">
                  <c:v>19.529267121755716</c:v>
                </c:pt>
                <c:pt idx="301">
                  <c:v>19.536332054214522</c:v>
                </c:pt>
                <c:pt idx="302">
                  <c:v>19.550210879912377</c:v>
                </c:pt>
                <c:pt idx="303">
                  <c:v>19.615704842379323</c:v>
                </c:pt>
                <c:pt idx="304">
                  <c:v>19.701204102351142</c:v>
                </c:pt>
                <c:pt idx="305">
                  <c:v>19.659258255751233</c:v>
                </c:pt>
                <c:pt idx="306">
                  <c:v>19.514135090753864</c:v>
                </c:pt>
                <c:pt idx="307">
                  <c:v>19.492630923871115</c:v>
                </c:pt>
                <c:pt idx="308">
                  <c:v>19.691991500500837</c:v>
                </c:pt>
                <c:pt idx="309">
                  <c:v>19.66138183652609</c:v>
                </c:pt>
                <c:pt idx="310">
                  <c:v>19.632372572462195</c:v>
                </c:pt>
                <c:pt idx="311">
                  <c:v>19.536803872573611</c:v>
                </c:pt>
                <c:pt idx="312">
                  <c:v>19.541265442719414</c:v>
                </c:pt>
                <c:pt idx="313">
                  <c:v>19.576882552764275</c:v>
                </c:pt>
                <c:pt idx="314">
                  <c:v>19.489137477219089</c:v>
                </c:pt>
                <c:pt idx="315">
                  <c:v>19.444269940223403</c:v>
                </c:pt>
                <c:pt idx="316">
                  <c:v>19.390302281281585</c:v>
                </c:pt>
                <c:pt idx="317">
                  <c:v>19.519920539417786</c:v>
                </c:pt>
                <c:pt idx="318">
                  <c:v>19.594978678090381</c:v>
                </c:pt>
                <c:pt idx="319">
                  <c:v>19.511225942365101</c:v>
                </c:pt>
                <c:pt idx="320">
                  <c:v>19.470175157091127</c:v>
                </c:pt>
                <c:pt idx="321">
                  <c:v>19.569156079205364</c:v>
                </c:pt>
                <c:pt idx="322">
                  <c:v>19.626617383878688</c:v>
                </c:pt>
                <c:pt idx="323">
                  <c:v>19.714728168422038</c:v>
                </c:pt>
                <c:pt idx="324">
                  <c:v>19.692475064549033</c:v>
                </c:pt>
                <c:pt idx="325">
                  <c:v>19.745869175519317</c:v>
                </c:pt>
                <c:pt idx="326">
                  <c:v>19.635491550619093</c:v>
                </c:pt>
                <c:pt idx="327">
                  <c:v>19.623213722070521</c:v>
                </c:pt>
                <c:pt idx="328">
                  <c:v>19.765951516781556</c:v>
                </c:pt>
                <c:pt idx="329">
                  <c:v>19.829119633725618</c:v>
                </c:pt>
                <c:pt idx="330">
                  <c:v>19.90370754667493</c:v>
                </c:pt>
                <c:pt idx="331">
                  <c:v>19.814563340569542</c:v>
                </c:pt>
                <c:pt idx="332">
                  <c:v>19.786588095306115</c:v>
                </c:pt>
                <c:pt idx="333">
                  <c:v>19.875783663916419</c:v>
                </c:pt>
                <c:pt idx="334">
                  <c:v>19.940752852883556</c:v>
                </c:pt>
                <c:pt idx="335">
                  <c:v>19.844681875475992</c:v>
                </c:pt>
                <c:pt idx="336">
                  <c:v>19.769307001356431</c:v>
                </c:pt>
                <c:pt idx="337">
                  <c:v>19.766179661861521</c:v>
                </c:pt>
                <c:pt idx="338">
                  <c:v>19.771480152920912</c:v>
                </c:pt>
                <c:pt idx="339">
                  <c:v>19.591397636468734</c:v>
                </c:pt>
                <c:pt idx="340">
                  <c:v>19.457157947367168</c:v>
                </c:pt>
                <c:pt idx="341">
                  <c:v>19.457728310067083</c:v>
                </c:pt>
                <c:pt idx="342">
                  <c:v>19.526395201229036</c:v>
                </c:pt>
                <c:pt idx="343">
                  <c:v>19.544274927164285</c:v>
                </c:pt>
                <c:pt idx="344">
                  <c:v>19.746327257394537</c:v>
                </c:pt>
                <c:pt idx="345">
                  <c:v>19.911362948860766</c:v>
                </c:pt>
                <c:pt idx="346">
                  <c:v>20.066338756225093</c:v>
                </c:pt>
                <c:pt idx="347">
                  <c:v>20.157328628156272</c:v>
                </c:pt>
                <c:pt idx="348">
                  <c:v>20.209584601759925</c:v>
                </c:pt>
                <c:pt idx="349">
                  <c:v>20.143152178641184</c:v>
                </c:pt>
                <c:pt idx="350">
                  <c:v>20.238193716076239</c:v>
                </c:pt>
                <c:pt idx="351">
                  <c:v>20.341486500570017</c:v>
                </c:pt>
                <c:pt idx="352">
                  <c:v>20.336089655044045</c:v>
                </c:pt>
                <c:pt idx="353">
                  <c:v>20.216144270507606</c:v>
                </c:pt>
                <c:pt idx="354">
                  <c:v>20.052614615280408</c:v>
                </c:pt>
                <c:pt idx="355">
                  <c:v>20.060746414653284</c:v>
                </c:pt>
                <c:pt idx="356">
                  <c:v>20.212178408258058</c:v>
                </c:pt>
                <c:pt idx="357">
                  <c:v>20.272047380119069</c:v>
                </c:pt>
                <c:pt idx="358">
                  <c:v>20.232653135168299</c:v>
                </c:pt>
                <c:pt idx="359">
                  <c:v>20.55246097569449</c:v>
                </c:pt>
                <c:pt idx="360">
                  <c:v>20.449615323704727</c:v>
                </c:pt>
                <c:pt idx="361">
                  <c:v>20.371446369133764</c:v>
                </c:pt>
                <c:pt idx="362">
                  <c:v>20.250729949785192</c:v>
                </c:pt>
                <c:pt idx="363">
                  <c:v>20.1766186331024</c:v>
                </c:pt>
                <c:pt idx="364">
                  <c:v>20.1042221870294</c:v>
                </c:pt>
                <c:pt idx="365">
                  <c:v>19.921312343853259</c:v>
                </c:pt>
                <c:pt idx="366">
                  <c:v>19.791755800354743</c:v>
                </c:pt>
                <c:pt idx="367">
                  <c:v>19.850634949059046</c:v>
                </c:pt>
                <c:pt idx="368">
                  <c:v>19.848392716916251</c:v>
                </c:pt>
                <c:pt idx="369">
                  <c:v>19.704156052827333</c:v>
                </c:pt>
                <c:pt idx="370">
                  <c:v>19.64481623421462</c:v>
                </c:pt>
                <c:pt idx="371">
                  <c:v>19.565034138646315</c:v>
                </c:pt>
                <c:pt idx="372">
                  <c:v>19.480859951669476</c:v>
                </c:pt>
                <c:pt idx="373">
                  <c:v>19.288750048650048</c:v>
                </c:pt>
                <c:pt idx="374">
                  <c:v>19.169853215715854</c:v>
                </c:pt>
                <c:pt idx="375">
                  <c:v>19.09544108994421</c:v>
                </c:pt>
                <c:pt idx="376">
                  <c:v>19.072397441470386</c:v>
                </c:pt>
                <c:pt idx="377">
                  <c:v>19.043242053070809</c:v>
                </c:pt>
                <c:pt idx="378">
                  <c:v>18.995717999541917</c:v>
                </c:pt>
                <c:pt idx="379">
                  <c:v>18.836983372583514</c:v>
                </c:pt>
                <c:pt idx="380">
                  <c:v>18.689709950161451</c:v>
                </c:pt>
                <c:pt idx="381">
                  <c:v>18.465380825600505</c:v>
                </c:pt>
                <c:pt idx="382">
                  <c:v>18.280789059467928</c:v>
                </c:pt>
                <c:pt idx="383">
                  <c:v>18.039317300733142</c:v>
                </c:pt>
                <c:pt idx="384">
                  <c:v>17.87636955481549</c:v>
                </c:pt>
                <c:pt idx="385">
                  <c:v>17.764565674776399</c:v>
                </c:pt>
                <c:pt idx="386">
                  <c:v>17.668579156836703</c:v>
                </c:pt>
                <c:pt idx="387">
                  <c:v>17.584305778510743</c:v>
                </c:pt>
                <c:pt idx="388">
                  <c:v>17.516689280436193</c:v>
                </c:pt>
                <c:pt idx="389">
                  <c:v>17.465294673957089</c:v>
                </c:pt>
                <c:pt idx="390">
                  <c:v>17.40512088653276</c:v>
                </c:pt>
                <c:pt idx="391">
                  <c:v>17.342345379201113</c:v>
                </c:pt>
                <c:pt idx="392">
                  <c:v>17.335014277482351</c:v>
                </c:pt>
                <c:pt idx="393">
                  <c:v>17.324474611842302</c:v>
                </c:pt>
                <c:pt idx="394">
                  <c:v>17.304948722601562</c:v>
                </c:pt>
                <c:pt idx="395">
                  <c:v>17.299039147884098</c:v>
                </c:pt>
                <c:pt idx="396">
                  <c:v>17.291880772496057</c:v>
                </c:pt>
                <c:pt idx="397">
                  <c:v>17.292814704089761</c:v>
                </c:pt>
                <c:pt idx="398">
                  <c:v>17.284706669829376</c:v>
                </c:pt>
                <c:pt idx="399">
                  <c:v>17.262457547545903</c:v>
                </c:pt>
                <c:pt idx="400">
                  <c:v>17.252348366388656</c:v>
                </c:pt>
                <c:pt idx="401">
                  <c:v>17.244632070767977</c:v>
                </c:pt>
                <c:pt idx="402">
                  <c:v>17.221331410690109</c:v>
                </c:pt>
                <c:pt idx="403">
                  <c:v>17.206685432229911</c:v>
                </c:pt>
                <c:pt idx="404">
                  <c:v>17.171098582265461</c:v>
                </c:pt>
                <c:pt idx="405">
                  <c:v>17.176705381984242</c:v>
                </c:pt>
                <c:pt idx="406">
                  <c:v>17.182513898982496</c:v>
                </c:pt>
                <c:pt idx="407">
                  <c:v>17.179817243049861</c:v>
                </c:pt>
                <c:pt idx="408">
                  <c:v>17.168881571003837</c:v>
                </c:pt>
                <c:pt idx="409">
                  <c:v>17.156509739614993</c:v>
                </c:pt>
                <c:pt idx="410">
                  <c:v>17.162065015076788</c:v>
                </c:pt>
                <c:pt idx="411">
                  <c:v>17.151711563401985</c:v>
                </c:pt>
                <c:pt idx="412">
                  <c:v>17.13294231303874</c:v>
                </c:pt>
                <c:pt idx="413">
                  <c:v>17.100306113312655</c:v>
                </c:pt>
                <c:pt idx="414">
                  <c:v>17.112513747682094</c:v>
                </c:pt>
                <c:pt idx="415">
                  <c:v>17.125073958025485</c:v>
                </c:pt>
                <c:pt idx="416">
                  <c:v>17.113302363700484</c:v>
                </c:pt>
                <c:pt idx="417">
                  <c:v>17.086240078252171</c:v>
                </c:pt>
                <c:pt idx="418">
                  <c:v>17.040160256116742</c:v>
                </c:pt>
                <c:pt idx="419">
                  <c:v>17.065473637696655</c:v>
                </c:pt>
                <c:pt idx="420">
                  <c:v>17.093148310278107</c:v>
                </c:pt>
                <c:pt idx="421">
                  <c:v>17.105333485994112</c:v>
                </c:pt>
                <c:pt idx="422">
                  <c:v>17.062957577955292</c:v>
                </c:pt>
                <c:pt idx="423">
                  <c:v>17.073269334922252</c:v>
                </c:pt>
                <c:pt idx="424">
                  <c:v>17.091643648931704</c:v>
                </c:pt>
                <c:pt idx="425">
                  <c:v>17.076419251274032</c:v>
                </c:pt>
                <c:pt idx="426">
                  <c:v>17.067871469113964</c:v>
                </c:pt>
                <c:pt idx="427">
                  <c:v>17.019697354216341</c:v>
                </c:pt>
                <c:pt idx="428">
                  <c:v>17.006742228515815</c:v>
                </c:pt>
                <c:pt idx="429">
                  <c:v>17.033663241413031</c:v>
                </c:pt>
                <c:pt idx="430">
                  <c:v>17.047737961315672</c:v>
                </c:pt>
                <c:pt idx="431">
                  <c:v>17.023889282098505</c:v>
                </c:pt>
                <c:pt idx="432">
                  <c:v>17.022284908374665</c:v>
                </c:pt>
                <c:pt idx="433">
                  <c:v>17.045479665947624</c:v>
                </c:pt>
                <c:pt idx="434">
                  <c:v>17.090826041964561</c:v>
                </c:pt>
                <c:pt idx="435">
                  <c:v>17.21905864473262</c:v>
                </c:pt>
                <c:pt idx="436">
                  <c:v>17.41973309613677</c:v>
                </c:pt>
                <c:pt idx="437">
                  <c:v>17.575852067624513</c:v>
                </c:pt>
                <c:pt idx="438">
                  <c:v>17.512029725751098</c:v>
                </c:pt>
                <c:pt idx="439">
                  <c:v>17.351517144873817</c:v>
                </c:pt>
                <c:pt idx="440">
                  <c:v>17.208140168176371</c:v>
                </c:pt>
                <c:pt idx="441">
                  <c:v>17.387753018816294</c:v>
                </c:pt>
                <c:pt idx="442">
                  <c:v>17.456841361229809</c:v>
                </c:pt>
                <c:pt idx="443">
                  <c:v>17.437973255464062</c:v>
                </c:pt>
                <c:pt idx="444">
                  <c:v>17.448810843540553</c:v>
                </c:pt>
                <c:pt idx="445">
                  <c:v>17.421502116364145</c:v>
                </c:pt>
                <c:pt idx="446">
                  <c:v>17.496153286817087</c:v>
                </c:pt>
                <c:pt idx="447">
                  <c:v>17.497951422417881</c:v>
                </c:pt>
                <c:pt idx="448">
                  <c:v>17.558574855724615</c:v>
                </c:pt>
                <c:pt idx="449">
                  <c:v>17.595262864042954</c:v>
                </c:pt>
                <c:pt idx="450">
                  <c:v>17.557694526279938</c:v>
                </c:pt>
                <c:pt idx="451">
                  <c:v>17.557014669867996</c:v>
                </c:pt>
                <c:pt idx="452">
                  <c:v>17.564605719613084</c:v>
                </c:pt>
                <c:pt idx="453">
                  <c:v>17.528102656128329</c:v>
                </c:pt>
                <c:pt idx="454">
                  <c:v>17.525213216607728</c:v>
                </c:pt>
                <c:pt idx="455">
                  <c:v>17.564429235657247</c:v>
                </c:pt>
                <c:pt idx="456">
                  <c:v>17.573280956186686</c:v>
                </c:pt>
                <c:pt idx="457">
                  <c:v>17.591730248503943</c:v>
                </c:pt>
                <c:pt idx="458">
                  <c:v>17.594469432789726</c:v>
                </c:pt>
                <c:pt idx="459">
                  <c:v>17.591038049164471</c:v>
                </c:pt>
                <c:pt idx="460">
                  <c:v>17.604744621345361</c:v>
                </c:pt>
                <c:pt idx="461">
                  <c:v>17.622684021353667</c:v>
                </c:pt>
                <c:pt idx="462">
                  <c:v>17.634293988028752</c:v>
                </c:pt>
                <c:pt idx="463">
                  <c:v>17.627617459628425</c:v>
                </c:pt>
                <c:pt idx="464">
                  <c:v>17.614755830515278</c:v>
                </c:pt>
                <c:pt idx="465">
                  <c:v>17.599656000618737</c:v>
                </c:pt>
                <c:pt idx="466">
                  <c:v>17.596216753354167</c:v>
                </c:pt>
                <c:pt idx="467">
                  <c:v>17.601807751139507</c:v>
                </c:pt>
                <c:pt idx="468">
                  <c:v>17.649741709310319</c:v>
                </c:pt>
                <c:pt idx="469">
                  <c:v>17.715423702342736</c:v>
                </c:pt>
                <c:pt idx="470">
                  <c:v>17.723327107786307</c:v>
                </c:pt>
                <c:pt idx="471">
                  <c:v>17.718811487562661</c:v>
                </c:pt>
                <c:pt idx="472">
                  <c:v>17.730629044361777</c:v>
                </c:pt>
                <c:pt idx="473">
                  <c:v>17.738516871836318</c:v>
                </c:pt>
                <c:pt idx="474">
                  <c:v>17.766296073585348</c:v>
                </c:pt>
                <c:pt idx="475">
                  <c:v>17.798457761158183</c:v>
                </c:pt>
                <c:pt idx="476">
                  <c:v>17.78946130984939</c:v>
                </c:pt>
                <c:pt idx="477">
                  <c:v>17.7965951735769</c:v>
                </c:pt>
                <c:pt idx="478">
                  <c:v>17.804769675497472</c:v>
                </c:pt>
                <c:pt idx="479">
                  <c:v>17.81407330643836</c:v>
                </c:pt>
                <c:pt idx="480">
                  <c:v>17.823321394205337</c:v>
                </c:pt>
                <c:pt idx="481">
                  <c:v>17.849638357200142</c:v>
                </c:pt>
                <c:pt idx="482">
                  <c:v>17.862252430984373</c:v>
                </c:pt>
                <c:pt idx="483">
                  <c:v>17.84912970913792</c:v>
                </c:pt>
                <c:pt idx="484">
                  <c:v>17.891143839998232</c:v>
                </c:pt>
                <c:pt idx="485">
                  <c:v>17.937978282220843</c:v>
                </c:pt>
                <c:pt idx="486">
                  <c:v>17.925350870111693</c:v>
                </c:pt>
                <c:pt idx="487">
                  <c:v>17.905557691788939</c:v>
                </c:pt>
                <c:pt idx="488">
                  <c:v>17.943177740445954</c:v>
                </c:pt>
                <c:pt idx="489">
                  <c:v>17.945963061400395</c:v>
                </c:pt>
                <c:pt idx="490">
                  <c:v>17.935509497633891</c:v>
                </c:pt>
                <c:pt idx="491">
                  <c:v>17.958318033246073</c:v>
                </c:pt>
                <c:pt idx="492">
                  <c:v>17.963883996787256</c:v>
                </c:pt>
                <c:pt idx="493">
                  <c:v>17.964474665593762</c:v>
                </c:pt>
                <c:pt idx="494">
                  <c:v>17.952868531198593</c:v>
                </c:pt>
                <c:pt idx="495">
                  <c:v>17.947344872046145</c:v>
                </c:pt>
                <c:pt idx="496">
                  <c:v>17.972935344261671</c:v>
                </c:pt>
                <c:pt idx="497">
                  <c:v>17.975868979426036</c:v>
                </c:pt>
                <c:pt idx="498">
                  <c:v>17.98356031545736</c:v>
                </c:pt>
                <c:pt idx="499">
                  <c:v>18.003023818167179</c:v>
                </c:pt>
                <c:pt idx="500">
                  <c:v>17.996825379129447</c:v>
                </c:pt>
                <c:pt idx="501">
                  <c:v>18.004010256972787</c:v>
                </c:pt>
                <c:pt idx="502">
                  <c:v>18.017218483454357</c:v>
                </c:pt>
                <c:pt idx="503">
                  <c:v>18.025004282697239</c:v>
                </c:pt>
                <c:pt idx="504">
                  <c:v>18.030169598792146</c:v>
                </c:pt>
                <c:pt idx="505">
                  <c:v>18.010487407277488</c:v>
                </c:pt>
                <c:pt idx="506">
                  <c:v>17.988020392507089</c:v>
                </c:pt>
                <c:pt idx="507">
                  <c:v>17.985624072849554</c:v>
                </c:pt>
                <c:pt idx="508">
                  <c:v>18.00383028912611</c:v>
                </c:pt>
                <c:pt idx="509">
                  <c:v>18.044035285244558</c:v>
                </c:pt>
                <c:pt idx="510">
                  <c:v>18.063635655094409</c:v>
                </c:pt>
                <c:pt idx="511">
                  <c:v>18.108344525747395</c:v>
                </c:pt>
                <c:pt idx="512">
                  <c:v>18.1399688978134</c:v>
                </c:pt>
                <c:pt idx="513">
                  <c:v>18.154700779067671</c:v>
                </c:pt>
                <c:pt idx="514">
                  <c:v>18.161146275735629</c:v>
                </c:pt>
                <c:pt idx="515">
                  <c:v>18.183597065528701</c:v>
                </c:pt>
                <c:pt idx="516">
                  <c:v>18.226734701414131</c:v>
                </c:pt>
                <c:pt idx="517">
                  <c:v>18.279727965858669</c:v>
                </c:pt>
                <c:pt idx="518">
                  <c:v>18.275420781846822</c:v>
                </c:pt>
                <c:pt idx="519">
                  <c:v>18.277805554894723</c:v>
                </c:pt>
                <c:pt idx="520">
                  <c:v>18.302445920309083</c:v>
                </c:pt>
                <c:pt idx="521">
                  <c:v>18.344997267136492</c:v>
                </c:pt>
                <c:pt idx="522">
                  <c:v>18.376834156543559</c:v>
                </c:pt>
                <c:pt idx="523">
                  <c:v>18.42241947459144</c:v>
                </c:pt>
                <c:pt idx="524">
                  <c:v>18.417781719109012</c:v>
                </c:pt>
                <c:pt idx="525">
                  <c:v>18.439455103546713</c:v>
                </c:pt>
                <c:pt idx="526">
                  <c:v>18.429609030802474</c:v>
                </c:pt>
                <c:pt idx="527">
                  <c:v>18.399378115531597</c:v>
                </c:pt>
                <c:pt idx="528">
                  <c:v>18.403197355746766</c:v>
                </c:pt>
                <c:pt idx="529">
                  <c:v>18.421271482790726</c:v>
                </c:pt>
                <c:pt idx="530">
                  <c:v>18.386027348144914</c:v>
                </c:pt>
                <c:pt idx="531">
                  <c:v>18.358107745595145</c:v>
                </c:pt>
                <c:pt idx="532">
                  <c:v>18.377600612527733</c:v>
                </c:pt>
                <c:pt idx="533">
                  <c:v>18.409908723055466</c:v>
                </c:pt>
                <c:pt idx="534">
                  <c:v>18.368766759381298</c:v>
                </c:pt>
                <c:pt idx="535">
                  <c:v>18.373626488479918</c:v>
                </c:pt>
                <c:pt idx="536">
                  <c:v>18.365125894376995</c:v>
                </c:pt>
                <c:pt idx="537">
                  <c:v>18.366219736560119</c:v>
                </c:pt>
                <c:pt idx="538">
                  <c:v>18.360419556014943</c:v>
                </c:pt>
                <c:pt idx="539">
                  <c:v>18.373564972921709</c:v>
                </c:pt>
                <c:pt idx="540">
                  <c:v>18.416503131171776</c:v>
                </c:pt>
                <c:pt idx="541">
                  <c:v>18.455740202875923</c:v>
                </c:pt>
                <c:pt idx="542">
                  <c:v>18.473668603743153</c:v>
                </c:pt>
                <c:pt idx="543">
                  <c:v>18.509812179463381</c:v>
                </c:pt>
                <c:pt idx="544">
                  <c:v>18.540881020250463</c:v>
                </c:pt>
                <c:pt idx="545">
                  <c:v>18.575644477500486</c:v>
                </c:pt>
                <c:pt idx="546">
                  <c:v>18.63472509463492</c:v>
                </c:pt>
                <c:pt idx="547">
                  <c:v>18.722034484745986</c:v>
                </c:pt>
                <c:pt idx="548">
                  <c:v>18.74140790399273</c:v>
                </c:pt>
                <c:pt idx="549">
                  <c:v>18.727062436002171</c:v>
                </c:pt>
                <c:pt idx="550">
                  <c:v>18.754148592323954</c:v>
                </c:pt>
                <c:pt idx="551">
                  <c:v>18.82404121582216</c:v>
                </c:pt>
                <c:pt idx="552">
                  <c:v>18.893165392541427</c:v>
                </c:pt>
                <c:pt idx="553">
                  <c:v>18.849830966593572</c:v>
                </c:pt>
                <c:pt idx="554">
                  <c:v>18.842836508269414</c:v>
                </c:pt>
                <c:pt idx="555">
                  <c:v>18.892011527896162</c:v>
                </c:pt>
                <c:pt idx="556">
                  <c:v>18.919321648628905</c:v>
                </c:pt>
                <c:pt idx="557">
                  <c:v>18.883899835550398</c:v>
                </c:pt>
                <c:pt idx="558">
                  <c:v>18.83250348712588</c:v>
                </c:pt>
                <c:pt idx="559">
                  <c:v>18.784931057284226</c:v>
                </c:pt>
                <c:pt idx="560">
                  <c:v>18.754770118449304</c:v>
                </c:pt>
                <c:pt idx="561">
                  <c:v>18.775386191787796</c:v>
                </c:pt>
                <c:pt idx="562">
                  <c:v>18.689682477193703</c:v>
                </c:pt>
                <c:pt idx="563">
                  <c:v>18.60302965119584</c:v>
                </c:pt>
                <c:pt idx="564">
                  <c:v>18.593350805211784</c:v>
                </c:pt>
                <c:pt idx="565">
                  <c:v>18.693751263532555</c:v>
                </c:pt>
                <c:pt idx="566">
                  <c:v>18.793051509126947</c:v>
                </c:pt>
                <c:pt idx="567">
                  <c:v>18.787295723305014</c:v>
                </c:pt>
                <c:pt idx="568">
                  <c:v>18.658776682497802</c:v>
                </c:pt>
                <c:pt idx="569">
                  <c:v>18.624495296199903</c:v>
                </c:pt>
                <c:pt idx="570">
                  <c:v>18.700762643612205</c:v>
                </c:pt>
                <c:pt idx="571">
                  <c:v>18.602785380678284</c:v>
                </c:pt>
                <c:pt idx="572">
                  <c:v>18.636501878961869</c:v>
                </c:pt>
                <c:pt idx="573">
                  <c:v>18.700620899025001</c:v>
                </c:pt>
                <c:pt idx="574">
                  <c:v>18.653336437645969</c:v>
                </c:pt>
                <c:pt idx="575">
                  <c:v>18.610619655773672</c:v>
                </c:pt>
                <c:pt idx="576">
                  <c:v>18.706411921914263</c:v>
                </c:pt>
                <c:pt idx="577">
                  <c:v>18.756624543772055</c:v>
                </c:pt>
                <c:pt idx="578">
                  <c:v>18.628586678059321</c:v>
                </c:pt>
                <c:pt idx="579">
                  <c:v>18.667732372283798</c:v>
                </c:pt>
                <c:pt idx="580">
                  <c:v>18.841971308864942</c:v>
                </c:pt>
                <c:pt idx="581">
                  <c:v>18.445086763315111</c:v>
                </c:pt>
                <c:pt idx="582">
                  <c:v>18.821189999561032</c:v>
                </c:pt>
                <c:pt idx="583">
                  <c:v>18.297246462083972</c:v>
                </c:pt>
                <c:pt idx="584">
                  <c:v>17.112509678995295</c:v>
                </c:pt>
                <c:pt idx="585">
                  <c:v>15.906059770228438</c:v>
                </c:pt>
                <c:pt idx="586">
                  <c:v>16.102275687448806</c:v>
                </c:pt>
                <c:pt idx="587">
                  <c:v>16.169780750786437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014F-48C8-BF04-9E4E678005A5}"/>
            </c:ext>
          </c:extLst>
        </c:ser>
        <c:ser>
          <c:idx val="17"/>
          <c:order val="17"/>
          <c:tx>
            <c:strRef>
              <c:f>Sheet2!$S$1</c:f>
              <c:strCache>
                <c:ptCount val="1"/>
                <c:pt idx="0">
                  <c:v>S18_z/O-PTIR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Sheet2!$S$2:$S$589</c:f>
              <c:numCache>
                <c:formatCode>General</c:formatCode>
                <c:ptCount val="588"/>
                <c:pt idx="0">
                  <c:v>17.909051076759269</c:v>
                </c:pt>
                <c:pt idx="1">
                  <c:v>17.932708835935749</c:v>
                </c:pt>
                <c:pt idx="2">
                  <c:v>17.970272614040713</c:v>
                </c:pt>
                <c:pt idx="3">
                  <c:v>18.164604298092772</c:v>
                </c:pt>
                <c:pt idx="4">
                  <c:v>18.394902890871901</c:v>
                </c:pt>
                <c:pt idx="5">
                  <c:v>18.406493754964252</c:v>
                </c:pt>
                <c:pt idx="6">
                  <c:v>18.499698356191548</c:v>
                </c:pt>
                <c:pt idx="7">
                  <c:v>18.526038964226402</c:v>
                </c:pt>
                <c:pt idx="8">
                  <c:v>18.593440398148413</c:v>
                </c:pt>
                <c:pt idx="9">
                  <c:v>18.664146283369423</c:v>
                </c:pt>
                <c:pt idx="10">
                  <c:v>18.720304989275068</c:v>
                </c:pt>
                <c:pt idx="11">
                  <c:v>18.727235508001939</c:v>
                </c:pt>
                <c:pt idx="12">
                  <c:v>18.72508788644587</c:v>
                </c:pt>
                <c:pt idx="13">
                  <c:v>18.761973426683547</c:v>
                </c:pt>
                <c:pt idx="14">
                  <c:v>18.788497656526161</c:v>
                </c:pt>
                <c:pt idx="15">
                  <c:v>18.767800567362148</c:v>
                </c:pt>
                <c:pt idx="16">
                  <c:v>18.844594345288392</c:v>
                </c:pt>
                <c:pt idx="17">
                  <c:v>18.885515694372927</c:v>
                </c:pt>
                <c:pt idx="18">
                  <c:v>18.944260095122605</c:v>
                </c:pt>
                <c:pt idx="19">
                  <c:v>18.96258941422543</c:v>
                </c:pt>
                <c:pt idx="20">
                  <c:v>19.013986471862005</c:v>
                </c:pt>
                <c:pt idx="21">
                  <c:v>19.060177630935236</c:v>
                </c:pt>
                <c:pt idx="22">
                  <c:v>19.08132317075782</c:v>
                </c:pt>
                <c:pt idx="23">
                  <c:v>19.119588242406152</c:v>
                </c:pt>
                <c:pt idx="24">
                  <c:v>19.148743629859286</c:v>
                </c:pt>
                <c:pt idx="25">
                  <c:v>19.169953657627811</c:v>
                </c:pt>
                <c:pt idx="26">
                  <c:v>19.183863616971578</c:v>
                </c:pt>
                <c:pt idx="27">
                  <c:v>19.197511753607618</c:v>
                </c:pt>
                <c:pt idx="28">
                  <c:v>19.225011373927629</c:v>
                </c:pt>
                <c:pt idx="29">
                  <c:v>19.251849313331032</c:v>
                </c:pt>
                <c:pt idx="30">
                  <c:v>19.293228172683399</c:v>
                </c:pt>
                <c:pt idx="31">
                  <c:v>19.325661656208581</c:v>
                </c:pt>
                <c:pt idx="32">
                  <c:v>19.350135367034419</c:v>
                </c:pt>
                <c:pt idx="33">
                  <c:v>19.366482608350456</c:v>
                </c:pt>
                <c:pt idx="34">
                  <c:v>19.396875126628629</c:v>
                </c:pt>
                <c:pt idx="35">
                  <c:v>19.428278862020832</c:v>
                </c:pt>
                <c:pt idx="36">
                  <c:v>19.483304457887805</c:v>
                </c:pt>
                <c:pt idx="37">
                  <c:v>19.532540798714919</c:v>
                </c:pt>
                <c:pt idx="38">
                  <c:v>19.566532782113761</c:v>
                </c:pt>
                <c:pt idx="39">
                  <c:v>19.620600859641613</c:v>
                </c:pt>
                <c:pt idx="40">
                  <c:v>19.643002143668269</c:v>
                </c:pt>
                <c:pt idx="41">
                  <c:v>19.683230432644109</c:v>
                </c:pt>
                <c:pt idx="42">
                  <c:v>19.737277590710569</c:v>
                </c:pt>
                <c:pt idx="43">
                  <c:v>19.760034670301049</c:v>
                </c:pt>
                <c:pt idx="44">
                  <c:v>19.789379238867632</c:v>
                </c:pt>
                <c:pt idx="45">
                  <c:v>19.842197090317054</c:v>
                </c:pt>
                <c:pt idx="46">
                  <c:v>19.882935352934371</c:v>
                </c:pt>
                <c:pt idx="47">
                  <c:v>19.906085619566912</c:v>
                </c:pt>
                <c:pt idx="48">
                  <c:v>19.929037563116648</c:v>
                </c:pt>
                <c:pt idx="49">
                  <c:v>19.959665795955857</c:v>
                </c:pt>
                <c:pt idx="50">
                  <c:v>19.983042552819992</c:v>
                </c:pt>
                <c:pt idx="51">
                  <c:v>20.016830942090646</c:v>
                </c:pt>
                <c:pt idx="52">
                  <c:v>20.032526962220768</c:v>
                </c:pt>
                <c:pt idx="53">
                  <c:v>20.043120116252904</c:v>
                </c:pt>
                <c:pt idx="54">
                  <c:v>20.069227109908873</c:v>
                </c:pt>
                <c:pt idx="55">
                  <c:v>20.101374721581731</c:v>
                </c:pt>
                <c:pt idx="56">
                  <c:v>20.132933623372605</c:v>
                </c:pt>
                <c:pt idx="57">
                  <c:v>20.161931620704795</c:v>
                </c:pt>
                <c:pt idx="58">
                  <c:v>20.186648046698828</c:v>
                </c:pt>
                <c:pt idx="59">
                  <c:v>20.219753341430973</c:v>
                </c:pt>
                <c:pt idx="60">
                  <c:v>20.251248661236829</c:v>
                </c:pt>
                <c:pt idx="61">
                  <c:v>20.263453107956607</c:v>
                </c:pt>
                <c:pt idx="62">
                  <c:v>20.253031098179477</c:v>
                </c:pt>
                <c:pt idx="63">
                  <c:v>20.244882556167106</c:v>
                </c:pt>
                <c:pt idx="64">
                  <c:v>20.282246526134006</c:v>
                </c:pt>
                <c:pt idx="65">
                  <c:v>20.330020646025911</c:v>
                </c:pt>
                <c:pt idx="66">
                  <c:v>20.349612462859721</c:v>
                </c:pt>
                <c:pt idx="67">
                  <c:v>20.336667269542481</c:v>
                </c:pt>
                <c:pt idx="68">
                  <c:v>20.300513004492576</c:v>
                </c:pt>
                <c:pt idx="69">
                  <c:v>20.287655771745285</c:v>
                </c:pt>
                <c:pt idx="70">
                  <c:v>20.331387493983595</c:v>
                </c:pt>
                <c:pt idx="71">
                  <c:v>20.379775855383595</c:v>
                </c:pt>
                <c:pt idx="72">
                  <c:v>20.392570988627391</c:v>
                </c:pt>
                <c:pt idx="73">
                  <c:v>20.398440462389278</c:v>
                </c:pt>
                <c:pt idx="74">
                  <c:v>20.407855208336422</c:v>
                </c:pt>
                <c:pt idx="75">
                  <c:v>20.395527550930648</c:v>
                </c:pt>
                <c:pt idx="76">
                  <c:v>20.333050508804124</c:v>
                </c:pt>
                <c:pt idx="77">
                  <c:v>20.283535626172188</c:v>
                </c:pt>
                <c:pt idx="78">
                  <c:v>20.26898012848832</c:v>
                </c:pt>
                <c:pt idx="79">
                  <c:v>20.260086392433937</c:v>
                </c:pt>
                <c:pt idx="80">
                  <c:v>20.227251238778024</c:v>
                </c:pt>
                <c:pt idx="81">
                  <c:v>20.183602206064268</c:v>
                </c:pt>
                <c:pt idx="82">
                  <c:v>20.173516390150919</c:v>
                </c:pt>
                <c:pt idx="83">
                  <c:v>20.180493277605205</c:v>
                </c:pt>
                <c:pt idx="84">
                  <c:v>20.174438658373994</c:v>
                </c:pt>
                <c:pt idx="85">
                  <c:v>20.162772023004159</c:v>
                </c:pt>
                <c:pt idx="86">
                  <c:v>20.153860826611925</c:v>
                </c:pt>
                <c:pt idx="87">
                  <c:v>20.099258396857664</c:v>
                </c:pt>
                <c:pt idx="88">
                  <c:v>20.008992403435272</c:v>
                </c:pt>
                <c:pt idx="89">
                  <c:v>19.958361541662178</c:v>
                </c:pt>
                <c:pt idx="90">
                  <c:v>19.928214126994636</c:v>
                </c:pt>
                <c:pt idx="91">
                  <c:v>19.91624967756027</c:v>
                </c:pt>
                <c:pt idx="92">
                  <c:v>19.922263775630043</c:v>
                </c:pt>
                <c:pt idx="93">
                  <c:v>19.899400451530923</c:v>
                </c:pt>
                <c:pt idx="94">
                  <c:v>19.886558208318959</c:v>
                </c:pt>
                <c:pt idx="95">
                  <c:v>19.857068850724321</c:v>
                </c:pt>
                <c:pt idx="96">
                  <c:v>19.806512936627868</c:v>
                </c:pt>
                <c:pt idx="97">
                  <c:v>19.78744575353053</c:v>
                </c:pt>
                <c:pt idx="98">
                  <c:v>19.776010220557009</c:v>
                </c:pt>
                <c:pt idx="99">
                  <c:v>19.759787095887891</c:v>
                </c:pt>
                <c:pt idx="100">
                  <c:v>19.699674941219609</c:v>
                </c:pt>
                <c:pt idx="101">
                  <c:v>19.612479167016698</c:v>
                </c:pt>
                <c:pt idx="102">
                  <c:v>19.574815735783577</c:v>
                </c:pt>
                <c:pt idx="103">
                  <c:v>19.543157507731138</c:v>
                </c:pt>
                <c:pt idx="104">
                  <c:v>19.489917478490018</c:v>
                </c:pt>
                <c:pt idx="105">
                  <c:v>19.460482643271131</c:v>
                </c:pt>
                <c:pt idx="106">
                  <c:v>19.447507141442902</c:v>
                </c:pt>
                <c:pt idx="107">
                  <c:v>19.442057539390358</c:v>
                </c:pt>
                <c:pt idx="108">
                  <c:v>19.419706165574738</c:v>
                </c:pt>
                <c:pt idx="109">
                  <c:v>19.387811728800759</c:v>
                </c:pt>
                <c:pt idx="110">
                  <c:v>19.359276924582211</c:v>
                </c:pt>
                <c:pt idx="111">
                  <c:v>19.324855103903836</c:v>
                </c:pt>
                <c:pt idx="112">
                  <c:v>19.298066909991299</c:v>
                </c:pt>
                <c:pt idx="113">
                  <c:v>19.280914269411692</c:v>
                </c:pt>
                <c:pt idx="114">
                  <c:v>19.270873751544663</c:v>
                </c:pt>
                <c:pt idx="115">
                  <c:v>19.225623226993285</c:v>
                </c:pt>
                <c:pt idx="116">
                  <c:v>19.183040427929818</c:v>
                </c:pt>
                <c:pt idx="117">
                  <c:v>19.142451237064936</c:v>
                </c:pt>
                <c:pt idx="118">
                  <c:v>19.097275330749863</c:v>
                </c:pt>
                <c:pt idx="119">
                  <c:v>19.066644627108126</c:v>
                </c:pt>
                <c:pt idx="120">
                  <c:v>19.020729374317028</c:v>
                </c:pt>
                <c:pt idx="121">
                  <c:v>18.968620066672134</c:v>
                </c:pt>
                <c:pt idx="122">
                  <c:v>18.931128191494444</c:v>
                </c:pt>
                <c:pt idx="123">
                  <c:v>18.901789799934178</c:v>
                </c:pt>
                <c:pt idx="124">
                  <c:v>18.884409680801962</c:v>
                </c:pt>
                <c:pt idx="125">
                  <c:v>18.866079949898715</c:v>
                </c:pt>
                <c:pt idx="126">
                  <c:v>18.855405753543707</c:v>
                </c:pt>
                <c:pt idx="127">
                  <c:v>18.838561633839582</c:v>
                </c:pt>
                <c:pt idx="128">
                  <c:v>18.81932116512505</c:v>
                </c:pt>
                <c:pt idx="129">
                  <c:v>18.79484251269416</c:v>
                </c:pt>
                <c:pt idx="130">
                  <c:v>18.778111143945331</c:v>
                </c:pt>
                <c:pt idx="131">
                  <c:v>18.774674916511582</c:v>
                </c:pt>
                <c:pt idx="132">
                  <c:v>18.757318928884043</c:v>
                </c:pt>
                <c:pt idx="133">
                  <c:v>18.74076471667637</c:v>
                </c:pt>
                <c:pt idx="134">
                  <c:v>18.764517200244708</c:v>
                </c:pt>
                <c:pt idx="135">
                  <c:v>18.750441779491744</c:v>
                </c:pt>
                <c:pt idx="136">
                  <c:v>18.712820763702002</c:v>
                </c:pt>
                <c:pt idx="137">
                  <c:v>18.689219081447863</c:v>
                </c:pt>
                <c:pt idx="138">
                  <c:v>18.692123839258151</c:v>
                </c:pt>
                <c:pt idx="139">
                  <c:v>18.729723359065918</c:v>
                </c:pt>
                <c:pt idx="140">
                  <c:v>18.763418022560732</c:v>
                </c:pt>
                <c:pt idx="141">
                  <c:v>18.793786162253976</c:v>
                </c:pt>
                <c:pt idx="142">
                  <c:v>18.804098962559433</c:v>
                </c:pt>
                <c:pt idx="143">
                  <c:v>18.798704129962893</c:v>
                </c:pt>
                <c:pt idx="144">
                  <c:v>18.797325751593419</c:v>
                </c:pt>
                <c:pt idx="145">
                  <c:v>18.808355414071912</c:v>
                </c:pt>
                <c:pt idx="146">
                  <c:v>18.797514932706871</c:v>
                </c:pt>
                <c:pt idx="147">
                  <c:v>18.795298375760307</c:v>
                </c:pt>
                <c:pt idx="148">
                  <c:v>18.807420462395868</c:v>
                </c:pt>
                <c:pt idx="149">
                  <c:v>18.824578374020859</c:v>
                </c:pt>
                <c:pt idx="150">
                  <c:v>18.827711022184182</c:v>
                </c:pt>
                <c:pt idx="151">
                  <c:v>18.841761076031204</c:v>
                </c:pt>
                <c:pt idx="152">
                  <c:v>18.858548367277216</c:v>
                </c:pt>
                <c:pt idx="153">
                  <c:v>18.84252027128753</c:v>
                </c:pt>
                <c:pt idx="154">
                  <c:v>18.855747794973468</c:v>
                </c:pt>
                <c:pt idx="155">
                  <c:v>18.848114827088295</c:v>
                </c:pt>
                <c:pt idx="156">
                  <c:v>18.842818085352061</c:v>
                </c:pt>
                <c:pt idx="157">
                  <c:v>18.861496775932142</c:v>
                </c:pt>
                <c:pt idx="158">
                  <c:v>18.878107487157592</c:v>
                </c:pt>
                <c:pt idx="159">
                  <c:v>18.892076828122079</c:v>
                </c:pt>
                <c:pt idx="160">
                  <c:v>18.886247628441375</c:v>
                </c:pt>
                <c:pt idx="161">
                  <c:v>18.858632209842952</c:v>
                </c:pt>
                <c:pt idx="162">
                  <c:v>18.828552083364215</c:v>
                </c:pt>
                <c:pt idx="163">
                  <c:v>18.795447612232909</c:v>
                </c:pt>
                <c:pt idx="164">
                  <c:v>18.785985591597427</c:v>
                </c:pt>
                <c:pt idx="165">
                  <c:v>18.79443540679787</c:v>
                </c:pt>
                <c:pt idx="166">
                  <c:v>18.784119476809209</c:v>
                </c:pt>
                <c:pt idx="167">
                  <c:v>18.767110719296738</c:v>
                </c:pt>
                <c:pt idx="168">
                  <c:v>18.762367107886107</c:v>
                </c:pt>
                <c:pt idx="169">
                  <c:v>18.748788236080898</c:v>
                </c:pt>
                <c:pt idx="170">
                  <c:v>18.722325446861106</c:v>
                </c:pt>
                <c:pt idx="171">
                  <c:v>18.720045143209362</c:v>
                </c:pt>
                <c:pt idx="172">
                  <c:v>18.737449723286588</c:v>
                </c:pt>
                <c:pt idx="173">
                  <c:v>18.752097958425288</c:v>
                </c:pt>
                <c:pt idx="174">
                  <c:v>18.741129077688949</c:v>
                </c:pt>
                <c:pt idx="175">
                  <c:v>18.728766581967555</c:v>
                </c:pt>
                <c:pt idx="176">
                  <c:v>18.729673201774627</c:v>
                </c:pt>
                <c:pt idx="177">
                  <c:v>18.749605412836512</c:v>
                </c:pt>
                <c:pt idx="178">
                  <c:v>18.752239700130229</c:v>
                </c:pt>
                <c:pt idx="179">
                  <c:v>18.743586867322186</c:v>
                </c:pt>
                <c:pt idx="180">
                  <c:v>18.751942462586282</c:v>
                </c:pt>
                <c:pt idx="181">
                  <c:v>18.76441573262095</c:v>
                </c:pt>
                <c:pt idx="182">
                  <c:v>18.741765474059704</c:v>
                </c:pt>
                <c:pt idx="183">
                  <c:v>18.725368981413304</c:v>
                </c:pt>
                <c:pt idx="184">
                  <c:v>18.730885871654657</c:v>
                </c:pt>
                <c:pt idx="185">
                  <c:v>18.748239965000259</c:v>
                </c:pt>
                <c:pt idx="186">
                  <c:v>18.790303319012562</c:v>
                </c:pt>
                <c:pt idx="187">
                  <c:v>18.79683290884946</c:v>
                </c:pt>
                <c:pt idx="188">
                  <c:v>18.781103615245311</c:v>
                </c:pt>
                <c:pt idx="189">
                  <c:v>18.787512465198745</c:v>
                </c:pt>
                <c:pt idx="190">
                  <c:v>18.793052416263681</c:v>
                </c:pt>
                <c:pt idx="191">
                  <c:v>18.806814209815936</c:v>
                </c:pt>
                <c:pt idx="192">
                  <c:v>18.826803331696013</c:v>
                </c:pt>
                <c:pt idx="193">
                  <c:v>18.831967391336576</c:v>
                </c:pt>
                <c:pt idx="194">
                  <c:v>18.827799888715052</c:v>
                </c:pt>
                <c:pt idx="195">
                  <c:v>18.829508366302075</c:v>
                </c:pt>
                <c:pt idx="196">
                  <c:v>18.851234709438565</c:v>
                </c:pt>
                <c:pt idx="197">
                  <c:v>18.872583761029251</c:v>
                </c:pt>
                <c:pt idx="198">
                  <c:v>18.901195736646713</c:v>
                </c:pt>
                <c:pt idx="199">
                  <c:v>18.923916330719884</c:v>
                </c:pt>
                <c:pt idx="200">
                  <c:v>18.927541903987247</c:v>
                </c:pt>
                <c:pt idx="201">
                  <c:v>18.960938176896942</c:v>
                </c:pt>
                <c:pt idx="202">
                  <c:v>19.008802892881484</c:v>
                </c:pt>
                <c:pt idx="203">
                  <c:v>19.047504472976172</c:v>
                </c:pt>
                <c:pt idx="204">
                  <c:v>19.088404820239234</c:v>
                </c:pt>
                <c:pt idx="205">
                  <c:v>19.131618662267979</c:v>
                </c:pt>
                <c:pt idx="206">
                  <c:v>19.184408840729105</c:v>
                </c:pt>
                <c:pt idx="207">
                  <c:v>19.207714850280897</c:v>
                </c:pt>
                <c:pt idx="208">
                  <c:v>19.199145283518</c:v>
                </c:pt>
                <c:pt idx="209">
                  <c:v>19.187088343709057</c:v>
                </c:pt>
                <c:pt idx="210">
                  <c:v>19.156485724856044</c:v>
                </c:pt>
                <c:pt idx="211">
                  <c:v>19.128186964638861</c:v>
                </c:pt>
                <c:pt idx="212">
                  <c:v>19.093284243428734</c:v>
                </c:pt>
                <c:pt idx="213">
                  <c:v>19.058643592006593</c:v>
                </c:pt>
                <c:pt idx="214">
                  <c:v>19.016774278352706</c:v>
                </c:pt>
                <c:pt idx="215">
                  <c:v>18.993572866107868</c:v>
                </c:pt>
                <c:pt idx="216">
                  <c:v>18.98794495447299</c:v>
                </c:pt>
                <c:pt idx="217">
                  <c:v>19.018817220241736</c:v>
                </c:pt>
                <c:pt idx="218">
                  <c:v>19.039136523699444</c:v>
                </c:pt>
                <c:pt idx="219">
                  <c:v>19.062932411032165</c:v>
                </c:pt>
                <c:pt idx="220">
                  <c:v>19.084223398763477</c:v>
                </c:pt>
                <c:pt idx="221">
                  <c:v>19.101392676080096</c:v>
                </c:pt>
                <c:pt idx="222">
                  <c:v>19.120624496985787</c:v>
                </c:pt>
                <c:pt idx="223">
                  <c:v>19.152939134909442</c:v>
                </c:pt>
                <c:pt idx="224">
                  <c:v>19.191652492496171</c:v>
                </c:pt>
                <c:pt idx="225">
                  <c:v>19.199859180728001</c:v>
                </c:pt>
                <c:pt idx="226">
                  <c:v>19.211189951674395</c:v>
                </c:pt>
                <c:pt idx="227">
                  <c:v>19.234534011585097</c:v>
                </c:pt>
                <c:pt idx="228">
                  <c:v>19.236447812862075</c:v>
                </c:pt>
                <c:pt idx="229">
                  <c:v>19.218190641193019</c:v>
                </c:pt>
                <c:pt idx="230">
                  <c:v>19.221579429218263</c:v>
                </c:pt>
                <c:pt idx="231">
                  <c:v>19.24899001828723</c:v>
                </c:pt>
                <c:pt idx="232">
                  <c:v>19.294575336580955</c:v>
                </c:pt>
                <c:pt idx="233">
                  <c:v>19.294213775811237</c:v>
                </c:pt>
                <c:pt idx="234">
                  <c:v>19.260364357718174</c:v>
                </c:pt>
                <c:pt idx="235">
                  <c:v>19.221963639011136</c:v>
                </c:pt>
                <c:pt idx="236">
                  <c:v>19.183314439930012</c:v>
                </c:pt>
                <c:pt idx="237">
                  <c:v>19.185786395497736</c:v>
                </c:pt>
                <c:pt idx="238">
                  <c:v>19.185256161275539</c:v>
                </c:pt>
                <c:pt idx="239">
                  <c:v>19.147131431210713</c:v>
                </c:pt>
                <c:pt idx="240">
                  <c:v>19.094115174318411</c:v>
                </c:pt>
                <c:pt idx="241">
                  <c:v>19.03825823576134</c:v>
                </c:pt>
                <c:pt idx="242">
                  <c:v>18.996250227725632</c:v>
                </c:pt>
                <c:pt idx="243">
                  <c:v>18.974208116026251</c:v>
                </c:pt>
                <c:pt idx="244">
                  <c:v>18.967159081138188</c:v>
                </c:pt>
                <c:pt idx="245">
                  <c:v>18.960627349939102</c:v>
                </c:pt>
                <c:pt idx="246">
                  <c:v>18.956180481911915</c:v>
                </c:pt>
                <c:pt idx="247">
                  <c:v>18.947107612674358</c:v>
                </c:pt>
                <c:pt idx="248">
                  <c:v>18.961690371546105</c:v>
                </c:pt>
                <c:pt idx="249">
                  <c:v>18.968760984776232</c:v>
                </c:pt>
                <c:pt idx="250">
                  <c:v>18.954884216546404</c:v>
                </c:pt>
                <c:pt idx="251">
                  <c:v>18.988035880005967</c:v>
                </c:pt>
                <c:pt idx="252">
                  <c:v>19.008309391256848</c:v>
                </c:pt>
                <c:pt idx="253">
                  <c:v>19.002196131645675</c:v>
                </c:pt>
                <c:pt idx="254">
                  <c:v>18.994092887679624</c:v>
                </c:pt>
                <c:pt idx="255">
                  <c:v>18.980204424317836</c:v>
                </c:pt>
                <c:pt idx="256">
                  <c:v>19.000889077109136</c:v>
                </c:pt>
                <c:pt idx="257">
                  <c:v>19.000588051001316</c:v>
                </c:pt>
                <c:pt idx="258">
                  <c:v>19.0002917194183</c:v>
                </c:pt>
                <c:pt idx="259">
                  <c:v>19</c:v>
                </c:pt>
                <c:pt idx="260">
                  <c:v>18.934844113774197</c:v>
                </c:pt>
                <c:pt idx="261">
                  <c:v>18.896440183023874</c:v>
                </c:pt>
                <c:pt idx="262">
                  <c:v>18.913370039575664</c:v>
                </c:pt>
                <c:pt idx="263">
                  <c:v>18.877757703879919</c:v>
                </c:pt>
                <c:pt idx="264">
                  <c:v>18.859594010906452</c:v>
                </c:pt>
                <c:pt idx="265">
                  <c:v>18.862209025940459</c:v>
                </c:pt>
                <c:pt idx="266">
                  <c:v>18.864333010152361</c:v>
                </c:pt>
                <c:pt idx="267">
                  <c:v>18.858322453566206</c:v>
                </c:pt>
                <c:pt idx="268">
                  <c:v>18.832049339620372</c:v>
                </c:pt>
                <c:pt idx="269">
                  <c:v>18.770086389139539</c:v>
                </c:pt>
                <c:pt idx="270">
                  <c:v>18.751958111002285</c:v>
                </c:pt>
                <c:pt idx="271">
                  <c:v>18.774918702360868</c:v>
                </c:pt>
                <c:pt idx="272">
                  <c:v>18.748429310833878</c:v>
                </c:pt>
                <c:pt idx="273">
                  <c:v>18.770807534036951</c:v>
                </c:pt>
                <c:pt idx="274">
                  <c:v>18.752246947817639</c:v>
                </c:pt>
                <c:pt idx="275">
                  <c:v>18.709826562840249</c:v>
                </c:pt>
                <c:pt idx="276">
                  <c:v>18.697538685355156</c:v>
                </c:pt>
                <c:pt idx="277">
                  <c:v>18.699992439344271</c:v>
                </c:pt>
                <c:pt idx="278">
                  <c:v>18.810362941124726</c:v>
                </c:pt>
                <c:pt idx="279">
                  <c:v>18.899847419707978</c:v>
                </c:pt>
                <c:pt idx="280">
                  <c:v>18.92568937861293</c:v>
                </c:pt>
                <c:pt idx="281">
                  <c:v>18.916783123825748</c:v>
                </c:pt>
                <c:pt idx="282">
                  <c:v>19.009273992563212</c:v>
                </c:pt>
                <c:pt idx="283">
                  <c:v>19.090170949885206</c:v>
                </c:pt>
                <c:pt idx="284">
                  <c:v>19.109037092016969</c:v>
                </c:pt>
                <c:pt idx="285">
                  <c:v>18.97243053832857</c:v>
                </c:pt>
                <c:pt idx="286">
                  <c:v>19.031732928648822</c:v>
                </c:pt>
                <c:pt idx="287">
                  <c:v>19.347739759264769</c:v>
                </c:pt>
                <c:pt idx="288">
                  <c:v>19.415254767742915</c:v>
                </c:pt>
                <c:pt idx="289">
                  <c:v>19.558664429107896</c:v>
                </c:pt>
                <c:pt idx="290">
                  <c:v>19.640047228566694</c:v>
                </c:pt>
                <c:pt idx="291">
                  <c:v>19.719270546617292</c:v>
                </c:pt>
                <c:pt idx="292">
                  <c:v>19.601786522002826</c:v>
                </c:pt>
                <c:pt idx="293">
                  <c:v>19.65753622773024</c:v>
                </c:pt>
                <c:pt idx="294">
                  <c:v>19.882575274646172</c:v>
                </c:pt>
                <c:pt idx="295">
                  <c:v>19.921329976995178</c:v>
                </c:pt>
                <c:pt idx="296">
                  <c:v>19.923138110284107</c:v>
                </c:pt>
                <c:pt idx="297">
                  <c:v>20.045792700985782</c:v>
                </c:pt>
                <c:pt idx="298">
                  <c:v>20.098510073132459</c:v>
                </c:pt>
                <c:pt idx="299">
                  <c:v>20.258807834486536</c:v>
                </c:pt>
                <c:pt idx="300">
                  <c:v>20.335220202862772</c:v>
                </c:pt>
                <c:pt idx="301">
                  <c:v>20.289163949607488</c:v>
                </c:pt>
                <c:pt idx="302">
                  <c:v>20.237746054869604</c:v>
                </c:pt>
                <c:pt idx="303">
                  <c:v>20.385810049313925</c:v>
                </c:pt>
                <c:pt idx="304">
                  <c:v>20.491411490417732</c:v>
                </c:pt>
                <c:pt idx="305">
                  <c:v>20.491115652995223</c:v>
                </c:pt>
                <c:pt idx="306">
                  <c:v>20.406567590779751</c:v>
                </c:pt>
                <c:pt idx="307">
                  <c:v>20.388446066169408</c:v>
                </c:pt>
                <c:pt idx="308">
                  <c:v>20.340720374007027</c:v>
                </c:pt>
                <c:pt idx="309">
                  <c:v>20.344058592940552</c:v>
                </c:pt>
                <c:pt idx="310">
                  <c:v>20.393286862479414</c:v>
                </c:pt>
                <c:pt idx="311">
                  <c:v>20.353482563217128</c:v>
                </c:pt>
                <c:pt idx="312">
                  <c:v>20.499520005429176</c:v>
                </c:pt>
                <c:pt idx="313">
                  <c:v>20.510378194212326</c:v>
                </c:pt>
                <c:pt idx="314">
                  <c:v>20.467034882131184</c:v>
                </c:pt>
                <c:pt idx="315">
                  <c:v>20.376876780419121</c:v>
                </c:pt>
                <c:pt idx="316">
                  <c:v>20.291734243115766</c:v>
                </c:pt>
                <c:pt idx="317">
                  <c:v>20.342818250072227</c:v>
                </c:pt>
                <c:pt idx="318">
                  <c:v>20.391190468895726</c:v>
                </c:pt>
                <c:pt idx="319">
                  <c:v>20.39221898162744</c:v>
                </c:pt>
                <c:pt idx="320">
                  <c:v>20.43740847735641</c:v>
                </c:pt>
                <c:pt idx="321">
                  <c:v>20.503789716915211</c:v>
                </c:pt>
                <c:pt idx="322">
                  <c:v>20.52136750024955</c:v>
                </c:pt>
                <c:pt idx="323">
                  <c:v>20.576714135724803</c:v>
                </c:pt>
                <c:pt idx="324">
                  <c:v>20.620842009968204</c:v>
                </c:pt>
                <c:pt idx="325">
                  <c:v>20.694160768861035</c:v>
                </c:pt>
                <c:pt idx="326">
                  <c:v>20.762272229069087</c:v>
                </c:pt>
                <c:pt idx="327">
                  <c:v>20.813222812689116</c:v>
                </c:pt>
                <c:pt idx="328">
                  <c:v>20.805504025596193</c:v>
                </c:pt>
                <c:pt idx="329">
                  <c:v>20.821618270233976</c:v>
                </c:pt>
                <c:pt idx="330">
                  <c:v>20.852573802047868</c:v>
                </c:pt>
                <c:pt idx="331">
                  <c:v>20.855178357351178</c:v>
                </c:pt>
                <c:pt idx="332">
                  <c:v>20.828882759102353</c:v>
                </c:pt>
                <c:pt idx="333">
                  <c:v>20.770209435105357</c:v>
                </c:pt>
                <c:pt idx="334">
                  <c:v>20.755896405509429</c:v>
                </c:pt>
                <c:pt idx="335">
                  <c:v>20.732556545963018</c:v>
                </c:pt>
                <c:pt idx="336">
                  <c:v>20.705505211581411</c:v>
                </c:pt>
                <c:pt idx="337">
                  <c:v>20.702553590883198</c:v>
                </c:pt>
                <c:pt idx="338">
                  <c:v>20.706066742635606</c:v>
                </c:pt>
                <c:pt idx="339">
                  <c:v>20.678748891021463</c:v>
                </c:pt>
                <c:pt idx="340">
                  <c:v>20.64099025153099</c:v>
                </c:pt>
                <c:pt idx="341">
                  <c:v>20.730421278419577</c:v>
                </c:pt>
                <c:pt idx="342">
                  <c:v>20.670069291186053</c:v>
                </c:pt>
                <c:pt idx="343">
                  <c:v>20.619137979825734</c:v>
                </c:pt>
                <c:pt idx="344">
                  <c:v>20.784139160869337</c:v>
                </c:pt>
                <c:pt idx="345">
                  <c:v>20.920956721093503</c:v>
                </c:pt>
                <c:pt idx="346">
                  <c:v>21.065010767757407</c:v>
                </c:pt>
                <c:pt idx="347">
                  <c:v>21.131965233502367</c:v>
                </c:pt>
                <c:pt idx="348">
                  <c:v>21.144748836334369</c:v>
                </c:pt>
                <c:pt idx="349">
                  <c:v>21.109316210342381</c:v>
                </c:pt>
                <c:pt idx="350">
                  <c:v>21.258757594835163</c:v>
                </c:pt>
                <c:pt idx="351">
                  <c:v>21.403939645212521</c:v>
                </c:pt>
                <c:pt idx="352">
                  <c:v>21.345138498364822</c:v>
                </c:pt>
                <c:pt idx="353">
                  <c:v>21.319242840684954</c:v>
                </c:pt>
                <c:pt idx="354">
                  <c:v>21.276905804112793</c:v>
                </c:pt>
                <c:pt idx="355">
                  <c:v>21.259379907631516</c:v>
                </c:pt>
                <c:pt idx="356">
                  <c:v>21.463854959279541</c:v>
                </c:pt>
                <c:pt idx="357">
                  <c:v>21.467524924632279</c:v>
                </c:pt>
                <c:pt idx="358">
                  <c:v>21.349695317104441</c:v>
                </c:pt>
                <c:pt idx="359">
                  <c:v>21.522822144056995</c:v>
                </c:pt>
                <c:pt idx="360">
                  <c:v>21.466778412828916</c:v>
                </c:pt>
                <c:pt idx="361">
                  <c:v>21.312778891835183</c:v>
                </c:pt>
                <c:pt idx="362">
                  <c:v>21.213655565515634</c:v>
                </c:pt>
                <c:pt idx="363">
                  <c:v>21.205579006216865</c:v>
                </c:pt>
                <c:pt idx="364">
                  <c:v>21.24778294889293</c:v>
                </c:pt>
                <c:pt idx="365">
                  <c:v>21.129947081998687</c:v>
                </c:pt>
                <c:pt idx="366">
                  <c:v>20.977752894050997</c:v>
                </c:pt>
                <c:pt idx="367">
                  <c:v>20.992208736032964</c:v>
                </c:pt>
                <c:pt idx="368">
                  <c:v>20.997005057897489</c:v>
                </c:pt>
                <c:pt idx="369">
                  <c:v>20.84531161926185</c:v>
                </c:pt>
                <c:pt idx="370">
                  <c:v>20.827696444449273</c:v>
                </c:pt>
                <c:pt idx="371">
                  <c:v>20.64784870518417</c:v>
                </c:pt>
                <c:pt idx="372">
                  <c:v>20.556616627973899</c:v>
                </c:pt>
                <c:pt idx="373">
                  <c:v>20.445283913329519</c:v>
                </c:pt>
                <c:pt idx="374">
                  <c:v>20.419114655449881</c:v>
                </c:pt>
                <c:pt idx="375">
                  <c:v>20.401385988441255</c:v>
                </c:pt>
                <c:pt idx="376">
                  <c:v>20.220753028133217</c:v>
                </c:pt>
                <c:pt idx="377">
                  <c:v>20.074422384021354</c:v>
                </c:pt>
                <c:pt idx="378">
                  <c:v>19.916054484160671</c:v>
                </c:pt>
                <c:pt idx="379">
                  <c:v>19.78311278949981</c:v>
                </c:pt>
                <c:pt idx="380">
                  <c:v>19.671236663019762</c:v>
                </c:pt>
                <c:pt idx="381">
                  <c:v>19.456843315869698</c:v>
                </c:pt>
                <c:pt idx="382">
                  <c:v>19.306215122563334</c:v>
                </c:pt>
                <c:pt idx="383">
                  <c:v>19.04075942915896</c:v>
                </c:pt>
                <c:pt idx="384">
                  <c:v>18.886573774374881</c:v>
                </c:pt>
                <c:pt idx="385">
                  <c:v>18.757531994421917</c:v>
                </c:pt>
                <c:pt idx="386">
                  <c:v>18.651227527639222</c:v>
                </c:pt>
                <c:pt idx="387">
                  <c:v>18.590432525512682</c:v>
                </c:pt>
                <c:pt idx="388">
                  <c:v>18.534219667851662</c:v>
                </c:pt>
                <c:pt idx="389">
                  <c:v>18.477783820262623</c:v>
                </c:pt>
                <c:pt idx="390">
                  <c:v>18.430450368001328</c:v>
                </c:pt>
                <c:pt idx="391">
                  <c:v>18.382968873488654</c:v>
                </c:pt>
                <c:pt idx="392">
                  <c:v>18.345448213461527</c:v>
                </c:pt>
                <c:pt idx="393">
                  <c:v>18.327404375000619</c:v>
                </c:pt>
                <c:pt idx="394">
                  <c:v>18.315508634466507</c:v>
                </c:pt>
                <c:pt idx="395">
                  <c:v>18.302672444720734</c:v>
                </c:pt>
                <c:pt idx="396">
                  <c:v>18.293243079858645</c:v>
                </c:pt>
                <c:pt idx="397">
                  <c:v>18.278997832612024</c:v>
                </c:pt>
                <c:pt idx="398">
                  <c:v>18.239866456417843</c:v>
                </c:pt>
                <c:pt idx="399">
                  <c:v>18.203648588792902</c:v>
                </c:pt>
                <c:pt idx="400">
                  <c:v>18.214598856150207</c:v>
                </c:pt>
                <c:pt idx="401">
                  <c:v>18.220043290107466</c:v>
                </c:pt>
                <c:pt idx="402">
                  <c:v>18.220498988453446</c:v>
                </c:pt>
                <c:pt idx="403">
                  <c:v>18.202866497433167</c:v>
                </c:pt>
                <c:pt idx="404">
                  <c:v>18.185614468821932</c:v>
                </c:pt>
                <c:pt idx="405">
                  <c:v>18.146639916523114</c:v>
                </c:pt>
                <c:pt idx="406">
                  <c:v>18.117859802793721</c:v>
                </c:pt>
                <c:pt idx="407">
                  <c:v>18.113803887791303</c:v>
                </c:pt>
                <c:pt idx="408">
                  <c:v>18.125991615413987</c:v>
                </c:pt>
                <c:pt idx="409">
                  <c:v>18.130941672670716</c:v>
                </c:pt>
                <c:pt idx="410">
                  <c:v>18.136297404817274</c:v>
                </c:pt>
                <c:pt idx="411">
                  <c:v>18.140450082623637</c:v>
                </c:pt>
                <c:pt idx="412">
                  <c:v>18.116008234855382</c:v>
                </c:pt>
                <c:pt idx="413">
                  <c:v>18.084190557679896</c:v>
                </c:pt>
                <c:pt idx="414">
                  <c:v>18.089473885017416</c:v>
                </c:pt>
                <c:pt idx="415">
                  <c:v>18.098626355276366</c:v>
                </c:pt>
                <c:pt idx="416">
                  <c:v>18.084470839341503</c:v>
                </c:pt>
                <c:pt idx="417">
                  <c:v>18.070903760470848</c:v>
                </c:pt>
                <c:pt idx="418">
                  <c:v>18.068795301134823</c:v>
                </c:pt>
                <c:pt idx="419">
                  <c:v>18.079420956515193</c:v>
                </c:pt>
                <c:pt idx="420">
                  <c:v>18.080567553017655</c:v>
                </c:pt>
                <c:pt idx="421">
                  <c:v>18.069950818263909</c:v>
                </c:pt>
                <c:pt idx="422">
                  <c:v>18.049794217152574</c:v>
                </c:pt>
                <c:pt idx="423">
                  <c:v>18.048619278486129</c:v>
                </c:pt>
                <c:pt idx="424">
                  <c:v>18.045950482317124</c:v>
                </c:pt>
                <c:pt idx="425">
                  <c:v>18.045715766372115</c:v>
                </c:pt>
                <c:pt idx="426">
                  <c:v>18.027851238683311</c:v>
                </c:pt>
                <c:pt idx="427">
                  <c:v>18.029123614476894</c:v>
                </c:pt>
                <c:pt idx="428">
                  <c:v>18.04112719009877</c:v>
                </c:pt>
                <c:pt idx="429">
                  <c:v>18.043438324733295</c:v>
                </c:pt>
                <c:pt idx="430">
                  <c:v>18.03486040871686</c:v>
                </c:pt>
                <c:pt idx="431">
                  <c:v>18.038862331536567</c:v>
                </c:pt>
                <c:pt idx="432">
                  <c:v>18.026000123725435</c:v>
                </c:pt>
                <c:pt idx="433">
                  <c:v>18.016883552168196</c:v>
                </c:pt>
                <c:pt idx="434">
                  <c:v>17.999060416534377</c:v>
                </c:pt>
                <c:pt idx="435">
                  <c:v>17.948659297251051</c:v>
                </c:pt>
                <c:pt idx="436">
                  <c:v>18.00268250494068</c:v>
                </c:pt>
                <c:pt idx="437">
                  <c:v>18.18372654920142</c:v>
                </c:pt>
                <c:pt idx="438">
                  <c:v>18.273362879189946</c:v>
                </c:pt>
                <c:pt idx="439">
                  <c:v>18.288409984216514</c:v>
                </c:pt>
                <c:pt idx="440">
                  <c:v>18.305754997362829</c:v>
                </c:pt>
                <c:pt idx="441">
                  <c:v>18.305125745729381</c:v>
                </c:pt>
                <c:pt idx="442">
                  <c:v>18.284903956611391</c:v>
                </c:pt>
                <c:pt idx="443">
                  <c:v>18.215346335684551</c:v>
                </c:pt>
                <c:pt idx="444">
                  <c:v>18.205562987180489</c:v>
                </c:pt>
                <c:pt idx="445">
                  <c:v>18.221430501595975</c:v>
                </c:pt>
                <c:pt idx="446">
                  <c:v>18.259296394506119</c:v>
                </c:pt>
                <c:pt idx="447">
                  <c:v>18.294326341456344</c:v>
                </c:pt>
                <c:pt idx="448">
                  <c:v>18.315239131680926</c:v>
                </c:pt>
                <c:pt idx="449">
                  <c:v>18.303719756141675</c:v>
                </c:pt>
                <c:pt idx="450">
                  <c:v>18.30529927842683</c:v>
                </c:pt>
                <c:pt idx="451">
                  <c:v>18.337188567695542</c:v>
                </c:pt>
                <c:pt idx="452">
                  <c:v>18.335375204541268</c:v>
                </c:pt>
                <c:pt idx="453">
                  <c:v>18.302783527884323</c:v>
                </c:pt>
                <c:pt idx="454">
                  <c:v>18.319090845149535</c:v>
                </c:pt>
                <c:pt idx="455">
                  <c:v>18.375487077538065</c:v>
                </c:pt>
                <c:pt idx="456">
                  <c:v>18.397467007373862</c:v>
                </c:pt>
                <c:pt idx="457">
                  <c:v>18.383198534583492</c:v>
                </c:pt>
                <c:pt idx="458">
                  <c:v>18.392140574827263</c:v>
                </c:pt>
                <c:pt idx="459">
                  <c:v>18.371216089470725</c:v>
                </c:pt>
                <c:pt idx="460">
                  <c:v>18.34697381048154</c:v>
                </c:pt>
                <c:pt idx="461">
                  <c:v>18.319030907598243</c:v>
                </c:pt>
                <c:pt idx="462">
                  <c:v>18.357739261809861</c:v>
                </c:pt>
                <c:pt idx="463">
                  <c:v>18.397347544071703</c:v>
                </c:pt>
                <c:pt idx="464">
                  <c:v>18.376599597555686</c:v>
                </c:pt>
                <c:pt idx="465">
                  <c:v>18.385018239464252</c:v>
                </c:pt>
                <c:pt idx="466">
                  <c:v>18.407648155084697</c:v>
                </c:pt>
                <c:pt idx="467">
                  <c:v>18.408860001363884</c:v>
                </c:pt>
                <c:pt idx="468">
                  <c:v>18.410723233549149</c:v>
                </c:pt>
                <c:pt idx="469">
                  <c:v>18.430488665440489</c:v>
                </c:pt>
                <c:pt idx="470">
                  <c:v>18.433509015628978</c:v>
                </c:pt>
                <c:pt idx="471">
                  <c:v>18.443407709430986</c:v>
                </c:pt>
                <c:pt idx="472">
                  <c:v>18.454330097899785</c:v>
                </c:pt>
                <c:pt idx="473">
                  <c:v>18.468844497901628</c:v>
                </c:pt>
                <c:pt idx="474">
                  <c:v>18.475425274530867</c:v>
                </c:pt>
                <c:pt idx="475">
                  <c:v>18.488094273305681</c:v>
                </c:pt>
                <c:pt idx="476">
                  <c:v>18.50131018421974</c:v>
                </c:pt>
                <c:pt idx="477">
                  <c:v>18.512819923629142</c:v>
                </c:pt>
                <c:pt idx="478">
                  <c:v>18.520555512179243</c:v>
                </c:pt>
                <c:pt idx="479">
                  <c:v>18.514729153921444</c:v>
                </c:pt>
                <c:pt idx="480">
                  <c:v>18.524176802722231</c:v>
                </c:pt>
                <c:pt idx="481">
                  <c:v>18.563092807296183</c:v>
                </c:pt>
                <c:pt idx="482">
                  <c:v>18.576536773283443</c:v>
                </c:pt>
                <c:pt idx="483">
                  <c:v>18.595525178960226</c:v>
                </c:pt>
                <c:pt idx="484">
                  <c:v>18.614468286590689</c:v>
                </c:pt>
                <c:pt idx="485">
                  <c:v>18.600623803513876</c:v>
                </c:pt>
                <c:pt idx="486">
                  <c:v>18.581788340513484</c:v>
                </c:pt>
                <c:pt idx="487">
                  <c:v>18.590180380114848</c:v>
                </c:pt>
                <c:pt idx="488">
                  <c:v>18.603689822369066</c:v>
                </c:pt>
                <c:pt idx="489">
                  <c:v>18.620402701278984</c:v>
                </c:pt>
                <c:pt idx="490">
                  <c:v>18.640166650688808</c:v>
                </c:pt>
                <c:pt idx="491">
                  <c:v>18.630187161644184</c:v>
                </c:pt>
                <c:pt idx="492">
                  <c:v>18.620511828390573</c:v>
                </c:pt>
                <c:pt idx="493">
                  <c:v>18.602914690436442</c:v>
                </c:pt>
                <c:pt idx="494">
                  <c:v>18.58457194663989</c:v>
                </c:pt>
                <c:pt idx="495">
                  <c:v>18.590032996744142</c:v>
                </c:pt>
                <c:pt idx="496">
                  <c:v>18.595248860877675</c:v>
                </c:pt>
                <c:pt idx="497">
                  <c:v>18.614927732320503</c:v>
                </c:pt>
                <c:pt idx="498">
                  <c:v>18.649622659038144</c:v>
                </c:pt>
                <c:pt idx="499">
                  <c:v>18.651852970118771</c:v>
                </c:pt>
                <c:pt idx="500">
                  <c:v>18.654920018475014</c:v>
                </c:pt>
                <c:pt idx="501">
                  <c:v>18.641751423429337</c:v>
                </c:pt>
                <c:pt idx="502">
                  <c:v>18.638604115171024</c:v>
                </c:pt>
                <c:pt idx="503">
                  <c:v>18.620966785495796</c:v>
                </c:pt>
                <c:pt idx="504">
                  <c:v>18.611341691893561</c:v>
                </c:pt>
                <c:pt idx="505">
                  <c:v>18.605485272205019</c:v>
                </c:pt>
                <c:pt idx="506">
                  <c:v>18.604335854869671</c:v>
                </c:pt>
                <c:pt idx="507">
                  <c:v>18.622943139256737</c:v>
                </c:pt>
                <c:pt idx="508">
                  <c:v>18.645775866584572</c:v>
                </c:pt>
                <c:pt idx="509">
                  <c:v>18.647945601823256</c:v>
                </c:pt>
                <c:pt idx="510">
                  <c:v>18.669468433191639</c:v>
                </c:pt>
                <c:pt idx="511">
                  <c:v>18.703255216440652</c:v>
                </c:pt>
                <c:pt idx="512">
                  <c:v>18.724394085096417</c:v>
                </c:pt>
                <c:pt idx="513">
                  <c:v>18.737759150122994</c:v>
                </c:pt>
                <c:pt idx="514">
                  <c:v>18.763357570258918</c:v>
                </c:pt>
                <c:pt idx="515">
                  <c:v>18.81735160607106</c:v>
                </c:pt>
                <c:pt idx="516">
                  <c:v>18.839080008209653</c:v>
                </c:pt>
                <c:pt idx="517">
                  <c:v>18.838147362615967</c:v>
                </c:pt>
                <c:pt idx="518">
                  <c:v>18.832906790457166</c:v>
                </c:pt>
                <c:pt idx="519">
                  <c:v>18.831275896069478</c:v>
                </c:pt>
                <c:pt idx="520">
                  <c:v>18.824972302303674</c:v>
                </c:pt>
                <c:pt idx="521">
                  <c:v>18.831784469589525</c:v>
                </c:pt>
                <c:pt idx="522">
                  <c:v>18.851977515038126</c:v>
                </c:pt>
                <c:pt idx="523">
                  <c:v>18.889031234567778</c:v>
                </c:pt>
                <c:pt idx="524">
                  <c:v>18.923595373471684</c:v>
                </c:pt>
                <c:pt idx="525">
                  <c:v>18.936725218097738</c:v>
                </c:pt>
                <c:pt idx="526">
                  <c:v>18.944848393204172</c:v>
                </c:pt>
                <c:pt idx="527">
                  <c:v>18.92886633650156</c:v>
                </c:pt>
                <c:pt idx="528">
                  <c:v>18.939628575786596</c:v>
                </c:pt>
                <c:pt idx="529">
                  <c:v>18.957966130897844</c:v>
                </c:pt>
                <c:pt idx="530">
                  <c:v>18.934584761868994</c:v>
                </c:pt>
                <c:pt idx="531">
                  <c:v>18.920223963424217</c:v>
                </c:pt>
                <c:pt idx="532">
                  <c:v>18.92113824271912</c:v>
                </c:pt>
                <c:pt idx="533">
                  <c:v>18.905579269769138</c:v>
                </c:pt>
                <c:pt idx="534">
                  <c:v>18.893724853407285</c:v>
                </c:pt>
                <c:pt idx="535">
                  <c:v>18.904927883863056</c:v>
                </c:pt>
                <c:pt idx="536">
                  <c:v>18.896777200488494</c:v>
                </c:pt>
                <c:pt idx="537">
                  <c:v>18.908136220943774</c:v>
                </c:pt>
                <c:pt idx="538">
                  <c:v>18.912193361052442</c:v>
                </c:pt>
                <c:pt idx="539">
                  <c:v>18.937413666041717</c:v>
                </c:pt>
                <c:pt idx="540">
                  <c:v>18.941922715932492</c:v>
                </c:pt>
                <c:pt idx="541">
                  <c:v>18.93296408013175</c:v>
                </c:pt>
                <c:pt idx="542">
                  <c:v>18.951709811820386</c:v>
                </c:pt>
                <c:pt idx="543">
                  <c:v>18.986358699250953</c:v>
                </c:pt>
                <c:pt idx="544">
                  <c:v>19.038603818674719</c:v>
                </c:pt>
                <c:pt idx="545">
                  <c:v>19.057843710868664</c:v>
                </c:pt>
                <c:pt idx="546">
                  <c:v>19.033670037829634</c:v>
                </c:pt>
                <c:pt idx="547">
                  <c:v>19.025170724218576</c:v>
                </c:pt>
                <c:pt idx="548">
                  <c:v>19.036418558560161</c:v>
                </c:pt>
                <c:pt idx="549">
                  <c:v>19.086088031070176</c:v>
                </c:pt>
                <c:pt idx="550">
                  <c:v>19.105428649647116</c:v>
                </c:pt>
                <c:pt idx="551">
                  <c:v>19.127962780489622</c:v>
                </c:pt>
                <c:pt idx="552">
                  <c:v>19.134160376827033</c:v>
                </c:pt>
                <c:pt idx="553">
                  <c:v>19.167584405085108</c:v>
                </c:pt>
                <c:pt idx="554">
                  <c:v>19.162386660170103</c:v>
                </c:pt>
                <c:pt idx="555">
                  <c:v>19.168824336153012</c:v>
                </c:pt>
                <c:pt idx="556">
                  <c:v>19.127249377440123</c:v>
                </c:pt>
                <c:pt idx="557">
                  <c:v>19.093625873058073</c:v>
                </c:pt>
                <c:pt idx="558">
                  <c:v>19.116094198193284</c:v>
                </c:pt>
                <c:pt idx="559">
                  <c:v>19.155953102191404</c:v>
                </c:pt>
                <c:pt idx="560">
                  <c:v>19.150912170876747</c:v>
                </c:pt>
                <c:pt idx="561">
                  <c:v>19.114876421988033</c:v>
                </c:pt>
                <c:pt idx="562">
                  <c:v>19.110883852185388</c:v>
                </c:pt>
                <c:pt idx="563">
                  <c:v>19.110012070693941</c:v>
                </c:pt>
                <c:pt idx="564">
                  <c:v>19.041154428122873</c:v>
                </c:pt>
                <c:pt idx="565">
                  <c:v>19.003101845491823</c:v>
                </c:pt>
                <c:pt idx="566">
                  <c:v>19.039151760315026</c:v>
                </c:pt>
                <c:pt idx="567">
                  <c:v>19.054494455683852</c:v>
                </c:pt>
                <c:pt idx="568">
                  <c:v>19.043955988747637</c:v>
                </c:pt>
                <c:pt idx="569">
                  <c:v>19.072456860611485</c:v>
                </c:pt>
                <c:pt idx="570">
                  <c:v>19.071864279805538</c:v>
                </c:pt>
                <c:pt idx="571">
                  <c:v>19.042466836064886</c:v>
                </c:pt>
                <c:pt idx="572">
                  <c:v>19.030122706642274</c:v>
                </c:pt>
                <c:pt idx="573">
                  <c:v>19.019642797725936</c:v>
                </c:pt>
                <c:pt idx="574">
                  <c:v>19.003044111072786</c:v>
                </c:pt>
                <c:pt idx="575">
                  <c:v>18.900112866259413</c:v>
                </c:pt>
                <c:pt idx="576">
                  <c:v>18.788472207260138</c:v>
                </c:pt>
                <c:pt idx="577">
                  <c:v>18.666437540912369</c:v>
                </c:pt>
                <c:pt idx="578">
                  <c:v>18.789539429231439</c:v>
                </c:pt>
                <c:pt idx="579">
                  <c:v>18.990032206087331</c:v>
                </c:pt>
                <c:pt idx="580">
                  <c:v>18.486578971296193</c:v>
                </c:pt>
                <c:pt idx="581">
                  <c:v>17.987187143895586</c:v>
                </c:pt>
                <c:pt idx="582">
                  <c:v>17.890955783835746</c:v>
                </c:pt>
                <c:pt idx="583">
                  <c:v>18.657540139834243</c:v>
                </c:pt>
                <c:pt idx="584">
                  <c:v>18.690981093089626</c:v>
                </c:pt>
                <c:pt idx="585">
                  <c:v>18.655714669747592</c:v>
                </c:pt>
                <c:pt idx="586">
                  <c:v>17.903094527798341</c:v>
                </c:pt>
                <c:pt idx="587">
                  <c:v>18.034232585516122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014F-48C8-BF04-9E4E678005A5}"/>
            </c:ext>
          </c:extLst>
        </c:ser>
        <c:ser>
          <c:idx val="18"/>
          <c:order val="18"/>
          <c:tx>
            <c:strRef>
              <c:f>Sheet2!$T$1</c:f>
              <c:strCache>
                <c:ptCount val="1"/>
                <c:pt idx="0">
                  <c:v>S19_z/O-PTIR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Sheet2!$T$2:$T$589</c:f>
              <c:numCache>
                <c:formatCode>General</c:formatCode>
                <c:ptCount val="588"/>
                <c:pt idx="0">
                  <c:v>18.948361364451237</c:v>
                </c:pt>
                <c:pt idx="1">
                  <c:v>19.186250334543498</c:v>
                </c:pt>
                <c:pt idx="2">
                  <c:v>19.340314657530076</c:v>
                </c:pt>
                <c:pt idx="3">
                  <c:v>19.408399958511787</c:v>
                </c:pt>
                <c:pt idx="4">
                  <c:v>19.43606717068695</c:v>
                </c:pt>
                <c:pt idx="5">
                  <c:v>19.533973434594696</c:v>
                </c:pt>
                <c:pt idx="6">
                  <c:v>19.566347258837009</c:v>
                </c:pt>
                <c:pt idx="7">
                  <c:v>19.592997927104435</c:v>
                </c:pt>
                <c:pt idx="8">
                  <c:v>19.626137740597557</c:v>
                </c:pt>
                <c:pt idx="9">
                  <c:v>19.672828235898244</c:v>
                </c:pt>
                <c:pt idx="10">
                  <c:v>19.709350399516907</c:v>
                </c:pt>
                <c:pt idx="11">
                  <c:v>19.7406744148984</c:v>
                </c:pt>
                <c:pt idx="12">
                  <c:v>19.731611471408737</c:v>
                </c:pt>
                <c:pt idx="13">
                  <c:v>19.732628772903404</c:v>
                </c:pt>
                <c:pt idx="14">
                  <c:v>19.753901813704417</c:v>
                </c:pt>
                <c:pt idx="15">
                  <c:v>19.777374749187075</c:v>
                </c:pt>
                <c:pt idx="16">
                  <c:v>19.805155392786091</c:v>
                </c:pt>
                <c:pt idx="17">
                  <c:v>19.818618469996736</c:v>
                </c:pt>
                <c:pt idx="18">
                  <c:v>19.827761304471018</c:v>
                </c:pt>
                <c:pt idx="19">
                  <c:v>19.864498071803538</c:v>
                </c:pt>
                <c:pt idx="20">
                  <c:v>19.893371706717993</c:v>
                </c:pt>
                <c:pt idx="21">
                  <c:v>19.922461460520147</c:v>
                </c:pt>
                <c:pt idx="22">
                  <c:v>19.943482913591151</c:v>
                </c:pt>
                <c:pt idx="23">
                  <c:v>19.960858858388132</c:v>
                </c:pt>
                <c:pt idx="24">
                  <c:v>19.973757326726442</c:v>
                </c:pt>
                <c:pt idx="25">
                  <c:v>19.996032104054425</c:v>
                </c:pt>
                <c:pt idx="26">
                  <c:v>20.019282791082457</c:v>
                </c:pt>
                <c:pt idx="27">
                  <c:v>20.039132257183404</c:v>
                </c:pt>
                <c:pt idx="28">
                  <c:v>20.03418094454009</c:v>
                </c:pt>
                <c:pt idx="29">
                  <c:v>20.046038626189119</c:v>
                </c:pt>
                <c:pt idx="30">
                  <c:v>20.063636750569188</c:v>
                </c:pt>
                <c:pt idx="31">
                  <c:v>20.072569457979615</c:v>
                </c:pt>
                <c:pt idx="32">
                  <c:v>20.077199760382143</c:v>
                </c:pt>
                <c:pt idx="33">
                  <c:v>20.074487323711246</c:v>
                </c:pt>
                <c:pt idx="34">
                  <c:v>20.087330143846472</c:v>
                </c:pt>
                <c:pt idx="35">
                  <c:v>20.105097072367318</c:v>
                </c:pt>
                <c:pt idx="36">
                  <c:v>20.129935592714659</c:v>
                </c:pt>
                <c:pt idx="37">
                  <c:v>20.163242901789324</c:v>
                </c:pt>
                <c:pt idx="38">
                  <c:v>20.211338789703927</c:v>
                </c:pt>
                <c:pt idx="39">
                  <c:v>20.242276160268478</c:v>
                </c:pt>
                <c:pt idx="40">
                  <c:v>20.266355991748089</c:v>
                </c:pt>
                <c:pt idx="41">
                  <c:v>20.299880590526609</c:v>
                </c:pt>
                <c:pt idx="42">
                  <c:v>20.331766046689669</c:v>
                </c:pt>
                <c:pt idx="43">
                  <c:v>20.35661875457393</c:v>
                </c:pt>
                <c:pt idx="44">
                  <c:v>20.37543542308406</c:v>
                </c:pt>
                <c:pt idx="45">
                  <c:v>20.388506690112376</c:v>
                </c:pt>
                <c:pt idx="46">
                  <c:v>20.401199025936059</c:v>
                </c:pt>
                <c:pt idx="47">
                  <c:v>20.427441836952692</c:v>
                </c:pt>
                <c:pt idx="48">
                  <c:v>20.449035405893728</c:v>
                </c:pt>
                <c:pt idx="49">
                  <c:v>20.463347049329791</c:v>
                </c:pt>
                <c:pt idx="50">
                  <c:v>20.475978227227323</c:v>
                </c:pt>
                <c:pt idx="51">
                  <c:v>20.480816866033706</c:v>
                </c:pt>
                <c:pt idx="52">
                  <c:v>20.499175125583811</c:v>
                </c:pt>
                <c:pt idx="53">
                  <c:v>20.512958386576777</c:v>
                </c:pt>
                <c:pt idx="54">
                  <c:v>20.515337485001496</c:v>
                </c:pt>
                <c:pt idx="55">
                  <c:v>20.506951961964184</c:v>
                </c:pt>
                <c:pt idx="56">
                  <c:v>20.504163353371734</c:v>
                </c:pt>
                <c:pt idx="57">
                  <c:v>20.49455136597744</c:v>
                </c:pt>
                <c:pt idx="58">
                  <c:v>20.480525401682925</c:v>
                </c:pt>
                <c:pt idx="59">
                  <c:v>20.494394752098962</c:v>
                </c:pt>
                <c:pt idx="60">
                  <c:v>20.512074764738266</c:v>
                </c:pt>
                <c:pt idx="61">
                  <c:v>20.514606895721464</c:v>
                </c:pt>
                <c:pt idx="62">
                  <c:v>20.521398042643327</c:v>
                </c:pt>
                <c:pt idx="63">
                  <c:v>20.520333701887889</c:v>
                </c:pt>
                <c:pt idx="64">
                  <c:v>20.510100630959712</c:v>
                </c:pt>
                <c:pt idx="65">
                  <c:v>20.505478111041029</c:v>
                </c:pt>
                <c:pt idx="66">
                  <c:v>20.501739212960853</c:v>
                </c:pt>
                <c:pt idx="67">
                  <c:v>20.507715747325747</c:v>
                </c:pt>
                <c:pt idx="68">
                  <c:v>20.514054545982972</c:v>
                </c:pt>
                <c:pt idx="69">
                  <c:v>20.51980325329863</c:v>
                </c:pt>
                <c:pt idx="70">
                  <c:v>20.529181766177544</c:v>
                </c:pt>
                <c:pt idx="71">
                  <c:v>20.520729850977141</c:v>
                </c:pt>
                <c:pt idx="72">
                  <c:v>20.517691927415463</c:v>
                </c:pt>
                <c:pt idx="73">
                  <c:v>20.511281502358223</c:v>
                </c:pt>
                <c:pt idx="74">
                  <c:v>20.483909611339996</c:v>
                </c:pt>
                <c:pt idx="75">
                  <c:v>20.454217989163194</c:v>
                </c:pt>
                <c:pt idx="76">
                  <c:v>20.428297359203505</c:v>
                </c:pt>
                <c:pt idx="77">
                  <c:v>20.40568641989627</c:v>
                </c:pt>
                <c:pt idx="78">
                  <c:v>20.392031810937159</c:v>
                </c:pt>
                <c:pt idx="79">
                  <c:v>20.38489272500297</c:v>
                </c:pt>
                <c:pt idx="80">
                  <c:v>20.38020519035198</c:v>
                </c:pt>
                <c:pt idx="81">
                  <c:v>20.368717142249892</c:v>
                </c:pt>
                <c:pt idx="82">
                  <c:v>20.339005409583862</c:v>
                </c:pt>
                <c:pt idx="83">
                  <c:v>20.314523506062692</c:v>
                </c:pt>
                <c:pt idx="84">
                  <c:v>20.293338620830912</c:v>
                </c:pt>
                <c:pt idx="85">
                  <c:v>20.285296491284377</c:v>
                </c:pt>
                <c:pt idx="86">
                  <c:v>20.271319288039095</c:v>
                </c:pt>
                <c:pt idx="87">
                  <c:v>20.247353370084106</c:v>
                </c:pt>
                <c:pt idx="88">
                  <c:v>20.220729561716681</c:v>
                </c:pt>
                <c:pt idx="89">
                  <c:v>20.194693916287747</c:v>
                </c:pt>
                <c:pt idx="90">
                  <c:v>20.168682789126507</c:v>
                </c:pt>
                <c:pt idx="91">
                  <c:v>20.147140116252402</c:v>
                </c:pt>
                <c:pt idx="92">
                  <c:v>20.127692102349165</c:v>
                </c:pt>
                <c:pt idx="93">
                  <c:v>20.098428103554696</c:v>
                </c:pt>
                <c:pt idx="94">
                  <c:v>20.072377995102684</c:v>
                </c:pt>
                <c:pt idx="95">
                  <c:v>20.047915168997669</c:v>
                </c:pt>
                <c:pt idx="96">
                  <c:v>20.020268756027122</c:v>
                </c:pt>
                <c:pt idx="97">
                  <c:v>19.99591481582442</c:v>
                </c:pt>
                <c:pt idx="98">
                  <c:v>19.97168918329788</c:v>
                </c:pt>
                <c:pt idx="99">
                  <c:v>19.94197834596185</c:v>
                </c:pt>
                <c:pt idx="100">
                  <c:v>19.907928670574069</c:v>
                </c:pt>
                <c:pt idx="101">
                  <c:v>19.888131064741589</c:v>
                </c:pt>
                <c:pt idx="102">
                  <c:v>19.868697651604506</c:v>
                </c:pt>
                <c:pt idx="103">
                  <c:v>19.851076455259051</c:v>
                </c:pt>
                <c:pt idx="104">
                  <c:v>19.836448622589891</c:v>
                </c:pt>
                <c:pt idx="105">
                  <c:v>19.810954031967135</c:v>
                </c:pt>
                <c:pt idx="106">
                  <c:v>19.770699375321371</c:v>
                </c:pt>
                <c:pt idx="107">
                  <c:v>19.753715791679024</c:v>
                </c:pt>
                <c:pt idx="108">
                  <c:v>19.762088297995575</c:v>
                </c:pt>
                <c:pt idx="109">
                  <c:v>19.75188098502278</c:v>
                </c:pt>
                <c:pt idx="110">
                  <c:v>19.72364558265528</c:v>
                </c:pt>
                <c:pt idx="111">
                  <c:v>19.696555651715528</c:v>
                </c:pt>
                <c:pt idx="112">
                  <c:v>19.684606577534957</c:v>
                </c:pt>
                <c:pt idx="113">
                  <c:v>19.674255874019078</c:v>
                </c:pt>
                <c:pt idx="114">
                  <c:v>19.660146299676867</c:v>
                </c:pt>
                <c:pt idx="115">
                  <c:v>19.629482211376946</c:v>
                </c:pt>
                <c:pt idx="116">
                  <c:v>19.590524750158163</c:v>
                </c:pt>
                <c:pt idx="117">
                  <c:v>19.581215246560795</c:v>
                </c:pt>
                <c:pt idx="118">
                  <c:v>19.581256156254646</c:v>
                </c:pt>
                <c:pt idx="119">
                  <c:v>19.575682520389762</c:v>
                </c:pt>
                <c:pt idx="120">
                  <c:v>19.563205476995321</c:v>
                </c:pt>
                <c:pt idx="121">
                  <c:v>19.538068983936814</c:v>
                </c:pt>
                <c:pt idx="122">
                  <c:v>19.516441013662323</c:v>
                </c:pt>
                <c:pt idx="123">
                  <c:v>19.499213900259964</c:v>
                </c:pt>
                <c:pt idx="124">
                  <c:v>19.485726855753935</c:v>
                </c:pt>
                <c:pt idx="125">
                  <c:v>19.478085110896263</c:v>
                </c:pt>
                <c:pt idx="126">
                  <c:v>19.466663627136104</c:v>
                </c:pt>
                <c:pt idx="127">
                  <c:v>19.453353306997776</c:v>
                </c:pt>
                <c:pt idx="128">
                  <c:v>19.439008088686705</c:v>
                </c:pt>
                <c:pt idx="129">
                  <c:v>19.432823458968333</c:v>
                </c:pt>
                <c:pt idx="130">
                  <c:v>19.425201549113741</c:v>
                </c:pt>
                <c:pt idx="131">
                  <c:v>19.432161706790996</c:v>
                </c:pt>
                <c:pt idx="132">
                  <c:v>19.434879239955741</c:v>
                </c:pt>
                <c:pt idx="133">
                  <c:v>19.440187685961764</c:v>
                </c:pt>
                <c:pt idx="134">
                  <c:v>19.439987751885599</c:v>
                </c:pt>
                <c:pt idx="135">
                  <c:v>19.435479145491538</c:v>
                </c:pt>
                <c:pt idx="136">
                  <c:v>19.436484979875047</c:v>
                </c:pt>
                <c:pt idx="137">
                  <c:v>19.441296138937584</c:v>
                </c:pt>
                <c:pt idx="138">
                  <c:v>19.440598539124476</c:v>
                </c:pt>
                <c:pt idx="139">
                  <c:v>19.504354058661747</c:v>
                </c:pt>
                <c:pt idx="140">
                  <c:v>19.561488475105623</c:v>
                </c:pt>
                <c:pt idx="141">
                  <c:v>19.612982312549235</c:v>
                </c:pt>
                <c:pt idx="142">
                  <c:v>19.616173268669385</c:v>
                </c:pt>
                <c:pt idx="143">
                  <c:v>19.622205244622752</c:v>
                </c:pt>
                <c:pt idx="144">
                  <c:v>19.632595136044017</c:v>
                </c:pt>
                <c:pt idx="145">
                  <c:v>19.647960582890132</c:v>
                </c:pt>
                <c:pt idx="146">
                  <c:v>19.65920234637067</c:v>
                </c:pt>
                <c:pt idx="147">
                  <c:v>19.658778442051418</c:v>
                </c:pt>
                <c:pt idx="148">
                  <c:v>19.668315841569566</c:v>
                </c:pt>
                <c:pt idx="149">
                  <c:v>19.690411208539849</c:v>
                </c:pt>
                <c:pt idx="150">
                  <c:v>19.712456230415519</c:v>
                </c:pt>
                <c:pt idx="151">
                  <c:v>19.716597269408791</c:v>
                </c:pt>
                <c:pt idx="152">
                  <c:v>19.724072861679918</c:v>
                </c:pt>
                <c:pt idx="153">
                  <c:v>19.73021399902175</c:v>
                </c:pt>
                <c:pt idx="154">
                  <c:v>19.741438269131514</c:v>
                </c:pt>
                <c:pt idx="155">
                  <c:v>19.751483802860456</c:v>
                </c:pt>
                <c:pt idx="156">
                  <c:v>19.757264397698425</c:v>
                </c:pt>
                <c:pt idx="157">
                  <c:v>19.759343836059291</c:v>
                </c:pt>
                <c:pt idx="158">
                  <c:v>19.763189140666398</c:v>
                </c:pt>
                <c:pt idx="159">
                  <c:v>19.76672156187426</c:v>
                </c:pt>
                <c:pt idx="160">
                  <c:v>19.767558902038914</c:v>
                </c:pt>
                <c:pt idx="161">
                  <c:v>19.754637223992145</c:v>
                </c:pt>
                <c:pt idx="162">
                  <c:v>19.750989511828895</c:v>
                </c:pt>
                <c:pt idx="163">
                  <c:v>19.745144797588615</c:v>
                </c:pt>
                <c:pt idx="164">
                  <c:v>19.735789287803552</c:v>
                </c:pt>
                <c:pt idx="165">
                  <c:v>19.718810662911974</c:v>
                </c:pt>
                <c:pt idx="166">
                  <c:v>19.720442298529743</c:v>
                </c:pt>
                <c:pt idx="167">
                  <c:v>19.727901705989332</c:v>
                </c:pt>
                <c:pt idx="168">
                  <c:v>19.722581517386001</c:v>
                </c:pt>
                <c:pt idx="169">
                  <c:v>19.709822445041546</c:v>
                </c:pt>
                <c:pt idx="170">
                  <c:v>19.69893192640718</c:v>
                </c:pt>
                <c:pt idx="171">
                  <c:v>19.689286949545952</c:v>
                </c:pt>
                <c:pt idx="172">
                  <c:v>19.686011901277332</c:v>
                </c:pt>
                <c:pt idx="173">
                  <c:v>19.680190534488595</c:v>
                </c:pt>
                <c:pt idx="174">
                  <c:v>19.678475082208511</c:v>
                </c:pt>
                <c:pt idx="175">
                  <c:v>19.669130591869603</c:v>
                </c:pt>
                <c:pt idx="176">
                  <c:v>19.658859159494501</c:v>
                </c:pt>
                <c:pt idx="177">
                  <c:v>19.658997522415277</c:v>
                </c:pt>
                <c:pt idx="178">
                  <c:v>19.659914615821474</c:v>
                </c:pt>
                <c:pt idx="179">
                  <c:v>19.661014838648448</c:v>
                </c:pt>
                <c:pt idx="180">
                  <c:v>19.654991678252006</c:v>
                </c:pt>
                <c:pt idx="181">
                  <c:v>19.652905077251138</c:v>
                </c:pt>
                <c:pt idx="182">
                  <c:v>19.662419404803899</c:v>
                </c:pt>
                <c:pt idx="183">
                  <c:v>19.671419399707407</c:v>
                </c:pt>
                <c:pt idx="184">
                  <c:v>19.680639852405537</c:v>
                </c:pt>
                <c:pt idx="185">
                  <c:v>19.692143258860703</c:v>
                </c:pt>
                <c:pt idx="186">
                  <c:v>19.703187223282768</c:v>
                </c:pt>
                <c:pt idx="187">
                  <c:v>19.709709771204615</c:v>
                </c:pt>
                <c:pt idx="188">
                  <c:v>19.723806673183752</c:v>
                </c:pt>
                <c:pt idx="189">
                  <c:v>19.729953389120197</c:v>
                </c:pt>
                <c:pt idx="190">
                  <c:v>19.725494645719984</c:v>
                </c:pt>
                <c:pt idx="191">
                  <c:v>19.726021306374626</c:v>
                </c:pt>
                <c:pt idx="192">
                  <c:v>19.720909867404384</c:v>
                </c:pt>
                <c:pt idx="193">
                  <c:v>19.722135918532132</c:v>
                </c:pt>
                <c:pt idx="194">
                  <c:v>19.726093690361552</c:v>
                </c:pt>
                <c:pt idx="195">
                  <c:v>19.738792362366773</c:v>
                </c:pt>
                <c:pt idx="196">
                  <c:v>19.743626662266234</c:v>
                </c:pt>
                <c:pt idx="197">
                  <c:v>19.75606004110529</c:v>
                </c:pt>
                <c:pt idx="198">
                  <c:v>19.772866831508399</c:v>
                </c:pt>
                <c:pt idx="199">
                  <c:v>19.793235520137831</c:v>
                </c:pt>
                <c:pt idx="200">
                  <c:v>19.819184662914452</c:v>
                </c:pt>
                <c:pt idx="201">
                  <c:v>19.852276404073724</c:v>
                </c:pt>
                <c:pt idx="202">
                  <c:v>19.89528206545193</c:v>
                </c:pt>
                <c:pt idx="203">
                  <c:v>19.934869219146893</c:v>
                </c:pt>
                <c:pt idx="204">
                  <c:v>19.976155984668093</c:v>
                </c:pt>
                <c:pt idx="205">
                  <c:v>20.006295822817222</c:v>
                </c:pt>
                <c:pt idx="206">
                  <c:v>20.02824711052904</c:v>
                </c:pt>
                <c:pt idx="207">
                  <c:v>20.047740097546892</c:v>
                </c:pt>
                <c:pt idx="208">
                  <c:v>20.057484938138895</c:v>
                </c:pt>
                <c:pt idx="209">
                  <c:v>20.045861419720648</c:v>
                </c:pt>
                <c:pt idx="210">
                  <c:v>20.005833212693354</c:v>
                </c:pt>
                <c:pt idx="211">
                  <c:v>19.953143455420072</c:v>
                </c:pt>
                <c:pt idx="212">
                  <c:v>19.913498518504337</c:v>
                </c:pt>
                <c:pt idx="213">
                  <c:v>19.885919737384558</c:v>
                </c:pt>
                <c:pt idx="214">
                  <c:v>19.873517488480889</c:v>
                </c:pt>
                <c:pt idx="215">
                  <c:v>19.863560661293491</c:v>
                </c:pt>
                <c:pt idx="216">
                  <c:v>19.856080730115444</c:v>
                </c:pt>
                <c:pt idx="217">
                  <c:v>19.868021884069091</c:v>
                </c:pt>
                <c:pt idx="218">
                  <c:v>19.882858535242875</c:v>
                </c:pt>
                <c:pt idx="219">
                  <c:v>19.89459603605728</c:v>
                </c:pt>
                <c:pt idx="220">
                  <c:v>19.932342391272158</c:v>
                </c:pt>
                <c:pt idx="221">
                  <c:v>19.958158818594157</c:v>
                </c:pt>
                <c:pt idx="222">
                  <c:v>19.972219080914829</c:v>
                </c:pt>
                <c:pt idx="223">
                  <c:v>19.980531393506762</c:v>
                </c:pt>
                <c:pt idx="224">
                  <c:v>19.986369151721657</c:v>
                </c:pt>
                <c:pt idx="225">
                  <c:v>19.981425208332961</c:v>
                </c:pt>
                <c:pt idx="226">
                  <c:v>20.000109161388465</c:v>
                </c:pt>
                <c:pt idx="227">
                  <c:v>20.021596048316415</c:v>
                </c:pt>
                <c:pt idx="228">
                  <c:v>20.027035178066676</c:v>
                </c:pt>
                <c:pt idx="229">
                  <c:v>20.02526469742736</c:v>
                </c:pt>
                <c:pt idx="230">
                  <c:v>20.025931029562006</c:v>
                </c:pt>
                <c:pt idx="231">
                  <c:v>20.01952625197093</c:v>
                </c:pt>
                <c:pt idx="232">
                  <c:v>20.023965573597295</c:v>
                </c:pt>
                <c:pt idx="233">
                  <c:v>20.028356685146736</c:v>
                </c:pt>
                <c:pt idx="234">
                  <c:v>20.028833276192913</c:v>
                </c:pt>
                <c:pt idx="235">
                  <c:v>20.024062957952687</c:v>
                </c:pt>
                <c:pt idx="236">
                  <c:v>20.015182455168418</c:v>
                </c:pt>
                <c:pt idx="237">
                  <c:v>19.997762983559124</c:v>
                </c:pt>
                <c:pt idx="238">
                  <c:v>19.968208553486946</c:v>
                </c:pt>
                <c:pt idx="239">
                  <c:v>19.94278042389881</c:v>
                </c:pt>
                <c:pt idx="240">
                  <c:v>19.918253822749179</c:v>
                </c:pt>
                <c:pt idx="241">
                  <c:v>19.884866278332201</c:v>
                </c:pt>
                <c:pt idx="242">
                  <c:v>19.838197270951515</c:v>
                </c:pt>
                <c:pt idx="243">
                  <c:v>19.807316168433889</c:v>
                </c:pt>
                <c:pt idx="244">
                  <c:v>19.797596603696501</c:v>
                </c:pt>
                <c:pt idx="245">
                  <c:v>19.794650210409436</c:v>
                </c:pt>
                <c:pt idx="246">
                  <c:v>19.785780933685938</c:v>
                </c:pt>
                <c:pt idx="247">
                  <c:v>19.796105259402584</c:v>
                </c:pt>
                <c:pt idx="248">
                  <c:v>19.809706837277076</c:v>
                </c:pt>
                <c:pt idx="249">
                  <c:v>19.814992727854253</c:v>
                </c:pt>
                <c:pt idx="250">
                  <c:v>19.801076958021284</c:v>
                </c:pt>
                <c:pt idx="251">
                  <c:v>19.811351420744082</c:v>
                </c:pt>
                <c:pt idx="252">
                  <c:v>19.833695827197452</c:v>
                </c:pt>
                <c:pt idx="253">
                  <c:v>19.847360422529643</c:v>
                </c:pt>
                <c:pt idx="254">
                  <c:v>19.848703073172015</c:v>
                </c:pt>
                <c:pt idx="255">
                  <c:v>19.851905944068321</c:v>
                </c:pt>
                <c:pt idx="256">
                  <c:v>19.868268581919871</c:v>
                </c:pt>
                <c:pt idx="257">
                  <c:v>19.91286304081892</c:v>
                </c:pt>
                <c:pt idx="258">
                  <c:v>19.956768302232554</c:v>
                </c:pt>
                <c:pt idx="259">
                  <c:v>20</c:v>
                </c:pt>
                <c:pt idx="260">
                  <c:v>19.985869833067788</c:v>
                </c:pt>
                <c:pt idx="261">
                  <c:v>19.984126418943088</c:v>
                </c:pt>
                <c:pt idx="262">
                  <c:v>19.973654845877206</c:v>
                </c:pt>
                <c:pt idx="263">
                  <c:v>19.952570168733892</c:v>
                </c:pt>
                <c:pt idx="264">
                  <c:v>19.939547662754808</c:v>
                </c:pt>
                <c:pt idx="265">
                  <c:v>19.936311113676194</c:v>
                </c:pt>
                <c:pt idx="266">
                  <c:v>19.918774835937665</c:v>
                </c:pt>
                <c:pt idx="267">
                  <c:v>19.893296361254912</c:v>
                </c:pt>
                <c:pt idx="268">
                  <c:v>19.877182418528758</c:v>
                </c:pt>
                <c:pt idx="269">
                  <c:v>19.871727448324652</c:v>
                </c:pt>
                <c:pt idx="270">
                  <c:v>19.827332579144073</c:v>
                </c:pt>
                <c:pt idx="271">
                  <c:v>19.783246874299664</c:v>
                </c:pt>
                <c:pt idx="272">
                  <c:v>19.755466092957569</c:v>
                </c:pt>
                <c:pt idx="273">
                  <c:v>19.755972229893747</c:v>
                </c:pt>
                <c:pt idx="274">
                  <c:v>19.766390771875013</c:v>
                </c:pt>
                <c:pt idx="275">
                  <c:v>19.783833039963536</c:v>
                </c:pt>
                <c:pt idx="276">
                  <c:v>19.799474041835051</c:v>
                </c:pt>
                <c:pt idx="277">
                  <c:v>19.814044779998824</c:v>
                </c:pt>
                <c:pt idx="278">
                  <c:v>19.877480907776466</c:v>
                </c:pt>
                <c:pt idx="279">
                  <c:v>19.91002828829571</c:v>
                </c:pt>
                <c:pt idx="280">
                  <c:v>19.936187144906956</c:v>
                </c:pt>
                <c:pt idx="281">
                  <c:v>19.970573395503212</c:v>
                </c:pt>
                <c:pt idx="282">
                  <c:v>20.033872537790845</c:v>
                </c:pt>
                <c:pt idx="283">
                  <c:v>20.106536143163542</c:v>
                </c:pt>
                <c:pt idx="284">
                  <c:v>20.150455316627944</c:v>
                </c:pt>
                <c:pt idx="285">
                  <c:v>20.155300498230481</c:v>
                </c:pt>
                <c:pt idx="286">
                  <c:v>20.215488024410277</c:v>
                </c:pt>
                <c:pt idx="287">
                  <c:v>20.397082160852783</c:v>
                </c:pt>
                <c:pt idx="288">
                  <c:v>20.446751074705926</c:v>
                </c:pt>
                <c:pt idx="289">
                  <c:v>20.515296575307659</c:v>
                </c:pt>
                <c:pt idx="290">
                  <c:v>20.608216126601317</c:v>
                </c:pt>
                <c:pt idx="291">
                  <c:v>20.709117475973816</c:v>
                </c:pt>
                <c:pt idx="292">
                  <c:v>20.685140538572679</c:v>
                </c:pt>
                <c:pt idx="293">
                  <c:v>20.713596605349416</c:v>
                </c:pt>
                <c:pt idx="294">
                  <c:v>20.754925589123694</c:v>
                </c:pt>
                <c:pt idx="295">
                  <c:v>20.804042290981425</c:v>
                </c:pt>
                <c:pt idx="296">
                  <c:v>20.862420010873436</c:v>
                </c:pt>
                <c:pt idx="297">
                  <c:v>20.914555490005149</c:v>
                </c:pt>
                <c:pt idx="298">
                  <c:v>20.924578502741024</c:v>
                </c:pt>
                <c:pt idx="299">
                  <c:v>20.993846052552019</c:v>
                </c:pt>
                <c:pt idx="300">
                  <c:v>21.032242899447688</c:v>
                </c:pt>
                <c:pt idx="301">
                  <c:v>20.984098525970019</c:v>
                </c:pt>
                <c:pt idx="302">
                  <c:v>20.993377450604292</c:v>
                </c:pt>
                <c:pt idx="303">
                  <c:v>21.120340203361128</c:v>
                </c:pt>
                <c:pt idx="304">
                  <c:v>21.19543566275701</c:v>
                </c:pt>
                <c:pt idx="305">
                  <c:v>21.236106372366642</c:v>
                </c:pt>
                <c:pt idx="306">
                  <c:v>21.196814746443238</c:v>
                </c:pt>
                <c:pt idx="307">
                  <c:v>21.200574030498792</c:v>
                </c:pt>
                <c:pt idx="308">
                  <c:v>21.203295007240463</c:v>
                </c:pt>
                <c:pt idx="309">
                  <c:v>21.194710858686211</c:v>
                </c:pt>
                <c:pt idx="310">
                  <c:v>21.191271000826049</c:v>
                </c:pt>
                <c:pt idx="311">
                  <c:v>21.156135083533599</c:v>
                </c:pt>
                <c:pt idx="312">
                  <c:v>21.289561567918419</c:v>
                </c:pt>
                <c:pt idx="313">
                  <c:v>21.239822956068362</c:v>
                </c:pt>
                <c:pt idx="314">
                  <c:v>21.190676914935246</c:v>
                </c:pt>
                <c:pt idx="315">
                  <c:v>21.191109979169116</c:v>
                </c:pt>
                <c:pt idx="316">
                  <c:v>21.132091616226305</c:v>
                </c:pt>
                <c:pt idx="317">
                  <c:v>21.18145336301788</c:v>
                </c:pt>
                <c:pt idx="318">
                  <c:v>21.181888080168676</c:v>
                </c:pt>
                <c:pt idx="319">
                  <c:v>21.13916307030971</c:v>
                </c:pt>
                <c:pt idx="320">
                  <c:v>21.153186555228842</c:v>
                </c:pt>
                <c:pt idx="321">
                  <c:v>21.235731435711234</c:v>
                </c:pt>
                <c:pt idx="322">
                  <c:v>21.272923581656091</c:v>
                </c:pt>
                <c:pt idx="323">
                  <c:v>21.273661333576129</c:v>
                </c:pt>
                <c:pt idx="324">
                  <c:v>21.287725865932185</c:v>
                </c:pt>
                <c:pt idx="325">
                  <c:v>21.337800295403799</c:v>
                </c:pt>
                <c:pt idx="326">
                  <c:v>21.376439432371793</c:v>
                </c:pt>
                <c:pt idx="327">
                  <c:v>21.39908026192672</c:v>
                </c:pt>
                <c:pt idx="328">
                  <c:v>21.399645559514447</c:v>
                </c:pt>
                <c:pt idx="329">
                  <c:v>21.397588504403583</c:v>
                </c:pt>
                <c:pt idx="330">
                  <c:v>21.404603208339303</c:v>
                </c:pt>
                <c:pt idx="331">
                  <c:v>21.3947810250096</c:v>
                </c:pt>
                <c:pt idx="332">
                  <c:v>21.361816902811103</c:v>
                </c:pt>
                <c:pt idx="333">
                  <c:v>21.312545928707209</c:v>
                </c:pt>
                <c:pt idx="334">
                  <c:v>21.27844735452712</c:v>
                </c:pt>
                <c:pt idx="335">
                  <c:v>21.230756569001773</c:v>
                </c:pt>
                <c:pt idx="336">
                  <c:v>21.188840248747475</c:v>
                </c:pt>
                <c:pt idx="337">
                  <c:v>21.164379557660148</c:v>
                </c:pt>
                <c:pt idx="338">
                  <c:v>21.139321061618947</c:v>
                </c:pt>
                <c:pt idx="339">
                  <c:v>21.107322793875888</c:v>
                </c:pt>
                <c:pt idx="340">
                  <c:v>21.068043289343244</c:v>
                </c:pt>
                <c:pt idx="341">
                  <c:v>21.106436141689692</c:v>
                </c:pt>
                <c:pt idx="342">
                  <c:v>21.079160533082241</c:v>
                </c:pt>
                <c:pt idx="343">
                  <c:v>21.040754595143479</c:v>
                </c:pt>
                <c:pt idx="344">
                  <c:v>21.14145483962367</c:v>
                </c:pt>
                <c:pt idx="345">
                  <c:v>21.19633595150782</c:v>
                </c:pt>
                <c:pt idx="346">
                  <c:v>21.249949827084233</c:v>
                </c:pt>
                <c:pt idx="347">
                  <c:v>21.322638363953846</c:v>
                </c:pt>
                <c:pt idx="348">
                  <c:v>21.353666644949172</c:v>
                </c:pt>
                <c:pt idx="349">
                  <c:v>21.307445440311582</c:v>
                </c:pt>
                <c:pt idx="350">
                  <c:v>21.349645649047446</c:v>
                </c:pt>
                <c:pt idx="351">
                  <c:v>21.452926785560066</c:v>
                </c:pt>
                <c:pt idx="352">
                  <c:v>21.436114692048488</c:v>
                </c:pt>
                <c:pt idx="353">
                  <c:v>21.414573603219768</c:v>
                </c:pt>
                <c:pt idx="354">
                  <c:v>21.373504953860888</c:v>
                </c:pt>
                <c:pt idx="355">
                  <c:v>21.354742142893837</c:v>
                </c:pt>
                <c:pt idx="356">
                  <c:v>21.459287760852671</c:v>
                </c:pt>
                <c:pt idx="357">
                  <c:v>21.427341284506529</c:v>
                </c:pt>
                <c:pt idx="358">
                  <c:v>21.333435492782048</c:v>
                </c:pt>
                <c:pt idx="359">
                  <c:v>21.474957137798043</c:v>
                </c:pt>
                <c:pt idx="360">
                  <c:v>21.515749750030757</c:v>
                </c:pt>
                <c:pt idx="361">
                  <c:v>21.478421376182823</c:v>
                </c:pt>
                <c:pt idx="362">
                  <c:v>21.423323594438649</c:v>
                </c:pt>
                <c:pt idx="363">
                  <c:v>21.354036347367661</c:v>
                </c:pt>
                <c:pt idx="364">
                  <c:v>21.349177322585881</c:v>
                </c:pt>
                <c:pt idx="365">
                  <c:v>21.275886435240846</c:v>
                </c:pt>
                <c:pt idx="366">
                  <c:v>21.162141645889264</c:v>
                </c:pt>
                <c:pt idx="367">
                  <c:v>21.134900197564896</c:v>
                </c:pt>
                <c:pt idx="368">
                  <c:v>21.112970948745382</c:v>
                </c:pt>
                <c:pt idx="369">
                  <c:v>21.015024877088408</c:v>
                </c:pt>
                <c:pt idx="370">
                  <c:v>20.997735503815274</c:v>
                </c:pt>
                <c:pt idx="371">
                  <c:v>20.90270076983229</c:v>
                </c:pt>
                <c:pt idx="372">
                  <c:v>20.819026671605208</c:v>
                </c:pt>
                <c:pt idx="373">
                  <c:v>20.723073880014482</c:v>
                </c:pt>
                <c:pt idx="374">
                  <c:v>20.68126982036787</c:v>
                </c:pt>
                <c:pt idx="375">
                  <c:v>20.655015301189696</c:v>
                </c:pt>
                <c:pt idx="376">
                  <c:v>20.552567234806354</c:v>
                </c:pt>
                <c:pt idx="377">
                  <c:v>20.485955233775485</c:v>
                </c:pt>
                <c:pt idx="378">
                  <c:v>20.401226850037595</c:v>
                </c:pt>
                <c:pt idx="379">
                  <c:v>20.303912054902185</c:v>
                </c:pt>
                <c:pt idx="380">
                  <c:v>20.231086050441789</c:v>
                </c:pt>
                <c:pt idx="381">
                  <c:v>20.078082968991417</c:v>
                </c:pt>
                <c:pt idx="382">
                  <c:v>19.974478273991092</c:v>
                </c:pt>
                <c:pt idx="383">
                  <c:v>19.798311696880383</c:v>
                </c:pt>
                <c:pt idx="384">
                  <c:v>19.697053524067091</c:v>
                </c:pt>
                <c:pt idx="385">
                  <c:v>19.606305354638145</c:v>
                </c:pt>
                <c:pt idx="386">
                  <c:v>19.514607102336083</c:v>
                </c:pt>
                <c:pt idx="387">
                  <c:v>19.46228876926974</c:v>
                </c:pt>
                <c:pt idx="388">
                  <c:v>19.417146299539127</c:v>
                </c:pt>
                <c:pt idx="389">
                  <c:v>19.376960617739133</c:v>
                </c:pt>
                <c:pt idx="390">
                  <c:v>19.346434513566521</c:v>
                </c:pt>
                <c:pt idx="391">
                  <c:v>19.330405902676528</c:v>
                </c:pt>
                <c:pt idx="392">
                  <c:v>19.293743275555162</c:v>
                </c:pt>
                <c:pt idx="393">
                  <c:v>19.280048480053356</c:v>
                </c:pt>
                <c:pt idx="394">
                  <c:v>19.274040058166147</c:v>
                </c:pt>
                <c:pt idx="395">
                  <c:v>19.254678254211186</c:v>
                </c:pt>
                <c:pt idx="396">
                  <c:v>19.234276644986366</c:v>
                </c:pt>
                <c:pt idx="397">
                  <c:v>19.225003264510924</c:v>
                </c:pt>
                <c:pt idx="398">
                  <c:v>19.214447633732341</c:v>
                </c:pt>
                <c:pt idx="399">
                  <c:v>19.204108483417041</c:v>
                </c:pt>
                <c:pt idx="400">
                  <c:v>19.199583192892788</c:v>
                </c:pt>
                <c:pt idx="401">
                  <c:v>19.192166485787048</c:v>
                </c:pt>
                <c:pt idx="402">
                  <c:v>19.188044834131855</c:v>
                </c:pt>
                <c:pt idx="403">
                  <c:v>19.173601714928857</c:v>
                </c:pt>
                <c:pt idx="404">
                  <c:v>19.170696437950255</c:v>
                </c:pt>
                <c:pt idx="405">
                  <c:v>19.158861621652001</c:v>
                </c:pt>
                <c:pt idx="406">
                  <c:v>19.153219613567305</c:v>
                </c:pt>
                <c:pt idx="407">
                  <c:v>19.141186929339042</c:v>
                </c:pt>
                <c:pt idx="408">
                  <c:v>19.128779230974892</c:v>
                </c:pt>
                <c:pt idx="409">
                  <c:v>19.126147942194191</c:v>
                </c:pt>
                <c:pt idx="410">
                  <c:v>19.119638436819937</c:v>
                </c:pt>
                <c:pt idx="411">
                  <c:v>19.115102419553565</c:v>
                </c:pt>
                <c:pt idx="412">
                  <c:v>19.108515846927773</c:v>
                </c:pt>
                <c:pt idx="413">
                  <c:v>19.10690957325404</c:v>
                </c:pt>
                <c:pt idx="414">
                  <c:v>19.108431221024883</c:v>
                </c:pt>
                <c:pt idx="415">
                  <c:v>19.10750027583051</c:v>
                </c:pt>
                <c:pt idx="416">
                  <c:v>19.093586572143693</c:v>
                </c:pt>
                <c:pt idx="417">
                  <c:v>19.075799980798614</c:v>
                </c:pt>
                <c:pt idx="418">
                  <c:v>19.057054116534498</c:v>
                </c:pt>
                <c:pt idx="419">
                  <c:v>19.064208948224167</c:v>
                </c:pt>
                <c:pt idx="420">
                  <c:v>19.074145479830076</c:v>
                </c:pt>
                <c:pt idx="421">
                  <c:v>19.079464239348983</c:v>
                </c:pt>
                <c:pt idx="422">
                  <c:v>19.074418891228838</c:v>
                </c:pt>
                <c:pt idx="423">
                  <c:v>19.069186729060608</c:v>
                </c:pt>
                <c:pt idx="424">
                  <c:v>19.07059886678082</c:v>
                </c:pt>
                <c:pt idx="425">
                  <c:v>19.069921330107757</c:v>
                </c:pt>
                <c:pt idx="426">
                  <c:v>19.067428761518936</c:v>
                </c:pt>
                <c:pt idx="427">
                  <c:v>19.063868511905063</c:v>
                </c:pt>
                <c:pt idx="428">
                  <c:v>19.044908607812815</c:v>
                </c:pt>
                <c:pt idx="429">
                  <c:v>19.044475186307842</c:v>
                </c:pt>
                <c:pt idx="430">
                  <c:v>19.044271477210476</c:v>
                </c:pt>
                <c:pt idx="431">
                  <c:v>19.029191588980719</c:v>
                </c:pt>
                <c:pt idx="432">
                  <c:v>19.033579315063598</c:v>
                </c:pt>
                <c:pt idx="433">
                  <c:v>19.040018750104167</c:v>
                </c:pt>
                <c:pt idx="434">
                  <c:v>19.052608015366065</c:v>
                </c:pt>
                <c:pt idx="435">
                  <c:v>19.088208548665939</c:v>
                </c:pt>
                <c:pt idx="436">
                  <c:v>19.218239476807717</c:v>
                </c:pt>
                <c:pt idx="437">
                  <c:v>19.267478253467374</c:v>
                </c:pt>
                <c:pt idx="438">
                  <c:v>19.224156764431651</c:v>
                </c:pt>
                <c:pt idx="439">
                  <c:v>19.240741943441865</c:v>
                </c:pt>
                <c:pt idx="440">
                  <c:v>19.27416927839019</c:v>
                </c:pt>
                <c:pt idx="441">
                  <c:v>19.300258798580089</c:v>
                </c:pt>
                <c:pt idx="442">
                  <c:v>19.287637331569488</c:v>
                </c:pt>
                <c:pt idx="443">
                  <c:v>19.315980827816606</c:v>
                </c:pt>
                <c:pt idx="444">
                  <c:v>19.310358293159418</c:v>
                </c:pt>
                <c:pt idx="445">
                  <c:v>19.301958479277861</c:v>
                </c:pt>
                <c:pt idx="446">
                  <c:v>19.320282406366044</c:v>
                </c:pt>
                <c:pt idx="447">
                  <c:v>19.326930541538285</c:v>
                </c:pt>
                <c:pt idx="448">
                  <c:v>19.332975327597804</c:v>
                </c:pt>
                <c:pt idx="449">
                  <c:v>19.310628751690967</c:v>
                </c:pt>
                <c:pt idx="450">
                  <c:v>19.304286130663357</c:v>
                </c:pt>
                <c:pt idx="451">
                  <c:v>19.318885691565978</c:v>
                </c:pt>
                <c:pt idx="452">
                  <c:v>19.327306166909072</c:v>
                </c:pt>
                <c:pt idx="453">
                  <c:v>19.329372760728017</c:v>
                </c:pt>
                <c:pt idx="454">
                  <c:v>19.33279336899318</c:v>
                </c:pt>
                <c:pt idx="455">
                  <c:v>19.34276758624404</c:v>
                </c:pt>
                <c:pt idx="456">
                  <c:v>19.34558935648225</c:v>
                </c:pt>
                <c:pt idx="457">
                  <c:v>19.353209854470308</c:v>
                </c:pt>
                <c:pt idx="458">
                  <c:v>19.356261414596606</c:v>
                </c:pt>
                <c:pt idx="459">
                  <c:v>19.357475860870125</c:v>
                </c:pt>
                <c:pt idx="460">
                  <c:v>19.355172658880786</c:v>
                </c:pt>
                <c:pt idx="461">
                  <c:v>19.361151431570686</c:v>
                </c:pt>
                <c:pt idx="462">
                  <c:v>19.376304478592179</c:v>
                </c:pt>
                <c:pt idx="463">
                  <c:v>19.378913573519608</c:v>
                </c:pt>
                <c:pt idx="464">
                  <c:v>19.371761539736191</c:v>
                </c:pt>
                <c:pt idx="465">
                  <c:v>19.368138827941404</c:v>
                </c:pt>
                <c:pt idx="466">
                  <c:v>19.380917012137783</c:v>
                </c:pt>
                <c:pt idx="467">
                  <c:v>19.393252662263755</c:v>
                </c:pt>
                <c:pt idx="468">
                  <c:v>19.414785624250936</c:v>
                </c:pt>
                <c:pt idx="469">
                  <c:v>19.413971769280899</c:v>
                </c:pt>
                <c:pt idx="470">
                  <c:v>19.400471019338713</c:v>
                </c:pt>
                <c:pt idx="471">
                  <c:v>19.407529525572897</c:v>
                </c:pt>
                <c:pt idx="472">
                  <c:v>19.422570174243614</c:v>
                </c:pt>
                <c:pt idx="473">
                  <c:v>19.433177906341044</c:v>
                </c:pt>
                <c:pt idx="474">
                  <c:v>19.441499792076826</c:v>
                </c:pt>
                <c:pt idx="475">
                  <c:v>19.448203368837529</c:v>
                </c:pt>
                <c:pt idx="476">
                  <c:v>19.453686300886254</c:v>
                </c:pt>
                <c:pt idx="477">
                  <c:v>19.462041210524728</c:v>
                </c:pt>
                <c:pt idx="478">
                  <c:v>19.473994038204143</c:v>
                </c:pt>
                <c:pt idx="479">
                  <c:v>19.483586913746525</c:v>
                </c:pt>
                <c:pt idx="480">
                  <c:v>19.501676402117774</c:v>
                </c:pt>
                <c:pt idx="481">
                  <c:v>19.509930518259704</c:v>
                </c:pt>
                <c:pt idx="482">
                  <c:v>19.508445751197712</c:v>
                </c:pt>
                <c:pt idx="483">
                  <c:v>19.510017020912017</c:v>
                </c:pt>
                <c:pt idx="484">
                  <c:v>19.522697648574159</c:v>
                </c:pt>
                <c:pt idx="485">
                  <c:v>19.527299265980918</c:v>
                </c:pt>
                <c:pt idx="486">
                  <c:v>19.527807813420942</c:v>
                </c:pt>
                <c:pt idx="487">
                  <c:v>19.542352483707404</c:v>
                </c:pt>
                <c:pt idx="488">
                  <c:v>19.556457133734614</c:v>
                </c:pt>
                <c:pt idx="489">
                  <c:v>19.562133078269888</c:v>
                </c:pt>
                <c:pt idx="490">
                  <c:v>19.56744514003168</c:v>
                </c:pt>
                <c:pt idx="491">
                  <c:v>19.567767424395925</c:v>
                </c:pt>
                <c:pt idx="492">
                  <c:v>19.564649093313083</c:v>
                </c:pt>
                <c:pt idx="493">
                  <c:v>19.559605010707457</c:v>
                </c:pt>
                <c:pt idx="494">
                  <c:v>19.558134465618156</c:v>
                </c:pt>
                <c:pt idx="495">
                  <c:v>19.557845411771222</c:v>
                </c:pt>
                <c:pt idx="496">
                  <c:v>19.563441534193409</c:v>
                </c:pt>
                <c:pt idx="497">
                  <c:v>19.573611277741971</c:v>
                </c:pt>
                <c:pt idx="498">
                  <c:v>19.587132344788003</c:v>
                </c:pt>
                <c:pt idx="499">
                  <c:v>19.585851609658711</c:v>
                </c:pt>
                <c:pt idx="500">
                  <c:v>19.568042566192091</c:v>
                </c:pt>
                <c:pt idx="501">
                  <c:v>19.557742035591986</c:v>
                </c:pt>
                <c:pt idx="502">
                  <c:v>19.556819948999248</c:v>
                </c:pt>
                <c:pt idx="503">
                  <c:v>19.562958365915311</c:v>
                </c:pt>
                <c:pt idx="504">
                  <c:v>19.568034060557089</c:v>
                </c:pt>
                <c:pt idx="505">
                  <c:v>19.569460837783698</c:v>
                </c:pt>
                <c:pt idx="506">
                  <c:v>19.570229203102581</c:v>
                </c:pt>
                <c:pt idx="507">
                  <c:v>19.580668337673846</c:v>
                </c:pt>
                <c:pt idx="508">
                  <c:v>19.592209967832858</c:v>
                </c:pt>
                <c:pt idx="509">
                  <c:v>19.588675480478845</c:v>
                </c:pt>
                <c:pt idx="510">
                  <c:v>19.590351951468154</c:v>
                </c:pt>
                <c:pt idx="511">
                  <c:v>19.597173264123867</c:v>
                </c:pt>
                <c:pt idx="512">
                  <c:v>19.611713423324559</c:v>
                </c:pt>
                <c:pt idx="513">
                  <c:v>19.623379642096655</c:v>
                </c:pt>
                <c:pt idx="514">
                  <c:v>19.646473577503141</c:v>
                </c:pt>
                <c:pt idx="515">
                  <c:v>19.668034914564167</c:v>
                </c:pt>
                <c:pt idx="516">
                  <c:v>19.679838187697808</c:v>
                </c:pt>
                <c:pt idx="517">
                  <c:v>19.694513197370814</c:v>
                </c:pt>
                <c:pt idx="518">
                  <c:v>19.692113712970702</c:v>
                </c:pt>
                <c:pt idx="519">
                  <c:v>19.702674819036591</c:v>
                </c:pt>
                <c:pt idx="520">
                  <c:v>19.722289708677526</c:v>
                </c:pt>
                <c:pt idx="521">
                  <c:v>19.745231162497848</c:v>
                </c:pt>
                <c:pt idx="522">
                  <c:v>19.758817726376957</c:v>
                </c:pt>
                <c:pt idx="523">
                  <c:v>19.778665332946368</c:v>
                </c:pt>
                <c:pt idx="524">
                  <c:v>19.792616984850877</c:v>
                </c:pt>
                <c:pt idx="525">
                  <c:v>19.806617879905392</c:v>
                </c:pt>
                <c:pt idx="526">
                  <c:v>19.820186812670656</c:v>
                </c:pt>
                <c:pt idx="527">
                  <c:v>19.826265345784023</c:v>
                </c:pt>
                <c:pt idx="528">
                  <c:v>19.833072333159731</c:v>
                </c:pt>
                <c:pt idx="529">
                  <c:v>19.822548004495381</c:v>
                </c:pt>
                <c:pt idx="530">
                  <c:v>19.794624383582512</c:v>
                </c:pt>
                <c:pt idx="531">
                  <c:v>19.770909984485996</c:v>
                </c:pt>
                <c:pt idx="532">
                  <c:v>19.766052681492688</c:v>
                </c:pt>
                <c:pt idx="533">
                  <c:v>19.772590036795307</c:v>
                </c:pt>
                <c:pt idx="534">
                  <c:v>19.780751314103391</c:v>
                </c:pt>
                <c:pt idx="535">
                  <c:v>19.765969346931147</c:v>
                </c:pt>
                <c:pt idx="536">
                  <c:v>19.748687687270323</c:v>
                </c:pt>
                <c:pt idx="537">
                  <c:v>19.742119546390008</c:v>
                </c:pt>
                <c:pt idx="538">
                  <c:v>19.759700246270846</c:v>
                </c:pt>
                <c:pt idx="539">
                  <c:v>19.775697796096996</c:v>
                </c:pt>
                <c:pt idx="540">
                  <c:v>19.784191516321247</c:v>
                </c:pt>
                <c:pt idx="541">
                  <c:v>19.796711535555687</c:v>
                </c:pt>
                <c:pt idx="542">
                  <c:v>19.818829630133667</c:v>
                </c:pt>
                <c:pt idx="543">
                  <c:v>19.832273354442002</c:v>
                </c:pt>
                <c:pt idx="544">
                  <c:v>19.849729672324372</c:v>
                </c:pt>
                <c:pt idx="545">
                  <c:v>19.864626517222774</c:v>
                </c:pt>
                <c:pt idx="546">
                  <c:v>19.8950257944573</c:v>
                </c:pt>
                <c:pt idx="547">
                  <c:v>19.927315939780378</c:v>
                </c:pt>
                <c:pt idx="548">
                  <c:v>19.942188679640321</c:v>
                </c:pt>
                <c:pt idx="549">
                  <c:v>19.944866129569679</c:v>
                </c:pt>
                <c:pt idx="550">
                  <c:v>19.95467199034476</c:v>
                </c:pt>
                <c:pt idx="551">
                  <c:v>19.958308200961088</c:v>
                </c:pt>
                <c:pt idx="552">
                  <c:v>19.97381710722183</c:v>
                </c:pt>
                <c:pt idx="553">
                  <c:v>19.974845290419569</c:v>
                </c:pt>
                <c:pt idx="554">
                  <c:v>19.980579396969073</c:v>
                </c:pt>
                <c:pt idx="555">
                  <c:v>19.973394167104114</c:v>
                </c:pt>
                <c:pt idx="556">
                  <c:v>19.97081623654784</c:v>
                </c:pt>
                <c:pt idx="557">
                  <c:v>19.968290441746181</c:v>
                </c:pt>
                <c:pt idx="558">
                  <c:v>19.973532805511045</c:v>
                </c:pt>
                <c:pt idx="559">
                  <c:v>19.944845192621983</c:v>
                </c:pt>
                <c:pt idx="560">
                  <c:v>19.912145468259656</c:v>
                </c:pt>
                <c:pt idx="561">
                  <c:v>19.904176824644662</c:v>
                </c:pt>
                <c:pt idx="562">
                  <c:v>19.914601014092081</c:v>
                </c:pt>
                <c:pt idx="563">
                  <c:v>19.882192685208995</c:v>
                </c:pt>
                <c:pt idx="564">
                  <c:v>19.872620574435462</c:v>
                </c:pt>
                <c:pt idx="565">
                  <c:v>19.883191253645197</c:v>
                </c:pt>
                <c:pt idx="566">
                  <c:v>19.884636316265269</c:v>
                </c:pt>
                <c:pt idx="567">
                  <c:v>19.899907960075996</c:v>
                </c:pt>
                <c:pt idx="568">
                  <c:v>19.943896556051172</c:v>
                </c:pt>
                <c:pt idx="569">
                  <c:v>19.966622510827641</c:v>
                </c:pt>
                <c:pt idx="570">
                  <c:v>19.938497371793222</c:v>
                </c:pt>
                <c:pt idx="571">
                  <c:v>19.930130375199745</c:v>
                </c:pt>
                <c:pt idx="572">
                  <c:v>19.919791517588482</c:v>
                </c:pt>
                <c:pt idx="573">
                  <c:v>19.907375976477891</c:v>
                </c:pt>
                <c:pt idx="574">
                  <c:v>19.885718907978397</c:v>
                </c:pt>
                <c:pt idx="575">
                  <c:v>19.896909499905853</c:v>
                </c:pt>
                <c:pt idx="576">
                  <c:v>19.871029641896925</c:v>
                </c:pt>
                <c:pt idx="577">
                  <c:v>19.772390033847607</c:v>
                </c:pt>
                <c:pt idx="578">
                  <c:v>19.599463449392434</c:v>
                </c:pt>
                <c:pt idx="579">
                  <c:v>19.500219665771933</c:v>
                </c:pt>
                <c:pt idx="580">
                  <c:v>19.530008568996816</c:v>
                </c:pt>
                <c:pt idx="581">
                  <c:v>19.54552842583217</c:v>
                </c:pt>
                <c:pt idx="582">
                  <c:v>19.507023037391875</c:v>
                </c:pt>
                <c:pt idx="583">
                  <c:v>19.374520740181708</c:v>
                </c:pt>
                <c:pt idx="584">
                  <c:v>19.386368642072274</c:v>
                </c:pt>
                <c:pt idx="585">
                  <c:v>19.224429134148394</c:v>
                </c:pt>
                <c:pt idx="586">
                  <c:v>19.572857926418475</c:v>
                </c:pt>
                <c:pt idx="587">
                  <c:v>19.576263933917485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014F-48C8-BF04-9E4E678005A5}"/>
            </c:ext>
          </c:extLst>
        </c:ser>
        <c:ser>
          <c:idx val="19"/>
          <c:order val="19"/>
          <c:tx>
            <c:strRef>
              <c:f>Sheet2!$U$1</c:f>
              <c:strCache>
                <c:ptCount val="1"/>
                <c:pt idx="0">
                  <c:v>S20_z/O-PTIR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Sheet2!$U$2:$U$589</c:f>
              <c:numCache>
                <c:formatCode>General</c:formatCode>
                <c:ptCount val="588"/>
                <c:pt idx="0">
                  <c:v>19.679918160679264</c:v>
                </c:pt>
                <c:pt idx="1">
                  <c:v>20.106675393735156</c:v>
                </c:pt>
                <c:pt idx="2">
                  <c:v>19.946041617314403</c:v>
                </c:pt>
                <c:pt idx="3">
                  <c:v>19.947134380039113</c:v>
                </c:pt>
                <c:pt idx="4">
                  <c:v>19.901311942949057</c:v>
                </c:pt>
                <c:pt idx="5">
                  <c:v>19.963225002163945</c:v>
                </c:pt>
                <c:pt idx="6">
                  <c:v>20.129511348869872</c:v>
                </c:pt>
                <c:pt idx="7">
                  <c:v>20.241476656099181</c:v>
                </c:pt>
                <c:pt idx="8">
                  <c:v>20.352794455839536</c:v>
                </c:pt>
                <c:pt idx="9">
                  <c:v>20.379539022944936</c:v>
                </c:pt>
                <c:pt idx="10">
                  <c:v>20.440928199907678</c:v>
                </c:pt>
                <c:pt idx="11">
                  <c:v>20.436208786938256</c:v>
                </c:pt>
                <c:pt idx="12">
                  <c:v>20.491031352431371</c:v>
                </c:pt>
                <c:pt idx="13">
                  <c:v>20.525397381120037</c:v>
                </c:pt>
                <c:pt idx="14">
                  <c:v>20.55600357141833</c:v>
                </c:pt>
                <c:pt idx="15">
                  <c:v>20.608761924068304</c:v>
                </c:pt>
                <c:pt idx="16">
                  <c:v>20.609361551629689</c:v>
                </c:pt>
                <c:pt idx="17">
                  <c:v>20.703583979668768</c:v>
                </c:pt>
                <c:pt idx="18">
                  <c:v>20.754545503153622</c:v>
                </c:pt>
                <c:pt idx="19">
                  <c:v>20.756805768947181</c:v>
                </c:pt>
                <c:pt idx="20">
                  <c:v>20.77917114856885</c:v>
                </c:pt>
                <c:pt idx="21">
                  <c:v>20.811233167633716</c:v>
                </c:pt>
                <c:pt idx="22">
                  <c:v>20.818917823359698</c:v>
                </c:pt>
                <c:pt idx="23">
                  <c:v>20.854960337248272</c:v>
                </c:pt>
                <c:pt idx="24">
                  <c:v>20.863941577150669</c:v>
                </c:pt>
                <c:pt idx="25">
                  <c:v>20.903501652927847</c:v>
                </c:pt>
                <c:pt idx="26">
                  <c:v>20.925243537672422</c:v>
                </c:pt>
                <c:pt idx="27">
                  <c:v>20.947485008729782</c:v>
                </c:pt>
                <c:pt idx="28">
                  <c:v>20.959444858635361</c:v>
                </c:pt>
                <c:pt idx="29">
                  <c:v>20.985644429535121</c:v>
                </c:pt>
                <c:pt idx="30">
                  <c:v>21.06274345340065</c:v>
                </c:pt>
                <c:pt idx="31">
                  <c:v>21.055179606587593</c:v>
                </c:pt>
                <c:pt idx="32">
                  <c:v>21.062961281402082</c:v>
                </c:pt>
                <c:pt idx="33">
                  <c:v>21.068315154265385</c:v>
                </c:pt>
                <c:pt idx="34">
                  <c:v>21.069593992937598</c:v>
                </c:pt>
                <c:pt idx="35">
                  <c:v>21.079590678635348</c:v>
                </c:pt>
                <c:pt idx="36">
                  <c:v>21.133471453799267</c:v>
                </c:pt>
                <c:pt idx="37">
                  <c:v>21.155595138103806</c:v>
                </c:pt>
                <c:pt idx="38">
                  <c:v>21.190416776801154</c:v>
                </c:pt>
                <c:pt idx="39">
                  <c:v>21.223277731011784</c:v>
                </c:pt>
                <c:pt idx="40">
                  <c:v>21.260966082297138</c:v>
                </c:pt>
                <c:pt idx="41">
                  <c:v>21.268561313080518</c:v>
                </c:pt>
                <c:pt idx="42">
                  <c:v>21.319110427947944</c:v>
                </c:pt>
                <c:pt idx="43">
                  <c:v>21.319560652312337</c:v>
                </c:pt>
                <c:pt idx="44">
                  <c:v>21.299680030736145</c:v>
                </c:pt>
                <c:pt idx="45">
                  <c:v>21.32764872766672</c:v>
                </c:pt>
                <c:pt idx="46">
                  <c:v>21.359197754426553</c:v>
                </c:pt>
                <c:pt idx="47">
                  <c:v>21.413507366360275</c:v>
                </c:pt>
                <c:pt idx="48">
                  <c:v>21.46014363629558</c:v>
                </c:pt>
                <c:pt idx="49">
                  <c:v>21.468431949129762</c:v>
                </c:pt>
                <c:pt idx="50">
                  <c:v>21.493028302839345</c:v>
                </c:pt>
                <c:pt idx="51">
                  <c:v>21.509663201953835</c:v>
                </c:pt>
                <c:pt idx="52">
                  <c:v>21.508923005201911</c:v>
                </c:pt>
                <c:pt idx="53">
                  <c:v>21.524896283727205</c:v>
                </c:pt>
                <c:pt idx="54">
                  <c:v>21.506257614971684</c:v>
                </c:pt>
                <c:pt idx="55">
                  <c:v>21.536535009748789</c:v>
                </c:pt>
                <c:pt idx="56">
                  <c:v>21.573095862841043</c:v>
                </c:pt>
                <c:pt idx="57">
                  <c:v>21.562566192086791</c:v>
                </c:pt>
                <c:pt idx="58">
                  <c:v>21.563479349386267</c:v>
                </c:pt>
                <c:pt idx="59">
                  <c:v>21.563828370132779</c:v>
                </c:pt>
                <c:pt idx="60">
                  <c:v>21.576230230326569</c:v>
                </c:pt>
                <c:pt idx="61">
                  <c:v>21.592043566840147</c:v>
                </c:pt>
                <c:pt idx="62">
                  <c:v>21.595990817902681</c:v>
                </c:pt>
                <c:pt idx="63">
                  <c:v>21.633458783974209</c:v>
                </c:pt>
                <c:pt idx="64">
                  <c:v>21.625691832503826</c:v>
                </c:pt>
                <c:pt idx="65">
                  <c:v>21.655256927391516</c:v>
                </c:pt>
                <c:pt idx="66">
                  <c:v>21.679320606009739</c:v>
                </c:pt>
                <c:pt idx="67">
                  <c:v>21.678536084242943</c:v>
                </c:pt>
                <c:pt idx="68">
                  <c:v>21.711708398435697</c:v>
                </c:pt>
                <c:pt idx="69">
                  <c:v>21.71511894486007</c:v>
                </c:pt>
                <c:pt idx="70">
                  <c:v>21.723398578670352</c:v>
                </c:pt>
                <c:pt idx="71">
                  <c:v>21.736662451915688</c:v>
                </c:pt>
                <c:pt idx="72">
                  <c:v>21.741595702085373</c:v>
                </c:pt>
                <c:pt idx="73">
                  <c:v>21.738837632278589</c:v>
                </c:pt>
                <c:pt idx="74">
                  <c:v>21.731066651261397</c:v>
                </c:pt>
                <c:pt idx="75">
                  <c:v>21.730627740624577</c:v>
                </c:pt>
                <c:pt idx="76">
                  <c:v>21.724600468496806</c:v>
                </c:pt>
                <c:pt idx="77">
                  <c:v>21.700822732719303</c:v>
                </c:pt>
                <c:pt idx="78">
                  <c:v>21.702220365531037</c:v>
                </c:pt>
                <c:pt idx="79">
                  <c:v>21.68850719781673</c:v>
                </c:pt>
                <c:pt idx="80">
                  <c:v>21.676331147226698</c:v>
                </c:pt>
                <c:pt idx="81">
                  <c:v>21.670382296279094</c:v>
                </c:pt>
                <c:pt idx="82">
                  <c:v>21.68097907448594</c:v>
                </c:pt>
                <c:pt idx="83">
                  <c:v>21.679461640147981</c:v>
                </c:pt>
                <c:pt idx="84">
                  <c:v>21.691210558776476</c:v>
                </c:pt>
                <c:pt idx="85">
                  <c:v>21.714183160105438</c:v>
                </c:pt>
                <c:pt idx="86">
                  <c:v>21.688147018325211</c:v>
                </c:pt>
                <c:pt idx="87">
                  <c:v>21.659225411066075</c:v>
                </c:pt>
                <c:pt idx="88">
                  <c:v>21.650911836073075</c:v>
                </c:pt>
                <c:pt idx="89">
                  <c:v>21.654163835328845</c:v>
                </c:pt>
                <c:pt idx="90">
                  <c:v>21.641540195078104</c:v>
                </c:pt>
                <c:pt idx="91">
                  <c:v>21.618946371149001</c:v>
                </c:pt>
                <c:pt idx="92">
                  <c:v>21.598893021499102</c:v>
                </c:pt>
                <c:pt idx="93">
                  <c:v>21.579780571028628</c:v>
                </c:pt>
                <c:pt idx="94">
                  <c:v>21.541597205416299</c:v>
                </c:pt>
                <c:pt idx="95">
                  <c:v>21.528010503478697</c:v>
                </c:pt>
                <c:pt idx="96">
                  <c:v>21.510403088740617</c:v>
                </c:pt>
                <c:pt idx="97">
                  <c:v>21.503805790722225</c:v>
                </c:pt>
                <c:pt idx="98">
                  <c:v>21.449014492962512</c:v>
                </c:pt>
                <c:pt idx="99">
                  <c:v>21.420550239265964</c:v>
                </c:pt>
                <c:pt idx="100">
                  <c:v>21.417530248916723</c:v>
                </c:pt>
                <c:pt idx="101">
                  <c:v>21.393489817683928</c:v>
                </c:pt>
                <c:pt idx="102">
                  <c:v>21.384654416379426</c:v>
                </c:pt>
                <c:pt idx="103">
                  <c:v>21.361409355693286</c:v>
                </c:pt>
                <c:pt idx="104">
                  <c:v>21.335224120681207</c:v>
                </c:pt>
                <c:pt idx="105">
                  <c:v>21.325134290459189</c:v>
                </c:pt>
                <c:pt idx="106">
                  <c:v>21.303493919297633</c:v>
                </c:pt>
                <c:pt idx="107">
                  <c:v>21.306693069497204</c:v>
                </c:pt>
                <c:pt idx="108">
                  <c:v>21.313314234831292</c:v>
                </c:pt>
                <c:pt idx="109">
                  <c:v>21.295789425802752</c:v>
                </c:pt>
                <c:pt idx="110">
                  <c:v>21.301091379505269</c:v>
                </c:pt>
                <c:pt idx="111">
                  <c:v>21.279322140337179</c:v>
                </c:pt>
                <c:pt idx="112">
                  <c:v>21.256681899128509</c:v>
                </c:pt>
                <c:pt idx="113">
                  <c:v>21.262578133493772</c:v>
                </c:pt>
                <c:pt idx="114">
                  <c:v>21.228790615991393</c:v>
                </c:pt>
                <c:pt idx="115">
                  <c:v>21.196136486019757</c:v>
                </c:pt>
                <c:pt idx="116">
                  <c:v>21.177359030373246</c:v>
                </c:pt>
                <c:pt idx="117">
                  <c:v>21.141659415419692</c:v>
                </c:pt>
                <c:pt idx="118">
                  <c:v>21.129254533065804</c:v>
                </c:pt>
                <c:pt idx="119">
                  <c:v>21.123081344848845</c:v>
                </c:pt>
                <c:pt idx="120">
                  <c:v>21.120358456085341</c:v>
                </c:pt>
                <c:pt idx="121">
                  <c:v>21.080757309927247</c:v>
                </c:pt>
                <c:pt idx="122">
                  <c:v>21.08639534333172</c:v>
                </c:pt>
                <c:pt idx="123">
                  <c:v>21.063316578942654</c:v>
                </c:pt>
                <c:pt idx="124">
                  <c:v>21.018792024008039</c:v>
                </c:pt>
                <c:pt idx="125">
                  <c:v>21.021005252591753</c:v>
                </c:pt>
                <c:pt idx="126">
                  <c:v>21.000591800941628</c:v>
                </c:pt>
                <c:pt idx="127">
                  <c:v>21.000559564567169</c:v>
                </c:pt>
                <c:pt idx="128">
                  <c:v>21.020260948801734</c:v>
                </c:pt>
                <c:pt idx="129">
                  <c:v>21.053225973807784</c:v>
                </c:pt>
                <c:pt idx="130">
                  <c:v>21.020857554203022</c:v>
                </c:pt>
                <c:pt idx="131">
                  <c:v>21.048228715836895</c:v>
                </c:pt>
                <c:pt idx="132">
                  <c:v>21.057897690891444</c:v>
                </c:pt>
                <c:pt idx="133">
                  <c:v>21.026567344537177</c:v>
                </c:pt>
                <c:pt idx="134">
                  <c:v>21.053164523218982</c:v>
                </c:pt>
                <c:pt idx="135">
                  <c:v>21.085699006646969</c:v>
                </c:pt>
                <c:pt idx="136">
                  <c:v>21.071211003576458</c:v>
                </c:pt>
                <c:pt idx="137">
                  <c:v>21.087760894751572</c:v>
                </c:pt>
                <c:pt idx="138">
                  <c:v>21.130142273223885</c:v>
                </c:pt>
                <c:pt idx="139">
                  <c:v>21.11656417281889</c:v>
                </c:pt>
                <c:pt idx="140">
                  <c:v>21.104396336305044</c:v>
                </c:pt>
                <c:pt idx="141">
                  <c:v>21.093429614704803</c:v>
                </c:pt>
                <c:pt idx="142">
                  <c:v>21.132910881845394</c:v>
                </c:pt>
                <c:pt idx="143">
                  <c:v>21.181860034156607</c:v>
                </c:pt>
                <c:pt idx="144">
                  <c:v>21.194363407933416</c:v>
                </c:pt>
                <c:pt idx="145">
                  <c:v>21.243225227566715</c:v>
                </c:pt>
                <c:pt idx="146">
                  <c:v>21.26146760589203</c:v>
                </c:pt>
                <c:pt idx="147">
                  <c:v>21.267341987714996</c:v>
                </c:pt>
                <c:pt idx="148">
                  <c:v>21.283250018578531</c:v>
                </c:pt>
                <c:pt idx="149">
                  <c:v>21.26998862505431</c:v>
                </c:pt>
                <c:pt idx="150">
                  <c:v>21.298887604858297</c:v>
                </c:pt>
                <c:pt idx="151">
                  <c:v>21.321449114921666</c:v>
                </c:pt>
                <c:pt idx="152">
                  <c:v>21.260470215566031</c:v>
                </c:pt>
                <c:pt idx="153">
                  <c:v>21.260294465332215</c:v>
                </c:pt>
                <c:pt idx="154">
                  <c:v>21.260618766358888</c:v>
                </c:pt>
                <c:pt idx="155">
                  <c:v>21.27545602264977</c:v>
                </c:pt>
                <c:pt idx="156">
                  <c:v>21.316721216656564</c:v>
                </c:pt>
                <c:pt idx="157">
                  <c:v>21.308588351339591</c:v>
                </c:pt>
                <c:pt idx="158">
                  <c:v>21.308807031745157</c:v>
                </c:pt>
                <c:pt idx="159">
                  <c:v>21.272986065439682</c:v>
                </c:pt>
                <c:pt idx="160">
                  <c:v>21.234538067089936</c:v>
                </c:pt>
                <c:pt idx="161">
                  <c:v>21.188591469588893</c:v>
                </c:pt>
                <c:pt idx="162">
                  <c:v>21.179714997903474</c:v>
                </c:pt>
                <c:pt idx="163">
                  <c:v>21.191563802798008</c:v>
                </c:pt>
                <c:pt idx="164">
                  <c:v>21.168661408573026</c:v>
                </c:pt>
                <c:pt idx="165">
                  <c:v>21.161839075863732</c:v>
                </c:pt>
                <c:pt idx="166">
                  <c:v>21.153504733206418</c:v>
                </c:pt>
                <c:pt idx="167">
                  <c:v>21.152015273222254</c:v>
                </c:pt>
                <c:pt idx="168">
                  <c:v>21.132992945115941</c:v>
                </c:pt>
                <c:pt idx="169">
                  <c:v>21.103145084530201</c:v>
                </c:pt>
                <c:pt idx="170">
                  <c:v>21.088568973868927</c:v>
                </c:pt>
                <c:pt idx="171">
                  <c:v>21.076134722318113</c:v>
                </c:pt>
                <c:pt idx="172">
                  <c:v>21.076106980438173</c:v>
                </c:pt>
                <c:pt idx="173">
                  <c:v>21.074346765905105</c:v>
                </c:pt>
                <c:pt idx="174">
                  <c:v>21.064165573458368</c:v>
                </c:pt>
                <c:pt idx="175">
                  <c:v>21.054352619596752</c:v>
                </c:pt>
                <c:pt idx="176">
                  <c:v>21.045678245181957</c:v>
                </c:pt>
                <c:pt idx="177">
                  <c:v>21.031825438172529</c:v>
                </c:pt>
                <c:pt idx="178">
                  <c:v>21.012045710249083</c:v>
                </c:pt>
                <c:pt idx="179">
                  <c:v>20.991930212588816</c:v>
                </c:pt>
                <c:pt idx="180">
                  <c:v>21.010754008023603</c:v>
                </c:pt>
                <c:pt idx="181">
                  <c:v>21.034041998881484</c:v>
                </c:pt>
                <c:pt idx="182">
                  <c:v>21.054427863634245</c:v>
                </c:pt>
                <c:pt idx="183">
                  <c:v>21.058667566805429</c:v>
                </c:pt>
                <c:pt idx="184">
                  <c:v>21.042209657785314</c:v>
                </c:pt>
                <c:pt idx="185">
                  <c:v>21.08032219636338</c:v>
                </c:pt>
                <c:pt idx="186">
                  <c:v>21.102562117595035</c:v>
                </c:pt>
                <c:pt idx="187">
                  <c:v>21.118355073900723</c:v>
                </c:pt>
                <c:pt idx="188">
                  <c:v>21.135975894631066</c:v>
                </c:pt>
                <c:pt idx="189">
                  <c:v>21.146189478434831</c:v>
                </c:pt>
                <c:pt idx="190">
                  <c:v>21.164755770330395</c:v>
                </c:pt>
                <c:pt idx="191">
                  <c:v>21.138771237745818</c:v>
                </c:pt>
                <c:pt idx="192">
                  <c:v>21.122381443564993</c:v>
                </c:pt>
                <c:pt idx="193">
                  <c:v>21.129041044576315</c:v>
                </c:pt>
                <c:pt idx="194">
                  <c:v>21.124808393112044</c:v>
                </c:pt>
                <c:pt idx="195">
                  <c:v>21.130881695062957</c:v>
                </c:pt>
                <c:pt idx="196">
                  <c:v>21.137878615636794</c:v>
                </c:pt>
                <c:pt idx="197">
                  <c:v>21.148522276070914</c:v>
                </c:pt>
                <c:pt idx="198">
                  <c:v>21.180102919274926</c:v>
                </c:pt>
                <c:pt idx="199">
                  <c:v>21.229081828239476</c:v>
                </c:pt>
                <c:pt idx="200">
                  <c:v>21.254379323093474</c:v>
                </c:pt>
                <c:pt idx="201">
                  <c:v>21.299327522881818</c:v>
                </c:pt>
                <c:pt idx="202">
                  <c:v>21.365045246773704</c:v>
                </c:pt>
                <c:pt idx="203">
                  <c:v>21.385433978704</c:v>
                </c:pt>
                <c:pt idx="204">
                  <c:v>21.435022046657963</c:v>
                </c:pt>
                <c:pt idx="205">
                  <c:v>21.49322807537143</c:v>
                </c:pt>
                <c:pt idx="206">
                  <c:v>21.509803306196659</c:v>
                </c:pt>
                <c:pt idx="207">
                  <c:v>21.51262646868263</c:v>
                </c:pt>
                <c:pt idx="208">
                  <c:v>21.480175753333462</c:v>
                </c:pt>
                <c:pt idx="209">
                  <c:v>21.457441515196386</c:v>
                </c:pt>
                <c:pt idx="210">
                  <c:v>21.412091755570476</c:v>
                </c:pt>
                <c:pt idx="211">
                  <c:v>21.352682287204861</c:v>
                </c:pt>
                <c:pt idx="212">
                  <c:v>21.309796595451399</c:v>
                </c:pt>
                <c:pt idx="213">
                  <c:v>21.30108332041166</c:v>
                </c:pt>
                <c:pt idx="214">
                  <c:v>21.300704388029239</c:v>
                </c:pt>
                <c:pt idx="215">
                  <c:v>21.270327494442515</c:v>
                </c:pt>
                <c:pt idx="216">
                  <c:v>21.287199206923194</c:v>
                </c:pt>
                <c:pt idx="217">
                  <c:v>21.322769256448652</c:v>
                </c:pt>
                <c:pt idx="218">
                  <c:v>21.333615246627247</c:v>
                </c:pt>
                <c:pt idx="219">
                  <c:v>21.348697220395362</c:v>
                </c:pt>
                <c:pt idx="220">
                  <c:v>21.386466937529701</c:v>
                </c:pt>
                <c:pt idx="221">
                  <c:v>21.413527049146598</c:v>
                </c:pt>
                <c:pt idx="222">
                  <c:v>21.424753056585605</c:v>
                </c:pt>
                <c:pt idx="223">
                  <c:v>21.446659067871277</c:v>
                </c:pt>
                <c:pt idx="224">
                  <c:v>21.45985459380347</c:v>
                </c:pt>
                <c:pt idx="225">
                  <c:v>21.474692315042052</c:v>
                </c:pt>
                <c:pt idx="226">
                  <c:v>21.500282881934975</c:v>
                </c:pt>
                <c:pt idx="227">
                  <c:v>21.504938713305261</c:v>
                </c:pt>
                <c:pt idx="228">
                  <c:v>21.500058622156914</c:v>
                </c:pt>
                <c:pt idx="229">
                  <c:v>21.483484941157375</c:v>
                </c:pt>
                <c:pt idx="230">
                  <c:v>21.506660104704672</c:v>
                </c:pt>
                <c:pt idx="231">
                  <c:v>21.559092877721771</c:v>
                </c:pt>
                <c:pt idx="232">
                  <c:v>21.563221768355767</c:v>
                </c:pt>
                <c:pt idx="233">
                  <c:v>21.552521151827353</c:v>
                </c:pt>
                <c:pt idx="234">
                  <c:v>21.528168740682155</c:v>
                </c:pt>
                <c:pt idx="235">
                  <c:v>21.495517942835761</c:v>
                </c:pt>
                <c:pt idx="236">
                  <c:v>21.460327600605577</c:v>
                </c:pt>
                <c:pt idx="237">
                  <c:v>21.45311688157712</c:v>
                </c:pt>
                <c:pt idx="238">
                  <c:v>21.385855531293029</c:v>
                </c:pt>
                <c:pt idx="239">
                  <c:v>21.314895676970448</c:v>
                </c:pt>
                <c:pt idx="240">
                  <c:v>21.306837358269405</c:v>
                </c:pt>
                <c:pt idx="241">
                  <c:v>21.26154006024327</c:v>
                </c:pt>
                <c:pt idx="242">
                  <c:v>21.229217902935503</c:v>
                </c:pt>
                <c:pt idx="243">
                  <c:v>21.245455194267937</c:v>
                </c:pt>
                <c:pt idx="244">
                  <c:v>21.192783903076375</c:v>
                </c:pt>
                <c:pt idx="245">
                  <c:v>21.211668296695837</c:v>
                </c:pt>
                <c:pt idx="246">
                  <c:v>21.224883272940495</c:v>
                </c:pt>
                <c:pt idx="247">
                  <c:v>21.194228263132814</c:v>
                </c:pt>
                <c:pt idx="248">
                  <c:v>21.183130891226487</c:v>
                </c:pt>
                <c:pt idx="249">
                  <c:v>21.198100270157866</c:v>
                </c:pt>
                <c:pt idx="250">
                  <c:v>21.16311171523316</c:v>
                </c:pt>
                <c:pt idx="251">
                  <c:v>21.225686237633067</c:v>
                </c:pt>
                <c:pt idx="252">
                  <c:v>21.25751578284369</c:v>
                </c:pt>
                <c:pt idx="253">
                  <c:v>21.246508068353819</c:v>
                </c:pt>
                <c:pt idx="254">
                  <c:v>21.238121729044437</c:v>
                </c:pt>
                <c:pt idx="255">
                  <c:v>21.22072865519997</c:v>
                </c:pt>
                <c:pt idx="256">
                  <c:v>21.250320097124476</c:v>
                </c:pt>
                <c:pt idx="257">
                  <c:v>21.165580277600125</c:v>
                </c:pt>
                <c:pt idx="258">
                  <c:v>21.08215029326189</c:v>
                </c:pt>
                <c:pt idx="259">
                  <c:v>21</c:v>
                </c:pt>
                <c:pt idx="260">
                  <c:v>20.860845257885956</c:v>
                </c:pt>
                <c:pt idx="261">
                  <c:v>20.825355876787924</c:v>
                </c:pt>
                <c:pt idx="262">
                  <c:v>20.921022509900865</c:v>
                </c:pt>
                <c:pt idx="263">
                  <c:v>20.948637536607851</c:v>
                </c:pt>
                <c:pt idx="264">
                  <c:v>20.93471274019489</c:v>
                </c:pt>
                <c:pt idx="265">
                  <c:v>21.008534425154537</c:v>
                </c:pt>
                <c:pt idx="266">
                  <c:v>20.982289289379349</c:v>
                </c:pt>
                <c:pt idx="267">
                  <c:v>20.905966340730572</c:v>
                </c:pt>
                <c:pt idx="268">
                  <c:v>20.797462811351263</c:v>
                </c:pt>
                <c:pt idx="269">
                  <c:v>20.762375222564653</c:v>
                </c:pt>
                <c:pt idx="270">
                  <c:v>20.771935554837984</c:v>
                </c:pt>
                <c:pt idx="271">
                  <c:v>20.778069377482282</c:v>
                </c:pt>
                <c:pt idx="272">
                  <c:v>20.761985518893653</c:v>
                </c:pt>
                <c:pt idx="273">
                  <c:v>20.768562281721582</c:v>
                </c:pt>
                <c:pt idx="274">
                  <c:v>20.817138778444434</c:v>
                </c:pt>
                <c:pt idx="275">
                  <c:v>20.80772343236487</c:v>
                </c:pt>
                <c:pt idx="276">
                  <c:v>20.835347293078314</c:v>
                </c:pt>
                <c:pt idx="277">
                  <c:v>20.873522212140603</c:v>
                </c:pt>
                <c:pt idx="278">
                  <c:v>20.929534075126405</c:v>
                </c:pt>
                <c:pt idx="279">
                  <c:v>20.962420059022012</c:v>
                </c:pt>
                <c:pt idx="280">
                  <c:v>20.963099347624119</c:v>
                </c:pt>
                <c:pt idx="281">
                  <c:v>21.000713152293542</c:v>
                </c:pt>
                <c:pt idx="282">
                  <c:v>21.074846429709165</c:v>
                </c:pt>
                <c:pt idx="283">
                  <c:v>21.106163912510166</c:v>
                </c:pt>
                <c:pt idx="284">
                  <c:v>21.178406635051772</c:v>
                </c:pt>
                <c:pt idx="285">
                  <c:v>21.118787087813203</c:v>
                </c:pt>
                <c:pt idx="286">
                  <c:v>21.065373662587596</c:v>
                </c:pt>
                <c:pt idx="287">
                  <c:v>21.3932709822958</c:v>
                </c:pt>
                <c:pt idx="288">
                  <c:v>21.504152951677902</c:v>
                </c:pt>
                <c:pt idx="289">
                  <c:v>21.550225395025382</c:v>
                </c:pt>
                <c:pt idx="290">
                  <c:v>21.487548894094754</c:v>
                </c:pt>
                <c:pt idx="291">
                  <c:v>21.596627176333044</c:v>
                </c:pt>
                <c:pt idx="292">
                  <c:v>21.516745905379885</c:v>
                </c:pt>
                <c:pt idx="293">
                  <c:v>21.43343750486742</c:v>
                </c:pt>
                <c:pt idx="294">
                  <c:v>21.702685933169807</c:v>
                </c:pt>
                <c:pt idx="295">
                  <c:v>21.775765794060558</c:v>
                </c:pt>
                <c:pt idx="296">
                  <c:v>21.779218650726396</c:v>
                </c:pt>
                <c:pt idx="297">
                  <c:v>21.825943880656599</c:v>
                </c:pt>
                <c:pt idx="298">
                  <c:v>21.812373606871368</c:v>
                </c:pt>
                <c:pt idx="299">
                  <c:v>21.949157193163373</c:v>
                </c:pt>
                <c:pt idx="300">
                  <c:v>21.92380715921832</c:v>
                </c:pt>
                <c:pt idx="301">
                  <c:v>21.859806797179036</c:v>
                </c:pt>
                <c:pt idx="302">
                  <c:v>21.77050692551235</c:v>
                </c:pt>
                <c:pt idx="303">
                  <c:v>21.906253523431847</c:v>
                </c:pt>
                <c:pt idx="304">
                  <c:v>22.081639083256398</c:v>
                </c:pt>
                <c:pt idx="305">
                  <c:v>22.080190461179306</c:v>
                </c:pt>
                <c:pt idx="306">
                  <c:v>21.983271956361246</c:v>
                </c:pt>
                <c:pt idx="307">
                  <c:v>21.922619682770826</c:v>
                </c:pt>
                <c:pt idx="308">
                  <c:v>21.96981296006091</c:v>
                </c:pt>
                <c:pt idx="309">
                  <c:v>21.970950997068734</c:v>
                </c:pt>
                <c:pt idx="310">
                  <c:v>21.947605507677565</c:v>
                </c:pt>
                <c:pt idx="311">
                  <c:v>21.813164482923511</c:v>
                </c:pt>
                <c:pt idx="312">
                  <c:v>21.747297510817202</c:v>
                </c:pt>
                <c:pt idx="313">
                  <c:v>21.909840595002876</c:v>
                </c:pt>
                <c:pt idx="314">
                  <c:v>21.928959089793565</c:v>
                </c:pt>
                <c:pt idx="315">
                  <c:v>21.939577875525281</c:v>
                </c:pt>
                <c:pt idx="316">
                  <c:v>21.89287682287592</c:v>
                </c:pt>
                <c:pt idx="317">
                  <c:v>21.926458910982422</c:v>
                </c:pt>
                <c:pt idx="318">
                  <c:v>21.949125266754059</c:v>
                </c:pt>
                <c:pt idx="319">
                  <c:v>21.951350196521769</c:v>
                </c:pt>
                <c:pt idx="320">
                  <c:v>21.945849090217443</c:v>
                </c:pt>
                <c:pt idx="321">
                  <c:v>22.091981845031839</c:v>
                </c:pt>
                <c:pt idx="322">
                  <c:v>22.05421383270577</c:v>
                </c:pt>
                <c:pt idx="323">
                  <c:v>22.031083149155915</c:v>
                </c:pt>
                <c:pt idx="324">
                  <c:v>22.03207906714751</c:v>
                </c:pt>
                <c:pt idx="325">
                  <c:v>22.080684235645727</c:v>
                </c:pt>
                <c:pt idx="326">
                  <c:v>22.103042951016903</c:v>
                </c:pt>
                <c:pt idx="327">
                  <c:v>22.12931916079728</c:v>
                </c:pt>
                <c:pt idx="328">
                  <c:v>22.138588668278945</c:v>
                </c:pt>
                <c:pt idx="329">
                  <c:v>22.164405819688469</c:v>
                </c:pt>
                <c:pt idx="330">
                  <c:v>22.176830462319973</c:v>
                </c:pt>
                <c:pt idx="331">
                  <c:v>22.176582335226207</c:v>
                </c:pt>
                <c:pt idx="332">
                  <c:v>22.148674313971593</c:v>
                </c:pt>
                <c:pt idx="333">
                  <c:v>22.10874863431297</c:v>
                </c:pt>
                <c:pt idx="334">
                  <c:v>22.118147242275025</c:v>
                </c:pt>
                <c:pt idx="335">
                  <c:v>22.137992915281799</c:v>
                </c:pt>
                <c:pt idx="336">
                  <c:v>22.150086515144853</c:v>
                </c:pt>
                <c:pt idx="337">
                  <c:v>22.128723252817558</c:v>
                </c:pt>
                <c:pt idx="338">
                  <c:v>22.054997269594576</c:v>
                </c:pt>
                <c:pt idx="339">
                  <c:v>22.053131899388102</c:v>
                </c:pt>
                <c:pt idx="340">
                  <c:v>22.060084417455773</c:v>
                </c:pt>
                <c:pt idx="341">
                  <c:v>22.154200527452176</c:v>
                </c:pt>
                <c:pt idx="342">
                  <c:v>22.156630189194196</c:v>
                </c:pt>
                <c:pt idx="343">
                  <c:v>22.12231906308077</c:v>
                </c:pt>
                <c:pt idx="344">
                  <c:v>22.216585196204438</c:v>
                </c:pt>
                <c:pt idx="345">
                  <c:v>22.21716994543916</c:v>
                </c:pt>
                <c:pt idx="346">
                  <c:v>22.290778761839597</c:v>
                </c:pt>
                <c:pt idx="347">
                  <c:v>22.323037608767734</c:v>
                </c:pt>
                <c:pt idx="348">
                  <c:v>22.256027175263661</c:v>
                </c:pt>
                <c:pt idx="349">
                  <c:v>22.211497738378107</c:v>
                </c:pt>
                <c:pt idx="350">
                  <c:v>22.308793470770322</c:v>
                </c:pt>
                <c:pt idx="351">
                  <c:v>22.442571635074628</c:v>
                </c:pt>
                <c:pt idx="352">
                  <c:v>22.365754679485583</c:v>
                </c:pt>
                <c:pt idx="353">
                  <c:v>22.280911486587375</c:v>
                </c:pt>
                <c:pt idx="354">
                  <c:v>22.256477399628054</c:v>
                </c:pt>
                <c:pt idx="355">
                  <c:v>22.232897731574369</c:v>
                </c:pt>
                <c:pt idx="356">
                  <c:v>22.373040875025385</c:v>
                </c:pt>
                <c:pt idx="357">
                  <c:v>22.34279757641357</c:v>
                </c:pt>
                <c:pt idx="358">
                  <c:v>22.204225336286989</c:v>
                </c:pt>
                <c:pt idx="359">
                  <c:v>22.358199434205126</c:v>
                </c:pt>
                <c:pt idx="360">
                  <c:v>22.406952456074642</c:v>
                </c:pt>
                <c:pt idx="361">
                  <c:v>22.284470661295895</c:v>
                </c:pt>
                <c:pt idx="362">
                  <c:v>22.228524898375987</c:v>
                </c:pt>
                <c:pt idx="363">
                  <c:v>22.187958830740197</c:v>
                </c:pt>
                <c:pt idx="364">
                  <c:v>22.173409222098311</c:v>
                </c:pt>
                <c:pt idx="365">
                  <c:v>22.083326068525384</c:v>
                </c:pt>
                <c:pt idx="366">
                  <c:v>22.040508569102503</c:v>
                </c:pt>
                <c:pt idx="367">
                  <c:v>22.081951063168798</c:v>
                </c:pt>
                <c:pt idx="368">
                  <c:v>22.065078575775274</c:v>
                </c:pt>
                <c:pt idx="369">
                  <c:v>21.935729658324647</c:v>
                </c:pt>
                <c:pt idx="370">
                  <c:v>21.879919505153048</c:v>
                </c:pt>
                <c:pt idx="371">
                  <c:v>21.79045829663152</c:v>
                </c:pt>
                <c:pt idx="372">
                  <c:v>21.758599924662974</c:v>
                </c:pt>
                <c:pt idx="373">
                  <c:v>21.69342247000835</c:v>
                </c:pt>
                <c:pt idx="374">
                  <c:v>21.681438132856787</c:v>
                </c:pt>
                <c:pt idx="375">
                  <c:v>21.731492853327516</c:v>
                </c:pt>
                <c:pt idx="376">
                  <c:v>21.616508805295936</c:v>
                </c:pt>
                <c:pt idx="377">
                  <c:v>21.463290712351807</c:v>
                </c:pt>
                <c:pt idx="378">
                  <c:v>21.349368294921288</c:v>
                </c:pt>
                <c:pt idx="379">
                  <c:v>21.241128623366549</c:v>
                </c:pt>
                <c:pt idx="380">
                  <c:v>21.140018227499997</c:v>
                </c:pt>
                <c:pt idx="381">
                  <c:v>21.033817119173147</c:v>
                </c:pt>
                <c:pt idx="382">
                  <c:v>20.913723915755501</c:v>
                </c:pt>
                <c:pt idx="383">
                  <c:v>20.791425775321613</c:v>
                </c:pt>
                <c:pt idx="384">
                  <c:v>20.711614246524729</c:v>
                </c:pt>
                <c:pt idx="385">
                  <c:v>20.636188763190276</c:v>
                </c:pt>
                <c:pt idx="386">
                  <c:v>20.531830397614755</c:v>
                </c:pt>
                <c:pt idx="387">
                  <c:v>20.463099347624119</c:v>
                </c:pt>
                <c:pt idx="388">
                  <c:v>20.413846506967978</c:v>
                </c:pt>
                <c:pt idx="389">
                  <c:v>20.353955740232784</c:v>
                </c:pt>
                <c:pt idx="390">
                  <c:v>20.292873196283796</c:v>
                </c:pt>
                <c:pt idx="391">
                  <c:v>20.227854773118302</c:v>
                </c:pt>
                <c:pt idx="392">
                  <c:v>20.260425580586016</c:v>
                </c:pt>
                <c:pt idx="393">
                  <c:v>20.278558076269558</c:v>
                </c:pt>
                <c:pt idx="394">
                  <c:v>20.289044526259744</c:v>
                </c:pt>
                <c:pt idx="395">
                  <c:v>20.261570804910498</c:v>
                </c:pt>
                <c:pt idx="396">
                  <c:v>20.236626709060598</c:v>
                </c:pt>
                <c:pt idx="397">
                  <c:v>20.220804674150308</c:v>
                </c:pt>
                <c:pt idx="398">
                  <c:v>20.20084611571448</c:v>
                </c:pt>
                <c:pt idx="399">
                  <c:v>20.151133189927961</c:v>
                </c:pt>
                <c:pt idx="400">
                  <c:v>20.184010707900708</c:v>
                </c:pt>
                <c:pt idx="401">
                  <c:v>20.166123104049795</c:v>
                </c:pt>
                <c:pt idx="402">
                  <c:v>20.156081492779713</c:v>
                </c:pt>
                <c:pt idx="403">
                  <c:v>20.157600874086192</c:v>
                </c:pt>
                <c:pt idx="404">
                  <c:v>20.145298115559189</c:v>
                </c:pt>
                <c:pt idx="405">
                  <c:v>20.114736424631161</c:v>
                </c:pt>
                <c:pt idx="406">
                  <c:v>20.069858514281293</c:v>
                </c:pt>
                <c:pt idx="407">
                  <c:v>20.029704961813458</c:v>
                </c:pt>
                <c:pt idx="408">
                  <c:v>20.046359742285684</c:v>
                </c:pt>
                <c:pt idx="409">
                  <c:v>20.091955352698871</c:v>
                </c:pt>
                <c:pt idx="410">
                  <c:v>20.089598193740144</c:v>
                </c:pt>
                <c:pt idx="411">
                  <c:v>20.09280027892213</c:v>
                </c:pt>
                <c:pt idx="412">
                  <c:v>20.072506546463735</c:v>
                </c:pt>
                <c:pt idx="413">
                  <c:v>20.078799972095389</c:v>
                </c:pt>
                <c:pt idx="414">
                  <c:v>20.082478468852806</c:v>
                </c:pt>
                <c:pt idx="415">
                  <c:v>20.083398484130985</c:v>
                </c:pt>
                <c:pt idx="416">
                  <c:v>20.060866449815055</c:v>
                </c:pt>
                <c:pt idx="417">
                  <c:v>19.990855092450204</c:v>
                </c:pt>
                <c:pt idx="418">
                  <c:v>19.957632816962409</c:v>
                </c:pt>
                <c:pt idx="419">
                  <c:v>19.972037470891369</c:v>
                </c:pt>
                <c:pt idx="420">
                  <c:v>19.982322872164875</c:v>
                </c:pt>
                <c:pt idx="421">
                  <c:v>20.032532153846237</c:v>
                </c:pt>
                <c:pt idx="422">
                  <c:v>20.027741194626568</c:v>
                </c:pt>
                <c:pt idx="423">
                  <c:v>20.019356521379805</c:v>
                </c:pt>
                <c:pt idx="424">
                  <c:v>20.04202872047863</c:v>
                </c:pt>
                <c:pt idx="425">
                  <c:v>20.02961643528544</c:v>
                </c:pt>
                <c:pt idx="426">
                  <c:v>20.052866167243085</c:v>
                </c:pt>
                <c:pt idx="427">
                  <c:v>20.025792521288988</c:v>
                </c:pt>
                <c:pt idx="428">
                  <c:v>20.024568628780866</c:v>
                </c:pt>
                <c:pt idx="429">
                  <c:v>20.012146688657918</c:v>
                </c:pt>
                <c:pt idx="430">
                  <c:v>20.022104771587852</c:v>
                </c:pt>
                <c:pt idx="431">
                  <c:v>20.03643337750724</c:v>
                </c:pt>
                <c:pt idx="432">
                  <c:v>20.063353367930091</c:v>
                </c:pt>
                <c:pt idx="433">
                  <c:v>20.036733661078848</c:v>
                </c:pt>
                <c:pt idx="434">
                  <c:v>19.984691398126433</c:v>
                </c:pt>
                <c:pt idx="435">
                  <c:v>19.83752381016588</c:v>
                </c:pt>
                <c:pt idx="436">
                  <c:v>20.081824539273629</c:v>
                </c:pt>
                <c:pt idx="437">
                  <c:v>20.140908679853048</c:v>
                </c:pt>
                <c:pt idx="438">
                  <c:v>20.315967885131879</c:v>
                </c:pt>
                <c:pt idx="439">
                  <c:v>20.135204284849593</c:v>
                </c:pt>
                <c:pt idx="440">
                  <c:v>20.000656316522637</c:v>
                </c:pt>
                <c:pt idx="441">
                  <c:v>19.938359523644024</c:v>
                </c:pt>
                <c:pt idx="442">
                  <c:v>20.060002668993576</c:v>
                </c:pt>
                <c:pt idx="443">
                  <c:v>20.010213703673095</c:v>
                </c:pt>
                <c:pt idx="444">
                  <c:v>20.09625714576196</c:v>
                </c:pt>
                <c:pt idx="445">
                  <c:v>20.085889005590765</c:v>
                </c:pt>
                <c:pt idx="446">
                  <c:v>19.975098969931601</c:v>
                </c:pt>
                <c:pt idx="447">
                  <c:v>20.00870287183476</c:v>
                </c:pt>
                <c:pt idx="448">
                  <c:v>20.052814504772183</c:v>
                </c:pt>
                <c:pt idx="449">
                  <c:v>20.128574789202396</c:v>
                </c:pt>
                <c:pt idx="450">
                  <c:v>20.082771686187883</c:v>
                </c:pt>
                <c:pt idx="451">
                  <c:v>20.051826408557144</c:v>
                </c:pt>
                <c:pt idx="452">
                  <c:v>20.036215561613822</c:v>
                </c:pt>
                <c:pt idx="453">
                  <c:v>20.046071227702949</c:v>
                </c:pt>
                <c:pt idx="454">
                  <c:v>20.051528285055099</c:v>
                </c:pt>
                <c:pt idx="455">
                  <c:v>20.068586950103438</c:v>
                </c:pt>
                <c:pt idx="456">
                  <c:v>20.109161207599385</c:v>
                </c:pt>
                <c:pt idx="457">
                  <c:v>20.122400380497705</c:v>
                </c:pt>
                <c:pt idx="458">
                  <c:v>20.114754305745119</c:v>
                </c:pt>
                <c:pt idx="459">
                  <c:v>20.117094668467875</c:v>
                </c:pt>
                <c:pt idx="460">
                  <c:v>20.115794558437997</c:v>
                </c:pt>
                <c:pt idx="461">
                  <c:v>20.146293830136159</c:v>
                </c:pt>
                <c:pt idx="462">
                  <c:v>20.165361500330462</c:v>
                </c:pt>
                <c:pt idx="463">
                  <c:v>20.120102008364874</c:v>
                </c:pt>
                <c:pt idx="464">
                  <c:v>20.162325440226052</c:v>
                </c:pt>
                <c:pt idx="465">
                  <c:v>20.193173800475595</c:v>
                </c:pt>
                <c:pt idx="466">
                  <c:v>20.173495915473126</c:v>
                </c:pt>
                <c:pt idx="467">
                  <c:v>20.181843179802176</c:v>
                </c:pt>
                <c:pt idx="468">
                  <c:v>20.177536214195829</c:v>
                </c:pt>
                <c:pt idx="469">
                  <c:v>20.185806723407335</c:v>
                </c:pt>
                <c:pt idx="470">
                  <c:v>20.159553247632623</c:v>
                </c:pt>
                <c:pt idx="471">
                  <c:v>20.174071966311129</c:v>
                </c:pt>
                <c:pt idx="472">
                  <c:v>20.179226202252099</c:v>
                </c:pt>
                <c:pt idx="473">
                  <c:v>20.217130269901368</c:v>
                </c:pt>
                <c:pt idx="474">
                  <c:v>20.261137841729784</c:v>
                </c:pt>
                <c:pt idx="475">
                  <c:v>20.238883371509413</c:v>
                </c:pt>
                <c:pt idx="476">
                  <c:v>20.238856288305396</c:v>
                </c:pt>
                <c:pt idx="477">
                  <c:v>20.244471887982936</c:v>
                </c:pt>
                <c:pt idx="478">
                  <c:v>20.257341349961724</c:v>
                </c:pt>
                <c:pt idx="479">
                  <c:v>20.246420871285657</c:v>
                </c:pt>
                <c:pt idx="480">
                  <c:v>20.292692002287232</c:v>
                </c:pt>
                <c:pt idx="481">
                  <c:v>20.318463123873613</c:v>
                </c:pt>
                <c:pt idx="482">
                  <c:v>20.32235351570597</c:v>
                </c:pt>
                <c:pt idx="483">
                  <c:v>20.283923999027639</c:v>
                </c:pt>
                <c:pt idx="484">
                  <c:v>20.285479733433078</c:v>
                </c:pt>
                <c:pt idx="485">
                  <c:v>20.283939051709702</c:v>
                </c:pt>
                <c:pt idx="486">
                  <c:v>20.286911694883955</c:v>
                </c:pt>
                <c:pt idx="487">
                  <c:v>20.300277372304631</c:v>
                </c:pt>
                <c:pt idx="488">
                  <c:v>20.323332656834417</c:v>
                </c:pt>
                <c:pt idx="489">
                  <c:v>20.321206644691689</c:v>
                </c:pt>
                <c:pt idx="490">
                  <c:v>20.330919363576477</c:v>
                </c:pt>
                <c:pt idx="491">
                  <c:v>20.343957814674479</c:v>
                </c:pt>
                <c:pt idx="492">
                  <c:v>20.364318068557623</c:v>
                </c:pt>
                <c:pt idx="493">
                  <c:v>20.344891972112126</c:v>
                </c:pt>
                <c:pt idx="494">
                  <c:v>20.350135691114158</c:v>
                </c:pt>
                <c:pt idx="495">
                  <c:v>20.340998964948909</c:v>
                </c:pt>
                <c:pt idx="496">
                  <c:v>20.323038151206728</c:v>
                </c:pt>
                <c:pt idx="497">
                  <c:v>20.318874176393567</c:v>
                </c:pt>
                <c:pt idx="498">
                  <c:v>20.335477400945408</c:v>
                </c:pt>
                <c:pt idx="499">
                  <c:v>20.339070788056144</c:v>
                </c:pt>
                <c:pt idx="500">
                  <c:v>20.349961955653754</c:v>
                </c:pt>
                <c:pt idx="501">
                  <c:v>20.336048976661715</c:v>
                </c:pt>
                <c:pt idx="502">
                  <c:v>20.344235233473878</c:v>
                </c:pt>
                <c:pt idx="503">
                  <c:v>20.371195807535514</c:v>
                </c:pt>
                <c:pt idx="504">
                  <c:v>20.383139539253868</c:v>
                </c:pt>
                <c:pt idx="505">
                  <c:v>20.367024257949268</c:v>
                </c:pt>
                <c:pt idx="506">
                  <c:v>20.357735687611552</c:v>
                </c:pt>
                <c:pt idx="507">
                  <c:v>20.359503263816677</c:v>
                </c:pt>
                <c:pt idx="508">
                  <c:v>20.366670045286682</c:v>
                </c:pt>
                <c:pt idx="509">
                  <c:v>20.364443294473777</c:v>
                </c:pt>
                <c:pt idx="510">
                  <c:v>20.355339075902481</c:v>
                </c:pt>
                <c:pt idx="511">
                  <c:v>20.369090253091958</c:v>
                </c:pt>
                <c:pt idx="512">
                  <c:v>20.412029956270892</c:v>
                </c:pt>
                <c:pt idx="513">
                  <c:v>20.431139694546403</c:v>
                </c:pt>
                <c:pt idx="514">
                  <c:v>20.453389224697371</c:v>
                </c:pt>
                <c:pt idx="515">
                  <c:v>20.471026744799577</c:v>
                </c:pt>
                <c:pt idx="516">
                  <c:v>20.474060102395434</c:v>
                </c:pt>
                <c:pt idx="517">
                  <c:v>20.4598877213277</c:v>
                </c:pt>
                <c:pt idx="518">
                  <c:v>20.459092622000533</c:v>
                </c:pt>
                <c:pt idx="519">
                  <c:v>20.460485876554678</c:v>
                </c:pt>
                <c:pt idx="520">
                  <c:v>20.483091130448287</c:v>
                </c:pt>
                <c:pt idx="521">
                  <c:v>20.483728186300208</c:v>
                </c:pt>
                <c:pt idx="522">
                  <c:v>20.47210030905849</c:v>
                </c:pt>
                <c:pt idx="523">
                  <c:v>20.516920260770572</c:v>
                </c:pt>
                <c:pt idx="524">
                  <c:v>20.542752639217547</c:v>
                </c:pt>
                <c:pt idx="525">
                  <c:v>20.553941412094233</c:v>
                </c:pt>
                <c:pt idx="526">
                  <c:v>20.557938180087731</c:v>
                </c:pt>
                <c:pt idx="527">
                  <c:v>20.522967603141094</c:v>
                </c:pt>
                <c:pt idx="528">
                  <c:v>20.523981654093316</c:v>
                </c:pt>
                <c:pt idx="529">
                  <c:v>20.545367272656261</c:v>
                </c:pt>
                <c:pt idx="530">
                  <c:v>20.549559977363245</c:v>
                </c:pt>
                <c:pt idx="531">
                  <c:v>20.542229650536775</c:v>
                </c:pt>
                <c:pt idx="532">
                  <c:v>20.511211361586192</c:v>
                </c:pt>
                <c:pt idx="533">
                  <c:v>20.506789127693779</c:v>
                </c:pt>
                <c:pt idx="534">
                  <c:v>20.517062960971437</c:v>
                </c:pt>
                <c:pt idx="535">
                  <c:v>20.514445111644406</c:v>
                </c:pt>
                <c:pt idx="536">
                  <c:v>20.525028755078488</c:v>
                </c:pt>
                <c:pt idx="537">
                  <c:v>20.526088332160501</c:v>
                </c:pt>
                <c:pt idx="538">
                  <c:v>20.520261491240731</c:v>
                </c:pt>
                <c:pt idx="539">
                  <c:v>20.501589772452267</c:v>
                </c:pt>
                <c:pt idx="540">
                  <c:v>20.534556618503508</c:v>
                </c:pt>
                <c:pt idx="541">
                  <c:v>20.545957485026552</c:v>
                </c:pt>
                <c:pt idx="542">
                  <c:v>20.559405322581881</c:v>
                </c:pt>
                <c:pt idx="543">
                  <c:v>20.580307937966985</c:v>
                </c:pt>
                <c:pt idx="544">
                  <c:v>20.556054056990344</c:v>
                </c:pt>
                <c:pt idx="545">
                  <c:v>20.55391409641636</c:v>
                </c:pt>
                <c:pt idx="546">
                  <c:v>20.594544636801061</c:v>
                </c:pt>
                <c:pt idx="547">
                  <c:v>20.646562250260118</c:v>
                </c:pt>
                <c:pt idx="548">
                  <c:v>20.666999724208519</c:v>
                </c:pt>
                <c:pt idx="549">
                  <c:v>20.683154564813982</c:v>
                </c:pt>
                <c:pt idx="550">
                  <c:v>20.652750859242737</c:v>
                </c:pt>
                <c:pt idx="551">
                  <c:v>20.624297415580411</c:v>
                </c:pt>
                <c:pt idx="552">
                  <c:v>20.618778602517519</c:v>
                </c:pt>
                <c:pt idx="553">
                  <c:v>20.586113468783449</c:v>
                </c:pt>
                <c:pt idx="554">
                  <c:v>20.608829070266538</c:v>
                </c:pt>
                <c:pt idx="555">
                  <c:v>20.625156483963138</c:v>
                </c:pt>
                <c:pt idx="556">
                  <c:v>20.641977207178449</c:v>
                </c:pt>
                <c:pt idx="557">
                  <c:v>20.656968632380337</c:v>
                </c:pt>
                <c:pt idx="558">
                  <c:v>20.602345994401873</c:v>
                </c:pt>
                <c:pt idx="559">
                  <c:v>20.550131243114414</c:v>
                </c:pt>
                <c:pt idx="560">
                  <c:v>20.519424430382877</c:v>
                </c:pt>
                <c:pt idx="561">
                  <c:v>20.501332462641258</c:v>
                </c:pt>
                <c:pt idx="562">
                  <c:v>20.591666649231126</c:v>
                </c:pt>
                <c:pt idx="563">
                  <c:v>20.618556589986714</c:v>
                </c:pt>
                <c:pt idx="564">
                  <c:v>20.647753562526205</c:v>
                </c:pt>
                <c:pt idx="565">
                  <c:v>20.632867757945434</c:v>
                </c:pt>
                <c:pt idx="566">
                  <c:v>20.575078671089557</c:v>
                </c:pt>
                <c:pt idx="567">
                  <c:v>20.527056702000365</c:v>
                </c:pt>
                <c:pt idx="568">
                  <c:v>20.555625878896464</c:v>
                </c:pt>
                <c:pt idx="569">
                  <c:v>20.489471104158593</c:v>
                </c:pt>
                <c:pt idx="570">
                  <c:v>20.434199244196503</c:v>
                </c:pt>
                <c:pt idx="571">
                  <c:v>20.500064666477122</c:v>
                </c:pt>
                <c:pt idx="572">
                  <c:v>20.50112203505752</c:v>
                </c:pt>
                <c:pt idx="573">
                  <c:v>20.451574882501902</c:v>
                </c:pt>
                <c:pt idx="574">
                  <c:v>20.228795304214124</c:v>
                </c:pt>
                <c:pt idx="575">
                  <c:v>20.150982333769377</c:v>
                </c:pt>
                <c:pt idx="576">
                  <c:v>20.08204154393016</c:v>
                </c:pt>
                <c:pt idx="577">
                  <c:v>20.081050536948734</c:v>
                </c:pt>
                <c:pt idx="578">
                  <c:v>20.07297435650656</c:v>
                </c:pt>
                <c:pt idx="579">
                  <c:v>20.075951610412258</c:v>
                </c:pt>
                <c:pt idx="580">
                  <c:v>20.123840720693746</c:v>
                </c:pt>
                <c:pt idx="581">
                  <c:v>19.914299569450673</c:v>
                </c:pt>
                <c:pt idx="582">
                  <c:v>18.849361436942594</c:v>
                </c:pt>
                <c:pt idx="583">
                  <c:v>17.951608397482559</c:v>
                </c:pt>
                <c:pt idx="584">
                  <c:v>17.384894174414445</c:v>
                </c:pt>
                <c:pt idx="585">
                  <c:v>18.323172908550909</c:v>
                </c:pt>
                <c:pt idx="586">
                  <c:v>19.000569173486479</c:v>
                </c:pt>
                <c:pt idx="587">
                  <c:v>19.517488969309344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3-014F-48C8-BF04-9E4E678005A5}"/>
            </c:ext>
          </c:extLst>
        </c:ser>
        <c:ser>
          <c:idx val="20"/>
          <c:order val="20"/>
          <c:tx>
            <c:strRef>
              <c:f>Sheet2!$V$1</c:f>
              <c:strCache>
                <c:ptCount val="1"/>
                <c:pt idx="0">
                  <c:v>S21_z/O-PTIR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Sheet2!$V$2:$V$589</c:f>
              <c:numCache>
                <c:formatCode>General</c:formatCode>
                <c:ptCount val="588"/>
                <c:pt idx="0">
                  <c:v>20.893896774185095</c:v>
                </c:pt>
                <c:pt idx="1">
                  <c:v>20.916505548464539</c:v>
                </c:pt>
                <c:pt idx="2">
                  <c:v>20.967951848002997</c:v>
                </c:pt>
                <c:pt idx="3">
                  <c:v>21.044039302497463</c:v>
                </c:pt>
                <c:pt idx="4">
                  <c:v>21.04115296739327</c:v>
                </c:pt>
                <c:pt idx="5">
                  <c:v>21.093823172505616</c:v>
                </c:pt>
                <c:pt idx="6">
                  <c:v>21.130271303404299</c:v>
                </c:pt>
                <c:pt idx="7">
                  <c:v>21.186035232880876</c:v>
                </c:pt>
                <c:pt idx="8">
                  <c:v>21.228593672601278</c:v>
                </c:pt>
                <c:pt idx="9">
                  <c:v>21.242597137443092</c:v>
                </c:pt>
                <c:pt idx="10">
                  <c:v>21.26167714593484</c:v>
                </c:pt>
                <c:pt idx="11">
                  <c:v>21.251508778734994</c:v>
                </c:pt>
                <c:pt idx="12">
                  <c:v>21.260425111454158</c:v>
                </c:pt>
                <c:pt idx="13">
                  <c:v>21.321027579826339</c:v>
                </c:pt>
                <c:pt idx="14">
                  <c:v>21.349631605018516</c:v>
                </c:pt>
                <c:pt idx="15">
                  <c:v>21.371620612925799</c:v>
                </c:pt>
                <c:pt idx="16">
                  <c:v>21.397021310611798</c:v>
                </c:pt>
                <c:pt idx="17">
                  <c:v>21.431447921225956</c:v>
                </c:pt>
                <c:pt idx="18">
                  <c:v>21.443337046287876</c:v>
                </c:pt>
                <c:pt idx="19">
                  <c:v>21.453876088660113</c:v>
                </c:pt>
                <c:pt idx="20">
                  <c:v>21.492639753424875</c:v>
                </c:pt>
                <c:pt idx="21">
                  <c:v>21.528809242373811</c:v>
                </c:pt>
                <c:pt idx="22">
                  <c:v>21.554898872222818</c:v>
                </c:pt>
                <c:pt idx="23">
                  <c:v>21.603515477778622</c:v>
                </c:pt>
                <c:pt idx="24">
                  <c:v>21.606482032357746</c:v>
                </c:pt>
                <c:pt idx="25">
                  <c:v>21.630024977263613</c:v>
                </c:pt>
                <c:pt idx="26">
                  <c:v>21.646779977302927</c:v>
                </c:pt>
                <c:pt idx="27">
                  <c:v>21.675206042767996</c:v>
                </c:pt>
                <c:pt idx="28">
                  <c:v>21.703967794269122</c:v>
                </c:pt>
                <c:pt idx="29">
                  <c:v>21.727513097993171</c:v>
                </c:pt>
                <c:pt idx="30">
                  <c:v>21.746583880884923</c:v>
                </c:pt>
                <c:pt idx="31">
                  <c:v>21.772484857697741</c:v>
                </c:pt>
                <c:pt idx="32">
                  <c:v>21.810220130154345</c:v>
                </c:pt>
                <c:pt idx="33">
                  <c:v>21.841918610289166</c:v>
                </c:pt>
                <c:pt idx="34">
                  <c:v>21.850898421426457</c:v>
                </c:pt>
                <c:pt idx="35">
                  <c:v>21.873057264242675</c:v>
                </c:pt>
                <c:pt idx="36">
                  <c:v>21.917845088547413</c:v>
                </c:pt>
                <c:pt idx="37">
                  <c:v>21.96676047773931</c:v>
                </c:pt>
                <c:pt idx="38">
                  <c:v>22.01080999195381</c:v>
                </c:pt>
                <c:pt idx="39">
                  <c:v>22.048491430937737</c:v>
                </c:pt>
                <c:pt idx="40">
                  <c:v>22.106643008593963</c:v>
                </c:pt>
                <c:pt idx="41">
                  <c:v>22.149834227500151</c:v>
                </c:pt>
                <c:pt idx="42">
                  <c:v>22.192250496007048</c:v>
                </c:pt>
                <c:pt idx="43">
                  <c:v>22.246448904066867</c:v>
                </c:pt>
                <c:pt idx="44">
                  <c:v>22.276287639530651</c:v>
                </c:pt>
                <c:pt idx="45">
                  <c:v>22.316231342403427</c:v>
                </c:pt>
                <c:pt idx="46">
                  <c:v>22.353741059423871</c:v>
                </c:pt>
                <c:pt idx="47">
                  <c:v>22.376708714784812</c:v>
                </c:pt>
                <c:pt idx="48">
                  <c:v>22.418579100346747</c:v>
                </c:pt>
                <c:pt idx="49">
                  <c:v>22.459689841618466</c:v>
                </c:pt>
                <c:pt idx="50">
                  <c:v>22.490832636608335</c:v>
                </c:pt>
                <c:pt idx="51">
                  <c:v>22.519466697418668</c:v>
                </c:pt>
                <c:pt idx="52">
                  <c:v>22.558326706801523</c:v>
                </c:pt>
                <c:pt idx="53">
                  <c:v>22.574745024859322</c:v>
                </c:pt>
                <c:pt idx="54">
                  <c:v>22.602151871198046</c:v>
                </c:pt>
                <c:pt idx="55">
                  <c:v>22.633168128697122</c:v>
                </c:pt>
                <c:pt idx="56">
                  <c:v>22.643784383051106</c:v>
                </c:pt>
                <c:pt idx="57">
                  <c:v>22.66002489863634</c:v>
                </c:pt>
                <c:pt idx="58">
                  <c:v>22.666461956194127</c:v>
                </c:pt>
                <c:pt idx="59">
                  <c:v>22.662190293725281</c:v>
                </c:pt>
                <c:pt idx="60">
                  <c:v>22.690526724099524</c:v>
                </c:pt>
                <c:pt idx="61">
                  <c:v>22.717673890765752</c:v>
                </c:pt>
                <c:pt idx="62">
                  <c:v>22.749175121282569</c:v>
                </c:pt>
                <c:pt idx="63">
                  <c:v>22.763200234833455</c:v>
                </c:pt>
                <c:pt idx="64">
                  <c:v>22.77290284027918</c:v>
                </c:pt>
                <c:pt idx="65">
                  <c:v>22.775030808786337</c:v>
                </c:pt>
                <c:pt idx="66">
                  <c:v>22.805313211740625</c:v>
                </c:pt>
                <c:pt idx="67">
                  <c:v>22.845629293376703</c:v>
                </c:pt>
                <c:pt idx="68">
                  <c:v>22.864851459977409</c:v>
                </c:pt>
                <c:pt idx="69">
                  <c:v>22.888915598864624</c:v>
                </c:pt>
                <c:pt idx="70">
                  <c:v>22.922657392143041</c:v>
                </c:pt>
                <c:pt idx="71">
                  <c:v>22.928068416210849</c:v>
                </c:pt>
                <c:pt idx="72">
                  <c:v>22.955467399822304</c:v>
                </c:pt>
                <c:pt idx="73">
                  <c:v>22.961051403889954</c:v>
                </c:pt>
                <c:pt idx="74">
                  <c:v>22.939971536927299</c:v>
                </c:pt>
                <c:pt idx="75">
                  <c:v>22.925039903340874</c:v>
                </c:pt>
                <c:pt idx="76">
                  <c:v>22.90967256982757</c:v>
                </c:pt>
                <c:pt idx="77">
                  <c:v>22.913861621241946</c:v>
                </c:pt>
                <c:pt idx="78">
                  <c:v>22.889306428827904</c:v>
                </c:pt>
                <c:pt idx="79">
                  <c:v>22.867346565429685</c:v>
                </c:pt>
                <c:pt idx="80">
                  <c:v>22.851305972789724</c:v>
                </c:pt>
                <c:pt idx="81">
                  <c:v>22.849030604355427</c:v>
                </c:pt>
                <c:pt idx="82">
                  <c:v>22.858236495110695</c:v>
                </c:pt>
                <c:pt idx="83">
                  <c:v>22.85095057751732</c:v>
                </c:pt>
                <c:pt idx="84">
                  <c:v>22.836609592003086</c:v>
                </c:pt>
                <c:pt idx="85">
                  <c:v>22.824294674050641</c:v>
                </c:pt>
                <c:pt idx="86">
                  <c:v>22.805837183885604</c:v>
                </c:pt>
                <c:pt idx="87">
                  <c:v>22.798118501783531</c:v>
                </c:pt>
                <c:pt idx="88">
                  <c:v>22.794718448841166</c:v>
                </c:pt>
                <c:pt idx="89">
                  <c:v>22.780834340199242</c:v>
                </c:pt>
                <c:pt idx="90">
                  <c:v>22.752273455170663</c:v>
                </c:pt>
                <c:pt idx="91">
                  <c:v>22.71953096210952</c:v>
                </c:pt>
                <c:pt idx="92">
                  <c:v>22.698752080346591</c:v>
                </c:pt>
                <c:pt idx="93">
                  <c:v>22.650882958062837</c:v>
                </c:pt>
                <c:pt idx="94">
                  <c:v>22.601889046434646</c:v>
                </c:pt>
                <c:pt idx="95">
                  <c:v>22.584964368740945</c:v>
                </c:pt>
                <c:pt idx="96">
                  <c:v>22.55515561647713</c:v>
                </c:pt>
                <c:pt idx="97">
                  <c:v>22.50680760168472</c:v>
                </c:pt>
                <c:pt idx="98">
                  <c:v>22.453843746641962</c:v>
                </c:pt>
                <c:pt idx="99">
                  <c:v>22.409999502027276</c:v>
                </c:pt>
                <c:pt idx="100">
                  <c:v>22.374288357659736</c:v>
                </c:pt>
                <c:pt idx="101">
                  <c:v>22.346085069467197</c:v>
                </c:pt>
                <c:pt idx="102">
                  <c:v>22.322287948797921</c:v>
                </c:pt>
                <c:pt idx="103">
                  <c:v>22.301036045362693</c:v>
                </c:pt>
                <c:pt idx="104">
                  <c:v>22.265103905940816</c:v>
                </c:pt>
                <c:pt idx="105">
                  <c:v>22.241877619271023</c:v>
                </c:pt>
                <c:pt idx="106">
                  <c:v>22.225149824268048</c:v>
                </c:pt>
                <c:pt idx="107">
                  <c:v>22.209344169918779</c:v>
                </c:pt>
                <c:pt idx="108">
                  <c:v>22.173663008751216</c:v>
                </c:pt>
                <c:pt idx="109">
                  <c:v>22.141886477943743</c:v>
                </c:pt>
                <c:pt idx="110">
                  <c:v>22.128068835556302</c:v>
                </c:pt>
                <c:pt idx="111">
                  <c:v>22.091179959480748</c:v>
                </c:pt>
                <c:pt idx="112">
                  <c:v>22.064556135941313</c:v>
                </c:pt>
                <c:pt idx="113">
                  <c:v>22.049197608682551</c:v>
                </c:pt>
                <c:pt idx="114">
                  <c:v>22.026905414011907</c:v>
                </c:pt>
                <c:pt idx="115">
                  <c:v>21.985266402304305</c:v>
                </c:pt>
                <c:pt idx="116">
                  <c:v>21.952672357533935</c:v>
                </c:pt>
                <c:pt idx="117">
                  <c:v>21.943130256560792</c:v>
                </c:pt>
                <c:pt idx="118">
                  <c:v>21.918868815637392</c:v>
                </c:pt>
                <c:pt idx="119">
                  <c:v>21.890446524281412</c:v>
                </c:pt>
                <c:pt idx="120">
                  <c:v>21.856416955185075</c:v>
                </c:pt>
                <c:pt idx="121">
                  <c:v>21.81169198028028</c:v>
                </c:pt>
                <c:pt idx="122">
                  <c:v>21.786943731702781</c:v>
                </c:pt>
                <c:pt idx="123">
                  <c:v>21.775853092803771</c:v>
                </c:pt>
                <c:pt idx="124">
                  <c:v>21.755460480622308</c:v>
                </c:pt>
                <c:pt idx="125">
                  <c:v>21.729907822627357</c:v>
                </c:pt>
                <c:pt idx="126">
                  <c:v>21.711361378807855</c:v>
                </c:pt>
                <c:pt idx="127">
                  <c:v>21.701834112180151</c:v>
                </c:pt>
                <c:pt idx="128">
                  <c:v>21.705027899577249</c:v>
                </c:pt>
                <c:pt idx="129">
                  <c:v>21.687247180557051</c:v>
                </c:pt>
                <c:pt idx="130">
                  <c:v>21.678997659528186</c:v>
                </c:pt>
                <c:pt idx="131">
                  <c:v>21.665730617722065</c:v>
                </c:pt>
                <c:pt idx="132">
                  <c:v>21.667116816538986</c:v>
                </c:pt>
                <c:pt idx="133">
                  <c:v>21.666378139521477</c:v>
                </c:pt>
                <c:pt idx="134">
                  <c:v>21.667363915847851</c:v>
                </c:pt>
                <c:pt idx="135">
                  <c:v>21.661220033180712</c:v>
                </c:pt>
                <c:pt idx="136">
                  <c:v>21.661011356399079</c:v>
                </c:pt>
                <c:pt idx="137">
                  <c:v>21.655878410785565</c:v>
                </c:pt>
                <c:pt idx="138">
                  <c:v>21.645110720304444</c:v>
                </c:pt>
                <c:pt idx="139">
                  <c:v>21.643785850760196</c:v>
                </c:pt>
                <c:pt idx="140">
                  <c:v>21.642598631361274</c:v>
                </c:pt>
                <c:pt idx="141">
                  <c:v>21.641528619016793</c:v>
                </c:pt>
                <c:pt idx="142">
                  <c:v>21.662281344107019</c:v>
                </c:pt>
                <c:pt idx="143">
                  <c:v>21.697311366620628</c:v>
                </c:pt>
                <c:pt idx="144">
                  <c:v>21.738394011746916</c:v>
                </c:pt>
                <c:pt idx="145">
                  <c:v>21.749822171318343</c:v>
                </c:pt>
                <c:pt idx="146">
                  <c:v>21.767574584520386</c:v>
                </c:pt>
                <c:pt idx="147">
                  <c:v>21.757395812311458</c:v>
                </c:pt>
                <c:pt idx="148">
                  <c:v>21.767635546865787</c:v>
                </c:pt>
                <c:pt idx="149">
                  <c:v>21.783711102432989</c:v>
                </c:pt>
                <c:pt idx="150">
                  <c:v>21.795289387677009</c:v>
                </c:pt>
                <c:pt idx="151">
                  <c:v>21.787106437738995</c:v>
                </c:pt>
                <c:pt idx="152">
                  <c:v>21.805960943212764</c:v>
                </c:pt>
                <c:pt idx="153">
                  <c:v>21.825972527630935</c:v>
                </c:pt>
                <c:pt idx="154">
                  <c:v>21.837180163911654</c:v>
                </c:pt>
                <c:pt idx="155">
                  <c:v>21.874205327259816</c:v>
                </c:pt>
                <c:pt idx="156">
                  <c:v>21.872339239988783</c:v>
                </c:pt>
                <c:pt idx="157">
                  <c:v>21.864983501377289</c:v>
                </c:pt>
                <c:pt idx="158">
                  <c:v>21.869139424500784</c:v>
                </c:pt>
                <c:pt idx="159">
                  <c:v>21.874586250186741</c:v>
                </c:pt>
                <c:pt idx="160">
                  <c:v>21.872846700406505</c:v>
                </c:pt>
                <c:pt idx="161">
                  <c:v>21.861687603362103</c:v>
                </c:pt>
                <c:pt idx="162">
                  <c:v>21.843073120742662</c:v>
                </c:pt>
                <c:pt idx="163">
                  <c:v>21.825690989576646</c:v>
                </c:pt>
                <c:pt idx="164">
                  <c:v>21.81068439799029</c:v>
                </c:pt>
                <c:pt idx="165">
                  <c:v>21.797641339074872</c:v>
                </c:pt>
                <c:pt idx="166">
                  <c:v>21.786929211866429</c:v>
                </c:pt>
                <c:pt idx="167">
                  <c:v>21.789607256773085</c:v>
                </c:pt>
                <c:pt idx="168">
                  <c:v>21.784771627086574</c:v>
                </c:pt>
                <c:pt idx="169">
                  <c:v>21.775338765604236</c:v>
                </c:pt>
                <c:pt idx="170">
                  <c:v>21.763157147088037</c:v>
                </c:pt>
                <c:pt idx="171">
                  <c:v>21.75861055125581</c:v>
                </c:pt>
                <c:pt idx="172">
                  <c:v>21.757361111475127</c:v>
                </c:pt>
                <c:pt idx="173">
                  <c:v>21.756848514075593</c:v>
                </c:pt>
                <c:pt idx="174">
                  <c:v>21.748533313064968</c:v>
                </c:pt>
                <c:pt idx="175">
                  <c:v>21.734578597132202</c:v>
                </c:pt>
                <c:pt idx="176">
                  <c:v>21.727447889775046</c:v>
                </c:pt>
                <c:pt idx="177">
                  <c:v>21.726954372593678</c:v>
                </c:pt>
                <c:pt idx="178">
                  <c:v>21.727059418629945</c:v>
                </c:pt>
                <c:pt idx="179">
                  <c:v>21.732646148443049</c:v>
                </c:pt>
                <c:pt idx="180">
                  <c:v>21.736875299766478</c:v>
                </c:pt>
                <c:pt idx="181">
                  <c:v>21.742197212925277</c:v>
                </c:pt>
                <c:pt idx="182">
                  <c:v>21.747435152156879</c:v>
                </c:pt>
                <c:pt idx="183">
                  <c:v>21.755084118077196</c:v>
                </c:pt>
                <c:pt idx="184">
                  <c:v>21.762562672488578</c:v>
                </c:pt>
                <c:pt idx="185">
                  <c:v>21.772257729716131</c:v>
                </c:pt>
                <c:pt idx="186">
                  <c:v>21.783787895069285</c:v>
                </c:pt>
                <c:pt idx="187">
                  <c:v>21.799862874036489</c:v>
                </c:pt>
                <c:pt idx="188">
                  <c:v>21.822039591452693</c:v>
                </c:pt>
                <c:pt idx="189">
                  <c:v>21.836927246184612</c:v>
                </c:pt>
                <c:pt idx="190">
                  <c:v>21.847049197084502</c:v>
                </c:pt>
                <c:pt idx="191">
                  <c:v>21.849014407137261</c:v>
                </c:pt>
                <c:pt idx="192">
                  <c:v>21.837010958020898</c:v>
                </c:pt>
                <c:pt idx="193">
                  <c:v>21.835588380985829</c:v>
                </c:pt>
                <c:pt idx="194">
                  <c:v>21.841811362689263</c:v>
                </c:pt>
                <c:pt idx="195">
                  <c:v>21.846163172558036</c:v>
                </c:pt>
                <c:pt idx="196">
                  <c:v>21.853416276369622</c:v>
                </c:pt>
                <c:pt idx="197">
                  <c:v>21.867833792429245</c:v>
                </c:pt>
                <c:pt idx="198">
                  <c:v>21.888468471774122</c:v>
                </c:pt>
                <c:pt idx="199">
                  <c:v>21.921403968580542</c:v>
                </c:pt>
                <c:pt idx="200">
                  <c:v>21.946974606011842</c:v>
                </c:pt>
                <c:pt idx="201">
                  <c:v>21.97898009943729</c:v>
                </c:pt>
                <c:pt idx="202">
                  <c:v>22.036969390402756</c:v>
                </c:pt>
                <c:pt idx="203">
                  <c:v>22.091502436134999</c:v>
                </c:pt>
                <c:pt idx="204">
                  <c:v>22.138582559946745</c:v>
                </c:pt>
                <c:pt idx="205">
                  <c:v>22.187365855320579</c:v>
                </c:pt>
                <c:pt idx="206">
                  <c:v>22.222165132998033</c:v>
                </c:pt>
                <c:pt idx="207">
                  <c:v>22.248273580974299</c:v>
                </c:pt>
                <c:pt idx="208">
                  <c:v>22.24127397148975</c:v>
                </c:pt>
                <c:pt idx="209">
                  <c:v>22.211433244135062</c:v>
                </c:pt>
                <c:pt idx="210">
                  <c:v>22.178392806128734</c:v>
                </c:pt>
                <c:pt idx="211">
                  <c:v>22.132658152206677</c:v>
                </c:pt>
                <c:pt idx="212">
                  <c:v>22.076781733312018</c:v>
                </c:pt>
                <c:pt idx="213">
                  <c:v>22.038503670583179</c:v>
                </c:pt>
                <c:pt idx="214">
                  <c:v>22.01910412085536</c:v>
                </c:pt>
                <c:pt idx="215">
                  <c:v>22.01170739122572</c:v>
                </c:pt>
                <c:pt idx="216">
                  <c:v>22.020445921472323</c:v>
                </c:pt>
                <c:pt idx="217">
                  <c:v>22.041641422943965</c:v>
                </c:pt>
                <c:pt idx="218">
                  <c:v>22.064091396341738</c:v>
                </c:pt>
                <c:pt idx="219">
                  <c:v>22.091017672789985</c:v>
                </c:pt>
                <c:pt idx="220">
                  <c:v>22.116433047566879</c:v>
                </c:pt>
                <c:pt idx="221">
                  <c:v>22.132742964824779</c:v>
                </c:pt>
                <c:pt idx="222">
                  <c:v>22.156722186257529</c:v>
                </c:pt>
                <c:pt idx="223">
                  <c:v>22.178969510964574</c:v>
                </c:pt>
                <c:pt idx="224">
                  <c:v>22.189860017245582</c:v>
                </c:pt>
                <c:pt idx="225">
                  <c:v>22.20555789981313</c:v>
                </c:pt>
                <c:pt idx="226">
                  <c:v>22.232474007134115</c:v>
                </c:pt>
                <c:pt idx="227">
                  <c:v>22.241773621598387</c:v>
                </c:pt>
                <c:pt idx="228">
                  <c:v>22.240668541490301</c:v>
                </c:pt>
                <c:pt idx="229">
                  <c:v>22.243390932178738</c:v>
                </c:pt>
                <c:pt idx="230">
                  <c:v>22.256166501112578</c:v>
                </c:pt>
                <c:pt idx="231">
                  <c:v>22.26400595470545</c:v>
                </c:pt>
                <c:pt idx="232">
                  <c:v>22.283994789632732</c:v>
                </c:pt>
                <c:pt idx="233">
                  <c:v>22.294762742204764</c:v>
                </c:pt>
                <c:pt idx="234">
                  <c:v>22.287103816829905</c:v>
                </c:pt>
                <c:pt idx="235">
                  <c:v>22.269108445355357</c:v>
                </c:pt>
                <c:pt idx="236">
                  <c:v>22.233481694260472</c:v>
                </c:pt>
                <c:pt idx="237">
                  <c:v>22.205236366686151</c:v>
                </c:pt>
                <c:pt idx="238">
                  <c:v>22.178901577001</c:v>
                </c:pt>
                <c:pt idx="239">
                  <c:v>22.148094572883551</c:v>
                </c:pt>
                <c:pt idx="240">
                  <c:v>22.117407711238723</c:v>
                </c:pt>
                <c:pt idx="241">
                  <c:v>22.074668966077574</c:v>
                </c:pt>
                <c:pt idx="242">
                  <c:v>22.036174625930752</c:v>
                </c:pt>
                <c:pt idx="243">
                  <c:v>22.010846789517412</c:v>
                </c:pt>
                <c:pt idx="244">
                  <c:v>21.996985430366376</c:v>
                </c:pt>
                <c:pt idx="245">
                  <c:v>21.979897417618275</c:v>
                </c:pt>
                <c:pt idx="246">
                  <c:v>21.971700576862091</c:v>
                </c:pt>
                <c:pt idx="247">
                  <c:v>21.97624659609432</c:v>
                </c:pt>
                <c:pt idx="248">
                  <c:v>21.977188445984375</c:v>
                </c:pt>
                <c:pt idx="249">
                  <c:v>21.976639417948512</c:v>
                </c:pt>
                <c:pt idx="250">
                  <c:v>21.986638395793968</c:v>
                </c:pt>
                <c:pt idx="251">
                  <c:v>22.027512940738625</c:v>
                </c:pt>
                <c:pt idx="252">
                  <c:v>22.033178822006199</c:v>
                </c:pt>
                <c:pt idx="253">
                  <c:v>22.039255032800678</c:v>
                </c:pt>
                <c:pt idx="254">
                  <c:v>22.047713230611173</c:v>
                </c:pt>
                <c:pt idx="255">
                  <c:v>22.056651998312134</c:v>
                </c:pt>
                <c:pt idx="256">
                  <c:v>22.079267403491578</c:v>
                </c:pt>
                <c:pt idx="257">
                  <c:v>22.052433383043244</c:v>
                </c:pt>
                <c:pt idx="258">
                  <c:v>22.026014095249081</c:v>
                </c:pt>
                <c:pt idx="259">
                  <c:v>22</c:v>
                </c:pt>
                <c:pt idx="260">
                  <c:v>22.004054651196316</c:v>
                </c:pt>
                <c:pt idx="261">
                  <c:v>22.069806655536539</c:v>
                </c:pt>
                <c:pt idx="262">
                  <c:v>22.053872576641936</c:v>
                </c:pt>
                <c:pt idx="263">
                  <c:v>21.996482006148653</c:v>
                </c:pt>
                <c:pt idx="264">
                  <c:v>21.97671165020299</c:v>
                </c:pt>
                <c:pt idx="265">
                  <c:v>21.992786209824743</c:v>
                </c:pt>
                <c:pt idx="266">
                  <c:v>21.966931780357335</c:v>
                </c:pt>
                <c:pt idx="267">
                  <c:v>21.933486464315013</c:v>
                </c:pt>
                <c:pt idx="268">
                  <c:v>21.912067242043577</c:v>
                </c:pt>
                <c:pt idx="269">
                  <c:v>21.891392777298734</c:v>
                </c:pt>
                <c:pt idx="270">
                  <c:v>21.819058359782677</c:v>
                </c:pt>
                <c:pt idx="271">
                  <c:v>21.805120365249891</c:v>
                </c:pt>
                <c:pt idx="272">
                  <c:v>21.769111747700808</c:v>
                </c:pt>
                <c:pt idx="273">
                  <c:v>21.775674294385752</c:v>
                </c:pt>
                <c:pt idx="274">
                  <c:v>21.79784582240196</c:v>
                </c:pt>
                <c:pt idx="275">
                  <c:v>21.799990879236372</c:v>
                </c:pt>
                <c:pt idx="276">
                  <c:v>21.815550901985866</c:v>
                </c:pt>
                <c:pt idx="277">
                  <c:v>21.835714499131171</c:v>
                </c:pt>
                <c:pt idx="278">
                  <c:v>21.915107706258993</c:v>
                </c:pt>
                <c:pt idx="279">
                  <c:v>21.974366984932395</c:v>
                </c:pt>
                <c:pt idx="280">
                  <c:v>22.006932723884606</c:v>
                </c:pt>
                <c:pt idx="281">
                  <c:v>22.057337732966058</c:v>
                </c:pt>
                <c:pt idx="282">
                  <c:v>22.143253858633408</c:v>
                </c:pt>
                <c:pt idx="283">
                  <c:v>22.215502257913183</c:v>
                </c:pt>
                <c:pt idx="284">
                  <c:v>22.215343221149688</c:v>
                </c:pt>
                <c:pt idx="285">
                  <c:v>22.174428733550521</c:v>
                </c:pt>
                <c:pt idx="286">
                  <c:v>22.204983396540925</c:v>
                </c:pt>
                <c:pt idx="287">
                  <c:v>22.513066332588124</c:v>
                </c:pt>
                <c:pt idx="288">
                  <c:v>22.643012368069989</c:v>
                </c:pt>
                <c:pt idx="289">
                  <c:v>22.726262609848852</c:v>
                </c:pt>
                <c:pt idx="290">
                  <c:v>22.784846218159231</c:v>
                </c:pt>
                <c:pt idx="291">
                  <c:v>22.893478077405931</c:v>
                </c:pt>
                <c:pt idx="292">
                  <c:v>22.854907311550086</c:v>
                </c:pt>
                <c:pt idx="293">
                  <c:v>22.94963661095488</c:v>
                </c:pt>
                <c:pt idx="294">
                  <c:v>23.013231816787972</c:v>
                </c:pt>
                <c:pt idx="295">
                  <c:v>23.088895365446461</c:v>
                </c:pt>
                <c:pt idx="296">
                  <c:v>23.17688955751192</c:v>
                </c:pt>
                <c:pt idx="297">
                  <c:v>23.203379609851471</c:v>
                </c:pt>
                <c:pt idx="298">
                  <c:v>23.233395518769647</c:v>
                </c:pt>
                <c:pt idx="299">
                  <c:v>23.362866540688309</c:v>
                </c:pt>
                <c:pt idx="300">
                  <c:v>23.427454337211412</c:v>
                </c:pt>
                <c:pt idx="301">
                  <c:v>23.377402941184179</c:v>
                </c:pt>
                <c:pt idx="302">
                  <c:v>23.350390803754195</c:v>
                </c:pt>
                <c:pt idx="303">
                  <c:v>23.442700689561192</c:v>
                </c:pt>
                <c:pt idx="304">
                  <c:v>23.570685551190291</c:v>
                </c:pt>
                <c:pt idx="305">
                  <c:v>23.652927162315514</c:v>
                </c:pt>
                <c:pt idx="306">
                  <c:v>23.573865238096491</c:v>
                </c:pt>
                <c:pt idx="307">
                  <c:v>23.558763979273863</c:v>
                </c:pt>
                <c:pt idx="308">
                  <c:v>23.567650748138497</c:v>
                </c:pt>
                <c:pt idx="309">
                  <c:v>23.58492673248643</c:v>
                </c:pt>
                <c:pt idx="310">
                  <c:v>23.586141156921684</c:v>
                </c:pt>
                <c:pt idx="311">
                  <c:v>23.520809441562896</c:v>
                </c:pt>
                <c:pt idx="312">
                  <c:v>23.716577092730397</c:v>
                </c:pt>
                <c:pt idx="313">
                  <c:v>23.628326051574255</c:v>
                </c:pt>
                <c:pt idx="314">
                  <c:v>23.547198012302559</c:v>
                </c:pt>
                <c:pt idx="315">
                  <c:v>23.547692839938467</c:v>
                </c:pt>
                <c:pt idx="316">
                  <c:v>23.504166459178037</c:v>
                </c:pt>
                <c:pt idx="317">
                  <c:v>23.560466941163213</c:v>
                </c:pt>
                <c:pt idx="318">
                  <c:v>23.538094861183559</c:v>
                </c:pt>
                <c:pt idx="319">
                  <c:v>23.5044742587414</c:v>
                </c:pt>
                <c:pt idx="320">
                  <c:v>23.567670247702111</c:v>
                </c:pt>
                <c:pt idx="321">
                  <c:v>23.714734908150241</c:v>
                </c:pt>
                <c:pt idx="322">
                  <c:v>23.699571795873108</c:v>
                </c:pt>
                <c:pt idx="323">
                  <c:v>23.727441075411413</c:v>
                </c:pt>
                <c:pt idx="324">
                  <c:v>23.756564617203136</c:v>
                </c:pt>
                <c:pt idx="325">
                  <c:v>23.810393477081462</c:v>
                </c:pt>
                <c:pt idx="326">
                  <c:v>23.862349540161503</c:v>
                </c:pt>
                <c:pt idx="327">
                  <c:v>23.914914912186447</c:v>
                </c:pt>
                <c:pt idx="328">
                  <c:v>23.960749789672043</c:v>
                </c:pt>
                <c:pt idx="329">
                  <c:v>23.994085027532652</c:v>
                </c:pt>
                <c:pt idx="330">
                  <c:v>24.002952925851865</c:v>
                </c:pt>
                <c:pt idx="331">
                  <c:v>23.992425467897789</c:v>
                </c:pt>
                <c:pt idx="332">
                  <c:v>23.98428995641429</c:v>
                </c:pt>
                <c:pt idx="333">
                  <c:v>23.983300091469726</c:v>
                </c:pt>
                <c:pt idx="334">
                  <c:v>23.95502236945908</c:v>
                </c:pt>
                <c:pt idx="335">
                  <c:v>23.898717274673903</c:v>
                </c:pt>
                <c:pt idx="336">
                  <c:v>23.868286633101569</c:v>
                </c:pt>
                <c:pt idx="337">
                  <c:v>23.831703774371189</c:v>
                </c:pt>
                <c:pt idx="338">
                  <c:v>23.781117922562629</c:v>
                </c:pt>
                <c:pt idx="339">
                  <c:v>23.719665991345771</c:v>
                </c:pt>
                <c:pt idx="340">
                  <c:v>23.702500923870449</c:v>
                </c:pt>
                <c:pt idx="341">
                  <c:v>23.81913682980078</c:v>
                </c:pt>
                <c:pt idx="342">
                  <c:v>23.795247557967965</c:v>
                </c:pt>
                <c:pt idx="343">
                  <c:v>23.773856956023764</c:v>
                </c:pt>
                <c:pt idx="344">
                  <c:v>23.938002185838183</c:v>
                </c:pt>
                <c:pt idx="345">
                  <c:v>23.996701323821178</c:v>
                </c:pt>
                <c:pt idx="346">
                  <c:v>24.112326816879715</c:v>
                </c:pt>
                <c:pt idx="347">
                  <c:v>24.177420973038714</c:v>
                </c:pt>
                <c:pt idx="348">
                  <c:v>24.225016472413628</c:v>
                </c:pt>
                <c:pt idx="349">
                  <c:v>24.190462826335953</c:v>
                </c:pt>
                <c:pt idx="350">
                  <c:v>24.33880816780108</c:v>
                </c:pt>
                <c:pt idx="351">
                  <c:v>24.509023632737261</c:v>
                </c:pt>
                <c:pt idx="352">
                  <c:v>24.445303042613357</c:v>
                </c:pt>
                <c:pt idx="353">
                  <c:v>24.408329563592439</c:v>
                </c:pt>
                <c:pt idx="354">
                  <c:v>24.359094213819017</c:v>
                </c:pt>
                <c:pt idx="355">
                  <c:v>24.35824273287432</c:v>
                </c:pt>
                <c:pt idx="356">
                  <c:v>24.551650517498501</c:v>
                </c:pt>
                <c:pt idx="357">
                  <c:v>24.479522260691351</c:v>
                </c:pt>
                <c:pt idx="358">
                  <c:v>24.359055214691772</c:v>
                </c:pt>
                <c:pt idx="359">
                  <c:v>24.61587998333103</c:v>
                </c:pt>
                <c:pt idx="360">
                  <c:v>24.588122669028976</c:v>
                </c:pt>
                <c:pt idx="361">
                  <c:v>24.434472188223221</c:v>
                </c:pt>
                <c:pt idx="362">
                  <c:v>24.324206559087088</c:v>
                </c:pt>
                <c:pt idx="363">
                  <c:v>24.273005108151807</c:v>
                </c:pt>
                <c:pt idx="364">
                  <c:v>24.271423756444161</c:v>
                </c:pt>
                <c:pt idx="365">
                  <c:v>24.153042744406335</c:v>
                </c:pt>
                <c:pt idx="366">
                  <c:v>24.027459264520488</c:v>
                </c:pt>
                <c:pt idx="367">
                  <c:v>23.997525756984064</c:v>
                </c:pt>
                <c:pt idx="368">
                  <c:v>23.965664937740303</c:v>
                </c:pt>
                <c:pt idx="369">
                  <c:v>23.808525922101349</c:v>
                </c:pt>
                <c:pt idx="370">
                  <c:v>23.762203345852551</c:v>
                </c:pt>
                <c:pt idx="371">
                  <c:v>23.600259469999777</c:v>
                </c:pt>
                <c:pt idx="372">
                  <c:v>23.512573496843117</c:v>
                </c:pt>
                <c:pt idx="373">
                  <c:v>23.386620992957621</c:v>
                </c:pt>
                <c:pt idx="374">
                  <c:v>23.343375783324205</c:v>
                </c:pt>
                <c:pt idx="375">
                  <c:v>23.285886037631016</c:v>
                </c:pt>
                <c:pt idx="376">
                  <c:v>23.132254217697955</c:v>
                </c:pt>
                <c:pt idx="377">
                  <c:v>22.985586677394924</c:v>
                </c:pt>
                <c:pt idx="378">
                  <c:v>22.81847080438321</c:v>
                </c:pt>
                <c:pt idx="379">
                  <c:v>22.670764335717486</c:v>
                </c:pt>
                <c:pt idx="380">
                  <c:v>22.577574663147661</c:v>
                </c:pt>
                <c:pt idx="381">
                  <c:v>22.384126516523523</c:v>
                </c:pt>
                <c:pt idx="382">
                  <c:v>22.246515999339532</c:v>
                </c:pt>
                <c:pt idx="383">
                  <c:v>21.99202237207998</c:v>
                </c:pt>
                <c:pt idx="384">
                  <c:v>21.860002987836364</c:v>
                </c:pt>
                <c:pt idx="385">
                  <c:v>21.745966604376395</c:v>
                </c:pt>
                <c:pt idx="386">
                  <c:v>21.638474788165023</c:v>
                </c:pt>
                <c:pt idx="387">
                  <c:v>21.572350090552408</c:v>
                </c:pt>
                <c:pt idx="388">
                  <c:v>21.514222782514342</c:v>
                </c:pt>
                <c:pt idx="389">
                  <c:v>21.473491863387736</c:v>
                </c:pt>
                <c:pt idx="390">
                  <c:v>21.426141602476235</c:v>
                </c:pt>
                <c:pt idx="391">
                  <c:v>21.37880575656472</c:v>
                </c:pt>
                <c:pt idx="392">
                  <c:v>21.363808574041993</c:v>
                </c:pt>
                <c:pt idx="393">
                  <c:v>21.344455493032314</c:v>
                </c:pt>
                <c:pt idx="394">
                  <c:v>21.332349304279685</c:v>
                </c:pt>
                <c:pt idx="395">
                  <c:v>21.31211591232535</c:v>
                </c:pt>
                <c:pt idx="396">
                  <c:v>21.289702657863906</c:v>
                </c:pt>
                <c:pt idx="397">
                  <c:v>21.282099190925365</c:v>
                </c:pt>
                <c:pt idx="398">
                  <c:v>21.265480320904111</c:v>
                </c:pt>
                <c:pt idx="399">
                  <c:v>21.221835579889241</c:v>
                </c:pt>
                <c:pt idx="400">
                  <c:v>21.233297129842455</c:v>
                </c:pt>
                <c:pt idx="401">
                  <c:v>21.22675308677568</c:v>
                </c:pt>
                <c:pt idx="402">
                  <c:v>21.220790544808374</c:v>
                </c:pt>
                <c:pt idx="403">
                  <c:v>21.208155797319858</c:v>
                </c:pt>
                <c:pt idx="404">
                  <c:v>21.205952556303679</c:v>
                </c:pt>
                <c:pt idx="405">
                  <c:v>21.205515676967714</c:v>
                </c:pt>
                <c:pt idx="406">
                  <c:v>21.1943817799642</c:v>
                </c:pt>
                <c:pt idx="407">
                  <c:v>21.158789821437463</c:v>
                </c:pt>
                <c:pt idx="408">
                  <c:v>21.157120983784434</c:v>
                </c:pt>
                <c:pt idx="409">
                  <c:v>21.159044206873595</c:v>
                </c:pt>
                <c:pt idx="410">
                  <c:v>21.146423704025977</c:v>
                </c:pt>
                <c:pt idx="411">
                  <c:v>21.143211111606171</c:v>
                </c:pt>
                <c:pt idx="412">
                  <c:v>21.137416884420531</c:v>
                </c:pt>
                <c:pt idx="413">
                  <c:v>21.119566082291303</c:v>
                </c:pt>
                <c:pt idx="414">
                  <c:v>21.123962827646398</c:v>
                </c:pt>
                <c:pt idx="415">
                  <c:v>21.116499395880457</c:v>
                </c:pt>
                <c:pt idx="416">
                  <c:v>21.111613274380353</c:v>
                </c:pt>
                <c:pt idx="417">
                  <c:v>21.10666270472576</c:v>
                </c:pt>
                <c:pt idx="418">
                  <c:v>21.101490877925919</c:v>
                </c:pt>
                <c:pt idx="419">
                  <c:v>21.119610912941262</c:v>
                </c:pt>
                <c:pt idx="420">
                  <c:v>21.104150065391682</c:v>
                </c:pt>
                <c:pt idx="421">
                  <c:v>21.079343173973324</c:v>
                </c:pt>
                <c:pt idx="422">
                  <c:v>21.073729075317065</c:v>
                </c:pt>
                <c:pt idx="423">
                  <c:v>21.089284033159743</c:v>
                </c:pt>
                <c:pt idx="424">
                  <c:v>21.07504856544541</c:v>
                </c:pt>
                <c:pt idx="425">
                  <c:v>21.057671184677119</c:v>
                </c:pt>
                <c:pt idx="426">
                  <c:v>21.052074020369705</c:v>
                </c:pt>
                <c:pt idx="427">
                  <c:v>21.041936812502783</c:v>
                </c:pt>
                <c:pt idx="428">
                  <c:v>21.015477536188204</c:v>
                </c:pt>
                <c:pt idx="429">
                  <c:v>21.006257884022151</c:v>
                </c:pt>
                <c:pt idx="430">
                  <c:v>21.042922864024614</c:v>
                </c:pt>
                <c:pt idx="431">
                  <c:v>21.077051470723134</c:v>
                </c:pt>
                <c:pt idx="432">
                  <c:v>21.055713739067532</c:v>
                </c:pt>
                <c:pt idx="433">
                  <c:v>21.072898188165546</c:v>
                </c:pt>
                <c:pt idx="434">
                  <c:v>21.106494239241822</c:v>
                </c:pt>
                <c:pt idx="435">
                  <c:v>21.201498766862272</c:v>
                </c:pt>
                <c:pt idx="436">
                  <c:v>21.157145017520776</c:v>
                </c:pt>
                <c:pt idx="437">
                  <c:v>21.08770966617481</c:v>
                </c:pt>
                <c:pt idx="438">
                  <c:v>21.085204162265725</c:v>
                </c:pt>
                <c:pt idx="439">
                  <c:v>21.149684259082104</c:v>
                </c:pt>
                <c:pt idx="440">
                  <c:v>21.181927940725519</c:v>
                </c:pt>
                <c:pt idx="441">
                  <c:v>21.232721630624798</c:v>
                </c:pt>
                <c:pt idx="442">
                  <c:v>21.223215226433439</c:v>
                </c:pt>
                <c:pt idx="443">
                  <c:v>21.225332108495152</c:v>
                </c:pt>
                <c:pt idx="444">
                  <c:v>21.229531224200425</c:v>
                </c:pt>
                <c:pt idx="445">
                  <c:v>21.292946661879139</c:v>
                </c:pt>
                <c:pt idx="446">
                  <c:v>21.318084875519922</c:v>
                </c:pt>
                <c:pt idx="447">
                  <c:v>21.287500150702272</c:v>
                </c:pt>
                <c:pt idx="448">
                  <c:v>21.265309175540629</c:v>
                </c:pt>
                <c:pt idx="449">
                  <c:v>21.275663810749396</c:v>
                </c:pt>
                <c:pt idx="450">
                  <c:v>21.274765153441123</c:v>
                </c:pt>
                <c:pt idx="451">
                  <c:v>21.304227526359792</c:v>
                </c:pt>
                <c:pt idx="452">
                  <c:v>21.312704070533904</c:v>
                </c:pt>
                <c:pt idx="453">
                  <c:v>21.330453155181406</c:v>
                </c:pt>
                <c:pt idx="454">
                  <c:v>21.324054389105406</c:v>
                </c:pt>
                <c:pt idx="455">
                  <c:v>21.325122645440796</c:v>
                </c:pt>
                <c:pt idx="456">
                  <c:v>21.317874652401933</c:v>
                </c:pt>
                <c:pt idx="457">
                  <c:v>21.314822839650162</c:v>
                </c:pt>
                <c:pt idx="458">
                  <c:v>21.323728295596609</c:v>
                </c:pt>
                <c:pt idx="459">
                  <c:v>21.31416134840531</c:v>
                </c:pt>
                <c:pt idx="460">
                  <c:v>21.314051375059954</c:v>
                </c:pt>
                <c:pt idx="461">
                  <c:v>21.33792319163825</c:v>
                </c:pt>
                <c:pt idx="462">
                  <c:v>21.371742249316597</c:v>
                </c:pt>
                <c:pt idx="463">
                  <c:v>21.392456315997766</c:v>
                </c:pt>
                <c:pt idx="464">
                  <c:v>21.378222499456161</c:v>
                </c:pt>
                <c:pt idx="465">
                  <c:v>21.355238830340692</c:v>
                </c:pt>
                <c:pt idx="466">
                  <c:v>21.363158405124402</c:v>
                </c:pt>
                <c:pt idx="467">
                  <c:v>21.36872251649207</c:v>
                </c:pt>
                <c:pt idx="468">
                  <c:v>21.384479002586836</c:v>
                </c:pt>
                <c:pt idx="469">
                  <c:v>21.387659606811219</c:v>
                </c:pt>
                <c:pt idx="470">
                  <c:v>21.385186543204377</c:v>
                </c:pt>
                <c:pt idx="471">
                  <c:v>21.389805449918359</c:v>
                </c:pt>
                <c:pt idx="472">
                  <c:v>21.39182905382561</c:v>
                </c:pt>
                <c:pt idx="473">
                  <c:v>21.420591408135824</c:v>
                </c:pt>
                <c:pt idx="474">
                  <c:v>21.433685103014831</c:v>
                </c:pt>
                <c:pt idx="475">
                  <c:v>21.447923217847343</c:v>
                </c:pt>
                <c:pt idx="476">
                  <c:v>21.468540599192234</c:v>
                </c:pt>
                <c:pt idx="477">
                  <c:v>21.473575889733112</c:v>
                </c:pt>
                <c:pt idx="478">
                  <c:v>21.466198187903455</c:v>
                </c:pt>
                <c:pt idx="479">
                  <c:v>21.478034685110877</c:v>
                </c:pt>
                <c:pt idx="480">
                  <c:v>21.488891748591918</c:v>
                </c:pt>
                <c:pt idx="481">
                  <c:v>21.480961244617308</c:v>
                </c:pt>
                <c:pt idx="482">
                  <c:v>21.486883241121017</c:v>
                </c:pt>
                <c:pt idx="483">
                  <c:v>21.499232702655245</c:v>
                </c:pt>
                <c:pt idx="484">
                  <c:v>21.521196497417094</c:v>
                </c:pt>
                <c:pt idx="485">
                  <c:v>21.531648630443957</c:v>
                </c:pt>
                <c:pt idx="486">
                  <c:v>21.534471559205027</c:v>
                </c:pt>
                <c:pt idx="487">
                  <c:v>21.545863130885579</c:v>
                </c:pt>
                <c:pt idx="488">
                  <c:v>21.549554419245858</c:v>
                </c:pt>
                <c:pt idx="489">
                  <c:v>21.544874523977388</c:v>
                </c:pt>
                <c:pt idx="490">
                  <c:v>21.547514722956805</c:v>
                </c:pt>
                <c:pt idx="491">
                  <c:v>21.545261212904308</c:v>
                </c:pt>
                <c:pt idx="492">
                  <c:v>21.55284753909741</c:v>
                </c:pt>
                <c:pt idx="493">
                  <c:v>21.55712114103898</c:v>
                </c:pt>
                <c:pt idx="494">
                  <c:v>21.562570482797664</c:v>
                </c:pt>
                <c:pt idx="495">
                  <c:v>21.579644499891234</c:v>
                </c:pt>
                <c:pt idx="496">
                  <c:v>21.575567623385847</c:v>
                </c:pt>
                <c:pt idx="497">
                  <c:v>21.573839186260148</c:v>
                </c:pt>
                <c:pt idx="498">
                  <c:v>21.579256919855222</c:v>
                </c:pt>
                <c:pt idx="499">
                  <c:v>21.565513554031352</c:v>
                </c:pt>
                <c:pt idx="500">
                  <c:v>21.567431273211426</c:v>
                </c:pt>
                <c:pt idx="501">
                  <c:v>21.564291214450645</c:v>
                </c:pt>
                <c:pt idx="502">
                  <c:v>21.569263760427944</c:v>
                </c:pt>
                <c:pt idx="503">
                  <c:v>21.575609662767629</c:v>
                </c:pt>
                <c:pt idx="504">
                  <c:v>21.586175438412567</c:v>
                </c:pt>
                <c:pt idx="505">
                  <c:v>21.578092921710827</c:v>
                </c:pt>
                <c:pt idx="506">
                  <c:v>21.59245550351595</c:v>
                </c:pt>
                <c:pt idx="507">
                  <c:v>21.607247390229777</c:v>
                </c:pt>
                <c:pt idx="508">
                  <c:v>21.609688767045739</c:v>
                </c:pt>
                <c:pt idx="509">
                  <c:v>21.624626848068523</c:v>
                </c:pt>
                <c:pt idx="510">
                  <c:v>21.648037489483603</c:v>
                </c:pt>
                <c:pt idx="511">
                  <c:v>21.649117880628076</c:v>
                </c:pt>
                <c:pt idx="512">
                  <c:v>21.649083389464472</c:v>
                </c:pt>
                <c:pt idx="513">
                  <c:v>21.678321569819708</c:v>
                </c:pt>
                <c:pt idx="514">
                  <c:v>21.700649199181228</c:v>
                </c:pt>
                <c:pt idx="515">
                  <c:v>21.716804011039269</c:v>
                </c:pt>
                <c:pt idx="516">
                  <c:v>21.738270619347027</c:v>
                </c:pt>
                <c:pt idx="517">
                  <c:v>21.757276298857022</c:v>
                </c:pt>
                <c:pt idx="518">
                  <c:v>21.758275441819752</c:v>
                </c:pt>
                <c:pt idx="519">
                  <c:v>21.770045892118141</c:v>
                </c:pt>
                <c:pt idx="520">
                  <c:v>21.796364851512397</c:v>
                </c:pt>
                <c:pt idx="521">
                  <c:v>21.81034462333605</c:v>
                </c:pt>
                <c:pt idx="522">
                  <c:v>21.819279826600656</c:v>
                </c:pt>
                <c:pt idx="523">
                  <c:v>21.838433168128699</c:v>
                </c:pt>
                <c:pt idx="524">
                  <c:v>21.862320710161526</c:v>
                </c:pt>
                <c:pt idx="525">
                  <c:v>21.881401871853271</c:v>
                </c:pt>
                <c:pt idx="526">
                  <c:v>21.894571101332208</c:v>
                </c:pt>
                <c:pt idx="527">
                  <c:v>21.909958877936401</c:v>
                </c:pt>
                <c:pt idx="528">
                  <c:v>21.926886386211923</c:v>
                </c:pt>
                <c:pt idx="529">
                  <c:v>21.912887272079196</c:v>
                </c:pt>
                <c:pt idx="530">
                  <c:v>21.880215543563441</c:v>
                </c:pt>
                <c:pt idx="531">
                  <c:v>21.862813755579261</c:v>
                </c:pt>
                <c:pt idx="532">
                  <c:v>21.849361992100579</c:v>
                </c:pt>
                <c:pt idx="533">
                  <c:v>21.845342408667872</c:v>
                </c:pt>
                <c:pt idx="534">
                  <c:v>21.847552883393135</c:v>
                </c:pt>
                <c:pt idx="535">
                  <c:v>21.853529814151337</c:v>
                </c:pt>
                <c:pt idx="536">
                  <c:v>21.855488891276831</c:v>
                </c:pt>
                <c:pt idx="537">
                  <c:v>21.84555789981313</c:v>
                </c:pt>
                <c:pt idx="538">
                  <c:v>21.845355041449679</c:v>
                </c:pt>
                <c:pt idx="539">
                  <c:v>21.856900198402819</c:v>
                </c:pt>
                <c:pt idx="540">
                  <c:v>21.867326332011523</c:v>
                </c:pt>
                <c:pt idx="541">
                  <c:v>21.88891224410099</c:v>
                </c:pt>
                <c:pt idx="542">
                  <c:v>21.918936959273694</c:v>
                </c:pt>
                <c:pt idx="543">
                  <c:v>21.935321100676983</c:v>
                </c:pt>
                <c:pt idx="544">
                  <c:v>21.964565938141305</c:v>
                </c:pt>
                <c:pt idx="545">
                  <c:v>21.987285760338832</c:v>
                </c:pt>
                <c:pt idx="546">
                  <c:v>22.011775010680203</c:v>
                </c:pt>
                <c:pt idx="547">
                  <c:v>22.036807942402902</c:v>
                </c:pt>
                <c:pt idx="548">
                  <c:v>22.055863524021941</c:v>
                </c:pt>
                <c:pt idx="549">
                  <c:v>22.080191955381643</c:v>
                </c:pt>
                <c:pt idx="550">
                  <c:v>22.101258717798856</c:v>
                </c:pt>
                <c:pt idx="551">
                  <c:v>22.11688363425738</c:v>
                </c:pt>
                <c:pt idx="552">
                  <c:v>22.159780577491112</c:v>
                </c:pt>
                <c:pt idx="553">
                  <c:v>22.188692140155737</c:v>
                </c:pt>
                <c:pt idx="554">
                  <c:v>22.196426233203251</c:v>
                </c:pt>
                <c:pt idx="555">
                  <c:v>22.217775319947478</c:v>
                </c:pt>
                <c:pt idx="556">
                  <c:v>22.186375151685116</c:v>
                </c:pt>
                <c:pt idx="557">
                  <c:v>22.175268892167939</c:v>
                </c:pt>
                <c:pt idx="558">
                  <c:v>22.178436627728694</c:v>
                </c:pt>
                <c:pt idx="559">
                  <c:v>22.182994074124551</c:v>
                </c:pt>
                <c:pt idx="560">
                  <c:v>22.159767472945667</c:v>
                </c:pt>
                <c:pt idx="561">
                  <c:v>22.135983142312742</c:v>
                </c:pt>
                <c:pt idx="562">
                  <c:v>22.123241435524328</c:v>
                </c:pt>
                <c:pt idx="563">
                  <c:v>22.113575942151293</c:v>
                </c:pt>
                <c:pt idx="564">
                  <c:v>22.066216953612532</c:v>
                </c:pt>
                <c:pt idx="565">
                  <c:v>22.062828956851973</c:v>
                </c:pt>
                <c:pt idx="566">
                  <c:v>22.063283107978833</c:v>
                </c:pt>
                <c:pt idx="567">
                  <c:v>22.128181429810745</c:v>
                </c:pt>
                <c:pt idx="568">
                  <c:v>22.144516612632259</c:v>
                </c:pt>
                <c:pt idx="569">
                  <c:v>22.160334847345151</c:v>
                </c:pt>
                <c:pt idx="570">
                  <c:v>22.124631460868518</c:v>
                </c:pt>
                <c:pt idx="571">
                  <c:v>22.10593567764915</c:v>
                </c:pt>
                <c:pt idx="572">
                  <c:v>22.092014666607259</c:v>
                </c:pt>
                <c:pt idx="573">
                  <c:v>22.08161909279853</c:v>
                </c:pt>
                <c:pt idx="574">
                  <c:v>21.956395725821459</c:v>
                </c:pt>
                <c:pt idx="575">
                  <c:v>21.977096189984458</c:v>
                </c:pt>
                <c:pt idx="576">
                  <c:v>21.989535339027697</c:v>
                </c:pt>
                <c:pt idx="577">
                  <c:v>21.887413817956897</c:v>
                </c:pt>
                <c:pt idx="578">
                  <c:v>21.710278157081564</c:v>
                </c:pt>
                <c:pt idx="579">
                  <c:v>21.610337022699692</c:v>
                </c:pt>
                <c:pt idx="580">
                  <c:v>21.561016807889985</c:v>
                </c:pt>
                <c:pt idx="581">
                  <c:v>21.465060451268126</c:v>
                </c:pt>
                <c:pt idx="582">
                  <c:v>21.931259320607946</c:v>
                </c:pt>
                <c:pt idx="583">
                  <c:v>21.803954794560042</c:v>
                </c:pt>
                <c:pt idx="584">
                  <c:v>21.235239459358873</c:v>
                </c:pt>
                <c:pt idx="585">
                  <c:v>21.47912718485534</c:v>
                </c:pt>
                <c:pt idx="586">
                  <c:v>21.709740398954782</c:v>
                </c:pt>
                <c:pt idx="587">
                  <c:v>21.232441350606873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4-014F-48C8-BF04-9E4E678005A5}"/>
            </c:ext>
          </c:extLst>
        </c:ser>
        <c:ser>
          <c:idx val="21"/>
          <c:order val="21"/>
          <c:tx>
            <c:strRef>
              <c:f>Sheet2!$W$1</c:f>
              <c:strCache>
                <c:ptCount val="1"/>
                <c:pt idx="0">
                  <c:v>S22_z/O-PTIR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Sheet2!$W$2:$W$589</c:f>
              <c:numCache>
                <c:formatCode>General</c:formatCode>
                <c:ptCount val="588"/>
                <c:pt idx="0">
                  <c:v>21.935224000894401</c:v>
                </c:pt>
                <c:pt idx="1">
                  <c:v>22.048303854148653</c:v>
                </c:pt>
                <c:pt idx="2">
                  <c:v>22.100366809732638</c:v>
                </c:pt>
                <c:pt idx="3">
                  <c:v>22.180534787951206</c:v>
                </c:pt>
                <c:pt idx="4">
                  <c:v>22.221402240483599</c:v>
                </c:pt>
                <c:pt idx="5">
                  <c:v>22.318684642658791</c:v>
                </c:pt>
                <c:pt idx="6">
                  <c:v>22.370765423437852</c:v>
                </c:pt>
                <c:pt idx="7">
                  <c:v>22.433110409121692</c:v>
                </c:pt>
                <c:pt idx="8">
                  <c:v>22.479302421576655</c:v>
                </c:pt>
                <c:pt idx="9">
                  <c:v>22.521220280072743</c:v>
                </c:pt>
                <c:pt idx="10">
                  <c:v>22.512504681674798</c:v>
                </c:pt>
                <c:pt idx="11">
                  <c:v>22.516117835056981</c:v>
                </c:pt>
                <c:pt idx="12">
                  <c:v>22.523365791579351</c:v>
                </c:pt>
                <c:pt idx="13">
                  <c:v>22.553847216633351</c:v>
                </c:pt>
                <c:pt idx="14">
                  <c:v>22.561874462000098</c:v>
                </c:pt>
                <c:pt idx="15">
                  <c:v>22.596586331722374</c:v>
                </c:pt>
                <c:pt idx="16">
                  <c:v>22.625392803101391</c:v>
                </c:pt>
                <c:pt idx="17">
                  <c:v>22.6401083553314</c:v>
                </c:pt>
                <c:pt idx="18">
                  <c:v>22.675131107383073</c:v>
                </c:pt>
                <c:pt idx="19">
                  <c:v>22.706286611653063</c:v>
                </c:pt>
                <c:pt idx="20">
                  <c:v>22.730611719717452</c:v>
                </c:pt>
                <c:pt idx="21">
                  <c:v>22.759952946948669</c:v>
                </c:pt>
                <c:pt idx="22">
                  <c:v>22.769226009541192</c:v>
                </c:pt>
                <c:pt idx="23">
                  <c:v>22.778255870908982</c:v>
                </c:pt>
                <c:pt idx="24">
                  <c:v>22.811981822945139</c:v>
                </c:pt>
                <c:pt idx="25">
                  <c:v>22.818253832963308</c:v>
                </c:pt>
                <c:pt idx="26">
                  <c:v>22.838151394777121</c:v>
                </c:pt>
                <c:pt idx="27">
                  <c:v>22.861418738008972</c:v>
                </c:pt>
                <c:pt idx="28">
                  <c:v>22.884301371187764</c:v>
                </c:pt>
                <c:pt idx="29">
                  <c:v>22.898396183195473</c:v>
                </c:pt>
                <c:pt idx="30">
                  <c:v>22.917261727680739</c:v>
                </c:pt>
                <c:pt idx="31">
                  <c:v>22.945150440548673</c:v>
                </c:pt>
                <c:pt idx="32">
                  <c:v>22.969456289206892</c:v>
                </c:pt>
                <c:pt idx="33">
                  <c:v>22.976552014465589</c:v>
                </c:pt>
                <c:pt idx="34">
                  <c:v>22.986322475125998</c:v>
                </c:pt>
                <c:pt idx="35">
                  <c:v>23.019962989158184</c:v>
                </c:pt>
                <c:pt idx="36">
                  <c:v>23.061019194115421</c:v>
                </c:pt>
                <c:pt idx="37">
                  <c:v>23.092874729992687</c:v>
                </c:pt>
                <c:pt idx="38">
                  <c:v>23.114267764206954</c:v>
                </c:pt>
                <c:pt idx="39">
                  <c:v>23.157208932321357</c:v>
                </c:pt>
                <c:pt idx="40">
                  <c:v>23.208607779871272</c:v>
                </c:pt>
                <c:pt idx="41">
                  <c:v>23.245021033730186</c:v>
                </c:pt>
                <c:pt idx="42">
                  <c:v>23.281034893946238</c:v>
                </c:pt>
                <c:pt idx="43">
                  <c:v>23.309869229998014</c:v>
                </c:pt>
                <c:pt idx="44">
                  <c:v>23.327240394815096</c:v>
                </c:pt>
                <c:pt idx="45">
                  <c:v>23.349695359903667</c:v>
                </c:pt>
                <c:pt idx="46">
                  <c:v>23.382664868029359</c:v>
                </c:pt>
                <c:pt idx="47">
                  <c:v>23.420196533361526</c:v>
                </c:pt>
                <c:pt idx="48">
                  <c:v>23.445374723846069</c:v>
                </c:pt>
                <c:pt idx="49">
                  <c:v>23.466302185819664</c:v>
                </c:pt>
                <c:pt idx="50">
                  <c:v>23.500537077908266</c:v>
                </c:pt>
                <c:pt idx="51">
                  <c:v>23.539096594527216</c:v>
                </c:pt>
                <c:pt idx="52">
                  <c:v>23.55656719798041</c:v>
                </c:pt>
                <c:pt idx="53">
                  <c:v>23.57395010966934</c:v>
                </c:pt>
                <c:pt idx="54">
                  <c:v>23.587929843310395</c:v>
                </c:pt>
                <c:pt idx="55">
                  <c:v>23.601044269589078</c:v>
                </c:pt>
                <c:pt idx="56">
                  <c:v>23.645721994159899</c:v>
                </c:pt>
                <c:pt idx="57">
                  <c:v>23.672896469901094</c:v>
                </c:pt>
                <c:pt idx="58">
                  <c:v>23.708125884942394</c:v>
                </c:pt>
                <c:pt idx="59">
                  <c:v>23.718051991654811</c:v>
                </c:pt>
                <c:pt idx="60">
                  <c:v>23.748053912131756</c:v>
                </c:pt>
                <c:pt idx="61">
                  <c:v>23.786079765630788</c:v>
                </c:pt>
                <c:pt idx="62">
                  <c:v>23.798589637783845</c:v>
                </c:pt>
                <c:pt idx="63">
                  <c:v>23.824283871080549</c:v>
                </c:pt>
                <c:pt idx="64">
                  <c:v>23.848078799109096</c:v>
                </c:pt>
                <c:pt idx="65">
                  <c:v>23.881101851115783</c:v>
                </c:pt>
                <c:pt idx="66">
                  <c:v>23.931941492929067</c:v>
                </c:pt>
                <c:pt idx="67">
                  <c:v>23.965607071507577</c:v>
                </c:pt>
                <c:pt idx="68">
                  <c:v>23.996328829364124</c:v>
                </c:pt>
                <c:pt idx="69">
                  <c:v>24.02792231438508</c:v>
                </c:pt>
                <c:pt idx="70">
                  <c:v>24.038877228525006</c:v>
                </c:pt>
                <c:pt idx="71">
                  <c:v>24.047649819740151</c:v>
                </c:pt>
                <c:pt idx="72">
                  <c:v>24.078738325863139</c:v>
                </c:pt>
                <c:pt idx="73">
                  <c:v>24.113476967525905</c:v>
                </c:pt>
                <c:pt idx="74">
                  <c:v>24.123805336303381</c:v>
                </c:pt>
                <c:pt idx="75">
                  <c:v>24.11520826520831</c:v>
                </c:pt>
                <c:pt idx="76">
                  <c:v>24.116844768366718</c:v>
                </c:pt>
                <c:pt idx="77">
                  <c:v>24.098102907514686</c:v>
                </c:pt>
                <c:pt idx="78">
                  <c:v>24.07086245806298</c:v>
                </c:pt>
                <c:pt idx="79">
                  <c:v>24.047648590416358</c:v>
                </c:pt>
                <c:pt idx="80">
                  <c:v>24.030928284254635</c:v>
                </c:pt>
                <c:pt idx="81">
                  <c:v>24.026211642024197</c:v>
                </c:pt>
                <c:pt idx="82">
                  <c:v>24.041946303682867</c:v>
                </c:pt>
                <c:pt idx="83">
                  <c:v>24.061140145918007</c:v>
                </c:pt>
                <c:pt idx="84">
                  <c:v>24.069160390968676</c:v>
                </c:pt>
                <c:pt idx="85">
                  <c:v>24.07213494478561</c:v>
                </c:pt>
                <c:pt idx="86">
                  <c:v>24.086435531937976</c:v>
                </c:pt>
                <c:pt idx="87">
                  <c:v>24.06905234706597</c:v>
                </c:pt>
                <c:pt idx="88">
                  <c:v>24.038912742323625</c:v>
                </c:pt>
                <c:pt idx="89">
                  <c:v>24.020084282439605</c:v>
                </c:pt>
                <c:pt idx="90">
                  <c:v>23.987712635454415</c:v>
                </c:pt>
                <c:pt idx="91">
                  <c:v>23.95639970944249</c:v>
                </c:pt>
                <c:pt idx="92">
                  <c:v>23.908820917299558</c:v>
                </c:pt>
                <c:pt idx="93">
                  <c:v>23.855384670441509</c:v>
                </c:pt>
                <c:pt idx="94">
                  <c:v>23.83237500713691</c:v>
                </c:pt>
                <c:pt idx="95">
                  <c:v>23.799140101662349</c:v>
                </c:pt>
                <c:pt idx="96">
                  <c:v>23.766851912103895</c:v>
                </c:pt>
                <c:pt idx="97">
                  <c:v>23.730453136947496</c:v>
                </c:pt>
                <c:pt idx="98">
                  <c:v>23.696837141095504</c:v>
                </c:pt>
                <c:pt idx="99">
                  <c:v>23.67111627244984</c:v>
                </c:pt>
                <c:pt idx="100">
                  <c:v>23.62581596367102</c:v>
                </c:pt>
                <c:pt idx="101">
                  <c:v>23.591111469891537</c:v>
                </c:pt>
                <c:pt idx="102">
                  <c:v>23.586680850331462</c:v>
                </c:pt>
                <c:pt idx="103">
                  <c:v>23.564800252639699</c:v>
                </c:pt>
                <c:pt idx="104">
                  <c:v>23.534945304652393</c:v>
                </c:pt>
                <c:pt idx="105">
                  <c:v>23.497155617914146</c:v>
                </c:pt>
                <c:pt idx="106">
                  <c:v>23.469614120723417</c:v>
                </c:pt>
                <c:pt idx="107">
                  <c:v>23.458943863338529</c:v>
                </c:pt>
                <c:pt idx="108">
                  <c:v>23.459217319587861</c:v>
                </c:pt>
                <c:pt idx="109">
                  <c:v>23.436028584783319</c:v>
                </c:pt>
                <c:pt idx="110">
                  <c:v>23.418489412380495</c:v>
                </c:pt>
                <c:pt idx="111">
                  <c:v>23.414632204076494</c:v>
                </c:pt>
                <c:pt idx="112">
                  <c:v>23.363811002120176</c:v>
                </c:pt>
                <c:pt idx="113">
                  <c:v>23.324524955136511</c:v>
                </c:pt>
                <c:pt idx="114">
                  <c:v>23.303498874075991</c:v>
                </c:pt>
                <c:pt idx="115">
                  <c:v>23.265964476913165</c:v>
                </c:pt>
                <c:pt idx="116">
                  <c:v>23.226579401067983</c:v>
                </c:pt>
                <c:pt idx="117">
                  <c:v>23.210626192956305</c:v>
                </c:pt>
                <c:pt idx="118">
                  <c:v>23.189581945221878</c:v>
                </c:pt>
                <c:pt idx="119">
                  <c:v>23.157825369910363</c:v>
                </c:pt>
                <c:pt idx="120">
                  <c:v>23.120808176587722</c:v>
                </c:pt>
                <c:pt idx="121">
                  <c:v>23.092423021792634</c:v>
                </c:pt>
                <c:pt idx="122">
                  <c:v>23.070688918520144</c:v>
                </c:pt>
                <c:pt idx="123">
                  <c:v>23.04005314503371</c:v>
                </c:pt>
                <c:pt idx="124">
                  <c:v>23.012337835117084</c:v>
                </c:pt>
                <c:pt idx="125">
                  <c:v>22.986828956530839</c:v>
                </c:pt>
                <c:pt idx="126">
                  <c:v>22.981384964386489</c:v>
                </c:pt>
                <c:pt idx="127">
                  <c:v>22.967784477137172</c:v>
                </c:pt>
                <c:pt idx="128">
                  <c:v>22.949266421512181</c:v>
                </c:pt>
                <c:pt idx="129">
                  <c:v>22.941337009831038</c:v>
                </c:pt>
                <c:pt idx="130">
                  <c:v>22.941714275645538</c:v>
                </c:pt>
                <c:pt idx="131">
                  <c:v>22.950828892059636</c:v>
                </c:pt>
                <c:pt idx="132">
                  <c:v>22.938713291366952</c:v>
                </c:pt>
                <c:pt idx="133">
                  <c:v>22.917289933832329</c:v>
                </c:pt>
                <c:pt idx="134">
                  <c:v>22.920020535171091</c:v>
                </c:pt>
                <c:pt idx="135">
                  <c:v>22.916615922912111</c:v>
                </c:pt>
                <c:pt idx="136">
                  <c:v>22.909041649217098</c:v>
                </c:pt>
                <c:pt idx="137">
                  <c:v>22.900085957051797</c:v>
                </c:pt>
                <c:pt idx="138">
                  <c:v>22.896591057789418</c:v>
                </c:pt>
                <c:pt idx="139">
                  <c:v>22.869465618408604</c:v>
                </c:pt>
                <c:pt idx="140">
                  <c:v>22.845157242807023</c:v>
                </c:pt>
                <c:pt idx="141">
                  <c:v>22.823248643850963</c:v>
                </c:pt>
                <c:pt idx="142">
                  <c:v>22.845862874667162</c:v>
                </c:pt>
                <c:pt idx="143">
                  <c:v>22.867687060055747</c:v>
                </c:pt>
                <c:pt idx="144">
                  <c:v>22.876628478405834</c:v>
                </c:pt>
                <c:pt idx="145">
                  <c:v>22.886139551744833</c:v>
                </c:pt>
                <c:pt idx="146">
                  <c:v>22.894780946792409</c:v>
                </c:pt>
                <c:pt idx="147">
                  <c:v>22.914214302280886</c:v>
                </c:pt>
                <c:pt idx="148">
                  <c:v>22.929941383109472</c:v>
                </c:pt>
                <c:pt idx="149">
                  <c:v>22.955047521560292</c:v>
                </c:pt>
                <c:pt idx="150">
                  <c:v>22.959261575244589</c:v>
                </c:pt>
                <c:pt idx="151">
                  <c:v>22.974071921998586</c:v>
                </c:pt>
                <c:pt idx="152">
                  <c:v>22.976593469995894</c:v>
                </c:pt>
                <c:pt idx="153">
                  <c:v>22.984648750774817</c:v>
                </c:pt>
                <c:pt idx="154">
                  <c:v>23.006229530051368</c:v>
                </c:pt>
                <c:pt idx="155">
                  <c:v>23.030576151282226</c:v>
                </c:pt>
                <c:pt idx="156">
                  <c:v>23.031259996792834</c:v>
                </c:pt>
                <c:pt idx="157">
                  <c:v>23.01535411764738</c:v>
                </c:pt>
                <c:pt idx="158">
                  <c:v>23.005975606391281</c:v>
                </c:pt>
                <c:pt idx="159">
                  <c:v>22.991270025343194</c:v>
                </c:pt>
                <c:pt idx="160">
                  <c:v>22.974763211747746</c:v>
                </c:pt>
                <c:pt idx="161">
                  <c:v>22.946279984231875</c:v>
                </c:pt>
                <c:pt idx="162">
                  <c:v>22.925369118129549</c:v>
                </c:pt>
                <c:pt idx="163">
                  <c:v>22.918961609310518</c:v>
                </c:pt>
                <c:pt idx="164">
                  <c:v>22.912642475213417</c:v>
                </c:pt>
                <c:pt idx="165">
                  <c:v>22.905246931539505</c:v>
                </c:pt>
                <c:pt idx="166">
                  <c:v>22.906595977816444</c:v>
                </c:pt>
                <c:pt idx="167">
                  <c:v>22.901026458053153</c:v>
                </c:pt>
                <c:pt idx="168">
                  <c:v>22.889580975421993</c:v>
                </c:pt>
                <c:pt idx="169">
                  <c:v>22.877770656805851</c:v>
                </c:pt>
                <c:pt idx="170">
                  <c:v>22.862180577284992</c:v>
                </c:pt>
                <c:pt idx="171">
                  <c:v>22.85069985403829</c:v>
                </c:pt>
                <c:pt idx="172">
                  <c:v>22.845274301750912</c:v>
                </c:pt>
                <c:pt idx="173">
                  <c:v>22.844295896599117</c:v>
                </c:pt>
                <c:pt idx="174">
                  <c:v>22.831628875887198</c:v>
                </c:pt>
                <c:pt idx="175">
                  <c:v>22.815904595185039</c:v>
                </c:pt>
                <c:pt idx="176">
                  <c:v>22.810144052162666</c:v>
                </c:pt>
                <c:pt idx="177">
                  <c:v>22.80397298328748</c:v>
                </c:pt>
                <c:pt idx="178">
                  <c:v>22.803971753963683</c:v>
                </c:pt>
                <c:pt idx="179">
                  <c:v>22.800881438822429</c:v>
                </c:pt>
                <c:pt idx="180">
                  <c:v>22.79901361790267</c:v>
                </c:pt>
                <c:pt idx="181">
                  <c:v>22.791453481431336</c:v>
                </c:pt>
                <c:pt idx="182">
                  <c:v>22.796997868352534</c:v>
                </c:pt>
                <c:pt idx="183">
                  <c:v>22.826590628892006</c:v>
                </c:pt>
                <c:pt idx="184">
                  <c:v>22.843967325666178</c:v>
                </c:pt>
                <c:pt idx="185">
                  <c:v>22.851059909319613</c:v>
                </c:pt>
                <c:pt idx="186">
                  <c:v>22.864576870846424</c:v>
                </c:pt>
                <c:pt idx="187">
                  <c:v>22.870901878379446</c:v>
                </c:pt>
                <c:pt idx="188">
                  <c:v>22.879961994771822</c:v>
                </c:pt>
                <c:pt idx="189">
                  <c:v>22.893274410477773</c:v>
                </c:pt>
                <c:pt idx="190">
                  <c:v>22.898680225288611</c:v>
                </c:pt>
                <c:pt idx="191">
                  <c:v>22.910588821512839</c:v>
                </c:pt>
                <c:pt idx="192">
                  <c:v>22.912342383615137</c:v>
                </c:pt>
                <c:pt idx="193">
                  <c:v>22.909795429592666</c:v>
                </c:pt>
                <c:pt idx="194">
                  <c:v>22.910490270721688</c:v>
                </c:pt>
                <c:pt idx="195">
                  <c:v>22.914222292885576</c:v>
                </c:pt>
                <c:pt idx="196">
                  <c:v>22.924988710709787</c:v>
                </c:pt>
                <c:pt idx="197">
                  <c:v>22.935889193123764</c:v>
                </c:pt>
                <c:pt idx="198">
                  <c:v>22.952893268195563</c:v>
                </c:pt>
                <c:pt idx="199">
                  <c:v>22.974688359587592</c:v>
                </c:pt>
                <c:pt idx="200">
                  <c:v>23.002344593666141</c:v>
                </c:pt>
                <c:pt idx="201">
                  <c:v>23.036230289500292</c:v>
                </c:pt>
                <c:pt idx="202">
                  <c:v>23.091218216174678</c:v>
                </c:pt>
                <c:pt idx="203">
                  <c:v>23.147214120067783</c:v>
                </c:pt>
                <c:pt idx="204">
                  <c:v>23.193539821485793</c:v>
                </c:pt>
                <c:pt idx="205">
                  <c:v>23.230580713439434</c:v>
                </c:pt>
                <c:pt idx="206">
                  <c:v>23.259735493227929</c:v>
                </c:pt>
                <c:pt idx="207">
                  <c:v>23.262954955663755</c:v>
                </c:pt>
                <c:pt idx="208">
                  <c:v>23.255856840053227</c:v>
                </c:pt>
                <c:pt idx="209">
                  <c:v>23.236939322489604</c:v>
                </c:pt>
                <c:pt idx="210">
                  <c:v>23.1973500423024</c:v>
                </c:pt>
                <c:pt idx="211">
                  <c:v>23.155320281192793</c:v>
                </c:pt>
                <c:pt idx="212">
                  <c:v>23.106194658232958</c:v>
                </c:pt>
                <c:pt idx="213">
                  <c:v>23.089737632251339</c:v>
                </c:pt>
                <c:pt idx="214">
                  <c:v>23.082345025295385</c:v>
                </c:pt>
                <c:pt idx="215">
                  <c:v>23.0752876822575</c:v>
                </c:pt>
                <c:pt idx="216">
                  <c:v>23.08703141250124</c:v>
                </c:pt>
                <c:pt idx="217">
                  <c:v>23.102196350875239</c:v>
                </c:pt>
                <c:pt idx="218">
                  <c:v>23.112406977751153</c:v>
                </c:pt>
                <c:pt idx="219">
                  <c:v>23.124716060350512</c:v>
                </c:pt>
                <c:pt idx="220">
                  <c:v>23.16368296121702</c:v>
                </c:pt>
                <c:pt idx="221">
                  <c:v>23.183719163436962</c:v>
                </c:pt>
                <c:pt idx="222">
                  <c:v>23.195540477671521</c:v>
                </c:pt>
                <c:pt idx="223">
                  <c:v>23.206376420586093</c:v>
                </c:pt>
                <c:pt idx="224">
                  <c:v>23.233698551774612</c:v>
                </c:pt>
                <c:pt idx="225">
                  <c:v>23.252603776100251</c:v>
                </c:pt>
                <c:pt idx="226">
                  <c:v>23.283588472658064</c:v>
                </c:pt>
                <c:pt idx="227">
                  <c:v>23.300834792813866</c:v>
                </c:pt>
                <c:pt idx="228">
                  <c:v>23.292706913635087</c:v>
                </c:pt>
                <c:pt idx="229">
                  <c:v>23.280413948836639</c:v>
                </c:pt>
                <c:pt idx="230">
                  <c:v>23.288911991070194</c:v>
                </c:pt>
                <c:pt idx="231">
                  <c:v>23.306234392709946</c:v>
                </c:pt>
                <c:pt idx="232">
                  <c:v>23.306164184661917</c:v>
                </c:pt>
                <c:pt idx="233">
                  <c:v>23.324826002875525</c:v>
                </c:pt>
                <c:pt idx="234">
                  <c:v>23.339984111672869</c:v>
                </c:pt>
                <c:pt idx="235">
                  <c:v>23.323395616340608</c:v>
                </c:pt>
                <c:pt idx="236">
                  <c:v>23.287835513197614</c:v>
                </c:pt>
                <c:pt idx="237">
                  <c:v>23.252901409050938</c:v>
                </c:pt>
                <c:pt idx="238">
                  <c:v>23.211146196922922</c:v>
                </c:pt>
                <c:pt idx="239">
                  <c:v>23.176078916031447</c:v>
                </c:pt>
                <c:pt idx="240">
                  <c:v>23.157563660532887</c:v>
                </c:pt>
                <c:pt idx="241">
                  <c:v>23.128581259259199</c:v>
                </c:pt>
                <c:pt idx="242">
                  <c:v>23.094287837698662</c:v>
                </c:pt>
                <c:pt idx="243">
                  <c:v>23.05531622442426</c:v>
                </c:pt>
                <c:pt idx="244">
                  <c:v>23.040936209295381</c:v>
                </c:pt>
                <c:pt idx="245">
                  <c:v>23.021761763057945</c:v>
                </c:pt>
                <c:pt idx="246">
                  <c:v>23.015008677660099</c:v>
                </c:pt>
                <c:pt idx="247">
                  <c:v>23.007466912749972</c:v>
                </c:pt>
                <c:pt idx="248">
                  <c:v>23.006910370548244</c:v>
                </c:pt>
                <c:pt idx="249">
                  <c:v>23.029263165170033</c:v>
                </c:pt>
                <c:pt idx="250">
                  <c:v>23.04076772363927</c:v>
                </c:pt>
                <c:pt idx="251">
                  <c:v>23.083608701864119</c:v>
                </c:pt>
                <c:pt idx="252">
                  <c:v>23.107031622852201</c:v>
                </c:pt>
                <c:pt idx="253">
                  <c:v>23.11775972675137</c:v>
                </c:pt>
                <c:pt idx="254">
                  <c:v>23.120831738627185</c:v>
                </c:pt>
                <c:pt idx="255">
                  <c:v>23.125455157136265</c:v>
                </c:pt>
                <c:pt idx="256">
                  <c:v>23.140671385630952</c:v>
                </c:pt>
                <c:pt idx="257">
                  <c:v>23.093050523295823</c:v>
                </c:pt>
                <c:pt idx="258">
                  <c:v>23.046165684436954</c:v>
                </c:pt>
                <c:pt idx="259">
                  <c:v>23</c:v>
                </c:pt>
                <c:pt idx="260">
                  <c:v>22.997746034816089</c:v>
                </c:pt>
                <c:pt idx="261">
                  <c:v>23.01247306073488</c:v>
                </c:pt>
                <c:pt idx="262">
                  <c:v>22.986131178683856</c:v>
                </c:pt>
                <c:pt idx="263">
                  <c:v>22.960347068158356</c:v>
                </c:pt>
                <c:pt idx="264">
                  <c:v>22.945423760206463</c:v>
                </c:pt>
                <c:pt idx="265">
                  <c:v>22.951028179106469</c:v>
                </c:pt>
                <c:pt idx="266">
                  <c:v>22.913614392267391</c:v>
                </c:pt>
                <c:pt idx="267">
                  <c:v>22.874563487608008</c:v>
                </c:pt>
                <c:pt idx="268">
                  <c:v>22.865055487578502</c:v>
                </c:pt>
                <c:pt idx="269">
                  <c:v>22.846060522615598</c:v>
                </c:pt>
                <c:pt idx="270">
                  <c:v>22.803418421662979</c:v>
                </c:pt>
                <c:pt idx="271">
                  <c:v>22.768500503612984</c:v>
                </c:pt>
                <c:pt idx="272">
                  <c:v>22.757690103315102</c:v>
                </c:pt>
                <c:pt idx="273">
                  <c:v>22.765416676569554</c:v>
                </c:pt>
                <c:pt idx="274">
                  <c:v>22.780434710749674</c:v>
                </c:pt>
                <c:pt idx="275">
                  <c:v>22.78896908633104</c:v>
                </c:pt>
                <c:pt idx="276">
                  <c:v>22.787890627881229</c:v>
                </c:pt>
                <c:pt idx="277">
                  <c:v>22.803852441259494</c:v>
                </c:pt>
                <c:pt idx="278">
                  <c:v>22.859481528590383</c:v>
                </c:pt>
                <c:pt idx="279">
                  <c:v>22.897358907092897</c:v>
                </c:pt>
                <c:pt idx="280">
                  <c:v>22.934333005786836</c:v>
                </c:pt>
                <c:pt idx="281">
                  <c:v>22.990846523294731</c:v>
                </c:pt>
                <c:pt idx="282">
                  <c:v>23.050490582150385</c:v>
                </c:pt>
                <c:pt idx="283">
                  <c:v>23.116610035817033</c:v>
                </c:pt>
                <c:pt idx="284">
                  <c:v>23.163157493589079</c:v>
                </c:pt>
                <c:pt idx="285">
                  <c:v>23.157558333463097</c:v>
                </c:pt>
                <c:pt idx="286">
                  <c:v>23.238530477259012</c:v>
                </c:pt>
                <c:pt idx="287">
                  <c:v>23.439518361863207</c:v>
                </c:pt>
                <c:pt idx="288">
                  <c:v>23.521024032187526</c:v>
                </c:pt>
                <c:pt idx="289">
                  <c:v>23.601872287462893</c:v>
                </c:pt>
                <c:pt idx="290">
                  <c:v>23.613108853344137</c:v>
                </c:pt>
                <c:pt idx="291">
                  <c:v>23.779063195165531</c:v>
                </c:pt>
                <c:pt idx="292">
                  <c:v>23.828588826430131</c:v>
                </c:pt>
                <c:pt idx="293">
                  <c:v>23.935119704721881</c:v>
                </c:pt>
                <c:pt idx="294">
                  <c:v>23.928097397412252</c:v>
                </c:pt>
                <c:pt idx="295">
                  <c:v>23.93955032428196</c:v>
                </c:pt>
                <c:pt idx="296">
                  <c:v>24.012240650241267</c:v>
                </c:pt>
                <c:pt idx="297">
                  <c:v>24.044378589113272</c:v>
                </c:pt>
                <c:pt idx="298">
                  <c:v>24.029293147011558</c:v>
                </c:pt>
                <c:pt idx="299">
                  <c:v>24.138429099023128</c:v>
                </c:pt>
                <c:pt idx="300">
                  <c:v>24.202310773602534</c:v>
                </c:pt>
                <c:pt idx="301">
                  <c:v>24.171040190965897</c:v>
                </c:pt>
                <c:pt idx="302">
                  <c:v>24.21067290726063</c:v>
                </c:pt>
                <c:pt idx="303">
                  <c:v>24.355710031473425</c:v>
                </c:pt>
                <c:pt idx="304">
                  <c:v>24.376664811753649</c:v>
                </c:pt>
                <c:pt idx="305">
                  <c:v>24.385454476910425</c:v>
                </c:pt>
                <c:pt idx="306">
                  <c:v>24.345445724124986</c:v>
                </c:pt>
                <c:pt idx="307">
                  <c:v>24.39179423632903</c:v>
                </c:pt>
                <c:pt idx="308">
                  <c:v>24.395844175286282</c:v>
                </c:pt>
                <c:pt idx="309">
                  <c:v>24.384812496704726</c:v>
                </c:pt>
                <c:pt idx="310">
                  <c:v>24.379579675070598</c:v>
                </c:pt>
                <c:pt idx="311">
                  <c:v>24.356332888864486</c:v>
                </c:pt>
                <c:pt idx="312">
                  <c:v>24.491261829851215</c:v>
                </c:pt>
                <c:pt idx="313">
                  <c:v>24.392612692795531</c:v>
                </c:pt>
                <c:pt idx="314">
                  <c:v>24.3226740032711</c:v>
                </c:pt>
                <c:pt idx="315">
                  <c:v>24.339088480990142</c:v>
                </c:pt>
                <c:pt idx="316">
                  <c:v>24.306808077149086</c:v>
                </c:pt>
                <c:pt idx="317">
                  <c:v>24.371540990162956</c:v>
                </c:pt>
                <c:pt idx="318">
                  <c:v>24.389481195307045</c:v>
                </c:pt>
                <c:pt idx="319">
                  <c:v>24.357092064605613</c:v>
                </c:pt>
                <c:pt idx="320">
                  <c:v>24.383565962373403</c:v>
                </c:pt>
                <c:pt idx="321">
                  <c:v>24.4596772232799</c:v>
                </c:pt>
                <c:pt idx="322">
                  <c:v>24.474458612628872</c:v>
                </c:pt>
                <c:pt idx="323">
                  <c:v>24.523600421685384</c:v>
                </c:pt>
                <c:pt idx="324">
                  <c:v>24.583834282781083</c:v>
                </c:pt>
                <c:pt idx="325">
                  <c:v>24.649825203815062</c:v>
                </c:pt>
                <c:pt idx="326">
                  <c:v>24.706649193877748</c:v>
                </c:pt>
                <c:pt idx="327">
                  <c:v>24.743380569417326</c:v>
                </c:pt>
                <c:pt idx="328">
                  <c:v>24.770134753011099</c:v>
                </c:pt>
                <c:pt idx="329">
                  <c:v>24.805676143114052</c:v>
                </c:pt>
                <c:pt idx="330">
                  <c:v>24.830393200582755</c:v>
                </c:pt>
                <c:pt idx="331">
                  <c:v>24.840654229734398</c:v>
                </c:pt>
                <c:pt idx="332">
                  <c:v>24.802641625614079</c:v>
                </c:pt>
                <c:pt idx="333">
                  <c:v>24.767550987570441</c:v>
                </c:pt>
                <c:pt idx="334">
                  <c:v>24.730144030308022</c:v>
                </c:pt>
                <c:pt idx="335">
                  <c:v>24.66990170053727</c:v>
                </c:pt>
                <c:pt idx="336">
                  <c:v>24.659746393232268</c:v>
                </c:pt>
                <c:pt idx="337">
                  <c:v>24.644635271922326</c:v>
                </c:pt>
                <c:pt idx="338">
                  <c:v>24.619784627934234</c:v>
                </c:pt>
                <c:pt idx="339">
                  <c:v>24.58330321490028</c:v>
                </c:pt>
                <c:pt idx="340">
                  <c:v>24.559254636394709</c:v>
                </c:pt>
                <c:pt idx="341">
                  <c:v>24.619747748220277</c:v>
                </c:pt>
                <c:pt idx="342">
                  <c:v>24.598872464212342</c:v>
                </c:pt>
                <c:pt idx="343">
                  <c:v>24.570316365113534</c:v>
                </c:pt>
                <c:pt idx="344">
                  <c:v>24.711310516537278</c:v>
                </c:pt>
                <c:pt idx="345">
                  <c:v>24.811750914958392</c:v>
                </c:pt>
                <c:pt idx="346">
                  <c:v>24.949936744461009</c:v>
                </c:pt>
                <c:pt idx="347">
                  <c:v>25.036506819059113</c:v>
                </c:pt>
                <c:pt idx="348">
                  <c:v>25.0993864581515</c:v>
                </c:pt>
                <c:pt idx="349">
                  <c:v>25.086739174916115</c:v>
                </c:pt>
                <c:pt idx="350">
                  <c:v>25.211613886332351</c:v>
                </c:pt>
                <c:pt idx="351">
                  <c:v>25.353517464183653</c:v>
                </c:pt>
                <c:pt idx="352">
                  <c:v>25.276444325700872</c:v>
                </c:pt>
                <c:pt idx="353">
                  <c:v>25.240436338920745</c:v>
                </c:pt>
                <c:pt idx="354">
                  <c:v>25.204332191701301</c:v>
                </c:pt>
                <c:pt idx="355">
                  <c:v>25.233280308500177</c:v>
                </c:pt>
                <c:pt idx="356">
                  <c:v>25.445038981857639</c:v>
                </c:pt>
                <c:pt idx="357">
                  <c:v>25.421786458807137</c:v>
                </c:pt>
                <c:pt idx="358">
                  <c:v>25.329183409373844</c:v>
                </c:pt>
                <c:pt idx="359">
                  <c:v>25.529783374023953</c:v>
                </c:pt>
                <c:pt idx="360">
                  <c:v>25.515262601320188</c:v>
                </c:pt>
                <c:pt idx="361">
                  <c:v>25.428965163422216</c:v>
                </c:pt>
                <c:pt idx="362">
                  <c:v>25.311094865824767</c:v>
                </c:pt>
                <c:pt idx="363">
                  <c:v>25.216340226561645</c:v>
                </c:pt>
                <c:pt idx="364">
                  <c:v>25.169592047531673</c:v>
                </c:pt>
                <c:pt idx="365">
                  <c:v>25.069639007700765</c:v>
                </c:pt>
                <c:pt idx="366">
                  <c:v>24.981162661666325</c:v>
                </c:pt>
                <c:pt idx="367">
                  <c:v>24.956983501655081</c:v>
                </c:pt>
                <c:pt idx="368">
                  <c:v>24.919615882754201</c:v>
                </c:pt>
                <c:pt idx="369">
                  <c:v>24.766977029948244</c:v>
                </c:pt>
                <c:pt idx="370">
                  <c:v>24.703930202819301</c:v>
                </c:pt>
                <c:pt idx="371">
                  <c:v>24.507577142117206</c:v>
                </c:pt>
                <c:pt idx="372">
                  <c:v>24.407333708686867</c:v>
                </c:pt>
                <c:pt idx="373">
                  <c:v>24.289771698179699</c:v>
                </c:pt>
                <c:pt idx="374">
                  <c:v>24.256033452905569</c:v>
                </c:pt>
                <c:pt idx="375">
                  <c:v>24.165923198951859</c:v>
                </c:pt>
                <c:pt idx="376">
                  <c:v>24.007685732386047</c:v>
                </c:pt>
                <c:pt idx="377">
                  <c:v>23.893593556594933</c:v>
                </c:pt>
                <c:pt idx="378">
                  <c:v>23.728003640983914</c:v>
                </c:pt>
                <c:pt idx="379">
                  <c:v>23.57866852758972</c:v>
                </c:pt>
                <c:pt idx="380">
                  <c:v>23.479391615847781</c:v>
                </c:pt>
                <c:pt idx="381">
                  <c:v>23.278027011795228</c:v>
                </c:pt>
                <c:pt idx="382">
                  <c:v>23.143672096726476</c:v>
                </c:pt>
                <c:pt idx="383">
                  <c:v>22.921818694408955</c:v>
                </c:pt>
                <c:pt idx="384">
                  <c:v>22.800239595208261</c:v>
                </c:pt>
                <c:pt idx="385">
                  <c:v>22.703530945767969</c:v>
                </c:pt>
                <c:pt idx="386">
                  <c:v>22.612196421902834</c:v>
                </c:pt>
                <c:pt idx="387">
                  <c:v>22.555385237296374</c:v>
                </c:pt>
                <c:pt idx="388">
                  <c:v>22.496400335031712</c:v>
                </c:pt>
                <c:pt idx="389">
                  <c:v>22.456759867167467</c:v>
                </c:pt>
                <c:pt idx="390">
                  <c:v>22.418359923607088</c:v>
                </c:pt>
                <c:pt idx="391">
                  <c:v>22.381349218382269</c:v>
                </c:pt>
                <c:pt idx="392">
                  <c:v>22.35309273281139</c:v>
                </c:pt>
                <c:pt idx="393">
                  <c:v>22.334962938619316</c:v>
                </c:pt>
                <c:pt idx="394">
                  <c:v>22.323770423507511</c:v>
                </c:pt>
                <c:pt idx="395">
                  <c:v>22.30858287923478</c:v>
                </c:pt>
                <c:pt idx="396">
                  <c:v>22.292618573061034</c:v>
                </c:pt>
                <c:pt idx="397">
                  <c:v>22.276133767776365</c:v>
                </c:pt>
                <c:pt idx="398">
                  <c:v>22.257328135752317</c:v>
                </c:pt>
                <c:pt idx="399">
                  <c:v>22.240828032215934</c:v>
                </c:pt>
                <c:pt idx="400">
                  <c:v>22.249758489095488</c:v>
                </c:pt>
                <c:pt idx="401">
                  <c:v>22.239417502675145</c:v>
                </c:pt>
                <c:pt idx="402">
                  <c:v>22.23214805006025</c:v>
                </c:pt>
                <c:pt idx="403">
                  <c:v>22.220974452875783</c:v>
                </c:pt>
                <c:pt idx="404">
                  <c:v>22.21147738016893</c:v>
                </c:pt>
                <c:pt idx="405">
                  <c:v>22.196661381940249</c:v>
                </c:pt>
                <c:pt idx="406">
                  <c:v>22.186571860532396</c:v>
                </c:pt>
                <c:pt idx="407">
                  <c:v>22.166850689609674</c:v>
                </c:pt>
                <c:pt idx="408">
                  <c:v>22.160406352298523</c:v>
                </c:pt>
                <c:pt idx="409">
                  <c:v>22.162601992897788</c:v>
                </c:pt>
                <c:pt idx="410">
                  <c:v>22.154910489519466</c:v>
                </c:pt>
                <c:pt idx="411">
                  <c:v>22.148990253920928</c:v>
                </c:pt>
                <c:pt idx="412">
                  <c:v>22.134949668751872</c:v>
                </c:pt>
                <c:pt idx="413">
                  <c:v>22.125278416229367</c:v>
                </c:pt>
                <c:pt idx="414">
                  <c:v>22.126852599500786</c:v>
                </c:pt>
                <c:pt idx="415">
                  <c:v>22.118620518056172</c:v>
                </c:pt>
                <c:pt idx="416">
                  <c:v>22.106529119675766</c:v>
                </c:pt>
                <c:pt idx="417">
                  <c:v>22.081947791506138</c:v>
                </c:pt>
                <c:pt idx="418">
                  <c:v>22.070260913219574</c:v>
                </c:pt>
                <c:pt idx="419">
                  <c:v>22.07817553459877</c:v>
                </c:pt>
                <c:pt idx="420">
                  <c:v>22.07931597145674</c:v>
                </c:pt>
                <c:pt idx="421">
                  <c:v>22.075107688764717</c:v>
                </c:pt>
                <c:pt idx="422">
                  <c:v>22.072547732935689</c:v>
                </c:pt>
                <c:pt idx="423">
                  <c:v>22.062265933334043</c:v>
                </c:pt>
                <c:pt idx="424">
                  <c:v>22.056662611434788</c:v>
                </c:pt>
                <c:pt idx="425">
                  <c:v>22.065754361572541</c:v>
                </c:pt>
                <c:pt idx="426">
                  <c:v>22.058332199623607</c:v>
                </c:pt>
                <c:pt idx="427">
                  <c:v>22.044204114772128</c:v>
                </c:pt>
                <c:pt idx="428">
                  <c:v>22.01821114298702</c:v>
                </c:pt>
                <c:pt idx="429">
                  <c:v>22.011224855291516</c:v>
                </c:pt>
                <c:pt idx="430">
                  <c:v>22.015349046686712</c:v>
                </c:pt>
                <c:pt idx="431">
                  <c:v>22.022632073085212</c:v>
                </c:pt>
                <c:pt idx="432">
                  <c:v>22.019639040994942</c:v>
                </c:pt>
                <c:pt idx="433">
                  <c:v>22.029889100139076</c:v>
                </c:pt>
                <c:pt idx="434">
                  <c:v>22.049928247613952</c:v>
                </c:pt>
                <c:pt idx="435">
                  <c:v>22.10659587878758</c:v>
                </c:pt>
                <c:pt idx="436">
                  <c:v>22.151601679147035</c:v>
                </c:pt>
                <c:pt idx="437">
                  <c:v>22.162804541067473</c:v>
                </c:pt>
                <c:pt idx="438">
                  <c:v>22.203629172154233</c:v>
                </c:pt>
                <c:pt idx="439">
                  <c:v>22.242933232146324</c:v>
                </c:pt>
                <c:pt idx="440">
                  <c:v>22.280100659081466</c:v>
                </c:pt>
                <c:pt idx="441">
                  <c:v>22.312320843130362</c:v>
                </c:pt>
                <c:pt idx="442">
                  <c:v>22.292619495053884</c:v>
                </c:pt>
                <c:pt idx="443">
                  <c:v>22.301352030801937</c:v>
                </c:pt>
                <c:pt idx="444">
                  <c:v>22.337958425088697</c:v>
                </c:pt>
                <c:pt idx="445">
                  <c:v>22.350549876534913</c:v>
                </c:pt>
                <c:pt idx="446">
                  <c:v>22.354577619368023</c:v>
                </c:pt>
                <c:pt idx="447">
                  <c:v>22.373694048351766</c:v>
                </c:pt>
                <c:pt idx="448">
                  <c:v>22.381647295255437</c:v>
                </c:pt>
                <c:pt idx="449">
                  <c:v>22.405509562909824</c:v>
                </c:pt>
                <c:pt idx="450">
                  <c:v>22.404589994560926</c:v>
                </c:pt>
                <c:pt idx="451">
                  <c:v>22.410523803943072</c:v>
                </c:pt>
                <c:pt idx="452">
                  <c:v>22.397662037852793</c:v>
                </c:pt>
                <c:pt idx="453">
                  <c:v>22.410547229391</c:v>
                </c:pt>
                <c:pt idx="454">
                  <c:v>22.420707351547541</c:v>
                </c:pt>
                <c:pt idx="455">
                  <c:v>22.419842897882258</c:v>
                </c:pt>
                <c:pt idx="456">
                  <c:v>22.421284348331358</c:v>
                </c:pt>
                <c:pt idx="457">
                  <c:v>22.434684114322742</c:v>
                </c:pt>
                <c:pt idx="458">
                  <c:v>22.431545821405479</c:v>
                </c:pt>
                <c:pt idx="459">
                  <c:v>22.422795460462353</c:v>
                </c:pt>
                <c:pt idx="460">
                  <c:v>22.435298571334521</c:v>
                </c:pt>
                <c:pt idx="461">
                  <c:v>22.447151643100529</c:v>
                </c:pt>
                <c:pt idx="462">
                  <c:v>22.455215529146038</c:v>
                </c:pt>
                <c:pt idx="463">
                  <c:v>22.458665284906719</c:v>
                </c:pt>
                <c:pt idx="464">
                  <c:v>22.453818095318489</c:v>
                </c:pt>
                <c:pt idx="465">
                  <c:v>22.450600408572594</c:v>
                </c:pt>
                <c:pt idx="466">
                  <c:v>22.462766309097351</c:v>
                </c:pt>
                <c:pt idx="467">
                  <c:v>22.479783018885964</c:v>
                </c:pt>
                <c:pt idx="468">
                  <c:v>22.482283122012575</c:v>
                </c:pt>
                <c:pt idx="469">
                  <c:v>22.480233907536821</c:v>
                </c:pt>
                <c:pt idx="470">
                  <c:v>22.49404781905665</c:v>
                </c:pt>
                <c:pt idx="471">
                  <c:v>22.508233635173305</c:v>
                </c:pt>
                <c:pt idx="472">
                  <c:v>22.516986284024611</c:v>
                </c:pt>
                <c:pt idx="473">
                  <c:v>22.520035382670741</c:v>
                </c:pt>
                <c:pt idx="474">
                  <c:v>22.53370819513685</c:v>
                </c:pt>
                <c:pt idx="475">
                  <c:v>22.554986390019639</c:v>
                </c:pt>
                <c:pt idx="476">
                  <c:v>22.577977511023619</c:v>
                </c:pt>
                <c:pt idx="477">
                  <c:v>22.580496600373333</c:v>
                </c:pt>
                <c:pt idx="478">
                  <c:v>22.596052053940543</c:v>
                </c:pt>
                <c:pt idx="479">
                  <c:v>22.605505417356795</c:v>
                </c:pt>
                <c:pt idx="480">
                  <c:v>22.613354991286826</c:v>
                </c:pt>
                <c:pt idx="481">
                  <c:v>22.611878983179846</c:v>
                </c:pt>
                <c:pt idx="482">
                  <c:v>22.620847651540796</c:v>
                </c:pt>
                <c:pt idx="483">
                  <c:v>22.632838202684898</c:v>
                </c:pt>
                <c:pt idx="484">
                  <c:v>22.634832917138933</c:v>
                </c:pt>
                <c:pt idx="485">
                  <c:v>22.635914858672841</c:v>
                </c:pt>
                <c:pt idx="486">
                  <c:v>22.643575936287153</c:v>
                </c:pt>
                <c:pt idx="487">
                  <c:v>22.658928551427667</c:v>
                </c:pt>
                <c:pt idx="488">
                  <c:v>22.676158753782563</c:v>
                </c:pt>
                <c:pt idx="489">
                  <c:v>22.682665496350413</c:v>
                </c:pt>
                <c:pt idx="490">
                  <c:v>22.678924459145335</c:v>
                </c:pt>
                <c:pt idx="491">
                  <c:v>22.678444886272523</c:v>
                </c:pt>
                <c:pt idx="492">
                  <c:v>22.685591696764611</c:v>
                </c:pt>
                <c:pt idx="493">
                  <c:v>22.687189271336077</c:v>
                </c:pt>
                <c:pt idx="494">
                  <c:v>22.687990927044005</c:v>
                </c:pt>
                <c:pt idx="495">
                  <c:v>22.701081586395922</c:v>
                </c:pt>
                <c:pt idx="496">
                  <c:v>22.707339732373477</c:v>
                </c:pt>
                <c:pt idx="497">
                  <c:v>22.720793656907748</c:v>
                </c:pt>
                <c:pt idx="498">
                  <c:v>22.729199841335276</c:v>
                </c:pt>
                <c:pt idx="499">
                  <c:v>22.721902506973681</c:v>
                </c:pt>
                <c:pt idx="500">
                  <c:v>22.720139246872534</c:v>
                </c:pt>
                <c:pt idx="501">
                  <c:v>22.714426715774053</c:v>
                </c:pt>
                <c:pt idx="502">
                  <c:v>22.7070590367729</c:v>
                </c:pt>
                <c:pt idx="503">
                  <c:v>22.707278607662403</c:v>
                </c:pt>
                <c:pt idx="504">
                  <c:v>22.712979869959398</c:v>
                </c:pt>
                <c:pt idx="505">
                  <c:v>22.721939659870692</c:v>
                </c:pt>
                <c:pt idx="506">
                  <c:v>22.734811362995003</c:v>
                </c:pt>
                <c:pt idx="507">
                  <c:v>22.747704715877319</c:v>
                </c:pt>
                <c:pt idx="508">
                  <c:v>22.763576515435254</c:v>
                </c:pt>
                <c:pt idx="509">
                  <c:v>22.768843484952669</c:v>
                </c:pt>
                <c:pt idx="510">
                  <c:v>22.786718057865091</c:v>
                </c:pt>
                <c:pt idx="511">
                  <c:v>22.79814639825884</c:v>
                </c:pt>
                <c:pt idx="512">
                  <c:v>22.81851554234078</c:v>
                </c:pt>
                <c:pt idx="513">
                  <c:v>22.843412490858611</c:v>
                </c:pt>
                <c:pt idx="514">
                  <c:v>22.868957771088436</c:v>
                </c:pt>
                <c:pt idx="515">
                  <c:v>22.897225798643866</c:v>
                </c:pt>
                <c:pt idx="516">
                  <c:v>22.926152060797438</c:v>
                </c:pt>
                <c:pt idx="517">
                  <c:v>22.948227506311213</c:v>
                </c:pt>
                <c:pt idx="518">
                  <c:v>22.951952767194211</c:v>
                </c:pt>
                <c:pt idx="519">
                  <c:v>22.961145992035622</c:v>
                </c:pt>
                <c:pt idx="520">
                  <c:v>22.978633123064327</c:v>
                </c:pt>
                <c:pt idx="521">
                  <c:v>23.008763371286658</c:v>
                </c:pt>
                <c:pt idx="522">
                  <c:v>23.02570652653468</c:v>
                </c:pt>
                <c:pt idx="523">
                  <c:v>23.046243200132004</c:v>
                </c:pt>
                <c:pt idx="524">
                  <c:v>23.076379731564856</c:v>
                </c:pt>
                <c:pt idx="525">
                  <c:v>23.097589664828966</c:v>
                </c:pt>
                <c:pt idx="526">
                  <c:v>23.111078556795718</c:v>
                </c:pt>
                <c:pt idx="527">
                  <c:v>23.116065240487153</c:v>
                </c:pt>
                <c:pt idx="528">
                  <c:v>23.117979297640876</c:v>
                </c:pt>
                <c:pt idx="529">
                  <c:v>23.113483592215267</c:v>
                </c:pt>
                <c:pt idx="530">
                  <c:v>23.095114967727518</c:v>
                </c:pt>
                <c:pt idx="531">
                  <c:v>23.079690846919412</c:v>
                </c:pt>
                <c:pt idx="532">
                  <c:v>23.065417373186371</c:v>
                </c:pt>
                <c:pt idx="533">
                  <c:v>23.060017909881825</c:v>
                </c:pt>
                <c:pt idx="534">
                  <c:v>23.062257054884391</c:v>
                </c:pt>
                <c:pt idx="535">
                  <c:v>23.049036292097171</c:v>
                </c:pt>
                <c:pt idx="536">
                  <c:v>23.046351312330472</c:v>
                </c:pt>
                <c:pt idx="537">
                  <c:v>23.065194728987375</c:v>
                </c:pt>
                <c:pt idx="538">
                  <c:v>23.098328010361286</c:v>
                </c:pt>
                <c:pt idx="539">
                  <c:v>23.113377255706727</c:v>
                </c:pt>
                <c:pt idx="540">
                  <c:v>23.112099032139717</c:v>
                </c:pt>
                <c:pt idx="541">
                  <c:v>23.127447208055404</c:v>
                </c:pt>
                <c:pt idx="542">
                  <c:v>23.170028320888481</c:v>
                </c:pt>
                <c:pt idx="543">
                  <c:v>23.222332633711503</c:v>
                </c:pt>
                <c:pt idx="544">
                  <c:v>23.266595666387747</c:v>
                </c:pt>
                <c:pt idx="545">
                  <c:v>23.286743737073319</c:v>
                </c:pt>
                <c:pt idx="546">
                  <c:v>23.309047358743186</c:v>
                </c:pt>
                <c:pt idx="547">
                  <c:v>23.342099231563353</c:v>
                </c:pt>
                <c:pt idx="548">
                  <c:v>23.370313578646265</c:v>
                </c:pt>
                <c:pt idx="549">
                  <c:v>23.38525532645513</c:v>
                </c:pt>
                <c:pt idx="550">
                  <c:v>23.411876196712569</c:v>
                </c:pt>
                <c:pt idx="551">
                  <c:v>23.44427543518746</c:v>
                </c:pt>
                <c:pt idx="552">
                  <c:v>23.46165138070819</c:v>
                </c:pt>
                <c:pt idx="553">
                  <c:v>23.455335524807889</c:v>
                </c:pt>
                <c:pt idx="554">
                  <c:v>23.466075034100083</c:v>
                </c:pt>
                <c:pt idx="555">
                  <c:v>23.472054465054292</c:v>
                </c:pt>
                <c:pt idx="556">
                  <c:v>23.45905122428357</c:v>
                </c:pt>
                <c:pt idx="557">
                  <c:v>23.441473259885335</c:v>
                </c:pt>
                <c:pt idx="558">
                  <c:v>23.443385131574523</c:v>
                </c:pt>
                <c:pt idx="559">
                  <c:v>23.415888436406672</c:v>
                </c:pt>
                <c:pt idx="560">
                  <c:v>23.361180385783662</c:v>
                </c:pt>
                <c:pt idx="561">
                  <c:v>23.354518953304545</c:v>
                </c:pt>
                <c:pt idx="562">
                  <c:v>23.355567429912838</c:v>
                </c:pt>
                <c:pt idx="563">
                  <c:v>23.352876030344085</c:v>
                </c:pt>
                <c:pt idx="564">
                  <c:v>23.370261537272143</c:v>
                </c:pt>
                <c:pt idx="565">
                  <c:v>23.383087618824391</c:v>
                </c:pt>
                <c:pt idx="566">
                  <c:v>23.374997302317222</c:v>
                </c:pt>
                <c:pt idx="567">
                  <c:v>23.392058814128703</c:v>
                </c:pt>
                <c:pt idx="568">
                  <c:v>23.403674148331305</c:v>
                </c:pt>
                <c:pt idx="569">
                  <c:v>23.434970000401584</c:v>
                </c:pt>
                <c:pt idx="570">
                  <c:v>23.411960063913909</c:v>
                </c:pt>
                <c:pt idx="571">
                  <c:v>23.421562585284338</c:v>
                </c:pt>
                <c:pt idx="572">
                  <c:v>23.403263417591187</c:v>
                </c:pt>
                <c:pt idx="573">
                  <c:v>23.363224068302323</c:v>
                </c:pt>
                <c:pt idx="574">
                  <c:v>23.304434389486389</c:v>
                </c:pt>
                <c:pt idx="575">
                  <c:v>23.267971826084011</c:v>
                </c:pt>
                <c:pt idx="576">
                  <c:v>23.252675759838212</c:v>
                </c:pt>
                <c:pt idx="577">
                  <c:v>23.186237228350176</c:v>
                </c:pt>
                <c:pt idx="578">
                  <c:v>23.146563807778559</c:v>
                </c:pt>
                <c:pt idx="579">
                  <c:v>23.095007811669781</c:v>
                </c:pt>
                <c:pt idx="580">
                  <c:v>22.961848004220133</c:v>
                </c:pt>
                <c:pt idx="581">
                  <c:v>22.739689046643004</c:v>
                </c:pt>
                <c:pt idx="582">
                  <c:v>22.402368469866133</c:v>
                </c:pt>
                <c:pt idx="583">
                  <c:v>22.385761705416318</c:v>
                </c:pt>
                <c:pt idx="584">
                  <c:v>22.338746933861561</c:v>
                </c:pt>
                <c:pt idx="585">
                  <c:v>22.134174358135898</c:v>
                </c:pt>
                <c:pt idx="586">
                  <c:v>21.87922802870553</c:v>
                </c:pt>
                <c:pt idx="587">
                  <c:v>21.656720071224289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014F-48C8-BF04-9E4E678005A5}"/>
            </c:ext>
          </c:extLst>
        </c:ser>
        <c:ser>
          <c:idx val="22"/>
          <c:order val="22"/>
          <c:tx>
            <c:strRef>
              <c:f>Sheet2!$X$1</c:f>
              <c:strCache>
                <c:ptCount val="1"/>
                <c:pt idx="0">
                  <c:v>S23_z_o_faint/O-PTIR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Sheet2!$X$2:$X$589</c:f>
              <c:numCache>
                <c:formatCode>General</c:formatCode>
                <c:ptCount val="588"/>
                <c:pt idx="0">
                  <c:v>23.019260660824621</c:v>
                </c:pt>
                <c:pt idx="1">
                  <c:v>23.232107880089448</c:v>
                </c:pt>
                <c:pt idx="2">
                  <c:v>23.339087353139181</c:v>
                </c:pt>
                <c:pt idx="3">
                  <c:v>23.329460128906224</c:v>
                </c:pt>
                <c:pt idx="4">
                  <c:v>23.369225546729275</c:v>
                </c:pt>
                <c:pt idx="5">
                  <c:v>23.218821840001425</c:v>
                </c:pt>
                <c:pt idx="6">
                  <c:v>23.438578168024151</c:v>
                </c:pt>
                <c:pt idx="7">
                  <c:v>23.497902066709056</c:v>
                </c:pt>
                <c:pt idx="8">
                  <c:v>23.520828831385522</c:v>
                </c:pt>
                <c:pt idx="9">
                  <c:v>23.576330219661102</c:v>
                </c:pt>
                <c:pt idx="10">
                  <c:v>23.76088872818222</c:v>
                </c:pt>
                <c:pt idx="11">
                  <c:v>23.781557311445695</c:v>
                </c:pt>
                <c:pt idx="12">
                  <c:v>23.72038990080334</c:v>
                </c:pt>
                <c:pt idx="13">
                  <c:v>23.645561271901201</c:v>
                </c:pt>
                <c:pt idx="14">
                  <c:v>23.609535694017936</c:v>
                </c:pt>
                <c:pt idx="15">
                  <c:v>23.631611650925326</c:v>
                </c:pt>
                <c:pt idx="16">
                  <c:v>23.628400015137959</c:v>
                </c:pt>
                <c:pt idx="17">
                  <c:v>23.745263175271322</c:v>
                </c:pt>
                <c:pt idx="18">
                  <c:v>23.775392544238802</c:v>
                </c:pt>
                <c:pt idx="19">
                  <c:v>23.716324647416815</c:v>
                </c:pt>
                <c:pt idx="20">
                  <c:v>23.743555325422665</c:v>
                </c:pt>
                <c:pt idx="21">
                  <c:v>23.831713041887806</c:v>
                </c:pt>
                <c:pt idx="22">
                  <c:v>23.857058938556829</c:v>
                </c:pt>
                <c:pt idx="23">
                  <c:v>23.843445487408495</c:v>
                </c:pt>
                <c:pt idx="24">
                  <c:v>23.797859857792741</c:v>
                </c:pt>
                <c:pt idx="25">
                  <c:v>23.817364995786576</c:v>
                </c:pt>
                <c:pt idx="26">
                  <c:v>23.84660277054515</c:v>
                </c:pt>
                <c:pt idx="27">
                  <c:v>23.885461930358542</c:v>
                </c:pt>
                <c:pt idx="28">
                  <c:v>23.853139137780811</c:v>
                </c:pt>
                <c:pt idx="29">
                  <c:v>23.846478347756687</c:v>
                </c:pt>
                <c:pt idx="30">
                  <c:v>23.853766168925755</c:v>
                </c:pt>
                <c:pt idx="31">
                  <c:v>23.868294922224344</c:v>
                </c:pt>
                <c:pt idx="32">
                  <c:v>23.851067766164885</c:v>
                </c:pt>
                <c:pt idx="33">
                  <c:v>23.853740441419038</c:v>
                </c:pt>
                <c:pt idx="34">
                  <c:v>23.855227895220384</c:v>
                </c:pt>
                <c:pt idx="35">
                  <c:v>23.880790939070678</c:v>
                </c:pt>
                <c:pt idx="36">
                  <c:v>23.880996495702849</c:v>
                </c:pt>
                <c:pt idx="37">
                  <c:v>23.91705996238867</c:v>
                </c:pt>
                <c:pt idx="38">
                  <c:v>23.96942167286922</c:v>
                </c:pt>
                <c:pt idx="39">
                  <c:v>24.021897971732933</c:v>
                </c:pt>
                <c:pt idx="40">
                  <c:v>24.058716755868531</c:v>
                </c:pt>
                <c:pt idx="41">
                  <c:v>24.08141166565937</c:v>
                </c:pt>
                <c:pt idx="42">
                  <c:v>24.132272048802534</c:v>
                </c:pt>
                <c:pt idx="43">
                  <c:v>24.114078135579394</c:v>
                </c:pt>
                <c:pt idx="44">
                  <c:v>24.102672859649253</c:v>
                </c:pt>
                <c:pt idx="45">
                  <c:v>24.127694220943436</c:v>
                </c:pt>
                <c:pt idx="46">
                  <c:v>24.125151939366678</c:v>
                </c:pt>
                <c:pt idx="47">
                  <c:v>24.138034395656916</c:v>
                </c:pt>
                <c:pt idx="48">
                  <c:v>24.132017934794206</c:v>
                </c:pt>
                <c:pt idx="49">
                  <c:v>24.146116169439431</c:v>
                </c:pt>
                <c:pt idx="50">
                  <c:v>24.170013423085162</c:v>
                </c:pt>
                <c:pt idx="51">
                  <c:v>24.208929833186534</c:v>
                </c:pt>
                <c:pt idx="52">
                  <c:v>24.267430144331318</c:v>
                </c:pt>
                <c:pt idx="53">
                  <c:v>24.282102989228957</c:v>
                </c:pt>
                <c:pt idx="54">
                  <c:v>24.267406699811541</c:v>
                </c:pt>
                <c:pt idx="55">
                  <c:v>24.281898925319023</c:v>
                </c:pt>
                <c:pt idx="56">
                  <c:v>24.318686537902106</c:v>
                </c:pt>
                <c:pt idx="57">
                  <c:v>24.325631911029543</c:v>
                </c:pt>
                <c:pt idx="58">
                  <c:v>24.2879174935543</c:v>
                </c:pt>
                <c:pt idx="59">
                  <c:v>24.294841968570474</c:v>
                </c:pt>
                <c:pt idx="60">
                  <c:v>24.280074291907454</c:v>
                </c:pt>
                <c:pt idx="61">
                  <c:v>24.237495882940372</c:v>
                </c:pt>
                <c:pt idx="62">
                  <c:v>24.20507079498611</c:v>
                </c:pt>
                <c:pt idx="63">
                  <c:v>24.241350794202866</c:v>
                </c:pt>
                <c:pt idx="64">
                  <c:v>24.268524836571068</c:v>
                </c:pt>
                <c:pt idx="65">
                  <c:v>24.250903426227783</c:v>
                </c:pt>
                <c:pt idx="66">
                  <c:v>24.243613761107721</c:v>
                </c:pt>
                <c:pt idx="67">
                  <c:v>24.255217920323584</c:v>
                </c:pt>
                <c:pt idx="68">
                  <c:v>24.206869261855008</c:v>
                </c:pt>
                <c:pt idx="69">
                  <c:v>24.215188817508473</c:v>
                </c:pt>
                <c:pt idx="70">
                  <c:v>24.263533085617546</c:v>
                </c:pt>
                <c:pt idx="71">
                  <c:v>24.264575796000717</c:v>
                </c:pt>
                <c:pt idx="72">
                  <c:v>24.263624756324077</c:v>
                </c:pt>
                <c:pt idx="73">
                  <c:v>24.299461768266468</c:v>
                </c:pt>
                <c:pt idx="74">
                  <c:v>24.276300338874293</c:v>
                </c:pt>
                <c:pt idx="75">
                  <c:v>24.25171485247207</c:v>
                </c:pt>
                <c:pt idx="76">
                  <c:v>24.173846733778877</c:v>
                </c:pt>
                <c:pt idx="77">
                  <c:v>24.108517833069577</c:v>
                </c:pt>
                <c:pt idx="78">
                  <c:v>24.094321078756995</c:v>
                </c:pt>
                <c:pt idx="79">
                  <c:v>24.05050221761449</c:v>
                </c:pt>
                <c:pt idx="80">
                  <c:v>24.006266711354673</c:v>
                </c:pt>
                <c:pt idx="81">
                  <c:v>23.974366973819148</c:v>
                </c:pt>
                <c:pt idx="82">
                  <c:v>23.960672564441477</c:v>
                </c:pt>
                <c:pt idx="83">
                  <c:v>23.963825984061771</c:v>
                </c:pt>
                <c:pt idx="84">
                  <c:v>23.93642636502204</c:v>
                </c:pt>
                <c:pt idx="85">
                  <c:v>23.899427400532236</c:v>
                </c:pt>
                <c:pt idx="86">
                  <c:v>23.896269766166817</c:v>
                </c:pt>
                <c:pt idx="87">
                  <c:v>23.878676454124388</c:v>
                </c:pt>
                <c:pt idx="88">
                  <c:v>23.840023553400695</c:v>
                </c:pt>
                <c:pt idx="89">
                  <c:v>23.795851882968122</c:v>
                </c:pt>
                <c:pt idx="90">
                  <c:v>23.808905299857607</c:v>
                </c:pt>
                <c:pt idx="91">
                  <c:v>23.789204615251283</c:v>
                </c:pt>
                <c:pt idx="92">
                  <c:v>23.763200779306377</c:v>
                </c:pt>
                <c:pt idx="93">
                  <c:v>23.742673477811874</c:v>
                </c:pt>
                <c:pt idx="94">
                  <c:v>23.691397678852052</c:v>
                </c:pt>
                <c:pt idx="95">
                  <c:v>23.670952696598324</c:v>
                </c:pt>
                <c:pt idx="96">
                  <c:v>23.640930057270484</c:v>
                </c:pt>
                <c:pt idx="97">
                  <c:v>23.616248465898629</c:v>
                </c:pt>
                <c:pt idx="98">
                  <c:v>23.601563459705151</c:v>
                </c:pt>
                <c:pt idx="99">
                  <c:v>23.599083740751379</c:v>
                </c:pt>
                <c:pt idx="100">
                  <c:v>23.585546945280054</c:v>
                </c:pt>
                <c:pt idx="101">
                  <c:v>23.548714594933578</c:v>
                </c:pt>
                <c:pt idx="102">
                  <c:v>23.543505521184407</c:v>
                </c:pt>
                <c:pt idx="103">
                  <c:v>23.524812511892389</c:v>
                </c:pt>
                <c:pt idx="104">
                  <c:v>23.511277692082839</c:v>
                </c:pt>
                <c:pt idx="105">
                  <c:v>23.515397781059622</c:v>
                </c:pt>
                <c:pt idx="106">
                  <c:v>23.527798966140583</c:v>
                </c:pt>
                <c:pt idx="107">
                  <c:v>23.510571019816414</c:v>
                </c:pt>
                <c:pt idx="108">
                  <c:v>23.504331967726642</c:v>
                </c:pt>
                <c:pt idx="109">
                  <c:v>23.505309744692692</c:v>
                </c:pt>
                <c:pt idx="110">
                  <c:v>23.481980691374499</c:v>
                </c:pt>
                <c:pt idx="111">
                  <c:v>23.468159883546594</c:v>
                </c:pt>
                <c:pt idx="112">
                  <c:v>23.471048608392138</c:v>
                </c:pt>
                <c:pt idx="113">
                  <c:v>23.504233096830522</c:v>
                </c:pt>
                <c:pt idx="114">
                  <c:v>23.508467949804846</c:v>
                </c:pt>
                <c:pt idx="115">
                  <c:v>23.504841820176321</c:v>
                </c:pt>
                <c:pt idx="116">
                  <c:v>23.470704492013894</c:v>
                </c:pt>
                <c:pt idx="117">
                  <c:v>23.469282586280006</c:v>
                </c:pt>
                <c:pt idx="118">
                  <c:v>23.469395111194196</c:v>
                </c:pt>
                <c:pt idx="119">
                  <c:v>23.487961634228789</c:v>
                </c:pt>
                <c:pt idx="120">
                  <c:v>23.51867320877064</c:v>
                </c:pt>
                <c:pt idx="121">
                  <c:v>23.536123790225464</c:v>
                </c:pt>
                <c:pt idx="122">
                  <c:v>23.514112283795651</c:v>
                </c:pt>
                <c:pt idx="123">
                  <c:v>23.491066189147752</c:v>
                </c:pt>
                <c:pt idx="124">
                  <c:v>23.497907642465631</c:v>
                </c:pt>
                <c:pt idx="125">
                  <c:v>23.502162120346956</c:v>
                </c:pt>
                <c:pt idx="126">
                  <c:v>23.476261852982841</c:v>
                </c:pt>
                <c:pt idx="127">
                  <c:v>23.444361808122149</c:v>
                </c:pt>
                <c:pt idx="128">
                  <c:v>23.393273038477375</c:v>
                </c:pt>
                <c:pt idx="129">
                  <c:v>23.361488460071744</c:v>
                </c:pt>
                <c:pt idx="130">
                  <c:v>23.343091843950116</c:v>
                </c:pt>
                <c:pt idx="131">
                  <c:v>23.385815749431295</c:v>
                </c:pt>
                <c:pt idx="132">
                  <c:v>23.40077177251721</c:v>
                </c:pt>
                <c:pt idx="133">
                  <c:v>23.329736260567486</c:v>
                </c:pt>
                <c:pt idx="134">
                  <c:v>23.280964239731542</c:v>
                </c:pt>
                <c:pt idx="135">
                  <c:v>23.2193352925459</c:v>
                </c:pt>
                <c:pt idx="136">
                  <c:v>23.202608066723631</c:v>
                </c:pt>
                <c:pt idx="137">
                  <c:v>23.226037856840737</c:v>
                </c:pt>
                <c:pt idx="138">
                  <c:v>23.216659390377508</c:v>
                </c:pt>
                <c:pt idx="139">
                  <c:v>23.209007279128258</c:v>
                </c:pt>
                <c:pt idx="140">
                  <c:v>23.202149866853567</c:v>
                </c:pt>
                <c:pt idx="141">
                  <c:v>23.195969448015028</c:v>
                </c:pt>
                <c:pt idx="142">
                  <c:v>23.194575311305027</c:v>
                </c:pt>
                <c:pt idx="143">
                  <c:v>23.247664723874045</c:v>
                </c:pt>
                <c:pt idx="144">
                  <c:v>23.335292853223521</c:v>
                </c:pt>
                <c:pt idx="145">
                  <c:v>23.417879203472879</c:v>
                </c:pt>
                <c:pt idx="146">
                  <c:v>23.449205340538676</c:v>
                </c:pt>
                <c:pt idx="147">
                  <c:v>23.508315033583177</c:v>
                </c:pt>
                <c:pt idx="148">
                  <c:v>23.53587810570739</c:v>
                </c:pt>
                <c:pt idx="149">
                  <c:v>23.513501057944932</c:v>
                </c:pt>
                <c:pt idx="150">
                  <c:v>23.573549234237888</c:v>
                </c:pt>
                <c:pt idx="151">
                  <c:v>23.620008413684964</c:v>
                </c:pt>
                <c:pt idx="152">
                  <c:v>23.680541724703563</c:v>
                </c:pt>
                <c:pt idx="153">
                  <c:v>23.696898491990538</c:v>
                </c:pt>
                <c:pt idx="154">
                  <c:v>23.685236467836358</c:v>
                </c:pt>
                <c:pt idx="155">
                  <c:v>23.723343866391176</c:v>
                </c:pt>
                <c:pt idx="156">
                  <c:v>23.772727420403001</c:v>
                </c:pt>
                <c:pt idx="157">
                  <c:v>23.836880934064787</c:v>
                </c:pt>
                <c:pt idx="158">
                  <c:v>23.834081113999286</c:v>
                </c:pt>
                <c:pt idx="159">
                  <c:v>23.855392358087556</c:v>
                </c:pt>
                <c:pt idx="160">
                  <c:v>23.827188512993139</c:v>
                </c:pt>
                <c:pt idx="161">
                  <c:v>23.802598021581073</c:v>
                </c:pt>
                <c:pt idx="162">
                  <c:v>23.784299266572884</c:v>
                </c:pt>
                <c:pt idx="163">
                  <c:v>23.768955574742407</c:v>
                </c:pt>
                <c:pt idx="164">
                  <c:v>23.763169344332297</c:v>
                </c:pt>
                <c:pt idx="165">
                  <c:v>23.756585122177995</c:v>
                </c:pt>
                <c:pt idx="166">
                  <c:v>23.779416835571116</c:v>
                </c:pt>
                <c:pt idx="167">
                  <c:v>23.801062361632333</c:v>
                </c:pt>
                <c:pt idx="168">
                  <c:v>23.762272306077602</c:v>
                </c:pt>
                <c:pt idx="169">
                  <c:v>23.748493513990187</c:v>
                </c:pt>
                <c:pt idx="170">
                  <c:v>23.737796842084656</c:v>
                </c:pt>
                <c:pt idx="171">
                  <c:v>23.74543799938693</c:v>
                </c:pt>
                <c:pt idx="172">
                  <c:v>23.747805281233699</c:v>
                </c:pt>
                <c:pt idx="173">
                  <c:v>23.697107253585148</c:v>
                </c:pt>
                <c:pt idx="174">
                  <c:v>23.677076984690554</c:v>
                </c:pt>
                <c:pt idx="175">
                  <c:v>23.698599580685546</c:v>
                </c:pt>
                <c:pt idx="176">
                  <c:v>23.686289846793137</c:v>
                </c:pt>
                <c:pt idx="177">
                  <c:v>23.690845064300767</c:v>
                </c:pt>
                <c:pt idx="178">
                  <c:v>23.705629687751486</c:v>
                </c:pt>
                <c:pt idx="179">
                  <c:v>23.689377937863945</c:v>
                </c:pt>
                <c:pt idx="180">
                  <c:v>23.699311082347428</c:v>
                </c:pt>
                <c:pt idx="181">
                  <c:v>23.712534581764256</c:v>
                </c:pt>
                <c:pt idx="182">
                  <c:v>23.700047784672886</c:v>
                </c:pt>
                <c:pt idx="183">
                  <c:v>23.684059719777402</c:v>
                </c:pt>
                <c:pt idx="184">
                  <c:v>23.685082761349982</c:v>
                </c:pt>
                <c:pt idx="185">
                  <c:v>23.739523219250426</c:v>
                </c:pt>
                <c:pt idx="186">
                  <c:v>23.788099649570288</c:v>
                </c:pt>
                <c:pt idx="187">
                  <c:v>23.80387754795612</c:v>
                </c:pt>
                <c:pt idx="188">
                  <c:v>23.797926415642884</c:v>
                </c:pt>
                <c:pt idx="189">
                  <c:v>23.805991857288028</c:v>
                </c:pt>
                <c:pt idx="190">
                  <c:v>23.81128022092992</c:v>
                </c:pt>
                <c:pt idx="191">
                  <c:v>23.797022440620172</c:v>
                </c:pt>
                <c:pt idx="192">
                  <c:v>23.803738461366901</c:v>
                </c:pt>
                <c:pt idx="193">
                  <c:v>23.787749650110303</c:v>
                </c:pt>
                <c:pt idx="194">
                  <c:v>23.810924426195381</c:v>
                </c:pt>
                <c:pt idx="195">
                  <c:v>23.821072390969594</c:v>
                </c:pt>
                <c:pt idx="196">
                  <c:v>23.807370693595146</c:v>
                </c:pt>
                <c:pt idx="197">
                  <c:v>23.832654334966346</c:v>
                </c:pt>
                <c:pt idx="198">
                  <c:v>23.837059621696771</c:v>
                </c:pt>
                <c:pt idx="199">
                  <c:v>23.854952707486415</c:v>
                </c:pt>
                <c:pt idx="200">
                  <c:v>23.888326815551956</c:v>
                </c:pt>
                <c:pt idx="201">
                  <c:v>23.927065416093249</c:v>
                </c:pt>
                <c:pt idx="202">
                  <c:v>23.993948065032463</c:v>
                </c:pt>
                <c:pt idx="203">
                  <c:v>24.062588087075579</c:v>
                </c:pt>
                <c:pt idx="204">
                  <c:v>24.077760028042103</c:v>
                </c:pt>
                <c:pt idx="205">
                  <c:v>24.047418868131956</c:v>
                </c:pt>
                <c:pt idx="206">
                  <c:v>24.052009164612056</c:v>
                </c:pt>
                <c:pt idx="207">
                  <c:v>24.095187823531077</c:v>
                </c:pt>
                <c:pt idx="208">
                  <c:v>24.087403979544792</c:v>
                </c:pt>
                <c:pt idx="209">
                  <c:v>24.070319071133394</c:v>
                </c:pt>
                <c:pt idx="210">
                  <c:v>24.054588237401493</c:v>
                </c:pt>
                <c:pt idx="211">
                  <c:v>24.011377792279621</c:v>
                </c:pt>
                <c:pt idx="212">
                  <c:v>23.962484026774518</c:v>
                </c:pt>
                <c:pt idx="213">
                  <c:v>23.926891557856727</c:v>
                </c:pt>
                <c:pt idx="214">
                  <c:v>23.943382275012301</c:v>
                </c:pt>
                <c:pt idx="215">
                  <c:v>23.928848341089488</c:v>
                </c:pt>
                <c:pt idx="216">
                  <c:v>23.898052164319914</c:v>
                </c:pt>
                <c:pt idx="217">
                  <c:v>23.925635739423036</c:v>
                </c:pt>
                <c:pt idx="218">
                  <c:v>23.948579319176417</c:v>
                </c:pt>
                <c:pt idx="219">
                  <c:v>23.915510516711073</c:v>
                </c:pt>
                <c:pt idx="220">
                  <c:v>23.959580945453382</c:v>
                </c:pt>
                <c:pt idx="221">
                  <c:v>24.006328878845306</c:v>
                </c:pt>
                <c:pt idx="222">
                  <c:v>24.044285556358215</c:v>
                </c:pt>
                <c:pt idx="223">
                  <c:v>24.044469600228794</c:v>
                </c:pt>
                <c:pt idx="224">
                  <c:v>24.069518357366309</c:v>
                </c:pt>
                <c:pt idx="225">
                  <c:v>24.062949150241533</c:v>
                </c:pt>
                <c:pt idx="226">
                  <c:v>24.081270647311971</c:v>
                </c:pt>
                <c:pt idx="227">
                  <c:v>24.108038054582529</c:v>
                </c:pt>
                <c:pt idx="228">
                  <c:v>24.082784970113508</c:v>
                </c:pt>
                <c:pt idx="229">
                  <c:v>24.137363987760029</c:v>
                </c:pt>
                <c:pt idx="230">
                  <c:v>24.17016506610257</c:v>
                </c:pt>
                <c:pt idx="231">
                  <c:v>24.196085397409639</c:v>
                </c:pt>
                <c:pt idx="232">
                  <c:v>24.198688529369182</c:v>
                </c:pt>
                <c:pt idx="233">
                  <c:v>24.152077311772338</c:v>
                </c:pt>
                <c:pt idx="234">
                  <c:v>24.121946274468243</c:v>
                </c:pt>
                <c:pt idx="235">
                  <c:v>24.123890589079998</c:v>
                </c:pt>
                <c:pt idx="236">
                  <c:v>24.063866559764339</c:v>
                </c:pt>
                <c:pt idx="237">
                  <c:v>24.038016913245357</c:v>
                </c:pt>
                <c:pt idx="238">
                  <c:v>24.050377092368507</c:v>
                </c:pt>
                <c:pt idx="239">
                  <c:v>24.029755573758962</c:v>
                </c:pt>
                <c:pt idx="240">
                  <c:v>23.995255777515546</c:v>
                </c:pt>
                <c:pt idx="241">
                  <c:v>23.972915345351389</c:v>
                </c:pt>
                <c:pt idx="242">
                  <c:v>23.977101289720789</c:v>
                </c:pt>
                <c:pt idx="243">
                  <c:v>23.968964899866002</c:v>
                </c:pt>
                <c:pt idx="244">
                  <c:v>23.934878763295437</c:v>
                </c:pt>
                <c:pt idx="245">
                  <c:v>23.952699320346007</c:v>
                </c:pt>
                <c:pt idx="246">
                  <c:v>23.916272507507298</c:v>
                </c:pt>
                <c:pt idx="247">
                  <c:v>23.883958056612634</c:v>
                </c:pt>
                <c:pt idx="248">
                  <c:v>23.934127836205171</c:v>
                </c:pt>
                <c:pt idx="249">
                  <c:v>23.988782807071185</c:v>
                </c:pt>
                <c:pt idx="250">
                  <c:v>23.961944890626924</c:v>
                </c:pt>
                <c:pt idx="251">
                  <c:v>24.005076045856075</c:v>
                </c:pt>
                <c:pt idx="252">
                  <c:v>24.050485534248363</c:v>
                </c:pt>
                <c:pt idx="253">
                  <c:v>24.039507703719927</c:v>
                </c:pt>
                <c:pt idx="254">
                  <c:v>24.026289736156073</c:v>
                </c:pt>
                <c:pt idx="255">
                  <c:v>24.024721938775738</c:v>
                </c:pt>
                <c:pt idx="256">
                  <c:v>24.094320727528231</c:v>
                </c:pt>
                <c:pt idx="257">
                  <c:v>24.062390696512097</c:v>
                </c:pt>
                <c:pt idx="258">
                  <c:v>24.030954317519054</c:v>
                </c:pt>
                <c:pt idx="259">
                  <c:v>24</c:v>
                </c:pt>
                <c:pt idx="260">
                  <c:v>24.052703368257472</c:v>
                </c:pt>
                <c:pt idx="261">
                  <c:v>23.959834708232954</c:v>
                </c:pt>
                <c:pt idx="262">
                  <c:v>24.070660289874368</c:v>
                </c:pt>
                <c:pt idx="263">
                  <c:v>24.100595604951589</c:v>
                </c:pt>
                <c:pt idx="264">
                  <c:v>24.033603811675007</c:v>
                </c:pt>
                <c:pt idx="265">
                  <c:v>24.034974920949381</c:v>
                </c:pt>
                <c:pt idx="266">
                  <c:v>24.014536743752892</c:v>
                </c:pt>
                <c:pt idx="267">
                  <c:v>23.985619377431217</c:v>
                </c:pt>
                <c:pt idx="268">
                  <c:v>23.839140300874853</c:v>
                </c:pt>
                <c:pt idx="269">
                  <c:v>23.832690248107117</c:v>
                </c:pt>
                <c:pt idx="270">
                  <c:v>23.868006739026235</c:v>
                </c:pt>
                <c:pt idx="271">
                  <c:v>23.857706516584276</c:v>
                </c:pt>
                <c:pt idx="272">
                  <c:v>23.791788341821803</c:v>
                </c:pt>
                <c:pt idx="273">
                  <c:v>23.775049481546837</c:v>
                </c:pt>
                <c:pt idx="274">
                  <c:v>23.765893738021454</c:v>
                </c:pt>
                <c:pt idx="275">
                  <c:v>23.778422682564099</c:v>
                </c:pt>
                <c:pt idx="276">
                  <c:v>23.740788608667852</c:v>
                </c:pt>
                <c:pt idx="277">
                  <c:v>23.661775089082589</c:v>
                </c:pt>
                <c:pt idx="278">
                  <c:v>23.918000113973733</c:v>
                </c:pt>
                <c:pt idx="279">
                  <c:v>24.038162234145076</c:v>
                </c:pt>
                <c:pt idx="280">
                  <c:v>23.937024683215803</c:v>
                </c:pt>
                <c:pt idx="281">
                  <c:v>23.96152183558473</c:v>
                </c:pt>
                <c:pt idx="282">
                  <c:v>24.07031108067909</c:v>
                </c:pt>
                <c:pt idx="283">
                  <c:v>24.171554175850936</c:v>
                </c:pt>
                <c:pt idx="284">
                  <c:v>24.276765804789342</c:v>
                </c:pt>
                <c:pt idx="285">
                  <c:v>24.142918846224056</c:v>
                </c:pt>
                <c:pt idx="286">
                  <c:v>24.03176381200516</c:v>
                </c:pt>
                <c:pt idx="287">
                  <c:v>24.514440638783263</c:v>
                </c:pt>
                <c:pt idx="288">
                  <c:v>24.693847060421621</c:v>
                </c:pt>
                <c:pt idx="289">
                  <c:v>24.772936577129968</c:v>
                </c:pt>
                <c:pt idx="290">
                  <c:v>24.751484578115868</c:v>
                </c:pt>
                <c:pt idx="291">
                  <c:v>24.847036889293314</c:v>
                </c:pt>
                <c:pt idx="292">
                  <c:v>24.93542097269469</c:v>
                </c:pt>
                <c:pt idx="293">
                  <c:v>24.829115793010004</c:v>
                </c:pt>
                <c:pt idx="294">
                  <c:v>24.911664034938838</c:v>
                </c:pt>
                <c:pt idx="295">
                  <c:v>25.184962509403054</c:v>
                </c:pt>
                <c:pt idx="296">
                  <c:v>25.188783878318905</c:v>
                </c:pt>
                <c:pt idx="297">
                  <c:v>25.145998771226186</c:v>
                </c:pt>
                <c:pt idx="298">
                  <c:v>25.192757329288114</c:v>
                </c:pt>
                <c:pt idx="299">
                  <c:v>25.259433543523262</c:v>
                </c:pt>
                <c:pt idx="300">
                  <c:v>25.298223072234848</c:v>
                </c:pt>
                <c:pt idx="301">
                  <c:v>25.160365959294875</c:v>
                </c:pt>
                <c:pt idx="302">
                  <c:v>24.977560696939719</c:v>
                </c:pt>
                <c:pt idx="303">
                  <c:v>25.420803841459207</c:v>
                </c:pt>
                <c:pt idx="304">
                  <c:v>25.679161922517356</c:v>
                </c:pt>
                <c:pt idx="305">
                  <c:v>25.614648750604665</c:v>
                </c:pt>
                <c:pt idx="306">
                  <c:v>25.498107008690901</c:v>
                </c:pt>
                <c:pt idx="307">
                  <c:v>25.497969678245486</c:v>
                </c:pt>
                <c:pt idx="308">
                  <c:v>25.449123943273399</c:v>
                </c:pt>
                <c:pt idx="309">
                  <c:v>25.313606540722475</c:v>
                </c:pt>
                <c:pt idx="310">
                  <c:v>25.233194296501527</c:v>
                </c:pt>
                <c:pt idx="311">
                  <c:v>25.052836220536193</c:v>
                </c:pt>
                <c:pt idx="312">
                  <c:v>25.208252312907245</c:v>
                </c:pt>
                <c:pt idx="313">
                  <c:v>25.403026924582143</c:v>
                </c:pt>
                <c:pt idx="314">
                  <c:v>25.327891014418029</c:v>
                </c:pt>
                <c:pt idx="315">
                  <c:v>25.282006489126971</c:v>
                </c:pt>
                <c:pt idx="316">
                  <c:v>25.156772186615921</c:v>
                </c:pt>
                <c:pt idx="317">
                  <c:v>25.142777827876664</c:v>
                </c:pt>
                <c:pt idx="318">
                  <c:v>25.08655874753229</c:v>
                </c:pt>
                <c:pt idx="319">
                  <c:v>24.964787033758089</c:v>
                </c:pt>
                <c:pt idx="320">
                  <c:v>24.981842702375165</c:v>
                </c:pt>
                <c:pt idx="321">
                  <c:v>25.079750529235888</c:v>
                </c:pt>
                <c:pt idx="322">
                  <c:v>25.021380875190072</c:v>
                </c:pt>
                <c:pt idx="323">
                  <c:v>25.010331218380085</c:v>
                </c:pt>
                <c:pt idx="324">
                  <c:v>24.954064722153031</c:v>
                </c:pt>
                <c:pt idx="325">
                  <c:v>24.859387848661498</c:v>
                </c:pt>
                <c:pt idx="326">
                  <c:v>24.784818470488318</c:v>
                </c:pt>
                <c:pt idx="327">
                  <c:v>24.787181010746814</c:v>
                </c:pt>
                <c:pt idx="328">
                  <c:v>24.783735983447993</c:v>
                </c:pt>
                <c:pt idx="329">
                  <c:v>24.800075321007721</c:v>
                </c:pt>
                <c:pt idx="330">
                  <c:v>24.83157896030843</c:v>
                </c:pt>
                <c:pt idx="331">
                  <c:v>24.727599090633621</c:v>
                </c:pt>
                <c:pt idx="332">
                  <c:v>24.63510124037315</c:v>
                </c:pt>
                <c:pt idx="333">
                  <c:v>24.658447064864667</c:v>
                </c:pt>
                <c:pt idx="334">
                  <c:v>24.63080360525786</c:v>
                </c:pt>
                <c:pt idx="335">
                  <c:v>24.599230422662547</c:v>
                </c:pt>
                <c:pt idx="336">
                  <c:v>24.579213719978831</c:v>
                </c:pt>
                <c:pt idx="337">
                  <c:v>24.572796946136172</c:v>
                </c:pt>
                <c:pt idx="338">
                  <c:v>24.608025893286694</c:v>
                </c:pt>
                <c:pt idx="339">
                  <c:v>24.511982564301871</c:v>
                </c:pt>
                <c:pt idx="340">
                  <c:v>24.461608896413775</c:v>
                </c:pt>
                <c:pt idx="341">
                  <c:v>24.546793724841592</c:v>
                </c:pt>
                <c:pt idx="342">
                  <c:v>24.533332004517856</c:v>
                </c:pt>
                <c:pt idx="343">
                  <c:v>24.512272152415019</c:v>
                </c:pt>
                <c:pt idx="344">
                  <c:v>24.577359934580137</c:v>
                </c:pt>
                <c:pt idx="345">
                  <c:v>24.594176240796823</c:v>
                </c:pt>
                <c:pt idx="346">
                  <c:v>24.612091541805576</c:v>
                </c:pt>
                <c:pt idx="347">
                  <c:v>24.590754745824967</c:v>
                </c:pt>
                <c:pt idx="348">
                  <c:v>24.498733864221464</c:v>
                </c:pt>
                <c:pt idx="349">
                  <c:v>24.364613825294779</c:v>
                </c:pt>
                <c:pt idx="350">
                  <c:v>24.512309207049267</c:v>
                </c:pt>
                <c:pt idx="351">
                  <c:v>24.673705847142259</c:v>
                </c:pt>
                <c:pt idx="352">
                  <c:v>24.564951373695198</c:v>
                </c:pt>
                <c:pt idx="353">
                  <c:v>24.445856374305901</c:v>
                </c:pt>
                <c:pt idx="354">
                  <c:v>24.345335932309084</c:v>
                </c:pt>
                <c:pt idx="355">
                  <c:v>24.376124557660305</c:v>
                </c:pt>
                <c:pt idx="356">
                  <c:v>24.623694910756726</c:v>
                </c:pt>
                <c:pt idx="357">
                  <c:v>24.64119295199783</c:v>
                </c:pt>
                <c:pt idx="358">
                  <c:v>24.553711175282558</c:v>
                </c:pt>
                <c:pt idx="359">
                  <c:v>24.742635193876957</c:v>
                </c:pt>
                <c:pt idx="360">
                  <c:v>24.641162921938793</c:v>
                </c:pt>
                <c:pt idx="361">
                  <c:v>24.452676622187347</c:v>
                </c:pt>
                <c:pt idx="362">
                  <c:v>24.340193767638819</c:v>
                </c:pt>
                <c:pt idx="363">
                  <c:v>24.335542269547179</c:v>
                </c:pt>
                <c:pt idx="364">
                  <c:v>24.242119282731167</c:v>
                </c:pt>
                <c:pt idx="365">
                  <c:v>24.252878561163282</c:v>
                </c:pt>
                <c:pt idx="366">
                  <c:v>24.255294049157456</c:v>
                </c:pt>
                <c:pt idx="367">
                  <c:v>24.292889839118793</c:v>
                </c:pt>
                <c:pt idx="368">
                  <c:v>24.1976236037669</c:v>
                </c:pt>
                <c:pt idx="369">
                  <c:v>24.07319317608178</c:v>
                </c:pt>
                <c:pt idx="370">
                  <c:v>24.166334214010181</c:v>
                </c:pt>
                <c:pt idx="371">
                  <c:v>24.123515388956438</c:v>
                </c:pt>
                <c:pt idx="372">
                  <c:v>24.088530457987375</c:v>
                </c:pt>
                <c:pt idx="373">
                  <c:v>24.024718163066556</c:v>
                </c:pt>
                <c:pt idx="374">
                  <c:v>23.91832280539758</c:v>
                </c:pt>
                <c:pt idx="375">
                  <c:v>23.9810203002321</c:v>
                </c:pt>
                <c:pt idx="376">
                  <c:v>23.976213646835443</c:v>
                </c:pt>
                <c:pt idx="377">
                  <c:v>23.925339916999377</c:v>
                </c:pt>
                <c:pt idx="378">
                  <c:v>23.812681711492093</c:v>
                </c:pt>
                <c:pt idx="379">
                  <c:v>23.727137444331341</c:v>
                </c:pt>
                <c:pt idx="380">
                  <c:v>23.69971938578168</c:v>
                </c:pt>
                <c:pt idx="381">
                  <c:v>23.625892197883338</c:v>
                </c:pt>
                <c:pt idx="382">
                  <c:v>23.490400874067895</c:v>
                </c:pt>
                <c:pt idx="383">
                  <c:v>23.477147827531578</c:v>
                </c:pt>
                <c:pt idx="384">
                  <c:v>23.395940620914498</c:v>
                </c:pt>
                <c:pt idx="385">
                  <c:v>23.339311832220833</c:v>
                </c:pt>
                <c:pt idx="386">
                  <c:v>23.323319179399661</c:v>
                </c:pt>
                <c:pt idx="387">
                  <c:v>23.289764056811602</c:v>
                </c:pt>
                <c:pt idx="388">
                  <c:v>23.257824564570729</c:v>
                </c:pt>
                <c:pt idx="389">
                  <c:v>23.218580809264431</c:v>
                </c:pt>
                <c:pt idx="390">
                  <c:v>23.16376829034747</c:v>
                </c:pt>
                <c:pt idx="391">
                  <c:v>23.130408769251396</c:v>
                </c:pt>
                <c:pt idx="392">
                  <c:v>23.130036367982022</c:v>
                </c:pt>
                <c:pt idx="393">
                  <c:v>23.147891147884959</c:v>
                </c:pt>
                <c:pt idx="394">
                  <c:v>23.134235702947926</c:v>
                </c:pt>
                <c:pt idx="395">
                  <c:v>23.157812262783388</c:v>
                </c:pt>
                <c:pt idx="396">
                  <c:v>23.132336663918593</c:v>
                </c:pt>
                <c:pt idx="397">
                  <c:v>23.105594314624927</c:v>
                </c:pt>
                <c:pt idx="398">
                  <c:v>23.078588680959513</c:v>
                </c:pt>
                <c:pt idx="399">
                  <c:v>23.012368641541109</c:v>
                </c:pt>
                <c:pt idx="400">
                  <c:v>23.065956557480476</c:v>
                </c:pt>
                <c:pt idx="401">
                  <c:v>23.047531113160726</c:v>
                </c:pt>
                <c:pt idx="402">
                  <c:v>23.05387368443975</c:v>
                </c:pt>
                <c:pt idx="403">
                  <c:v>23.07729299806148</c:v>
                </c:pt>
                <c:pt idx="404">
                  <c:v>23.064422928073004</c:v>
                </c:pt>
                <c:pt idx="405">
                  <c:v>23.039493363708182</c:v>
                </c:pt>
                <c:pt idx="406">
                  <c:v>23.02428809991299</c:v>
                </c:pt>
                <c:pt idx="407">
                  <c:v>23.036224631295415</c:v>
                </c:pt>
                <c:pt idx="408">
                  <c:v>23.043626626507464</c:v>
                </c:pt>
                <c:pt idx="409">
                  <c:v>23.042570473392271</c:v>
                </c:pt>
                <c:pt idx="410">
                  <c:v>23.014679529219993</c:v>
                </c:pt>
                <c:pt idx="411">
                  <c:v>23.016403565775356</c:v>
                </c:pt>
                <c:pt idx="412">
                  <c:v>23.009520858855957</c:v>
                </c:pt>
                <c:pt idx="413">
                  <c:v>23.05582323455522</c:v>
                </c:pt>
                <c:pt idx="414">
                  <c:v>23.046312733517734</c:v>
                </c:pt>
                <c:pt idx="415">
                  <c:v>22.999913710640509</c:v>
                </c:pt>
                <c:pt idx="416">
                  <c:v>22.983268160184288</c:v>
                </c:pt>
                <c:pt idx="417">
                  <c:v>22.994249615160292</c:v>
                </c:pt>
                <c:pt idx="418">
                  <c:v>22.981023494218643</c:v>
                </c:pt>
                <c:pt idx="419">
                  <c:v>22.938534665049374</c:v>
                </c:pt>
                <c:pt idx="420">
                  <c:v>22.961864689734611</c:v>
                </c:pt>
                <c:pt idx="421">
                  <c:v>22.975412985203874</c:v>
                </c:pt>
                <c:pt idx="422">
                  <c:v>22.998351086268787</c:v>
                </c:pt>
                <c:pt idx="423">
                  <c:v>22.974885423141533</c:v>
                </c:pt>
                <c:pt idx="424">
                  <c:v>22.963549256957997</c:v>
                </c:pt>
                <c:pt idx="425">
                  <c:v>22.980207051988618</c:v>
                </c:pt>
                <c:pt idx="426">
                  <c:v>22.971800794966786</c:v>
                </c:pt>
                <c:pt idx="427">
                  <c:v>23.093699908741989</c:v>
                </c:pt>
                <c:pt idx="428">
                  <c:v>23.089266386511973</c:v>
                </c:pt>
                <c:pt idx="429">
                  <c:v>22.994142359020508</c:v>
                </c:pt>
                <c:pt idx="430">
                  <c:v>22.988677061146468</c:v>
                </c:pt>
                <c:pt idx="431">
                  <c:v>22.947000556873199</c:v>
                </c:pt>
                <c:pt idx="432">
                  <c:v>22.982317946444024</c:v>
                </c:pt>
                <c:pt idx="433">
                  <c:v>22.999355343748231</c:v>
                </c:pt>
                <c:pt idx="434">
                  <c:v>23.032663874119965</c:v>
                </c:pt>
                <c:pt idx="435">
                  <c:v>23.126855365928122</c:v>
                </c:pt>
                <c:pt idx="436">
                  <c:v>23.078169977861172</c:v>
                </c:pt>
                <c:pt idx="437">
                  <c:v>22.756987849855676</c:v>
                </c:pt>
                <c:pt idx="438">
                  <c:v>22.969331536044542</c:v>
                </c:pt>
                <c:pt idx="439">
                  <c:v>23.225976830843575</c:v>
                </c:pt>
                <c:pt idx="440">
                  <c:v>23.240611633276082</c:v>
                </c:pt>
                <c:pt idx="441">
                  <c:v>23.116247148790777</c:v>
                </c:pt>
                <c:pt idx="442">
                  <c:v>23.103849893081573</c:v>
                </c:pt>
                <c:pt idx="443">
                  <c:v>23.065708458264673</c:v>
                </c:pt>
                <c:pt idx="444">
                  <c:v>23.034681279985605</c:v>
                </c:pt>
                <c:pt idx="445">
                  <c:v>23.131466977603633</c:v>
                </c:pt>
                <c:pt idx="446">
                  <c:v>23.10096660130592</c:v>
                </c:pt>
                <c:pt idx="447">
                  <c:v>23.024002649713672</c:v>
                </c:pt>
                <c:pt idx="448">
                  <c:v>23.046697669263505</c:v>
                </c:pt>
                <c:pt idx="449">
                  <c:v>23.086723605531819</c:v>
                </c:pt>
                <c:pt idx="450">
                  <c:v>23.143181389722642</c:v>
                </c:pt>
                <c:pt idx="451">
                  <c:v>23.118183659538509</c:v>
                </c:pt>
                <c:pt idx="452">
                  <c:v>23.036141112937695</c:v>
                </c:pt>
                <c:pt idx="453">
                  <c:v>22.937172660283025</c:v>
                </c:pt>
                <c:pt idx="454">
                  <c:v>22.997302008835334</c:v>
                </c:pt>
                <c:pt idx="455">
                  <c:v>23.116315824989382</c:v>
                </c:pt>
                <c:pt idx="456">
                  <c:v>23.186574956739594</c:v>
                </c:pt>
                <c:pt idx="457">
                  <c:v>23.188220880567382</c:v>
                </c:pt>
                <c:pt idx="458">
                  <c:v>23.151112288800658</c:v>
                </c:pt>
                <c:pt idx="459">
                  <c:v>23.103324048747393</c:v>
                </c:pt>
                <c:pt idx="460">
                  <c:v>23.119702284892359</c:v>
                </c:pt>
                <c:pt idx="461">
                  <c:v>23.115000034244805</c:v>
                </c:pt>
                <c:pt idx="462">
                  <c:v>23.139783778306516</c:v>
                </c:pt>
                <c:pt idx="463">
                  <c:v>23.155399902920372</c:v>
                </c:pt>
                <c:pt idx="464">
                  <c:v>23.144956620613844</c:v>
                </c:pt>
                <c:pt idx="465">
                  <c:v>23.15852661817895</c:v>
                </c:pt>
                <c:pt idx="466">
                  <c:v>23.204927449748165</c:v>
                </c:pt>
                <c:pt idx="467">
                  <c:v>23.205682437920977</c:v>
                </c:pt>
                <c:pt idx="468">
                  <c:v>23.208688780497742</c:v>
                </c:pt>
                <c:pt idx="469">
                  <c:v>23.199525244084231</c:v>
                </c:pt>
                <c:pt idx="470">
                  <c:v>23.157035893559772</c:v>
                </c:pt>
                <c:pt idx="471">
                  <c:v>23.150766998001245</c:v>
                </c:pt>
                <c:pt idx="472">
                  <c:v>23.165391900173059</c:v>
                </c:pt>
                <c:pt idx="473">
                  <c:v>23.207907735541252</c:v>
                </c:pt>
                <c:pt idx="474">
                  <c:v>23.220808543534233</c:v>
                </c:pt>
                <c:pt idx="475">
                  <c:v>23.243944025901715</c:v>
                </c:pt>
                <c:pt idx="476">
                  <c:v>23.210131628246486</c:v>
                </c:pt>
                <c:pt idx="477">
                  <c:v>23.219686565210143</c:v>
                </c:pt>
                <c:pt idx="478">
                  <c:v>23.230515847924622</c:v>
                </c:pt>
                <c:pt idx="479">
                  <c:v>23.271406602696789</c:v>
                </c:pt>
                <c:pt idx="480">
                  <c:v>23.263057346261245</c:v>
                </c:pt>
                <c:pt idx="481">
                  <c:v>23.268551859233835</c:v>
                </c:pt>
                <c:pt idx="482">
                  <c:v>23.304604306117291</c:v>
                </c:pt>
                <c:pt idx="483">
                  <c:v>23.3401466371295</c:v>
                </c:pt>
                <c:pt idx="484">
                  <c:v>23.34547005779206</c:v>
                </c:pt>
                <c:pt idx="485">
                  <c:v>23.301870297540813</c:v>
                </c:pt>
                <c:pt idx="486">
                  <c:v>23.334302651540064</c:v>
                </c:pt>
                <c:pt idx="487">
                  <c:v>23.359284060562725</c:v>
                </c:pt>
                <c:pt idx="488">
                  <c:v>23.324991928324046</c:v>
                </c:pt>
                <c:pt idx="489">
                  <c:v>23.320047000554677</c:v>
                </c:pt>
                <c:pt idx="490">
                  <c:v>23.34910301442962</c:v>
                </c:pt>
                <c:pt idx="491">
                  <c:v>23.362462746701986</c:v>
                </c:pt>
                <c:pt idx="492">
                  <c:v>23.366911015051997</c:v>
                </c:pt>
                <c:pt idx="493">
                  <c:v>23.378978115726188</c:v>
                </c:pt>
                <c:pt idx="494">
                  <c:v>23.378086082481335</c:v>
                </c:pt>
                <c:pt idx="495">
                  <c:v>23.38702349342838</c:v>
                </c:pt>
                <c:pt idx="496">
                  <c:v>23.392340789539425</c:v>
                </c:pt>
                <c:pt idx="497">
                  <c:v>23.432288495089253</c:v>
                </c:pt>
                <c:pt idx="498">
                  <c:v>23.451198168622998</c:v>
                </c:pt>
                <c:pt idx="499">
                  <c:v>23.414879139110209</c:v>
                </c:pt>
                <c:pt idx="500">
                  <c:v>23.384818128040269</c:v>
                </c:pt>
                <c:pt idx="501">
                  <c:v>23.366943525664155</c:v>
                </c:pt>
                <c:pt idx="502">
                  <c:v>23.401651688369824</c:v>
                </c:pt>
                <c:pt idx="503">
                  <c:v>23.409224882906919</c:v>
                </c:pt>
                <c:pt idx="504">
                  <c:v>23.410000264299644</c:v>
                </c:pt>
                <c:pt idx="505">
                  <c:v>23.444739774172202</c:v>
                </c:pt>
                <c:pt idx="506">
                  <c:v>23.409349305695375</c:v>
                </c:pt>
                <c:pt idx="507">
                  <c:v>23.405501199490121</c:v>
                </c:pt>
                <c:pt idx="508">
                  <c:v>23.440835383558053</c:v>
                </c:pt>
                <c:pt idx="509">
                  <c:v>23.428585051229788</c:v>
                </c:pt>
                <c:pt idx="510">
                  <c:v>23.415024108781168</c:v>
                </c:pt>
                <c:pt idx="511">
                  <c:v>23.428946158299329</c:v>
                </c:pt>
                <c:pt idx="512">
                  <c:v>23.419997156803184</c:v>
                </c:pt>
                <c:pt idx="513">
                  <c:v>23.407269109456845</c:v>
                </c:pt>
                <c:pt idx="514">
                  <c:v>23.458602817258573</c:v>
                </c:pt>
                <c:pt idx="515">
                  <c:v>23.473551376733326</c:v>
                </c:pt>
                <c:pt idx="516">
                  <c:v>23.491565329120228</c:v>
                </c:pt>
                <c:pt idx="517">
                  <c:v>23.471910479867173</c:v>
                </c:pt>
                <c:pt idx="518">
                  <c:v>23.505656407479453</c:v>
                </c:pt>
                <c:pt idx="519">
                  <c:v>23.510573873550097</c:v>
                </c:pt>
                <c:pt idx="520">
                  <c:v>23.541162649736503</c:v>
                </c:pt>
                <c:pt idx="521">
                  <c:v>23.541139161313136</c:v>
                </c:pt>
                <c:pt idx="522">
                  <c:v>23.543720824414685</c:v>
                </c:pt>
                <c:pt idx="523">
                  <c:v>23.558523580050171</c:v>
                </c:pt>
                <c:pt idx="524">
                  <c:v>23.553634914737902</c:v>
                </c:pt>
                <c:pt idx="525">
                  <c:v>23.611815739421274</c:v>
                </c:pt>
                <c:pt idx="526">
                  <c:v>23.598221913179938</c:v>
                </c:pt>
                <c:pt idx="527">
                  <c:v>23.613894091708815</c:v>
                </c:pt>
                <c:pt idx="528">
                  <c:v>23.646635900198</c:v>
                </c:pt>
                <c:pt idx="529">
                  <c:v>23.569355782353725</c:v>
                </c:pt>
                <c:pt idx="530">
                  <c:v>23.548385537488446</c:v>
                </c:pt>
                <c:pt idx="531">
                  <c:v>23.61630360881405</c:v>
                </c:pt>
                <c:pt idx="532">
                  <c:v>23.615521729689256</c:v>
                </c:pt>
                <c:pt idx="533">
                  <c:v>23.616122594291532</c:v>
                </c:pt>
                <c:pt idx="534">
                  <c:v>23.598992552984395</c:v>
                </c:pt>
                <c:pt idx="535">
                  <c:v>23.57379259186542</c:v>
                </c:pt>
                <c:pt idx="536">
                  <c:v>23.546641379366662</c:v>
                </c:pt>
                <c:pt idx="537">
                  <c:v>23.535051840047963</c:v>
                </c:pt>
                <c:pt idx="538">
                  <c:v>23.590662460468106</c:v>
                </c:pt>
                <c:pt idx="539">
                  <c:v>23.623885232841399</c:v>
                </c:pt>
                <c:pt idx="540">
                  <c:v>23.588123076528621</c:v>
                </c:pt>
                <c:pt idx="541">
                  <c:v>23.592361661308527</c:v>
                </c:pt>
                <c:pt idx="542">
                  <c:v>23.625958799637075</c:v>
                </c:pt>
                <c:pt idx="543">
                  <c:v>23.664432793210818</c:v>
                </c:pt>
                <c:pt idx="544">
                  <c:v>23.68546388845888</c:v>
                </c:pt>
                <c:pt idx="545">
                  <c:v>23.718206135984012</c:v>
                </c:pt>
                <c:pt idx="546">
                  <c:v>23.707876278615377</c:v>
                </c:pt>
                <c:pt idx="547">
                  <c:v>23.751150559564493</c:v>
                </c:pt>
                <c:pt idx="548">
                  <c:v>23.76531271784415</c:v>
                </c:pt>
                <c:pt idx="549">
                  <c:v>23.799091441441956</c:v>
                </c:pt>
                <c:pt idx="550">
                  <c:v>23.812904214911963</c:v>
                </c:pt>
                <c:pt idx="551">
                  <c:v>23.779399625361847</c:v>
                </c:pt>
                <c:pt idx="552">
                  <c:v>23.783607433721599</c:v>
                </c:pt>
                <c:pt idx="553">
                  <c:v>23.825463804163974</c:v>
                </c:pt>
                <c:pt idx="554">
                  <c:v>23.833558749025013</c:v>
                </c:pt>
                <c:pt idx="555">
                  <c:v>23.844809396493279</c:v>
                </c:pt>
                <c:pt idx="556">
                  <c:v>23.848247574831262</c:v>
                </c:pt>
                <c:pt idx="557">
                  <c:v>23.733570813732939</c:v>
                </c:pt>
                <c:pt idx="558">
                  <c:v>23.770267150741855</c:v>
                </c:pt>
                <c:pt idx="559">
                  <c:v>23.733629644550348</c:v>
                </c:pt>
                <c:pt idx="560">
                  <c:v>23.706360287477231</c:v>
                </c:pt>
                <c:pt idx="561">
                  <c:v>23.638876598321357</c:v>
                </c:pt>
                <c:pt idx="562">
                  <c:v>23.568183863690226</c:v>
                </c:pt>
                <c:pt idx="563">
                  <c:v>23.557892553678073</c:v>
                </c:pt>
                <c:pt idx="564">
                  <c:v>23.649473170030106</c:v>
                </c:pt>
                <c:pt idx="565">
                  <c:v>23.758903319805469</c:v>
                </c:pt>
                <c:pt idx="566">
                  <c:v>23.794355121604614</c:v>
                </c:pt>
                <c:pt idx="567">
                  <c:v>23.805403988149894</c:v>
                </c:pt>
                <c:pt idx="568">
                  <c:v>23.726629391929063</c:v>
                </c:pt>
                <c:pt idx="569">
                  <c:v>23.571630998361606</c:v>
                </c:pt>
                <c:pt idx="570">
                  <c:v>23.437913555401817</c:v>
                </c:pt>
                <c:pt idx="571">
                  <c:v>23.416035252479478</c:v>
                </c:pt>
                <c:pt idx="572">
                  <c:v>23.472535842675509</c:v>
                </c:pt>
                <c:pt idx="573">
                  <c:v>23.523113311051965</c:v>
                </c:pt>
                <c:pt idx="574">
                  <c:v>23.558068607094349</c:v>
                </c:pt>
                <c:pt idx="575">
                  <c:v>23.365155573706279</c:v>
                </c:pt>
                <c:pt idx="576">
                  <c:v>23.408587314899151</c:v>
                </c:pt>
                <c:pt idx="577">
                  <c:v>23.271760355914154</c:v>
                </c:pt>
                <c:pt idx="578">
                  <c:v>22.980626976155694</c:v>
                </c:pt>
                <c:pt idx="579">
                  <c:v>23.148870285862454</c:v>
                </c:pt>
                <c:pt idx="580">
                  <c:v>23.869630381779519</c:v>
                </c:pt>
                <c:pt idx="581">
                  <c:v>24.024519191973649</c:v>
                </c:pt>
                <c:pt idx="582">
                  <c:v>23.702139922689284</c:v>
                </c:pt>
                <c:pt idx="583">
                  <c:v>23.955934049424386</c:v>
                </c:pt>
                <c:pt idx="584">
                  <c:v>25.147623555472943</c:v>
                </c:pt>
                <c:pt idx="585">
                  <c:v>25.400516165786655</c:v>
                </c:pt>
                <c:pt idx="586">
                  <c:v>24.520199209928467</c:v>
                </c:pt>
                <c:pt idx="587">
                  <c:v>22.424381940554706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6-014F-48C8-BF04-9E4E678005A5}"/>
            </c:ext>
          </c:extLst>
        </c:ser>
        <c:ser>
          <c:idx val="23"/>
          <c:order val="23"/>
          <c:tx>
            <c:strRef>
              <c:f>Sheet2!$Y$1</c:f>
              <c:strCache>
                <c:ptCount val="1"/>
                <c:pt idx="0">
                  <c:v>S24_z/O-PTIR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Sheet2!$Y$2:$Y$589</c:f>
              <c:numCache>
                <c:formatCode>General</c:formatCode>
                <c:ptCount val="588"/>
                <c:pt idx="0">
                  <c:v>24.458303919375744</c:v>
                </c:pt>
                <c:pt idx="1">
                  <c:v>24.255074642113108</c:v>
                </c:pt>
                <c:pt idx="2">
                  <c:v>24.058441812054202</c:v>
                </c:pt>
                <c:pt idx="3">
                  <c:v>24.051704379928189</c:v>
                </c:pt>
                <c:pt idx="4">
                  <c:v>24.111792442481377</c:v>
                </c:pt>
                <c:pt idx="5">
                  <c:v>24.150976147168119</c:v>
                </c:pt>
                <c:pt idx="6">
                  <c:v>24.178405708367002</c:v>
                </c:pt>
                <c:pt idx="7">
                  <c:v>24.183043887311502</c:v>
                </c:pt>
                <c:pt idx="8">
                  <c:v>24.19538499675221</c:v>
                </c:pt>
                <c:pt idx="9">
                  <c:v>24.199555891975987</c:v>
                </c:pt>
                <c:pt idx="10">
                  <c:v>24.199061608432746</c:v>
                </c:pt>
                <c:pt idx="11">
                  <c:v>24.202722207011</c:v>
                </c:pt>
                <c:pt idx="12">
                  <c:v>24.221015147138164</c:v>
                </c:pt>
                <c:pt idx="13">
                  <c:v>24.206853519476109</c:v>
                </c:pt>
                <c:pt idx="14">
                  <c:v>24.232258144929478</c:v>
                </c:pt>
                <c:pt idx="15">
                  <c:v>24.232896733184493</c:v>
                </c:pt>
                <c:pt idx="16">
                  <c:v>24.229188638692044</c:v>
                </c:pt>
                <c:pt idx="17">
                  <c:v>24.244367276649825</c:v>
                </c:pt>
                <c:pt idx="18">
                  <c:v>24.259380960974966</c:v>
                </c:pt>
                <c:pt idx="19">
                  <c:v>24.273568196015859</c:v>
                </c:pt>
                <c:pt idx="20">
                  <c:v>24.280675415333686</c:v>
                </c:pt>
                <c:pt idx="21">
                  <c:v>24.297910030342365</c:v>
                </c:pt>
                <c:pt idx="22">
                  <c:v>24.316949184432154</c:v>
                </c:pt>
                <c:pt idx="23">
                  <c:v>24.330272832697077</c:v>
                </c:pt>
                <c:pt idx="24">
                  <c:v>24.347223491081806</c:v>
                </c:pt>
                <c:pt idx="25">
                  <c:v>24.352682413687681</c:v>
                </c:pt>
                <c:pt idx="26">
                  <c:v>24.360361027362604</c:v>
                </c:pt>
                <c:pt idx="27">
                  <c:v>24.37519805813201</c:v>
                </c:pt>
                <c:pt idx="28">
                  <c:v>24.383468901876121</c:v>
                </c:pt>
                <c:pt idx="29">
                  <c:v>24.392708988305444</c:v>
                </c:pt>
                <c:pt idx="30">
                  <c:v>24.407236794692466</c:v>
                </c:pt>
                <c:pt idx="31">
                  <c:v>24.423955152717447</c:v>
                </c:pt>
                <c:pt idx="32">
                  <c:v>24.430146602583463</c:v>
                </c:pt>
                <c:pt idx="33">
                  <c:v>24.450175274696871</c:v>
                </c:pt>
                <c:pt idx="34">
                  <c:v>24.472363457142858</c:v>
                </c:pt>
                <c:pt idx="35">
                  <c:v>24.475036949002398</c:v>
                </c:pt>
                <c:pt idx="36">
                  <c:v>24.49322416529624</c:v>
                </c:pt>
                <c:pt idx="37">
                  <c:v>24.530262182201053</c:v>
                </c:pt>
                <c:pt idx="38">
                  <c:v>24.565260371005408</c:v>
                </c:pt>
                <c:pt idx="39">
                  <c:v>24.595845939759897</c:v>
                </c:pt>
                <c:pt idx="40">
                  <c:v>24.625303187629612</c:v>
                </c:pt>
                <c:pt idx="41">
                  <c:v>24.6473221372258</c:v>
                </c:pt>
                <c:pt idx="42">
                  <c:v>24.655346009008497</c:v>
                </c:pt>
                <c:pt idx="43">
                  <c:v>24.672876399431367</c:v>
                </c:pt>
                <c:pt idx="44">
                  <c:v>24.699284399421042</c:v>
                </c:pt>
                <c:pt idx="45">
                  <c:v>24.716659583317</c:v>
                </c:pt>
                <c:pt idx="46">
                  <c:v>24.726065506392029</c:v>
                </c:pt>
                <c:pt idx="47">
                  <c:v>24.736713217530472</c:v>
                </c:pt>
                <c:pt idx="48">
                  <c:v>24.764173429471267</c:v>
                </c:pt>
                <c:pt idx="49">
                  <c:v>24.784501205278868</c:v>
                </c:pt>
                <c:pt idx="50">
                  <c:v>24.802310016513022</c:v>
                </c:pt>
                <c:pt idx="51">
                  <c:v>24.82719230577737</c:v>
                </c:pt>
                <c:pt idx="52">
                  <c:v>24.848028629185386</c:v>
                </c:pt>
                <c:pt idx="53">
                  <c:v>24.850080479848316</c:v>
                </c:pt>
                <c:pt idx="54">
                  <c:v>24.868661248272097</c:v>
                </c:pt>
                <c:pt idx="55">
                  <c:v>24.895986223366034</c:v>
                </c:pt>
                <c:pt idx="56">
                  <c:v>24.913955878825881</c:v>
                </c:pt>
                <c:pt idx="57">
                  <c:v>24.923817980034258</c:v>
                </c:pt>
                <c:pt idx="58">
                  <c:v>24.937652824938787</c:v>
                </c:pt>
                <c:pt idx="59">
                  <c:v>24.954580864604278</c:v>
                </c:pt>
                <c:pt idx="60">
                  <c:v>24.970588532961415</c:v>
                </c:pt>
                <c:pt idx="61">
                  <c:v>24.970387070134805</c:v>
                </c:pt>
                <c:pt idx="62">
                  <c:v>24.968903608188356</c:v>
                </c:pt>
                <c:pt idx="63">
                  <c:v>24.980820548719258</c:v>
                </c:pt>
                <c:pt idx="64">
                  <c:v>24.987305124960272</c:v>
                </c:pt>
                <c:pt idx="65">
                  <c:v>24.992003841242671</c:v>
                </c:pt>
                <c:pt idx="66">
                  <c:v>25.000743496999348</c:v>
                </c:pt>
                <c:pt idx="67">
                  <c:v>24.999982068042403</c:v>
                </c:pt>
                <c:pt idx="68">
                  <c:v>25.000508819296744</c:v>
                </c:pt>
                <c:pt idx="69">
                  <c:v>24.990923101177199</c:v>
                </c:pt>
                <c:pt idx="70">
                  <c:v>25.007029327377026</c:v>
                </c:pt>
                <c:pt idx="71">
                  <c:v>25.00117590170407</c:v>
                </c:pt>
                <c:pt idx="72">
                  <c:v>24.995672624672785</c:v>
                </c:pt>
                <c:pt idx="73">
                  <c:v>25.007038768824394</c:v>
                </c:pt>
                <c:pt idx="74">
                  <c:v>25.009455575578819</c:v>
                </c:pt>
                <c:pt idx="75">
                  <c:v>24.998949146530517</c:v>
                </c:pt>
                <c:pt idx="76">
                  <c:v>24.991752046671451</c:v>
                </c:pt>
                <c:pt idx="77">
                  <c:v>24.984970778041149</c:v>
                </c:pt>
                <c:pt idx="78">
                  <c:v>24.969164436662457</c:v>
                </c:pt>
                <c:pt idx="79">
                  <c:v>24.959802392544269</c:v>
                </c:pt>
                <c:pt idx="80">
                  <c:v>24.94698301266261</c:v>
                </c:pt>
                <c:pt idx="81">
                  <c:v>24.929109673550748</c:v>
                </c:pt>
                <c:pt idx="82">
                  <c:v>24.917345833900214</c:v>
                </c:pt>
                <c:pt idx="83">
                  <c:v>24.905589194202353</c:v>
                </c:pt>
                <c:pt idx="84">
                  <c:v>24.881803810934947</c:v>
                </c:pt>
                <c:pt idx="85">
                  <c:v>24.863288928870514</c:v>
                </c:pt>
                <c:pt idx="86">
                  <c:v>24.84194854085148</c:v>
                </c:pt>
                <c:pt idx="87">
                  <c:v>24.817691017291502</c:v>
                </c:pt>
                <c:pt idx="88">
                  <c:v>24.807880945929782</c:v>
                </c:pt>
                <c:pt idx="89">
                  <c:v>24.798564954339053</c:v>
                </c:pt>
                <c:pt idx="90">
                  <c:v>24.783677489938913</c:v>
                </c:pt>
                <c:pt idx="91">
                  <c:v>24.763572097575118</c:v>
                </c:pt>
                <c:pt idx="92">
                  <c:v>24.740016705248678</c:v>
                </c:pt>
                <c:pt idx="93">
                  <c:v>24.724063444081057</c:v>
                </c:pt>
                <c:pt idx="94">
                  <c:v>24.699768766048336</c:v>
                </c:pt>
                <c:pt idx="95">
                  <c:v>24.682565090458912</c:v>
                </c:pt>
                <c:pt idx="96">
                  <c:v>24.665046111281789</c:v>
                </c:pt>
                <c:pt idx="97">
                  <c:v>24.652370254984962</c:v>
                </c:pt>
                <c:pt idx="98">
                  <c:v>24.631301291596792</c:v>
                </c:pt>
                <c:pt idx="99">
                  <c:v>24.609112599720195</c:v>
                </c:pt>
                <c:pt idx="100">
                  <c:v>24.593847545349345</c:v>
                </c:pt>
                <c:pt idx="101">
                  <c:v>24.568251068326941</c:v>
                </c:pt>
                <c:pt idx="102">
                  <c:v>24.527954563408116</c:v>
                </c:pt>
                <c:pt idx="103">
                  <c:v>24.510435312534661</c:v>
                </c:pt>
                <c:pt idx="104">
                  <c:v>24.493892708071328</c:v>
                </c:pt>
                <c:pt idx="105">
                  <c:v>24.47220020161226</c:v>
                </c:pt>
                <c:pt idx="106">
                  <c:v>24.44557097288817</c:v>
                </c:pt>
                <c:pt idx="107">
                  <c:v>24.422697334570728</c:v>
                </c:pt>
                <c:pt idx="108">
                  <c:v>24.401725095075037</c:v>
                </c:pt>
                <c:pt idx="109">
                  <c:v>24.370227917218745</c:v>
                </c:pt>
                <c:pt idx="110">
                  <c:v>24.351746861347046</c:v>
                </c:pt>
                <c:pt idx="111">
                  <c:v>24.330735293807994</c:v>
                </c:pt>
                <c:pt idx="112">
                  <c:v>24.320364678961241</c:v>
                </c:pt>
                <c:pt idx="113">
                  <c:v>24.296076589564457</c:v>
                </c:pt>
                <c:pt idx="114">
                  <c:v>24.273096225533489</c:v>
                </c:pt>
                <c:pt idx="115">
                  <c:v>24.261381291221852</c:v>
                </c:pt>
                <c:pt idx="116">
                  <c:v>24.244263488652841</c:v>
                </c:pt>
                <c:pt idx="117">
                  <c:v>24.236052859607241</c:v>
                </c:pt>
                <c:pt idx="118">
                  <c:v>24.218590597038414</c:v>
                </c:pt>
                <c:pt idx="119">
                  <c:v>24.208846904485632</c:v>
                </c:pt>
                <c:pt idx="120">
                  <c:v>24.1917932731929</c:v>
                </c:pt>
                <c:pt idx="121">
                  <c:v>24.167513657325316</c:v>
                </c:pt>
                <c:pt idx="122">
                  <c:v>24.149595692091715</c:v>
                </c:pt>
                <c:pt idx="123">
                  <c:v>24.142227763166929</c:v>
                </c:pt>
                <c:pt idx="124">
                  <c:v>24.130818818353276</c:v>
                </c:pt>
                <c:pt idx="125">
                  <c:v>24.116015410004362</c:v>
                </c:pt>
                <c:pt idx="126">
                  <c:v>24.092376258794555</c:v>
                </c:pt>
                <c:pt idx="127">
                  <c:v>24.090876647897659</c:v>
                </c:pt>
                <c:pt idx="128">
                  <c:v>24.078337293533714</c:v>
                </c:pt>
                <c:pt idx="129">
                  <c:v>24.056746112823667</c:v>
                </c:pt>
                <c:pt idx="130">
                  <c:v>24.045817229948625</c:v>
                </c:pt>
                <c:pt idx="131">
                  <c:v>24.037245380636026</c:v>
                </c:pt>
                <c:pt idx="132">
                  <c:v>24.025893409268608</c:v>
                </c:pt>
                <c:pt idx="133">
                  <c:v>24.011130757491397</c:v>
                </c:pt>
                <c:pt idx="134">
                  <c:v>23.997343402663841</c:v>
                </c:pt>
                <c:pt idx="135">
                  <c:v>23.987256545444708</c:v>
                </c:pt>
                <c:pt idx="136">
                  <c:v>23.981473182400816</c:v>
                </c:pt>
                <c:pt idx="137">
                  <c:v>23.98754153260434</c:v>
                </c:pt>
                <c:pt idx="138">
                  <c:v>23.976335850605466</c:v>
                </c:pt>
                <c:pt idx="139">
                  <c:v>24.085264267809983</c:v>
                </c:pt>
                <c:pt idx="140">
                  <c:v>24.182880309141513</c:v>
                </c:pt>
                <c:pt idx="141">
                  <c:v>24.270859196842562</c:v>
                </c:pt>
                <c:pt idx="142">
                  <c:v>24.274238946323607</c:v>
                </c:pt>
                <c:pt idx="143">
                  <c:v>24.267517365980183</c:v>
                </c:pt>
                <c:pt idx="144">
                  <c:v>24.281213679719887</c:v>
                </c:pt>
                <c:pt idx="145">
                  <c:v>24.30468759711021</c:v>
                </c:pt>
                <c:pt idx="146">
                  <c:v>24.306103168936904</c:v>
                </c:pt>
                <c:pt idx="147">
                  <c:v>24.315436039661957</c:v>
                </c:pt>
                <c:pt idx="148">
                  <c:v>24.327750641729743</c:v>
                </c:pt>
                <c:pt idx="149">
                  <c:v>24.331949980162772</c:v>
                </c:pt>
                <c:pt idx="150">
                  <c:v>24.342351772163067</c:v>
                </c:pt>
                <c:pt idx="151">
                  <c:v>24.352374140242443</c:v>
                </c:pt>
                <c:pt idx="152">
                  <c:v>24.36184499873967</c:v>
                </c:pt>
                <c:pt idx="153">
                  <c:v>24.378251483343082</c:v>
                </c:pt>
                <c:pt idx="154">
                  <c:v>24.390488414223331</c:v>
                </c:pt>
                <c:pt idx="155">
                  <c:v>24.392429005240274</c:v>
                </c:pt>
                <c:pt idx="156">
                  <c:v>24.39505444081194</c:v>
                </c:pt>
                <c:pt idx="157">
                  <c:v>24.402986750932378</c:v>
                </c:pt>
                <c:pt idx="158">
                  <c:v>24.407933424075377</c:v>
                </c:pt>
                <c:pt idx="159">
                  <c:v>24.399191628710124</c:v>
                </c:pt>
                <c:pt idx="160">
                  <c:v>24.398017832652585</c:v>
                </c:pt>
                <c:pt idx="161">
                  <c:v>24.384072305456769</c:v>
                </c:pt>
                <c:pt idx="162">
                  <c:v>24.371424569729811</c:v>
                </c:pt>
                <c:pt idx="163">
                  <c:v>24.357003404151207</c:v>
                </c:pt>
                <c:pt idx="164">
                  <c:v>24.349158885906494</c:v>
                </c:pt>
                <c:pt idx="165">
                  <c:v>24.346917798751676</c:v>
                </c:pt>
                <c:pt idx="166">
                  <c:v>24.342135433962543</c:v>
                </c:pt>
                <c:pt idx="167">
                  <c:v>24.337181866525238</c:v>
                </c:pt>
                <c:pt idx="168">
                  <c:v>24.330188708721771</c:v>
                </c:pt>
                <c:pt idx="169">
                  <c:v>24.313694771863045</c:v>
                </c:pt>
                <c:pt idx="170">
                  <c:v>24.312450436646564</c:v>
                </c:pt>
                <c:pt idx="171">
                  <c:v>24.310174878020234</c:v>
                </c:pt>
                <c:pt idx="172">
                  <c:v>24.295984688281784</c:v>
                </c:pt>
                <c:pt idx="173">
                  <c:v>24.293905600062057</c:v>
                </c:pt>
                <c:pt idx="174">
                  <c:v>24.290904578280092</c:v>
                </c:pt>
                <c:pt idx="175">
                  <c:v>24.292266286309921</c:v>
                </c:pt>
                <c:pt idx="176">
                  <c:v>24.285010941550716</c:v>
                </c:pt>
                <c:pt idx="177">
                  <c:v>24.274195848493704</c:v>
                </c:pt>
                <c:pt idx="178">
                  <c:v>24.276395892522096</c:v>
                </c:pt>
                <c:pt idx="179">
                  <c:v>24.273254437701016</c:v>
                </c:pt>
                <c:pt idx="180">
                  <c:v>24.283405114370908</c:v>
                </c:pt>
                <c:pt idx="181">
                  <c:v>24.28096331155438</c:v>
                </c:pt>
                <c:pt idx="182">
                  <c:v>24.288048540450728</c:v>
                </c:pt>
                <c:pt idx="183">
                  <c:v>24.302735764657729</c:v>
                </c:pt>
                <c:pt idx="184">
                  <c:v>24.304316188230942</c:v>
                </c:pt>
                <c:pt idx="185">
                  <c:v>24.299849432687882</c:v>
                </c:pt>
                <c:pt idx="186">
                  <c:v>24.301577523214924</c:v>
                </c:pt>
                <c:pt idx="187">
                  <c:v>24.309204073081148</c:v>
                </c:pt>
                <c:pt idx="188">
                  <c:v>24.318677308921238</c:v>
                </c:pt>
                <c:pt idx="189">
                  <c:v>24.321061512116398</c:v>
                </c:pt>
                <c:pt idx="190">
                  <c:v>24.324489674486745</c:v>
                </c:pt>
                <c:pt idx="191">
                  <c:v>24.330788953832613</c:v>
                </c:pt>
                <c:pt idx="192">
                  <c:v>24.334781429474528</c:v>
                </c:pt>
                <c:pt idx="193">
                  <c:v>24.341216013591339</c:v>
                </c:pt>
                <c:pt idx="194">
                  <c:v>24.345146508508613</c:v>
                </c:pt>
                <c:pt idx="195">
                  <c:v>24.347890471603012</c:v>
                </c:pt>
                <c:pt idx="196">
                  <c:v>24.350842180501591</c:v>
                </c:pt>
                <c:pt idx="197">
                  <c:v>24.358359304672042</c:v>
                </c:pt>
                <c:pt idx="198">
                  <c:v>24.36620423046125</c:v>
                </c:pt>
                <c:pt idx="199">
                  <c:v>24.388723508843952</c:v>
                </c:pt>
                <c:pt idx="200">
                  <c:v>24.405855999995651</c:v>
                </c:pt>
                <c:pt idx="201">
                  <c:v>24.422922231205558</c:v>
                </c:pt>
                <c:pt idx="202">
                  <c:v>24.452474097321218</c:v>
                </c:pt>
                <c:pt idx="203">
                  <c:v>24.477083467624905</c:v>
                </c:pt>
                <c:pt idx="204">
                  <c:v>24.48745629000431</c:v>
                </c:pt>
                <c:pt idx="205">
                  <c:v>24.506569413419175</c:v>
                </c:pt>
                <c:pt idx="206">
                  <c:v>24.519717579818774</c:v>
                </c:pt>
                <c:pt idx="207">
                  <c:v>24.527373778546707</c:v>
                </c:pt>
                <c:pt idx="208">
                  <c:v>24.524070732335034</c:v>
                </c:pt>
                <c:pt idx="209">
                  <c:v>24.514223574424655</c:v>
                </c:pt>
                <c:pt idx="210">
                  <c:v>24.49636714840916</c:v>
                </c:pt>
                <c:pt idx="211">
                  <c:v>24.471256905926303</c:v>
                </c:pt>
                <c:pt idx="212">
                  <c:v>24.453979362897925</c:v>
                </c:pt>
                <c:pt idx="213">
                  <c:v>24.440110216332087</c:v>
                </c:pt>
                <c:pt idx="214">
                  <c:v>24.442333711149718</c:v>
                </c:pt>
                <c:pt idx="215">
                  <c:v>24.446733595434253</c:v>
                </c:pt>
                <c:pt idx="216">
                  <c:v>24.45950294922967</c:v>
                </c:pt>
                <c:pt idx="217">
                  <c:v>24.474176860316639</c:v>
                </c:pt>
                <c:pt idx="218">
                  <c:v>24.494001794146698</c:v>
                </c:pt>
                <c:pt idx="219">
                  <c:v>24.519131632727152</c:v>
                </c:pt>
                <c:pt idx="220">
                  <c:v>24.539034407554951</c:v>
                </c:pt>
                <c:pt idx="221">
                  <c:v>24.544801331909735</c:v>
                </c:pt>
                <c:pt idx="222">
                  <c:v>24.55748442212127</c:v>
                </c:pt>
                <c:pt idx="223">
                  <c:v>24.569065579953808</c:v>
                </c:pt>
                <c:pt idx="224">
                  <c:v>24.592862985783693</c:v>
                </c:pt>
                <c:pt idx="225">
                  <c:v>24.604683949587017</c:v>
                </c:pt>
                <c:pt idx="226">
                  <c:v>24.624450264934485</c:v>
                </c:pt>
                <c:pt idx="227">
                  <c:v>24.631930608214642</c:v>
                </c:pt>
                <c:pt idx="228">
                  <c:v>24.630395659814191</c:v>
                </c:pt>
                <c:pt idx="229">
                  <c:v>24.638003768292208</c:v>
                </c:pt>
                <c:pt idx="230">
                  <c:v>24.642158005134924</c:v>
                </c:pt>
                <c:pt idx="231">
                  <c:v>24.640420710894798</c:v>
                </c:pt>
                <c:pt idx="232">
                  <c:v>24.634620537701974</c:v>
                </c:pt>
                <c:pt idx="233">
                  <c:v>24.618837086738846</c:v>
                </c:pt>
                <c:pt idx="234">
                  <c:v>24.603126042846917</c:v>
                </c:pt>
                <c:pt idx="235">
                  <c:v>24.587758491036634</c:v>
                </c:pt>
                <c:pt idx="236">
                  <c:v>24.572177385913182</c:v>
                </c:pt>
                <c:pt idx="237">
                  <c:v>24.560528236074767</c:v>
                </c:pt>
                <c:pt idx="238">
                  <c:v>24.53745140286663</c:v>
                </c:pt>
                <c:pt idx="239">
                  <c:v>24.51940591016945</c:v>
                </c:pt>
                <c:pt idx="240">
                  <c:v>24.512205142409968</c:v>
                </c:pt>
                <c:pt idx="241">
                  <c:v>24.512855209834807</c:v>
                </c:pt>
                <c:pt idx="242">
                  <c:v>24.512894605802252</c:v>
                </c:pt>
                <c:pt idx="243">
                  <c:v>24.494530107654914</c:v>
                </c:pt>
                <c:pt idx="244">
                  <c:v>24.490975538568346</c:v>
                </c:pt>
                <c:pt idx="245">
                  <c:v>24.492385812316659</c:v>
                </c:pt>
                <c:pt idx="246">
                  <c:v>24.490951799101758</c:v>
                </c:pt>
                <c:pt idx="247">
                  <c:v>24.500083274924283</c:v>
                </c:pt>
                <c:pt idx="248">
                  <c:v>24.525010767665066</c:v>
                </c:pt>
                <c:pt idx="249">
                  <c:v>24.544586012570438</c:v>
                </c:pt>
                <c:pt idx="250">
                  <c:v>24.534393562590239</c:v>
                </c:pt>
                <c:pt idx="251">
                  <c:v>24.566054946914271</c:v>
                </c:pt>
                <c:pt idx="252">
                  <c:v>24.59585205292726</c:v>
                </c:pt>
                <c:pt idx="253">
                  <c:v>24.612640644452821</c:v>
                </c:pt>
                <c:pt idx="254">
                  <c:v>24.617074253043967</c:v>
                </c:pt>
                <c:pt idx="255">
                  <c:v>24.623346974073854</c:v>
                </c:pt>
                <c:pt idx="256">
                  <c:v>24.635492818760412</c:v>
                </c:pt>
                <c:pt idx="257">
                  <c:v>24.75888791704622</c:v>
                </c:pt>
                <c:pt idx="258">
                  <c:v>24.880375707115164</c:v>
                </c:pt>
                <c:pt idx="259">
                  <c:v>25</c:v>
                </c:pt>
                <c:pt idx="260">
                  <c:v>24.981995703258434</c:v>
                </c:pt>
                <c:pt idx="261">
                  <c:v>24.963148468661764</c:v>
                </c:pt>
                <c:pt idx="262">
                  <c:v>24.961414842322057</c:v>
                </c:pt>
                <c:pt idx="263">
                  <c:v>24.926731583522947</c:v>
                </c:pt>
                <c:pt idx="264">
                  <c:v>24.887388732712559</c:v>
                </c:pt>
                <c:pt idx="265">
                  <c:v>24.869642139937326</c:v>
                </c:pt>
                <c:pt idx="266">
                  <c:v>24.85683267697161</c:v>
                </c:pt>
                <c:pt idx="267">
                  <c:v>24.84159900352655</c:v>
                </c:pt>
                <c:pt idx="268">
                  <c:v>24.816644918507741</c:v>
                </c:pt>
                <c:pt idx="269">
                  <c:v>24.809260144410672</c:v>
                </c:pt>
                <c:pt idx="270">
                  <c:v>24.803519608561668</c:v>
                </c:pt>
                <c:pt idx="271">
                  <c:v>24.802214175633608</c:v>
                </c:pt>
                <c:pt idx="272">
                  <c:v>24.786934110040679</c:v>
                </c:pt>
                <c:pt idx="273">
                  <c:v>24.794236016757957</c:v>
                </c:pt>
                <c:pt idx="274">
                  <c:v>24.80147652010529</c:v>
                </c:pt>
                <c:pt idx="275">
                  <c:v>24.824503191379023</c:v>
                </c:pt>
                <c:pt idx="276">
                  <c:v>24.829372397106731</c:v>
                </c:pt>
                <c:pt idx="277">
                  <c:v>24.843686921876913</c:v>
                </c:pt>
                <c:pt idx="278">
                  <c:v>24.939189199744959</c:v>
                </c:pt>
                <c:pt idx="279">
                  <c:v>25.008619701828223</c:v>
                </c:pt>
                <c:pt idx="280">
                  <c:v>25.042801205435094</c:v>
                </c:pt>
                <c:pt idx="281">
                  <c:v>25.118831007533526</c:v>
                </c:pt>
                <c:pt idx="282">
                  <c:v>25.217157840419024</c:v>
                </c:pt>
                <c:pt idx="283">
                  <c:v>25.266571794837482</c:v>
                </c:pt>
                <c:pt idx="284">
                  <c:v>25.281882426267217</c:v>
                </c:pt>
                <c:pt idx="285">
                  <c:v>25.22539621645204</c:v>
                </c:pt>
                <c:pt idx="286">
                  <c:v>25.294267431645789</c:v>
                </c:pt>
                <c:pt idx="287">
                  <c:v>25.542466645370201</c:v>
                </c:pt>
                <c:pt idx="288">
                  <c:v>25.627520501355797</c:v>
                </c:pt>
                <c:pt idx="289">
                  <c:v>25.688925501478401</c:v>
                </c:pt>
                <c:pt idx="290">
                  <c:v>25.708051428582682</c:v>
                </c:pt>
                <c:pt idx="291">
                  <c:v>25.833610859810875</c:v>
                </c:pt>
                <c:pt idx="292">
                  <c:v>25.80559815338874</c:v>
                </c:pt>
                <c:pt idx="293">
                  <c:v>25.91203994425063</c:v>
                </c:pt>
                <c:pt idx="294">
                  <c:v>25.92985425733541</c:v>
                </c:pt>
                <c:pt idx="295">
                  <c:v>26.010040945315744</c:v>
                </c:pt>
                <c:pt idx="296">
                  <c:v>26.082323851290003</c:v>
                </c:pt>
                <c:pt idx="297">
                  <c:v>26.093875156488593</c:v>
                </c:pt>
                <c:pt idx="298">
                  <c:v>26.11020111709303</c:v>
                </c:pt>
                <c:pt idx="299">
                  <c:v>26.196675809021663</c:v>
                </c:pt>
                <c:pt idx="300">
                  <c:v>26.263755458633927</c:v>
                </c:pt>
                <c:pt idx="301">
                  <c:v>26.208832046092734</c:v>
                </c:pt>
                <c:pt idx="302">
                  <c:v>26.195341372510676</c:v>
                </c:pt>
                <c:pt idx="303">
                  <c:v>26.345513638170726</c:v>
                </c:pt>
                <c:pt idx="304">
                  <c:v>26.434379801171268</c:v>
                </c:pt>
                <c:pt idx="305">
                  <c:v>26.42113270334653</c:v>
                </c:pt>
                <c:pt idx="306">
                  <c:v>26.320863717190203</c:v>
                </c:pt>
                <c:pt idx="307">
                  <c:v>26.291877251131428</c:v>
                </c:pt>
                <c:pt idx="308">
                  <c:v>26.215105514287522</c:v>
                </c:pt>
                <c:pt idx="309">
                  <c:v>26.17556391761379</c:v>
                </c:pt>
                <c:pt idx="310">
                  <c:v>26.114483730450345</c:v>
                </c:pt>
                <c:pt idx="311">
                  <c:v>26.059392952971606</c:v>
                </c:pt>
                <c:pt idx="312">
                  <c:v>26.117046641904714</c:v>
                </c:pt>
                <c:pt idx="313">
                  <c:v>26.032239214487877</c:v>
                </c:pt>
                <c:pt idx="314">
                  <c:v>25.970212165624176</c:v>
                </c:pt>
                <c:pt idx="315">
                  <c:v>25.968847978365361</c:v>
                </c:pt>
                <c:pt idx="316">
                  <c:v>25.907457785692593</c:v>
                </c:pt>
                <c:pt idx="317">
                  <c:v>25.914368110078307</c:v>
                </c:pt>
                <c:pt idx="318">
                  <c:v>25.90813879253669</c:v>
                </c:pt>
                <c:pt idx="319">
                  <c:v>25.915496600773288</c:v>
                </c:pt>
                <c:pt idx="320">
                  <c:v>25.938910575161426</c:v>
                </c:pt>
                <c:pt idx="321">
                  <c:v>26.006326856523078</c:v>
                </c:pt>
                <c:pt idx="322">
                  <c:v>26.004218900568585</c:v>
                </c:pt>
                <c:pt idx="323">
                  <c:v>26.015869782471089</c:v>
                </c:pt>
                <c:pt idx="324">
                  <c:v>26.034799680675302</c:v>
                </c:pt>
                <c:pt idx="325">
                  <c:v>26.065506935422334</c:v>
                </c:pt>
                <c:pt idx="326">
                  <c:v>26.09480897676514</c:v>
                </c:pt>
                <c:pt idx="327">
                  <c:v>26.109836636470106</c:v>
                </c:pt>
                <c:pt idx="328">
                  <c:v>26.119645281426109</c:v>
                </c:pt>
                <c:pt idx="329">
                  <c:v>26.141086061238042</c:v>
                </c:pt>
                <c:pt idx="330">
                  <c:v>26.152308749728896</c:v>
                </c:pt>
                <c:pt idx="331">
                  <c:v>26.134225049735711</c:v>
                </c:pt>
                <c:pt idx="332">
                  <c:v>26.122548084985795</c:v>
                </c:pt>
                <c:pt idx="333">
                  <c:v>26.105807515786065</c:v>
                </c:pt>
                <c:pt idx="334">
                  <c:v>26.05894044273867</c:v>
                </c:pt>
                <c:pt idx="335">
                  <c:v>25.994621907051464</c:v>
                </c:pt>
                <c:pt idx="336">
                  <c:v>25.968247393634112</c:v>
                </c:pt>
                <c:pt idx="337">
                  <c:v>25.941919883681365</c:v>
                </c:pt>
                <c:pt idx="338">
                  <c:v>25.881359587439992</c:v>
                </c:pt>
                <c:pt idx="339">
                  <c:v>25.826619841615983</c:v>
                </c:pt>
                <c:pt idx="340">
                  <c:v>25.803680249015116</c:v>
                </c:pt>
                <c:pt idx="341">
                  <c:v>25.850183248984074</c:v>
                </c:pt>
                <c:pt idx="342">
                  <c:v>25.817442754772529</c:v>
                </c:pt>
                <c:pt idx="343">
                  <c:v>25.780260976548597</c:v>
                </c:pt>
                <c:pt idx="344">
                  <c:v>25.863759642757365</c:v>
                </c:pt>
                <c:pt idx="345">
                  <c:v>25.891982098744087</c:v>
                </c:pt>
                <c:pt idx="346">
                  <c:v>25.963807468103358</c:v>
                </c:pt>
                <c:pt idx="347">
                  <c:v>26.020679894247635</c:v>
                </c:pt>
                <c:pt idx="348">
                  <c:v>26.062165206446075</c:v>
                </c:pt>
                <c:pt idx="349">
                  <c:v>26.059284410288893</c:v>
                </c:pt>
                <c:pt idx="350">
                  <c:v>26.168271316495719</c:v>
                </c:pt>
                <c:pt idx="351">
                  <c:v>26.25883164194445</c:v>
                </c:pt>
                <c:pt idx="352">
                  <c:v>26.234147894771194</c:v>
                </c:pt>
                <c:pt idx="353">
                  <c:v>26.227092077002268</c:v>
                </c:pt>
                <c:pt idx="354">
                  <c:v>26.238892935277384</c:v>
                </c:pt>
                <c:pt idx="355">
                  <c:v>26.307697313174643</c:v>
                </c:pt>
                <c:pt idx="356">
                  <c:v>26.485766814317767</c:v>
                </c:pt>
                <c:pt idx="357">
                  <c:v>26.449854808878953</c:v>
                </c:pt>
                <c:pt idx="358">
                  <c:v>26.388320481304607</c:v>
                </c:pt>
                <c:pt idx="359">
                  <c:v>26.600940789287339</c:v>
                </c:pt>
                <c:pt idx="360">
                  <c:v>26.59493140992258</c:v>
                </c:pt>
                <c:pt idx="361">
                  <c:v>26.525537450995323</c:v>
                </c:pt>
                <c:pt idx="362">
                  <c:v>26.463831411342191</c:v>
                </c:pt>
                <c:pt idx="363">
                  <c:v>26.398408022540469</c:v>
                </c:pt>
                <c:pt idx="364">
                  <c:v>26.322935401685019</c:v>
                </c:pt>
                <c:pt idx="365">
                  <c:v>26.186696674620347</c:v>
                </c:pt>
                <c:pt idx="366">
                  <c:v>26.101116678697149</c:v>
                </c:pt>
                <c:pt idx="367">
                  <c:v>26.069298050123759</c:v>
                </c:pt>
                <c:pt idx="368">
                  <c:v>25.97743072949309</c:v>
                </c:pt>
                <c:pt idx="369">
                  <c:v>25.846795331632194</c:v>
                </c:pt>
                <c:pt idx="370">
                  <c:v>25.786125949315455</c:v>
                </c:pt>
                <c:pt idx="371">
                  <c:v>25.65813116805851</c:v>
                </c:pt>
                <c:pt idx="372">
                  <c:v>25.597400246523659</c:v>
                </c:pt>
                <c:pt idx="373">
                  <c:v>25.49686200930709</c:v>
                </c:pt>
                <c:pt idx="374">
                  <c:v>25.462376409586017</c:v>
                </c:pt>
                <c:pt idx="375">
                  <c:v>25.362214879327095</c:v>
                </c:pt>
                <c:pt idx="376">
                  <c:v>25.239046647474492</c:v>
                </c:pt>
                <c:pt idx="377">
                  <c:v>25.119892457159771</c:v>
                </c:pt>
                <c:pt idx="378">
                  <c:v>25.007602470779229</c:v>
                </c:pt>
                <c:pt idx="379">
                  <c:v>24.92714551287742</c:v>
                </c:pt>
                <c:pt idx="380">
                  <c:v>24.860485769938823</c:v>
                </c:pt>
                <c:pt idx="381">
                  <c:v>24.733627698190755</c:v>
                </c:pt>
                <c:pt idx="382">
                  <c:v>24.646161314667886</c:v>
                </c:pt>
                <c:pt idx="383">
                  <c:v>24.517774781269175</c:v>
                </c:pt>
                <c:pt idx="384">
                  <c:v>24.42801056002115</c:v>
                </c:pt>
                <c:pt idx="385">
                  <c:v>24.367363762461608</c:v>
                </c:pt>
                <c:pt idx="386">
                  <c:v>24.301446735395423</c:v>
                </c:pt>
                <c:pt idx="387">
                  <c:v>24.262298605946523</c:v>
                </c:pt>
                <c:pt idx="388">
                  <c:v>24.240244505638003</c:v>
                </c:pt>
                <c:pt idx="389">
                  <c:v>24.215366869173259</c:v>
                </c:pt>
                <c:pt idx="390">
                  <c:v>24.197228388408103</c:v>
                </c:pt>
                <c:pt idx="391">
                  <c:v>24.169260104335464</c:v>
                </c:pt>
                <c:pt idx="392">
                  <c:v>24.162755999920936</c:v>
                </c:pt>
                <c:pt idx="393">
                  <c:v>24.15253826520129</c:v>
                </c:pt>
                <c:pt idx="394">
                  <c:v>24.155524564438522</c:v>
                </c:pt>
                <c:pt idx="395">
                  <c:v>24.157711363270963</c:v>
                </c:pt>
                <c:pt idx="396">
                  <c:v>24.155826028494559</c:v>
                </c:pt>
                <c:pt idx="397">
                  <c:v>24.144416888399171</c:v>
                </c:pt>
                <c:pt idx="398">
                  <c:v>24.13223778638406</c:v>
                </c:pt>
                <c:pt idx="399">
                  <c:v>24.097168379179937</c:v>
                </c:pt>
                <c:pt idx="400">
                  <c:v>24.115370046322187</c:v>
                </c:pt>
                <c:pt idx="401">
                  <c:v>24.122813820974805</c:v>
                </c:pt>
                <c:pt idx="402">
                  <c:v>24.128169575390942</c:v>
                </c:pt>
                <c:pt idx="403">
                  <c:v>24.12226629344195</c:v>
                </c:pt>
                <c:pt idx="404">
                  <c:v>24.127248906914733</c:v>
                </c:pt>
                <c:pt idx="405">
                  <c:v>24.122270402848898</c:v>
                </c:pt>
                <c:pt idx="406">
                  <c:v>24.105059484854255</c:v>
                </c:pt>
                <c:pt idx="407">
                  <c:v>24.080879666443852</c:v>
                </c:pt>
                <c:pt idx="408">
                  <c:v>24.086413178182053</c:v>
                </c:pt>
                <c:pt idx="409">
                  <c:v>24.078603717254055</c:v>
                </c:pt>
                <c:pt idx="410">
                  <c:v>24.072197550874968</c:v>
                </c:pt>
                <c:pt idx="411">
                  <c:v>24.075765849116568</c:v>
                </c:pt>
                <c:pt idx="412">
                  <c:v>24.07279636958009</c:v>
                </c:pt>
                <c:pt idx="413">
                  <c:v>24.061927845742236</c:v>
                </c:pt>
                <c:pt idx="414">
                  <c:v>24.061677227106681</c:v>
                </c:pt>
                <c:pt idx="415">
                  <c:v>24.066597630611046</c:v>
                </c:pt>
                <c:pt idx="416">
                  <c:v>24.060969046384606</c:v>
                </c:pt>
                <c:pt idx="417">
                  <c:v>24.052607052767979</c:v>
                </c:pt>
                <c:pt idx="418">
                  <c:v>24.040690265066257</c:v>
                </c:pt>
                <c:pt idx="419">
                  <c:v>24.049035668225908</c:v>
                </c:pt>
                <c:pt idx="420">
                  <c:v>24.046890273366582</c:v>
                </c:pt>
                <c:pt idx="421">
                  <c:v>24.034912653281729</c:v>
                </c:pt>
                <c:pt idx="422">
                  <c:v>24.029232637789605</c:v>
                </c:pt>
                <c:pt idx="423">
                  <c:v>24.027718497507085</c:v>
                </c:pt>
                <c:pt idx="424">
                  <c:v>24.024778414239631</c:v>
                </c:pt>
                <c:pt idx="425">
                  <c:v>24.02602873951108</c:v>
                </c:pt>
                <c:pt idx="426">
                  <c:v>24.029323887425615</c:v>
                </c:pt>
                <c:pt idx="427">
                  <c:v>24.016495405716995</c:v>
                </c:pt>
                <c:pt idx="428">
                  <c:v>23.986439044096926</c:v>
                </c:pt>
                <c:pt idx="429">
                  <c:v>23.994847248376768</c:v>
                </c:pt>
                <c:pt idx="430">
                  <c:v>23.979592143822586</c:v>
                </c:pt>
                <c:pt idx="431">
                  <c:v>24.015332912651193</c:v>
                </c:pt>
                <c:pt idx="432">
                  <c:v>24.045979538787332</c:v>
                </c:pt>
                <c:pt idx="433">
                  <c:v>24.05049046620984</c:v>
                </c:pt>
                <c:pt idx="434">
                  <c:v>24.059309419086762</c:v>
                </c:pt>
                <c:pt idx="435">
                  <c:v>24.084248123546296</c:v>
                </c:pt>
                <c:pt idx="436">
                  <c:v>24.202707705219538</c:v>
                </c:pt>
                <c:pt idx="437">
                  <c:v>24.254756604581111</c:v>
                </c:pt>
                <c:pt idx="438">
                  <c:v>24.295780168871492</c:v>
                </c:pt>
                <c:pt idx="439">
                  <c:v>24.362641612370986</c:v>
                </c:pt>
                <c:pt idx="440">
                  <c:v>24.309398573689375</c:v>
                </c:pt>
                <c:pt idx="441">
                  <c:v>24.30361188342679</c:v>
                </c:pt>
                <c:pt idx="442">
                  <c:v>24.313354709947529</c:v>
                </c:pt>
                <c:pt idx="443">
                  <c:v>24.303258440467157</c:v>
                </c:pt>
                <c:pt idx="444">
                  <c:v>24.319302991600711</c:v>
                </c:pt>
                <c:pt idx="445">
                  <c:v>24.348449588682328</c:v>
                </c:pt>
                <c:pt idx="446">
                  <c:v>24.349104207020645</c:v>
                </c:pt>
                <c:pt idx="447">
                  <c:v>24.323945840325834</c:v>
                </c:pt>
                <c:pt idx="448">
                  <c:v>24.341450249787414</c:v>
                </c:pt>
                <c:pt idx="449">
                  <c:v>24.359442795662829</c:v>
                </c:pt>
                <c:pt idx="450">
                  <c:v>24.377963655046461</c:v>
                </c:pt>
                <c:pt idx="451">
                  <c:v>24.380300005725999</c:v>
                </c:pt>
                <c:pt idx="452">
                  <c:v>24.359279302397944</c:v>
                </c:pt>
                <c:pt idx="453">
                  <c:v>24.37423132863783</c:v>
                </c:pt>
                <c:pt idx="454">
                  <c:v>24.38234584510769</c:v>
                </c:pt>
                <c:pt idx="455">
                  <c:v>24.406829453973927</c:v>
                </c:pt>
                <c:pt idx="456">
                  <c:v>24.389241463929697</c:v>
                </c:pt>
                <c:pt idx="457">
                  <c:v>24.378762578096563</c:v>
                </c:pt>
                <c:pt idx="458">
                  <c:v>24.398439878934834</c:v>
                </c:pt>
                <c:pt idx="459">
                  <c:v>24.417671733644678</c:v>
                </c:pt>
                <c:pt idx="460">
                  <c:v>24.417862600314528</c:v>
                </c:pt>
                <c:pt idx="461">
                  <c:v>24.411371401475542</c:v>
                </c:pt>
                <c:pt idx="462">
                  <c:v>24.42248153976286</c:v>
                </c:pt>
                <c:pt idx="463">
                  <c:v>24.443598185856452</c:v>
                </c:pt>
                <c:pt idx="464">
                  <c:v>24.447410289099157</c:v>
                </c:pt>
                <c:pt idx="465">
                  <c:v>24.454559808138921</c:v>
                </c:pt>
                <c:pt idx="466">
                  <c:v>24.451229931914938</c:v>
                </c:pt>
                <c:pt idx="467">
                  <c:v>24.47029167076192</c:v>
                </c:pt>
                <c:pt idx="468">
                  <c:v>24.478126747559266</c:v>
                </c:pt>
                <c:pt idx="469">
                  <c:v>24.469975008692582</c:v>
                </c:pt>
                <c:pt idx="470">
                  <c:v>24.474718385058765</c:v>
                </c:pt>
                <c:pt idx="471">
                  <c:v>24.490056661589794</c:v>
                </c:pt>
                <c:pt idx="472">
                  <c:v>24.51206878481576</c:v>
                </c:pt>
                <c:pt idx="473">
                  <c:v>24.527400099128403</c:v>
                </c:pt>
                <c:pt idx="474">
                  <c:v>24.546148402299934</c:v>
                </c:pt>
                <c:pt idx="475">
                  <c:v>24.548801652783094</c:v>
                </c:pt>
                <c:pt idx="476">
                  <c:v>24.538500048803449</c:v>
                </c:pt>
                <c:pt idx="477">
                  <c:v>24.55099424214351</c:v>
                </c:pt>
                <c:pt idx="478">
                  <c:v>24.553270480010656</c:v>
                </c:pt>
                <c:pt idx="479">
                  <c:v>24.554910812624016</c:v>
                </c:pt>
                <c:pt idx="480">
                  <c:v>24.566064592133888</c:v>
                </c:pt>
                <c:pt idx="481">
                  <c:v>24.583988908269138</c:v>
                </c:pt>
                <c:pt idx="482">
                  <c:v>24.597661550466334</c:v>
                </c:pt>
                <c:pt idx="483">
                  <c:v>24.607829513815044</c:v>
                </c:pt>
                <c:pt idx="484">
                  <c:v>24.601152508650301</c:v>
                </c:pt>
                <c:pt idx="485">
                  <c:v>24.603818257164512</c:v>
                </c:pt>
                <c:pt idx="486">
                  <c:v>24.595783925073217</c:v>
                </c:pt>
                <c:pt idx="487">
                  <c:v>24.605554260847082</c:v>
                </c:pt>
                <c:pt idx="488">
                  <c:v>24.609903303956393</c:v>
                </c:pt>
                <c:pt idx="489">
                  <c:v>24.606661083759967</c:v>
                </c:pt>
                <c:pt idx="490">
                  <c:v>24.602982655110246</c:v>
                </c:pt>
                <c:pt idx="491">
                  <c:v>24.615043798466804</c:v>
                </c:pt>
                <c:pt idx="492">
                  <c:v>24.617558959291671</c:v>
                </c:pt>
                <c:pt idx="493">
                  <c:v>24.622435229123891</c:v>
                </c:pt>
                <c:pt idx="494">
                  <c:v>24.613238715993045</c:v>
                </c:pt>
                <c:pt idx="495">
                  <c:v>24.599624828126601</c:v>
                </c:pt>
                <c:pt idx="496">
                  <c:v>24.58646086937798</c:v>
                </c:pt>
                <c:pt idx="497">
                  <c:v>24.598386843811767</c:v>
                </c:pt>
                <c:pt idx="498">
                  <c:v>24.612063493529792</c:v>
                </c:pt>
                <c:pt idx="499">
                  <c:v>24.612779481276011</c:v>
                </c:pt>
                <c:pt idx="500">
                  <c:v>24.610114751623026</c:v>
                </c:pt>
                <c:pt idx="501">
                  <c:v>24.609009694736272</c:v>
                </c:pt>
                <c:pt idx="502">
                  <c:v>24.605041230257271</c:v>
                </c:pt>
                <c:pt idx="503">
                  <c:v>24.613143486430364</c:v>
                </c:pt>
                <c:pt idx="504">
                  <c:v>24.614422904435095</c:v>
                </c:pt>
                <c:pt idx="505">
                  <c:v>24.626021009326045</c:v>
                </c:pt>
                <c:pt idx="506">
                  <c:v>24.640296273976947</c:v>
                </c:pt>
                <c:pt idx="507">
                  <c:v>24.645890773050088</c:v>
                </c:pt>
                <c:pt idx="508">
                  <c:v>24.655291533894896</c:v>
                </c:pt>
                <c:pt idx="509">
                  <c:v>24.661922554456265</c:v>
                </c:pt>
                <c:pt idx="510">
                  <c:v>24.670821763881083</c:v>
                </c:pt>
                <c:pt idx="511">
                  <c:v>24.68974031876364</c:v>
                </c:pt>
                <c:pt idx="512">
                  <c:v>24.707151909967443</c:v>
                </c:pt>
                <c:pt idx="513">
                  <c:v>24.740083678393329</c:v>
                </c:pt>
                <c:pt idx="514">
                  <c:v>24.764774217974765</c:v>
                </c:pt>
                <c:pt idx="515">
                  <c:v>24.786296914229343</c:v>
                </c:pt>
                <c:pt idx="516">
                  <c:v>24.815427718961939</c:v>
                </c:pt>
                <c:pt idx="517">
                  <c:v>24.84136996352273</c:v>
                </c:pt>
                <c:pt idx="518">
                  <c:v>24.858876512592886</c:v>
                </c:pt>
                <c:pt idx="519">
                  <c:v>24.861120316710974</c:v>
                </c:pt>
                <c:pt idx="520">
                  <c:v>24.866012277006085</c:v>
                </c:pt>
                <c:pt idx="521">
                  <c:v>24.889030797390003</c:v>
                </c:pt>
                <c:pt idx="522">
                  <c:v>24.898577527086594</c:v>
                </c:pt>
                <c:pt idx="523">
                  <c:v>24.910132907730095</c:v>
                </c:pt>
                <c:pt idx="524">
                  <c:v>24.933164197841386</c:v>
                </c:pt>
                <c:pt idx="525">
                  <c:v>24.933040304316187</c:v>
                </c:pt>
                <c:pt idx="526">
                  <c:v>24.93336545689575</c:v>
                </c:pt>
                <c:pt idx="527">
                  <c:v>24.937837170896785</c:v>
                </c:pt>
                <c:pt idx="528">
                  <c:v>24.931788871033156</c:v>
                </c:pt>
                <c:pt idx="529">
                  <c:v>24.912553993701671</c:v>
                </c:pt>
                <c:pt idx="530">
                  <c:v>24.89426495920921</c:v>
                </c:pt>
                <c:pt idx="531">
                  <c:v>24.857424567420388</c:v>
                </c:pt>
                <c:pt idx="532">
                  <c:v>24.85075218109321</c:v>
                </c:pt>
                <c:pt idx="533">
                  <c:v>24.841241247387725</c:v>
                </c:pt>
                <c:pt idx="534">
                  <c:v>24.838480541007161</c:v>
                </c:pt>
                <c:pt idx="535">
                  <c:v>24.84312899346903</c:v>
                </c:pt>
                <c:pt idx="536">
                  <c:v>24.843975463376388</c:v>
                </c:pt>
                <c:pt idx="537">
                  <c:v>24.83704550893103</c:v>
                </c:pt>
                <c:pt idx="538">
                  <c:v>24.838156339364744</c:v>
                </c:pt>
                <c:pt idx="539">
                  <c:v>24.853624147119756</c:v>
                </c:pt>
                <c:pt idx="540">
                  <c:v>24.876555452982643</c:v>
                </c:pt>
                <c:pt idx="541">
                  <c:v>24.905649646635155</c:v>
                </c:pt>
                <c:pt idx="542">
                  <c:v>24.9403200677828</c:v>
                </c:pt>
                <c:pt idx="543">
                  <c:v>24.958251753680923</c:v>
                </c:pt>
                <c:pt idx="544">
                  <c:v>24.990421074288637</c:v>
                </c:pt>
                <c:pt idx="545">
                  <c:v>24.996294401717556</c:v>
                </c:pt>
                <c:pt idx="546">
                  <c:v>25.008047509363163</c:v>
                </c:pt>
                <c:pt idx="547">
                  <c:v>25.039796108208222</c:v>
                </c:pt>
                <c:pt idx="548">
                  <c:v>25.094180067691781</c:v>
                </c:pt>
                <c:pt idx="549">
                  <c:v>25.112321367306329</c:v>
                </c:pt>
                <c:pt idx="550">
                  <c:v>25.154079055072778</c:v>
                </c:pt>
                <c:pt idx="551">
                  <c:v>25.169705397634708</c:v>
                </c:pt>
                <c:pt idx="552">
                  <c:v>25.180490111646133</c:v>
                </c:pt>
                <c:pt idx="553">
                  <c:v>25.18972602074442</c:v>
                </c:pt>
                <c:pt idx="554">
                  <c:v>25.204432535390652</c:v>
                </c:pt>
                <c:pt idx="555">
                  <c:v>25.213993529144425</c:v>
                </c:pt>
                <c:pt idx="556">
                  <c:v>25.198262175952035</c:v>
                </c:pt>
                <c:pt idx="557">
                  <c:v>25.175003747711212</c:v>
                </c:pt>
                <c:pt idx="558">
                  <c:v>25.160239633443616</c:v>
                </c:pt>
                <c:pt idx="559">
                  <c:v>25.125612004467502</c:v>
                </c:pt>
                <c:pt idx="560">
                  <c:v>25.10066416846422</c:v>
                </c:pt>
                <c:pt idx="561">
                  <c:v>25.081454287194834</c:v>
                </c:pt>
                <c:pt idx="562">
                  <c:v>25.055247682107687</c:v>
                </c:pt>
                <c:pt idx="563">
                  <c:v>25.016701241156369</c:v>
                </c:pt>
                <c:pt idx="564">
                  <c:v>25.013151324869401</c:v>
                </c:pt>
                <c:pt idx="565">
                  <c:v>24.994915339084827</c:v>
                </c:pt>
                <c:pt idx="566">
                  <c:v>25.038560705008496</c:v>
                </c:pt>
                <c:pt idx="567">
                  <c:v>25.018865030706099</c:v>
                </c:pt>
                <c:pt idx="568">
                  <c:v>24.966655185232707</c:v>
                </c:pt>
                <c:pt idx="569">
                  <c:v>25.010096031746087</c:v>
                </c:pt>
                <c:pt idx="570">
                  <c:v>24.964423743297505</c:v>
                </c:pt>
                <c:pt idx="571">
                  <c:v>24.91929736069433</c:v>
                </c:pt>
                <c:pt idx="572">
                  <c:v>24.914434132285816</c:v>
                </c:pt>
                <c:pt idx="573">
                  <c:v>24.926296665627202</c:v>
                </c:pt>
                <c:pt idx="574">
                  <c:v>24.933876925231683</c:v>
                </c:pt>
                <c:pt idx="575">
                  <c:v>24.966836950075596</c:v>
                </c:pt>
                <c:pt idx="576">
                  <c:v>24.924041586111535</c:v>
                </c:pt>
                <c:pt idx="577">
                  <c:v>24.823154287038612</c:v>
                </c:pt>
                <c:pt idx="578">
                  <c:v>24.682881344983763</c:v>
                </c:pt>
                <c:pt idx="579">
                  <c:v>24.514657371573051</c:v>
                </c:pt>
                <c:pt idx="580">
                  <c:v>24.619783880515019</c:v>
                </c:pt>
                <c:pt idx="581">
                  <c:v>24.669025579462037</c:v>
                </c:pt>
                <c:pt idx="582">
                  <c:v>24.829085349937056</c:v>
                </c:pt>
                <c:pt idx="583">
                  <c:v>24.660831625778517</c:v>
                </c:pt>
                <c:pt idx="584">
                  <c:v>24.392235863113683</c:v>
                </c:pt>
                <c:pt idx="585">
                  <c:v>24.763784020710325</c:v>
                </c:pt>
                <c:pt idx="586">
                  <c:v>24.715884773315942</c:v>
                </c:pt>
                <c:pt idx="587">
                  <c:v>24.572590568102758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7-014F-48C8-BF04-9E4E678005A5}"/>
            </c:ext>
          </c:extLst>
        </c:ser>
        <c:ser>
          <c:idx val="24"/>
          <c:order val="24"/>
          <c:tx>
            <c:strRef>
              <c:f>Sheet2!$Z$1</c:f>
              <c:strCache>
                <c:ptCount val="1"/>
                <c:pt idx="0">
                  <c:v>S25_z/O-PTIR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Sheet2!$Z$2:$Z$589</c:f>
              <c:numCache>
                <c:formatCode>General</c:formatCode>
                <c:ptCount val="588"/>
                <c:pt idx="0">
                  <c:v>24.934935405569451</c:v>
                </c:pt>
                <c:pt idx="1">
                  <c:v>25.038149500360674</c:v>
                </c:pt>
                <c:pt idx="2">
                  <c:v>25.001090494396973</c:v>
                </c:pt>
                <c:pt idx="3">
                  <c:v>25.072920969976035</c:v>
                </c:pt>
                <c:pt idx="4">
                  <c:v>25.157126841321759</c:v>
                </c:pt>
                <c:pt idx="5">
                  <c:v>25.189281162897007</c:v>
                </c:pt>
                <c:pt idx="6">
                  <c:v>25.195285720438683</c:v>
                </c:pt>
                <c:pt idx="7">
                  <c:v>25.258354178030057</c:v>
                </c:pt>
                <c:pt idx="8">
                  <c:v>25.330717982925869</c:v>
                </c:pt>
                <c:pt idx="9">
                  <c:v>25.381931222092206</c:v>
                </c:pt>
                <c:pt idx="10">
                  <c:v>25.372896996011065</c:v>
                </c:pt>
                <c:pt idx="11">
                  <c:v>25.406140882039224</c:v>
                </c:pt>
                <c:pt idx="12">
                  <c:v>25.407530982922612</c:v>
                </c:pt>
                <c:pt idx="13">
                  <c:v>25.414019182067491</c:v>
                </c:pt>
                <c:pt idx="14">
                  <c:v>25.417850057892217</c:v>
                </c:pt>
                <c:pt idx="15">
                  <c:v>25.454815007312984</c:v>
                </c:pt>
                <c:pt idx="16">
                  <c:v>25.469179443431216</c:v>
                </c:pt>
                <c:pt idx="17">
                  <c:v>25.465118120752415</c:v>
                </c:pt>
                <c:pt idx="18">
                  <c:v>25.475817738870091</c:v>
                </c:pt>
                <c:pt idx="19">
                  <c:v>25.494617381129128</c:v>
                </c:pt>
                <c:pt idx="20">
                  <c:v>25.526512354984433</c:v>
                </c:pt>
                <c:pt idx="21">
                  <c:v>25.520038018120861</c:v>
                </c:pt>
                <c:pt idx="22">
                  <c:v>25.512679209799295</c:v>
                </c:pt>
                <c:pt idx="23">
                  <c:v>25.540021600546964</c:v>
                </c:pt>
                <c:pt idx="24">
                  <c:v>25.553480210779064</c:v>
                </c:pt>
                <c:pt idx="25">
                  <c:v>25.532275336033642</c:v>
                </c:pt>
                <c:pt idx="26">
                  <c:v>25.551218595870342</c:v>
                </c:pt>
                <c:pt idx="27">
                  <c:v>25.577671122262061</c:v>
                </c:pt>
                <c:pt idx="28">
                  <c:v>25.586770316476244</c:v>
                </c:pt>
                <c:pt idx="29">
                  <c:v>25.59959332482293</c:v>
                </c:pt>
                <c:pt idx="30">
                  <c:v>25.597423678730955</c:v>
                </c:pt>
                <c:pt idx="31">
                  <c:v>25.600456297077013</c:v>
                </c:pt>
                <c:pt idx="32">
                  <c:v>25.607493377412734</c:v>
                </c:pt>
                <c:pt idx="33">
                  <c:v>25.628386549895342</c:v>
                </c:pt>
                <c:pt idx="34">
                  <c:v>25.653303548128719</c:v>
                </c:pt>
                <c:pt idx="35">
                  <c:v>25.666427617718096</c:v>
                </c:pt>
                <c:pt idx="36">
                  <c:v>25.668129746609804</c:v>
                </c:pt>
                <c:pt idx="37">
                  <c:v>25.688894358196279</c:v>
                </c:pt>
                <c:pt idx="38">
                  <c:v>25.720426668712829</c:v>
                </c:pt>
                <c:pt idx="39">
                  <c:v>25.731533577304656</c:v>
                </c:pt>
                <c:pt idx="40">
                  <c:v>25.754807659941953</c:v>
                </c:pt>
                <c:pt idx="41">
                  <c:v>25.782810409234088</c:v>
                </c:pt>
                <c:pt idx="42">
                  <c:v>25.809388275260748</c:v>
                </c:pt>
                <c:pt idx="43">
                  <c:v>25.822447485298923</c:v>
                </c:pt>
                <c:pt idx="44">
                  <c:v>25.841826882184723</c:v>
                </c:pt>
                <c:pt idx="45">
                  <c:v>25.868736936247622</c:v>
                </c:pt>
                <c:pt idx="46">
                  <c:v>25.893073166423743</c:v>
                </c:pt>
                <c:pt idx="47">
                  <c:v>25.908810583688908</c:v>
                </c:pt>
                <c:pt idx="48">
                  <c:v>25.928574360281051</c:v>
                </c:pt>
                <c:pt idx="49">
                  <c:v>25.951465004254597</c:v>
                </c:pt>
                <c:pt idx="50">
                  <c:v>25.974302153575977</c:v>
                </c:pt>
                <c:pt idx="51">
                  <c:v>25.996348392789731</c:v>
                </c:pt>
                <c:pt idx="52">
                  <c:v>26.013461469553832</c:v>
                </c:pt>
                <c:pt idx="53">
                  <c:v>26.021710721334486</c:v>
                </c:pt>
                <c:pt idx="54">
                  <c:v>26.041033872828226</c:v>
                </c:pt>
                <c:pt idx="55">
                  <c:v>26.05907887131351</c:v>
                </c:pt>
                <c:pt idx="56">
                  <c:v>26.077819010725349</c:v>
                </c:pt>
                <c:pt idx="57">
                  <c:v>26.093120725268765</c:v>
                </c:pt>
                <c:pt idx="58">
                  <c:v>26.101538858001376</c:v>
                </c:pt>
                <c:pt idx="59">
                  <c:v>26.125141147340848</c:v>
                </c:pt>
                <c:pt idx="60">
                  <c:v>26.135360435601378</c:v>
                </c:pt>
                <c:pt idx="61">
                  <c:v>26.153471017516782</c:v>
                </c:pt>
                <c:pt idx="62">
                  <c:v>26.17655124537939</c:v>
                </c:pt>
                <c:pt idx="63">
                  <c:v>26.188981187472695</c:v>
                </c:pt>
                <c:pt idx="64">
                  <c:v>26.202824213605087</c:v>
                </c:pt>
                <c:pt idx="65">
                  <c:v>26.222773230812773</c:v>
                </c:pt>
                <c:pt idx="66">
                  <c:v>26.237836572027941</c:v>
                </c:pt>
                <c:pt idx="67">
                  <c:v>26.255103111123013</c:v>
                </c:pt>
                <c:pt idx="68">
                  <c:v>26.275022376907103</c:v>
                </c:pt>
                <c:pt idx="69">
                  <c:v>26.298824529216297</c:v>
                </c:pt>
                <c:pt idx="70">
                  <c:v>26.326836182219143</c:v>
                </c:pt>
                <c:pt idx="71">
                  <c:v>26.342155631796089</c:v>
                </c:pt>
                <c:pt idx="72">
                  <c:v>26.3454374092663</c:v>
                </c:pt>
                <c:pt idx="73">
                  <c:v>26.361441069198115</c:v>
                </c:pt>
                <c:pt idx="74">
                  <c:v>26.371703500642258</c:v>
                </c:pt>
                <c:pt idx="75">
                  <c:v>26.376555081937664</c:v>
                </c:pt>
                <c:pt idx="76">
                  <c:v>26.374954585646275</c:v>
                </c:pt>
                <c:pt idx="77">
                  <c:v>26.372132181738486</c:v>
                </c:pt>
                <c:pt idx="78">
                  <c:v>26.368156349160099</c:v>
                </c:pt>
                <c:pt idx="79">
                  <c:v>26.368984611419986</c:v>
                </c:pt>
                <c:pt idx="80">
                  <c:v>26.379429170800318</c:v>
                </c:pt>
                <c:pt idx="81">
                  <c:v>26.390357715626337</c:v>
                </c:pt>
                <c:pt idx="82">
                  <c:v>26.389814227333449</c:v>
                </c:pt>
                <c:pt idx="83">
                  <c:v>26.388436975300888</c:v>
                </c:pt>
                <c:pt idx="84">
                  <c:v>26.392752886195737</c:v>
                </c:pt>
                <c:pt idx="85">
                  <c:v>26.391955605953616</c:v>
                </c:pt>
                <c:pt idx="86">
                  <c:v>26.383648805798849</c:v>
                </c:pt>
                <c:pt idx="87">
                  <c:v>26.368397256064565</c:v>
                </c:pt>
                <c:pt idx="88">
                  <c:v>26.356145605349173</c:v>
                </c:pt>
                <c:pt idx="89">
                  <c:v>26.345283078280627</c:v>
                </c:pt>
                <c:pt idx="90">
                  <c:v>26.335966756584494</c:v>
                </c:pt>
                <c:pt idx="91">
                  <c:v>26.31738811455963</c:v>
                </c:pt>
                <c:pt idx="92">
                  <c:v>26.29805519070047</c:v>
                </c:pt>
                <c:pt idx="93">
                  <c:v>26.275806482552888</c:v>
                </c:pt>
                <c:pt idx="94">
                  <c:v>26.244040793472639</c:v>
                </c:pt>
                <c:pt idx="95">
                  <c:v>26.221627909586076</c:v>
                </c:pt>
                <c:pt idx="96">
                  <c:v>26.213757463644086</c:v>
                </c:pt>
                <c:pt idx="97">
                  <c:v>26.201264182145309</c:v>
                </c:pt>
                <c:pt idx="98">
                  <c:v>26.174880605220686</c:v>
                </c:pt>
                <c:pt idx="99">
                  <c:v>26.144451703341385</c:v>
                </c:pt>
                <c:pt idx="100">
                  <c:v>26.114736473688989</c:v>
                </c:pt>
                <c:pt idx="101">
                  <c:v>26.082999160662393</c:v>
                </c:pt>
                <c:pt idx="102">
                  <c:v>26.06880765921807</c:v>
                </c:pt>
                <c:pt idx="103">
                  <c:v>26.060438822639888</c:v>
                </c:pt>
                <c:pt idx="104">
                  <c:v>26.038345531296361</c:v>
                </c:pt>
                <c:pt idx="105">
                  <c:v>26.018597897204124</c:v>
                </c:pt>
                <c:pt idx="106">
                  <c:v>26.008235570469068</c:v>
                </c:pt>
                <c:pt idx="107">
                  <c:v>25.995716156941292</c:v>
                </c:pt>
                <c:pt idx="108">
                  <c:v>25.964720964583137</c:v>
                </c:pt>
                <c:pt idx="109">
                  <c:v>25.946027949688968</c:v>
                </c:pt>
                <c:pt idx="110">
                  <c:v>25.941157402765867</c:v>
                </c:pt>
                <c:pt idx="111">
                  <c:v>25.924859920380555</c:v>
                </c:pt>
                <c:pt idx="112">
                  <c:v>25.908823541121571</c:v>
                </c:pt>
                <c:pt idx="113">
                  <c:v>25.894711666358415</c:v>
                </c:pt>
                <c:pt idx="114">
                  <c:v>25.884973033700547</c:v>
                </c:pt>
                <c:pt idx="115">
                  <c:v>25.857103550517518</c:v>
                </c:pt>
                <c:pt idx="116">
                  <c:v>25.836949603187673</c:v>
                </c:pt>
                <c:pt idx="117">
                  <c:v>25.832817412762637</c:v>
                </c:pt>
                <c:pt idx="118">
                  <c:v>25.817256404790196</c:v>
                </c:pt>
                <c:pt idx="119">
                  <c:v>25.7948375127086</c:v>
                </c:pt>
                <c:pt idx="120">
                  <c:v>25.765385485431395</c:v>
                </c:pt>
                <c:pt idx="121">
                  <c:v>25.748416315796522</c:v>
                </c:pt>
                <c:pt idx="122">
                  <c:v>25.73756913496107</c:v>
                </c:pt>
                <c:pt idx="123">
                  <c:v>25.712388427637261</c:v>
                </c:pt>
                <c:pt idx="124">
                  <c:v>25.690544512581557</c:v>
                </c:pt>
                <c:pt idx="125">
                  <c:v>25.670499943356472</c:v>
                </c:pt>
                <c:pt idx="126">
                  <c:v>25.662389603940507</c:v>
                </c:pt>
                <c:pt idx="127">
                  <c:v>25.67040931371573</c:v>
                </c:pt>
                <c:pt idx="128">
                  <c:v>25.664232237730523</c:v>
                </c:pt>
                <c:pt idx="129">
                  <c:v>25.652085477070589</c:v>
                </c:pt>
                <c:pt idx="130">
                  <c:v>25.647914776287028</c:v>
                </c:pt>
                <c:pt idx="131">
                  <c:v>25.647954879179178</c:v>
                </c:pt>
                <c:pt idx="132">
                  <c:v>25.643695648003739</c:v>
                </c:pt>
                <c:pt idx="133">
                  <c:v>25.647008117940143</c:v>
                </c:pt>
                <c:pt idx="134">
                  <c:v>25.647462424350127</c:v>
                </c:pt>
                <c:pt idx="135">
                  <c:v>25.639745368351214</c:v>
                </c:pt>
                <c:pt idx="136">
                  <c:v>25.629713926670341</c:v>
                </c:pt>
                <c:pt idx="137">
                  <c:v>25.642808461999795</c:v>
                </c:pt>
                <c:pt idx="138">
                  <c:v>25.620452474996316</c:v>
                </c:pt>
                <c:pt idx="139">
                  <c:v>25.667464429494736</c:v>
                </c:pt>
                <c:pt idx="140">
                  <c:v>25.709594110231556</c:v>
                </c:pt>
                <c:pt idx="141">
                  <c:v>25.747564527471745</c:v>
                </c:pt>
                <c:pt idx="142">
                  <c:v>25.768133981301485</c:v>
                </c:pt>
                <c:pt idx="143">
                  <c:v>25.769220306396228</c:v>
                </c:pt>
                <c:pt idx="144">
                  <c:v>25.799569002491229</c:v>
                </c:pt>
                <c:pt idx="145">
                  <c:v>25.81378265463049</c:v>
                </c:pt>
                <c:pt idx="146">
                  <c:v>25.825041505407555</c:v>
                </c:pt>
                <c:pt idx="147">
                  <c:v>25.836606122640291</c:v>
                </c:pt>
                <c:pt idx="148">
                  <c:v>25.842549313346556</c:v>
                </c:pt>
                <c:pt idx="149">
                  <c:v>25.854589736193187</c:v>
                </c:pt>
                <c:pt idx="150">
                  <c:v>25.88559933374184</c:v>
                </c:pt>
                <c:pt idx="151">
                  <c:v>25.909438982979072</c:v>
                </c:pt>
                <c:pt idx="152">
                  <c:v>25.930605419753856</c:v>
                </c:pt>
                <c:pt idx="153">
                  <c:v>25.922775221479803</c:v>
                </c:pt>
                <c:pt idx="154">
                  <c:v>25.937737147258325</c:v>
                </c:pt>
                <c:pt idx="155">
                  <c:v>25.958778570143686</c:v>
                </c:pt>
                <c:pt idx="156">
                  <c:v>25.983784026381041</c:v>
                </c:pt>
                <c:pt idx="157">
                  <c:v>25.975864429060408</c:v>
                </c:pt>
                <c:pt idx="158">
                  <c:v>25.959584609320736</c:v>
                </c:pt>
                <c:pt idx="159">
                  <c:v>25.963515199466645</c:v>
                </c:pt>
                <c:pt idx="160">
                  <c:v>25.968129710415855</c:v>
                </c:pt>
                <c:pt idx="161">
                  <c:v>25.939971761483342</c:v>
                </c:pt>
                <c:pt idx="162">
                  <c:v>25.931615448010472</c:v>
                </c:pt>
                <c:pt idx="163">
                  <c:v>25.918495866470398</c:v>
                </c:pt>
                <c:pt idx="164">
                  <c:v>25.91138542100617</c:v>
                </c:pt>
                <c:pt idx="165">
                  <c:v>25.891430829930801</c:v>
                </c:pt>
                <c:pt idx="166">
                  <c:v>25.894050982068432</c:v>
                </c:pt>
                <c:pt idx="167">
                  <c:v>25.892573400417604</c:v>
                </c:pt>
                <c:pt idx="168">
                  <c:v>25.87465015836661</c:v>
                </c:pt>
                <c:pt idx="169">
                  <c:v>25.862406832258795</c:v>
                </c:pt>
                <c:pt idx="170">
                  <c:v>25.846049195535258</c:v>
                </c:pt>
                <c:pt idx="171">
                  <c:v>25.823739898722099</c:v>
                </c:pt>
                <c:pt idx="172">
                  <c:v>25.807602827905388</c:v>
                </c:pt>
                <c:pt idx="173">
                  <c:v>25.796358961421955</c:v>
                </c:pt>
                <c:pt idx="174">
                  <c:v>25.787233092269588</c:v>
                </c:pt>
                <c:pt idx="175">
                  <c:v>25.785190016406716</c:v>
                </c:pt>
                <c:pt idx="176">
                  <c:v>25.779336659074382</c:v>
                </c:pt>
                <c:pt idx="177">
                  <c:v>25.770432731198785</c:v>
                </c:pt>
                <c:pt idx="178">
                  <c:v>25.77318079274152</c:v>
                </c:pt>
                <c:pt idx="179">
                  <c:v>25.775460504623233</c:v>
                </c:pt>
                <c:pt idx="180">
                  <c:v>25.765433550991659</c:v>
                </c:pt>
                <c:pt idx="181">
                  <c:v>25.761803732536873</c:v>
                </c:pt>
                <c:pt idx="182">
                  <c:v>25.774094907041277</c:v>
                </c:pt>
                <c:pt idx="183">
                  <c:v>25.788816360242688</c:v>
                </c:pt>
                <c:pt idx="184">
                  <c:v>25.805760121727477</c:v>
                </c:pt>
                <c:pt idx="185">
                  <c:v>25.826669726261564</c:v>
                </c:pt>
                <c:pt idx="186">
                  <c:v>25.841932640894889</c:v>
                </c:pt>
                <c:pt idx="187">
                  <c:v>25.847699132756858</c:v>
                </c:pt>
                <c:pt idx="188">
                  <c:v>25.855971693438722</c:v>
                </c:pt>
                <c:pt idx="189">
                  <c:v>25.860163603874636</c:v>
                </c:pt>
                <c:pt idx="190">
                  <c:v>25.867501636871207</c:v>
                </c:pt>
                <c:pt idx="191">
                  <c:v>25.8626996412818</c:v>
                </c:pt>
                <c:pt idx="192">
                  <c:v>25.851606631165229</c:v>
                </c:pt>
                <c:pt idx="193">
                  <c:v>25.844448844019656</c:v>
                </c:pt>
                <c:pt idx="194">
                  <c:v>25.842196349985322</c:v>
                </c:pt>
                <c:pt idx="195">
                  <c:v>25.839243720259887</c:v>
                </c:pt>
                <c:pt idx="196">
                  <c:v>25.843611533273275</c:v>
                </c:pt>
                <c:pt idx="197">
                  <c:v>25.854656984544821</c:v>
                </c:pt>
                <c:pt idx="198">
                  <c:v>25.868882942625717</c:v>
                </c:pt>
                <c:pt idx="199">
                  <c:v>25.885821275018614</c:v>
                </c:pt>
                <c:pt idx="200">
                  <c:v>25.902351050149246</c:v>
                </c:pt>
                <c:pt idx="201">
                  <c:v>25.921649300208149</c:v>
                </c:pt>
                <c:pt idx="202">
                  <c:v>25.94890471690362</c:v>
                </c:pt>
                <c:pt idx="203">
                  <c:v>25.980625380715068</c:v>
                </c:pt>
                <c:pt idx="204">
                  <c:v>26.007662113588907</c:v>
                </c:pt>
                <c:pt idx="205">
                  <c:v>26.031060486236708</c:v>
                </c:pt>
                <c:pt idx="206">
                  <c:v>26.056206447372372</c:v>
                </c:pt>
                <c:pt idx="207">
                  <c:v>26.074143370734948</c:v>
                </c:pt>
                <c:pt idx="208">
                  <c:v>26.070853196269272</c:v>
                </c:pt>
                <c:pt idx="209">
                  <c:v>26.046776838625309</c:v>
                </c:pt>
                <c:pt idx="210">
                  <c:v>26.015908252690203</c:v>
                </c:pt>
                <c:pt idx="211">
                  <c:v>25.981193553279116</c:v>
                </c:pt>
                <c:pt idx="212">
                  <c:v>25.954380716155132</c:v>
                </c:pt>
                <c:pt idx="213">
                  <c:v>25.936122390552221</c:v>
                </c:pt>
                <c:pt idx="214">
                  <c:v>25.945688740027212</c:v>
                </c:pt>
                <c:pt idx="215">
                  <c:v>25.948872866231156</c:v>
                </c:pt>
                <c:pt idx="216">
                  <c:v>25.944511568128046</c:v>
                </c:pt>
                <c:pt idx="217">
                  <c:v>25.95423340679498</c:v>
                </c:pt>
                <c:pt idx="218">
                  <c:v>25.95769304131575</c:v>
                </c:pt>
                <c:pt idx="219">
                  <c:v>25.965546910430479</c:v>
                </c:pt>
                <c:pt idx="220">
                  <c:v>25.984931664020287</c:v>
                </c:pt>
                <c:pt idx="221">
                  <c:v>26.006154490962913</c:v>
                </c:pt>
                <c:pt idx="222">
                  <c:v>26.034690739018846</c:v>
                </c:pt>
                <c:pt idx="223">
                  <c:v>26.037762229662892</c:v>
                </c:pt>
                <c:pt idx="224">
                  <c:v>26.036562545129325</c:v>
                </c:pt>
                <c:pt idx="225">
                  <c:v>26.0401807815214</c:v>
                </c:pt>
                <c:pt idx="226">
                  <c:v>26.064630226360556</c:v>
                </c:pt>
                <c:pt idx="227">
                  <c:v>26.081260765436806</c:v>
                </c:pt>
                <c:pt idx="228">
                  <c:v>26.090629568354618</c:v>
                </c:pt>
                <c:pt idx="229">
                  <c:v>26.088979631133018</c:v>
                </c:pt>
                <c:pt idx="230">
                  <c:v>26.092215659455505</c:v>
                </c:pt>
                <c:pt idx="231">
                  <c:v>26.088542408265539</c:v>
                </c:pt>
                <c:pt idx="232">
                  <c:v>26.091810793975732</c:v>
                </c:pt>
                <c:pt idx="233">
                  <c:v>26.105415374391985</c:v>
                </c:pt>
                <c:pt idx="234">
                  <c:v>26.085980455993049</c:v>
                </c:pt>
                <c:pt idx="235">
                  <c:v>26.060279569277565</c:v>
                </c:pt>
                <c:pt idx="236">
                  <c:v>26.043628906367346</c:v>
                </c:pt>
                <c:pt idx="237">
                  <c:v>26.026143393899076</c:v>
                </c:pt>
                <c:pt idx="238">
                  <c:v>25.993191629208948</c:v>
                </c:pt>
                <c:pt idx="239">
                  <c:v>25.960038698567043</c:v>
                </c:pt>
                <c:pt idx="240">
                  <c:v>25.935089922049098</c:v>
                </c:pt>
                <c:pt idx="241">
                  <c:v>25.896731505707965</c:v>
                </c:pt>
                <c:pt idx="242">
                  <c:v>25.887156252522264</c:v>
                </c:pt>
                <c:pt idx="243">
                  <c:v>25.881980083919281</c:v>
                </c:pt>
                <c:pt idx="244">
                  <c:v>25.866816123534282</c:v>
                </c:pt>
                <c:pt idx="245">
                  <c:v>25.86965843411236</c:v>
                </c:pt>
                <c:pt idx="246">
                  <c:v>25.869401457095876</c:v>
                </c:pt>
                <c:pt idx="247">
                  <c:v>25.871040101806329</c:v>
                </c:pt>
                <c:pt idx="248">
                  <c:v>25.876895196448068</c:v>
                </c:pt>
                <c:pt idx="249">
                  <c:v>25.905509912978893</c:v>
                </c:pt>
                <c:pt idx="250">
                  <c:v>25.899168444091028</c:v>
                </c:pt>
                <c:pt idx="251">
                  <c:v>25.930270046650378</c:v>
                </c:pt>
                <c:pt idx="252">
                  <c:v>25.959899062323441</c:v>
                </c:pt>
                <c:pt idx="253">
                  <c:v>25.959640058445984</c:v>
                </c:pt>
                <c:pt idx="254">
                  <c:v>25.963311210387083</c:v>
                </c:pt>
                <c:pt idx="255">
                  <c:v>25.963636232022012</c:v>
                </c:pt>
                <c:pt idx="256">
                  <c:v>25.958323250303213</c:v>
                </c:pt>
                <c:pt idx="257">
                  <c:v>25.972431867611231</c:v>
                </c:pt>
                <c:pt idx="258">
                  <c:v>25.986322452588642</c:v>
                </c:pt>
                <c:pt idx="259">
                  <c:v>26</c:v>
                </c:pt>
                <c:pt idx="260">
                  <c:v>25.970774257273082</c:v>
                </c:pt>
                <c:pt idx="261">
                  <c:v>25.976031210763498</c:v>
                </c:pt>
                <c:pt idx="262">
                  <c:v>25.977426125441699</c:v>
                </c:pt>
                <c:pt idx="263">
                  <c:v>25.951104223001032</c:v>
                </c:pt>
                <c:pt idx="264">
                  <c:v>25.922990937397863</c:v>
                </c:pt>
                <c:pt idx="265">
                  <c:v>25.93499104018867</c:v>
                </c:pt>
                <c:pt idx="266">
                  <c:v>25.922933823351102</c:v>
                </c:pt>
                <c:pt idx="267">
                  <c:v>25.889872463392539</c:v>
                </c:pt>
                <c:pt idx="268">
                  <c:v>25.847534015975285</c:v>
                </c:pt>
                <c:pt idx="269">
                  <c:v>25.838239410646739</c:v>
                </c:pt>
                <c:pt idx="270">
                  <c:v>25.803071418256152</c:v>
                </c:pt>
                <c:pt idx="271">
                  <c:v>25.80088957480438</c:v>
                </c:pt>
                <c:pt idx="272">
                  <c:v>25.788252386176374</c:v>
                </c:pt>
                <c:pt idx="273">
                  <c:v>25.786485035794001</c:v>
                </c:pt>
                <c:pt idx="274">
                  <c:v>25.809088878939576</c:v>
                </c:pt>
                <c:pt idx="275">
                  <c:v>25.828796699691228</c:v>
                </c:pt>
                <c:pt idx="276">
                  <c:v>25.829912920985358</c:v>
                </c:pt>
                <c:pt idx="277">
                  <c:v>25.82203451237525</c:v>
                </c:pt>
                <c:pt idx="278">
                  <c:v>25.900667380169988</c:v>
                </c:pt>
                <c:pt idx="279">
                  <c:v>25.963997302827142</c:v>
                </c:pt>
                <c:pt idx="280">
                  <c:v>25.989883357770278</c:v>
                </c:pt>
                <c:pt idx="281">
                  <c:v>26.015909772835936</c:v>
                </c:pt>
                <c:pt idx="282">
                  <c:v>26.083163698340833</c:v>
                </c:pt>
                <c:pt idx="283">
                  <c:v>26.115183830861348</c:v>
                </c:pt>
                <c:pt idx="284">
                  <c:v>26.15794741236812</c:v>
                </c:pt>
                <c:pt idx="285">
                  <c:v>26.084563390619902</c:v>
                </c:pt>
                <c:pt idx="286">
                  <c:v>26.07864864835518</c:v>
                </c:pt>
                <c:pt idx="287">
                  <c:v>26.274500315430238</c:v>
                </c:pt>
                <c:pt idx="288">
                  <c:v>26.390930448627579</c:v>
                </c:pt>
                <c:pt idx="289">
                  <c:v>26.49803788999429</c:v>
                </c:pt>
                <c:pt idx="290">
                  <c:v>26.468788114487239</c:v>
                </c:pt>
                <c:pt idx="291">
                  <c:v>26.53452804723165</c:v>
                </c:pt>
                <c:pt idx="292">
                  <c:v>26.568311621188368</c:v>
                </c:pt>
                <c:pt idx="293">
                  <c:v>26.6639864084494</c:v>
                </c:pt>
                <c:pt idx="294">
                  <c:v>26.693606809963324</c:v>
                </c:pt>
                <c:pt idx="295">
                  <c:v>26.704831421267489</c:v>
                </c:pt>
                <c:pt idx="296">
                  <c:v>26.746356880270064</c:v>
                </c:pt>
                <c:pt idx="297">
                  <c:v>26.7968640841321</c:v>
                </c:pt>
                <c:pt idx="298">
                  <c:v>26.78816914010061</c:v>
                </c:pt>
                <c:pt idx="299">
                  <c:v>26.819232377077213</c:v>
                </c:pt>
                <c:pt idx="300">
                  <c:v>26.891439878417295</c:v>
                </c:pt>
                <c:pt idx="301">
                  <c:v>26.876168639176399</c:v>
                </c:pt>
                <c:pt idx="302">
                  <c:v>26.867692161802861</c:v>
                </c:pt>
                <c:pt idx="303">
                  <c:v>26.901641504032185</c:v>
                </c:pt>
                <c:pt idx="304">
                  <c:v>27.004264949818904</c:v>
                </c:pt>
                <c:pt idx="305">
                  <c:v>27.049307302164795</c:v>
                </c:pt>
                <c:pt idx="306">
                  <c:v>26.976299045963778</c:v>
                </c:pt>
                <c:pt idx="307">
                  <c:v>26.966299816894825</c:v>
                </c:pt>
                <c:pt idx="308">
                  <c:v>26.954843564336365</c:v>
                </c:pt>
                <c:pt idx="309">
                  <c:v>26.914485432479648</c:v>
                </c:pt>
                <c:pt idx="310">
                  <c:v>26.869976434121767</c:v>
                </c:pt>
                <c:pt idx="311">
                  <c:v>26.819193287615551</c:v>
                </c:pt>
                <c:pt idx="312">
                  <c:v>26.902730073151581</c:v>
                </c:pt>
                <c:pt idx="313">
                  <c:v>26.893898171228489</c:v>
                </c:pt>
                <c:pt idx="314">
                  <c:v>26.843607407163432</c:v>
                </c:pt>
                <c:pt idx="315">
                  <c:v>26.83986582180345</c:v>
                </c:pt>
                <c:pt idx="316">
                  <c:v>26.801098051933241</c:v>
                </c:pt>
                <c:pt idx="317">
                  <c:v>26.807089308199771</c:v>
                </c:pt>
                <c:pt idx="318">
                  <c:v>26.819155356360159</c:v>
                </c:pt>
                <c:pt idx="319">
                  <c:v>26.79683715583629</c:v>
                </c:pt>
                <c:pt idx="320">
                  <c:v>26.809595232243883</c:v>
                </c:pt>
                <c:pt idx="321">
                  <c:v>26.895069841647867</c:v>
                </c:pt>
                <c:pt idx="322">
                  <c:v>26.902332663624684</c:v>
                </c:pt>
                <c:pt idx="323">
                  <c:v>26.897508300176661</c:v>
                </c:pt>
                <c:pt idx="324">
                  <c:v>26.903897834624793</c:v>
                </c:pt>
                <c:pt idx="325">
                  <c:v>26.915963014130476</c:v>
                </c:pt>
                <c:pt idx="326">
                  <c:v>26.944397412422411</c:v>
                </c:pt>
                <c:pt idx="327">
                  <c:v>26.957705347257384</c:v>
                </c:pt>
                <c:pt idx="328">
                  <c:v>26.960565682420562</c:v>
                </c:pt>
                <c:pt idx="329">
                  <c:v>26.981707000596838</c:v>
                </c:pt>
                <c:pt idx="330">
                  <c:v>26.99971290962046</c:v>
                </c:pt>
                <c:pt idx="331">
                  <c:v>26.999869122691322</c:v>
                </c:pt>
                <c:pt idx="332">
                  <c:v>26.991939897781055</c:v>
                </c:pt>
                <c:pt idx="333">
                  <c:v>26.970481810189536</c:v>
                </c:pt>
                <c:pt idx="334">
                  <c:v>26.964349107982102</c:v>
                </c:pt>
                <c:pt idx="335">
                  <c:v>26.936354828073327</c:v>
                </c:pt>
                <c:pt idx="336">
                  <c:v>26.901078471008468</c:v>
                </c:pt>
                <c:pt idx="337">
                  <c:v>26.884001153862997</c:v>
                </c:pt>
                <c:pt idx="338">
                  <c:v>26.861722911455491</c:v>
                </c:pt>
                <c:pt idx="339">
                  <c:v>26.833137222469343</c:v>
                </c:pt>
                <c:pt idx="340">
                  <c:v>26.798646418808111</c:v>
                </c:pt>
                <c:pt idx="341">
                  <c:v>26.844165807362064</c:v>
                </c:pt>
                <c:pt idx="342">
                  <c:v>26.821051484802339</c:v>
                </c:pt>
                <c:pt idx="343">
                  <c:v>26.793919055135319</c:v>
                </c:pt>
                <c:pt idx="344">
                  <c:v>26.87501274931747</c:v>
                </c:pt>
                <c:pt idx="345">
                  <c:v>26.90242792609051</c:v>
                </c:pt>
                <c:pt idx="346">
                  <c:v>26.957583590823095</c:v>
                </c:pt>
                <c:pt idx="347">
                  <c:v>27.02109050187611</c:v>
                </c:pt>
                <c:pt idx="348">
                  <c:v>27.057611496355449</c:v>
                </c:pt>
                <c:pt idx="349">
                  <c:v>27.025648188330127</c:v>
                </c:pt>
                <c:pt idx="350">
                  <c:v>27.092472057368848</c:v>
                </c:pt>
                <c:pt idx="351">
                  <c:v>27.199605268825103</c:v>
                </c:pt>
                <c:pt idx="352">
                  <c:v>27.206097159752474</c:v>
                </c:pt>
                <c:pt idx="353">
                  <c:v>27.208550095859664</c:v>
                </c:pt>
                <c:pt idx="354">
                  <c:v>27.202044451232815</c:v>
                </c:pt>
                <c:pt idx="355">
                  <c:v>27.203460503175474</c:v>
                </c:pt>
                <c:pt idx="356">
                  <c:v>27.337985003400419</c:v>
                </c:pt>
                <c:pt idx="357">
                  <c:v>27.343515727898254</c:v>
                </c:pt>
                <c:pt idx="358">
                  <c:v>27.255851674313842</c:v>
                </c:pt>
                <c:pt idx="359">
                  <c:v>27.398445976735253</c:v>
                </c:pt>
                <c:pt idx="360">
                  <c:v>27.451825676926322</c:v>
                </c:pt>
                <c:pt idx="361">
                  <c:v>27.410676345410405</c:v>
                </c:pt>
                <c:pt idx="362">
                  <c:v>27.371705744666908</c:v>
                </c:pt>
                <c:pt idx="363">
                  <c:v>27.317270194683616</c:v>
                </c:pt>
                <c:pt idx="364">
                  <c:v>27.298022254209624</c:v>
                </c:pt>
                <c:pt idx="365">
                  <c:v>27.21323098650581</c:v>
                </c:pt>
                <c:pt idx="366">
                  <c:v>27.117512187406462</c:v>
                </c:pt>
                <c:pt idx="367">
                  <c:v>27.069628610300867</c:v>
                </c:pt>
                <c:pt idx="368">
                  <c:v>27.014048173418225</c:v>
                </c:pt>
                <c:pt idx="369">
                  <c:v>26.921961798737769</c:v>
                </c:pt>
                <c:pt idx="370">
                  <c:v>26.901226287083865</c:v>
                </c:pt>
                <c:pt idx="371">
                  <c:v>26.816303273416665</c:v>
                </c:pt>
                <c:pt idx="372">
                  <c:v>26.758577838519262</c:v>
                </c:pt>
                <c:pt idx="373">
                  <c:v>26.672085310578439</c:v>
                </c:pt>
                <c:pt idx="374">
                  <c:v>26.617037938132238</c:v>
                </c:pt>
                <c:pt idx="375">
                  <c:v>26.575760624823324</c:v>
                </c:pt>
                <c:pt idx="376">
                  <c:v>26.489373348877425</c:v>
                </c:pt>
                <c:pt idx="377">
                  <c:v>26.409101691596451</c:v>
                </c:pt>
                <c:pt idx="378">
                  <c:v>26.299160843362372</c:v>
                </c:pt>
                <c:pt idx="379">
                  <c:v>26.196956813021711</c:v>
                </c:pt>
                <c:pt idx="380">
                  <c:v>26.113744325241694</c:v>
                </c:pt>
                <c:pt idx="381">
                  <c:v>26.001705531122631</c:v>
                </c:pt>
                <c:pt idx="382">
                  <c:v>25.897105461557867</c:v>
                </c:pt>
                <c:pt idx="383">
                  <c:v>25.753724881853909</c:v>
                </c:pt>
                <c:pt idx="384">
                  <c:v>25.667483539898214</c:v>
                </c:pt>
                <c:pt idx="385">
                  <c:v>25.593199519489172</c:v>
                </c:pt>
                <c:pt idx="386">
                  <c:v>25.536708551507424</c:v>
                </c:pt>
                <c:pt idx="387">
                  <c:v>25.496118199293274</c:v>
                </c:pt>
                <c:pt idx="388">
                  <c:v>25.440824925178063</c:v>
                </c:pt>
                <c:pt idx="389">
                  <c:v>25.397655175209461</c:v>
                </c:pt>
                <c:pt idx="390">
                  <c:v>25.356539214511745</c:v>
                </c:pt>
                <c:pt idx="391">
                  <c:v>25.321709744097944</c:v>
                </c:pt>
                <c:pt idx="392">
                  <c:v>25.329053712901658</c:v>
                </c:pt>
                <c:pt idx="393">
                  <c:v>25.330024506920825</c:v>
                </c:pt>
                <c:pt idx="394">
                  <c:v>25.317868878744129</c:v>
                </c:pt>
                <c:pt idx="395">
                  <c:v>25.292753917723196</c:v>
                </c:pt>
                <c:pt idx="396">
                  <c:v>25.279841021711661</c:v>
                </c:pt>
                <c:pt idx="397">
                  <c:v>25.272420629391004</c:v>
                </c:pt>
                <c:pt idx="398">
                  <c:v>25.247623306440026</c:v>
                </c:pt>
                <c:pt idx="399">
                  <c:v>25.230648870586013</c:v>
                </c:pt>
                <c:pt idx="400">
                  <c:v>25.24340939008496</c:v>
                </c:pt>
                <c:pt idx="401">
                  <c:v>25.233041507579195</c:v>
                </c:pt>
                <c:pt idx="402">
                  <c:v>25.22933457792249</c:v>
                </c:pt>
                <c:pt idx="403">
                  <c:v>25.22969097970859</c:v>
                </c:pt>
                <c:pt idx="404">
                  <c:v>25.223389613712872</c:v>
                </c:pt>
                <c:pt idx="405">
                  <c:v>25.207894677788826</c:v>
                </c:pt>
                <c:pt idx="406">
                  <c:v>25.174135154709212</c:v>
                </c:pt>
                <c:pt idx="407">
                  <c:v>25.152710184578265</c:v>
                </c:pt>
                <c:pt idx="408">
                  <c:v>25.14189765039761</c:v>
                </c:pt>
                <c:pt idx="409">
                  <c:v>25.12446772278188</c:v>
                </c:pt>
                <c:pt idx="410">
                  <c:v>25.111364718069066</c:v>
                </c:pt>
                <c:pt idx="411">
                  <c:v>25.112711304780895</c:v>
                </c:pt>
                <c:pt idx="412">
                  <c:v>25.099665757957329</c:v>
                </c:pt>
                <c:pt idx="413">
                  <c:v>25.096209598055371</c:v>
                </c:pt>
                <c:pt idx="414">
                  <c:v>25.104014442470266</c:v>
                </c:pt>
                <c:pt idx="415">
                  <c:v>25.100192452259279</c:v>
                </c:pt>
                <c:pt idx="416">
                  <c:v>25.07494347410486</c:v>
                </c:pt>
                <c:pt idx="417">
                  <c:v>25.058695043564843</c:v>
                </c:pt>
                <c:pt idx="418">
                  <c:v>25.037086866465692</c:v>
                </c:pt>
                <c:pt idx="419">
                  <c:v>25.056987435814563</c:v>
                </c:pt>
                <c:pt idx="420">
                  <c:v>25.057819946338856</c:v>
                </c:pt>
                <c:pt idx="421">
                  <c:v>25.051400624273182</c:v>
                </c:pt>
                <c:pt idx="422">
                  <c:v>25.058648280986631</c:v>
                </c:pt>
                <c:pt idx="423">
                  <c:v>25.054265384146255</c:v>
                </c:pt>
                <c:pt idx="424">
                  <c:v>25.047081731902033</c:v>
                </c:pt>
                <c:pt idx="425">
                  <c:v>25.034067841208472</c:v>
                </c:pt>
                <c:pt idx="426">
                  <c:v>25.023742681131697</c:v>
                </c:pt>
                <c:pt idx="427">
                  <c:v>25.010657484971368</c:v>
                </c:pt>
                <c:pt idx="428">
                  <c:v>24.97860675386271</c:v>
                </c:pt>
                <c:pt idx="429">
                  <c:v>24.971700408322</c:v>
                </c:pt>
                <c:pt idx="430">
                  <c:v>25.023797216359807</c:v>
                </c:pt>
                <c:pt idx="431">
                  <c:v>25.058071173042169</c:v>
                </c:pt>
                <c:pt idx="432">
                  <c:v>25.032538556505809</c:v>
                </c:pt>
                <c:pt idx="433">
                  <c:v>25.042625596611956</c:v>
                </c:pt>
                <c:pt idx="434">
                  <c:v>25.062346012856814</c:v>
                </c:pt>
                <c:pt idx="435">
                  <c:v>25.118112373515732</c:v>
                </c:pt>
                <c:pt idx="436">
                  <c:v>25.20060842023198</c:v>
                </c:pt>
                <c:pt idx="437">
                  <c:v>25.119417807710974</c:v>
                </c:pt>
                <c:pt idx="438">
                  <c:v>25.135325906576909</c:v>
                </c:pt>
                <c:pt idx="439">
                  <c:v>25.184511796149906</c:v>
                </c:pt>
                <c:pt idx="440">
                  <c:v>25.172775728195049</c:v>
                </c:pt>
                <c:pt idx="441">
                  <c:v>25.191791086372145</c:v>
                </c:pt>
                <c:pt idx="442">
                  <c:v>25.09553667116316</c:v>
                </c:pt>
                <c:pt idx="443">
                  <c:v>25.071119181054062</c:v>
                </c:pt>
                <c:pt idx="444">
                  <c:v>25.103402203776984</c:v>
                </c:pt>
                <c:pt idx="445">
                  <c:v>25.148205332236898</c:v>
                </c:pt>
                <c:pt idx="446">
                  <c:v>25.09845541430667</c:v>
                </c:pt>
                <c:pt idx="447">
                  <c:v>25.038586207464423</c:v>
                </c:pt>
                <c:pt idx="448">
                  <c:v>25.035972187938512</c:v>
                </c:pt>
                <c:pt idx="449">
                  <c:v>25.099932796890794</c:v>
                </c:pt>
                <c:pt idx="450">
                  <c:v>25.142581706928208</c:v>
                </c:pt>
                <c:pt idx="451">
                  <c:v>25.156669802268855</c:v>
                </c:pt>
                <c:pt idx="452">
                  <c:v>25.150787706943412</c:v>
                </c:pt>
                <c:pt idx="453">
                  <c:v>25.168660422245811</c:v>
                </c:pt>
                <c:pt idx="454">
                  <c:v>25.155989645635934</c:v>
                </c:pt>
                <c:pt idx="455">
                  <c:v>25.128040173832282</c:v>
                </c:pt>
                <c:pt idx="456">
                  <c:v>25.153548183009619</c:v>
                </c:pt>
                <c:pt idx="457">
                  <c:v>25.158870339893728</c:v>
                </c:pt>
                <c:pt idx="458">
                  <c:v>25.182481424362074</c:v>
                </c:pt>
                <c:pt idx="459">
                  <c:v>25.177553310967888</c:v>
                </c:pt>
                <c:pt idx="460">
                  <c:v>25.184786779654512</c:v>
                </c:pt>
                <c:pt idx="461">
                  <c:v>25.188117636115479</c:v>
                </c:pt>
                <c:pt idx="462">
                  <c:v>25.161953340212595</c:v>
                </c:pt>
                <c:pt idx="463">
                  <c:v>25.165183957540158</c:v>
                </c:pt>
                <c:pt idx="464">
                  <c:v>25.195667765635513</c:v>
                </c:pt>
                <c:pt idx="465">
                  <c:v>25.201168575836995</c:v>
                </c:pt>
                <c:pt idx="466">
                  <c:v>25.205806757626878</c:v>
                </c:pt>
                <c:pt idx="467">
                  <c:v>25.195333605029219</c:v>
                </c:pt>
                <c:pt idx="468">
                  <c:v>25.208612258961892</c:v>
                </c:pt>
                <c:pt idx="469">
                  <c:v>25.206248359961823</c:v>
                </c:pt>
                <c:pt idx="470">
                  <c:v>25.201332389636516</c:v>
                </c:pt>
                <c:pt idx="471">
                  <c:v>25.199832783969555</c:v>
                </c:pt>
                <c:pt idx="472">
                  <c:v>25.22157635131002</c:v>
                </c:pt>
                <c:pt idx="473">
                  <c:v>25.229115387385612</c:v>
                </c:pt>
                <c:pt idx="474">
                  <c:v>25.228708169299352</c:v>
                </c:pt>
                <c:pt idx="475">
                  <c:v>25.240097716415367</c:v>
                </c:pt>
                <c:pt idx="476">
                  <c:v>25.259013034525768</c:v>
                </c:pt>
                <c:pt idx="477">
                  <c:v>25.265244220460222</c:v>
                </c:pt>
                <c:pt idx="478">
                  <c:v>25.276710534935663</c:v>
                </c:pt>
                <c:pt idx="479">
                  <c:v>25.280166170025403</c:v>
                </c:pt>
                <c:pt idx="480">
                  <c:v>25.277555663574375</c:v>
                </c:pt>
                <c:pt idx="481">
                  <c:v>25.283820238423999</c:v>
                </c:pt>
                <c:pt idx="482">
                  <c:v>25.288094381505182</c:v>
                </c:pt>
                <c:pt idx="483">
                  <c:v>25.30077476760772</c:v>
                </c:pt>
                <c:pt idx="484">
                  <c:v>25.302786101379965</c:v>
                </c:pt>
                <c:pt idx="485">
                  <c:v>25.297016116802208</c:v>
                </c:pt>
                <c:pt idx="486">
                  <c:v>25.304010542572584</c:v>
                </c:pt>
                <c:pt idx="487">
                  <c:v>25.314388505092307</c:v>
                </c:pt>
                <c:pt idx="488">
                  <c:v>25.325463418235884</c:v>
                </c:pt>
                <c:pt idx="489">
                  <c:v>25.315725473262987</c:v>
                </c:pt>
                <c:pt idx="490">
                  <c:v>25.303085244343521</c:v>
                </c:pt>
                <c:pt idx="491">
                  <c:v>25.291534778943664</c:v>
                </c:pt>
                <c:pt idx="492">
                  <c:v>25.293739732229948</c:v>
                </c:pt>
                <c:pt idx="493">
                  <c:v>25.304356049980946</c:v>
                </c:pt>
                <c:pt idx="494">
                  <c:v>25.311204197918631</c:v>
                </c:pt>
                <c:pt idx="495">
                  <c:v>25.317738616732534</c:v>
                </c:pt>
                <c:pt idx="496">
                  <c:v>25.33397902126503</c:v>
                </c:pt>
                <c:pt idx="497">
                  <c:v>25.33047222603264</c:v>
                </c:pt>
                <c:pt idx="498">
                  <c:v>25.324069046466875</c:v>
                </c:pt>
                <c:pt idx="499">
                  <c:v>25.327288425574206</c:v>
                </c:pt>
                <c:pt idx="500">
                  <c:v>25.328119257604257</c:v>
                </c:pt>
                <c:pt idx="501">
                  <c:v>25.336481036362972</c:v>
                </c:pt>
                <c:pt idx="502">
                  <c:v>25.330982958804412</c:v>
                </c:pt>
                <c:pt idx="503">
                  <c:v>25.32231975686355</c:v>
                </c:pt>
                <c:pt idx="504">
                  <c:v>25.330116982452815</c:v>
                </c:pt>
                <c:pt idx="505">
                  <c:v>25.351159237798928</c:v>
                </c:pt>
                <c:pt idx="506">
                  <c:v>25.349093721689549</c:v>
                </c:pt>
                <c:pt idx="507">
                  <c:v>25.342119365462217</c:v>
                </c:pt>
                <c:pt idx="508">
                  <c:v>25.357914656847008</c:v>
                </c:pt>
                <c:pt idx="509">
                  <c:v>25.361021472782333</c:v>
                </c:pt>
                <c:pt idx="510">
                  <c:v>25.370489338530302</c:v>
                </c:pt>
                <c:pt idx="511">
                  <c:v>25.376484177997483</c:v>
                </c:pt>
                <c:pt idx="512">
                  <c:v>25.383545363501227</c:v>
                </c:pt>
                <c:pt idx="513">
                  <c:v>25.401326254762672</c:v>
                </c:pt>
                <c:pt idx="514">
                  <c:v>25.433299190377625</c:v>
                </c:pt>
                <c:pt idx="515">
                  <c:v>25.459825009509959</c:v>
                </c:pt>
                <c:pt idx="516">
                  <c:v>25.464035849379616</c:v>
                </c:pt>
                <c:pt idx="517">
                  <c:v>25.478238100425894</c:v>
                </c:pt>
                <c:pt idx="518">
                  <c:v>25.464554544819507</c:v>
                </c:pt>
                <c:pt idx="519">
                  <c:v>25.468244517612515</c:v>
                </c:pt>
                <c:pt idx="520">
                  <c:v>25.489665976930702</c:v>
                </c:pt>
                <c:pt idx="521">
                  <c:v>25.502493147581177</c:v>
                </c:pt>
                <c:pt idx="522">
                  <c:v>25.513149513933403</c:v>
                </c:pt>
                <c:pt idx="523">
                  <c:v>25.517789794972156</c:v>
                </c:pt>
                <c:pt idx="524">
                  <c:v>25.52273598724236</c:v>
                </c:pt>
                <c:pt idx="525">
                  <c:v>25.541312312854679</c:v>
                </c:pt>
                <c:pt idx="526">
                  <c:v>25.547352213784606</c:v>
                </c:pt>
                <c:pt idx="527">
                  <c:v>25.535675250543541</c:v>
                </c:pt>
                <c:pt idx="528">
                  <c:v>25.494041644030371</c:v>
                </c:pt>
                <c:pt idx="529">
                  <c:v>25.481159277612271</c:v>
                </c:pt>
                <c:pt idx="530">
                  <c:v>25.481767010159277</c:v>
                </c:pt>
                <c:pt idx="531">
                  <c:v>25.469139738672471</c:v>
                </c:pt>
                <c:pt idx="532">
                  <c:v>25.451804105334517</c:v>
                </c:pt>
                <c:pt idx="533">
                  <c:v>25.463598662706083</c:v>
                </c:pt>
                <c:pt idx="534">
                  <c:v>25.460512875453375</c:v>
                </c:pt>
                <c:pt idx="535">
                  <c:v>25.458997833068455</c:v>
                </c:pt>
                <c:pt idx="536">
                  <c:v>25.462068889385147</c:v>
                </c:pt>
                <c:pt idx="537">
                  <c:v>25.462116122484659</c:v>
                </c:pt>
                <c:pt idx="538">
                  <c:v>25.458661663698159</c:v>
                </c:pt>
                <c:pt idx="539">
                  <c:v>25.461877459604842</c:v>
                </c:pt>
                <c:pt idx="540">
                  <c:v>25.474851034766818</c:v>
                </c:pt>
                <c:pt idx="541">
                  <c:v>25.470328239276729</c:v>
                </c:pt>
                <c:pt idx="542">
                  <c:v>25.456737738305463</c:v>
                </c:pt>
                <c:pt idx="543">
                  <c:v>25.476836272704009</c:v>
                </c:pt>
                <c:pt idx="544">
                  <c:v>25.52207671451627</c:v>
                </c:pt>
                <c:pt idx="545">
                  <c:v>25.560002975142361</c:v>
                </c:pt>
                <c:pt idx="546">
                  <c:v>25.57653904801959</c:v>
                </c:pt>
                <c:pt idx="547">
                  <c:v>25.57337374266756</c:v>
                </c:pt>
                <c:pt idx="548">
                  <c:v>25.578255944041263</c:v>
                </c:pt>
                <c:pt idx="549">
                  <c:v>25.639416944485362</c:v>
                </c:pt>
                <c:pt idx="550">
                  <c:v>25.666020146274214</c:v>
                </c:pt>
                <c:pt idx="551">
                  <c:v>25.678048407954996</c:v>
                </c:pt>
                <c:pt idx="552">
                  <c:v>25.666941644138952</c:v>
                </c:pt>
                <c:pt idx="553">
                  <c:v>25.681274157196821</c:v>
                </c:pt>
                <c:pt idx="554">
                  <c:v>25.646596013671179</c:v>
                </c:pt>
                <c:pt idx="555">
                  <c:v>25.618503503393001</c:v>
                </c:pt>
                <c:pt idx="556">
                  <c:v>25.655885117519933</c:v>
                </c:pt>
                <c:pt idx="557">
                  <c:v>25.634357248000555</c:v>
                </c:pt>
                <c:pt idx="558">
                  <c:v>25.604378888360859</c:v>
                </c:pt>
                <c:pt idx="559">
                  <c:v>25.583448834247289</c:v>
                </c:pt>
                <c:pt idx="560">
                  <c:v>25.586168736900053</c:v>
                </c:pt>
                <c:pt idx="561">
                  <c:v>25.578675468069157</c:v>
                </c:pt>
                <c:pt idx="562">
                  <c:v>25.548017639481515</c:v>
                </c:pt>
                <c:pt idx="563">
                  <c:v>25.520212907267851</c:v>
                </c:pt>
                <c:pt idx="564">
                  <c:v>25.57798778309547</c:v>
                </c:pt>
                <c:pt idx="565">
                  <c:v>25.61288678207951</c:v>
                </c:pt>
                <c:pt idx="566">
                  <c:v>25.599188604118943</c:v>
                </c:pt>
                <c:pt idx="567">
                  <c:v>25.585847949956804</c:v>
                </c:pt>
                <c:pt idx="568">
                  <c:v>25.614238553574097</c:v>
                </c:pt>
                <c:pt idx="569">
                  <c:v>25.553412202354561</c:v>
                </c:pt>
                <c:pt idx="570">
                  <c:v>25.523772762825054</c:v>
                </c:pt>
                <c:pt idx="571">
                  <c:v>25.568537760962872</c:v>
                </c:pt>
                <c:pt idx="572">
                  <c:v>25.591943263818035</c:v>
                </c:pt>
                <c:pt idx="573">
                  <c:v>25.532943512470442</c:v>
                </c:pt>
                <c:pt idx="574">
                  <c:v>25.417752877147251</c:v>
                </c:pt>
                <c:pt idx="575">
                  <c:v>25.409615645629415</c:v>
                </c:pt>
                <c:pt idx="576">
                  <c:v>25.33770656337397</c:v>
                </c:pt>
                <c:pt idx="577">
                  <c:v>25.24434972689858</c:v>
                </c:pt>
                <c:pt idx="578">
                  <c:v>25.225295496423495</c:v>
                </c:pt>
                <c:pt idx="579">
                  <c:v>25.059000814544753</c:v>
                </c:pt>
                <c:pt idx="580">
                  <c:v>25.046740753261165</c:v>
                </c:pt>
                <c:pt idx="581">
                  <c:v>25.036170571480692</c:v>
                </c:pt>
                <c:pt idx="582">
                  <c:v>24.612981356860367</c:v>
                </c:pt>
                <c:pt idx="583">
                  <c:v>24.738696974511861</c:v>
                </c:pt>
                <c:pt idx="584">
                  <c:v>25.719285111656511</c:v>
                </c:pt>
                <c:pt idx="585">
                  <c:v>25.770484054214187</c:v>
                </c:pt>
                <c:pt idx="586">
                  <c:v>24.938620908410133</c:v>
                </c:pt>
                <c:pt idx="587">
                  <c:v>25.425485677512665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8-014F-48C8-BF04-9E4E678005A5}"/>
            </c:ext>
          </c:extLst>
        </c:ser>
        <c:ser>
          <c:idx val="25"/>
          <c:order val="25"/>
          <c:tx>
            <c:strRef>
              <c:f>Sheet2!$AA$1</c:f>
              <c:strCache>
                <c:ptCount val="1"/>
                <c:pt idx="0">
                  <c:v>S26_z/O-PTIR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Sheet2!$AA$2:$AA$589</c:f>
              <c:numCache>
                <c:formatCode>General</c:formatCode>
                <c:ptCount val="588"/>
                <c:pt idx="0">
                  <c:v>25.291486579209117</c:v>
                </c:pt>
                <c:pt idx="1">
                  <c:v>25.77976715968844</c:v>
                </c:pt>
                <c:pt idx="2">
                  <c:v>25.689763920766119</c:v>
                </c:pt>
                <c:pt idx="3">
                  <c:v>26.035547284656928</c:v>
                </c:pt>
                <c:pt idx="4">
                  <c:v>26.132068682779501</c:v>
                </c:pt>
                <c:pt idx="5">
                  <c:v>26.288056958454938</c:v>
                </c:pt>
                <c:pt idx="6">
                  <c:v>26.374511220620697</c:v>
                </c:pt>
                <c:pt idx="7">
                  <c:v>26.431780846587777</c:v>
                </c:pt>
                <c:pt idx="8">
                  <c:v>26.603546655834634</c:v>
                </c:pt>
                <c:pt idx="9">
                  <c:v>26.64615734686242</c:v>
                </c:pt>
                <c:pt idx="10">
                  <c:v>26.590314968247636</c:v>
                </c:pt>
                <c:pt idx="11">
                  <c:v>26.579270211222241</c:v>
                </c:pt>
                <c:pt idx="12">
                  <c:v>26.575062164418416</c:v>
                </c:pt>
                <c:pt idx="13">
                  <c:v>26.646463612849168</c:v>
                </c:pt>
                <c:pt idx="14">
                  <c:v>26.728046810203857</c:v>
                </c:pt>
                <c:pt idx="15">
                  <c:v>26.801554874131462</c:v>
                </c:pt>
                <c:pt idx="16">
                  <c:v>26.84858704107258</c:v>
                </c:pt>
                <c:pt idx="17">
                  <c:v>26.870959053593442</c:v>
                </c:pt>
                <c:pt idx="18">
                  <c:v>26.873370100671387</c:v>
                </c:pt>
                <c:pt idx="19">
                  <c:v>26.895688995185164</c:v>
                </c:pt>
                <c:pt idx="20">
                  <c:v>26.92470323105033</c:v>
                </c:pt>
                <c:pt idx="21">
                  <c:v>26.972134181828363</c:v>
                </c:pt>
                <c:pt idx="22">
                  <c:v>27.0246671730158</c:v>
                </c:pt>
                <c:pt idx="23">
                  <c:v>27.068991039406942</c:v>
                </c:pt>
                <c:pt idx="24">
                  <c:v>27.071840110651348</c:v>
                </c:pt>
                <c:pt idx="25">
                  <c:v>27.096056817444971</c:v>
                </c:pt>
                <c:pt idx="26">
                  <c:v>27.129130513256332</c:v>
                </c:pt>
                <c:pt idx="27">
                  <c:v>27.152563928837505</c:v>
                </c:pt>
                <c:pt idx="28">
                  <c:v>27.161325768031752</c:v>
                </c:pt>
                <c:pt idx="29">
                  <c:v>27.177555711896542</c:v>
                </c:pt>
                <c:pt idx="30">
                  <c:v>27.190369673414381</c:v>
                </c:pt>
                <c:pt idx="31">
                  <c:v>27.205413873418514</c:v>
                </c:pt>
                <c:pt idx="32">
                  <c:v>27.199600641914369</c:v>
                </c:pt>
                <c:pt idx="33">
                  <c:v>27.219189542037441</c:v>
                </c:pt>
                <c:pt idx="34">
                  <c:v>27.257292221059281</c:v>
                </c:pt>
                <c:pt idx="35">
                  <c:v>27.290807370578097</c:v>
                </c:pt>
                <c:pt idx="36">
                  <c:v>27.310574367562729</c:v>
                </c:pt>
                <c:pt idx="37">
                  <c:v>27.3569315529815</c:v>
                </c:pt>
                <c:pt idx="38">
                  <c:v>27.426864041270619</c:v>
                </c:pt>
                <c:pt idx="39">
                  <c:v>27.520574255105689</c:v>
                </c:pt>
                <c:pt idx="40">
                  <c:v>27.585419856771207</c:v>
                </c:pt>
                <c:pt idx="41">
                  <c:v>27.590857354144216</c:v>
                </c:pt>
                <c:pt idx="42">
                  <c:v>27.625513424220422</c:v>
                </c:pt>
                <c:pt idx="43">
                  <c:v>27.705448687247475</c:v>
                </c:pt>
                <c:pt idx="44">
                  <c:v>27.764437908997689</c:v>
                </c:pt>
                <c:pt idx="45">
                  <c:v>27.843972474025414</c:v>
                </c:pt>
                <c:pt idx="46">
                  <c:v>27.860380993292381</c:v>
                </c:pt>
                <c:pt idx="47">
                  <c:v>27.902497670903003</c:v>
                </c:pt>
                <c:pt idx="48">
                  <c:v>27.965821832473946</c:v>
                </c:pt>
                <c:pt idx="49">
                  <c:v>27.991609747584988</c:v>
                </c:pt>
                <c:pt idx="50">
                  <c:v>28.021729571759597</c:v>
                </c:pt>
                <c:pt idx="51">
                  <c:v>28.071927045527794</c:v>
                </c:pt>
                <c:pt idx="52">
                  <c:v>28.122883963235005</c:v>
                </c:pt>
                <c:pt idx="53">
                  <c:v>28.159708779329851</c:v>
                </c:pt>
                <c:pt idx="54">
                  <c:v>28.205037421476476</c:v>
                </c:pt>
                <c:pt idx="55">
                  <c:v>28.22915810112217</c:v>
                </c:pt>
                <c:pt idx="56">
                  <c:v>28.264320626671253</c:v>
                </c:pt>
                <c:pt idx="57">
                  <c:v>28.276359113139844</c:v>
                </c:pt>
                <c:pt idx="58">
                  <c:v>28.239466982333319</c:v>
                </c:pt>
                <c:pt idx="59">
                  <c:v>28.259625345775497</c:v>
                </c:pt>
                <c:pt idx="60">
                  <c:v>28.327504256818067</c:v>
                </c:pt>
                <c:pt idx="61">
                  <c:v>28.384680447732158</c:v>
                </c:pt>
                <c:pt idx="62">
                  <c:v>28.429344875520027</c:v>
                </c:pt>
                <c:pt idx="63">
                  <c:v>28.427737298116678</c:v>
                </c:pt>
                <c:pt idx="64">
                  <c:v>28.457988401930404</c:v>
                </c:pt>
                <c:pt idx="65">
                  <c:v>28.539469032082241</c:v>
                </c:pt>
                <c:pt idx="66">
                  <c:v>28.54614898037752</c:v>
                </c:pt>
                <c:pt idx="67">
                  <c:v>28.605517206286333</c:v>
                </c:pt>
                <c:pt idx="68">
                  <c:v>28.663786383940625</c:v>
                </c:pt>
                <c:pt idx="69">
                  <c:v>28.697971091521612</c:v>
                </c:pt>
                <c:pt idx="70">
                  <c:v>28.746360160346196</c:v>
                </c:pt>
                <c:pt idx="71">
                  <c:v>28.789808456945028</c:v>
                </c:pt>
                <c:pt idx="72">
                  <c:v>28.802990017403722</c:v>
                </c:pt>
                <c:pt idx="73">
                  <c:v>28.806825360833574</c:v>
                </c:pt>
                <c:pt idx="74">
                  <c:v>28.837914867786008</c:v>
                </c:pt>
                <c:pt idx="75">
                  <c:v>28.831883342009544</c:v>
                </c:pt>
                <c:pt idx="76">
                  <c:v>28.795969507711725</c:v>
                </c:pt>
                <c:pt idx="77">
                  <c:v>28.809345036628695</c:v>
                </c:pt>
                <c:pt idx="78">
                  <c:v>28.777712864630992</c:v>
                </c:pt>
                <c:pt idx="79">
                  <c:v>28.723406481720829</c:v>
                </c:pt>
                <c:pt idx="80">
                  <c:v>28.687294531612832</c:v>
                </c:pt>
                <c:pt idx="81">
                  <c:v>28.665157243258385</c:v>
                </c:pt>
                <c:pt idx="82">
                  <c:v>28.668262971780219</c:v>
                </c:pt>
                <c:pt idx="83">
                  <c:v>28.640547973655707</c:v>
                </c:pt>
                <c:pt idx="84">
                  <c:v>28.616309892048417</c:v>
                </c:pt>
                <c:pt idx="85">
                  <c:v>28.583286123973444</c:v>
                </c:pt>
                <c:pt idx="86">
                  <c:v>28.5447667955988</c:v>
                </c:pt>
                <c:pt idx="87">
                  <c:v>28.502296955022214</c:v>
                </c:pt>
                <c:pt idx="88">
                  <c:v>28.502044923637278</c:v>
                </c:pt>
                <c:pt idx="89">
                  <c:v>28.523354496259849</c:v>
                </c:pt>
                <c:pt idx="90">
                  <c:v>28.491880880715698</c:v>
                </c:pt>
                <c:pt idx="91">
                  <c:v>28.437810418323451</c:v>
                </c:pt>
                <c:pt idx="92">
                  <c:v>28.44643866493233</c:v>
                </c:pt>
                <c:pt idx="93">
                  <c:v>28.359461995940222</c:v>
                </c:pt>
                <c:pt idx="94">
                  <c:v>28.239774524428345</c:v>
                </c:pt>
                <c:pt idx="95">
                  <c:v>28.190419282123692</c:v>
                </c:pt>
                <c:pt idx="96">
                  <c:v>28.196444427358777</c:v>
                </c:pt>
                <c:pt idx="97">
                  <c:v>28.174045058266707</c:v>
                </c:pt>
                <c:pt idx="98">
                  <c:v>28.136868674341237</c:v>
                </c:pt>
                <c:pt idx="99">
                  <c:v>28.105309240515385</c:v>
                </c:pt>
                <c:pt idx="100">
                  <c:v>28.065063018613394</c:v>
                </c:pt>
                <c:pt idx="101">
                  <c:v>28.029342514719708</c:v>
                </c:pt>
                <c:pt idx="102">
                  <c:v>27.970965346402387</c:v>
                </c:pt>
                <c:pt idx="103">
                  <c:v>27.922846174478618</c:v>
                </c:pt>
                <c:pt idx="104">
                  <c:v>27.876515627820151</c:v>
                </c:pt>
                <c:pt idx="105">
                  <c:v>27.824633531611319</c:v>
                </c:pt>
                <c:pt idx="106">
                  <c:v>27.787526376559935</c:v>
                </c:pt>
                <c:pt idx="107">
                  <c:v>27.766177244580753</c:v>
                </c:pt>
                <c:pt idx="108">
                  <c:v>27.737771393337169</c:v>
                </c:pt>
                <c:pt idx="109">
                  <c:v>27.68693857716001</c:v>
                </c:pt>
                <c:pt idx="110">
                  <c:v>27.623918448386327</c:v>
                </c:pt>
                <c:pt idx="111">
                  <c:v>27.539133654875403</c:v>
                </c:pt>
                <c:pt idx="112">
                  <c:v>27.503636469930385</c:v>
                </c:pt>
                <c:pt idx="113">
                  <c:v>27.523731027958657</c:v>
                </c:pt>
                <c:pt idx="114">
                  <c:v>27.520975272132084</c:v>
                </c:pt>
                <c:pt idx="115">
                  <c:v>27.469329894008844</c:v>
                </c:pt>
                <c:pt idx="116">
                  <c:v>27.40720686935467</c:v>
                </c:pt>
                <c:pt idx="117">
                  <c:v>27.353852622733505</c:v>
                </c:pt>
                <c:pt idx="118">
                  <c:v>27.342563849878307</c:v>
                </c:pt>
                <c:pt idx="119">
                  <c:v>27.305302126211735</c:v>
                </c:pt>
                <c:pt idx="120">
                  <c:v>27.219437266556927</c:v>
                </c:pt>
                <c:pt idx="121">
                  <c:v>27.137109220751658</c:v>
                </c:pt>
                <c:pt idx="122">
                  <c:v>27.115332273472241</c:v>
                </c:pt>
                <c:pt idx="123">
                  <c:v>27.100031814974511</c:v>
                </c:pt>
                <c:pt idx="124">
                  <c:v>27.058064043248585</c:v>
                </c:pt>
                <c:pt idx="125">
                  <c:v>27.026384974271664</c:v>
                </c:pt>
                <c:pt idx="126">
                  <c:v>27.044145211232209</c:v>
                </c:pt>
                <c:pt idx="127">
                  <c:v>27.020098466109875</c:v>
                </c:pt>
                <c:pt idx="128">
                  <c:v>27.002675440761816</c:v>
                </c:pt>
                <c:pt idx="129">
                  <c:v>27.015916420012214</c:v>
                </c:pt>
                <c:pt idx="130">
                  <c:v>26.999740710749244</c:v>
                </c:pt>
                <c:pt idx="131">
                  <c:v>26.971328558721041</c:v>
                </c:pt>
                <c:pt idx="132">
                  <c:v>26.94739490869485</c:v>
                </c:pt>
                <c:pt idx="133">
                  <c:v>26.940340422619947</c:v>
                </c:pt>
                <c:pt idx="134">
                  <c:v>26.91057073065414</c:v>
                </c:pt>
                <c:pt idx="135">
                  <c:v>26.912382086598146</c:v>
                </c:pt>
                <c:pt idx="136">
                  <c:v>26.924589816927117</c:v>
                </c:pt>
                <c:pt idx="137">
                  <c:v>26.908126345247428</c:v>
                </c:pt>
                <c:pt idx="138">
                  <c:v>26.896659395773895</c:v>
                </c:pt>
                <c:pt idx="139">
                  <c:v>26.898953359917325</c:v>
                </c:pt>
                <c:pt idx="140">
                  <c:v>26.901009010839822</c:v>
                </c:pt>
                <c:pt idx="141">
                  <c:v>26.902861760546099</c:v>
                </c:pt>
                <c:pt idx="142">
                  <c:v>26.958377016779473</c:v>
                </c:pt>
                <c:pt idx="143">
                  <c:v>26.98731795617541</c:v>
                </c:pt>
                <c:pt idx="144">
                  <c:v>26.99485193993582</c:v>
                </c:pt>
                <c:pt idx="145">
                  <c:v>27.020218978585387</c:v>
                </c:pt>
                <c:pt idx="146">
                  <c:v>27.048048587184631</c:v>
                </c:pt>
                <c:pt idx="147">
                  <c:v>27.001548238368414</c:v>
                </c:pt>
                <c:pt idx="148">
                  <c:v>27.010442633310046</c:v>
                </c:pt>
                <c:pt idx="149">
                  <c:v>27.034504372704649</c:v>
                </c:pt>
                <c:pt idx="150">
                  <c:v>27.038411018684542</c:v>
                </c:pt>
                <c:pt idx="151">
                  <c:v>26.994650873125249</c:v>
                </c:pt>
                <c:pt idx="152">
                  <c:v>27.009815426091361</c:v>
                </c:pt>
                <c:pt idx="153">
                  <c:v>27.02387120047733</c:v>
                </c:pt>
                <c:pt idx="154">
                  <c:v>27.070920993664043</c:v>
                </c:pt>
                <c:pt idx="155">
                  <c:v>27.104580821958887</c:v>
                </c:pt>
                <c:pt idx="156">
                  <c:v>27.107178659386044</c:v>
                </c:pt>
                <c:pt idx="157">
                  <c:v>27.128020458567914</c:v>
                </c:pt>
                <c:pt idx="158">
                  <c:v>27.100131191906669</c:v>
                </c:pt>
                <c:pt idx="159">
                  <c:v>27.048682254701486</c:v>
                </c:pt>
                <c:pt idx="160">
                  <c:v>27.032680016407568</c:v>
                </c:pt>
                <c:pt idx="161">
                  <c:v>27.04264833622199</c:v>
                </c:pt>
                <c:pt idx="162">
                  <c:v>27.01234259902261</c:v>
                </c:pt>
                <c:pt idx="163">
                  <c:v>27.009314075051599</c:v>
                </c:pt>
                <c:pt idx="164">
                  <c:v>27.032852051754809</c:v>
                </c:pt>
                <c:pt idx="165">
                  <c:v>26.989349999094763</c:v>
                </c:pt>
                <c:pt idx="166">
                  <c:v>26.955584732353433</c:v>
                </c:pt>
                <c:pt idx="167">
                  <c:v>26.965853974451193</c:v>
                </c:pt>
                <c:pt idx="168">
                  <c:v>27.001507243389977</c:v>
                </c:pt>
                <c:pt idx="169">
                  <c:v>26.972188097403112</c:v>
                </c:pt>
                <c:pt idx="170">
                  <c:v>26.973397449266923</c:v>
                </c:pt>
                <c:pt idx="171">
                  <c:v>26.985487139580165</c:v>
                </c:pt>
                <c:pt idx="172">
                  <c:v>26.961882805246496</c:v>
                </c:pt>
                <c:pt idx="173">
                  <c:v>26.921499720731678</c:v>
                </c:pt>
                <c:pt idx="174">
                  <c:v>26.921194730853212</c:v>
                </c:pt>
                <c:pt idx="175">
                  <c:v>26.932274221950802</c:v>
                </c:pt>
                <c:pt idx="176">
                  <c:v>26.930322813123276</c:v>
                </c:pt>
                <c:pt idx="177">
                  <c:v>26.921031708020685</c:v>
                </c:pt>
                <c:pt idx="178">
                  <c:v>26.896266115153939</c:v>
                </c:pt>
                <c:pt idx="179">
                  <c:v>26.857915312828769</c:v>
                </c:pt>
                <c:pt idx="180">
                  <c:v>26.860838637623615</c:v>
                </c:pt>
                <c:pt idx="181">
                  <c:v>26.867904289645953</c:v>
                </c:pt>
                <c:pt idx="182">
                  <c:v>26.871424753358177</c:v>
                </c:pt>
                <c:pt idx="183">
                  <c:v>26.897497719155844</c:v>
                </c:pt>
                <c:pt idx="184">
                  <c:v>26.926145871458729</c:v>
                </c:pt>
                <c:pt idx="185">
                  <c:v>26.955229336197988</c:v>
                </c:pt>
                <c:pt idx="186">
                  <c:v>26.976434905995884</c:v>
                </c:pt>
                <c:pt idx="187">
                  <c:v>26.990740717847594</c:v>
                </c:pt>
                <c:pt idx="188">
                  <c:v>27.005286677325891</c:v>
                </c:pt>
                <c:pt idx="189">
                  <c:v>27.020150547278977</c:v>
                </c:pt>
                <c:pt idx="190">
                  <c:v>27.002621365673537</c:v>
                </c:pt>
                <c:pt idx="191">
                  <c:v>26.976240937537611</c:v>
                </c:pt>
                <c:pt idx="192">
                  <c:v>27.00483812526614</c:v>
                </c:pt>
                <c:pt idx="193">
                  <c:v>27.033983800283949</c:v>
                </c:pt>
                <c:pt idx="194">
                  <c:v>27.033418085532915</c:v>
                </c:pt>
                <c:pt idx="195">
                  <c:v>27.04018528773171</c:v>
                </c:pt>
                <c:pt idx="196">
                  <c:v>27.041099459799437</c:v>
                </c:pt>
                <c:pt idx="197">
                  <c:v>27.056823745759036</c:v>
                </c:pt>
                <c:pt idx="198">
                  <c:v>27.103870906972425</c:v>
                </c:pt>
                <c:pt idx="199">
                  <c:v>27.139309311179883</c:v>
                </c:pt>
                <c:pt idx="200">
                  <c:v>27.154697980662338</c:v>
                </c:pt>
                <c:pt idx="201">
                  <c:v>27.149943041704578</c:v>
                </c:pt>
                <c:pt idx="202">
                  <c:v>27.194290835125937</c:v>
                </c:pt>
                <c:pt idx="203">
                  <c:v>27.280042759198128</c:v>
                </c:pt>
                <c:pt idx="204">
                  <c:v>27.3477947772238</c:v>
                </c:pt>
                <c:pt idx="205">
                  <c:v>27.41053495974397</c:v>
                </c:pt>
                <c:pt idx="206">
                  <c:v>27.442903765245209</c:v>
                </c:pt>
                <c:pt idx="207">
                  <c:v>27.476669430770372</c:v>
                </c:pt>
                <c:pt idx="208">
                  <c:v>27.47707539271634</c:v>
                </c:pt>
                <c:pt idx="209">
                  <c:v>27.433979780542874</c:v>
                </c:pt>
                <c:pt idx="210">
                  <c:v>27.397634940674127</c:v>
                </c:pt>
                <c:pt idx="211">
                  <c:v>27.337962522454518</c:v>
                </c:pt>
                <c:pt idx="212">
                  <c:v>27.290904275050462</c:v>
                </c:pt>
                <c:pt idx="213">
                  <c:v>27.241489215170283</c:v>
                </c:pt>
                <c:pt idx="214">
                  <c:v>27.229557602769987</c:v>
                </c:pt>
                <c:pt idx="215">
                  <c:v>27.240961783667586</c:v>
                </c:pt>
                <c:pt idx="216">
                  <c:v>27.27300773377446</c:v>
                </c:pt>
                <c:pt idx="217">
                  <c:v>27.29333701596914</c:v>
                </c:pt>
                <c:pt idx="218">
                  <c:v>27.300339660145248</c:v>
                </c:pt>
                <c:pt idx="219">
                  <c:v>27.339488269414531</c:v>
                </c:pt>
                <c:pt idx="220">
                  <c:v>27.366478438037085</c:v>
                </c:pt>
                <c:pt idx="221">
                  <c:v>27.343386301663546</c:v>
                </c:pt>
                <c:pt idx="222">
                  <c:v>27.407260944442953</c:v>
                </c:pt>
                <c:pt idx="223">
                  <c:v>27.430359780384958</c:v>
                </c:pt>
                <c:pt idx="224">
                  <c:v>27.394728763584276</c:v>
                </c:pt>
                <c:pt idx="225">
                  <c:v>27.396554076962573</c:v>
                </c:pt>
                <c:pt idx="226">
                  <c:v>27.421461158334651</c:v>
                </c:pt>
                <c:pt idx="227">
                  <c:v>27.457303211541831</c:v>
                </c:pt>
                <c:pt idx="228">
                  <c:v>27.487921675026108</c:v>
                </c:pt>
                <c:pt idx="229">
                  <c:v>27.562987308863903</c:v>
                </c:pt>
                <c:pt idx="230">
                  <c:v>27.548894607094638</c:v>
                </c:pt>
                <c:pt idx="231">
                  <c:v>27.488031101310952</c:v>
                </c:pt>
                <c:pt idx="232">
                  <c:v>27.480618826377572</c:v>
                </c:pt>
                <c:pt idx="233">
                  <c:v>27.510306049845905</c:v>
                </c:pt>
                <c:pt idx="234">
                  <c:v>27.460814902009641</c:v>
                </c:pt>
                <c:pt idx="235">
                  <c:v>27.450312849907895</c:v>
                </c:pt>
                <c:pt idx="236">
                  <c:v>27.444071085292602</c:v>
                </c:pt>
                <c:pt idx="237">
                  <c:v>27.420945610590294</c:v>
                </c:pt>
                <c:pt idx="238">
                  <c:v>27.399119692655706</c:v>
                </c:pt>
                <c:pt idx="239">
                  <c:v>27.346834186717455</c:v>
                </c:pt>
                <c:pt idx="240">
                  <c:v>27.290724343783253</c:v>
                </c:pt>
                <c:pt idx="241">
                  <c:v>27.174499432570482</c:v>
                </c:pt>
                <c:pt idx="242">
                  <c:v>27.121356700896413</c:v>
                </c:pt>
                <c:pt idx="243">
                  <c:v>27.153966371835146</c:v>
                </c:pt>
                <c:pt idx="244">
                  <c:v>27.148590047902715</c:v>
                </c:pt>
                <c:pt idx="245">
                  <c:v>27.122775095247526</c:v>
                </c:pt>
                <c:pt idx="246">
                  <c:v>27.116912015763766</c:v>
                </c:pt>
                <c:pt idx="247">
                  <c:v>27.119246017804421</c:v>
                </c:pt>
                <c:pt idx="248">
                  <c:v>27.145906471950621</c:v>
                </c:pt>
                <c:pt idx="249">
                  <c:v>27.098614377704603</c:v>
                </c:pt>
                <c:pt idx="250">
                  <c:v>27.041665334064014</c:v>
                </c:pt>
                <c:pt idx="251">
                  <c:v>27.151765882623081</c:v>
                </c:pt>
                <c:pt idx="252">
                  <c:v>27.226855363734327</c:v>
                </c:pt>
                <c:pt idx="253">
                  <c:v>27.228536955417802</c:v>
                </c:pt>
                <c:pt idx="254">
                  <c:v>27.171666870976917</c:v>
                </c:pt>
                <c:pt idx="255">
                  <c:v>27.157354917854118</c:v>
                </c:pt>
                <c:pt idx="256">
                  <c:v>27.134231197800691</c:v>
                </c:pt>
                <c:pt idx="257">
                  <c:v>27.088790497395902</c:v>
                </c:pt>
                <c:pt idx="258">
                  <c:v>27.04405221484144</c:v>
                </c:pt>
                <c:pt idx="259">
                  <c:v>27</c:v>
                </c:pt>
                <c:pt idx="260">
                  <c:v>27.066387379735765</c:v>
                </c:pt>
                <c:pt idx="261">
                  <c:v>27.043070648305275</c:v>
                </c:pt>
                <c:pt idx="262">
                  <c:v>26.977622564018965</c:v>
                </c:pt>
                <c:pt idx="263">
                  <c:v>26.952911125997268</c:v>
                </c:pt>
                <c:pt idx="264">
                  <c:v>26.919081575301433</c:v>
                </c:pt>
                <c:pt idx="265">
                  <c:v>26.960163568368817</c:v>
                </c:pt>
                <c:pt idx="266">
                  <c:v>26.928458339172195</c:v>
                </c:pt>
                <c:pt idx="267">
                  <c:v>26.895296751403183</c:v>
                </c:pt>
                <c:pt idx="268">
                  <c:v>26.797840202690661</c:v>
                </c:pt>
                <c:pt idx="269">
                  <c:v>26.754380421117329</c:v>
                </c:pt>
                <c:pt idx="270">
                  <c:v>26.779042649213544</c:v>
                </c:pt>
                <c:pt idx="271">
                  <c:v>26.837971574847618</c:v>
                </c:pt>
                <c:pt idx="272">
                  <c:v>26.790922339958275</c:v>
                </c:pt>
                <c:pt idx="273">
                  <c:v>26.795464089076823</c:v>
                </c:pt>
                <c:pt idx="274">
                  <c:v>26.788634915869775</c:v>
                </c:pt>
                <c:pt idx="275">
                  <c:v>26.770680152153577</c:v>
                </c:pt>
                <c:pt idx="276">
                  <c:v>26.757443400011855</c:v>
                </c:pt>
                <c:pt idx="277">
                  <c:v>26.677497529334737</c:v>
                </c:pt>
                <c:pt idx="278">
                  <c:v>26.790080028737961</c:v>
                </c:pt>
                <c:pt idx="279">
                  <c:v>26.888475633629636</c:v>
                </c:pt>
                <c:pt idx="280">
                  <c:v>26.89906206839127</c:v>
                </c:pt>
                <c:pt idx="281">
                  <c:v>26.99103270737298</c:v>
                </c:pt>
                <c:pt idx="282">
                  <c:v>27.067691642152763</c:v>
                </c:pt>
                <c:pt idx="283">
                  <c:v>27.100441365975016</c:v>
                </c:pt>
                <c:pt idx="284">
                  <c:v>27.121008163822953</c:v>
                </c:pt>
                <c:pt idx="285">
                  <c:v>27.017424381213104</c:v>
                </c:pt>
                <c:pt idx="286">
                  <c:v>26.871670005417876</c:v>
                </c:pt>
                <c:pt idx="287">
                  <c:v>27.18006852860967</c:v>
                </c:pt>
                <c:pt idx="288">
                  <c:v>27.331935702327328</c:v>
                </c:pt>
                <c:pt idx="289">
                  <c:v>27.462486125313355</c:v>
                </c:pt>
                <c:pt idx="290">
                  <c:v>27.518948652672918</c:v>
                </c:pt>
                <c:pt idx="291">
                  <c:v>27.727547851867119</c:v>
                </c:pt>
                <c:pt idx="292">
                  <c:v>27.771668498014975</c:v>
                </c:pt>
                <c:pt idx="293">
                  <c:v>27.939280056397607</c:v>
                </c:pt>
                <c:pt idx="294">
                  <c:v>27.904993100640837</c:v>
                </c:pt>
                <c:pt idx="295">
                  <c:v>27.932027614026062</c:v>
                </c:pt>
                <c:pt idx="296">
                  <c:v>28.052942223160869</c:v>
                </c:pt>
                <c:pt idx="297">
                  <c:v>28.023214323741172</c:v>
                </c:pt>
                <c:pt idx="298">
                  <c:v>28.049178979848737</c:v>
                </c:pt>
                <c:pt idx="299">
                  <c:v>28.131811297721562</c:v>
                </c:pt>
                <c:pt idx="300">
                  <c:v>28.205609756039202</c:v>
                </c:pt>
                <c:pt idx="301">
                  <c:v>28.13974980780613</c:v>
                </c:pt>
                <c:pt idx="302">
                  <c:v>27.920247539483789</c:v>
                </c:pt>
                <c:pt idx="303">
                  <c:v>28.037553314408118</c:v>
                </c:pt>
                <c:pt idx="304">
                  <c:v>28.137587920869485</c:v>
                </c:pt>
                <c:pt idx="305">
                  <c:v>28.272698915571159</c:v>
                </c:pt>
                <c:pt idx="306">
                  <c:v>28.218052609318413</c:v>
                </c:pt>
                <c:pt idx="307">
                  <c:v>28.213451122381098</c:v>
                </c:pt>
                <c:pt idx="308">
                  <c:v>28.229339946551804</c:v>
                </c:pt>
                <c:pt idx="309">
                  <c:v>28.242465677273337</c:v>
                </c:pt>
                <c:pt idx="310">
                  <c:v>28.255681692655543</c:v>
                </c:pt>
                <c:pt idx="311">
                  <c:v>28.085904419011431</c:v>
                </c:pt>
                <c:pt idx="312">
                  <c:v>28.08956669025606</c:v>
                </c:pt>
                <c:pt idx="313">
                  <c:v>28.173964663445187</c:v>
                </c:pt>
                <c:pt idx="314">
                  <c:v>28.183512824609046</c:v>
                </c:pt>
                <c:pt idx="315">
                  <c:v>28.217330172519471</c:v>
                </c:pt>
                <c:pt idx="316">
                  <c:v>28.176166907306129</c:v>
                </c:pt>
                <c:pt idx="317">
                  <c:v>28.35230270947298</c:v>
                </c:pt>
                <c:pt idx="318">
                  <c:v>28.314883226920529</c:v>
                </c:pt>
                <c:pt idx="319">
                  <c:v>28.269860372220048</c:v>
                </c:pt>
                <c:pt idx="320">
                  <c:v>28.27450014240571</c:v>
                </c:pt>
                <c:pt idx="321">
                  <c:v>28.38899927668588</c:v>
                </c:pt>
                <c:pt idx="322">
                  <c:v>28.405018742441552</c:v>
                </c:pt>
                <c:pt idx="323">
                  <c:v>28.44818119078608</c:v>
                </c:pt>
                <c:pt idx="324">
                  <c:v>28.545538522079983</c:v>
                </c:pt>
                <c:pt idx="325">
                  <c:v>28.599653169721364</c:v>
                </c:pt>
                <c:pt idx="326">
                  <c:v>28.638873560081294</c:v>
                </c:pt>
                <c:pt idx="327">
                  <c:v>28.724707155083287</c:v>
                </c:pt>
                <c:pt idx="328">
                  <c:v>28.827855306229697</c:v>
                </c:pt>
                <c:pt idx="329">
                  <c:v>28.851113974733536</c:v>
                </c:pt>
                <c:pt idx="330">
                  <c:v>28.803941675152121</c:v>
                </c:pt>
                <c:pt idx="331">
                  <c:v>28.741704917347661</c:v>
                </c:pt>
                <c:pt idx="332">
                  <c:v>28.733854937274895</c:v>
                </c:pt>
                <c:pt idx="333">
                  <c:v>28.723260048295913</c:v>
                </c:pt>
                <c:pt idx="334">
                  <c:v>28.684282278022362</c:v>
                </c:pt>
                <c:pt idx="335">
                  <c:v>28.641282533483288</c:v>
                </c:pt>
                <c:pt idx="336">
                  <c:v>28.639780713553492</c:v>
                </c:pt>
                <c:pt idx="337">
                  <c:v>28.652605282721389</c:v>
                </c:pt>
                <c:pt idx="338">
                  <c:v>28.621604465294283</c:v>
                </c:pt>
                <c:pt idx="339">
                  <c:v>28.571215415770833</c:v>
                </c:pt>
                <c:pt idx="340">
                  <c:v>28.524610505832577</c:v>
                </c:pt>
                <c:pt idx="341">
                  <c:v>28.655500612890883</c:v>
                </c:pt>
                <c:pt idx="342">
                  <c:v>28.652489156868086</c:v>
                </c:pt>
                <c:pt idx="343">
                  <c:v>28.598162675252535</c:v>
                </c:pt>
                <c:pt idx="344">
                  <c:v>28.689173282025273</c:v>
                </c:pt>
                <c:pt idx="345">
                  <c:v>28.779869806648065</c:v>
                </c:pt>
                <c:pt idx="346">
                  <c:v>28.949647399319247</c:v>
                </c:pt>
                <c:pt idx="347">
                  <c:v>28.925041160473729</c:v>
                </c:pt>
                <c:pt idx="348">
                  <c:v>28.941053129093266</c:v>
                </c:pt>
                <c:pt idx="349">
                  <c:v>28.932038381189656</c:v>
                </c:pt>
                <c:pt idx="350">
                  <c:v>29.128381676967386</c:v>
                </c:pt>
                <c:pt idx="351">
                  <c:v>29.284888062573334</c:v>
                </c:pt>
                <c:pt idx="352">
                  <c:v>29.219661702100343</c:v>
                </c:pt>
                <c:pt idx="353">
                  <c:v>29.176690989024596</c:v>
                </c:pt>
                <c:pt idx="354">
                  <c:v>29.149557098707213</c:v>
                </c:pt>
                <c:pt idx="355">
                  <c:v>29.189141658467008</c:v>
                </c:pt>
                <c:pt idx="356">
                  <c:v>29.447665244257891</c:v>
                </c:pt>
                <c:pt idx="357">
                  <c:v>29.42457853134453</c:v>
                </c:pt>
                <c:pt idx="358">
                  <c:v>29.314717412601141</c:v>
                </c:pt>
                <c:pt idx="359">
                  <c:v>29.509152288448963</c:v>
                </c:pt>
                <c:pt idx="360">
                  <c:v>29.374955146787947</c:v>
                </c:pt>
                <c:pt idx="361">
                  <c:v>29.179713451481287</c:v>
                </c:pt>
                <c:pt idx="362">
                  <c:v>29.03773970597349</c:v>
                </c:pt>
                <c:pt idx="363">
                  <c:v>28.973370890263386</c:v>
                </c:pt>
                <c:pt idx="364">
                  <c:v>28.968443198147476</c:v>
                </c:pt>
                <c:pt idx="365">
                  <c:v>28.914576115512048</c:v>
                </c:pt>
                <c:pt idx="366">
                  <c:v>28.910614118335598</c:v>
                </c:pt>
                <c:pt idx="367">
                  <c:v>28.998415791329503</c:v>
                </c:pt>
                <c:pt idx="368">
                  <c:v>29.040463878120178</c:v>
                </c:pt>
                <c:pt idx="369">
                  <c:v>28.897486154424577</c:v>
                </c:pt>
                <c:pt idx="370">
                  <c:v>28.866475447158312</c:v>
                </c:pt>
                <c:pt idx="371">
                  <c:v>28.68741799508874</c:v>
                </c:pt>
                <c:pt idx="372">
                  <c:v>28.571635733934933</c:v>
                </c:pt>
                <c:pt idx="373">
                  <c:v>28.404521857780765</c:v>
                </c:pt>
                <c:pt idx="374">
                  <c:v>28.320951600323529</c:v>
                </c:pt>
                <c:pt idx="375">
                  <c:v>28.15950731373545</c:v>
                </c:pt>
                <c:pt idx="376">
                  <c:v>28.009004698550921</c:v>
                </c:pt>
                <c:pt idx="377">
                  <c:v>27.913089529124818</c:v>
                </c:pt>
                <c:pt idx="378">
                  <c:v>27.769160626221424</c:v>
                </c:pt>
                <c:pt idx="379">
                  <c:v>27.641130756354958</c:v>
                </c:pt>
                <c:pt idx="380">
                  <c:v>27.536187918428929</c:v>
                </c:pt>
                <c:pt idx="381">
                  <c:v>27.304706502672925</c:v>
                </c:pt>
                <c:pt idx="382">
                  <c:v>27.156488759360354</c:v>
                </c:pt>
                <c:pt idx="383">
                  <c:v>26.93892186875529</c:v>
                </c:pt>
                <c:pt idx="384">
                  <c:v>26.801182729054855</c:v>
                </c:pt>
                <c:pt idx="385">
                  <c:v>26.665100815345458</c:v>
                </c:pt>
                <c:pt idx="386">
                  <c:v>26.549749440127432</c:v>
                </c:pt>
                <c:pt idx="387">
                  <c:v>26.497965325107327</c:v>
                </c:pt>
                <c:pt idx="388">
                  <c:v>26.453753596731122</c:v>
                </c:pt>
                <c:pt idx="389">
                  <c:v>26.387352937493585</c:v>
                </c:pt>
                <c:pt idx="390">
                  <c:v>26.349895171692793</c:v>
                </c:pt>
                <c:pt idx="391">
                  <c:v>26.266583964216011</c:v>
                </c:pt>
                <c:pt idx="392">
                  <c:v>26.284906944988009</c:v>
                </c:pt>
                <c:pt idx="393">
                  <c:v>26.29096570770054</c:v>
                </c:pt>
                <c:pt idx="394">
                  <c:v>26.280741667750693</c:v>
                </c:pt>
                <c:pt idx="395">
                  <c:v>26.271327079233004</c:v>
                </c:pt>
                <c:pt idx="396">
                  <c:v>26.24090196609205</c:v>
                </c:pt>
                <c:pt idx="397">
                  <c:v>26.218438831464461</c:v>
                </c:pt>
                <c:pt idx="398">
                  <c:v>26.183891429983806</c:v>
                </c:pt>
                <c:pt idx="399">
                  <c:v>26.115102264924705</c:v>
                </c:pt>
                <c:pt idx="400">
                  <c:v>26.130080954714028</c:v>
                </c:pt>
                <c:pt idx="401">
                  <c:v>26.156252699268094</c:v>
                </c:pt>
                <c:pt idx="402">
                  <c:v>26.169684995064252</c:v>
                </c:pt>
                <c:pt idx="403">
                  <c:v>26.164543445146208</c:v>
                </c:pt>
                <c:pt idx="404">
                  <c:v>26.138677827004539</c:v>
                </c:pt>
                <c:pt idx="405">
                  <c:v>26.107259203751504</c:v>
                </c:pt>
                <c:pt idx="406">
                  <c:v>26.084041869192362</c:v>
                </c:pt>
                <c:pt idx="407">
                  <c:v>26.067806756092082</c:v>
                </c:pt>
                <c:pt idx="408">
                  <c:v>26.043230590532666</c:v>
                </c:pt>
                <c:pt idx="409">
                  <c:v>26.041140713987367</c:v>
                </c:pt>
                <c:pt idx="410">
                  <c:v>26.07449840370818</c:v>
                </c:pt>
                <c:pt idx="411">
                  <c:v>26.089146411970344</c:v>
                </c:pt>
                <c:pt idx="412">
                  <c:v>26.059409794139011</c:v>
                </c:pt>
                <c:pt idx="413">
                  <c:v>26.044536418176218</c:v>
                </c:pt>
                <c:pt idx="414">
                  <c:v>26.036811534100686</c:v>
                </c:pt>
                <c:pt idx="415">
                  <c:v>26.024309887621918</c:v>
                </c:pt>
                <c:pt idx="416">
                  <c:v>26.035947683568374</c:v>
                </c:pt>
                <c:pt idx="417">
                  <c:v>26.001098496188146</c:v>
                </c:pt>
                <c:pt idx="418">
                  <c:v>25.935865285356552</c:v>
                </c:pt>
                <c:pt idx="419">
                  <c:v>25.978189502537901</c:v>
                </c:pt>
                <c:pt idx="420">
                  <c:v>26.025980031716873</c:v>
                </c:pt>
                <c:pt idx="421">
                  <c:v>26.001036505240698</c:v>
                </c:pt>
                <c:pt idx="422">
                  <c:v>25.976584853703358</c:v>
                </c:pt>
                <c:pt idx="423">
                  <c:v>26.000346852601183</c:v>
                </c:pt>
                <c:pt idx="424">
                  <c:v>26.026603600033052</c:v>
                </c:pt>
                <c:pt idx="425">
                  <c:v>26.052162436261384</c:v>
                </c:pt>
                <c:pt idx="426">
                  <c:v>26.024119423476613</c:v>
                </c:pt>
                <c:pt idx="427">
                  <c:v>26.00193634009484</c:v>
                </c:pt>
                <c:pt idx="428">
                  <c:v>25.914604628556383</c:v>
                </c:pt>
                <c:pt idx="429">
                  <c:v>25.959195271364823</c:v>
                </c:pt>
                <c:pt idx="430">
                  <c:v>25.976275392461119</c:v>
                </c:pt>
                <c:pt idx="431">
                  <c:v>25.914560662638365</c:v>
                </c:pt>
                <c:pt idx="432">
                  <c:v>25.813954698634667</c:v>
                </c:pt>
                <c:pt idx="433">
                  <c:v>25.808984775310432</c:v>
                </c:pt>
                <c:pt idx="434">
                  <c:v>25.799268427063353</c:v>
                </c:pt>
                <c:pt idx="435">
                  <c:v>25.771792121004417</c:v>
                </c:pt>
                <c:pt idx="436">
                  <c:v>25.944561110871398</c:v>
                </c:pt>
                <c:pt idx="437">
                  <c:v>26.034545821299698</c:v>
                </c:pt>
                <c:pt idx="438">
                  <c:v>26.10253207996637</c:v>
                </c:pt>
                <c:pt idx="439">
                  <c:v>26.233813423877471</c:v>
                </c:pt>
                <c:pt idx="440">
                  <c:v>26.125009132149867</c:v>
                </c:pt>
                <c:pt idx="441">
                  <c:v>26.009959488621739</c:v>
                </c:pt>
                <c:pt idx="442">
                  <c:v>26.018360407881293</c:v>
                </c:pt>
                <c:pt idx="443">
                  <c:v>25.999668887794083</c:v>
                </c:pt>
                <c:pt idx="444">
                  <c:v>26.106712261749589</c:v>
                </c:pt>
                <c:pt idx="445">
                  <c:v>26.180574166575678</c:v>
                </c:pt>
                <c:pt idx="446">
                  <c:v>26.145967834813526</c:v>
                </c:pt>
                <c:pt idx="447">
                  <c:v>26.175326390613076</c:v>
                </c:pt>
                <c:pt idx="448">
                  <c:v>26.203849005764102</c:v>
                </c:pt>
                <c:pt idx="449">
                  <c:v>26.219717192871244</c:v>
                </c:pt>
                <c:pt idx="450">
                  <c:v>26.226875542196474</c:v>
                </c:pt>
                <c:pt idx="451">
                  <c:v>26.170976077675434</c:v>
                </c:pt>
                <c:pt idx="452">
                  <c:v>26.111755571269413</c:v>
                </c:pt>
                <c:pt idx="453">
                  <c:v>26.161608017261916</c:v>
                </c:pt>
                <c:pt idx="454">
                  <c:v>26.220459130199814</c:v>
                </c:pt>
                <c:pt idx="455">
                  <c:v>26.21868336571325</c:v>
                </c:pt>
                <c:pt idx="456">
                  <c:v>26.193442701661596</c:v>
                </c:pt>
                <c:pt idx="457">
                  <c:v>26.210427483512081</c:v>
                </c:pt>
                <c:pt idx="458">
                  <c:v>26.236784483097587</c:v>
                </c:pt>
                <c:pt idx="459">
                  <c:v>26.255239341684451</c:v>
                </c:pt>
                <c:pt idx="460">
                  <c:v>26.263534683546283</c:v>
                </c:pt>
                <c:pt idx="461">
                  <c:v>26.21316060835591</c:v>
                </c:pt>
                <c:pt idx="462">
                  <c:v>26.181201214280833</c:v>
                </c:pt>
                <c:pt idx="463">
                  <c:v>26.207594762404987</c:v>
                </c:pt>
                <c:pt idx="464">
                  <c:v>26.245272896154056</c:v>
                </c:pt>
                <c:pt idx="465">
                  <c:v>26.246870324508752</c:v>
                </c:pt>
                <c:pt idx="466">
                  <c:v>26.237766069572945</c:v>
                </c:pt>
                <c:pt idx="467">
                  <c:v>26.261458654769722</c:v>
                </c:pt>
                <c:pt idx="468">
                  <c:v>26.2804550817463</c:v>
                </c:pt>
                <c:pt idx="469">
                  <c:v>26.301188750690795</c:v>
                </c:pt>
                <c:pt idx="470">
                  <c:v>26.299107737116273</c:v>
                </c:pt>
                <c:pt idx="471">
                  <c:v>26.268908634714883</c:v>
                </c:pt>
                <c:pt idx="472">
                  <c:v>26.310474173123708</c:v>
                </c:pt>
                <c:pt idx="473">
                  <c:v>26.338965304290809</c:v>
                </c:pt>
                <c:pt idx="474">
                  <c:v>26.367236885016503</c:v>
                </c:pt>
                <c:pt idx="475">
                  <c:v>26.383101662521842</c:v>
                </c:pt>
                <c:pt idx="476">
                  <c:v>26.382697335589601</c:v>
                </c:pt>
                <c:pt idx="477">
                  <c:v>26.387125471193013</c:v>
                </c:pt>
                <c:pt idx="478">
                  <c:v>26.380540074545461</c:v>
                </c:pt>
                <c:pt idx="479">
                  <c:v>26.408089617256046</c:v>
                </c:pt>
                <c:pt idx="480">
                  <c:v>26.407487413783933</c:v>
                </c:pt>
                <c:pt idx="481">
                  <c:v>26.409494213686404</c:v>
                </c:pt>
                <c:pt idx="482">
                  <c:v>26.445552447611568</c:v>
                </c:pt>
                <c:pt idx="483">
                  <c:v>26.479698273768452</c:v>
                </c:pt>
                <c:pt idx="484">
                  <c:v>26.464474501402563</c:v>
                </c:pt>
                <c:pt idx="485">
                  <c:v>26.459665886140357</c:v>
                </c:pt>
                <c:pt idx="486">
                  <c:v>26.467930880552199</c:v>
                </c:pt>
                <c:pt idx="487">
                  <c:v>26.450373504929487</c:v>
                </c:pt>
                <c:pt idx="488">
                  <c:v>26.420405577518355</c:v>
                </c:pt>
                <c:pt idx="489">
                  <c:v>26.436000059339037</c:v>
                </c:pt>
                <c:pt idx="490">
                  <c:v>26.493016656961597</c:v>
                </c:pt>
                <c:pt idx="491">
                  <c:v>26.4990554406039</c:v>
                </c:pt>
                <c:pt idx="492">
                  <c:v>26.488096262589906</c:v>
                </c:pt>
                <c:pt idx="493">
                  <c:v>26.489971822731651</c:v>
                </c:pt>
                <c:pt idx="494">
                  <c:v>26.498855011847468</c:v>
                </c:pt>
                <c:pt idx="495">
                  <c:v>26.504343872578673</c:v>
                </c:pt>
                <c:pt idx="496">
                  <c:v>26.510430470403023</c:v>
                </c:pt>
                <c:pt idx="497">
                  <c:v>26.53098235373546</c:v>
                </c:pt>
                <c:pt idx="498">
                  <c:v>26.534885610052733</c:v>
                </c:pt>
                <c:pt idx="499">
                  <c:v>26.528726553205221</c:v>
                </c:pt>
                <c:pt idx="500">
                  <c:v>26.534901242379142</c:v>
                </c:pt>
                <c:pt idx="501">
                  <c:v>26.519360237470991</c:v>
                </c:pt>
                <c:pt idx="502">
                  <c:v>26.55900951984751</c:v>
                </c:pt>
                <c:pt idx="503">
                  <c:v>26.547526818412425</c:v>
                </c:pt>
                <c:pt idx="504">
                  <c:v>26.533279069487367</c:v>
                </c:pt>
                <c:pt idx="505">
                  <c:v>26.537040159366782</c:v>
                </c:pt>
                <c:pt idx="506">
                  <c:v>26.523580207911536</c:v>
                </c:pt>
                <c:pt idx="507">
                  <c:v>26.546571132947275</c:v>
                </c:pt>
                <c:pt idx="508">
                  <c:v>26.549416335988465</c:v>
                </c:pt>
                <c:pt idx="509">
                  <c:v>26.56419977124164</c:v>
                </c:pt>
                <c:pt idx="510">
                  <c:v>26.560423966238641</c:v>
                </c:pt>
                <c:pt idx="511">
                  <c:v>26.55579229136487</c:v>
                </c:pt>
                <c:pt idx="512">
                  <c:v>26.590146362441391</c:v>
                </c:pt>
                <c:pt idx="513">
                  <c:v>26.624862808390507</c:v>
                </c:pt>
                <c:pt idx="514">
                  <c:v>26.628327641757487</c:v>
                </c:pt>
                <c:pt idx="515">
                  <c:v>26.609674607542868</c:v>
                </c:pt>
                <c:pt idx="516">
                  <c:v>26.638608647978433</c:v>
                </c:pt>
                <c:pt idx="517">
                  <c:v>26.652964826228747</c:v>
                </c:pt>
                <c:pt idx="518">
                  <c:v>26.674952092103755</c:v>
                </c:pt>
                <c:pt idx="519">
                  <c:v>26.69005810360261</c:v>
                </c:pt>
                <c:pt idx="520">
                  <c:v>26.707158433069836</c:v>
                </c:pt>
                <c:pt idx="521">
                  <c:v>26.711458997723824</c:v>
                </c:pt>
                <c:pt idx="522">
                  <c:v>26.761272442657077</c:v>
                </c:pt>
                <c:pt idx="523">
                  <c:v>26.745187735865688</c:v>
                </c:pt>
                <c:pt idx="524">
                  <c:v>26.755177350737004</c:v>
                </c:pt>
                <c:pt idx="525">
                  <c:v>26.781285249998785</c:v>
                </c:pt>
                <c:pt idx="526">
                  <c:v>26.81426794333856</c:v>
                </c:pt>
                <c:pt idx="527">
                  <c:v>26.845696416552368</c:v>
                </c:pt>
                <c:pt idx="528">
                  <c:v>26.866103302081711</c:v>
                </c:pt>
                <c:pt idx="529">
                  <c:v>26.820265971272732</c:v>
                </c:pt>
                <c:pt idx="530">
                  <c:v>26.79225284235174</c:v>
                </c:pt>
                <c:pt idx="531">
                  <c:v>26.819489539142268</c:v>
                </c:pt>
                <c:pt idx="532">
                  <c:v>26.79160641375211</c:v>
                </c:pt>
                <c:pt idx="533">
                  <c:v>26.790279420656411</c:v>
                </c:pt>
                <c:pt idx="534">
                  <c:v>26.771417742738329</c:v>
                </c:pt>
                <c:pt idx="535">
                  <c:v>26.806393876722037</c:v>
                </c:pt>
                <c:pt idx="536">
                  <c:v>26.833227562566989</c:v>
                </c:pt>
                <c:pt idx="537">
                  <c:v>26.826842873824553</c:v>
                </c:pt>
                <c:pt idx="538">
                  <c:v>26.828420063899529</c:v>
                </c:pt>
                <c:pt idx="539">
                  <c:v>26.876817985725296</c:v>
                </c:pt>
                <c:pt idx="540">
                  <c:v>26.840960060921407</c:v>
                </c:pt>
                <c:pt idx="541">
                  <c:v>26.871934159831444</c:v>
                </c:pt>
                <c:pt idx="542">
                  <c:v>26.881254057127062</c:v>
                </c:pt>
                <c:pt idx="543">
                  <c:v>26.941327970913662</c:v>
                </c:pt>
                <c:pt idx="544">
                  <c:v>26.990334755901625</c:v>
                </c:pt>
                <c:pt idx="545">
                  <c:v>26.934001594018756</c:v>
                </c:pt>
                <c:pt idx="546">
                  <c:v>26.931213696214929</c:v>
                </c:pt>
                <c:pt idx="547">
                  <c:v>26.983383794110779</c:v>
                </c:pt>
                <c:pt idx="548">
                  <c:v>26.974756026042495</c:v>
                </c:pt>
                <c:pt idx="549">
                  <c:v>27.016976786234554</c:v>
                </c:pt>
                <c:pt idx="550">
                  <c:v>27.0242321796065</c:v>
                </c:pt>
                <c:pt idx="551">
                  <c:v>27.036257506208472</c:v>
                </c:pt>
                <c:pt idx="552">
                  <c:v>27.048381731201989</c:v>
                </c:pt>
                <c:pt idx="553">
                  <c:v>27.056931417394999</c:v>
                </c:pt>
                <c:pt idx="554">
                  <c:v>27.106720456757433</c:v>
                </c:pt>
                <c:pt idx="555">
                  <c:v>27.131331959549598</c:v>
                </c:pt>
                <c:pt idx="556">
                  <c:v>27.15796370125954</c:v>
                </c:pt>
                <c:pt idx="557">
                  <c:v>27.110464159661564</c:v>
                </c:pt>
                <c:pt idx="558">
                  <c:v>27.128615364295811</c:v>
                </c:pt>
                <c:pt idx="559">
                  <c:v>27.121804854172328</c:v>
                </c:pt>
                <c:pt idx="560">
                  <c:v>27.084821800650989</c:v>
                </c:pt>
                <c:pt idx="561">
                  <c:v>26.984578789756458</c:v>
                </c:pt>
                <c:pt idx="562">
                  <c:v>26.96793036213321</c:v>
                </c:pt>
                <c:pt idx="563">
                  <c:v>27.004967331229295</c:v>
                </c:pt>
                <c:pt idx="564">
                  <c:v>26.956698854636993</c:v>
                </c:pt>
                <c:pt idx="565">
                  <c:v>26.964136970763001</c:v>
                </c:pt>
                <c:pt idx="566">
                  <c:v>26.986155501290824</c:v>
                </c:pt>
                <c:pt idx="567">
                  <c:v>26.965598513525272</c:v>
                </c:pt>
                <c:pt idx="568">
                  <c:v>26.820605495831476</c:v>
                </c:pt>
                <c:pt idx="569">
                  <c:v>26.841272787206314</c:v>
                </c:pt>
                <c:pt idx="570">
                  <c:v>26.899180347677294</c:v>
                </c:pt>
                <c:pt idx="571">
                  <c:v>26.89949403104341</c:v>
                </c:pt>
                <c:pt idx="572">
                  <c:v>26.924422088445308</c:v>
                </c:pt>
                <c:pt idx="573">
                  <c:v>26.941167101513855</c:v>
                </c:pt>
                <c:pt idx="574">
                  <c:v>26.968310403129784</c:v>
                </c:pt>
                <c:pt idx="575">
                  <c:v>26.952447818935546</c:v>
                </c:pt>
                <c:pt idx="576">
                  <c:v>27.020542551790658</c:v>
                </c:pt>
                <c:pt idx="577">
                  <c:v>26.636915411806921</c:v>
                </c:pt>
                <c:pt idx="578">
                  <c:v>25.871408423160055</c:v>
                </c:pt>
                <c:pt idx="579">
                  <c:v>25.870645180805003</c:v>
                </c:pt>
                <c:pt idx="580">
                  <c:v>26.013537547312712</c:v>
                </c:pt>
                <c:pt idx="581">
                  <c:v>26.002931085190617</c:v>
                </c:pt>
                <c:pt idx="582">
                  <c:v>25.138168948919855</c:v>
                </c:pt>
                <c:pt idx="583">
                  <c:v>25.20511669970325</c:v>
                </c:pt>
                <c:pt idx="584">
                  <c:v>24.393222557032271</c:v>
                </c:pt>
                <c:pt idx="585">
                  <c:v>24.620660304682019</c:v>
                </c:pt>
                <c:pt idx="586">
                  <c:v>24.612329391301934</c:v>
                </c:pt>
                <c:pt idx="587">
                  <c:v>26.477693707055469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9-014F-48C8-BF04-9E4E678005A5}"/>
            </c:ext>
          </c:extLst>
        </c:ser>
        <c:ser>
          <c:idx val="26"/>
          <c:order val="26"/>
          <c:tx>
            <c:strRef>
              <c:f>Sheet2!$AB$1</c:f>
              <c:strCache>
                <c:ptCount val="1"/>
                <c:pt idx="0">
                  <c:v>S27_z/O-PTIR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Sheet2!$AB$2:$AB$589</c:f>
              <c:numCache>
                <c:formatCode>General</c:formatCode>
                <c:ptCount val="588"/>
                <c:pt idx="0">
                  <c:v>27.06821129419858</c:v>
                </c:pt>
                <c:pt idx="1">
                  <c:v>27.147240338221735</c:v>
                </c:pt>
                <c:pt idx="2">
                  <c:v>27.358043951418786</c:v>
                </c:pt>
                <c:pt idx="3">
                  <c:v>27.51809122848292</c:v>
                </c:pt>
                <c:pt idx="4">
                  <c:v>27.607279685345404</c:v>
                </c:pt>
                <c:pt idx="5">
                  <c:v>27.674855229714993</c:v>
                </c:pt>
                <c:pt idx="6">
                  <c:v>27.661676527104248</c:v>
                </c:pt>
                <c:pt idx="7">
                  <c:v>27.670912315427024</c:v>
                </c:pt>
                <c:pt idx="8">
                  <c:v>27.724001184476425</c:v>
                </c:pt>
                <c:pt idx="9">
                  <c:v>27.728945030638638</c:v>
                </c:pt>
                <c:pt idx="10">
                  <c:v>27.749276531047972</c:v>
                </c:pt>
                <c:pt idx="11">
                  <c:v>27.77529047550405</c:v>
                </c:pt>
                <c:pt idx="12">
                  <c:v>27.816010082328592</c:v>
                </c:pt>
                <c:pt idx="13">
                  <c:v>27.837170104277444</c:v>
                </c:pt>
                <c:pt idx="14">
                  <c:v>27.84353717501693</c:v>
                </c:pt>
                <c:pt idx="15">
                  <c:v>27.864257353001172</c:v>
                </c:pt>
                <c:pt idx="16">
                  <c:v>27.892239248598617</c:v>
                </c:pt>
                <c:pt idx="17">
                  <c:v>27.922337239884357</c:v>
                </c:pt>
                <c:pt idx="18">
                  <c:v>27.939312242128196</c:v>
                </c:pt>
                <c:pt idx="19">
                  <c:v>27.96248135231578</c:v>
                </c:pt>
                <c:pt idx="20">
                  <c:v>27.966888886320181</c:v>
                </c:pt>
                <c:pt idx="21">
                  <c:v>27.97426874559731</c:v>
                </c:pt>
                <c:pt idx="22">
                  <c:v>27.984653907820267</c:v>
                </c:pt>
                <c:pt idx="23">
                  <c:v>28.00326257979237</c:v>
                </c:pt>
                <c:pt idx="24">
                  <c:v>28.025774601344132</c:v>
                </c:pt>
                <c:pt idx="25">
                  <c:v>28.0391889498277</c:v>
                </c:pt>
                <c:pt idx="26">
                  <c:v>28.04141519774365</c:v>
                </c:pt>
                <c:pt idx="27">
                  <c:v>28.042981552221676</c:v>
                </c:pt>
                <c:pt idx="28">
                  <c:v>28.050420482330768</c:v>
                </c:pt>
                <c:pt idx="29">
                  <c:v>28.054340575728979</c:v>
                </c:pt>
                <c:pt idx="30">
                  <c:v>28.054317032390195</c:v>
                </c:pt>
                <c:pt idx="31">
                  <c:v>28.052214705730364</c:v>
                </c:pt>
                <c:pt idx="32">
                  <c:v>28.066852627878578</c:v>
                </c:pt>
                <c:pt idx="33">
                  <c:v>28.071726608970472</c:v>
                </c:pt>
                <c:pt idx="34">
                  <c:v>28.068594070002419</c:v>
                </c:pt>
                <c:pt idx="35">
                  <c:v>28.084673660426521</c:v>
                </c:pt>
                <c:pt idx="36">
                  <c:v>28.106573300187939</c:v>
                </c:pt>
                <c:pt idx="37">
                  <c:v>28.120052159119652</c:v>
                </c:pt>
                <c:pt idx="38">
                  <c:v>28.131666589605437</c:v>
                </c:pt>
                <c:pt idx="39">
                  <c:v>28.17263845863036</c:v>
                </c:pt>
                <c:pt idx="40">
                  <c:v>28.209140918016825</c:v>
                </c:pt>
                <c:pt idx="41">
                  <c:v>28.231930614975809</c:v>
                </c:pt>
                <c:pt idx="42">
                  <c:v>28.225924938736323</c:v>
                </c:pt>
                <c:pt idx="43">
                  <c:v>28.238513570482468</c:v>
                </c:pt>
                <c:pt idx="44">
                  <c:v>28.258630546028673</c:v>
                </c:pt>
                <c:pt idx="45">
                  <c:v>28.259437309103472</c:v>
                </c:pt>
                <c:pt idx="46">
                  <c:v>28.262946201516019</c:v>
                </c:pt>
                <c:pt idx="47">
                  <c:v>28.303662578568456</c:v>
                </c:pt>
                <c:pt idx="48">
                  <c:v>28.335816659776487</c:v>
                </c:pt>
                <c:pt idx="49">
                  <c:v>28.336829023344112</c:v>
                </c:pt>
                <c:pt idx="50">
                  <c:v>28.33890678673713</c:v>
                </c:pt>
                <c:pt idx="51">
                  <c:v>28.36040431987119</c:v>
                </c:pt>
                <c:pt idx="52">
                  <c:v>28.368483424809547</c:v>
                </c:pt>
                <c:pt idx="53">
                  <c:v>28.357967371822244</c:v>
                </c:pt>
                <c:pt idx="54">
                  <c:v>28.365436134826329</c:v>
                </c:pt>
                <c:pt idx="55">
                  <c:v>28.380092840649162</c:v>
                </c:pt>
                <c:pt idx="56">
                  <c:v>28.393817672225047</c:v>
                </c:pt>
                <c:pt idx="57">
                  <c:v>28.393843765383913</c:v>
                </c:pt>
                <c:pt idx="58">
                  <c:v>28.39676568921297</c:v>
                </c:pt>
                <c:pt idx="59">
                  <c:v>28.416891334147465</c:v>
                </c:pt>
                <c:pt idx="60">
                  <c:v>28.424769003299129</c:v>
                </c:pt>
                <c:pt idx="61">
                  <c:v>28.43017912656083</c:v>
                </c:pt>
                <c:pt idx="62">
                  <c:v>28.434166365221273</c:v>
                </c:pt>
                <c:pt idx="63">
                  <c:v>28.411280200069086</c:v>
                </c:pt>
                <c:pt idx="64">
                  <c:v>28.393404856353335</c:v>
                </c:pt>
                <c:pt idx="65">
                  <c:v>28.415211512675665</c:v>
                </c:pt>
                <c:pt idx="66">
                  <c:v>28.443975353099084</c:v>
                </c:pt>
                <c:pt idx="67">
                  <c:v>28.485067573632005</c:v>
                </c:pt>
                <c:pt idx="68">
                  <c:v>28.48679159198527</c:v>
                </c:pt>
                <c:pt idx="69">
                  <c:v>28.48516922645938</c:v>
                </c:pt>
                <c:pt idx="70">
                  <c:v>28.46709746160311</c:v>
                </c:pt>
                <c:pt idx="71">
                  <c:v>28.424644572078996</c:v>
                </c:pt>
                <c:pt idx="72">
                  <c:v>28.384015313879452</c:v>
                </c:pt>
                <c:pt idx="73">
                  <c:v>28.364753462995651</c:v>
                </c:pt>
                <c:pt idx="74">
                  <c:v>28.367427544312473</c:v>
                </c:pt>
                <c:pt idx="75">
                  <c:v>28.377670511568706</c:v>
                </c:pt>
                <c:pt idx="76">
                  <c:v>28.394602591841121</c:v>
                </c:pt>
                <c:pt idx="77">
                  <c:v>28.353508841416151</c:v>
                </c:pt>
                <c:pt idx="78">
                  <c:v>28.301822713389345</c:v>
                </c:pt>
                <c:pt idx="79">
                  <c:v>28.275814888501468</c:v>
                </c:pt>
                <c:pt idx="80">
                  <c:v>28.274595054572949</c:v>
                </c:pt>
                <c:pt idx="81">
                  <c:v>28.281683129438388</c:v>
                </c:pt>
                <c:pt idx="82">
                  <c:v>28.269588907806664</c:v>
                </c:pt>
                <c:pt idx="83">
                  <c:v>28.248148235660491</c:v>
                </c:pt>
                <c:pt idx="84">
                  <c:v>28.210608849439584</c:v>
                </c:pt>
                <c:pt idx="85">
                  <c:v>28.178322432569157</c:v>
                </c:pt>
                <c:pt idx="86">
                  <c:v>28.158974482760495</c:v>
                </c:pt>
                <c:pt idx="87">
                  <c:v>28.15635139784537</c:v>
                </c:pt>
                <c:pt idx="88">
                  <c:v>28.139765328158447</c:v>
                </c:pt>
                <c:pt idx="89">
                  <c:v>28.120195798984426</c:v>
                </c:pt>
                <c:pt idx="90">
                  <c:v>28.105233114751424</c:v>
                </c:pt>
                <c:pt idx="91">
                  <c:v>28.118954716555201</c:v>
                </c:pt>
                <c:pt idx="92">
                  <c:v>28.11890406012952</c:v>
                </c:pt>
                <c:pt idx="93">
                  <c:v>28.065562163933713</c:v>
                </c:pt>
                <c:pt idx="94">
                  <c:v>28.029020522311946</c:v>
                </c:pt>
                <c:pt idx="95">
                  <c:v>28.002114990766252</c:v>
                </c:pt>
                <c:pt idx="96">
                  <c:v>27.969614898972729</c:v>
                </c:pt>
                <c:pt idx="97">
                  <c:v>27.940503943041779</c:v>
                </c:pt>
                <c:pt idx="98">
                  <c:v>27.926193587780446</c:v>
                </c:pt>
                <c:pt idx="99">
                  <c:v>27.92318819984062</c:v>
                </c:pt>
                <c:pt idx="100">
                  <c:v>27.898050798535657</c:v>
                </c:pt>
                <c:pt idx="101">
                  <c:v>27.884780429892867</c:v>
                </c:pt>
                <c:pt idx="102">
                  <c:v>27.877430318516726</c:v>
                </c:pt>
                <c:pt idx="103">
                  <c:v>27.858104807124811</c:v>
                </c:pt>
                <c:pt idx="104">
                  <c:v>27.857333146573179</c:v>
                </c:pt>
                <c:pt idx="105">
                  <c:v>27.851022426857561</c:v>
                </c:pt>
                <c:pt idx="106">
                  <c:v>27.843093591316197</c:v>
                </c:pt>
                <c:pt idx="107">
                  <c:v>27.84030561803559</c:v>
                </c:pt>
                <c:pt idx="108">
                  <c:v>27.831511628539491</c:v>
                </c:pt>
                <c:pt idx="109">
                  <c:v>27.831948497714002</c:v>
                </c:pt>
                <c:pt idx="110">
                  <c:v>27.820828137366629</c:v>
                </c:pt>
                <c:pt idx="111">
                  <c:v>27.816506702287086</c:v>
                </c:pt>
                <c:pt idx="112">
                  <c:v>27.802848760991427</c:v>
                </c:pt>
                <c:pt idx="113">
                  <c:v>27.783627962210986</c:v>
                </c:pt>
                <c:pt idx="114">
                  <c:v>27.774051857900908</c:v>
                </c:pt>
                <c:pt idx="115">
                  <c:v>27.744543894982769</c:v>
                </c:pt>
                <c:pt idx="116">
                  <c:v>27.719316909998831</c:v>
                </c:pt>
                <c:pt idx="117">
                  <c:v>27.717129504342175</c:v>
                </c:pt>
                <c:pt idx="118">
                  <c:v>27.712469070682374</c:v>
                </c:pt>
                <c:pt idx="119">
                  <c:v>27.70942734780634</c:v>
                </c:pt>
                <c:pt idx="120">
                  <c:v>27.689666582125966</c:v>
                </c:pt>
                <c:pt idx="121">
                  <c:v>27.670441406154382</c:v>
                </c:pt>
                <c:pt idx="122">
                  <c:v>27.661741675007413</c:v>
                </c:pt>
                <c:pt idx="123">
                  <c:v>27.652220519320156</c:v>
                </c:pt>
                <c:pt idx="124">
                  <c:v>27.644348119796668</c:v>
                </c:pt>
                <c:pt idx="125">
                  <c:v>27.639916617483472</c:v>
                </c:pt>
                <c:pt idx="126">
                  <c:v>27.633513934256801</c:v>
                </c:pt>
                <c:pt idx="127">
                  <c:v>27.628125569459819</c:v>
                </c:pt>
                <c:pt idx="128">
                  <c:v>27.622656205378149</c:v>
                </c:pt>
                <c:pt idx="129">
                  <c:v>27.637699718907832</c:v>
                </c:pt>
                <c:pt idx="130">
                  <c:v>27.647410411221387</c:v>
                </c:pt>
                <c:pt idx="131">
                  <c:v>27.653098719854327</c:v>
                </c:pt>
                <c:pt idx="132">
                  <c:v>27.651435132237069</c:v>
                </c:pt>
                <c:pt idx="133">
                  <c:v>27.647351892850441</c:v>
                </c:pt>
                <c:pt idx="134">
                  <c:v>27.648379937811587</c:v>
                </c:pt>
                <c:pt idx="135">
                  <c:v>27.627173169161185</c:v>
                </c:pt>
                <c:pt idx="136">
                  <c:v>27.62571016739059</c:v>
                </c:pt>
                <c:pt idx="137">
                  <c:v>27.638281460360158</c:v>
                </c:pt>
                <c:pt idx="138">
                  <c:v>27.662598287064867</c:v>
                </c:pt>
                <c:pt idx="139">
                  <c:v>27.697580756201845</c:v>
                </c:pt>
                <c:pt idx="140">
                  <c:v>27.728930156688143</c:v>
                </c:pt>
                <c:pt idx="141">
                  <c:v>27.757184713046648</c:v>
                </c:pt>
                <c:pt idx="142">
                  <c:v>27.745845918112018</c:v>
                </c:pt>
                <c:pt idx="143">
                  <c:v>27.753983923894332</c:v>
                </c:pt>
                <c:pt idx="144">
                  <c:v>27.765669494360477</c:v>
                </c:pt>
                <c:pt idx="145">
                  <c:v>27.765537073704081</c:v>
                </c:pt>
                <c:pt idx="146">
                  <c:v>27.766815808476554</c:v>
                </c:pt>
                <c:pt idx="147">
                  <c:v>27.777722918870847</c:v>
                </c:pt>
                <c:pt idx="148">
                  <c:v>27.781566432672513</c:v>
                </c:pt>
                <c:pt idx="149">
                  <c:v>27.770905039940381</c:v>
                </c:pt>
                <c:pt idx="150">
                  <c:v>27.763304451237921</c:v>
                </c:pt>
                <c:pt idx="151">
                  <c:v>27.77399023724886</c:v>
                </c:pt>
                <c:pt idx="152">
                  <c:v>27.770231207485999</c:v>
                </c:pt>
                <c:pt idx="153">
                  <c:v>27.789132088839811</c:v>
                </c:pt>
                <c:pt idx="154">
                  <c:v>27.810946564610401</c:v>
                </c:pt>
                <c:pt idx="155">
                  <c:v>27.832836940025512</c:v>
                </c:pt>
                <c:pt idx="156">
                  <c:v>27.83034024119258</c:v>
                </c:pt>
                <c:pt idx="157">
                  <c:v>27.823287183856309</c:v>
                </c:pt>
                <c:pt idx="158">
                  <c:v>27.822638509626763</c:v>
                </c:pt>
                <c:pt idx="159">
                  <c:v>27.824254840578451</c:v>
                </c:pt>
                <c:pt idx="160">
                  <c:v>27.804465941883141</c:v>
                </c:pt>
                <c:pt idx="161">
                  <c:v>27.787692800396005</c:v>
                </c:pt>
                <c:pt idx="162">
                  <c:v>27.783761827765435</c:v>
                </c:pt>
                <c:pt idx="163">
                  <c:v>27.788045695495725</c:v>
                </c:pt>
                <c:pt idx="164">
                  <c:v>27.777162298428223</c:v>
                </c:pt>
                <c:pt idx="165">
                  <c:v>27.75530252085413</c:v>
                </c:pt>
                <c:pt idx="166">
                  <c:v>27.757551292180825</c:v>
                </c:pt>
                <c:pt idx="167">
                  <c:v>27.750482850930037</c:v>
                </c:pt>
                <c:pt idx="168">
                  <c:v>27.736958775188825</c:v>
                </c:pt>
                <c:pt idx="169">
                  <c:v>27.713987531039809</c:v>
                </c:pt>
                <c:pt idx="170">
                  <c:v>27.705927762237096</c:v>
                </c:pt>
                <c:pt idx="171">
                  <c:v>27.71090654093447</c:v>
                </c:pt>
                <c:pt idx="172">
                  <c:v>27.715629275198342</c:v>
                </c:pt>
                <c:pt idx="173">
                  <c:v>27.708567166000766</c:v>
                </c:pt>
                <c:pt idx="174">
                  <c:v>27.695864174823825</c:v>
                </c:pt>
                <c:pt idx="175">
                  <c:v>27.672676535943623</c:v>
                </c:pt>
                <c:pt idx="176">
                  <c:v>27.66357508064231</c:v>
                </c:pt>
                <c:pt idx="177">
                  <c:v>27.663871837203168</c:v>
                </c:pt>
                <c:pt idx="178">
                  <c:v>27.677717572748069</c:v>
                </c:pt>
                <c:pt idx="179">
                  <c:v>27.687782562562386</c:v>
                </c:pt>
                <c:pt idx="180">
                  <c:v>27.689203534798583</c:v>
                </c:pt>
                <c:pt idx="181">
                  <c:v>27.689560467113441</c:v>
                </c:pt>
                <c:pt idx="182">
                  <c:v>27.67229550782897</c:v>
                </c:pt>
                <c:pt idx="183">
                  <c:v>27.676819441120237</c:v>
                </c:pt>
                <c:pt idx="184">
                  <c:v>27.695292122687825</c:v>
                </c:pt>
                <c:pt idx="185">
                  <c:v>27.716377052435181</c:v>
                </c:pt>
                <c:pt idx="186">
                  <c:v>27.742266225695115</c:v>
                </c:pt>
                <c:pt idx="187">
                  <c:v>27.757138476309112</c:v>
                </c:pt>
                <c:pt idx="188">
                  <c:v>27.765588835051801</c:v>
                </c:pt>
                <c:pt idx="189">
                  <c:v>27.773429361824231</c:v>
                </c:pt>
                <c:pt idx="190">
                  <c:v>27.771404804676983</c:v>
                </c:pt>
                <c:pt idx="191">
                  <c:v>27.773233535641726</c:v>
                </c:pt>
                <c:pt idx="192">
                  <c:v>27.765999781055449</c:v>
                </c:pt>
                <c:pt idx="193">
                  <c:v>27.757171538976209</c:v>
                </c:pt>
                <c:pt idx="194">
                  <c:v>27.750530872541635</c:v>
                </c:pt>
                <c:pt idx="195">
                  <c:v>27.763187839466049</c:v>
                </c:pt>
                <c:pt idx="196">
                  <c:v>27.773061847756022</c:v>
                </c:pt>
                <c:pt idx="197">
                  <c:v>27.784517764426543</c:v>
                </c:pt>
                <c:pt idx="198">
                  <c:v>27.801816168851126</c:v>
                </c:pt>
                <c:pt idx="199">
                  <c:v>27.829345641371546</c:v>
                </c:pt>
                <c:pt idx="200">
                  <c:v>27.861970844337222</c:v>
                </c:pt>
                <c:pt idx="201">
                  <c:v>27.892899142036537</c:v>
                </c:pt>
                <c:pt idx="202">
                  <c:v>27.935937215270091</c:v>
                </c:pt>
                <c:pt idx="203">
                  <c:v>27.971396543259907</c:v>
                </c:pt>
                <c:pt idx="204">
                  <c:v>27.97895021527281</c:v>
                </c:pt>
                <c:pt idx="205">
                  <c:v>27.987186389128382</c:v>
                </c:pt>
                <c:pt idx="206">
                  <c:v>28.013073437538246</c:v>
                </c:pt>
                <c:pt idx="207">
                  <c:v>28.02519358234083</c:v>
                </c:pt>
                <c:pt idx="208">
                  <c:v>28.025931075303326</c:v>
                </c:pt>
                <c:pt idx="209">
                  <c:v>28.011283208856781</c:v>
                </c:pt>
                <c:pt idx="210">
                  <c:v>27.980362815599733</c:v>
                </c:pt>
                <c:pt idx="211">
                  <c:v>27.950507142216047</c:v>
                </c:pt>
                <c:pt idx="212">
                  <c:v>27.923327335023242</c:v>
                </c:pt>
                <c:pt idx="213">
                  <c:v>27.896479514405463</c:v>
                </c:pt>
                <c:pt idx="214">
                  <c:v>27.878069643405961</c:v>
                </c:pt>
                <c:pt idx="215">
                  <c:v>27.871626758015957</c:v>
                </c:pt>
                <c:pt idx="216">
                  <c:v>27.865200361462495</c:v>
                </c:pt>
                <c:pt idx="217">
                  <c:v>27.869037500713951</c:v>
                </c:pt>
                <c:pt idx="218">
                  <c:v>27.896781413103493</c:v>
                </c:pt>
                <c:pt idx="219">
                  <c:v>27.921558864806499</c:v>
                </c:pt>
                <c:pt idx="220">
                  <c:v>27.950098661038478</c:v>
                </c:pt>
                <c:pt idx="221">
                  <c:v>27.96974833955716</c:v>
                </c:pt>
                <c:pt idx="222">
                  <c:v>27.987844752674253</c:v>
                </c:pt>
                <c:pt idx="223">
                  <c:v>28.008463362825122</c:v>
                </c:pt>
                <c:pt idx="224">
                  <c:v>28.011761130134659</c:v>
                </c:pt>
                <c:pt idx="225">
                  <c:v>28.017032033219735</c:v>
                </c:pt>
                <c:pt idx="226">
                  <c:v>28.051122192818077</c:v>
                </c:pt>
                <c:pt idx="227">
                  <c:v>28.048931387401304</c:v>
                </c:pt>
                <c:pt idx="228">
                  <c:v>28.026223624661043</c:v>
                </c:pt>
                <c:pt idx="229">
                  <c:v>28.015748963753119</c:v>
                </c:pt>
                <c:pt idx="230">
                  <c:v>28.07017521343694</c:v>
                </c:pt>
                <c:pt idx="231">
                  <c:v>28.103911458007524</c:v>
                </c:pt>
                <c:pt idx="232">
                  <c:v>28.116930329395959</c:v>
                </c:pt>
                <c:pt idx="233">
                  <c:v>28.117758170983457</c:v>
                </c:pt>
                <c:pt idx="234">
                  <c:v>28.105286405991194</c:v>
                </c:pt>
                <c:pt idx="235">
                  <c:v>28.102227726811599</c:v>
                </c:pt>
                <c:pt idx="236">
                  <c:v>28.097302239353994</c:v>
                </c:pt>
                <c:pt idx="237">
                  <c:v>28.059390409412714</c:v>
                </c:pt>
                <c:pt idx="238">
                  <c:v>28.037351804456677</c:v>
                </c:pt>
                <c:pt idx="239">
                  <c:v>28.026852580281936</c:v>
                </c:pt>
                <c:pt idx="240">
                  <c:v>27.997438365748913</c:v>
                </c:pt>
                <c:pt idx="241">
                  <c:v>27.960307800681584</c:v>
                </c:pt>
                <c:pt idx="242">
                  <c:v>27.954157379655292</c:v>
                </c:pt>
                <c:pt idx="243">
                  <c:v>27.926004901094181</c:v>
                </c:pt>
                <c:pt idx="244">
                  <c:v>27.900541207812378</c:v>
                </c:pt>
                <c:pt idx="245">
                  <c:v>27.901214955272756</c:v>
                </c:pt>
                <c:pt idx="246">
                  <c:v>27.906660011069619</c:v>
                </c:pt>
                <c:pt idx="247">
                  <c:v>27.90309731745328</c:v>
                </c:pt>
                <c:pt idx="248">
                  <c:v>27.907965178976973</c:v>
                </c:pt>
                <c:pt idx="249">
                  <c:v>27.91548289852668</c:v>
                </c:pt>
                <c:pt idx="250">
                  <c:v>27.929054570909475</c:v>
                </c:pt>
                <c:pt idx="251">
                  <c:v>28.001417444985083</c:v>
                </c:pt>
                <c:pt idx="252">
                  <c:v>27.992967341224404</c:v>
                </c:pt>
                <c:pt idx="253">
                  <c:v>27.989854690853015</c:v>
                </c:pt>
                <c:pt idx="254">
                  <c:v>27.998956358639337</c:v>
                </c:pt>
                <c:pt idx="255">
                  <c:v>27.999299819404744</c:v>
                </c:pt>
                <c:pt idx="256">
                  <c:v>27.980077150756244</c:v>
                </c:pt>
                <c:pt idx="257">
                  <c:v>27.986821594868267</c:v>
                </c:pt>
                <c:pt idx="258">
                  <c:v>27.993461666344825</c:v>
                </c:pt>
                <c:pt idx="259">
                  <c:v>28</c:v>
                </c:pt>
                <c:pt idx="260">
                  <c:v>27.991777425184878</c:v>
                </c:pt>
                <c:pt idx="261">
                  <c:v>27.988970583235648</c:v>
                </c:pt>
                <c:pt idx="262">
                  <c:v>28.025835627038155</c:v>
                </c:pt>
                <c:pt idx="263">
                  <c:v>27.99225789628284</c:v>
                </c:pt>
                <c:pt idx="264">
                  <c:v>27.953705381548279</c:v>
                </c:pt>
                <c:pt idx="265">
                  <c:v>27.96031579011785</c:v>
                </c:pt>
                <c:pt idx="266">
                  <c:v>27.945740593543722</c:v>
                </c:pt>
                <c:pt idx="267">
                  <c:v>27.920468816720295</c:v>
                </c:pt>
                <c:pt idx="268">
                  <c:v>27.898509511168893</c:v>
                </c:pt>
                <c:pt idx="269">
                  <c:v>27.891293945299221</c:v>
                </c:pt>
                <c:pt idx="270">
                  <c:v>27.869343904094126</c:v>
                </c:pt>
                <c:pt idx="271">
                  <c:v>27.8455081859424</c:v>
                </c:pt>
                <c:pt idx="272">
                  <c:v>27.814579718255082</c:v>
                </c:pt>
                <c:pt idx="273">
                  <c:v>27.815181985759086</c:v>
                </c:pt>
                <c:pt idx="274">
                  <c:v>27.807983758665991</c:v>
                </c:pt>
                <c:pt idx="275">
                  <c:v>27.821622831293023</c:v>
                </c:pt>
                <c:pt idx="276">
                  <c:v>27.842620684684491</c:v>
                </c:pt>
                <c:pt idx="277">
                  <c:v>27.864391048567615</c:v>
                </c:pt>
                <c:pt idx="278">
                  <c:v>27.940731301999332</c:v>
                </c:pt>
                <c:pt idx="279">
                  <c:v>27.965210424752431</c:v>
                </c:pt>
                <c:pt idx="280">
                  <c:v>27.979897813410286</c:v>
                </c:pt>
                <c:pt idx="281">
                  <c:v>28.038782338518196</c:v>
                </c:pt>
                <c:pt idx="282">
                  <c:v>28.154583522586648</c:v>
                </c:pt>
                <c:pt idx="283">
                  <c:v>28.247681618584995</c:v>
                </c:pt>
                <c:pt idx="284">
                  <c:v>28.279859158137803</c:v>
                </c:pt>
                <c:pt idx="285">
                  <c:v>28.270639433681559</c:v>
                </c:pt>
                <c:pt idx="286">
                  <c:v>28.389101694984404</c:v>
                </c:pt>
                <c:pt idx="287">
                  <c:v>28.581400116407789</c:v>
                </c:pt>
                <c:pt idx="288">
                  <c:v>28.629430737367173</c:v>
                </c:pt>
                <c:pt idx="289">
                  <c:v>28.697392621976594</c:v>
                </c:pt>
                <c:pt idx="290">
                  <c:v>28.764067867371278</c:v>
                </c:pt>
                <c:pt idx="291">
                  <c:v>28.935318543923533</c:v>
                </c:pt>
                <c:pt idx="292">
                  <c:v>28.942574141968542</c:v>
                </c:pt>
                <c:pt idx="293">
                  <c:v>29.014774337522752</c:v>
                </c:pt>
                <c:pt idx="294">
                  <c:v>29.046601191819907</c:v>
                </c:pt>
                <c:pt idx="295">
                  <c:v>29.090651543627086</c:v>
                </c:pt>
                <c:pt idx="296">
                  <c:v>29.155851633108767</c:v>
                </c:pt>
                <c:pt idx="297">
                  <c:v>29.182556578807798</c:v>
                </c:pt>
                <c:pt idx="298">
                  <c:v>29.21523099330112</c:v>
                </c:pt>
                <c:pt idx="299">
                  <c:v>29.34436544157445</c:v>
                </c:pt>
                <c:pt idx="300">
                  <c:v>29.336526274706063</c:v>
                </c:pt>
                <c:pt idx="301">
                  <c:v>29.253537620385508</c:v>
                </c:pt>
                <c:pt idx="302">
                  <c:v>29.270950171755892</c:v>
                </c:pt>
                <c:pt idx="303">
                  <c:v>29.424284112513032</c:v>
                </c:pt>
                <c:pt idx="304">
                  <c:v>29.496771927772787</c:v>
                </c:pt>
                <c:pt idx="305">
                  <c:v>29.513544644289908</c:v>
                </c:pt>
                <c:pt idx="306">
                  <c:v>29.413198004748789</c:v>
                </c:pt>
                <c:pt idx="307">
                  <c:v>29.434598984695644</c:v>
                </c:pt>
                <c:pt idx="308">
                  <c:v>29.435730764837231</c:v>
                </c:pt>
                <c:pt idx="309">
                  <c:v>29.396798071928053</c:v>
                </c:pt>
                <c:pt idx="310">
                  <c:v>29.361944751178356</c:v>
                </c:pt>
                <c:pt idx="311">
                  <c:v>29.345243769599612</c:v>
                </c:pt>
                <c:pt idx="312">
                  <c:v>29.598267856220058</c:v>
                </c:pt>
                <c:pt idx="313">
                  <c:v>29.564092447636888</c:v>
                </c:pt>
                <c:pt idx="314">
                  <c:v>29.459743440502844</c:v>
                </c:pt>
                <c:pt idx="315">
                  <c:v>29.400892743008065</c:v>
                </c:pt>
                <c:pt idx="316">
                  <c:v>29.295765530784152</c:v>
                </c:pt>
                <c:pt idx="317">
                  <c:v>29.338155099776163</c:v>
                </c:pt>
                <c:pt idx="318">
                  <c:v>29.334879260919347</c:v>
                </c:pt>
                <c:pt idx="319">
                  <c:v>29.27633930149889</c:v>
                </c:pt>
                <c:pt idx="320">
                  <c:v>29.273110209343624</c:v>
                </c:pt>
                <c:pt idx="321">
                  <c:v>29.330547286583457</c:v>
                </c:pt>
                <c:pt idx="322">
                  <c:v>29.275336712241582</c:v>
                </c:pt>
                <c:pt idx="323">
                  <c:v>29.259228818814549</c:v>
                </c:pt>
                <c:pt idx="324">
                  <c:v>29.298302771756433</c:v>
                </c:pt>
                <c:pt idx="325">
                  <c:v>29.320339846820417</c:v>
                </c:pt>
                <c:pt idx="326">
                  <c:v>29.338570550461963</c:v>
                </c:pt>
                <c:pt idx="327">
                  <c:v>29.354752388671464</c:v>
                </c:pt>
                <c:pt idx="328">
                  <c:v>29.325622564071878</c:v>
                </c:pt>
                <c:pt idx="329">
                  <c:v>29.32108813402127</c:v>
                </c:pt>
                <c:pt idx="330">
                  <c:v>29.30224938328352</c:v>
                </c:pt>
                <c:pt idx="331">
                  <c:v>29.258142255482454</c:v>
                </c:pt>
                <c:pt idx="332">
                  <c:v>29.234658582490422</c:v>
                </c:pt>
                <c:pt idx="333">
                  <c:v>29.195927155379923</c:v>
                </c:pt>
                <c:pt idx="334">
                  <c:v>29.184229770747375</c:v>
                </c:pt>
                <c:pt idx="335">
                  <c:v>29.168659209406179</c:v>
                </c:pt>
                <c:pt idx="336">
                  <c:v>29.146983188866198</c:v>
                </c:pt>
                <c:pt idx="337">
                  <c:v>29.142317868051229</c:v>
                </c:pt>
                <c:pt idx="338">
                  <c:v>29.095891083925125</c:v>
                </c:pt>
                <c:pt idx="339">
                  <c:v>29.013302241393852</c:v>
                </c:pt>
                <c:pt idx="340">
                  <c:v>28.960456200210515</c:v>
                </c:pt>
                <c:pt idx="341">
                  <c:v>29.012215848049756</c:v>
                </c:pt>
                <c:pt idx="342">
                  <c:v>29.001978490397722</c:v>
                </c:pt>
                <c:pt idx="343">
                  <c:v>29.021363922561616</c:v>
                </c:pt>
                <c:pt idx="344">
                  <c:v>29.240958507967672</c:v>
                </c:pt>
                <c:pt idx="345">
                  <c:v>29.32177896527622</c:v>
                </c:pt>
                <c:pt idx="346">
                  <c:v>29.362037734617449</c:v>
                </c:pt>
                <c:pt idx="347">
                  <c:v>29.363718406029271</c:v>
                </c:pt>
                <c:pt idx="348">
                  <c:v>29.362084311330996</c:v>
                </c:pt>
                <c:pt idx="349">
                  <c:v>29.340190026191756</c:v>
                </c:pt>
                <c:pt idx="350">
                  <c:v>29.484208284263467</c:v>
                </c:pt>
                <c:pt idx="351">
                  <c:v>29.626616415945694</c:v>
                </c:pt>
                <c:pt idx="352">
                  <c:v>29.511043440774827</c:v>
                </c:pt>
                <c:pt idx="353">
                  <c:v>29.446943343677674</c:v>
                </c:pt>
                <c:pt idx="354">
                  <c:v>29.424455460422717</c:v>
                </c:pt>
                <c:pt idx="355">
                  <c:v>29.446362494662374</c:v>
                </c:pt>
                <c:pt idx="356">
                  <c:v>29.642094843787827</c:v>
                </c:pt>
                <c:pt idx="357">
                  <c:v>29.590114211541234</c:v>
                </c:pt>
                <c:pt idx="358">
                  <c:v>29.473099568094469</c:v>
                </c:pt>
                <c:pt idx="359">
                  <c:v>29.608230343266985</c:v>
                </c:pt>
                <c:pt idx="360">
                  <c:v>29.544635620510622</c:v>
                </c:pt>
                <c:pt idx="361">
                  <c:v>29.422973504989496</c:v>
                </c:pt>
                <c:pt idx="362">
                  <c:v>29.360326125388593</c:v>
                </c:pt>
                <c:pt idx="363">
                  <c:v>29.311365500050318</c:v>
                </c:pt>
                <c:pt idx="364">
                  <c:v>29.318947645054166</c:v>
                </c:pt>
                <c:pt idx="365">
                  <c:v>29.223750792144099</c:v>
                </c:pt>
                <c:pt idx="366">
                  <c:v>29.132288575718089</c:v>
                </c:pt>
                <c:pt idx="367">
                  <c:v>29.121223036502553</c:v>
                </c:pt>
                <c:pt idx="368">
                  <c:v>29.113794900631806</c:v>
                </c:pt>
                <c:pt idx="369">
                  <c:v>28.993388656496393</c:v>
                </c:pt>
                <c:pt idx="370">
                  <c:v>28.987323314466924</c:v>
                </c:pt>
                <c:pt idx="371">
                  <c:v>28.877122810214505</c:v>
                </c:pt>
                <c:pt idx="372">
                  <c:v>28.796810617042865</c:v>
                </c:pt>
                <c:pt idx="373">
                  <c:v>28.699560309024598</c:v>
                </c:pt>
                <c:pt idx="374">
                  <c:v>28.668944109303649</c:v>
                </c:pt>
                <c:pt idx="375">
                  <c:v>28.67623370494978</c:v>
                </c:pt>
                <c:pt idx="376">
                  <c:v>28.582085678034559</c:v>
                </c:pt>
                <c:pt idx="377">
                  <c:v>28.499870979103715</c:v>
                </c:pt>
                <c:pt idx="378">
                  <c:v>28.392702720896015</c:v>
                </c:pt>
                <c:pt idx="379">
                  <c:v>28.272647926962275</c:v>
                </c:pt>
                <c:pt idx="380">
                  <c:v>28.187434299635818</c:v>
                </c:pt>
                <c:pt idx="381">
                  <c:v>28.036433614244178</c:v>
                </c:pt>
                <c:pt idx="382">
                  <c:v>27.960530059998966</c:v>
                </c:pt>
                <c:pt idx="383">
                  <c:v>27.805370873031201</c:v>
                </c:pt>
                <c:pt idx="384">
                  <c:v>27.70092335784787</c:v>
                </c:pt>
                <c:pt idx="385">
                  <c:v>27.618550315089767</c:v>
                </c:pt>
                <c:pt idx="386">
                  <c:v>27.543313623790706</c:v>
                </c:pt>
                <c:pt idx="387">
                  <c:v>27.489927998180448</c:v>
                </c:pt>
                <c:pt idx="388">
                  <c:v>27.437230059047032</c:v>
                </c:pt>
                <c:pt idx="389">
                  <c:v>27.40291696017929</c:v>
                </c:pt>
                <c:pt idx="390">
                  <c:v>27.371730280711393</c:v>
                </c:pt>
                <c:pt idx="391">
                  <c:v>27.345649382229592</c:v>
                </c:pt>
                <c:pt idx="392">
                  <c:v>27.325091585287741</c:v>
                </c:pt>
                <c:pt idx="393">
                  <c:v>27.308607954622723</c:v>
                </c:pt>
                <c:pt idx="394">
                  <c:v>27.298215227933518</c:v>
                </c:pt>
                <c:pt idx="395">
                  <c:v>27.281478612619093</c:v>
                </c:pt>
                <c:pt idx="396">
                  <c:v>27.264482553111051</c:v>
                </c:pt>
                <c:pt idx="397">
                  <c:v>27.256135440833294</c:v>
                </c:pt>
                <c:pt idx="398">
                  <c:v>27.24980374884748</c:v>
                </c:pt>
                <c:pt idx="399">
                  <c:v>27.22846154225358</c:v>
                </c:pt>
                <c:pt idx="400">
                  <c:v>27.228675323419179</c:v>
                </c:pt>
                <c:pt idx="401">
                  <c:v>27.221071908666126</c:v>
                </c:pt>
                <c:pt idx="402">
                  <c:v>27.215598974836336</c:v>
                </c:pt>
                <c:pt idx="403">
                  <c:v>27.207724832935789</c:v>
                </c:pt>
                <c:pt idx="404">
                  <c:v>27.199114111758274</c:v>
                </c:pt>
                <c:pt idx="405">
                  <c:v>27.181629081751993</c:v>
                </c:pt>
                <c:pt idx="406">
                  <c:v>27.173263005187355</c:v>
                </c:pt>
                <c:pt idx="407">
                  <c:v>27.163542984781994</c:v>
                </c:pt>
                <c:pt idx="408">
                  <c:v>27.158398616518618</c:v>
                </c:pt>
                <c:pt idx="409">
                  <c:v>27.162371034349817</c:v>
                </c:pt>
                <c:pt idx="410">
                  <c:v>27.152520271919613</c:v>
                </c:pt>
                <c:pt idx="411">
                  <c:v>27.147545264831113</c:v>
                </c:pt>
                <c:pt idx="412">
                  <c:v>27.139102151827167</c:v>
                </c:pt>
                <c:pt idx="413">
                  <c:v>27.127412129800121</c:v>
                </c:pt>
                <c:pt idx="414">
                  <c:v>27.127208749775615</c:v>
                </c:pt>
                <c:pt idx="415">
                  <c:v>27.125505193728532</c:v>
                </c:pt>
                <c:pt idx="416">
                  <c:v>27.122903686665868</c:v>
                </c:pt>
                <c:pt idx="417">
                  <c:v>27.115071627420971</c:v>
                </c:pt>
                <c:pt idx="418">
                  <c:v>27.082090267710711</c:v>
                </c:pt>
                <c:pt idx="419">
                  <c:v>27.086632862497723</c:v>
                </c:pt>
                <c:pt idx="420">
                  <c:v>27.088223578381811</c:v>
                </c:pt>
                <c:pt idx="421">
                  <c:v>27.091672024121976</c:v>
                </c:pt>
                <c:pt idx="422">
                  <c:v>27.094216340844991</c:v>
                </c:pt>
                <c:pt idx="423">
                  <c:v>27.074275775663768</c:v>
                </c:pt>
                <c:pt idx="424">
                  <c:v>27.056892595033496</c:v>
                </c:pt>
                <c:pt idx="425">
                  <c:v>27.067315112120689</c:v>
                </c:pt>
                <c:pt idx="426">
                  <c:v>27.065583704601302</c:v>
                </c:pt>
                <c:pt idx="427">
                  <c:v>27.053445642000501</c:v>
                </c:pt>
                <c:pt idx="428">
                  <c:v>27.039485339851922</c:v>
                </c:pt>
                <c:pt idx="429">
                  <c:v>27.020172893631877</c:v>
                </c:pt>
                <c:pt idx="430">
                  <c:v>27.016591460165944</c:v>
                </c:pt>
                <c:pt idx="431">
                  <c:v>27.013294841603475</c:v>
                </c:pt>
                <c:pt idx="432">
                  <c:v>27.016528745216114</c:v>
                </c:pt>
                <c:pt idx="433">
                  <c:v>27.022282062308932</c:v>
                </c:pt>
                <c:pt idx="434">
                  <c:v>27.03352995084542</c:v>
                </c:pt>
                <c:pt idx="435">
                  <c:v>27.065337269802242</c:v>
                </c:pt>
                <c:pt idx="436">
                  <c:v>27.126070711950565</c:v>
                </c:pt>
                <c:pt idx="437">
                  <c:v>27.140513317880291</c:v>
                </c:pt>
                <c:pt idx="438">
                  <c:v>27.159939759650559</c:v>
                </c:pt>
                <c:pt idx="439">
                  <c:v>27.231436799819406</c:v>
                </c:pt>
                <c:pt idx="440">
                  <c:v>27.25268967771634</c:v>
                </c:pt>
                <c:pt idx="441">
                  <c:v>27.254686144345655</c:v>
                </c:pt>
                <c:pt idx="442">
                  <c:v>27.26301064821866</c:v>
                </c:pt>
                <c:pt idx="443">
                  <c:v>27.267696452588307</c:v>
                </c:pt>
                <c:pt idx="444">
                  <c:v>27.284569759507768</c:v>
                </c:pt>
                <c:pt idx="445">
                  <c:v>27.308475640208826</c:v>
                </c:pt>
                <c:pt idx="446">
                  <c:v>27.312459755339663</c:v>
                </c:pt>
                <c:pt idx="447">
                  <c:v>27.329166686498599</c:v>
                </c:pt>
                <c:pt idx="448">
                  <c:v>27.349910301579122</c:v>
                </c:pt>
                <c:pt idx="449">
                  <c:v>27.351432629163686</c:v>
                </c:pt>
                <c:pt idx="450">
                  <c:v>27.357403521607516</c:v>
                </c:pt>
                <c:pt idx="451">
                  <c:v>27.365996882759951</c:v>
                </c:pt>
                <c:pt idx="452">
                  <c:v>27.372708986653901</c:v>
                </c:pt>
                <c:pt idx="453">
                  <c:v>27.38377860558159</c:v>
                </c:pt>
                <c:pt idx="454">
                  <c:v>27.391243926328556</c:v>
                </c:pt>
                <c:pt idx="455">
                  <c:v>27.390874797374298</c:v>
                </c:pt>
                <c:pt idx="456">
                  <c:v>27.395808019286157</c:v>
                </c:pt>
                <c:pt idx="457">
                  <c:v>27.396613209971903</c:v>
                </c:pt>
                <c:pt idx="458">
                  <c:v>27.391005943120653</c:v>
                </c:pt>
                <c:pt idx="459">
                  <c:v>27.385200045284805</c:v>
                </c:pt>
                <c:pt idx="460">
                  <c:v>27.390732262431563</c:v>
                </c:pt>
                <c:pt idx="461">
                  <c:v>27.397529615310344</c:v>
                </c:pt>
                <c:pt idx="462">
                  <c:v>27.406670380337964</c:v>
                </c:pt>
                <c:pt idx="463">
                  <c:v>27.413392556021247</c:v>
                </c:pt>
                <c:pt idx="464">
                  <c:v>27.410410583929199</c:v>
                </c:pt>
                <c:pt idx="465">
                  <c:v>27.398140339717632</c:v>
                </c:pt>
                <c:pt idx="466">
                  <c:v>27.391568730910347</c:v>
                </c:pt>
                <c:pt idx="467">
                  <c:v>27.405386078458303</c:v>
                </c:pt>
                <c:pt idx="468">
                  <c:v>27.411457327570968</c:v>
                </c:pt>
                <c:pt idx="469">
                  <c:v>27.423090159258365</c:v>
                </c:pt>
                <c:pt idx="470">
                  <c:v>27.427593566497947</c:v>
                </c:pt>
                <c:pt idx="471">
                  <c:v>27.441565603131043</c:v>
                </c:pt>
                <c:pt idx="472">
                  <c:v>27.4510958956736</c:v>
                </c:pt>
                <c:pt idx="473">
                  <c:v>27.466237152306533</c:v>
                </c:pt>
                <c:pt idx="474">
                  <c:v>27.478252457006633</c:v>
                </c:pt>
                <c:pt idx="475">
                  <c:v>27.49136312191812</c:v>
                </c:pt>
                <c:pt idx="476">
                  <c:v>27.491755751714159</c:v>
                </c:pt>
                <c:pt idx="477">
                  <c:v>27.493779458921377</c:v>
                </c:pt>
                <c:pt idx="478">
                  <c:v>27.498706136295024</c:v>
                </c:pt>
                <c:pt idx="479">
                  <c:v>27.515020565148923</c:v>
                </c:pt>
                <c:pt idx="480">
                  <c:v>27.532533196957623</c:v>
                </c:pt>
                <c:pt idx="481">
                  <c:v>27.544489175843754</c:v>
                </c:pt>
                <c:pt idx="482">
                  <c:v>27.555314012043311</c:v>
                </c:pt>
                <c:pt idx="483">
                  <c:v>27.559057105430639</c:v>
                </c:pt>
                <c:pt idx="484">
                  <c:v>27.559921834415363</c:v>
                </c:pt>
                <c:pt idx="485">
                  <c:v>27.558090553630535</c:v>
                </c:pt>
                <c:pt idx="486">
                  <c:v>27.571022816130093</c:v>
                </c:pt>
                <c:pt idx="487">
                  <c:v>27.581278702474755</c:v>
                </c:pt>
                <c:pt idx="488">
                  <c:v>27.591396048594813</c:v>
                </c:pt>
                <c:pt idx="489">
                  <c:v>27.59489797149913</c:v>
                </c:pt>
                <c:pt idx="490">
                  <c:v>27.592865849885634</c:v>
                </c:pt>
                <c:pt idx="491">
                  <c:v>27.602217867507267</c:v>
                </c:pt>
                <c:pt idx="492">
                  <c:v>27.603144769605059</c:v>
                </c:pt>
                <c:pt idx="493">
                  <c:v>27.60115493250796</c:v>
                </c:pt>
                <c:pt idx="494">
                  <c:v>27.597555436488403</c:v>
                </c:pt>
                <c:pt idx="495">
                  <c:v>27.609591267240184</c:v>
                </c:pt>
                <c:pt idx="496">
                  <c:v>27.615325727616661</c:v>
                </c:pt>
                <c:pt idx="497">
                  <c:v>27.620414701038694</c:v>
                </c:pt>
                <c:pt idx="498">
                  <c:v>27.618511345339474</c:v>
                </c:pt>
                <c:pt idx="499">
                  <c:v>27.614215280969773</c:v>
                </c:pt>
                <c:pt idx="500">
                  <c:v>27.618816303821603</c:v>
                </c:pt>
                <c:pt idx="501">
                  <c:v>27.623273771802662</c:v>
                </c:pt>
                <c:pt idx="502">
                  <c:v>27.623699846738816</c:v>
                </c:pt>
                <c:pt idx="503">
                  <c:v>27.621677244453632</c:v>
                </c:pt>
                <c:pt idx="504">
                  <c:v>27.612355399702995</c:v>
                </c:pt>
                <c:pt idx="505">
                  <c:v>27.607569727380035</c:v>
                </c:pt>
                <c:pt idx="506">
                  <c:v>27.613298025691307</c:v>
                </c:pt>
                <c:pt idx="507">
                  <c:v>27.618319683863106</c:v>
                </c:pt>
                <c:pt idx="508">
                  <c:v>27.637377846619142</c:v>
                </c:pt>
                <c:pt idx="509">
                  <c:v>27.649748213766035</c:v>
                </c:pt>
                <c:pt idx="510">
                  <c:v>27.655599583393396</c:v>
                </c:pt>
                <c:pt idx="511">
                  <c:v>27.662633559576037</c:v>
                </c:pt>
                <c:pt idx="512">
                  <c:v>27.67151641030209</c:v>
                </c:pt>
                <c:pt idx="513">
                  <c:v>27.696348300663907</c:v>
                </c:pt>
                <c:pt idx="514">
                  <c:v>27.71402543836507</c:v>
                </c:pt>
                <c:pt idx="515">
                  <c:v>27.731019989229559</c:v>
                </c:pt>
                <c:pt idx="516">
                  <c:v>27.759070729969295</c:v>
                </c:pt>
                <c:pt idx="517">
                  <c:v>27.77809162285509</c:v>
                </c:pt>
                <c:pt idx="518">
                  <c:v>27.796771519801563</c:v>
                </c:pt>
                <c:pt idx="519">
                  <c:v>27.810838537232812</c:v>
                </c:pt>
                <c:pt idx="520">
                  <c:v>27.829248323238314</c:v>
                </c:pt>
                <c:pt idx="521">
                  <c:v>27.85627429128601</c:v>
                </c:pt>
                <c:pt idx="522">
                  <c:v>27.880542458924101</c:v>
                </c:pt>
                <c:pt idx="523">
                  <c:v>27.899561566935837</c:v>
                </c:pt>
                <c:pt idx="524">
                  <c:v>27.905569792995408</c:v>
                </c:pt>
                <c:pt idx="525">
                  <c:v>27.911792118948085</c:v>
                </c:pt>
                <c:pt idx="526">
                  <c:v>27.920733148069072</c:v>
                </c:pt>
                <c:pt idx="527">
                  <c:v>27.933152386767588</c:v>
                </c:pt>
                <c:pt idx="528">
                  <c:v>27.943000641874711</c:v>
                </c:pt>
                <c:pt idx="529">
                  <c:v>27.944054822491726</c:v>
                </c:pt>
                <c:pt idx="530">
                  <c:v>27.918180183206275</c:v>
                </c:pt>
                <c:pt idx="531">
                  <c:v>27.904429853429541</c:v>
                </c:pt>
                <c:pt idx="532">
                  <c:v>27.892399547287944</c:v>
                </c:pt>
                <c:pt idx="533">
                  <c:v>27.897142382633483</c:v>
                </c:pt>
                <c:pt idx="534">
                  <c:v>27.899980842351766</c:v>
                </c:pt>
                <c:pt idx="535">
                  <c:v>27.881444415282058</c:v>
                </c:pt>
                <c:pt idx="536">
                  <c:v>27.88016585049759</c:v>
                </c:pt>
                <c:pt idx="537">
                  <c:v>27.883525493441184</c:v>
                </c:pt>
                <c:pt idx="538">
                  <c:v>27.90111636222948</c:v>
                </c:pt>
                <c:pt idx="539">
                  <c:v>27.933737315495019</c:v>
                </c:pt>
                <c:pt idx="540">
                  <c:v>27.936856765386636</c:v>
                </c:pt>
                <c:pt idx="541">
                  <c:v>27.960325479434172</c:v>
                </c:pt>
                <c:pt idx="542">
                  <c:v>27.993624514854233</c:v>
                </c:pt>
                <c:pt idx="543">
                  <c:v>28.035872908807555</c:v>
                </c:pt>
                <c:pt idx="544">
                  <c:v>28.05502401250568</c:v>
                </c:pt>
                <c:pt idx="545">
                  <c:v>28.068611493772998</c:v>
                </c:pt>
                <c:pt idx="546">
                  <c:v>28.073234487574556</c:v>
                </c:pt>
                <c:pt idx="547">
                  <c:v>28.076961814574364</c:v>
                </c:pt>
                <c:pt idx="548">
                  <c:v>28.105907117193812</c:v>
                </c:pt>
                <c:pt idx="549">
                  <c:v>28.108926359156097</c:v>
                </c:pt>
                <c:pt idx="550">
                  <c:v>28.121693563302173</c:v>
                </c:pt>
                <c:pt idx="551">
                  <c:v>28.158775936769903</c:v>
                </c:pt>
                <c:pt idx="552">
                  <c:v>28.205211560272307</c:v>
                </c:pt>
                <c:pt idx="553">
                  <c:v>28.236695548762082</c:v>
                </c:pt>
                <c:pt idx="554">
                  <c:v>28.234405555344015</c:v>
                </c:pt>
                <c:pt idx="555">
                  <c:v>28.231257462473447</c:v>
                </c:pt>
                <c:pt idx="556">
                  <c:v>28.238762772898745</c:v>
                </c:pt>
                <c:pt idx="557">
                  <c:v>28.223308483353414</c:v>
                </c:pt>
                <c:pt idx="558">
                  <c:v>28.203102009122237</c:v>
                </c:pt>
                <c:pt idx="559">
                  <c:v>28.153594362381789</c:v>
                </c:pt>
                <c:pt idx="560">
                  <c:v>28.139776377378812</c:v>
                </c:pt>
                <c:pt idx="561">
                  <c:v>28.181347539117642</c:v>
                </c:pt>
                <c:pt idx="562">
                  <c:v>28.181366662768276</c:v>
                </c:pt>
                <c:pt idx="563">
                  <c:v>28.142403202030067</c:v>
                </c:pt>
                <c:pt idx="564">
                  <c:v>28.133672108096054</c:v>
                </c:pt>
                <c:pt idx="565">
                  <c:v>28.163856623276661</c:v>
                </c:pt>
                <c:pt idx="566">
                  <c:v>28.167747138761889</c:v>
                </c:pt>
                <c:pt idx="567">
                  <c:v>28.175408328188364</c:v>
                </c:pt>
                <c:pt idx="568">
                  <c:v>28.19580348910581</c:v>
                </c:pt>
                <c:pt idx="569">
                  <c:v>28.187443818964134</c:v>
                </c:pt>
                <c:pt idx="570">
                  <c:v>28.180826355892329</c:v>
                </c:pt>
                <c:pt idx="571">
                  <c:v>28.195243633609213</c:v>
                </c:pt>
                <c:pt idx="572">
                  <c:v>28.173912773714687</c:v>
                </c:pt>
                <c:pt idx="573">
                  <c:v>28.144714613936841</c:v>
                </c:pt>
                <c:pt idx="574">
                  <c:v>28.115697746367015</c:v>
                </c:pt>
                <c:pt idx="575">
                  <c:v>28.108204675078127</c:v>
                </c:pt>
                <c:pt idx="576">
                  <c:v>28.122440490598983</c:v>
                </c:pt>
                <c:pt idx="577">
                  <c:v>28.116726173801176</c:v>
                </c:pt>
                <c:pt idx="578">
                  <c:v>27.966765475028083</c:v>
                </c:pt>
                <c:pt idx="579">
                  <c:v>27.944055162467738</c:v>
                </c:pt>
                <c:pt idx="580">
                  <c:v>28.030553729128872</c:v>
                </c:pt>
                <c:pt idx="581">
                  <c:v>27.945871314320062</c:v>
                </c:pt>
                <c:pt idx="582">
                  <c:v>27.755904958346139</c:v>
                </c:pt>
                <c:pt idx="583">
                  <c:v>27.368673726381868</c:v>
                </c:pt>
                <c:pt idx="584">
                  <c:v>27.151860973439714</c:v>
                </c:pt>
                <c:pt idx="585">
                  <c:v>27.447337333377757</c:v>
                </c:pt>
                <c:pt idx="586">
                  <c:v>27.111494697309158</c:v>
                </c:pt>
                <c:pt idx="587">
                  <c:v>26.776526840766117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A-014F-48C8-BF04-9E4E678005A5}"/>
            </c:ext>
          </c:extLst>
        </c:ser>
        <c:ser>
          <c:idx val="27"/>
          <c:order val="27"/>
          <c:tx>
            <c:strRef>
              <c:f>Sheet2!$AC$1</c:f>
              <c:strCache>
                <c:ptCount val="1"/>
                <c:pt idx="0">
                  <c:v>S28_z/O-PTIR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Sheet2!$AC$2:$AC$589</c:f>
              <c:numCache>
                <c:formatCode>General</c:formatCode>
                <c:ptCount val="588"/>
                <c:pt idx="0">
                  <c:v>27.651273041733077</c:v>
                </c:pt>
                <c:pt idx="1">
                  <c:v>27.669538145245866</c:v>
                </c:pt>
                <c:pt idx="2">
                  <c:v>27.725343725445786</c:v>
                </c:pt>
                <c:pt idx="3">
                  <c:v>27.852072871913276</c:v>
                </c:pt>
                <c:pt idx="4">
                  <c:v>28.109936910431493</c:v>
                </c:pt>
                <c:pt idx="5">
                  <c:v>28.131157447486618</c:v>
                </c:pt>
                <c:pt idx="6">
                  <c:v>28.159325978918353</c:v>
                </c:pt>
                <c:pt idx="7">
                  <c:v>28.301711582074581</c:v>
                </c:pt>
                <c:pt idx="8">
                  <c:v>28.419270290119108</c:v>
                </c:pt>
                <c:pt idx="9">
                  <c:v>28.483965049668214</c:v>
                </c:pt>
                <c:pt idx="10">
                  <c:v>28.565881568394101</c:v>
                </c:pt>
                <c:pt idx="11">
                  <c:v>28.59237284080816</c:v>
                </c:pt>
                <c:pt idx="12">
                  <c:v>28.639228165417936</c:v>
                </c:pt>
                <c:pt idx="13">
                  <c:v>28.649133806604567</c:v>
                </c:pt>
                <c:pt idx="14">
                  <c:v>28.636660178062112</c:v>
                </c:pt>
                <c:pt idx="15">
                  <c:v>28.700112026160525</c:v>
                </c:pt>
                <c:pt idx="16">
                  <c:v>28.714017912447904</c:v>
                </c:pt>
                <c:pt idx="17">
                  <c:v>28.745256768396406</c:v>
                </c:pt>
                <c:pt idx="18">
                  <c:v>28.7565664170797</c:v>
                </c:pt>
                <c:pt idx="19">
                  <c:v>28.80292199081887</c:v>
                </c:pt>
                <c:pt idx="20">
                  <c:v>28.815962961935078</c:v>
                </c:pt>
                <c:pt idx="21">
                  <c:v>28.839292792834463</c:v>
                </c:pt>
                <c:pt idx="22">
                  <c:v>28.856621833323732</c:v>
                </c:pt>
                <c:pt idx="23">
                  <c:v>28.867121674714507</c:v>
                </c:pt>
                <c:pt idx="24">
                  <c:v>28.874676328251571</c:v>
                </c:pt>
                <c:pt idx="25">
                  <c:v>28.900941698152263</c:v>
                </c:pt>
                <c:pt idx="26">
                  <c:v>28.902087325297334</c:v>
                </c:pt>
                <c:pt idx="27">
                  <c:v>28.914228764740987</c:v>
                </c:pt>
                <c:pt idx="28">
                  <c:v>28.927172252606159</c:v>
                </c:pt>
                <c:pt idx="29">
                  <c:v>28.924514640343006</c:v>
                </c:pt>
                <c:pt idx="30">
                  <c:v>28.934616690385933</c:v>
                </c:pt>
                <c:pt idx="31">
                  <c:v>28.937316777494178</c:v>
                </c:pt>
                <c:pt idx="32">
                  <c:v>28.961762194781681</c:v>
                </c:pt>
                <c:pt idx="33">
                  <c:v>28.963378626240161</c:v>
                </c:pt>
                <c:pt idx="34">
                  <c:v>28.966067970296255</c:v>
                </c:pt>
                <c:pt idx="35">
                  <c:v>28.996510795921896</c:v>
                </c:pt>
                <c:pt idx="36">
                  <c:v>29.028877821555717</c:v>
                </c:pt>
                <c:pt idx="37">
                  <c:v>29.042704925460626</c:v>
                </c:pt>
                <c:pt idx="38">
                  <c:v>29.035339170590618</c:v>
                </c:pt>
                <c:pt idx="39">
                  <c:v>29.044337570970043</c:v>
                </c:pt>
                <c:pt idx="40">
                  <c:v>29.067214900533759</c:v>
                </c:pt>
                <c:pt idx="41">
                  <c:v>29.077090152808974</c:v>
                </c:pt>
                <c:pt idx="42">
                  <c:v>29.127676997006567</c:v>
                </c:pt>
                <c:pt idx="43">
                  <c:v>29.180589214632157</c:v>
                </c:pt>
                <c:pt idx="44">
                  <c:v>29.180311088948592</c:v>
                </c:pt>
                <c:pt idx="45">
                  <c:v>29.205922425813007</c:v>
                </c:pt>
                <c:pt idx="46">
                  <c:v>29.226505715850845</c:v>
                </c:pt>
                <c:pt idx="47">
                  <c:v>29.246562695805803</c:v>
                </c:pt>
                <c:pt idx="48">
                  <c:v>29.247155453655715</c:v>
                </c:pt>
                <c:pt idx="49">
                  <c:v>29.269792855054639</c:v>
                </c:pt>
                <c:pt idx="50">
                  <c:v>29.313180063799805</c:v>
                </c:pt>
                <c:pt idx="51">
                  <c:v>29.312854589108596</c:v>
                </c:pt>
                <c:pt idx="52">
                  <c:v>29.319047560785034</c:v>
                </c:pt>
                <c:pt idx="53">
                  <c:v>29.342299305610887</c:v>
                </c:pt>
                <c:pt idx="54">
                  <c:v>29.358246869171207</c:v>
                </c:pt>
                <c:pt idx="55">
                  <c:v>29.351908368927152</c:v>
                </c:pt>
                <c:pt idx="56">
                  <c:v>29.354305163757438</c:v>
                </c:pt>
                <c:pt idx="57">
                  <c:v>29.360775365863098</c:v>
                </c:pt>
                <c:pt idx="58">
                  <c:v>29.382133150383133</c:v>
                </c:pt>
                <c:pt idx="59">
                  <c:v>29.431326381981751</c:v>
                </c:pt>
                <c:pt idx="60">
                  <c:v>29.439785540826634</c:v>
                </c:pt>
                <c:pt idx="61">
                  <c:v>29.443935641557665</c:v>
                </c:pt>
                <c:pt idx="62">
                  <c:v>29.416362106111713</c:v>
                </c:pt>
                <c:pt idx="63">
                  <c:v>29.342326760077505</c:v>
                </c:pt>
                <c:pt idx="64">
                  <c:v>29.331519647500564</c:v>
                </c:pt>
                <c:pt idx="65">
                  <c:v>29.324810014593641</c:v>
                </c:pt>
                <c:pt idx="66">
                  <c:v>29.352519529227518</c:v>
                </c:pt>
                <c:pt idx="67">
                  <c:v>29.384014676600806</c:v>
                </c:pt>
                <c:pt idx="68">
                  <c:v>29.400209131415281</c:v>
                </c:pt>
                <c:pt idx="69">
                  <c:v>29.453209581330327</c:v>
                </c:pt>
                <c:pt idx="70">
                  <c:v>29.498701433570787</c:v>
                </c:pt>
                <c:pt idx="71">
                  <c:v>29.504297270598286</c:v>
                </c:pt>
                <c:pt idx="72">
                  <c:v>29.48716946339151</c:v>
                </c:pt>
                <c:pt idx="73">
                  <c:v>29.474525288896093</c:v>
                </c:pt>
                <c:pt idx="74">
                  <c:v>29.43763822354083</c:v>
                </c:pt>
                <c:pt idx="75">
                  <c:v>29.393477614513227</c:v>
                </c:pt>
                <c:pt idx="76">
                  <c:v>29.411224440364073</c:v>
                </c:pt>
                <c:pt idx="77">
                  <c:v>29.407223250272629</c:v>
                </c:pt>
                <c:pt idx="78">
                  <c:v>29.412741299644715</c:v>
                </c:pt>
                <c:pt idx="79">
                  <c:v>29.404912598804994</c:v>
                </c:pt>
                <c:pt idx="80">
                  <c:v>29.328259131171571</c:v>
                </c:pt>
                <c:pt idx="81">
                  <c:v>29.251664650852295</c:v>
                </c:pt>
                <c:pt idx="82">
                  <c:v>29.206753022900905</c:v>
                </c:pt>
                <c:pt idx="83">
                  <c:v>29.182758018022266</c:v>
                </c:pt>
                <c:pt idx="84">
                  <c:v>29.182323123355406</c:v>
                </c:pt>
                <c:pt idx="85">
                  <c:v>29.168810751089548</c:v>
                </c:pt>
                <c:pt idx="86">
                  <c:v>29.126669835867052</c:v>
                </c:pt>
                <c:pt idx="87">
                  <c:v>29.056451854365196</c:v>
                </c:pt>
                <c:pt idx="88">
                  <c:v>29.034799033801718</c:v>
                </c:pt>
                <c:pt idx="89">
                  <c:v>29.020260202691553</c:v>
                </c:pt>
                <c:pt idx="90">
                  <c:v>28.985763168022629</c:v>
                </c:pt>
                <c:pt idx="91">
                  <c:v>29.002495372281075</c:v>
                </c:pt>
                <c:pt idx="92">
                  <c:v>29.011239420953469</c:v>
                </c:pt>
                <c:pt idx="93">
                  <c:v>28.990569689134862</c:v>
                </c:pt>
                <c:pt idx="94">
                  <c:v>28.964311680214355</c:v>
                </c:pt>
                <c:pt idx="95">
                  <c:v>28.963235584490178</c:v>
                </c:pt>
                <c:pt idx="96">
                  <c:v>28.952096432023485</c:v>
                </c:pt>
                <c:pt idx="97">
                  <c:v>28.945404306312668</c:v>
                </c:pt>
                <c:pt idx="98">
                  <c:v>28.932858410849924</c:v>
                </c:pt>
                <c:pt idx="99">
                  <c:v>28.915267657673439</c:v>
                </c:pt>
                <c:pt idx="100">
                  <c:v>28.886329456185702</c:v>
                </c:pt>
                <c:pt idx="101">
                  <c:v>28.832692480430484</c:v>
                </c:pt>
                <c:pt idx="102">
                  <c:v>28.817579841020734</c:v>
                </c:pt>
                <c:pt idx="103">
                  <c:v>28.803361660175575</c:v>
                </c:pt>
                <c:pt idx="104">
                  <c:v>28.745560856456009</c:v>
                </c:pt>
                <c:pt idx="105">
                  <c:v>28.689576822223078</c:v>
                </c:pt>
                <c:pt idx="106">
                  <c:v>28.675509939362431</c:v>
                </c:pt>
                <c:pt idx="107">
                  <c:v>28.669365957993275</c:v>
                </c:pt>
                <c:pt idx="108">
                  <c:v>28.652831356263583</c:v>
                </c:pt>
                <c:pt idx="109">
                  <c:v>28.62926164693576</c:v>
                </c:pt>
                <c:pt idx="110">
                  <c:v>28.621671481642956</c:v>
                </c:pt>
                <c:pt idx="111">
                  <c:v>28.624661133795861</c:v>
                </c:pt>
                <c:pt idx="112">
                  <c:v>28.620908774676316</c:v>
                </c:pt>
                <c:pt idx="113">
                  <c:v>28.627494066701818</c:v>
                </c:pt>
                <c:pt idx="114">
                  <c:v>28.629779054211532</c:v>
                </c:pt>
                <c:pt idx="115">
                  <c:v>28.608755497980752</c:v>
                </c:pt>
                <c:pt idx="116">
                  <c:v>28.57884624394547</c:v>
                </c:pt>
                <c:pt idx="117">
                  <c:v>28.540460473078259</c:v>
                </c:pt>
                <c:pt idx="118">
                  <c:v>28.526092884229985</c:v>
                </c:pt>
                <c:pt idx="119">
                  <c:v>28.520223248581594</c:v>
                </c:pt>
                <c:pt idx="120">
                  <c:v>28.51362378169561</c:v>
                </c:pt>
                <c:pt idx="121">
                  <c:v>28.498937382827371</c:v>
                </c:pt>
                <c:pt idx="122">
                  <c:v>28.48791287265335</c:v>
                </c:pt>
                <c:pt idx="123">
                  <c:v>28.482451274041434</c:v>
                </c:pt>
                <c:pt idx="124">
                  <c:v>28.479537370353494</c:v>
                </c:pt>
                <c:pt idx="125">
                  <c:v>28.47548624496407</c:v>
                </c:pt>
                <c:pt idx="126">
                  <c:v>28.446023921792968</c:v>
                </c:pt>
                <c:pt idx="127">
                  <c:v>28.437579534644801</c:v>
                </c:pt>
                <c:pt idx="128">
                  <c:v>28.435938135537331</c:v>
                </c:pt>
                <c:pt idx="129">
                  <c:v>28.432782513175905</c:v>
                </c:pt>
                <c:pt idx="130">
                  <c:v>28.42127093490118</c:v>
                </c:pt>
                <c:pt idx="131">
                  <c:v>28.424840065297861</c:v>
                </c:pt>
                <c:pt idx="132">
                  <c:v>28.431084812517327</c:v>
                </c:pt>
                <c:pt idx="133">
                  <c:v>28.428020307153808</c:v>
                </c:pt>
                <c:pt idx="134">
                  <c:v>28.395000491892528</c:v>
                </c:pt>
                <c:pt idx="135">
                  <c:v>28.38280138314807</c:v>
                </c:pt>
                <c:pt idx="136">
                  <c:v>28.363564779460557</c:v>
                </c:pt>
                <c:pt idx="137">
                  <c:v>28.379203082380609</c:v>
                </c:pt>
                <c:pt idx="138">
                  <c:v>28.392193148339963</c:v>
                </c:pt>
                <c:pt idx="139">
                  <c:v>28.388228414994952</c:v>
                </c:pt>
                <c:pt idx="140">
                  <c:v>28.384675448912859</c:v>
                </c:pt>
                <c:pt idx="141">
                  <c:v>28.381473223589076</c:v>
                </c:pt>
                <c:pt idx="142">
                  <c:v>28.392449688446515</c:v>
                </c:pt>
                <c:pt idx="143">
                  <c:v>28.41692002364665</c:v>
                </c:pt>
                <c:pt idx="144">
                  <c:v>28.456741061308112</c:v>
                </c:pt>
                <c:pt idx="145">
                  <c:v>28.483877414214987</c:v>
                </c:pt>
                <c:pt idx="146">
                  <c:v>28.499611111459263</c:v>
                </c:pt>
                <c:pt idx="147">
                  <c:v>28.529169724208941</c:v>
                </c:pt>
                <c:pt idx="148">
                  <c:v>28.556950063408877</c:v>
                </c:pt>
                <c:pt idx="149">
                  <c:v>28.578976503452846</c:v>
                </c:pt>
                <c:pt idx="150">
                  <c:v>28.613699937998661</c:v>
                </c:pt>
                <c:pt idx="151">
                  <c:v>28.659316429538656</c:v>
                </c:pt>
                <c:pt idx="152">
                  <c:v>28.699802168684023</c:v>
                </c:pt>
                <c:pt idx="153">
                  <c:v>28.707862491717655</c:v>
                </c:pt>
                <c:pt idx="154">
                  <c:v>28.712815983751732</c:v>
                </c:pt>
                <c:pt idx="155">
                  <c:v>28.69740248914529</c:v>
                </c:pt>
                <c:pt idx="156">
                  <c:v>28.694508380525672</c:v>
                </c:pt>
                <c:pt idx="157">
                  <c:v>28.719505075545044</c:v>
                </c:pt>
                <c:pt idx="158">
                  <c:v>28.727504919173953</c:v>
                </c:pt>
                <c:pt idx="159">
                  <c:v>28.727251412984909</c:v>
                </c:pt>
                <c:pt idx="160">
                  <c:v>28.763597147878809</c:v>
                </c:pt>
                <c:pt idx="161">
                  <c:v>28.774126681872065</c:v>
                </c:pt>
                <c:pt idx="162">
                  <c:v>28.757125652627984</c:v>
                </c:pt>
                <c:pt idx="163">
                  <c:v>28.771596096253369</c:v>
                </c:pt>
                <c:pt idx="164">
                  <c:v>28.765072029677881</c:v>
                </c:pt>
                <c:pt idx="165">
                  <c:v>28.74876885119669</c:v>
                </c:pt>
                <c:pt idx="166">
                  <c:v>28.72188525843357</c:v>
                </c:pt>
                <c:pt idx="167">
                  <c:v>28.694208221637918</c:v>
                </c:pt>
                <c:pt idx="168">
                  <c:v>28.677641191806352</c:v>
                </c:pt>
                <c:pt idx="169">
                  <c:v>28.712068098218154</c:v>
                </c:pt>
                <c:pt idx="170">
                  <c:v>28.719478466596417</c:v>
                </c:pt>
                <c:pt idx="171">
                  <c:v>28.707618186753834</c:v>
                </c:pt>
                <c:pt idx="172">
                  <c:v>28.6866011957216</c:v>
                </c:pt>
                <c:pt idx="173">
                  <c:v>28.671026505596483</c:v>
                </c:pt>
                <c:pt idx="174">
                  <c:v>28.673494075256471</c:v>
                </c:pt>
                <c:pt idx="175">
                  <c:v>28.680427869904424</c:v>
                </c:pt>
                <c:pt idx="176">
                  <c:v>28.679379626537685</c:v>
                </c:pt>
                <c:pt idx="177">
                  <c:v>28.662167914104124</c:v>
                </c:pt>
                <c:pt idx="178">
                  <c:v>28.656526021214148</c:v>
                </c:pt>
                <c:pt idx="179">
                  <c:v>28.654280325422967</c:v>
                </c:pt>
                <c:pt idx="180">
                  <c:v>28.667536456000388</c:v>
                </c:pt>
                <c:pt idx="181">
                  <c:v>28.694277504377048</c:v>
                </c:pt>
                <c:pt idx="182">
                  <c:v>28.704480171061221</c:v>
                </c:pt>
                <c:pt idx="183">
                  <c:v>28.718469664157269</c:v>
                </c:pt>
                <c:pt idx="184">
                  <c:v>28.743218373722733</c:v>
                </c:pt>
                <c:pt idx="185">
                  <c:v>28.732695007037197</c:v>
                </c:pt>
                <c:pt idx="186">
                  <c:v>28.729755041500511</c:v>
                </c:pt>
                <c:pt idx="187">
                  <c:v>28.744563592850657</c:v>
                </c:pt>
                <c:pt idx="188">
                  <c:v>28.776044814045225</c:v>
                </c:pt>
                <c:pt idx="189">
                  <c:v>28.786005264692392</c:v>
                </c:pt>
                <c:pt idx="190">
                  <c:v>28.76540232879529</c:v>
                </c:pt>
                <c:pt idx="191">
                  <c:v>28.782437178759118</c:v>
                </c:pt>
                <c:pt idx="192">
                  <c:v>28.799398021030321</c:v>
                </c:pt>
                <c:pt idx="193">
                  <c:v>28.794855102586698</c:v>
                </c:pt>
                <c:pt idx="194">
                  <c:v>28.765729494522486</c:v>
                </c:pt>
                <c:pt idx="195">
                  <c:v>28.782255442126829</c:v>
                </c:pt>
                <c:pt idx="196">
                  <c:v>28.805804461131984</c:v>
                </c:pt>
                <c:pt idx="197">
                  <c:v>28.81019538528216</c:v>
                </c:pt>
                <c:pt idx="198">
                  <c:v>28.833090321514682</c:v>
                </c:pt>
                <c:pt idx="199">
                  <c:v>28.86969662515969</c:v>
                </c:pt>
                <c:pt idx="200">
                  <c:v>28.905024356389216</c:v>
                </c:pt>
                <c:pt idx="201">
                  <c:v>28.945419724581964</c:v>
                </c:pt>
                <c:pt idx="202">
                  <c:v>29.014541616345912</c:v>
                </c:pt>
                <c:pt idx="203">
                  <c:v>29.079189424778193</c:v>
                </c:pt>
                <c:pt idx="204">
                  <c:v>29.100251079055035</c:v>
                </c:pt>
                <c:pt idx="205">
                  <c:v>29.114883116089921</c:v>
                </c:pt>
                <c:pt idx="206">
                  <c:v>29.167218590971121</c:v>
                </c:pt>
                <c:pt idx="207">
                  <c:v>29.210871491311707</c:v>
                </c:pt>
                <c:pt idx="208">
                  <c:v>29.216319710844783</c:v>
                </c:pt>
                <c:pt idx="209">
                  <c:v>29.176709082822864</c:v>
                </c:pt>
                <c:pt idx="210">
                  <c:v>29.124219624194112</c:v>
                </c:pt>
                <c:pt idx="211">
                  <c:v>29.059803587164797</c:v>
                </c:pt>
                <c:pt idx="212">
                  <c:v>28.99784432700697</c:v>
                </c:pt>
                <c:pt idx="213">
                  <c:v>28.967298547131509</c:v>
                </c:pt>
                <c:pt idx="214">
                  <c:v>28.957861770540539</c:v>
                </c:pt>
                <c:pt idx="215">
                  <c:v>28.937320557456975</c:v>
                </c:pt>
                <c:pt idx="216">
                  <c:v>28.944640455409917</c:v>
                </c:pt>
                <c:pt idx="217">
                  <c:v>28.967057226348849</c:v>
                </c:pt>
                <c:pt idx="218">
                  <c:v>28.996132202806145</c:v>
                </c:pt>
                <c:pt idx="219">
                  <c:v>28.97585389608226</c:v>
                </c:pt>
                <c:pt idx="220">
                  <c:v>29.017466412295065</c:v>
                </c:pt>
                <c:pt idx="221">
                  <c:v>29.081288497801999</c:v>
                </c:pt>
                <c:pt idx="222">
                  <c:v>29.088900049726405</c:v>
                </c:pt>
                <c:pt idx="223">
                  <c:v>29.108886105642597</c:v>
                </c:pt>
                <c:pt idx="224">
                  <c:v>29.125793282389381</c:v>
                </c:pt>
                <c:pt idx="225">
                  <c:v>29.122479249745027</c:v>
                </c:pt>
                <c:pt idx="226">
                  <c:v>29.165355367731195</c:v>
                </c:pt>
                <c:pt idx="227">
                  <c:v>29.187174506657659</c:v>
                </c:pt>
                <c:pt idx="228">
                  <c:v>29.196966002915147</c:v>
                </c:pt>
                <c:pt idx="229">
                  <c:v>29.199948194615164</c:v>
                </c:pt>
                <c:pt idx="230">
                  <c:v>29.229645074424983</c:v>
                </c:pt>
                <c:pt idx="231">
                  <c:v>29.272063419022103</c:v>
                </c:pt>
                <c:pt idx="232">
                  <c:v>29.262641364391495</c:v>
                </c:pt>
                <c:pt idx="233">
                  <c:v>29.240425329371536</c:v>
                </c:pt>
                <c:pt idx="234">
                  <c:v>29.236754687079262</c:v>
                </c:pt>
                <c:pt idx="235">
                  <c:v>29.21533413528228</c:v>
                </c:pt>
                <c:pt idx="236">
                  <c:v>29.196167634983713</c:v>
                </c:pt>
                <c:pt idx="237">
                  <c:v>29.167706902480639</c:v>
                </c:pt>
                <c:pt idx="238">
                  <c:v>29.140622474325848</c:v>
                </c:pt>
                <c:pt idx="239">
                  <c:v>29.110241719668213</c:v>
                </c:pt>
                <c:pt idx="240">
                  <c:v>29.067917277304733</c:v>
                </c:pt>
                <c:pt idx="241">
                  <c:v>29.029062741314569</c:v>
                </c:pt>
                <c:pt idx="242">
                  <c:v>28.978296746775019</c:v>
                </c:pt>
                <c:pt idx="243">
                  <c:v>28.978256062438618</c:v>
                </c:pt>
                <c:pt idx="244">
                  <c:v>28.959076431742972</c:v>
                </c:pt>
                <c:pt idx="245">
                  <c:v>28.916404033856928</c:v>
                </c:pt>
                <c:pt idx="246">
                  <c:v>28.895260911434576</c:v>
                </c:pt>
                <c:pt idx="247">
                  <c:v>28.905603188060411</c:v>
                </c:pt>
                <c:pt idx="248">
                  <c:v>28.945376851846049</c:v>
                </c:pt>
                <c:pt idx="249">
                  <c:v>28.993892176959157</c:v>
                </c:pt>
                <c:pt idx="250">
                  <c:v>29.014809993704375</c:v>
                </c:pt>
                <c:pt idx="251">
                  <c:v>29.053705711394468</c:v>
                </c:pt>
                <c:pt idx="252">
                  <c:v>29.060721222869692</c:v>
                </c:pt>
                <c:pt idx="253">
                  <c:v>29.066067482880001</c:v>
                </c:pt>
                <c:pt idx="254">
                  <c:v>29.093623809547967</c:v>
                </c:pt>
                <c:pt idx="255">
                  <c:v>29.09946653782962</c:v>
                </c:pt>
                <c:pt idx="256">
                  <c:v>29.110444743459396</c:v>
                </c:pt>
                <c:pt idx="257">
                  <c:v>29.073056435142949</c:v>
                </c:pt>
                <c:pt idx="258">
                  <c:v>29.036245864297943</c:v>
                </c:pt>
                <c:pt idx="259">
                  <c:v>29</c:v>
                </c:pt>
                <c:pt idx="260">
                  <c:v>28.987982404074241</c:v>
                </c:pt>
                <c:pt idx="261">
                  <c:v>28.977275062620553</c:v>
                </c:pt>
                <c:pt idx="262">
                  <c:v>29.011601601072872</c:v>
                </c:pt>
                <c:pt idx="263">
                  <c:v>29.003993431220444</c:v>
                </c:pt>
                <c:pt idx="264">
                  <c:v>28.97195605813145</c:v>
                </c:pt>
                <c:pt idx="265">
                  <c:v>28.94569038981264</c:v>
                </c:pt>
                <c:pt idx="266">
                  <c:v>28.926926555024473</c:v>
                </c:pt>
                <c:pt idx="267">
                  <c:v>28.936208054722719</c:v>
                </c:pt>
                <c:pt idx="268">
                  <c:v>28.896759368264764</c:v>
                </c:pt>
                <c:pt idx="269">
                  <c:v>28.838625430455696</c:v>
                </c:pt>
                <c:pt idx="270">
                  <c:v>28.778326518955666</c:v>
                </c:pt>
                <c:pt idx="271">
                  <c:v>28.759580539518069</c:v>
                </c:pt>
                <c:pt idx="272">
                  <c:v>28.773402719524075</c:v>
                </c:pt>
                <c:pt idx="273">
                  <c:v>28.825487274506568</c:v>
                </c:pt>
                <c:pt idx="274">
                  <c:v>28.838174918574129</c:v>
                </c:pt>
                <c:pt idx="275">
                  <c:v>28.83940032282872</c:v>
                </c:pt>
                <c:pt idx="276">
                  <c:v>28.84161378946343</c:v>
                </c:pt>
                <c:pt idx="277">
                  <c:v>28.80973109643093</c:v>
                </c:pt>
                <c:pt idx="278">
                  <c:v>28.827720834627723</c:v>
                </c:pt>
                <c:pt idx="279">
                  <c:v>28.917037973406767</c:v>
                </c:pt>
                <c:pt idx="280">
                  <c:v>28.911704943266241</c:v>
                </c:pt>
                <c:pt idx="281">
                  <c:v>28.961401407280146</c:v>
                </c:pt>
                <c:pt idx="282">
                  <c:v>29.090805548866015</c:v>
                </c:pt>
                <c:pt idx="283">
                  <c:v>29.183505455928668</c:v>
                </c:pt>
                <c:pt idx="284">
                  <c:v>29.191824159313892</c:v>
                </c:pt>
                <c:pt idx="285">
                  <c:v>29.070292685503418</c:v>
                </c:pt>
                <c:pt idx="286">
                  <c:v>29.045361443524026</c:v>
                </c:pt>
                <c:pt idx="287">
                  <c:v>29.508331883518657</c:v>
                </c:pt>
                <c:pt idx="288">
                  <c:v>29.612679149098543</c:v>
                </c:pt>
                <c:pt idx="289">
                  <c:v>29.661272062921658</c:v>
                </c:pt>
                <c:pt idx="290">
                  <c:v>29.689034198616554</c:v>
                </c:pt>
                <c:pt idx="291">
                  <c:v>29.884268083317146</c:v>
                </c:pt>
                <c:pt idx="292">
                  <c:v>29.89152998868299</c:v>
                </c:pt>
                <c:pt idx="293">
                  <c:v>29.858776810007832</c:v>
                </c:pt>
                <c:pt idx="294">
                  <c:v>29.985396412158789</c:v>
                </c:pt>
                <c:pt idx="295">
                  <c:v>30.090821961862364</c:v>
                </c:pt>
                <c:pt idx="296">
                  <c:v>30.175744794419263</c:v>
                </c:pt>
                <c:pt idx="297">
                  <c:v>30.261520108059187</c:v>
                </c:pt>
                <c:pt idx="298">
                  <c:v>30.320393426485545</c:v>
                </c:pt>
                <c:pt idx="299">
                  <c:v>30.46063939662244</c:v>
                </c:pt>
                <c:pt idx="300">
                  <c:v>30.488335184023015</c:v>
                </c:pt>
                <c:pt idx="301">
                  <c:v>30.436982996832093</c:v>
                </c:pt>
                <c:pt idx="302">
                  <c:v>30.38541097496282</c:v>
                </c:pt>
                <c:pt idx="303">
                  <c:v>30.667289365800826</c:v>
                </c:pt>
                <c:pt idx="304">
                  <c:v>30.813196526532504</c:v>
                </c:pt>
                <c:pt idx="305">
                  <c:v>30.810020363057468</c:v>
                </c:pt>
                <c:pt idx="306">
                  <c:v>30.731049579285166</c:v>
                </c:pt>
                <c:pt idx="307">
                  <c:v>30.684681770403266</c:v>
                </c:pt>
                <c:pt idx="308">
                  <c:v>30.631785567883206</c:v>
                </c:pt>
                <c:pt idx="309">
                  <c:v>30.626604034672603</c:v>
                </c:pt>
                <c:pt idx="310">
                  <c:v>30.645292170732166</c:v>
                </c:pt>
                <c:pt idx="311">
                  <c:v>30.545699103621615</c:v>
                </c:pt>
                <c:pt idx="312">
                  <c:v>30.643996439275046</c:v>
                </c:pt>
                <c:pt idx="313">
                  <c:v>30.728664223815972</c:v>
                </c:pt>
                <c:pt idx="314">
                  <c:v>30.653867115805824</c:v>
                </c:pt>
                <c:pt idx="315">
                  <c:v>30.664124343268767</c:v>
                </c:pt>
                <c:pt idx="316">
                  <c:v>30.569212063771158</c:v>
                </c:pt>
                <c:pt idx="317">
                  <c:v>30.572109902617214</c:v>
                </c:pt>
                <c:pt idx="318">
                  <c:v>30.480631221955537</c:v>
                </c:pt>
                <c:pt idx="319">
                  <c:v>30.412464367633611</c:v>
                </c:pt>
                <c:pt idx="320">
                  <c:v>30.42364112078284</c:v>
                </c:pt>
                <c:pt idx="321">
                  <c:v>30.555936436543526</c:v>
                </c:pt>
                <c:pt idx="322">
                  <c:v>30.618527447851683</c:v>
                </c:pt>
                <c:pt idx="323">
                  <c:v>30.61468004256238</c:v>
                </c:pt>
                <c:pt idx="324">
                  <c:v>30.560178549526814</c:v>
                </c:pt>
                <c:pt idx="325">
                  <c:v>30.512855006893954</c:v>
                </c:pt>
                <c:pt idx="326">
                  <c:v>30.548947086389756</c:v>
                </c:pt>
                <c:pt idx="327">
                  <c:v>30.683117263696868</c:v>
                </c:pt>
                <c:pt idx="328">
                  <c:v>30.770411923435063</c:v>
                </c:pt>
                <c:pt idx="329">
                  <c:v>30.696258602772563</c:v>
                </c:pt>
                <c:pt idx="330">
                  <c:v>30.593389103700197</c:v>
                </c:pt>
                <c:pt idx="331">
                  <c:v>30.593802313317337</c:v>
                </c:pt>
                <c:pt idx="332">
                  <c:v>30.562280208840953</c:v>
                </c:pt>
                <c:pt idx="333">
                  <c:v>30.51512537191601</c:v>
                </c:pt>
                <c:pt idx="334">
                  <c:v>30.504772849601547</c:v>
                </c:pt>
                <c:pt idx="335">
                  <c:v>30.4661221331842</c:v>
                </c:pt>
                <c:pt idx="336">
                  <c:v>30.3785813779735</c:v>
                </c:pt>
                <c:pt idx="337">
                  <c:v>30.350537436104954</c:v>
                </c:pt>
                <c:pt idx="338">
                  <c:v>30.354660977623713</c:v>
                </c:pt>
                <c:pt idx="339">
                  <c:v>30.340371325639918</c:v>
                </c:pt>
                <c:pt idx="340">
                  <c:v>30.286358442531981</c:v>
                </c:pt>
                <c:pt idx="341">
                  <c:v>30.392100116492486</c:v>
                </c:pt>
                <c:pt idx="342">
                  <c:v>30.401594587252433</c:v>
                </c:pt>
                <c:pt idx="343">
                  <c:v>30.371194932780824</c:v>
                </c:pt>
                <c:pt idx="344">
                  <c:v>30.509731961843464</c:v>
                </c:pt>
                <c:pt idx="345">
                  <c:v>30.521216483542389</c:v>
                </c:pt>
                <c:pt idx="346">
                  <c:v>30.620338447921412</c:v>
                </c:pt>
                <c:pt idx="347">
                  <c:v>30.750271286935085</c:v>
                </c:pt>
                <c:pt idx="348">
                  <c:v>30.751717023231549</c:v>
                </c:pt>
                <c:pt idx="349">
                  <c:v>30.705507972787053</c:v>
                </c:pt>
                <c:pt idx="350">
                  <c:v>30.900205898552365</c:v>
                </c:pt>
                <c:pt idx="351">
                  <c:v>31.103984886515072</c:v>
                </c:pt>
                <c:pt idx="352">
                  <c:v>31.029098253070298</c:v>
                </c:pt>
                <c:pt idx="353">
                  <c:v>30.903083842857399</c:v>
                </c:pt>
                <c:pt idx="354">
                  <c:v>30.786131793973329</c:v>
                </c:pt>
                <c:pt idx="355">
                  <c:v>30.684505305824356</c:v>
                </c:pt>
                <c:pt idx="356">
                  <c:v>30.861901745039717</c:v>
                </c:pt>
                <c:pt idx="357">
                  <c:v>30.913494258286249</c:v>
                </c:pt>
                <c:pt idx="358">
                  <c:v>30.801057474433776</c:v>
                </c:pt>
                <c:pt idx="359">
                  <c:v>31.062753848126466</c:v>
                </c:pt>
                <c:pt idx="360">
                  <c:v>31.132995106241324</c:v>
                </c:pt>
                <c:pt idx="361">
                  <c:v>30.945378244463921</c:v>
                </c:pt>
                <c:pt idx="362">
                  <c:v>30.759308979033044</c:v>
                </c:pt>
                <c:pt idx="363">
                  <c:v>30.601083317442566</c:v>
                </c:pt>
                <c:pt idx="364">
                  <c:v>30.617190733640047</c:v>
                </c:pt>
                <c:pt idx="365">
                  <c:v>30.5031397067286</c:v>
                </c:pt>
                <c:pt idx="366">
                  <c:v>30.433607887946781</c:v>
                </c:pt>
                <c:pt idx="367">
                  <c:v>30.428545523036934</c:v>
                </c:pt>
                <c:pt idx="368">
                  <c:v>30.374102718897394</c:v>
                </c:pt>
                <c:pt idx="369">
                  <c:v>30.237061958265432</c:v>
                </c:pt>
                <c:pt idx="370">
                  <c:v>30.192303418807242</c:v>
                </c:pt>
                <c:pt idx="371">
                  <c:v>30.0410547727551</c:v>
                </c:pt>
                <c:pt idx="372">
                  <c:v>29.949356257415065</c:v>
                </c:pt>
                <c:pt idx="373">
                  <c:v>29.838893807814156</c:v>
                </c:pt>
                <c:pt idx="374">
                  <c:v>29.785407931098042</c:v>
                </c:pt>
                <c:pt idx="375">
                  <c:v>29.870433021595822</c:v>
                </c:pt>
                <c:pt idx="376">
                  <c:v>29.752637643117598</c:v>
                </c:pt>
                <c:pt idx="377">
                  <c:v>29.613103400185953</c:v>
                </c:pt>
                <c:pt idx="378">
                  <c:v>29.492417444369146</c:v>
                </c:pt>
                <c:pt idx="379">
                  <c:v>29.383822594807185</c:v>
                </c:pt>
                <c:pt idx="380">
                  <c:v>29.27457679586281</c:v>
                </c:pt>
                <c:pt idx="381">
                  <c:v>29.073905235735889</c:v>
                </c:pt>
                <c:pt idx="382">
                  <c:v>28.949087880056609</c:v>
                </c:pt>
                <c:pt idx="383">
                  <c:v>28.798355646553187</c:v>
                </c:pt>
                <c:pt idx="384">
                  <c:v>28.691321971362008</c:v>
                </c:pt>
                <c:pt idx="385">
                  <c:v>28.604962255579398</c:v>
                </c:pt>
                <c:pt idx="386">
                  <c:v>28.540402082600345</c:v>
                </c:pt>
                <c:pt idx="387">
                  <c:v>28.467399362718169</c:v>
                </c:pt>
                <c:pt idx="388">
                  <c:v>28.402809696082038</c:v>
                </c:pt>
                <c:pt idx="389">
                  <c:v>28.360018478049707</c:v>
                </c:pt>
                <c:pt idx="390">
                  <c:v>28.306136078262735</c:v>
                </c:pt>
                <c:pt idx="391">
                  <c:v>28.276803616708193</c:v>
                </c:pt>
                <c:pt idx="392">
                  <c:v>28.242339159350202</c:v>
                </c:pt>
                <c:pt idx="393">
                  <c:v>28.244594727807367</c:v>
                </c:pt>
                <c:pt idx="394">
                  <c:v>28.245511194707973</c:v>
                </c:pt>
                <c:pt idx="395">
                  <c:v>28.226799707430878</c:v>
                </c:pt>
                <c:pt idx="396">
                  <c:v>28.200258549455192</c:v>
                </c:pt>
                <c:pt idx="397">
                  <c:v>28.175905666651648</c:v>
                </c:pt>
                <c:pt idx="398">
                  <c:v>28.150976463862712</c:v>
                </c:pt>
                <c:pt idx="399">
                  <c:v>28.130556508006709</c:v>
                </c:pt>
                <c:pt idx="400">
                  <c:v>28.144042992501053</c:v>
                </c:pt>
                <c:pt idx="401">
                  <c:v>28.130552255548562</c:v>
                </c:pt>
                <c:pt idx="402">
                  <c:v>28.11570631489537</c:v>
                </c:pt>
                <c:pt idx="403">
                  <c:v>28.118706063527846</c:v>
                </c:pt>
                <c:pt idx="404">
                  <c:v>28.110733189436118</c:v>
                </c:pt>
                <c:pt idx="405">
                  <c:v>28.103789180184759</c:v>
                </c:pt>
                <c:pt idx="406">
                  <c:v>28.082617378538107</c:v>
                </c:pt>
                <c:pt idx="407">
                  <c:v>28.065378224072017</c:v>
                </c:pt>
                <c:pt idx="408">
                  <c:v>28.082909131982277</c:v>
                </c:pt>
                <c:pt idx="409">
                  <c:v>28.067008737135321</c:v>
                </c:pt>
                <c:pt idx="410">
                  <c:v>28.053496389737639</c:v>
                </c:pt>
                <c:pt idx="411">
                  <c:v>28.071346859930195</c:v>
                </c:pt>
                <c:pt idx="412">
                  <c:v>28.076762962213603</c:v>
                </c:pt>
                <c:pt idx="413">
                  <c:v>28.05812379781019</c:v>
                </c:pt>
                <c:pt idx="414">
                  <c:v>28.047703031002957</c:v>
                </c:pt>
                <c:pt idx="415">
                  <c:v>28.045608185569115</c:v>
                </c:pt>
                <c:pt idx="416">
                  <c:v>28.059094670063459</c:v>
                </c:pt>
                <c:pt idx="417">
                  <c:v>28.067759563330739</c:v>
                </c:pt>
                <c:pt idx="418">
                  <c:v>28.067382636382799</c:v>
                </c:pt>
                <c:pt idx="419">
                  <c:v>28.042011578946163</c:v>
                </c:pt>
                <c:pt idx="420">
                  <c:v>28.035857438926993</c:v>
                </c:pt>
                <c:pt idx="421">
                  <c:v>28.017051639091342</c:v>
                </c:pt>
                <c:pt idx="422">
                  <c:v>28.001893646733656</c:v>
                </c:pt>
                <c:pt idx="423">
                  <c:v>27.992776244747965</c:v>
                </c:pt>
                <c:pt idx="424">
                  <c:v>27.997333796364789</c:v>
                </c:pt>
                <c:pt idx="425">
                  <c:v>28.024852630565636</c:v>
                </c:pt>
                <c:pt idx="426">
                  <c:v>28.013947650835188</c:v>
                </c:pt>
                <c:pt idx="427">
                  <c:v>28.013023014738671</c:v>
                </c:pt>
                <c:pt idx="428">
                  <c:v>28.051748194247114</c:v>
                </c:pt>
                <c:pt idx="429">
                  <c:v>28.004321635194</c:v>
                </c:pt>
                <c:pt idx="430">
                  <c:v>28.02638203894973</c:v>
                </c:pt>
                <c:pt idx="431">
                  <c:v>28.062629917569954</c:v>
                </c:pt>
                <c:pt idx="432">
                  <c:v>28.071978555127128</c:v>
                </c:pt>
                <c:pt idx="433">
                  <c:v>28.059927890743957</c:v>
                </c:pt>
                <c:pt idx="434">
                  <c:v>28.036368511034855</c:v>
                </c:pt>
                <c:pt idx="435">
                  <c:v>27.969746153862989</c:v>
                </c:pt>
                <c:pt idx="436">
                  <c:v>28.122899832776437</c:v>
                </c:pt>
                <c:pt idx="437">
                  <c:v>28.021446663382079</c:v>
                </c:pt>
                <c:pt idx="438">
                  <c:v>28.08681318076011</c:v>
                </c:pt>
                <c:pt idx="439">
                  <c:v>28.067796343363465</c:v>
                </c:pt>
                <c:pt idx="440">
                  <c:v>27.992319143576815</c:v>
                </c:pt>
                <c:pt idx="441">
                  <c:v>27.989450434690749</c:v>
                </c:pt>
                <c:pt idx="442">
                  <c:v>28.000942584702749</c:v>
                </c:pt>
                <c:pt idx="443">
                  <c:v>28.064224203917455</c:v>
                </c:pt>
                <c:pt idx="444">
                  <c:v>28.077214083365487</c:v>
                </c:pt>
                <c:pt idx="445">
                  <c:v>28.088683901755186</c:v>
                </c:pt>
                <c:pt idx="446">
                  <c:v>28.033440833485777</c:v>
                </c:pt>
                <c:pt idx="447">
                  <c:v>27.99264820006254</c:v>
                </c:pt>
                <c:pt idx="448">
                  <c:v>28.023027060853124</c:v>
                </c:pt>
                <c:pt idx="449">
                  <c:v>28.108515942838608</c:v>
                </c:pt>
                <c:pt idx="450">
                  <c:v>28.099343266279778</c:v>
                </c:pt>
                <c:pt idx="451">
                  <c:v>28.147518742895784</c:v>
                </c:pt>
                <c:pt idx="452">
                  <c:v>28.127868506832133</c:v>
                </c:pt>
                <c:pt idx="453">
                  <c:v>28.087776263057162</c:v>
                </c:pt>
                <c:pt idx="454">
                  <c:v>28.109648240641185</c:v>
                </c:pt>
                <c:pt idx="455">
                  <c:v>28.115921399752054</c:v>
                </c:pt>
                <c:pt idx="456">
                  <c:v>28.140306971773327</c:v>
                </c:pt>
                <c:pt idx="457">
                  <c:v>28.170110722570726</c:v>
                </c:pt>
                <c:pt idx="458">
                  <c:v>28.184920057268425</c:v>
                </c:pt>
                <c:pt idx="459">
                  <c:v>28.183620160391779</c:v>
                </c:pt>
                <c:pt idx="460">
                  <c:v>28.164401237977604</c:v>
                </c:pt>
                <c:pt idx="461">
                  <c:v>28.144488033383837</c:v>
                </c:pt>
                <c:pt idx="462">
                  <c:v>28.159405892802841</c:v>
                </c:pt>
                <c:pt idx="463">
                  <c:v>28.1562032074178</c:v>
                </c:pt>
                <c:pt idx="464">
                  <c:v>28.148538052139415</c:v>
                </c:pt>
                <c:pt idx="465">
                  <c:v>28.176505337854568</c:v>
                </c:pt>
                <c:pt idx="466">
                  <c:v>28.19392431410337</c:v>
                </c:pt>
                <c:pt idx="467">
                  <c:v>28.209101598337373</c:v>
                </c:pt>
                <c:pt idx="468">
                  <c:v>28.219048247146699</c:v>
                </c:pt>
                <c:pt idx="469">
                  <c:v>28.199149142808885</c:v>
                </c:pt>
                <c:pt idx="470">
                  <c:v>28.203915675893654</c:v>
                </c:pt>
                <c:pt idx="471">
                  <c:v>28.247739457907578</c:v>
                </c:pt>
                <c:pt idx="472">
                  <c:v>28.265557680292538</c:v>
                </c:pt>
                <c:pt idx="473">
                  <c:v>28.241682440550882</c:v>
                </c:pt>
                <c:pt idx="474">
                  <c:v>28.254654974445959</c:v>
                </c:pt>
                <c:pt idx="475">
                  <c:v>28.254230350335906</c:v>
                </c:pt>
                <c:pt idx="476">
                  <c:v>28.244682263787887</c:v>
                </c:pt>
                <c:pt idx="477">
                  <c:v>28.265830185768262</c:v>
                </c:pt>
                <c:pt idx="478">
                  <c:v>28.281786726740222</c:v>
                </c:pt>
                <c:pt idx="479">
                  <c:v>28.291353986652155</c:v>
                </c:pt>
                <c:pt idx="480">
                  <c:v>28.305271536114212</c:v>
                </c:pt>
                <c:pt idx="481">
                  <c:v>28.317390519594682</c:v>
                </c:pt>
                <c:pt idx="482">
                  <c:v>28.312949958564644</c:v>
                </c:pt>
                <c:pt idx="483">
                  <c:v>28.309753751339525</c:v>
                </c:pt>
                <c:pt idx="484">
                  <c:v>28.331355219118972</c:v>
                </c:pt>
                <c:pt idx="485">
                  <c:v>28.352087618741812</c:v>
                </c:pt>
                <c:pt idx="486">
                  <c:v>28.353298499981449</c:v>
                </c:pt>
                <c:pt idx="487">
                  <c:v>28.347850951889132</c:v>
                </c:pt>
                <c:pt idx="488">
                  <c:v>28.339458688438455</c:v>
                </c:pt>
                <c:pt idx="489">
                  <c:v>28.360428604012988</c:v>
                </c:pt>
                <c:pt idx="490">
                  <c:v>28.358172190037827</c:v>
                </c:pt>
                <c:pt idx="491">
                  <c:v>28.366980075318743</c:v>
                </c:pt>
                <c:pt idx="492">
                  <c:v>28.378062205057212</c:v>
                </c:pt>
                <c:pt idx="493">
                  <c:v>28.365697474258702</c:v>
                </c:pt>
                <c:pt idx="494">
                  <c:v>28.358886926292417</c:v>
                </c:pt>
                <c:pt idx="495">
                  <c:v>28.349689431293655</c:v>
                </c:pt>
                <c:pt idx="496">
                  <c:v>28.369924492258985</c:v>
                </c:pt>
                <c:pt idx="497">
                  <c:v>28.384587589646046</c:v>
                </c:pt>
                <c:pt idx="498">
                  <c:v>28.393563882216757</c:v>
                </c:pt>
                <c:pt idx="499">
                  <c:v>28.413384838310598</c:v>
                </c:pt>
                <c:pt idx="500">
                  <c:v>28.434775150405216</c:v>
                </c:pt>
                <c:pt idx="501">
                  <c:v>28.442246793969847</c:v>
                </c:pt>
                <c:pt idx="502">
                  <c:v>28.455966367880503</c:v>
                </c:pt>
                <c:pt idx="503">
                  <c:v>28.43476470577118</c:v>
                </c:pt>
                <c:pt idx="504">
                  <c:v>28.407080904831577</c:v>
                </c:pt>
                <c:pt idx="505">
                  <c:v>28.366688098060987</c:v>
                </c:pt>
                <c:pt idx="506">
                  <c:v>28.346742428063081</c:v>
                </c:pt>
                <c:pt idx="507">
                  <c:v>28.385346069022717</c:v>
                </c:pt>
                <c:pt idx="508">
                  <c:v>28.414335673030831</c:v>
                </c:pt>
                <c:pt idx="509">
                  <c:v>28.430152653797485</c:v>
                </c:pt>
                <c:pt idx="510">
                  <c:v>28.440042180405886</c:v>
                </c:pt>
                <c:pt idx="511">
                  <c:v>28.456187048076849</c:v>
                </c:pt>
                <c:pt idx="512">
                  <c:v>28.463419459785623</c:v>
                </c:pt>
                <c:pt idx="513">
                  <c:v>28.452642039811167</c:v>
                </c:pt>
                <c:pt idx="514">
                  <c:v>28.484636291482477</c:v>
                </c:pt>
                <c:pt idx="515">
                  <c:v>28.512701321564517</c:v>
                </c:pt>
                <c:pt idx="516">
                  <c:v>28.511575290542364</c:v>
                </c:pt>
                <c:pt idx="517">
                  <c:v>28.524604872033837</c:v>
                </c:pt>
                <c:pt idx="518">
                  <c:v>28.531457397481692</c:v>
                </c:pt>
                <c:pt idx="519">
                  <c:v>28.554315230395197</c:v>
                </c:pt>
                <c:pt idx="520">
                  <c:v>28.555182383702231</c:v>
                </c:pt>
                <c:pt idx="521">
                  <c:v>28.557215158168066</c:v>
                </c:pt>
                <c:pt idx="522">
                  <c:v>28.538897160044321</c:v>
                </c:pt>
                <c:pt idx="523">
                  <c:v>28.548184031268647</c:v>
                </c:pt>
                <c:pt idx="524">
                  <c:v>28.590740095826039</c:v>
                </c:pt>
                <c:pt idx="525">
                  <c:v>28.622012424339815</c:v>
                </c:pt>
                <c:pt idx="526">
                  <c:v>28.6240180924935</c:v>
                </c:pt>
                <c:pt idx="527">
                  <c:v>28.607546059095341</c:v>
                </c:pt>
                <c:pt idx="528">
                  <c:v>28.569048132753089</c:v>
                </c:pt>
                <c:pt idx="529">
                  <c:v>28.5720243560908</c:v>
                </c:pt>
                <c:pt idx="530">
                  <c:v>28.598873083670771</c:v>
                </c:pt>
                <c:pt idx="531">
                  <c:v>28.597614753950779</c:v>
                </c:pt>
                <c:pt idx="532">
                  <c:v>28.597566211270674</c:v>
                </c:pt>
                <c:pt idx="533">
                  <c:v>28.604660007764839</c:v>
                </c:pt>
                <c:pt idx="534">
                  <c:v>28.597795694801427</c:v>
                </c:pt>
                <c:pt idx="535">
                  <c:v>28.623164865365183</c:v>
                </c:pt>
                <c:pt idx="536">
                  <c:v>28.616384208946794</c:v>
                </c:pt>
                <c:pt idx="537">
                  <c:v>28.568205947095041</c:v>
                </c:pt>
                <c:pt idx="538">
                  <c:v>28.525641427357719</c:v>
                </c:pt>
                <c:pt idx="539">
                  <c:v>28.567345657404662</c:v>
                </c:pt>
                <c:pt idx="540">
                  <c:v>28.631491874721291</c:v>
                </c:pt>
                <c:pt idx="541">
                  <c:v>28.652527218467622</c:v>
                </c:pt>
                <c:pt idx="542">
                  <c:v>28.642931086603028</c:v>
                </c:pt>
                <c:pt idx="543">
                  <c:v>28.598292461490882</c:v>
                </c:pt>
                <c:pt idx="544">
                  <c:v>28.618356901898725</c:v>
                </c:pt>
                <c:pt idx="545">
                  <c:v>28.644694190565232</c:v>
                </c:pt>
                <c:pt idx="546">
                  <c:v>28.674382664931468</c:v>
                </c:pt>
                <c:pt idx="547">
                  <c:v>28.687749807047819</c:v>
                </c:pt>
                <c:pt idx="548">
                  <c:v>28.686585628243247</c:v>
                </c:pt>
                <c:pt idx="549">
                  <c:v>28.716903764832999</c:v>
                </c:pt>
                <c:pt idx="550">
                  <c:v>28.74230924293413</c:v>
                </c:pt>
                <c:pt idx="551">
                  <c:v>28.723143588153558</c:v>
                </c:pt>
                <c:pt idx="552">
                  <c:v>28.693553939919877</c:v>
                </c:pt>
                <c:pt idx="553">
                  <c:v>28.741132978195882</c:v>
                </c:pt>
                <c:pt idx="554">
                  <c:v>28.82392610013579</c:v>
                </c:pt>
                <c:pt idx="555">
                  <c:v>28.882657520748268</c:v>
                </c:pt>
                <c:pt idx="556">
                  <c:v>28.869821761822752</c:v>
                </c:pt>
                <c:pt idx="557">
                  <c:v>28.820381340551869</c:v>
                </c:pt>
                <c:pt idx="558">
                  <c:v>28.793087074725587</c:v>
                </c:pt>
                <c:pt idx="559">
                  <c:v>28.789649099090632</c:v>
                </c:pt>
                <c:pt idx="560">
                  <c:v>28.80686658094109</c:v>
                </c:pt>
                <c:pt idx="561">
                  <c:v>28.85428273266243</c:v>
                </c:pt>
                <c:pt idx="562">
                  <c:v>28.809672507007605</c:v>
                </c:pt>
                <c:pt idx="563">
                  <c:v>28.759666334726248</c:v>
                </c:pt>
                <c:pt idx="564">
                  <c:v>28.763282167557993</c:v>
                </c:pt>
                <c:pt idx="565">
                  <c:v>28.833599870446751</c:v>
                </c:pt>
                <c:pt idx="566">
                  <c:v>28.820897952046</c:v>
                </c:pt>
                <c:pt idx="567">
                  <c:v>28.668823384123105</c:v>
                </c:pt>
                <c:pt idx="568">
                  <c:v>28.664159805288147</c:v>
                </c:pt>
                <c:pt idx="569">
                  <c:v>28.712552778973937</c:v>
                </c:pt>
                <c:pt idx="570">
                  <c:v>28.738546687862311</c:v>
                </c:pt>
                <c:pt idx="571">
                  <c:v>28.764321756799383</c:v>
                </c:pt>
                <c:pt idx="572">
                  <c:v>28.721207600629821</c:v>
                </c:pt>
                <c:pt idx="573">
                  <c:v>28.623074643621628</c:v>
                </c:pt>
                <c:pt idx="574">
                  <c:v>28.459888725853123</c:v>
                </c:pt>
                <c:pt idx="575">
                  <c:v>28.565763792711216</c:v>
                </c:pt>
                <c:pt idx="576">
                  <c:v>28.646234376195228</c:v>
                </c:pt>
                <c:pt idx="577">
                  <c:v>28.659410033354192</c:v>
                </c:pt>
                <c:pt idx="578">
                  <c:v>28.456863760889899</c:v>
                </c:pt>
                <c:pt idx="579">
                  <c:v>28.613716251522302</c:v>
                </c:pt>
                <c:pt idx="580">
                  <c:v>28.874583619690384</c:v>
                </c:pt>
                <c:pt idx="581">
                  <c:v>28.243805014001282</c:v>
                </c:pt>
                <c:pt idx="582">
                  <c:v>27.859134314910094</c:v>
                </c:pt>
                <c:pt idx="583">
                  <c:v>27.283642837681732</c:v>
                </c:pt>
                <c:pt idx="584">
                  <c:v>26.940751172111757</c:v>
                </c:pt>
                <c:pt idx="585">
                  <c:v>26.668511686401555</c:v>
                </c:pt>
                <c:pt idx="586">
                  <c:v>27.056235899122342</c:v>
                </c:pt>
                <c:pt idx="587">
                  <c:v>27.249757460676697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B-014F-48C8-BF04-9E4E678005A5}"/>
            </c:ext>
          </c:extLst>
        </c:ser>
        <c:ser>
          <c:idx val="28"/>
          <c:order val="28"/>
          <c:tx>
            <c:strRef>
              <c:f>Sheet2!$AD$1</c:f>
              <c:strCache>
                <c:ptCount val="1"/>
                <c:pt idx="0">
                  <c:v>S29_z_o_faint/O-PTIR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Sheet2!$AD$2:$AD$589</c:f>
              <c:numCache>
                <c:formatCode>General</c:formatCode>
                <c:ptCount val="588"/>
                <c:pt idx="0">
                  <c:v>28.586931921891889</c:v>
                </c:pt>
                <c:pt idx="1">
                  <c:v>28.590213204764218</c:v>
                </c:pt>
                <c:pt idx="2">
                  <c:v>28.797679612274443</c:v>
                </c:pt>
                <c:pt idx="3">
                  <c:v>29.103090404324458</c:v>
                </c:pt>
                <c:pt idx="4">
                  <c:v>29.334729008425249</c:v>
                </c:pt>
                <c:pt idx="5">
                  <c:v>29.438273389803015</c:v>
                </c:pt>
                <c:pt idx="6">
                  <c:v>29.366814714749648</c:v>
                </c:pt>
                <c:pt idx="7">
                  <c:v>29.378267598850577</c:v>
                </c:pt>
                <c:pt idx="8">
                  <c:v>29.358510154485899</c:v>
                </c:pt>
                <c:pt idx="9">
                  <c:v>29.370824375697545</c:v>
                </c:pt>
                <c:pt idx="10">
                  <c:v>29.39207013935842</c:v>
                </c:pt>
                <c:pt idx="11">
                  <c:v>29.444734274276541</c:v>
                </c:pt>
                <c:pt idx="12">
                  <c:v>29.446950686267247</c:v>
                </c:pt>
                <c:pt idx="13">
                  <c:v>29.459835498367219</c:v>
                </c:pt>
                <c:pt idx="14">
                  <c:v>29.475397042105236</c:v>
                </c:pt>
                <c:pt idx="15">
                  <c:v>29.485034103607255</c:v>
                </c:pt>
                <c:pt idx="16">
                  <c:v>29.482266877635563</c:v>
                </c:pt>
                <c:pt idx="17">
                  <c:v>29.543597150618528</c:v>
                </c:pt>
                <c:pt idx="18">
                  <c:v>29.557371524015899</c:v>
                </c:pt>
                <c:pt idx="19">
                  <c:v>29.558326466113797</c:v>
                </c:pt>
                <c:pt idx="20">
                  <c:v>29.572426972984804</c:v>
                </c:pt>
                <c:pt idx="21">
                  <c:v>29.600354705825207</c:v>
                </c:pt>
                <c:pt idx="22">
                  <c:v>29.609509216495436</c:v>
                </c:pt>
                <c:pt idx="23">
                  <c:v>29.635321134168251</c:v>
                </c:pt>
                <c:pt idx="24">
                  <c:v>29.650960244477961</c:v>
                </c:pt>
                <c:pt idx="25">
                  <c:v>29.64574387826238</c:v>
                </c:pt>
                <c:pt idx="26">
                  <c:v>29.67256256323331</c:v>
                </c:pt>
                <c:pt idx="27">
                  <c:v>29.686343386242601</c:v>
                </c:pt>
                <c:pt idx="28">
                  <c:v>29.711326386092949</c:v>
                </c:pt>
                <c:pt idx="29">
                  <c:v>29.748539562433212</c:v>
                </c:pt>
                <c:pt idx="30">
                  <c:v>29.790627275557213</c:v>
                </c:pt>
                <c:pt idx="31">
                  <c:v>29.807126638529617</c:v>
                </c:pt>
                <c:pt idx="32">
                  <c:v>29.782490547893961</c:v>
                </c:pt>
                <c:pt idx="33">
                  <c:v>29.776902672616444</c:v>
                </c:pt>
                <c:pt idx="34">
                  <c:v>29.763265167974723</c:v>
                </c:pt>
                <c:pt idx="35">
                  <c:v>29.75327757291857</c:v>
                </c:pt>
                <c:pt idx="36">
                  <c:v>29.786700774649763</c:v>
                </c:pt>
                <c:pt idx="37">
                  <c:v>29.830268473943057</c:v>
                </c:pt>
                <c:pt idx="38">
                  <c:v>29.896680413282002</c:v>
                </c:pt>
                <c:pt idx="39">
                  <c:v>29.934279025279853</c:v>
                </c:pt>
                <c:pt idx="40">
                  <c:v>30.017006428037114</c:v>
                </c:pt>
                <c:pt idx="41">
                  <c:v>30.074393362630175</c:v>
                </c:pt>
                <c:pt idx="42">
                  <c:v>30.087328202029703</c:v>
                </c:pt>
                <c:pt idx="43">
                  <c:v>30.093138674532835</c:v>
                </c:pt>
                <c:pt idx="44">
                  <c:v>30.103552914271418</c:v>
                </c:pt>
                <c:pt idx="45">
                  <c:v>30.103319244260732</c:v>
                </c:pt>
                <c:pt idx="46">
                  <c:v>30.125135370505092</c:v>
                </c:pt>
                <c:pt idx="47">
                  <c:v>30.170828759150602</c:v>
                </c:pt>
                <c:pt idx="48">
                  <c:v>30.233579259509213</c:v>
                </c:pt>
                <c:pt idx="49">
                  <c:v>30.260214672764384</c:v>
                </c:pt>
                <c:pt idx="50">
                  <c:v>30.274408499241517</c:v>
                </c:pt>
                <c:pt idx="51">
                  <c:v>30.262966431082699</c:v>
                </c:pt>
                <c:pt idx="52">
                  <c:v>30.245731241589105</c:v>
                </c:pt>
                <c:pt idx="53">
                  <c:v>30.245708182799582</c:v>
                </c:pt>
                <c:pt idx="54">
                  <c:v>30.239198298398318</c:v>
                </c:pt>
                <c:pt idx="55">
                  <c:v>30.26591179191109</c:v>
                </c:pt>
                <c:pt idx="56">
                  <c:v>30.279572869028243</c:v>
                </c:pt>
                <c:pt idx="57">
                  <c:v>30.311906200497088</c:v>
                </c:pt>
                <c:pt idx="58">
                  <c:v>30.313813459187141</c:v>
                </c:pt>
                <c:pt idx="59">
                  <c:v>30.306354283232942</c:v>
                </c:pt>
                <c:pt idx="60">
                  <c:v>30.324333632374632</c:v>
                </c:pt>
                <c:pt idx="61">
                  <c:v>30.308594638694455</c:v>
                </c:pt>
                <c:pt idx="62">
                  <c:v>30.301194365390721</c:v>
                </c:pt>
                <c:pt idx="63">
                  <c:v>30.301847773862224</c:v>
                </c:pt>
                <c:pt idx="64">
                  <c:v>30.293052329639782</c:v>
                </c:pt>
                <c:pt idx="65">
                  <c:v>30.311477786452095</c:v>
                </c:pt>
                <c:pt idx="66">
                  <c:v>30.327911283476197</c:v>
                </c:pt>
                <c:pt idx="67">
                  <c:v>30.329067190915481</c:v>
                </c:pt>
                <c:pt idx="68">
                  <c:v>30.319818904029436</c:v>
                </c:pt>
                <c:pt idx="69">
                  <c:v>30.324147563924505</c:v>
                </c:pt>
                <c:pt idx="70">
                  <c:v>30.338471866621571</c:v>
                </c:pt>
                <c:pt idx="71">
                  <c:v>30.341339717954479</c:v>
                </c:pt>
                <c:pt idx="72">
                  <c:v>30.33758547305392</c:v>
                </c:pt>
                <c:pt idx="73">
                  <c:v>30.33325669900643</c:v>
                </c:pt>
                <c:pt idx="74">
                  <c:v>30.322476600750875</c:v>
                </c:pt>
                <c:pt idx="75">
                  <c:v>30.291643117972992</c:v>
                </c:pt>
                <c:pt idx="76">
                  <c:v>30.267332989582339</c:v>
                </c:pt>
                <c:pt idx="77">
                  <c:v>30.247194447352165</c:v>
                </c:pt>
                <c:pt idx="78">
                  <c:v>30.228161585494973</c:v>
                </c:pt>
                <c:pt idx="79">
                  <c:v>30.206383586160026</c:v>
                </c:pt>
                <c:pt idx="80">
                  <c:v>30.210377551149701</c:v>
                </c:pt>
                <c:pt idx="81">
                  <c:v>30.200867969366513</c:v>
                </c:pt>
                <c:pt idx="82">
                  <c:v>30.20099467855648</c:v>
                </c:pt>
                <c:pt idx="83">
                  <c:v>30.183230506732883</c:v>
                </c:pt>
                <c:pt idx="84">
                  <c:v>30.162191416034556</c:v>
                </c:pt>
                <c:pt idx="85">
                  <c:v>30.142580029695615</c:v>
                </c:pt>
                <c:pt idx="86">
                  <c:v>30.127199360472463</c:v>
                </c:pt>
                <c:pt idx="87">
                  <c:v>30.128349446138152</c:v>
                </c:pt>
                <c:pt idx="88">
                  <c:v>30.110022731172073</c:v>
                </c:pt>
                <c:pt idx="89">
                  <c:v>30.087691891650628</c:v>
                </c:pt>
                <c:pt idx="90">
                  <c:v>30.068872494825186</c:v>
                </c:pt>
                <c:pt idx="91">
                  <c:v>30.051758991814928</c:v>
                </c:pt>
                <c:pt idx="92">
                  <c:v>30.033326115095097</c:v>
                </c:pt>
                <c:pt idx="93">
                  <c:v>30.014952255178155</c:v>
                </c:pt>
                <c:pt idx="94">
                  <c:v>29.976980250603383</c:v>
                </c:pt>
                <c:pt idx="95">
                  <c:v>29.944276665749261</c:v>
                </c:pt>
                <c:pt idx="96">
                  <c:v>29.929916804572308</c:v>
                </c:pt>
                <c:pt idx="97">
                  <c:v>29.916405837891915</c:v>
                </c:pt>
                <c:pt idx="98">
                  <c:v>29.880144064924419</c:v>
                </c:pt>
                <c:pt idx="99">
                  <c:v>29.846715269724484</c:v>
                </c:pt>
                <c:pt idx="100">
                  <c:v>29.806067931878861</c:v>
                </c:pt>
                <c:pt idx="101">
                  <c:v>29.776998218194823</c:v>
                </c:pt>
                <c:pt idx="102">
                  <c:v>29.75081262256403</c:v>
                </c:pt>
                <c:pt idx="103">
                  <c:v>29.72715156485279</c:v>
                </c:pt>
                <c:pt idx="104">
                  <c:v>29.702549948249001</c:v>
                </c:pt>
                <c:pt idx="105">
                  <c:v>29.689844212763226</c:v>
                </c:pt>
                <c:pt idx="106">
                  <c:v>29.682238579249809</c:v>
                </c:pt>
                <c:pt idx="107">
                  <c:v>29.658207268153287</c:v>
                </c:pt>
                <c:pt idx="108">
                  <c:v>29.642559253954552</c:v>
                </c:pt>
                <c:pt idx="109">
                  <c:v>29.614567709909469</c:v>
                </c:pt>
                <c:pt idx="110">
                  <c:v>29.625134742666763</c:v>
                </c:pt>
                <c:pt idx="111">
                  <c:v>29.616748934415664</c:v>
                </c:pt>
                <c:pt idx="112">
                  <c:v>29.572111398610332</c:v>
                </c:pt>
                <c:pt idx="113">
                  <c:v>29.555128029362745</c:v>
                </c:pt>
                <c:pt idx="114">
                  <c:v>29.544239771686023</c:v>
                </c:pt>
                <c:pt idx="115">
                  <c:v>29.52789782490548</c:v>
                </c:pt>
                <c:pt idx="116">
                  <c:v>29.501706749958363</c:v>
                </c:pt>
                <c:pt idx="117">
                  <c:v>29.482884613474756</c:v>
                </c:pt>
                <c:pt idx="118">
                  <c:v>29.489392386056188</c:v>
                </c:pt>
                <c:pt idx="119">
                  <c:v>29.477173082584599</c:v>
                </c:pt>
                <c:pt idx="120">
                  <c:v>29.450404795908597</c:v>
                </c:pt>
                <c:pt idx="121">
                  <c:v>29.414219619217196</c:v>
                </c:pt>
                <c:pt idx="122">
                  <c:v>29.388237072209513</c:v>
                </c:pt>
                <c:pt idx="123">
                  <c:v>29.387017182336923</c:v>
                </c:pt>
                <c:pt idx="124">
                  <c:v>29.385971232219475</c:v>
                </c:pt>
                <c:pt idx="125">
                  <c:v>29.381575593389982</c:v>
                </c:pt>
                <c:pt idx="126">
                  <c:v>29.386968268023498</c:v>
                </c:pt>
                <c:pt idx="127">
                  <c:v>29.375382168044467</c:v>
                </c:pt>
                <c:pt idx="128">
                  <c:v>29.371222082740644</c:v>
                </c:pt>
                <c:pt idx="129">
                  <c:v>29.354999567933078</c:v>
                </c:pt>
                <c:pt idx="130">
                  <c:v>29.353103753023468</c:v>
                </c:pt>
                <c:pt idx="131">
                  <c:v>29.37832353353804</c:v>
                </c:pt>
                <c:pt idx="132">
                  <c:v>29.364494481129864</c:v>
                </c:pt>
                <c:pt idx="133">
                  <c:v>29.347280666677548</c:v>
                </c:pt>
                <c:pt idx="134">
                  <c:v>29.358453706112531</c:v>
                </c:pt>
                <c:pt idx="135">
                  <c:v>29.399182577326567</c:v>
                </c:pt>
                <c:pt idx="136">
                  <c:v>29.434610038769588</c:v>
                </c:pt>
                <c:pt idx="137">
                  <c:v>29.448006053959624</c:v>
                </c:pt>
                <c:pt idx="138">
                  <c:v>29.446633399606426</c:v>
                </c:pt>
                <c:pt idx="139">
                  <c:v>29.474211112578605</c:v>
                </c:pt>
                <c:pt idx="140">
                  <c:v>29.498924912476486</c:v>
                </c:pt>
                <c:pt idx="141">
                  <c:v>29.521198789938651</c:v>
                </c:pt>
                <c:pt idx="142">
                  <c:v>29.540930835389123</c:v>
                </c:pt>
                <c:pt idx="143">
                  <c:v>29.569583150737021</c:v>
                </c:pt>
                <c:pt idx="144">
                  <c:v>29.602871424303761</c:v>
                </c:pt>
                <c:pt idx="145">
                  <c:v>29.618141879362121</c:v>
                </c:pt>
                <c:pt idx="146">
                  <c:v>29.6375367756301</c:v>
                </c:pt>
                <c:pt idx="147">
                  <c:v>29.678601797192925</c:v>
                </c:pt>
                <c:pt idx="148">
                  <c:v>29.722864741820896</c:v>
                </c:pt>
                <c:pt idx="149">
                  <c:v>29.744852553310039</c:v>
                </c:pt>
                <c:pt idx="150">
                  <c:v>29.753163078037907</c:v>
                </c:pt>
                <c:pt idx="151">
                  <c:v>29.775891738754876</c:v>
                </c:pt>
                <c:pt idx="152">
                  <c:v>29.797200172096193</c:v>
                </c:pt>
                <c:pt idx="153">
                  <c:v>29.814902416230098</c:v>
                </c:pt>
                <c:pt idx="154">
                  <c:v>29.837739293444447</c:v>
                </c:pt>
                <c:pt idx="155">
                  <c:v>29.851598710397244</c:v>
                </c:pt>
                <c:pt idx="156">
                  <c:v>29.845712155303918</c:v>
                </c:pt>
                <c:pt idx="157">
                  <c:v>29.860998820006401</c:v>
                </c:pt>
                <c:pt idx="158">
                  <c:v>29.879323879762339</c:v>
                </c:pt>
                <c:pt idx="159">
                  <c:v>29.877348586227946</c:v>
                </c:pt>
                <c:pt idx="160">
                  <c:v>29.874740545810681</c:v>
                </c:pt>
                <c:pt idx="161">
                  <c:v>29.874049295810824</c:v>
                </c:pt>
                <c:pt idx="162">
                  <c:v>29.868259998582225</c:v>
                </c:pt>
                <c:pt idx="163">
                  <c:v>29.857205192519775</c:v>
                </c:pt>
                <c:pt idx="164">
                  <c:v>29.841321624795366</c:v>
                </c:pt>
                <c:pt idx="165">
                  <c:v>29.831854621866103</c:v>
                </c:pt>
                <c:pt idx="166">
                  <c:v>29.850332474640755</c:v>
                </c:pt>
                <c:pt idx="167">
                  <c:v>29.84058733933189</c:v>
                </c:pt>
                <c:pt idx="168">
                  <c:v>29.834643708026867</c:v>
                </c:pt>
                <c:pt idx="169">
                  <c:v>29.820273858512866</c:v>
                </c:pt>
                <c:pt idx="170">
                  <c:v>29.824828254825192</c:v>
                </c:pt>
                <c:pt idx="171">
                  <c:v>29.842874154829726</c:v>
                </c:pt>
                <c:pt idx="172">
                  <c:v>29.834771216283801</c:v>
                </c:pt>
                <c:pt idx="173">
                  <c:v>29.820171064255604</c:v>
                </c:pt>
                <c:pt idx="174">
                  <c:v>29.823225783105606</c:v>
                </c:pt>
                <c:pt idx="175">
                  <c:v>29.834976348188636</c:v>
                </c:pt>
                <c:pt idx="176">
                  <c:v>29.821793284344441</c:v>
                </c:pt>
                <c:pt idx="177">
                  <c:v>29.810881967878196</c:v>
                </c:pt>
                <c:pt idx="178">
                  <c:v>29.826431639764174</c:v>
                </c:pt>
                <c:pt idx="179">
                  <c:v>29.841602839290399</c:v>
                </c:pt>
                <c:pt idx="180">
                  <c:v>29.831890636955684</c:v>
                </c:pt>
                <c:pt idx="181">
                  <c:v>29.828442206397401</c:v>
                </c:pt>
                <c:pt idx="182">
                  <c:v>29.856711996974504</c:v>
                </c:pt>
                <c:pt idx="183">
                  <c:v>29.866010967536536</c:v>
                </c:pt>
                <c:pt idx="184">
                  <c:v>29.901221910370488</c:v>
                </c:pt>
                <c:pt idx="185">
                  <c:v>29.914300296442427</c:v>
                </c:pt>
                <c:pt idx="186">
                  <c:v>29.922090457348261</c:v>
                </c:pt>
                <c:pt idx="187">
                  <c:v>29.933352392982957</c:v>
                </c:pt>
                <c:pt idx="188">
                  <c:v>29.954435032830808</c:v>
                </c:pt>
                <c:pt idx="189">
                  <c:v>29.984073453888186</c:v>
                </c:pt>
                <c:pt idx="190">
                  <c:v>29.992937389564666</c:v>
                </c:pt>
                <c:pt idx="191">
                  <c:v>29.99444808273585</c:v>
                </c:pt>
                <c:pt idx="192">
                  <c:v>29.987266183018068</c:v>
                </c:pt>
                <c:pt idx="193">
                  <c:v>29.977119174102654</c:v>
                </c:pt>
                <c:pt idx="194">
                  <c:v>29.966034631333908</c:v>
                </c:pt>
                <c:pt idx="195">
                  <c:v>29.986544511397376</c:v>
                </c:pt>
                <c:pt idx="196">
                  <c:v>30.027660616169669</c:v>
                </c:pt>
                <c:pt idx="197">
                  <c:v>30.051679770033097</c:v>
                </c:pt>
                <c:pt idx="198">
                  <c:v>30.060067804256448</c:v>
                </c:pt>
                <c:pt idx="199">
                  <c:v>30.087779674864219</c:v>
                </c:pt>
                <c:pt idx="200">
                  <c:v>30.126532596167426</c:v>
                </c:pt>
                <c:pt idx="201">
                  <c:v>30.157798602477545</c:v>
                </c:pt>
                <c:pt idx="202">
                  <c:v>30.211298076291946</c:v>
                </c:pt>
                <c:pt idx="203">
                  <c:v>30.286187545354185</c:v>
                </c:pt>
                <c:pt idx="204">
                  <c:v>30.355418592941252</c:v>
                </c:pt>
                <c:pt idx="205">
                  <c:v>30.386939045003114</c:v>
                </c:pt>
                <c:pt idx="206">
                  <c:v>30.404741115431271</c:v>
                </c:pt>
                <c:pt idx="207">
                  <c:v>30.406825766987282</c:v>
                </c:pt>
                <c:pt idx="208">
                  <c:v>30.393882708613273</c:v>
                </c:pt>
                <c:pt idx="209">
                  <c:v>30.371532120722584</c:v>
                </c:pt>
                <c:pt idx="210">
                  <c:v>30.326938933133736</c:v>
                </c:pt>
                <c:pt idx="211">
                  <c:v>30.274535893346023</c:v>
                </c:pt>
                <c:pt idx="212">
                  <c:v>30.225241452352154</c:v>
                </c:pt>
                <c:pt idx="213">
                  <c:v>30.191270946827004</c:v>
                </c:pt>
                <c:pt idx="214">
                  <c:v>30.213007280527414</c:v>
                </c:pt>
                <c:pt idx="215">
                  <c:v>30.240991861274669</c:v>
                </c:pt>
                <c:pt idx="216">
                  <c:v>30.242953456518261</c:v>
                </c:pt>
                <c:pt idx="217">
                  <c:v>30.235142462795157</c:v>
                </c:pt>
                <c:pt idx="218">
                  <c:v>30.238441924440913</c:v>
                </c:pt>
                <c:pt idx="219">
                  <c:v>30.264629746043962</c:v>
                </c:pt>
                <c:pt idx="220">
                  <c:v>30.314244955347572</c:v>
                </c:pt>
                <c:pt idx="221">
                  <c:v>30.327885256723665</c:v>
                </c:pt>
                <c:pt idx="222">
                  <c:v>30.325015578951987</c:v>
                </c:pt>
                <c:pt idx="223">
                  <c:v>30.321527879960051</c:v>
                </c:pt>
                <c:pt idx="224">
                  <c:v>30.362158494475651</c:v>
                </c:pt>
                <c:pt idx="225">
                  <c:v>30.36923571642118</c:v>
                </c:pt>
                <c:pt idx="226">
                  <c:v>30.387980229256879</c:v>
                </c:pt>
                <c:pt idx="227">
                  <c:v>30.389649708449003</c:v>
                </c:pt>
                <c:pt idx="228">
                  <c:v>30.398782016472882</c:v>
                </c:pt>
                <c:pt idx="229">
                  <c:v>30.406924052223822</c:v>
                </c:pt>
                <c:pt idx="230">
                  <c:v>30.448093694482687</c:v>
                </c:pt>
                <c:pt idx="231">
                  <c:v>30.480682613227508</c:v>
                </c:pt>
                <c:pt idx="232">
                  <c:v>30.543361311711799</c:v>
                </c:pt>
                <c:pt idx="233">
                  <c:v>30.55251918987852</c:v>
                </c:pt>
                <c:pt idx="234">
                  <c:v>30.545565252550254</c:v>
                </c:pt>
                <c:pt idx="235">
                  <c:v>30.524790538864504</c:v>
                </c:pt>
                <c:pt idx="236">
                  <c:v>30.486655752933974</c:v>
                </c:pt>
                <c:pt idx="237">
                  <c:v>30.435546288408155</c:v>
                </c:pt>
                <c:pt idx="238">
                  <c:v>30.37373800215223</c:v>
                </c:pt>
                <c:pt idx="239">
                  <c:v>30.322055035851285</c:v>
                </c:pt>
                <c:pt idx="240">
                  <c:v>30.272910819446601</c:v>
                </c:pt>
                <c:pt idx="241">
                  <c:v>30.216303774210161</c:v>
                </c:pt>
                <c:pt idx="242">
                  <c:v>30.180433544054903</c:v>
                </c:pt>
                <c:pt idx="243">
                  <c:v>30.154413526514244</c:v>
                </c:pt>
                <c:pt idx="244">
                  <c:v>30.099670818656662</c:v>
                </c:pt>
                <c:pt idx="245">
                  <c:v>30.091855258836627</c:v>
                </c:pt>
                <c:pt idx="246">
                  <c:v>30.099014099764879</c:v>
                </c:pt>
                <c:pt idx="247">
                  <c:v>30.114596133862893</c:v>
                </c:pt>
                <c:pt idx="248">
                  <c:v>30.151914045051626</c:v>
                </c:pt>
                <c:pt idx="249">
                  <c:v>30.196279270250958</c:v>
                </c:pt>
                <c:pt idx="250">
                  <c:v>30.170860036914615</c:v>
                </c:pt>
                <c:pt idx="251">
                  <c:v>30.21283559528263</c:v>
                </c:pt>
                <c:pt idx="252">
                  <c:v>30.224174469650698</c:v>
                </c:pt>
                <c:pt idx="253">
                  <c:v>30.212713223884752</c:v>
                </c:pt>
                <c:pt idx="254">
                  <c:v>30.233508485006709</c:v>
                </c:pt>
                <c:pt idx="255">
                  <c:v>30.23430492646472</c:v>
                </c:pt>
                <c:pt idx="256">
                  <c:v>30.254596889551941</c:v>
                </c:pt>
                <c:pt idx="257">
                  <c:v>30.168409298536787</c:v>
                </c:pt>
                <c:pt idx="258">
                  <c:v>30.083553866302626</c:v>
                </c:pt>
                <c:pt idx="259">
                  <c:v>30</c:v>
                </c:pt>
                <c:pt idx="260">
                  <c:v>29.929165339169113</c:v>
                </c:pt>
                <c:pt idx="261">
                  <c:v>29.836762719462314</c:v>
                </c:pt>
                <c:pt idx="262">
                  <c:v>29.946368109374461</c:v>
                </c:pt>
                <c:pt idx="263">
                  <c:v>30.004073186771514</c:v>
                </c:pt>
                <c:pt idx="264">
                  <c:v>29.963124886061614</c:v>
                </c:pt>
                <c:pt idx="265">
                  <c:v>29.971287925858459</c:v>
                </c:pt>
                <c:pt idx="266">
                  <c:v>29.965572998933702</c:v>
                </c:pt>
                <c:pt idx="267">
                  <c:v>29.953270221502507</c:v>
                </c:pt>
                <c:pt idx="268">
                  <c:v>29.930010238330855</c:v>
                </c:pt>
                <c:pt idx="269">
                  <c:v>29.847692014935244</c:v>
                </c:pt>
                <c:pt idx="270">
                  <c:v>29.770022078220212</c:v>
                </c:pt>
                <c:pt idx="271">
                  <c:v>29.856394767389897</c:v>
                </c:pt>
                <c:pt idx="272">
                  <c:v>29.843773105163951</c:v>
                </c:pt>
                <c:pt idx="273">
                  <c:v>29.847311430755656</c:v>
                </c:pt>
                <c:pt idx="274">
                  <c:v>29.840494533411672</c:v>
                </c:pt>
                <c:pt idx="275">
                  <c:v>29.834329960091171</c:v>
                </c:pt>
                <c:pt idx="276">
                  <c:v>29.851951669690376</c:v>
                </c:pt>
                <c:pt idx="277">
                  <c:v>29.835891222785918</c:v>
                </c:pt>
                <c:pt idx="278">
                  <c:v>29.990335285073421</c:v>
                </c:pt>
                <c:pt idx="279">
                  <c:v>30.069274083050683</c:v>
                </c:pt>
                <c:pt idx="280">
                  <c:v>30.046647817057501</c:v>
                </c:pt>
                <c:pt idx="281">
                  <c:v>29.998238513954622</c:v>
                </c:pt>
                <c:pt idx="282">
                  <c:v>30.181371192060656</c:v>
                </c:pt>
                <c:pt idx="283">
                  <c:v>30.281412891940921</c:v>
                </c:pt>
                <c:pt idx="284">
                  <c:v>30.312176855892954</c:v>
                </c:pt>
                <c:pt idx="285">
                  <c:v>30.242750036899775</c:v>
                </c:pt>
                <c:pt idx="286">
                  <c:v>30.351981463472882</c:v>
                </c:pt>
                <c:pt idx="287">
                  <c:v>30.674683515259954</c:v>
                </c:pt>
                <c:pt idx="288">
                  <c:v>30.836019016423911</c:v>
                </c:pt>
                <c:pt idx="289">
                  <c:v>30.960203725546982</c:v>
                </c:pt>
                <c:pt idx="290">
                  <c:v>30.963539031053685</c:v>
                </c:pt>
                <c:pt idx="291">
                  <c:v>31.063739060345199</c:v>
                </c:pt>
                <c:pt idx="292">
                  <c:v>31.013378435716835</c:v>
                </c:pt>
                <c:pt idx="293">
                  <c:v>31.119430146536327</c:v>
                </c:pt>
                <c:pt idx="294">
                  <c:v>31.191372428331402</c:v>
                </c:pt>
                <c:pt idx="295">
                  <c:v>31.181596871401705</c:v>
                </c:pt>
                <c:pt idx="296">
                  <c:v>31.333862962527071</c:v>
                </c:pt>
                <c:pt idx="297">
                  <c:v>31.421953931049885</c:v>
                </c:pt>
                <c:pt idx="298">
                  <c:v>31.381087820084826</c:v>
                </c:pt>
                <c:pt idx="299">
                  <c:v>31.468118540899159</c:v>
                </c:pt>
                <c:pt idx="300">
                  <c:v>31.456372713141697</c:v>
                </c:pt>
                <c:pt idx="301">
                  <c:v>31.383661272317802</c:v>
                </c:pt>
                <c:pt idx="302">
                  <c:v>31.299493494282167</c:v>
                </c:pt>
                <c:pt idx="303">
                  <c:v>31.581422583481665</c:v>
                </c:pt>
                <c:pt idx="304">
                  <c:v>31.832907449667061</c:v>
                </c:pt>
                <c:pt idx="305">
                  <c:v>31.886743787282896</c:v>
                </c:pt>
                <c:pt idx="306">
                  <c:v>31.791652992157616</c:v>
                </c:pt>
                <c:pt idx="307">
                  <c:v>31.718572839006161</c:v>
                </c:pt>
                <c:pt idx="308">
                  <c:v>31.646325770240626</c:v>
                </c:pt>
                <c:pt idx="309">
                  <c:v>31.565072988488758</c:v>
                </c:pt>
                <c:pt idx="310">
                  <c:v>31.539734346763332</c:v>
                </c:pt>
                <c:pt idx="311">
                  <c:v>31.399552202873519</c:v>
                </c:pt>
                <c:pt idx="312">
                  <c:v>31.527743547905267</c:v>
                </c:pt>
                <c:pt idx="313">
                  <c:v>31.620699692713092</c:v>
                </c:pt>
                <c:pt idx="314">
                  <c:v>31.535850653014649</c:v>
                </c:pt>
                <c:pt idx="315">
                  <c:v>31.545176449396177</c:v>
                </c:pt>
                <c:pt idx="316">
                  <c:v>31.49238278001561</c:v>
                </c:pt>
                <c:pt idx="317">
                  <c:v>31.607108933488753</c:v>
                </c:pt>
                <c:pt idx="318">
                  <c:v>31.736681066233864</c:v>
                </c:pt>
                <c:pt idx="319">
                  <c:v>31.731914745947506</c:v>
                </c:pt>
                <c:pt idx="320">
                  <c:v>31.699975126186949</c:v>
                </c:pt>
                <c:pt idx="321">
                  <c:v>31.724553056162879</c:v>
                </c:pt>
                <c:pt idx="322">
                  <c:v>31.706806692117336</c:v>
                </c:pt>
                <c:pt idx="323">
                  <c:v>31.732109033372126</c:v>
                </c:pt>
                <c:pt idx="324">
                  <c:v>31.774021922059696</c:v>
                </c:pt>
                <c:pt idx="325">
                  <c:v>31.846117624711813</c:v>
                </c:pt>
                <c:pt idx="326">
                  <c:v>31.926424539483442</c:v>
                </c:pt>
                <c:pt idx="327">
                  <c:v>32.048405992682603</c:v>
                </c:pt>
                <c:pt idx="328">
                  <c:v>32.056443921423416</c:v>
                </c:pt>
                <c:pt idx="329">
                  <c:v>31.969949716999025</c:v>
                </c:pt>
                <c:pt idx="330">
                  <c:v>31.862529546927895</c:v>
                </c:pt>
                <c:pt idx="331">
                  <c:v>31.853590955566514</c:v>
                </c:pt>
                <c:pt idx="332">
                  <c:v>31.923023938790561</c:v>
                </c:pt>
                <c:pt idx="333">
                  <c:v>31.897461101705588</c:v>
                </c:pt>
                <c:pt idx="334">
                  <c:v>31.875380370143805</c:v>
                </c:pt>
                <c:pt idx="335">
                  <c:v>31.789769705476481</c:v>
                </c:pt>
                <c:pt idx="336">
                  <c:v>31.738743343914887</c:v>
                </c:pt>
                <c:pt idx="337">
                  <c:v>31.814253573855538</c:v>
                </c:pt>
                <c:pt idx="338">
                  <c:v>31.879917928973679</c:v>
                </c:pt>
                <c:pt idx="339">
                  <c:v>31.818087497147619</c:v>
                </c:pt>
                <c:pt idx="340">
                  <c:v>31.709786070367898</c:v>
                </c:pt>
                <c:pt idx="341">
                  <c:v>31.765612769638015</c:v>
                </c:pt>
                <c:pt idx="342">
                  <c:v>31.733935243841564</c:v>
                </c:pt>
                <c:pt idx="343">
                  <c:v>31.672523294799667</c:v>
                </c:pt>
                <c:pt idx="344">
                  <c:v>31.872647332822925</c:v>
                </c:pt>
                <c:pt idx="345">
                  <c:v>31.95899907502292</c:v>
                </c:pt>
                <c:pt idx="346">
                  <c:v>32.065560362260435</c:v>
                </c:pt>
                <c:pt idx="347">
                  <c:v>32.129569507239381</c:v>
                </c:pt>
                <c:pt idx="348">
                  <c:v>32.018273405784363</c:v>
                </c:pt>
                <c:pt idx="349">
                  <c:v>31.849883513159551</c:v>
                </c:pt>
                <c:pt idx="350">
                  <c:v>31.851200832125507</c:v>
                </c:pt>
                <c:pt idx="351">
                  <c:v>32.094862604430922</c:v>
                </c:pt>
                <c:pt idx="352">
                  <c:v>32.217672804223916</c:v>
                </c:pt>
                <c:pt idx="353">
                  <c:v>32.224170816773153</c:v>
                </c:pt>
                <c:pt idx="354">
                  <c:v>32.091406069050578</c:v>
                </c:pt>
                <c:pt idx="355">
                  <c:v>31.992844127034758</c:v>
                </c:pt>
                <c:pt idx="356">
                  <c:v>32.183473879699562</c:v>
                </c:pt>
                <c:pt idx="357">
                  <c:v>32.226481490127476</c:v>
                </c:pt>
                <c:pt idx="358">
                  <c:v>32.080308855362837</c:v>
                </c:pt>
                <c:pt idx="359">
                  <c:v>32.182400390309965</c:v>
                </c:pt>
                <c:pt idx="360">
                  <c:v>32.166092118494333</c:v>
                </c:pt>
                <c:pt idx="361">
                  <c:v>32.045764277300442</c:v>
                </c:pt>
                <c:pt idx="362">
                  <c:v>31.987694482910644</c:v>
                </c:pt>
                <c:pt idx="363">
                  <c:v>31.900086835748475</c:v>
                </c:pt>
                <c:pt idx="364">
                  <c:v>31.964060821781018</c:v>
                </c:pt>
                <c:pt idx="365">
                  <c:v>31.878106330014429</c:v>
                </c:pt>
                <c:pt idx="366">
                  <c:v>31.681836306109773</c:v>
                </c:pt>
                <c:pt idx="367">
                  <c:v>31.568647100865196</c:v>
                </c:pt>
                <c:pt idx="368">
                  <c:v>31.40621642135121</c:v>
                </c:pt>
                <c:pt idx="369">
                  <c:v>31.227636826804638</c:v>
                </c:pt>
                <c:pt idx="370">
                  <c:v>31.310325874347633</c:v>
                </c:pt>
                <c:pt idx="371">
                  <c:v>31.273376789638888</c:v>
                </c:pt>
                <c:pt idx="372">
                  <c:v>31.196602207456738</c:v>
                </c:pt>
                <c:pt idx="373">
                  <c:v>31.077791223664896</c:v>
                </c:pt>
                <c:pt idx="374">
                  <c:v>30.991547241352585</c:v>
                </c:pt>
                <c:pt idx="375">
                  <c:v>30.990885157296905</c:v>
                </c:pt>
                <c:pt idx="376">
                  <c:v>30.861840522900291</c:v>
                </c:pt>
                <c:pt idx="377">
                  <c:v>30.729689686910724</c:v>
                </c:pt>
                <c:pt idx="378">
                  <c:v>30.562977378300104</c:v>
                </c:pt>
                <c:pt idx="379">
                  <c:v>30.410025231110147</c:v>
                </c:pt>
                <c:pt idx="380">
                  <c:v>30.287173593987458</c:v>
                </c:pt>
                <c:pt idx="381">
                  <c:v>30.098684085108854</c:v>
                </c:pt>
                <c:pt idx="382">
                  <c:v>29.938953281636746</c:v>
                </c:pt>
                <c:pt idx="383">
                  <c:v>29.789530156615985</c:v>
                </c:pt>
                <c:pt idx="384">
                  <c:v>29.7013085406446</c:v>
                </c:pt>
                <c:pt idx="385">
                  <c:v>29.592622534350461</c:v>
                </c:pt>
                <c:pt idx="386">
                  <c:v>29.502854038889677</c:v>
                </c:pt>
                <c:pt idx="387">
                  <c:v>29.443519292958154</c:v>
                </c:pt>
                <c:pt idx="388">
                  <c:v>29.377246904956806</c:v>
                </c:pt>
                <c:pt idx="389">
                  <c:v>29.304930260289215</c:v>
                </c:pt>
                <c:pt idx="390">
                  <c:v>29.240915664532054</c:v>
                </c:pt>
                <c:pt idx="391">
                  <c:v>29.218013363710053</c:v>
                </c:pt>
                <c:pt idx="392">
                  <c:v>29.240300211741332</c:v>
                </c:pt>
                <c:pt idx="393">
                  <c:v>29.233453763188745</c:v>
                </c:pt>
                <c:pt idx="394">
                  <c:v>29.228754336222494</c:v>
                </c:pt>
                <c:pt idx="395">
                  <c:v>29.211660010819369</c:v>
                </c:pt>
                <c:pt idx="396">
                  <c:v>29.182957311445595</c:v>
                </c:pt>
                <c:pt idx="397">
                  <c:v>29.176363396591661</c:v>
                </c:pt>
                <c:pt idx="398">
                  <c:v>29.152401376016144</c:v>
                </c:pt>
                <c:pt idx="399">
                  <c:v>29.132474814836208</c:v>
                </c:pt>
                <c:pt idx="400">
                  <c:v>29.135710607967816</c:v>
                </c:pt>
                <c:pt idx="401">
                  <c:v>29.134957815542698</c:v>
                </c:pt>
                <c:pt idx="402">
                  <c:v>29.13351512867775</c:v>
                </c:pt>
                <c:pt idx="403">
                  <c:v>29.125624527908386</c:v>
                </c:pt>
                <c:pt idx="404">
                  <c:v>29.086952861727056</c:v>
                </c:pt>
                <c:pt idx="405">
                  <c:v>29.088856745786092</c:v>
                </c:pt>
                <c:pt idx="406">
                  <c:v>29.08739672202184</c:v>
                </c:pt>
                <c:pt idx="407">
                  <c:v>29.059959544951912</c:v>
                </c:pt>
                <c:pt idx="408">
                  <c:v>29.048638756608426</c:v>
                </c:pt>
                <c:pt idx="409">
                  <c:v>29.080233900027817</c:v>
                </c:pt>
                <c:pt idx="410">
                  <c:v>29.064966270241936</c:v>
                </c:pt>
                <c:pt idx="411">
                  <c:v>29.039074117684528</c:v>
                </c:pt>
                <c:pt idx="412">
                  <c:v>29.043738788805118</c:v>
                </c:pt>
                <c:pt idx="413">
                  <c:v>29.045846463478018</c:v>
                </c:pt>
                <c:pt idx="414">
                  <c:v>29.039866528135089</c:v>
                </c:pt>
                <c:pt idx="415">
                  <c:v>29.035257570531645</c:v>
                </c:pt>
                <c:pt idx="416">
                  <c:v>29.014830099599703</c:v>
                </c:pt>
                <c:pt idx="417">
                  <c:v>29.010138407351953</c:v>
                </c:pt>
                <c:pt idx="418">
                  <c:v>28.984650157282061</c:v>
                </c:pt>
                <c:pt idx="419">
                  <c:v>28.960316979020039</c:v>
                </c:pt>
                <c:pt idx="420">
                  <c:v>28.978701833242258</c:v>
                </c:pt>
                <c:pt idx="421">
                  <c:v>28.955586445518417</c:v>
                </c:pt>
                <c:pt idx="422">
                  <c:v>28.974450811264152</c:v>
                </c:pt>
                <c:pt idx="423">
                  <c:v>28.976996790219353</c:v>
                </c:pt>
                <c:pt idx="424">
                  <c:v>28.962633730990909</c:v>
                </c:pt>
                <c:pt idx="425">
                  <c:v>28.972538381826045</c:v>
                </c:pt>
                <c:pt idx="426">
                  <c:v>28.999506081024894</c:v>
                </c:pt>
                <c:pt idx="427">
                  <c:v>28.968947323165626</c:v>
                </c:pt>
                <c:pt idx="428">
                  <c:v>28.912749899631482</c:v>
                </c:pt>
                <c:pt idx="429">
                  <c:v>28.970581238526968</c:v>
                </c:pt>
                <c:pt idx="430">
                  <c:v>28.966191184248061</c:v>
                </c:pt>
                <c:pt idx="431">
                  <c:v>28.958711425185015</c:v>
                </c:pt>
                <c:pt idx="432">
                  <c:v>28.948395292319812</c:v>
                </c:pt>
                <c:pt idx="433">
                  <c:v>28.937144286779652</c:v>
                </c:pt>
                <c:pt idx="434">
                  <c:v>28.915148263450551</c:v>
                </c:pt>
                <c:pt idx="435">
                  <c:v>28.852946850517515</c:v>
                </c:pt>
                <c:pt idx="436">
                  <c:v>28.890558689927431</c:v>
                </c:pt>
                <c:pt idx="437">
                  <c:v>28.749444391617239</c:v>
                </c:pt>
                <c:pt idx="438">
                  <c:v>28.722488181514226</c:v>
                </c:pt>
                <c:pt idx="439">
                  <c:v>28.77709927162763</c:v>
                </c:pt>
                <c:pt idx="440">
                  <c:v>28.843692898817462</c:v>
                </c:pt>
                <c:pt idx="441">
                  <c:v>28.965698013673634</c:v>
                </c:pt>
                <c:pt idx="442">
                  <c:v>29.067280018577165</c:v>
                </c:pt>
                <c:pt idx="443">
                  <c:v>28.986692130992587</c:v>
                </c:pt>
                <c:pt idx="444">
                  <c:v>28.984309408730972</c:v>
                </c:pt>
                <c:pt idx="445">
                  <c:v>29.065925207674649</c:v>
                </c:pt>
                <c:pt idx="446">
                  <c:v>29.036830812096323</c:v>
                </c:pt>
                <c:pt idx="447">
                  <c:v>29.007958121927803</c:v>
                </c:pt>
                <c:pt idx="448">
                  <c:v>29.051275135364797</c:v>
                </c:pt>
                <c:pt idx="449">
                  <c:v>29.08459461535028</c:v>
                </c:pt>
                <c:pt idx="450">
                  <c:v>29.077595195415821</c:v>
                </c:pt>
                <c:pt idx="451">
                  <c:v>29.04068611756421</c:v>
                </c:pt>
                <c:pt idx="452">
                  <c:v>29.038969785936811</c:v>
                </c:pt>
                <c:pt idx="453">
                  <c:v>29.032838652141837</c:v>
                </c:pt>
                <c:pt idx="454">
                  <c:v>29.070567394335097</c:v>
                </c:pt>
                <c:pt idx="455">
                  <c:v>29.095429228522537</c:v>
                </c:pt>
                <c:pt idx="456">
                  <c:v>29.120338186257257</c:v>
                </c:pt>
                <c:pt idx="457">
                  <c:v>29.149590301244821</c:v>
                </c:pt>
                <c:pt idx="458">
                  <c:v>29.113494241923458</c:v>
                </c:pt>
                <c:pt idx="459">
                  <c:v>29.172099318430128</c:v>
                </c:pt>
                <c:pt idx="460">
                  <c:v>29.216283797536065</c:v>
                </c:pt>
                <c:pt idx="461">
                  <c:v>29.216048971732093</c:v>
                </c:pt>
                <c:pt idx="462">
                  <c:v>29.177266499220281</c:v>
                </c:pt>
                <c:pt idx="463">
                  <c:v>29.155324106126596</c:v>
                </c:pt>
                <c:pt idx="464">
                  <c:v>29.182857770532397</c:v>
                </c:pt>
                <c:pt idx="465">
                  <c:v>29.213142294306181</c:v>
                </c:pt>
                <c:pt idx="466">
                  <c:v>29.220340275246606</c:v>
                </c:pt>
                <c:pt idx="467">
                  <c:v>29.213663699769082</c:v>
                </c:pt>
                <c:pt idx="468">
                  <c:v>29.189196155186568</c:v>
                </c:pt>
                <c:pt idx="469">
                  <c:v>29.211839087433564</c:v>
                </c:pt>
                <c:pt idx="470">
                  <c:v>29.239370097795522</c:v>
                </c:pt>
                <c:pt idx="471">
                  <c:v>29.267228026429027</c:v>
                </c:pt>
                <c:pt idx="472">
                  <c:v>29.305953693841147</c:v>
                </c:pt>
                <c:pt idx="473">
                  <c:v>29.346001217778053</c:v>
                </c:pt>
                <c:pt idx="474">
                  <c:v>29.330328090046173</c:v>
                </c:pt>
                <c:pt idx="475">
                  <c:v>29.277179977390972</c:v>
                </c:pt>
                <c:pt idx="476">
                  <c:v>29.260074950198153</c:v>
                </c:pt>
                <c:pt idx="477">
                  <c:v>29.291210394674014</c:v>
                </c:pt>
                <c:pt idx="478">
                  <c:v>29.320653500934966</c:v>
                </c:pt>
                <c:pt idx="479">
                  <c:v>29.309857935026038</c:v>
                </c:pt>
                <c:pt idx="480">
                  <c:v>29.307576627382634</c:v>
                </c:pt>
                <c:pt idx="481">
                  <c:v>29.298553934223321</c:v>
                </c:pt>
                <c:pt idx="482">
                  <c:v>29.30188396018044</c:v>
                </c:pt>
                <c:pt idx="483">
                  <c:v>29.286813328939228</c:v>
                </c:pt>
                <c:pt idx="484">
                  <c:v>29.304164953904682</c:v>
                </c:pt>
                <c:pt idx="485">
                  <c:v>29.350444572320527</c:v>
                </c:pt>
                <c:pt idx="486">
                  <c:v>29.348628236035704</c:v>
                </c:pt>
                <c:pt idx="487">
                  <c:v>29.360499089234889</c:v>
                </c:pt>
                <c:pt idx="488">
                  <c:v>29.395858801214629</c:v>
                </c:pt>
                <c:pt idx="489">
                  <c:v>29.396977437887671</c:v>
                </c:pt>
                <c:pt idx="490">
                  <c:v>29.39153770391761</c:v>
                </c:pt>
                <c:pt idx="491">
                  <c:v>29.372416716389559</c:v>
                </c:pt>
                <c:pt idx="492">
                  <c:v>29.370527950392098</c:v>
                </c:pt>
                <c:pt idx="493">
                  <c:v>29.3799868484993</c:v>
                </c:pt>
                <c:pt idx="494">
                  <c:v>29.392540846876283</c:v>
                </c:pt>
                <c:pt idx="495">
                  <c:v>29.410967987436841</c:v>
                </c:pt>
                <c:pt idx="496">
                  <c:v>29.438908590962988</c:v>
                </c:pt>
                <c:pt idx="497">
                  <c:v>29.415217625316817</c:v>
                </c:pt>
                <c:pt idx="498">
                  <c:v>29.393936017794992</c:v>
                </c:pt>
                <c:pt idx="499">
                  <c:v>29.38976617245897</c:v>
                </c:pt>
                <c:pt idx="500">
                  <c:v>29.372618623488435</c:v>
                </c:pt>
                <c:pt idx="501">
                  <c:v>29.41295569504728</c:v>
                </c:pt>
                <c:pt idx="502">
                  <c:v>29.426286101131971</c:v>
                </c:pt>
                <c:pt idx="503">
                  <c:v>29.425133732417816</c:v>
                </c:pt>
                <c:pt idx="504">
                  <c:v>29.421737241212178</c:v>
                </c:pt>
                <c:pt idx="505">
                  <c:v>29.425498021338971</c:v>
                </c:pt>
                <c:pt idx="506">
                  <c:v>29.424298850131226</c:v>
                </c:pt>
                <c:pt idx="507">
                  <c:v>29.432137525816998</c:v>
                </c:pt>
                <c:pt idx="508">
                  <c:v>29.430198247372182</c:v>
                </c:pt>
                <c:pt idx="509">
                  <c:v>29.436473976614963</c:v>
                </c:pt>
                <c:pt idx="510">
                  <c:v>29.460963067467393</c:v>
                </c:pt>
                <c:pt idx="511">
                  <c:v>29.480291983634654</c:v>
                </c:pt>
                <c:pt idx="512">
                  <c:v>29.494494542772173</c:v>
                </c:pt>
                <c:pt idx="513">
                  <c:v>29.503925188154586</c:v>
                </c:pt>
                <c:pt idx="514">
                  <c:v>29.531897554592543</c:v>
                </c:pt>
                <c:pt idx="515">
                  <c:v>29.558228295029679</c:v>
                </c:pt>
                <c:pt idx="516">
                  <c:v>29.55197165777971</c:v>
                </c:pt>
                <c:pt idx="517">
                  <c:v>29.562856776264788</c:v>
                </c:pt>
                <c:pt idx="518">
                  <c:v>29.572479597251988</c:v>
                </c:pt>
                <c:pt idx="519">
                  <c:v>29.59292218446187</c:v>
                </c:pt>
                <c:pt idx="520">
                  <c:v>29.600684606328819</c:v>
                </c:pt>
                <c:pt idx="521">
                  <c:v>29.605353097988324</c:v>
                </c:pt>
                <c:pt idx="522">
                  <c:v>29.626857816421673</c:v>
                </c:pt>
                <c:pt idx="523">
                  <c:v>29.666563453850518</c:v>
                </c:pt>
                <c:pt idx="524">
                  <c:v>29.709096532654385</c:v>
                </c:pt>
                <c:pt idx="525">
                  <c:v>29.750860167048373</c:v>
                </c:pt>
                <c:pt idx="526">
                  <c:v>29.766694078468607</c:v>
                </c:pt>
                <c:pt idx="527">
                  <c:v>29.760896333960677</c:v>
                </c:pt>
                <c:pt idx="528">
                  <c:v>29.708724053296852</c:v>
                </c:pt>
                <c:pt idx="529">
                  <c:v>29.675367859038197</c:v>
                </c:pt>
                <c:pt idx="530">
                  <c:v>29.645622933769793</c:v>
                </c:pt>
                <c:pt idx="531">
                  <c:v>29.614827349596478</c:v>
                </c:pt>
                <c:pt idx="532">
                  <c:v>29.615173345591781</c:v>
                </c:pt>
                <c:pt idx="533">
                  <c:v>29.637918672562567</c:v>
                </c:pt>
                <c:pt idx="534">
                  <c:v>29.630319032051375</c:v>
                </c:pt>
                <c:pt idx="535">
                  <c:v>29.681772038295399</c:v>
                </c:pt>
                <c:pt idx="536">
                  <c:v>29.725768322862326</c:v>
                </c:pt>
                <c:pt idx="537">
                  <c:v>29.710470699527196</c:v>
                </c:pt>
                <c:pt idx="538">
                  <c:v>29.696479379449162</c:v>
                </c:pt>
                <c:pt idx="539">
                  <c:v>29.709600515603665</c:v>
                </c:pt>
                <c:pt idx="540">
                  <c:v>29.696299246925047</c:v>
                </c:pt>
                <c:pt idx="541">
                  <c:v>29.682286066657937</c:v>
                </c:pt>
                <c:pt idx="542">
                  <c:v>29.733670866828987</c:v>
                </c:pt>
                <c:pt idx="543">
                  <c:v>29.693613069173971</c:v>
                </c:pt>
                <c:pt idx="544">
                  <c:v>29.685255228266605</c:v>
                </c:pt>
                <c:pt idx="545">
                  <c:v>29.735654607642708</c:v>
                </c:pt>
                <c:pt idx="546">
                  <c:v>29.778306176662067</c:v>
                </c:pt>
                <c:pt idx="547">
                  <c:v>29.77687767323572</c:v>
                </c:pt>
                <c:pt idx="548">
                  <c:v>29.762683903834802</c:v>
                </c:pt>
                <c:pt idx="549">
                  <c:v>29.81862795179617</c:v>
                </c:pt>
                <c:pt idx="550">
                  <c:v>29.846097590961502</c:v>
                </c:pt>
                <c:pt idx="551">
                  <c:v>29.888712802434004</c:v>
                </c:pt>
                <c:pt idx="552">
                  <c:v>29.924936106034817</c:v>
                </c:pt>
                <c:pt idx="553">
                  <c:v>29.893485458179864</c:v>
                </c:pt>
                <c:pt idx="554">
                  <c:v>29.916203616873872</c:v>
                </c:pt>
                <c:pt idx="555">
                  <c:v>29.939043804508497</c:v>
                </c:pt>
                <c:pt idx="556">
                  <c:v>29.90033928383281</c:v>
                </c:pt>
                <c:pt idx="557">
                  <c:v>29.914035576972584</c:v>
                </c:pt>
                <c:pt idx="558">
                  <c:v>29.914743550302465</c:v>
                </c:pt>
                <c:pt idx="559">
                  <c:v>29.894847524895791</c:v>
                </c:pt>
                <c:pt idx="560">
                  <c:v>29.919700733440738</c:v>
                </c:pt>
                <c:pt idx="561">
                  <c:v>29.900752686834128</c:v>
                </c:pt>
                <c:pt idx="562">
                  <c:v>29.886855827886453</c:v>
                </c:pt>
                <c:pt idx="563">
                  <c:v>29.897248492817017</c:v>
                </c:pt>
                <c:pt idx="564">
                  <c:v>29.902799268556933</c:v>
                </c:pt>
                <c:pt idx="565">
                  <c:v>29.917204162864916</c:v>
                </c:pt>
                <c:pt idx="566">
                  <c:v>29.884172903479445</c:v>
                </c:pt>
                <c:pt idx="567">
                  <c:v>29.917810711766613</c:v>
                </c:pt>
                <c:pt idx="568">
                  <c:v>29.885863443793689</c:v>
                </c:pt>
                <c:pt idx="569">
                  <c:v>29.874450998188745</c:v>
                </c:pt>
                <c:pt idx="570">
                  <c:v>29.84105918837399</c:v>
                </c:pt>
                <c:pt idx="571">
                  <c:v>29.760994390892375</c:v>
                </c:pt>
                <c:pt idx="572">
                  <c:v>29.620594101721455</c:v>
                </c:pt>
                <c:pt idx="573">
                  <c:v>29.56076219344795</c:v>
                </c:pt>
                <c:pt idx="574">
                  <c:v>29.55686719860935</c:v>
                </c:pt>
                <c:pt idx="575">
                  <c:v>29.679364791990881</c:v>
                </c:pt>
                <c:pt idx="576">
                  <c:v>29.720751209701767</c:v>
                </c:pt>
                <c:pt idx="577">
                  <c:v>29.740320645025118</c:v>
                </c:pt>
                <c:pt idx="578">
                  <c:v>29.301855907222389</c:v>
                </c:pt>
                <c:pt idx="579">
                  <c:v>29.367911063162019</c:v>
                </c:pt>
                <c:pt idx="580">
                  <c:v>29.147300460707765</c:v>
                </c:pt>
                <c:pt idx="581">
                  <c:v>29.194467871058446</c:v>
                </c:pt>
                <c:pt idx="582">
                  <c:v>28.318926517459552</c:v>
                </c:pt>
                <c:pt idx="583">
                  <c:v>27.904579760980806</c:v>
                </c:pt>
                <c:pt idx="584">
                  <c:v>28.152649414963122</c:v>
                </c:pt>
                <c:pt idx="585">
                  <c:v>28.723443580221815</c:v>
                </c:pt>
                <c:pt idx="586">
                  <c:v>29.539062274370604</c:v>
                </c:pt>
                <c:pt idx="587">
                  <c:v>28.476328611494441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C-014F-48C8-BF04-9E4E678005A5}"/>
            </c:ext>
          </c:extLst>
        </c:ser>
        <c:ser>
          <c:idx val="29"/>
          <c:order val="29"/>
          <c:tx>
            <c:strRef>
              <c:f>Sheet2!$AE$1</c:f>
              <c:strCache>
                <c:ptCount val="1"/>
                <c:pt idx="0">
                  <c:v>S30_z_o_faint/O-PTIR (mV) []</c:v>
                </c:pt>
              </c:strCache>
            </c:strRef>
          </c:tx>
          <c:spPr>
            <a:ln w="9525" cap="rnd">
              <a:solidFill>
                <a:srgbClr val="E40D0D"/>
              </a:solidFill>
              <a:round/>
            </a:ln>
            <a:effectLst/>
          </c:spPr>
          <c:marker>
            <c:symbol val="none"/>
          </c:marker>
          <c:xVal>
            <c:numRef>
              <c:f>Sheet2!$A$2:$A$589</c:f>
              <c:numCache>
                <c:formatCode>General</c:formatCode>
                <c:ptCount val="588"/>
                <c:pt idx="0">
                  <c:v>935</c:v>
                </c:pt>
                <c:pt idx="1">
                  <c:v>937</c:v>
                </c:pt>
                <c:pt idx="2">
                  <c:v>939</c:v>
                </c:pt>
                <c:pt idx="3">
                  <c:v>941</c:v>
                </c:pt>
                <c:pt idx="4">
                  <c:v>943</c:v>
                </c:pt>
                <c:pt idx="5">
                  <c:v>945</c:v>
                </c:pt>
                <c:pt idx="6">
                  <c:v>947</c:v>
                </c:pt>
                <c:pt idx="7">
                  <c:v>949</c:v>
                </c:pt>
                <c:pt idx="8">
                  <c:v>951</c:v>
                </c:pt>
                <c:pt idx="9">
                  <c:v>953</c:v>
                </c:pt>
                <c:pt idx="10">
                  <c:v>955</c:v>
                </c:pt>
                <c:pt idx="11">
                  <c:v>957</c:v>
                </c:pt>
                <c:pt idx="12">
                  <c:v>959</c:v>
                </c:pt>
                <c:pt idx="13">
                  <c:v>961</c:v>
                </c:pt>
                <c:pt idx="14">
                  <c:v>963</c:v>
                </c:pt>
                <c:pt idx="15">
                  <c:v>965</c:v>
                </c:pt>
                <c:pt idx="16">
                  <c:v>967</c:v>
                </c:pt>
                <c:pt idx="17">
                  <c:v>969</c:v>
                </c:pt>
                <c:pt idx="18">
                  <c:v>971</c:v>
                </c:pt>
                <c:pt idx="19">
                  <c:v>973</c:v>
                </c:pt>
                <c:pt idx="20">
                  <c:v>975</c:v>
                </c:pt>
                <c:pt idx="21">
                  <c:v>977</c:v>
                </c:pt>
                <c:pt idx="22">
                  <c:v>979</c:v>
                </c:pt>
                <c:pt idx="23">
                  <c:v>981</c:v>
                </c:pt>
                <c:pt idx="24">
                  <c:v>983</c:v>
                </c:pt>
                <c:pt idx="25">
                  <c:v>985</c:v>
                </c:pt>
                <c:pt idx="26">
                  <c:v>987</c:v>
                </c:pt>
                <c:pt idx="27">
                  <c:v>989</c:v>
                </c:pt>
                <c:pt idx="28">
                  <c:v>991</c:v>
                </c:pt>
                <c:pt idx="29">
                  <c:v>993</c:v>
                </c:pt>
                <c:pt idx="30">
                  <c:v>995</c:v>
                </c:pt>
                <c:pt idx="31">
                  <c:v>997</c:v>
                </c:pt>
                <c:pt idx="32">
                  <c:v>999</c:v>
                </c:pt>
                <c:pt idx="33">
                  <c:v>1001</c:v>
                </c:pt>
                <c:pt idx="34">
                  <c:v>1003</c:v>
                </c:pt>
                <c:pt idx="35">
                  <c:v>1005</c:v>
                </c:pt>
                <c:pt idx="36">
                  <c:v>1007</c:v>
                </c:pt>
                <c:pt idx="37">
                  <c:v>1009</c:v>
                </c:pt>
                <c:pt idx="38">
                  <c:v>1011</c:v>
                </c:pt>
                <c:pt idx="39">
                  <c:v>1013</c:v>
                </c:pt>
                <c:pt idx="40">
                  <c:v>1015</c:v>
                </c:pt>
                <c:pt idx="41">
                  <c:v>1017</c:v>
                </c:pt>
                <c:pt idx="42">
                  <c:v>1019</c:v>
                </c:pt>
                <c:pt idx="43">
                  <c:v>1021</c:v>
                </c:pt>
                <c:pt idx="44">
                  <c:v>1023</c:v>
                </c:pt>
                <c:pt idx="45">
                  <c:v>1025</c:v>
                </c:pt>
                <c:pt idx="46">
                  <c:v>1027</c:v>
                </c:pt>
                <c:pt idx="47">
                  <c:v>1029</c:v>
                </c:pt>
                <c:pt idx="48">
                  <c:v>1031</c:v>
                </c:pt>
                <c:pt idx="49">
                  <c:v>1033</c:v>
                </c:pt>
                <c:pt idx="50">
                  <c:v>1035</c:v>
                </c:pt>
                <c:pt idx="51">
                  <c:v>1037</c:v>
                </c:pt>
                <c:pt idx="52">
                  <c:v>1039</c:v>
                </c:pt>
                <c:pt idx="53">
                  <c:v>1041</c:v>
                </c:pt>
                <c:pt idx="54">
                  <c:v>1043</c:v>
                </c:pt>
                <c:pt idx="55">
                  <c:v>1045</c:v>
                </c:pt>
                <c:pt idx="56">
                  <c:v>1047</c:v>
                </c:pt>
                <c:pt idx="57">
                  <c:v>1049</c:v>
                </c:pt>
                <c:pt idx="58">
                  <c:v>1051</c:v>
                </c:pt>
                <c:pt idx="59">
                  <c:v>1053</c:v>
                </c:pt>
                <c:pt idx="60">
                  <c:v>1055</c:v>
                </c:pt>
                <c:pt idx="61">
                  <c:v>1057</c:v>
                </c:pt>
                <c:pt idx="62">
                  <c:v>1059</c:v>
                </c:pt>
                <c:pt idx="63">
                  <c:v>1061</c:v>
                </c:pt>
                <c:pt idx="64">
                  <c:v>1063</c:v>
                </c:pt>
                <c:pt idx="65">
                  <c:v>1065</c:v>
                </c:pt>
                <c:pt idx="66">
                  <c:v>1067</c:v>
                </c:pt>
                <c:pt idx="67">
                  <c:v>1069</c:v>
                </c:pt>
                <c:pt idx="68">
                  <c:v>1071</c:v>
                </c:pt>
                <c:pt idx="69">
                  <c:v>1073</c:v>
                </c:pt>
                <c:pt idx="70">
                  <c:v>1075</c:v>
                </c:pt>
                <c:pt idx="71">
                  <c:v>1077</c:v>
                </c:pt>
                <c:pt idx="72">
                  <c:v>1079</c:v>
                </c:pt>
                <c:pt idx="73">
                  <c:v>1081</c:v>
                </c:pt>
                <c:pt idx="74">
                  <c:v>1083</c:v>
                </c:pt>
                <c:pt idx="75">
                  <c:v>1085</c:v>
                </c:pt>
                <c:pt idx="76">
                  <c:v>1087</c:v>
                </c:pt>
                <c:pt idx="77">
                  <c:v>1089</c:v>
                </c:pt>
                <c:pt idx="78">
                  <c:v>1091</c:v>
                </c:pt>
                <c:pt idx="79">
                  <c:v>1093</c:v>
                </c:pt>
                <c:pt idx="80">
                  <c:v>1095</c:v>
                </c:pt>
                <c:pt idx="81">
                  <c:v>1097</c:v>
                </c:pt>
                <c:pt idx="82">
                  <c:v>1099</c:v>
                </c:pt>
                <c:pt idx="83">
                  <c:v>1101</c:v>
                </c:pt>
                <c:pt idx="84">
                  <c:v>1103</c:v>
                </c:pt>
                <c:pt idx="85">
                  <c:v>1105</c:v>
                </c:pt>
                <c:pt idx="86">
                  <c:v>1107</c:v>
                </c:pt>
                <c:pt idx="87">
                  <c:v>1109</c:v>
                </c:pt>
                <c:pt idx="88">
                  <c:v>1111</c:v>
                </c:pt>
                <c:pt idx="89">
                  <c:v>1113</c:v>
                </c:pt>
                <c:pt idx="90">
                  <c:v>1115</c:v>
                </c:pt>
                <c:pt idx="91">
                  <c:v>1117</c:v>
                </c:pt>
                <c:pt idx="92">
                  <c:v>1119</c:v>
                </c:pt>
                <c:pt idx="93">
                  <c:v>1121</c:v>
                </c:pt>
                <c:pt idx="94">
                  <c:v>1123</c:v>
                </c:pt>
                <c:pt idx="95">
                  <c:v>1125</c:v>
                </c:pt>
                <c:pt idx="96">
                  <c:v>1127</c:v>
                </c:pt>
                <c:pt idx="97">
                  <c:v>1129</c:v>
                </c:pt>
                <c:pt idx="98">
                  <c:v>1131</c:v>
                </c:pt>
                <c:pt idx="99">
                  <c:v>1133</c:v>
                </c:pt>
                <c:pt idx="100">
                  <c:v>1135</c:v>
                </c:pt>
                <c:pt idx="101">
                  <c:v>1137</c:v>
                </c:pt>
                <c:pt idx="102">
                  <c:v>1139</c:v>
                </c:pt>
                <c:pt idx="103">
                  <c:v>1141</c:v>
                </c:pt>
                <c:pt idx="104">
                  <c:v>1143</c:v>
                </c:pt>
                <c:pt idx="105">
                  <c:v>1145</c:v>
                </c:pt>
                <c:pt idx="106">
                  <c:v>1147</c:v>
                </c:pt>
                <c:pt idx="107">
                  <c:v>1149</c:v>
                </c:pt>
                <c:pt idx="108">
                  <c:v>1151</c:v>
                </c:pt>
                <c:pt idx="109">
                  <c:v>1153</c:v>
                </c:pt>
                <c:pt idx="110">
                  <c:v>1155</c:v>
                </c:pt>
                <c:pt idx="111">
                  <c:v>1157</c:v>
                </c:pt>
                <c:pt idx="112">
                  <c:v>1159</c:v>
                </c:pt>
                <c:pt idx="113">
                  <c:v>1161</c:v>
                </c:pt>
                <c:pt idx="114">
                  <c:v>1163</c:v>
                </c:pt>
                <c:pt idx="115">
                  <c:v>1165</c:v>
                </c:pt>
                <c:pt idx="116">
                  <c:v>1167</c:v>
                </c:pt>
                <c:pt idx="117">
                  <c:v>1169</c:v>
                </c:pt>
                <c:pt idx="118">
                  <c:v>1171</c:v>
                </c:pt>
                <c:pt idx="119">
                  <c:v>1173</c:v>
                </c:pt>
                <c:pt idx="120">
                  <c:v>1175</c:v>
                </c:pt>
                <c:pt idx="121">
                  <c:v>1177</c:v>
                </c:pt>
                <c:pt idx="122">
                  <c:v>1179</c:v>
                </c:pt>
                <c:pt idx="123">
                  <c:v>1181</c:v>
                </c:pt>
                <c:pt idx="124">
                  <c:v>1183</c:v>
                </c:pt>
                <c:pt idx="125">
                  <c:v>1185</c:v>
                </c:pt>
                <c:pt idx="126">
                  <c:v>1187</c:v>
                </c:pt>
                <c:pt idx="127">
                  <c:v>1189</c:v>
                </c:pt>
                <c:pt idx="128">
                  <c:v>1191</c:v>
                </c:pt>
                <c:pt idx="129">
                  <c:v>1193</c:v>
                </c:pt>
                <c:pt idx="130">
                  <c:v>1195</c:v>
                </c:pt>
                <c:pt idx="131">
                  <c:v>1197</c:v>
                </c:pt>
                <c:pt idx="132">
                  <c:v>1199</c:v>
                </c:pt>
                <c:pt idx="133">
                  <c:v>1201</c:v>
                </c:pt>
                <c:pt idx="134">
                  <c:v>1203</c:v>
                </c:pt>
                <c:pt idx="135">
                  <c:v>1205</c:v>
                </c:pt>
                <c:pt idx="136">
                  <c:v>1207</c:v>
                </c:pt>
                <c:pt idx="137">
                  <c:v>1209</c:v>
                </c:pt>
                <c:pt idx="138">
                  <c:v>1211</c:v>
                </c:pt>
                <c:pt idx="139">
                  <c:v>1213</c:v>
                </c:pt>
                <c:pt idx="140">
                  <c:v>1215</c:v>
                </c:pt>
                <c:pt idx="141">
                  <c:v>1217</c:v>
                </c:pt>
                <c:pt idx="142">
                  <c:v>1219</c:v>
                </c:pt>
                <c:pt idx="143">
                  <c:v>1221</c:v>
                </c:pt>
                <c:pt idx="144">
                  <c:v>1223</c:v>
                </c:pt>
                <c:pt idx="145">
                  <c:v>1225</c:v>
                </c:pt>
                <c:pt idx="146">
                  <c:v>1227</c:v>
                </c:pt>
                <c:pt idx="147">
                  <c:v>1229</c:v>
                </c:pt>
                <c:pt idx="148">
                  <c:v>1231</c:v>
                </c:pt>
                <c:pt idx="149">
                  <c:v>1233</c:v>
                </c:pt>
                <c:pt idx="150">
                  <c:v>1235</c:v>
                </c:pt>
                <c:pt idx="151">
                  <c:v>1237</c:v>
                </c:pt>
                <c:pt idx="152">
                  <c:v>1239</c:v>
                </c:pt>
                <c:pt idx="153">
                  <c:v>1241</c:v>
                </c:pt>
                <c:pt idx="154">
                  <c:v>1243</c:v>
                </c:pt>
                <c:pt idx="155">
                  <c:v>1245</c:v>
                </c:pt>
                <c:pt idx="156">
                  <c:v>1247</c:v>
                </c:pt>
                <c:pt idx="157">
                  <c:v>1249</c:v>
                </c:pt>
                <c:pt idx="158">
                  <c:v>1251</c:v>
                </c:pt>
                <c:pt idx="159">
                  <c:v>1253</c:v>
                </c:pt>
                <c:pt idx="160">
                  <c:v>1255</c:v>
                </c:pt>
                <c:pt idx="161">
                  <c:v>1257</c:v>
                </c:pt>
                <c:pt idx="162">
                  <c:v>1259</c:v>
                </c:pt>
                <c:pt idx="163">
                  <c:v>1261</c:v>
                </c:pt>
                <c:pt idx="164">
                  <c:v>1263</c:v>
                </c:pt>
                <c:pt idx="165">
                  <c:v>1265</c:v>
                </c:pt>
                <c:pt idx="166">
                  <c:v>1267</c:v>
                </c:pt>
                <c:pt idx="167">
                  <c:v>1269</c:v>
                </c:pt>
                <c:pt idx="168">
                  <c:v>1271</c:v>
                </c:pt>
                <c:pt idx="169">
                  <c:v>1273</c:v>
                </c:pt>
                <c:pt idx="170">
                  <c:v>1275</c:v>
                </c:pt>
                <c:pt idx="171">
                  <c:v>1277</c:v>
                </c:pt>
                <c:pt idx="172">
                  <c:v>1279</c:v>
                </c:pt>
                <c:pt idx="173">
                  <c:v>1281</c:v>
                </c:pt>
                <c:pt idx="174">
                  <c:v>1283</c:v>
                </c:pt>
                <c:pt idx="175">
                  <c:v>1285</c:v>
                </c:pt>
                <c:pt idx="176">
                  <c:v>1287</c:v>
                </c:pt>
                <c:pt idx="177">
                  <c:v>1289</c:v>
                </c:pt>
                <c:pt idx="178">
                  <c:v>1291</c:v>
                </c:pt>
                <c:pt idx="179">
                  <c:v>1293</c:v>
                </c:pt>
                <c:pt idx="180">
                  <c:v>1295</c:v>
                </c:pt>
                <c:pt idx="181">
                  <c:v>1297</c:v>
                </c:pt>
                <c:pt idx="182">
                  <c:v>1299</c:v>
                </c:pt>
                <c:pt idx="183">
                  <c:v>1301</c:v>
                </c:pt>
                <c:pt idx="184">
                  <c:v>1303</c:v>
                </c:pt>
                <c:pt idx="185">
                  <c:v>1305</c:v>
                </c:pt>
                <c:pt idx="186">
                  <c:v>1307</c:v>
                </c:pt>
                <c:pt idx="187">
                  <c:v>1309</c:v>
                </c:pt>
                <c:pt idx="188">
                  <c:v>1311</c:v>
                </c:pt>
                <c:pt idx="189">
                  <c:v>1313</c:v>
                </c:pt>
                <c:pt idx="190">
                  <c:v>1315</c:v>
                </c:pt>
                <c:pt idx="191">
                  <c:v>1317</c:v>
                </c:pt>
                <c:pt idx="192">
                  <c:v>1319</c:v>
                </c:pt>
                <c:pt idx="193">
                  <c:v>1321</c:v>
                </c:pt>
                <c:pt idx="194">
                  <c:v>1323</c:v>
                </c:pt>
                <c:pt idx="195">
                  <c:v>1325</c:v>
                </c:pt>
                <c:pt idx="196">
                  <c:v>1327</c:v>
                </c:pt>
                <c:pt idx="197">
                  <c:v>1329</c:v>
                </c:pt>
                <c:pt idx="198">
                  <c:v>1331</c:v>
                </c:pt>
                <c:pt idx="199">
                  <c:v>1333</c:v>
                </c:pt>
                <c:pt idx="200">
                  <c:v>1335</c:v>
                </c:pt>
                <c:pt idx="201">
                  <c:v>1337</c:v>
                </c:pt>
                <c:pt idx="202">
                  <c:v>1339</c:v>
                </c:pt>
                <c:pt idx="203">
                  <c:v>1341</c:v>
                </c:pt>
                <c:pt idx="204">
                  <c:v>1343</c:v>
                </c:pt>
                <c:pt idx="205">
                  <c:v>1345</c:v>
                </c:pt>
                <c:pt idx="206">
                  <c:v>1347</c:v>
                </c:pt>
                <c:pt idx="207">
                  <c:v>1349</c:v>
                </c:pt>
                <c:pt idx="208">
                  <c:v>1351</c:v>
                </c:pt>
                <c:pt idx="209">
                  <c:v>1353</c:v>
                </c:pt>
                <c:pt idx="210">
                  <c:v>1355</c:v>
                </c:pt>
                <c:pt idx="211">
                  <c:v>1357</c:v>
                </c:pt>
                <c:pt idx="212">
                  <c:v>1359</c:v>
                </c:pt>
                <c:pt idx="213">
                  <c:v>1361</c:v>
                </c:pt>
                <c:pt idx="214">
                  <c:v>1363</c:v>
                </c:pt>
                <c:pt idx="215">
                  <c:v>1365</c:v>
                </c:pt>
                <c:pt idx="216">
                  <c:v>1367</c:v>
                </c:pt>
                <c:pt idx="217">
                  <c:v>1369</c:v>
                </c:pt>
                <c:pt idx="218">
                  <c:v>1371</c:v>
                </c:pt>
                <c:pt idx="219">
                  <c:v>1373</c:v>
                </c:pt>
                <c:pt idx="220">
                  <c:v>1375</c:v>
                </c:pt>
                <c:pt idx="221">
                  <c:v>1377</c:v>
                </c:pt>
                <c:pt idx="222">
                  <c:v>1379</c:v>
                </c:pt>
                <c:pt idx="223">
                  <c:v>1381</c:v>
                </c:pt>
                <c:pt idx="224">
                  <c:v>1383</c:v>
                </c:pt>
                <c:pt idx="225">
                  <c:v>1385</c:v>
                </c:pt>
                <c:pt idx="226">
                  <c:v>1387</c:v>
                </c:pt>
                <c:pt idx="227">
                  <c:v>1389</c:v>
                </c:pt>
                <c:pt idx="228">
                  <c:v>1391</c:v>
                </c:pt>
                <c:pt idx="229">
                  <c:v>1393</c:v>
                </c:pt>
                <c:pt idx="230">
                  <c:v>1395</c:v>
                </c:pt>
                <c:pt idx="231">
                  <c:v>1397</c:v>
                </c:pt>
                <c:pt idx="232">
                  <c:v>1399</c:v>
                </c:pt>
                <c:pt idx="233">
                  <c:v>1401</c:v>
                </c:pt>
                <c:pt idx="234">
                  <c:v>1403</c:v>
                </c:pt>
                <c:pt idx="235">
                  <c:v>1405</c:v>
                </c:pt>
                <c:pt idx="236">
                  <c:v>1407</c:v>
                </c:pt>
                <c:pt idx="237">
                  <c:v>1409</c:v>
                </c:pt>
                <c:pt idx="238">
                  <c:v>1411</c:v>
                </c:pt>
                <c:pt idx="239">
                  <c:v>1413</c:v>
                </c:pt>
                <c:pt idx="240">
                  <c:v>1415</c:v>
                </c:pt>
                <c:pt idx="241">
                  <c:v>1417</c:v>
                </c:pt>
                <c:pt idx="242">
                  <c:v>1419</c:v>
                </c:pt>
                <c:pt idx="243">
                  <c:v>1421</c:v>
                </c:pt>
                <c:pt idx="244">
                  <c:v>1423</c:v>
                </c:pt>
                <c:pt idx="245">
                  <c:v>1425</c:v>
                </c:pt>
                <c:pt idx="246">
                  <c:v>1427</c:v>
                </c:pt>
                <c:pt idx="247">
                  <c:v>1429</c:v>
                </c:pt>
                <c:pt idx="248">
                  <c:v>1431</c:v>
                </c:pt>
                <c:pt idx="249">
                  <c:v>1433</c:v>
                </c:pt>
                <c:pt idx="250">
                  <c:v>1435</c:v>
                </c:pt>
                <c:pt idx="251">
                  <c:v>1437</c:v>
                </c:pt>
                <c:pt idx="252">
                  <c:v>1439</c:v>
                </c:pt>
                <c:pt idx="253">
                  <c:v>1441</c:v>
                </c:pt>
                <c:pt idx="254">
                  <c:v>1443</c:v>
                </c:pt>
                <c:pt idx="255">
                  <c:v>1445</c:v>
                </c:pt>
                <c:pt idx="256">
                  <c:v>1447</c:v>
                </c:pt>
                <c:pt idx="257">
                  <c:v>1449</c:v>
                </c:pt>
                <c:pt idx="258">
                  <c:v>1451</c:v>
                </c:pt>
                <c:pt idx="259">
                  <c:v>1453</c:v>
                </c:pt>
                <c:pt idx="260">
                  <c:v>1455</c:v>
                </c:pt>
                <c:pt idx="261">
                  <c:v>1457</c:v>
                </c:pt>
                <c:pt idx="262">
                  <c:v>1459</c:v>
                </c:pt>
                <c:pt idx="263">
                  <c:v>1461</c:v>
                </c:pt>
                <c:pt idx="264">
                  <c:v>1463</c:v>
                </c:pt>
                <c:pt idx="265">
                  <c:v>1465</c:v>
                </c:pt>
                <c:pt idx="266">
                  <c:v>1467</c:v>
                </c:pt>
                <c:pt idx="267">
                  <c:v>1469</c:v>
                </c:pt>
                <c:pt idx="268">
                  <c:v>1471</c:v>
                </c:pt>
                <c:pt idx="269">
                  <c:v>1473</c:v>
                </c:pt>
                <c:pt idx="270">
                  <c:v>1475</c:v>
                </c:pt>
                <c:pt idx="271">
                  <c:v>1477</c:v>
                </c:pt>
                <c:pt idx="272">
                  <c:v>1479</c:v>
                </c:pt>
                <c:pt idx="273">
                  <c:v>1481</c:v>
                </c:pt>
                <c:pt idx="274">
                  <c:v>1483</c:v>
                </c:pt>
                <c:pt idx="275">
                  <c:v>1485</c:v>
                </c:pt>
                <c:pt idx="276">
                  <c:v>1487</c:v>
                </c:pt>
                <c:pt idx="277">
                  <c:v>1489</c:v>
                </c:pt>
                <c:pt idx="278">
                  <c:v>1491</c:v>
                </c:pt>
                <c:pt idx="279">
                  <c:v>1493</c:v>
                </c:pt>
                <c:pt idx="280">
                  <c:v>1495</c:v>
                </c:pt>
                <c:pt idx="281">
                  <c:v>1497</c:v>
                </c:pt>
                <c:pt idx="282">
                  <c:v>1499</c:v>
                </c:pt>
                <c:pt idx="283">
                  <c:v>1501</c:v>
                </c:pt>
                <c:pt idx="284">
                  <c:v>1503</c:v>
                </c:pt>
                <c:pt idx="285">
                  <c:v>1505</c:v>
                </c:pt>
                <c:pt idx="286">
                  <c:v>1507</c:v>
                </c:pt>
                <c:pt idx="287">
                  <c:v>1509</c:v>
                </c:pt>
                <c:pt idx="288">
                  <c:v>1511</c:v>
                </c:pt>
                <c:pt idx="289">
                  <c:v>1513</c:v>
                </c:pt>
                <c:pt idx="290">
                  <c:v>1515</c:v>
                </c:pt>
                <c:pt idx="291">
                  <c:v>1517</c:v>
                </c:pt>
                <c:pt idx="292">
                  <c:v>1519</c:v>
                </c:pt>
                <c:pt idx="293">
                  <c:v>1521</c:v>
                </c:pt>
                <c:pt idx="294">
                  <c:v>1523</c:v>
                </c:pt>
                <c:pt idx="295">
                  <c:v>1525</c:v>
                </c:pt>
                <c:pt idx="296">
                  <c:v>1527</c:v>
                </c:pt>
                <c:pt idx="297">
                  <c:v>1529</c:v>
                </c:pt>
                <c:pt idx="298">
                  <c:v>1531</c:v>
                </c:pt>
                <c:pt idx="299">
                  <c:v>1533</c:v>
                </c:pt>
                <c:pt idx="300">
                  <c:v>1535</c:v>
                </c:pt>
                <c:pt idx="301">
                  <c:v>1537</c:v>
                </c:pt>
                <c:pt idx="302">
                  <c:v>1539</c:v>
                </c:pt>
                <c:pt idx="303">
                  <c:v>1541</c:v>
                </c:pt>
                <c:pt idx="304">
                  <c:v>1543</c:v>
                </c:pt>
                <c:pt idx="305">
                  <c:v>1545</c:v>
                </c:pt>
                <c:pt idx="306">
                  <c:v>1547</c:v>
                </c:pt>
                <c:pt idx="307">
                  <c:v>1549</c:v>
                </c:pt>
                <c:pt idx="308">
                  <c:v>1551</c:v>
                </c:pt>
                <c:pt idx="309">
                  <c:v>1553</c:v>
                </c:pt>
                <c:pt idx="310">
                  <c:v>1555</c:v>
                </c:pt>
                <c:pt idx="311">
                  <c:v>1557</c:v>
                </c:pt>
                <c:pt idx="312">
                  <c:v>1559</c:v>
                </c:pt>
                <c:pt idx="313">
                  <c:v>1561</c:v>
                </c:pt>
                <c:pt idx="314">
                  <c:v>1563</c:v>
                </c:pt>
                <c:pt idx="315">
                  <c:v>1565</c:v>
                </c:pt>
                <c:pt idx="316">
                  <c:v>1567</c:v>
                </c:pt>
                <c:pt idx="317">
                  <c:v>1569</c:v>
                </c:pt>
                <c:pt idx="318">
                  <c:v>1571</c:v>
                </c:pt>
                <c:pt idx="319">
                  <c:v>1573</c:v>
                </c:pt>
                <c:pt idx="320">
                  <c:v>1575</c:v>
                </c:pt>
                <c:pt idx="321">
                  <c:v>1577</c:v>
                </c:pt>
                <c:pt idx="322">
                  <c:v>1579</c:v>
                </c:pt>
                <c:pt idx="323">
                  <c:v>1581</c:v>
                </c:pt>
                <c:pt idx="324">
                  <c:v>1583</c:v>
                </c:pt>
                <c:pt idx="325">
                  <c:v>1585</c:v>
                </c:pt>
                <c:pt idx="326">
                  <c:v>1587</c:v>
                </c:pt>
                <c:pt idx="327">
                  <c:v>1589</c:v>
                </c:pt>
                <c:pt idx="328">
                  <c:v>1591</c:v>
                </c:pt>
                <c:pt idx="329">
                  <c:v>1593</c:v>
                </c:pt>
                <c:pt idx="330">
                  <c:v>1595</c:v>
                </c:pt>
                <c:pt idx="331">
                  <c:v>1597</c:v>
                </c:pt>
                <c:pt idx="332">
                  <c:v>1599</c:v>
                </c:pt>
                <c:pt idx="333">
                  <c:v>1601</c:v>
                </c:pt>
                <c:pt idx="334">
                  <c:v>1603</c:v>
                </c:pt>
                <c:pt idx="335">
                  <c:v>1605</c:v>
                </c:pt>
                <c:pt idx="336">
                  <c:v>1607</c:v>
                </c:pt>
                <c:pt idx="337">
                  <c:v>1609</c:v>
                </c:pt>
                <c:pt idx="338">
                  <c:v>1611</c:v>
                </c:pt>
                <c:pt idx="339">
                  <c:v>1613</c:v>
                </c:pt>
                <c:pt idx="340">
                  <c:v>1615</c:v>
                </c:pt>
                <c:pt idx="341">
                  <c:v>1617</c:v>
                </c:pt>
                <c:pt idx="342">
                  <c:v>1619</c:v>
                </c:pt>
                <c:pt idx="343">
                  <c:v>1621</c:v>
                </c:pt>
                <c:pt idx="344">
                  <c:v>1623</c:v>
                </c:pt>
                <c:pt idx="345">
                  <c:v>1625</c:v>
                </c:pt>
                <c:pt idx="346">
                  <c:v>1627</c:v>
                </c:pt>
                <c:pt idx="347">
                  <c:v>1629</c:v>
                </c:pt>
                <c:pt idx="348">
                  <c:v>1631</c:v>
                </c:pt>
                <c:pt idx="349">
                  <c:v>1633</c:v>
                </c:pt>
                <c:pt idx="350">
                  <c:v>1635</c:v>
                </c:pt>
                <c:pt idx="351">
                  <c:v>1637</c:v>
                </c:pt>
                <c:pt idx="352">
                  <c:v>1639</c:v>
                </c:pt>
                <c:pt idx="353">
                  <c:v>1641</c:v>
                </c:pt>
                <c:pt idx="354">
                  <c:v>1643</c:v>
                </c:pt>
                <c:pt idx="355">
                  <c:v>1645</c:v>
                </c:pt>
                <c:pt idx="356">
                  <c:v>1647</c:v>
                </c:pt>
                <c:pt idx="357">
                  <c:v>1649</c:v>
                </c:pt>
                <c:pt idx="358">
                  <c:v>1651</c:v>
                </c:pt>
                <c:pt idx="359">
                  <c:v>1653</c:v>
                </c:pt>
                <c:pt idx="360">
                  <c:v>1655</c:v>
                </c:pt>
                <c:pt idx="361">
                  <c:v>1657</c:v>
                </c:pt>
                <c:pt idx="362">
                  <c:v>1659</c:v>
                </c:pt>
                <c:pt idx="363">
                  <c:v>1661</c:v>
                </c:pt>
                <c:pt idx="364">
                  <c:v>1663</c:v>
                </c:pt>
                <c:pt idx="365">
                  <c:v>1665</c:v>
                </c:pt>
                <c:pt idx="366">
                  <c:v>1667</c:v>
                </c:pt>
                <c:pt idx="367">
                  <c:v>1669</c:v>
                </c:pt>
                <c:pt idx="368">
                  <c:v>1671</c:v>
                </c:pt>
                <c:pt idx="369">
                  <c:v>1673</c:v>
                </c:pt>
                <c:pt idx="370">
                  <c:v>1675</c:v>
                </c:pt>
                <c:pt idx="371">
                  <c:v>1677</c:v>
                </c:pt>
                <c:pt idx="372">
                  <c:v>1679</c:v>
                </c:pt>
                <c:pt idx="373">
                  <c:v>1681</c:v>
                </c:pt>
                <c:pt idx="374">
                  <c:v>1683</c:v>
                </c:pt>
                <c:pt idx="375">
                  <c:v>1685</c:v>
                </c:pt>
                <c:pt idx="376">
                  <c:v>1687</c:v>
                </c:pt>
                <c:pt idx="377">
                  <c:v>1689</c:v>
                </c:pt>
                <c:pt idx="378">
                  <c:v>1691</c:v>
                </c:pt>
                <c:pt idx="379">
                  <c:v>1693</c:v>
                </c:pt>
                <c:pt idx="380">
                  <c:v>1695</c:v>
                </c:pt>
                <c:pt idx="381">
                  <c:v>1697</c:v>
                </c:pt>
                <c:pt idx="382">
                  <c:v>1699</c:v>
                </c:pt>
                <c:pt idx="383">
                  <c:v>1701</c:v>
                </c:pt>
                <c:pt idx="384">
                  <c:v>1703</c:v>
                </c:pt>
                <c:pt idx="385">
                  <c:v>1705</c:v>
                </c:pt>
                <c:pt idx="386">
                  <c:v>1707</c:v>
                </c:pt>
                <c:pt idx="387">
                  <c:v>1709</c:v>
                </c:pt>
                <c:pt idx="388">
                  <c:v>1711</c:v>
                </c:pt>
                <c:pt idx="389">
                  <c:v>1713</c:v>
                </c:pt>
                <c:pt idx="390">
                  <c:v>1715</c:v>
                </c:pt>
                <c:pt idx="391">
                  <c:v>1717</c:v>
                </c:pt>
                <c:pt idx="392">
                  <c:v>1719</c:v>
                </c:pt>
                <c:pt idx="393">
                  <c:v>1721</c:v>
                </c:pt>
                <c:pt idx="394">
                  <c:v>1723</c:v>
                </c:pt>
                <c:pt idx="395">
                  <c:v>1725</c:v>
                </c:pt>
                <c:pt idx="396">
                  <c:v>1727</c:v>
                </c:pt>
                <c:pt idx="397">
                  <c:v>1729</c:v>
                </c:pt>
                <c:pt idx="398">
                  <c:v>1731</c:v>
                </c:pt>
                <c:pt idx="399">
                  <c:v>1733</c:v>
                </c:pt>
                <c:pt idx="400">
                  <c:v>1735</c:v>
                </c:pt>
                <c:pt idx="401">
                  <c:v>1737</c:v>
                </c:pt>
                <c:pt idx="402">
                  <c:v>1739</c:v>
                </c:pt>
                <c:pt idx="403">
                  <c:v>1741</c:v>
                </c:pt>
                <c:pt idx="404">
                  <c:v>1743</c:v>
                </c:pt>
                <c:pt idx="405">
                  <c:v>1745</c:v>
                </c:pt>
                <c:pt idx="406">
                  <c:v>1747</c:v>
                </c:pt>
                <c:pt idx="407">
                  <c:v>1749</c:v>
                </c:pt>
                <c:pt idx="408">
                  <c:v>1751</c:v>
                </c:pt>
                <c:pt idx="409">
                  <c:v>1753</c:v>
                </c:pt>
                <c:pt idx="410">
                  <c:v>1755</c:v>
                </c:pt>
                <c:pt idx="411">
                  <c:v>1757</c:v>
                </c:pt>
                <c:pt idx="412">
                  <c:v>1759</c:v>
                </c:pt>
                <c:pt idx="413">
                  <c:v>1761</c:v>
                </c:pt>
                <c:pt idx="414">
                  <c:v>1763</c:v>
                </c:pt>
                <c:pt idx="415">
                  <c:v>1765</c:v>
                </c:pt>
                <c:pt idx="416">
                  <c:v>1767</c:v>
                </c:pt>
                <c:pt idx="417">
                  <c:v>1769</c:v>
                </c:pt>
                <c:pt idx="418">
                  <c:v>1771</c:v>
                </c:pt>
                <c:pt idx="419">
                  <c:v>1773</c:v>
                </c:pt>
                <c:pt idx="420">
                  <c:v>1775</c:v>
                </c:pt>
                <c:pt idx="421">
                  <c:v>1777</c:v>
                </c:pt>
                <c:pt idx="422">
                  <c:v>1779</c:v>
                </c:pt>
                <c:pt idx="423">
                  <c:v>1781</c:v>
                </c:pt>
                <c:pt idx="424">
                  <c:v>1783</c:v>
                </c:pt>
                <c:pt idx="425">
                  <c:v>1785</c:v>
                </c:pt>
                <c:pt idx="426">
                  <c:v>1787</c:v>
                </c:pt>
                <c:pt idx="427">
                  <c:v>1789</c:v>
                </c:pt>
                <c:pt idx="428">
                  <c:v>1791</c:v>
                </c:pt>
                <c:pt idx="429">
                  <c:v>1793</c:v>
                </c:pt>
                <c:pt idx="430">
                  <c:v>1795</c:v>
                </c:pt>
                <c:pt idx="431">
                  <c:v>1797</c:v>
                </c:pt>
                <c:pt idx="432">
                  <c:v>1799</c:v>
                </c:pt>
                <c:pt idx="433">
                  <c:v>2687</c:v>
                </c:pt>
                <c:pt idx="434">
                  <c:v>2689</c:v>
                </c:pt>
                <c:pt idx="435">
                  <c:v>2691</c:v>
                </c:pt>
                <c:pt idx="436">
                  <c:v>2693</c:v>
                </c:pt>
                <c:pt idx="437">
                  <c:v>2695</c:v>
                </c:pt>
                <c:pt idx="438">
                  <c:v>2697</c:v>
                </c:pt>
                <c:pt idx="439">
                  <c:v>2699</c:v>
                </c:pt>
                <c:pt idx="440">
                  <c:v>2701</c:v>
                </c:pt>
                <c:pt idx="441">
                  <c:v>2703</c:v>
                </c:pt>
                <c:pt idx="442">
                  <c:v>2705</c:v>
                </c:pt>
                <c:pt idx="443">
                  <c:v>2707</c:v>
                </c:pt>
                <c:pt idx="444">
                  <c:v>2709</c:v>
                </c:pt>
                <c:pt idx="445">
                  <c:v>2711</c:v>
                </c:pt>
                <c:pt idx="446">
                  <c:v>2713</c:v>
                </c:pt>
                <c:pt idx="447">
                  <c:v>2715</c:v>
                </c:pt>
                <c:pt idx="448">
                  <c:v>2717</c:v>
                </c:pt>
                <c:pt idx="449">
                  <c:v>2719</c:v>
                </c:pt>
                <c:pt idx="450">
                  <c:v>2721</c:v>
                </c:pt>
                <c:pt idx="451">
                  <c:v>2723</c:v>
                </c:pt>
                <c:pt idx="452">
                  <c:v>2725</c:v>
                </c:pt>
                <c:pt idx="453">
                  <c:v>2727</c:v>
                </c:pt>
                <c:pt idx="454">
                  <c:v>2729</c:v>
                </c:pt>
                <c:pt idx="455">
                  <c:v>2731</c:v>
                </c:pt>
                <c:pt idx="456">
                  <c:v>2733</c:v>
                </c:pt>
                <c:pt idx="457">
                  <c:v>2735</c:v>
                </c:pt>
                <c:pt idx="458">
                  <c:v>2737</c:v>
                </c:pt>
                <c:pt idx="459">
                  <c:v>2739</c:v>
                </c:pt>
                <c:pt idx="460">
                  <c:v>2741</c:v>
                </c:pt>
                <c:pt idx="461">
                  <c:v>2743</c:v>
                </c:pt>
                <c:pt idx="462">
                  <c:v>2745</c:v>
                </c:pt>
                <c:pt idx="463">
                  <c:v>2747</c:v>
                </c:pt>
                <c:pt idx="464">
                  <c:v>2749</c:v>
                </c:pt>
                <c:pt idx="465">
                  <c:v>2751</c:v>
                </c:pt>
                <c:pt idx="466">
                  <c:v>2753</c:v>
                </c:pt>
                <c:pt idx="467">
                  <c:v>2755</c:v>
                </c:pt>
                <c:pt idx="468">
                  <c:v>2757</c:v>
                </c:pt>
                <c:pt idx="469">
                  <c:v>2759</c:v>
                </c:pt>
                <c:pt idx="470">
                  <c:v>2761</c:v>
                </c:pt>
                <c:pt idx="471">
                  <c:v>2763</c:v>
                </c:pt>
                <c:pt idx="472">
                  <c:v>2765</c:v>
                </c:pt>
                <c:pt idx="473">
                  <c:v>2767</c:v>
                </c:pt>
                <c:pt idx="474">
                  <c:v>2769</c:v>
                </c:pt>
                <c:pt idx="475">
                  <c:v>2771</c:v>
                </c:pt>
                <c:pt idx="476">
                  <c:v>2773</c:v>
                </c:pt>
                <c:pt idx="477">
                  <c:v>2775</c:v>
                </c:pt>
                <c:pt idx="478">
                  <c:v>2777</c:v>
                </c:pt>
                <c:pt idx="479">
                  <c:v>2779</c:v>
                </c:pt>
                <c:pt idx="480">
                  <c:v>2781</c:v>
                </c:pt>
                <c:pt idx="481">
                  <c:v>2783</c:v>
                </c:pt>
                <c:pt idx="482">
                  <c:v>2785</c:v>
                </c:pt>
                <c:pt idx="483">
                  <c:v>2787</c:v>
                </c:pt>
                <c:pt idx="484">
                  <c:v>2789</c:v>
                </c:pt>
                <c:pt idx="485">
                  <c:v>2791</c:v>
                </c:pt>
                <c:pt idx="486">
                  <c:v>2793</c:v>
                </c:pt>
                <c:pt idx="487">
                  <c:v>2795</c:v>
                </c:pt>
                <c:pt idx="488">
                  <c:v>2797</c:v>
                </c:pt>
                <c:pt idx="489">
                  <c:v>2799</c:v>
                </c:pt>
                <c:pt idx="490">
                  <c:v>2801</c:v>
                </c:pt>
                <c:pt idx="491">
                  <c:v>2803</c:v>
                </c:pt>
                <c:pt idx="492">
                  <c:v>2805</c:v>
                </c:pt>
                <c:pt idx="493">
                  <c:v>2807</c:v>
                </c:pt>
                <c:pt idx="494">
                  <c:v>2809</c:v>
                </c:pt>
                <c:pt idx="495">
                  <c:v>2811</c:v>
                </c:pt>
                <c:pt idx="496">
                  <c:v>2813</c:v>
                </c:pt>
                <c:pt idx="497">
                  <c:v>2815</c:v>
                </c:pt>
                <c:pt idx="498">
                  <c:v>2817</c:v>
                </c:pt>
                <c:pt idx="499">
                  <c:v>2819</c:v>
                </c:pt>
                <c:pt idx="500">
                  <c:v>2821</c:v>
                </c:pt>
                <c:pt idx="501">
                  <c:v>2823</c:v>
                </c:pt>
                <c:pt idx="502">
                  <c:v>2825</c:v>
                </c:pt>
                <c:pt idx="503">
                  <c:v>2827</c:v>
                </c:pt>
                <c:pt idx="504">
                  <c:v>2829</c:v>
                </c:pt>
                <c:pt idx="505">
                  <c:v>2831</c:v>
                </c:pt>
                <c:pt idx="506">
                  <c:v>2833</c:v>
                </c:pt>
                <c:pt idx="507">
                  <c:v>2835</c:v>
                </c:pt>
                <c:pt idx="508">
                  <c:v>2837</c:v>
                </c:pt>
                <c:pt idx="509">
                  <c:v>2839</c:v>
                </c:pt>
                <c:pt idx="510">
                  <c:v>2841</c:v>
                </c:pt>
                <c:pt idx="511">
                  <c:v>2843</c:v>
                </c:pt>
                <c:pt idx="512">
                  <c:v>2845</c:v>
                </c:pt>
                <c:pt idx="513">
                  <c:v>2847</c:v>
                </c:pt>
                <c:pt idx="514">
                  <c:v>2849</c:v>
                </c:pt>
                <c:pt idx="515">
                  <c:v>2851</c:v>
                </c:pt>
                <c:pt idx="516">
                  <c:v>2853</c:v>
                </c:pt>
                <c:pt idx="517">
                  <c:v>2855</c:v>
                </c:pt>
                <c:pt idx="518">
                  <c:v>2857</c:v>
                </c:pt>
                <c:pt idx="519">
                  <c:v>2859</c:v>
                </c:pt>
                <c:pt idx="520">
                  <c:v>2861</c:v>
                </c:pt>
                <c:pt idx="521">
                  <c:v>2863</c:v>
                </c:pt>
                <c:pt idx="522">
                  <c:v>2865</c:v>
                </c:pt>
                <c:pt idx="523">
                  <c:v>2867</c:v>
                </c:pt>
                <c:pt idx="524">
                  <c:v>2869</c:v>
                </c:pt>
                <c:pt idx="525">
                  <c:v>2871</c:v>
                </c:pt>
                <c:pt idx="526">
                  <c:v>2873</c:v>
                </c:pt>
                <c:pt idx="527">
                  <c:v>2875</c:v>
                </c:pt>
                <c:pt idx="528">
                  <c:v>2877</c:v>
                </c:pt>
                <c:pt idx="529">
                  <c:v>2879</c:v>
                </c:pt>
                <c:pt idx="530">
                  <c:v>2881</c:v>
                </c:pt>
                <c:pt idx="531">
                  <c:v>2883</c:v>
                </c:pt>
                <c:pt idx="532">
                  <c:v>2885</c:v>
                </c:pt>
                <c:pt idx="533">
                  <c:v>2887</c:v>
                </c:pt>
                <c:pt idx="534">
                  <c:v>2889</c:v>
                </c:pt>
                <c:pt idx="535">
                  <c:v>2891</c:v>
                </c:pt>
                <c:pt idx="536">
                  <c:v>2893</c:v>
                </c:pt>
                <c:pt idx="537">
                  <c:v>2895</c:v>
                </c:pt>
                <c:pt idx="538">
                  <c:v>2897</c:v>
                </c:pt>
                <c:pt idx="539">
                  <c:v>2899</c:v>
                </c:pt>
                <c:pt idx="540">
                  <c:v>2901</c:v>
                </c:pt>
                <c:pt idx="541">
                  <c:v>2903</c:v>
                </c:pt>
                <c:pt idx="542">
                  <c:v>2905</c:v>
                </c:pt>
                <c:pt idx="543">
                  <c:v>2907</c:v>
                </c:pt>
                <c:pt idx="544">
                  <c:v>2909</c:v>
                </c:pt>
                <c:pt idx="545">
                  <c:v>2911</c:v>
                </c:pt>
                <c:pt idx="546">
                  <c:v>2913</c:v>
                </c:pt>
                <c:pt idx="547">
                  <c:v>2915</c:v>
                </c:pt>
                <c:pt idx="548">
                  <c:v>2917</c:v>
                </c:pt>
                <c:pt idx="549">
                  <c:v>2919</c:v>
                </c:pt>
                <c:pt idx="550">
                  <c:v>2921</c:v>
                </c:pt>
                <c:pt idx="551">
                  <c:v>2923</c:v>
                </c:pt>
                <c:pt idx="552">
                  <c:v>2925</c:v>
                </c:pt>
                <c:pt idx="553">
                  <c:v>2927</c:v>
                </c:pt>
                <c:pt idx="554">
                  <c:v>2929</c:v>
                </c:pt>
                <c:pt idx="555">
                  <c:v>2931</c:v>
                </c:pt>
                <c:pt idx="556">
                  <c:v>2933</c:v>
                </c:pt>
                <c:pt idx="557">
                  <c:v>2935</c:v>
                </c:pt>
                <c:pt idx="558">
                  <c:v>2937</c:v>
                </c:pt>
                <c:pt idx="559">
                  <c:v>2939</c:v>
                </c:pt>
                <c:pt idx="560">
                  <c:v>2941</c:v>
                </c:pt>
                <c:pt idx="561">
                  <c:v>2943</c:v>
                </c:pt>
                <c:pt idx="562">
                  <c:v>2945</c:v>
                </c:pt>
                <c:pt idx="563">
                  <c:v>2947</c:v>
                </c:pt>
                <c:pt idx="564">
                  <c:v>2949</c:v>
                </c:pt>
                <c:pt idx="565">
                  <c:v>2951</c:v>
                </c:pt>
                <c:pt idx="566">
                  <c:v>2953</c:v>
                </c:pt>
                <c:pt idx="567">
                  <c:v>2955</c:v>
                </c:pt>
                <c:pt idx="568">
                  <c:v>2957</c:v>
                </c:pt>
                <c:pt idx="569">
                  <c:v>2959</c:v>
                </c:pt>
                <c:pt idx="570">
                  <c:v>2961</c:v>
                </c:pt>
                <c:pt idx="571">
                  <c:v>2963</c:v>
                </c:pt>
                <c:pt idx="572">
                  <c:v>2965</c:v>
                </c:pt>
                <c:pt idx="573">
                  <c:v>2967</c:v>
                </c:pt>
                <c:pt idx="574">
                  <c:v>2969</c:v>
                </c:pt>
                <c:pt idx="575">
                  <c:v>2971</c:v>
                </c:pt>
                <c:pt idx="576">
                  <c:v>2973</c:v>
                </c:pt>
                <c:pt idx="577">
                  <c:v>2975</c:v>
                </c:pt>
                <c:pt idx="578">
                  <c:v>2977</c:v>
                </c:pt>
                <c:pt idx="579">
                  <c:v>2979</c:v>
                </c:pt>
                <c:pt idx="580">
                  <c:v>2981</c:v>
                </c:pt>
                <c:pt idx="581">
                  <c:v>2983</c:v>
                </c:pt>
                <c:pt idx="582">
                  <c:v>2985</c:v>
                </c:pt>
                <c:pt idx="583">
                  <c:v>2987</c:v>
                </c:pt>
                <c:pt idx="584">
                  <c:v>2989</c:v>
                </c:pt>
                <c:pt idx="585">
                  <c:v>2991</c:v>
                </c:pt>
                <c:pt idx="586">
                  <c:v>2993</c:v>
                </c:pt>
                <c:pt idx="587">
                  <c:v>2995</c:v>
                </c:pt>
              </c:numCache>
            </c:numRef>
          </c:xVal>
          <c:yVal>
            <c:numRef>
              <c:f>Sheet2!$AE$2:$AE$589</c:f>
              <c:numCache>
                <c:formatCode>General</c:formatCode>
                <c:ptCount val="588"/>
                <c:pt idx="0">
                  <c:v>30.050370914395177</c:v>
                </c:pt>
                <c:pt idx="1">
                  <c:v>30.082838256139699</c:v>
                </c:pt>
                <c:pt idx="2">
                  <c:v>30.134972635382006</c:v>
                </c:pt>
                <c:pt idx="3">
                  <c:v>30.171130457933121</c:v>
                </c:pt>
                <c:pt idx="4">
                  <c:v>30.14575573595652</c:v>
                </c:pt>
                <c:pt idx="5">
                  <c:v>30.212350095219517</c:v>
                </c:pt>
                <c:pt idx="6">
                  <c:v>30.252840875475897</c:v>
                </c:pt>
                <c:pt idx="7">
                  <c:v>30.296403324608207</c:v>
                </c:pt>
                <c:pt idx="8">
                  <c:v>30.313750265831143</c:v>
                </c:pt>
                <c:pt idx="9">
                  <c:v>30.288670216678366</c:v>
                </c:pt>
                <c:pt idx="10">
                  <c:v>30.314332955706533</c:v>
                </c:pt>
                <c:pt idx="11">
                  <c:v>30.308044450165255</c:v>
                </c:pt>
                <c:pt idx="12">
                  <c:v>30.299565416047727</c:v>
                </c:pt>
                <c:pt idx="13">
                  <c:v>30.322152928459843</c:v>
                </c:pt>
                <c:pt idx="14">
                  <c:v>30.340542447437389</c:v>
                </c:pt>
                <c:pt idx="15">
                  <c:v>30.369989102921824</c:v>
                </c:pt>
                <c:pt idx="16">
                  <c:v>30.338902848910372</c:v>
                </c:pt>
                <c:pt idx="17">
                  <c:v>30.316226253084039</c:v>
                </c:pt>
                <c:pt idx="18">
                  <c:v>30.309252742657865</c:v>
                </c:pt>
                <c:pt idx="19">
                  <c:v>30.296306705980363</c:v>
                </c:pt>
                <c:pt idx="20">
                  <c:v>30.297661405475242</c:v>
                </c:pt>
                <c:pt idx="21">
                  <c:v>30.324963423233562</c:v>
                </c:pt>
                <c:pt idx="22">
                  <c:v>30.328945593758846</c:v>
                </c:pt>
                <c:pt idx="23">
                  <c:v>30.330447739595808</c:v>
                </c:pt>
                <c:pt idx="24">
                  <c:v>30.329375140910493</c:v>
                </c:pt>
                <c:pt idx="25">
                  <c:v>30.342046532042847</c:v>
                </c:pt>
                <c:pt idx="26">
                  <c:v>30.343709995410915</c:v>
                </c:pt>
                <c:pt idx="27">
                  <c:v>30.354390691033057</c:v>
                </c:pt>
                <c:pt idx="28">
                  <c:v>30.35691860530191</c:v>
                </c:pt>
                <c:pt idx="29">
                  <c:v>30.359147069781276</c:v>
                </c:pt>
                <c:pt idx="30">
                  <c:v>30.365808878200568</c:v>
                </c:pt>
                <c:pt idx="31">
                  <c:v>30.357951109455275</c:v>
                </c:pt>
                <c:pt idx="32">
                  <c:v>30.356362198731365</c:v>
                </c:pt>
                <c:pt idx="33">
                  <c:v>30.363480557150098</c:v>
                </c:pt>
                <c:pt idx="34">
                  <c:v>30.37046687943818</c:v>
                </c:pt>
                <c:pt idx="35">
                  <c:v>30.380244228865823</c:v>
                </c:pt>
                <c:pt idx="36">
                  <c:v>30.388591046966965</c:v>
                </c:pt>
                <c:pt idx="37">
                  <c:v>30.399953709403785</c:v>
                </c:pt>
                <c:pt idx="38">
                  <c:v>30.417316640469974</c:v>
                </c:pt>
                <c:pt idx="39">
                  <c:v>30.447261419546304</c:v>
                </c:pt>
                <c:pt idx="40">
                  <c:v>30.469862183541014</c:v>
                </c:pt>
                <c:pt idx="41">
                  <c:v>30.486581123670245</c:v>
                </c:pt>
                <c:pt idx="42">
                  <c:v>30.500730296115908</c:v>
                </c:pt>
                <c:pt idx="43">
                  <c:v>30.519158750361768</c:v>
                </c:pt>
                <c:pt idx="44">
                  <c:v>30.532862006053755</c:v>
                </c:pt>
                <c:pt idx="45">
                  <c:v>30.538474560958878</c:v>
                </c:pt>
                <c:pt idx="46">
                  <c:v>30.554332527978229</c:v>
                </c:pt>
                <c:pt idx="47">
                  <c:v>30.580741153219474</c:v>
                </c:pt>
                <c:pt idx="48">
                  <c:v>30.609719386245857</c:v>
                </c:pt>
                <c:pt idx="49">
                  <c:v>30.61993385801339</c:v>
                </c:pt>
                <c:pt idx="50">
                  <c:v>30.644537349875357</c:v>
                </c:pt>
                <c:pt idx="51">
                  <c:v>30.673492357654418</c:v>
                </c:pt>
                <c:pt idx="52">
                  <c:v>30.685099704667593</c:v>
                </c:pt>
                <c:pt idx="53">
                  <c:v>30.688628423225566</c:v>
                </c:pt>
                <c:pt idx="54">
                  <c:v>30.718657428801226</c:v>
                </c:pt>
                <c:pt idx="55">
                  <c:v>30.744995898605204</c:v>
                </c:pt>
                <c:pt idx="56">
                  <c:v>30.751699720337641</c:v>
                </c:pt>
                <c:pt idx="57">
                  <c:v>30.768237535517439</c:v>
                </c:pt>
                <c:pt idx="58">
                  <c:v>30.792407462779643</c:v>
                </c:pt>
                <c:pt idx="59">
                  <c:v>30.803260249089778</c:v>
                </c:pt>
                <c:pt idx="60">
                  <c:v>30.804226675215901</c:v>
                </c:pt>
                <c:pt idx="61">
                  <c:v>30.822648333778382</c:v>
                </c:pt>
                <c:pt idx="62">
                  <c:v>30.83151294297862</c:v>
                </c:pt>
                <c:pt idx="63">
                  <c:v>30.839963974883155</c:v>
                </c:pt>
                <c:pt idx="64">
                  <c:v>30.855517775109249</c:v>
                </c:pt>
                <c:pt idx="65">
                  <c:v>30.884249604651124</c:v>
                </c:pt>
                <c:pt idx="66">
                  <c:v>30.892376122686869</c:v>
                </c:pt>
                <c:pt idx="67">
                  <c:v>30.910056252268557</c:v>
                </c:pt>
                <c:pt idx="68">
                  <c:v>30.903223552399517</c:v>
                </c:pt>
                <c:pt idx="69">
                  <c:v>30.901989536246575</c:v>
                </c:pt>
                <c:pt idx="70">
                  <c:v>30.917153743941846</c:v>
                </c:pt>
                <c:pt idx="71">
                  <c:v>30.932183397106158</c:v>
                </c:pt>
                <c:pt idx="72">
                  <c:v>30.954702133204986</c:v>
                </c:pt>
                <c:pt idx="73">
                  <c:v>30.98221817501523</c:v>
                </c:pt>
                <c:pt idx="74">
                  <c:v>31.007989085332994</c:v>
                </c:pt>
                <c:pt idx="75">
                  <c:v>31.013745269005128</c:v>
                </c:pt>
                <c:pt idx="76">
                  <c:v>30.997403489303593</c:v>
                </c:pt>
                <c:pt idx="77">
                  <c:v>30.985689569985144</c:v>
                </c:pt>
                <c:pt idx="78">
                  <c:v>31.005420396963849</c:v>
                </c:pt>
                <c:pt idx="79">
                  <c:v>31.0160386922227</c:v>
                </c:pt>
                <c:pt idx="80">
                  <c:v>31.005685508564959</c:v>
                </c:pt>
                <c:pt idx="81">
                  <c:v>31.018670300625043</c:v>
                </c:pt>
                <c:pt idx="82">
                  <c:v>31.029936024637149</c:v>
                </c:pt>
                <c:pt idx="83">
                  <c:v>31.017689563589208</c:v>
                </c:pt>
                <c:pt idx="84">
                  <c:v>31.007311675623644</c:v>
                </c:pt>
                <c:pt idx="85">
                  <c:v>31.000446036677502</c:v>
                </c:pt>
                <c:pt idx="86">
                  <c:v>30.983320434859777</c:v>
                </c:pt>
                <c:pt idx="87">
                  <c:v>30.974672807832466</c:v>
                </c:pt>
                <c:pt idx="88">
                  <c:v>30.958820077486781</c:v>
                </c:pt>
                <c:pt idx="89">
                  <c:v>30.947937150322115</c:v>
                </c:pt>
                <c:pt idx="90">
                  <c:v>30.948471051188285</c:v>
                </c:pt>
                <c:pt idx="91">
                  <c:v>30.927111978471274</c:v>
                </c:pt>
                <c:pt idx="92">
                  <c:v>30.914262940180397</c:v>
                </c:pt>
                <c:pt idx="93">
                  <c:v>30.892477258445435</c:v>
                </c:pt>
                <c:pt idx="94">
                  <c:v>30.866755676794099</c:v>
                </c:pt>
                <c:pt idx="95">
                  <c:v>30.854195175224696</c:v>
                </c:pt>
                <c:pt idx="96">
                  <c:v>30.819955404327171</c:v>
                </c:pt>
                <c:pt idx="97">
                  <c:v>30.80357317032221</c:v>
                </c:pt>
                <c:pt idx="98">
                  <c:v>30.781728006370354</c:v>
                </c:pt>
                <c:pt idx="99">
                  <c:v>30.768276870531839</c:v>
                </c:pt>
                <c:pt idx="100">
                  <c:v>30.760620054141608</c:v>
                </c:pt>
                <c:pt idx="101">
                  <c:v>30.75103102509286</c:v>
                </c:pt>
                <c:pt idx="102">
                  <c:v>30.744627892362772</c:v>
                </c:pt>
                <c:pt idx="103">
                  <c:v>30.739639061268281</c:v>
                </c:pt>
                <c:pt idx="104">
                  <c:v>30.731398935396236</c:v>
                </c:pt>
                <c:pt idx="105">
                  <c:v>30.718874091177284</c:v>
                </c:pt>
                <c:pt idx="106">
                  <c:v>30.694118695804423</c:v>
                </c:pt>
                <c:pt idx="107">
                  <c:v>30.682944273797283</c:v>
                </c:pt>
                <c:pt idx="108">
                  <c:v>30.678179220559098</c:v>
                </c:pt>
                <c:pt idx="109">
                  <c:v>30.679020446212565</c:v>
                </c:pt>
                <c:pt idx="110">
                  <c:v>30.668343108457506</c:v>
                </c:pt>
                <c:pt idx="111">
                  <c:v>30.652303736666468</c:v>
                </c:pt>
                <c:pt idx="112">
                  <c:v>30.638932470094996</c:v>
                </c:pt>
                <c:pt idx="113">
                  <c:v>30.624600054045672</c:v>
                </c:pt>
                <c:pt idx="114">
                  <c:v>30.622342128280117</c:v>
                </c:pt>
                <c:pt idx="115">
                  <c:v>30.609894315131029</c:v>
                </c:pt>
                <c:pt idx="116">
                  <c:v>30.594262844241339</c:v>
                </c:pt>
                <c:pt idx="117">
                  <c:v>30.596129418593311</c:v>
                </c:pt>
                <c:pt idx="118">
                  <c:v>30.593338591326788</c:v>
                </c:pt>
                <c:pt idx="119">
                  <c:v>30.588562185299896</c:v>
                </c:pt>
                <c:pt idx="120">
                  <c:v>30.585224025698874</c:v>
                </c:pt>
                <c:pt idx="121">
                  <c:v>30.57348036527198</c:v>
                </c:pt>
                <c:pt idx="122">
                  <c:v>30.569012643169057</c:v>
                </c:pt>
                <c:pt idx="123">
                  <c:v>30.569627692489728</c:v>
                </c:pt>
                <c:pt idx="124">
                  <c:v>30.563496307145702</c:v>
                </c:pt>
                <c:pt idx="125">
                  <c:v>30.553730590329021</c:v>
                </c:pt>
                <c:pt idx="126">
                  <c:v>30.558975099017104</c:v>
                </c:pt>
                <c:pt idx="127">
                  <c:v>30.568059048892145</c:v>
                </c:pt>
                <c:pt idx="128">
                  <c:v>30.556700224017703</c:v>
                </c:pt>
                <c:pt idx="129">
                  <c:v>30.566053242980058</c:v>
                </c:pt>
                <c:pt idx="130">
                  <c:v>30.573210416743283</c:v>
                </c:pt>
                <c:pt idx="131">
                  <c:v>30.58658676008999</c:v>
                </c:pt>
                <c:pt idx="132">
                  <c:v>30.629354753860348</c:v>
                </c:pt>
                <c:pt idx="133">
                  <c:v>30.637399523822467</c:v>
                </c:pt>
                <c:pt idx="134">
                  <c:v>30.633592621966528</c:v>
                </c:pt>
                <c:pt idx="135">
                  <c:v>30.650457949110724</c:v>
                </c:pt>
                <c:pt idx="136">
                  <c:v>30.658627759647072</c:v>
                </c:pt>
                <c:pt idx="137">
                  <c:v>30.655528848075701</c:v>
                </c:pt>
                <c:pt idx="138">
                  <c:v>30.669342553609948</c:v>
                </c:pt>
                <c:pt idx="139">
                  <c:v>30.760818807893227</c:v>
                </c:pt>
                <c:pt idx="140">
                  <c:v>30.842795136529276</c:v>
                </c:pt>
                <c:pt idx="141">
                  <c:v>30.916678285952763</c:v>
                </c:pt>
                <c:pt idx="142">
                  <c:v>30.935338193179692</c:v>
                </c:pt>
                <c:pt idx="143">
                  <c:v>30.999618642238449</c:v>
                </c:pt>
                <c:pt idx="144">
                  <c:v>31.020600994248451</c:v>
                </c:pt>
                <c:pt idx="145">
                  <c:v>31.019201803014724</c:v>
                </c:pt>
                <c:pt idx="146">
                  <c:v>31.02244014601925</c:v>
                </c:pt>
                <c:pt idx="147">
                  <c:v>31.024452467792457</c:v>
                </c:pt>
                <c:pt idx="148">
                  <c:v>31.033668134001282</c:v>
                </c:pt>
                <c:pt idx="149">
                  <c:v>31.057502114656767</c:v>
                </c:pt>
                <c:pt idx="150">
                  <c:v>31.064102642001799</c:v>
                </c:pt>
                <c:pt idx="151">
                  <c:v>31.066428284753524</c:v>
                </c:pt>
                <c:pt idx="152">
                  <c:v>31.078776761001411</c:v>
                </c:pt>
                <c:pt idx="153">
                  <c:v>31.079704891452948</c:v>
                </c:pt>
                <c:pt idx="154">
                  <c:v>31.099179960888844</c:v>
                </c:pt>
                <c:pt idx="155">
                  <c:v>31.12319446687464</c:v>
                </c:pt>
                <c:pt idx="156">
                  <c:v>31.132741922330933</c:v>
                </c:pt>
                <c:pt idx="157">
                  <c:v>31.115964819146878</c:v>
                </c:pt>
                <c:pt idx="158">
                  <c:v>31.120509692243488</c:v>
                </c:pt>
                <c:pt idx="159">
                  <c:v>31.131134223541206</c:v>
                </c:pt>
                <c:pt idx="160">
                  <c:v>31.140782175162336</c:v>
                </c:pt>
                <c:pt idx="161">
                  <c:v>31.1082846575855</c:v>
                </c:pt>
                <c:pt idx="162">
                  <c:v>31.078368140557117</c:v>
                </c:pt>
                <c:pt idx="163">
                  <c:v>31.046690582142222</c:v>
                </c:pt>
                <c:pt idx="164">
                  <c:v>31.016129114786288</c:v>
                </c:pt>
                <c:pt idx="165">
                  <c:v>31.008188878424424</c:v>
                </c:pt>
                <c:pt idx="166">
                  <c:v>30.997270773604605</c:v>
                </c:pt>
                <c:pt idx="167">
                  <c:v>30.981154930388215</c:v>
                </c:pt>
                <c:pt idx="168">
                  <c:v>30.971624104368903</c:v>
                </c:pt>
                <c:pt idx="169">
                  <c:v>30.95329030999509</c:v>
                </c:pt>
                <c:pt idx="170">
                  <c:v>30.923111319689731</c:v>
                </c:pt>
                <c:pt idx="171">
                  <c:v>30.911966878638687</c:v>
                </c:pt>
                <c:pt idx="172">
                  <c:v>30.912891811121575</c:v>
                </c:pt>
                <c:pt idx="173">
                  <c:v>30.924160093508601</c:v>
                </c:pt>
                <c:pt idx="174">
                  <c:v>30.915049080823859</c:v>
                </c:pt>
                <c:pt idx="175">
                  <c:v>30.904701013915961</c:v>
                </c:pt>
                <c:pt idx="176">
                  <c:v>30.901750807886831</c:v>
                </c:pt>
                <c:pt idx="177">
                  <c:v>30.891679205368749</c:v>
                </c:pt>
                <c:pt idx="178">
                  <c:v>30.884274468857381</c:v>
                </c:pt>
                <c:pt idx="179">
                  <c:v>30.886491140827346</c:v>
                </c:pt>
                <c:pt idx="180">
                  <c:v>30.89148285009362</c:v>
                </c:pt>
                <c:pt idx="181">
                  <c:v>30.878619101146953</c:v>
                </c:pt>
                <c:pt idx="182">
                  <c:v>30.870531678277956</c:v>
                </c:pt>
                <c:pt idx="183">
                  <c:v>30.870737867306687</c:v>
                </c:pt>
                <c:pt idx="184">
                  <c:v>30.86328987826932</c:v>
                </c:pt>
                <c:pt idx="185">
                  <c:v>30.861663791159856</c:v>
                </c:pt>
                <c:pt idx="186">
                  <c:v>30.857463179388454</c:v>
                </c:pt>
                <c:pt idx="187">
                  <c:v>30.861587759455194</c:v>
                </c:pt>
                <c:pt idx="188">
                  <c:v>30.863521730996471</c:v>
                </c:pt>
                <c:pt idx="189">
                  <c:v>30.848601128563136</c:v>
                </c:pt>
                <c:pt idx="190">
                  <c:v>30.848146457370277</c:v>
                </c:pt>
                <c:pt idx="191">
                  <c:v>30.863942983416933</c:v>
                </c:pt>
                <c:pt idx="192">
                  <c:v>30.862295310019075</c:v>
                </c:pt>
                <c:pt idx="193">
                  <c:v>30.862634134797577</c:v>
                </c:pt>
                <c:pt idx="194">
                  <c:v>30.874160733102332</c:v>
                </c:pt>
                <c:pt idx="195">
                  <c:v>30.888345642847664</c:v>
                </c:pt>
                <c:pt idx="196">
                  <c:v>30.888568301414942</c:v>
                </c:pt>
                <c:pt idx="197">
                  <c:v>30.887349235765441</c:v>
                </c:pt>
                <c:pt idx="198">
                  <c:v>30.889437349395664</c:v>
                </c:pt>
                <c:pt idx="199">
                  <c:v>30.906449823072382</c:v>
                </c:pt>
                <c:pt idx="200">
                  <c:v>30.911926264436829</c:v>
                </c:pt>
                <c:pt idx="201">
                  <c:v>30.923142339985642</c:v>
                </c:pt>
                <c:pt idx="202">
                  <c:v>30.953844438012972</c:v>
                </c:pt>
                <c:pt idx="203">
                  <c:v>30.981719851550295</c:v>
                </c:pt>
                <c:pt idx="204">
                  <c:v>31.011609665540448</c:v>
                </c:pt>
                <c:pt idx="205">
                  <c:v>31.022088209569283</c:v>
                </c:pt>
                <c:pt idx="206">
                  <c:v>31.029948976410186</c:v>
                </c:pt>
                <c:pt idx="207">
                  <c:v>31.038472522253866</c:v>
                </c:pt>
                <c:pt idx="208">
                  <c:v>31.042869968995692</c:v>
                </c:pt>
                <c:pt idx="209">
                  <c:v>31.032763428670108</c:v>
                </c:pt>
                <c:pt idx="210">
                  <c:v>30.99912791394906</c:v>
                </c:pt>
                <c:pt idx="211">
                  <c:v>30.966076108455908</c:v>
                </c:pt>
                <c:pt idx="212">
                  <c:v>30.939657529537236</c:v>
                </c:pt>
                <c:pt idx="213">
                  <c:v>30.938148967775668</c:v>
                </c:pt>
                <c:pt idx="214">
                  <c:v>30.949574510271077</c:v>
                </c:pt>
                <c:pt idx="215">
                  <c:v>30.959195758853976</c:v>
                </c:pt>
                <c:pt idx="216">
                  <c:v>30.971726759162578</c:v>
                </c:pt>
                <c:pt idx="217">
                  <c:v>30.967057245237825</c:v>
                </c:pt>
                <c:pt idx="218">
                  <c:v>30.968968591150901</c:v>
                </c:pt>
                <c:pt idx="219">
                  <c:v>30.975378119818291</c:v>
                </c:pt>
                <c:pt idx="220">
                  <c:v>30.997801476502126</c:v>
                </c:pt>
                <c:pt idx="221">
                  <c:v>31.00448587057501</c:v>
                </c:pt>
                <c:pt idx="222">
                  <c:v>31.012831369514085</c:v>
                </c:pt>
                <c:pt idx="223">
                  <c:v>31.025296251820844</c:v>
                </c:pt>
                <c:pt idx="224">
                  <c:v>31.0256633786219</c:v>
                </c:pt>
                <c:pt idx="225">
                  <c:v>31.026772514099044</c:v>
                </c:pt>
                <c:pt idx="226">
                  <c:v>31.05712075689522</c:v>
                </c:pt>
                <c:pt idx="227">
                  <c:v>31.072090847893417</c:v>
                </c:pt>
                <c:pt idx="228">
                  <c:v>31.070233387752101</c:v>
                </c:pt>
                <c:pt idx="229">
                  <c:v>31.054059101658627</c:v>
                </c:pt>
                <c:pt idx="230">
                  <c:v>31.049929564740477</c:v>
                </c:pt>
                <c:pt idx="231">
                  <c:v>31.069401196360072</c:v>
                </c:pt>
                <c:pt idx="232">
                  <c:v>31.074353010967432</c:v>
                </c:pt>
                <c:pt idx="233">
                  <c:v>31.069225547931953</c:v>
                </c:pt>
                <c:pt idx="234">
                  <c:v>31.062163713609113</c:v>
                </c:pt>
                <c:pt idx="235">
                  <c:v>31.048853528238862</c:v>
                </c:pt>
                <c:pt idx="236">
                  <c:v>31.021831892381957</c:v>
                </c:pt>
                <c:pt idx="237">
                  <c:v>30.994018839233316</c:v>
                </c:pt>
                <c:pt idx="238">
                  <c:v>30.960392678570571</c:v>
                </c:pt>
                <c:pt idx="239">
                  <c:v>30.921358992767793</c:v>
                </c:pt>
                <c:pt idx="240">
                  <c:v>30.906921763295955</c:v>
                </c:pt>
                <c:pt idx="241">
                  <c:v>30.901504644249972</c:v>
                </c:pt>
                <c:pt idx="242">
                  <c:v>30.898958981255106</c:v>
                </c:pt>
                <c:pt idx="243">
                  <c:v>30.852533750561644</c:v>
                </c:pt>
                <c:pt idx="244">
                  <c:v>30.838510897877669</c:v>
                </c:pt>
                <c:pt idx="245">
                  <c:v>30.842937685981862</c:v>
                </c:pt>
                <c:pt idx="246">
                  <c:v>30.842612292671696</c:v>
                </c:pt>
                <c:pt idx="247">
                  <c:v>30.833396146767573</c:v>
                </c:pt>
                <c:pt idx="248">
                  <c:v>30.826050013031722</c:v>
                </c:pt>
                <c:pt idx="249">
                  <c:v>30.830409483895828</c:v>
                </c:pt>
                <c:pt idx="250">
                  <c:v>30.839033525904345</c:v>
                </c:pt>
                <c:pt idx="251">
                  <c:v>30.877304496184024</c:v>
                </c:pt>
                <c:pt idx="252">
                  <c:v>30.894374133550368</c:v>
                </c:pt>
                <c:pt idx="253">
                  <c:v>30.901682451306929</c:v>
                </c:pt>
                <c:pt idx="254">
                  <c:v>30.897584174532337</c:v>
                </c:pt>
                <c:pt idx="255">
                  <c:v>30.890417686685417</c:v>
                </c:pt>
                <c:pt idx="256">
                  <c:v>30.894143400112249</c:v>
                </c:pt>
                <c:pt idx="257">
                  <c:v>30.929978557620199</c:v>
                </c:pt>
                <c:pt idx="258">
                  <c:v>30.965259906907132</c:v>
                </c:pt>
                <c:pt idx="259">
                  <c:v>31</c:v>
                </c:pt>
                <c:pt idx="260">
                  <c:v>31.018158305844125</c:v>
                </c:pt>
                <c:pt idx="261">
                  <c:v>31.065846254459167</c:v>
                </c:pt>
                <c:pt idx="262">
                  <c:v>31.012734151267114</c:v>
                </c:pt>
                <c:pt idx="263">
                  <c:v>30.992286339717012</c:v>
                </c:pt>
                <c:pt idx="264">
                  <c:v>30.987598917167816</c:v>
                </c:pt>
                <c:pt idx="265">
                  <c:v>30.988993391397784</c:v>
                </c:pt>
                <c:pt idx="266">
                  <c:v>30.973717334748965</c:v>
                </c:pt>
                <c:pt idx="267">
                  <c:v>30.925909622207971</c:v>
                </c:pt>
                <c:pt idx="268">
                  <c:v>30.897768137678945</c:v>
                </c:pt>
                <c:pt idx="269">
                  <c:v>30.88351798937315</c:v>
                </c:pt>
                <c:pt idx="270">
                  <c:v>30.86253603710923</c:v>
                </c:pt>
                <c:pt idx="271">
                  <c:v>30.867595623260105</c:v>
                </c:pt>
                <c:pt idx="272">
                  <c:v>30.827278832485604</c:v>
                </c:pt>
                <c:pt idx="273">
                  <c:v>30.826012916595378</c:v>
                </c:pt>
                <c:pt idx="274">
                  <c:v>30.859678252374092</c:v>
                </c:pt>
                <c:pt idx="275">
                  <c:v>30.876373887306784</c:v>
                </c:pt>
                <c:pt idx="276">
                  <c:v>30.879842164257262</c:v>
                </c:pt>
                <c:pt idx="277">
                  <c:v>30.890687675188719</c:v>
                </c:pt>
                <c:pt idx="278">
                  <c:v>30.998953704606834</c:v>
                </c:pt>
                <c:pt idx="279">
                  <c:v>30.982680921078931</c:v>
                </c:pt>
                <c:pt idx="280">
                  <c:v>30.986728909796497</c:v>
                </c:pt>
                <c:pt idx="281">
                  <c:v>31.037425027622454</c:v>
                </c:pt>
                <c:pt idx="282">
                  <c:v>31.109257079902846</c:v>
                </c:pt>
                <c:pt idx="283">
                  <c:v>31.184734976343027</c:v>
                </c:pt>
                <c:pt idx="284">
                  <c:v>31.211631331778054</c:v>
                </c:pt>
                <c:pt idx="285">
                  <c:v>31.204194535630965</c:v>
                </c:pt>
                <c:pt idx="286">
                  <c:v>31.296739431113355</c:v>
                </c:pt>
                <c:pt idx="287">
                  <c:v>31.387943658188316</c:v>
                </c:pt>
                <c:pt idx="288">
                  <c:v>31.433911579364786</c:v>
                </c:pt>
                <c:pt idx="289">
                  <c:v>31.495355430230717</c:v>
                </c:pt>
                <c:pt idx="290">
                  <c:v>31.549075067517112</c:v>
                </c:pt>
                <c:pt idx="291">
                  <c:v>31.63826833195554</c:v>
                </c:pt>
                <c:pt idx="292">
                  <c:v>31.62341840462938</c:v>
                </c:pt>
                <c:pt idx="293">
                  <c:v>31.702046060342475</c:v>
                </c:pt>
                <c:pt idx="294">
                  <c:v>31.706576302732504</c:v>
                </c:pt>
                <c:pt idx="295">
                  <c:v>31.72847647174514</c:v>
                </c:pt>
                <c:pt idx="296">
                  <c:v>31.793058169450767</c:v>
                </c:pt>
                <c:pt idx="297">
                  <c:v>31.803314854404487</c:v>
                </c:pt>
                <c:pt idx="298">
                  <c:v>31.810541144265159</c:v>
                </c:pt>
                <c:pt idx="299">
                  <c:v>31.908476215907658</c:v>
                </c:pt>
                <c:pt idx="300">
                  <c:v>31.950242805769776</c:v>
                </c:pt>
                <c:pt idx="301">
                  <c:v>31.894936816134397</c:v>
                </c:pt>
                <c:pt idx="302">
                  <c:v>31.896092881801479</c:v>
                </c:pt>
                <c:pt idx="303">
                  <c:v>31.981895979673702</c:v>
                </c:pt>
                <c:pt idx="304">
                  <c:v>32.009589428794825</c:v>
                </c:pt>
                <c:pt idx="305">
                  <c:v>31.989916964743987</c:v>
                </c:pt>
                <c:pt idx="306">
                  <c:v>31.948090892664979</c:v>
                </c:pt>
                <c:pt idx="307">
                  <c:v>31.929839605882336</c:v>
                </c:pt>
                <c:pt idx="308">
                  <c:v>31.89591187677587</c:v>
                </c:pt>
                <c:pt idx="309">
                  <c:v>31.880233675569283</c:v>
                </c:pt>
                <c:pt idx="310">
                  <c:v>31.846820979313943</c:v>
                </c:pt>
                <c:pt idx="311">
                  <c:v>31.802897039800317</c:v>
                </c:pt>
                <c:pt idx="312">
                  <c:v>31.885818608020184</c:v>
                </c:pt>
                <c:pt idx="313">
                  <c:v>31.811208080627175</c:v>
                </c:pt>
                <c:pt idx="314">
                  <c:v>31.741128115421073</c:v>
                </c:pt>
                <c:pt idx="315">
                  <c:v>31.739385222506659</c:v>
                </c:pt>
                <c:pt idx="316">
                  <c:v>31.709656106441187</c:v>
                </c:pt>
                <c:pt idx="317">
                  <c:v>31.767074993963831</c:v>
                </c:pt>
                <c:pt idx="318">
                  <c:v>31.792870128894126</c:v>
                </c:pt>
                <c:pt idx="319">
                  <c:v>31.789719969875136</c:v>
                </c:pt>
                <c:pt idx="320">
                  <c:v>31.818561969437013</c:v>
                </c:pt>
                <c:pt idx="321">
                  <c:v>31.878493500928208</c:v>
                </c:pt>
                <c:pt idx="322">
                  <c:v>31.876885242493966</c:v>
                </c:pt>
                <c:pt idx="323">
                  <c:v>31.888597482878868</c:v>
                </c:pt>
                <c:pt idx="324">
                  <c:v>31.905112272684388</c:v>
                </c:pt>
                <c:pt idx="325">
                  <c:v>31.942503561737581</c:v>
                </c:pt>
                <c:pt idx="326">
                  <c:v>31.970051823081981</c:v>
                </c:pt>
                <c:pt idx="327">
                  <c:v>31.984349301323803</c:v>
                </c:pt>
                <c:pt idx="328">
                  <c:v>32.009765956664324</c:v>
                </c:pt>
                <c:pt idx="329">
                  <c:v>32.042650348498633</c:v>
                </c:pt>
                <c:pt idx="330">
                  <c:v>32.051663023647372</c:v>
                </c:pt>
                <c:pt idx="331">
                  <c:v>32.042675932247832</c:v>
                </c:pt>
                <c:pt idx="332">
                  <c:v>32.018646395809384</c:v>
                </c:pt>
                <c:pt idx="333">
                  <c:v>32.002469311493343</c:v>
                </c:pt>
                <c:pt idx="334">
                  <c:v>31.99153065972494</c:v>
                </c:pt>
                <c:pt idx="335">
                  <c:v>31.953848035727702</c:v>
                </c:pt>
                <c:pt idx="336">
                  <c:v>31.939055831735686</c:v>
                </c:pt>
                <c:pt idx="337">
                  <c:v>31.942099818195484</c:v>
                </c:pt>
                <c:pt idx="338">
                  <c:v>31.916836025756435</c:v>
                </c:pt>
                <c:pt idx="339">
                  <c:v>31.858592062322003</c:v>
                </c:pt>
                <c:pt idx="340">
                  <c:v>31.829325532421809</c:v>
                </c:pt>
                <c:pt idx="341">
                  <c:v>31.879116305322853</c:v>
                </c:pt>
                <c:pt idx="342">
                  <c:v>31.857858448313635</c:v>
                </c:pt>
                <c:pt idx="343">
                  <c:v>31.829397966411733</c:v>
                </c:pt>
                <c:pt idx="344">
                  <c:v>31.920867385037031</c:v>
                </c:pt>
                <c:pt idx="345">
                  <c:v>31.959936328444172</c:v>
                </c:pt>
                <c:pt idx="346">
                  <c:v>32.017575875803679</c:v>
                </c:pt>
                <c:pt idx="347">
                  <c:v>32.069514244551854</c:v>
                </c:pt>
                <c:pt idx="348">
                  <c:v>32.097143734299962</c:v>
                </c:pt>
                <c:pt idx="349">
                  <c:v>32.067611773001779</c:v>
                </c:pt>
                <c:pt idx="350">
                  <c:v>32.128512129095604</c:v>
                </c:pt>
                <c:pt idx="351">
                  <c:v>32.219491459025221</c:v>
                </c:pt>
                <c:pt idx="352">
                  <c:v>32.213298272937031</c:v>
                </c:pt>
                <c:pt idx="353">
                  <c:v>32.22027640043045</c:v>
                </c:pt>
                <c:pt idx="354">
                  <c:v>32.215396460168506</c:v>
                </c:pt>
                <c:pt idx="355">
                  <c:v>32.23158649625757</c:v>
                </c:pt>
                <c:pt idx="356">
                  <c:v>32.386251453077001</c:v>
                </c:pt>
                <c:pt idx="357">
                  <c:v>32.38289230680671</c:v>
                </c:pt>
                <c:pt idx="358">
                  <c:v>32.30813211448087</c:v>
                </c:pt>
                <c:pt idx="359">
                  <c:v>32.427506367955068</c:v>
                </c:pt>
                <c:pt idx="360">
                  <c:v>32.465167245765485</c:v>
                </c:pt>
                <c:pt idx="361">
                  <c:v>32.454348997516774</c:v>
                </c:pt>
                <c:pt idx="362">
                  <c:v>32.410652273675751</c:v>
                </c:pt>
                <c:pt idx="363">
                  <c:v>32.373937354992101</c:v>
                </c:pt>
                <c:pt idx="364">
                  <c:v>32.353330764298512</c:v>
                </c:pt>
                <c:pt idx="365">
                  <c:v>32.275236689654726</c:v>
                </c:pt>
                <c:pt idx="366">
                  <c:v>32.202122651691639</c:v>
                </c:pt>
                <c:pt idx="367">
                  <c:v>32.165993121169436</c:v>
                </c:pt>
                <c:pt idx="368">
                  <c:v>32.131632706904583</c:v>
                </c:pt>
                <c:pt idx="369">
                  <c:v>32.023468772635624</c:v>
                </c:pt>
                <c:pt idx="370">
                  <c:v>32.025046170672383</c:v>
                </c:pt>
                <c:pt idx="371">
                  <c:v>31.937384413420599</c:v>
                </c:pt>
                <c:pt idx="372">
                  <c:v>31.883815400457635</c:v>
                </c:pt>
                <c:pt idx="373">
                  <c:v>31.81036541588783</c:v>
                </c:pt>
                <c:pt idx="374">
                  <c:v>31.788341325589979</c:v>
                </c:pt>
                <c:pt idx="375">
                  <c:v>31.745523563432499</c:v>
                </c:pt>
                <c:pt idx="376">
                  <c:v>31.628962083284694</c:v>
                </c:pt>
                <c:pt idx="377">
                  <c:v>31.549681882068509</c:v>
                </c:pt>
                <c:pt idx="378">
                  <c:v>31.464091768908389</c:v>
                </c:pt>
                <c:pt idx="379">
                  <c:v>31.366711544826725</c:v>
                </c:pt>
                <c:pt idx="380">
                  <c:v>31.322209812327209</c:v>
                </c:pt>
                <c:pt idx="381">
                  <c:v>31.19416082904139</c:v>
                </c:pt>
                <c:pt idx="382">
                  <c:v>31.082490482045802</c:v>
                </c:pt>
                <c:pt idx="383">
                  <c:v>30.933259833353851</c:v>
                </c:pt>
                <c:pt idx="384">
                  <c:v>30.830528928024918</c:v>
                </c:pt>
                <c:pt idx="385">
                  <c:v>30.756729325532422</c:v>
                </c:pt>
                <c:pt idx="386">
                  <c:v>30.663313303389685</c:v>
                </c:pt>
                <c:pt idx="387">
                  <c:v>30.602676419938053</c:v>
                </c:pt>
                <c:pt idx="388">
                  <c:v>30.556073422162243</c:v>
                </c:pt>
                <c:pt idx="389">
                  <c:v>30.526175693199679</c:v>
                </c:pt>
                <c:pt idx="390">
                  <c:v>30.482907257310156</c:v>
                </c:pt>
                <c:pt idx="391">
                  <c:v>30.44980964091609</c:v>
                </c:pt>
                <c:pt idx="392">
                  <c:v>30.422188106114994</c:v>
                </c:pt>
                <c:pt idx="393">
                  <c:v>30.403712162034676</c:v>
                </c:pt>
                <c:pt idx="394">
                  <c:v>30.389038802552619</c:v>
                </c:pt>
                <c:pt idx="395">
                  <c:v>30.375420532877516</c:v>
                </c:pt>
                <c:pt idx="396">
                  <c:v>30.360982863684988</c:v>
                </c:pt>
                <c:pt idx="397">
                  <c:v>30.355205093724464</c:v>
                </c:pt>
                <c:pt idx="398">
                  <c:v>30.343701520793992</c:v>
                </c:pt>
                <c:pt idx="399">
                  <c:v>30.327085355382263</c:v>
                </c:pt>
                <c:pt idx="400">
                  <c:v>30.334534263835611</c:v>
                </c:pt>
                <c:pt idx="401">
                  <c:v>30.32841487087402</c:v>
                </c:pt>
                <c:pt idx="402">
                  <c:v>30.316183420291431</c:v>
                </c:pt>
                <c:pt idx="403">
                  <c:v>30.308631996955533</c:v>
                </c:pt>
                <c:pt idx="404">
                  <c:v>30.307199726733579</c:v>
                </c:pt>
                <c:pt idx="405">
                  <c:v>30.291204007214617</c:v>
                </c:pt>
                <c:pt idx="406">
                  <c:v>30.276821962689301</c:v>
                </c:pt>
                <c:pt idx="407">
                  <c:v>30.244235021914079</c:v>
                </c:pt>
                <c:pt idx="408">
                  <c:v>30.225039594849353</c:v>
                </c:pt>
                <c:pt idx="409">
                  <c:v>30.19889492194558</c:v>
                </c:pt>
                <c:pt idx="410">
                  <c:v>30.177059132039329</c:v>
                </c:pt>
                <c:pt idx="411">
                  <c:v>30.164265068828279</c:v>
                </c:pt>
                <c:pt idx="412">
                  <c:v>30.163316021663039</c:v>
                </c:pt>
                <c:pt idx="413">
                  <c:v>30.144191279699136</c:v>
                </c:pt>
                <c:pt idx="414">
                  <c:v>30.132801894236781</c:v>
                </c:pt>
                <c:pt idx="415">
                  <c:v>30.127192247484398</c:v>
                </c:pt>
                <c:pt idx="416">
                  <c:v>30.127763714488555</c:v>
                </c:pt>
                <c:pt idx="417">
                  <c:v>30.121678899562998</c:v>
                </c:pt>
                <c:pt idx="418">
                  <c:v>30.10733512073131</c:v>
                </c:pt>
                <c:pt idx="419">
                  <c:v>30.091277300658621</c:v>
                </c:pt>
                <c:pt idx="420">
                  <c:v>30.105361954086764</c:v>
                </c:pt>
                <c:pt idx="421">
                  <c:v>30.097030166438277</c:v>
                </c:pt>
                <c:pt idx="422">
                  <c:v>30.082728365941954</c:v>
                </c:pt>
                <c:pt idx="423">
                  <c:v>30.083090351009037</c:v>
                </c:pt>
                <c:pt idx="424">
                  <c:v>30.087233859052731</c:v>
                </c:pt>
                <c:pt idx="425">
                  <c:v>30.067220241702472</c:v>
                </c:pt>
                <c:pt idx="426">
                  <c:v>30.060725392230854</c:v>
                </c:pt>
                <c:pt idx="427">
                  <c:v>30.055178085879849</c:v>
                </c:pt>
                <c:pt idx="428">
                  <c:v>30.044984310965674</c:v>
                </c:pt>
                <c:pt idx="429">
                  <c:v>30.049236949689558</c:v>
                </c:pt>
                <c:pt idx="430">
                  <c:v>30.051862596878461</c:v>
                </c:pt>
                <c:pt idx="431">
                  <c:v>30.0463774710304</c:v>
                </c:pt>
                <c:pt idx="432">
                  <c:v>30.051323444348149</c:v>
                </c:pt>
                <c:pt idx="433">
                  <c:v>30.06974455325977</c:v>
                </c:pt>
                <c:pt idx="434">
                  <c:v>30.105758312320013</c:v>
                </c:pt>
                <c:pt idx="435">
                  <c:v>30.207599712662518</c:v>
                </c:pt>
                <c:pt idx="436">
                  <c:v>30.269437033596258</c:v>
                </c:pt>
                <c:pt idx="437">
                  <c:v>30.255987436780156</c:v>
                </c:pt>
                <c:pt idx="438">
                  <c:v>30.233811642844465</c:v>
                </c:pt>
                <c:pt idx="439">
                  <c:v>30.194766884075236</c:v>
                </c:pt>
                <c:pt idx="440">
                  <c:v>30.210189407688237</c:v>
                </c:pt>
                <c:pt idx="441">
                  <c:v>30.29633069074524</c:v>
                </c:pt>
                <c:pt idx="442">
                  <c:v>30.318313107514108</c:v>
                </c:pt>
                <c:pt idx="443">
                  <c:v>30.335527672822224</c:v>
                </c:pt>
                <c:pt idx="444">
                  <c:v>30.389138619149115</c:v>
                </c:pt>
                <c:pt idx="445">
                  <c:v>30.440259826957917</c:v>
                </c:pt>
                <c:pt idx="446">
                  <c:v>30.387547190024897</c:v>
                </c:pt>
                <c:pt idx="447">
                  <c:v>30.367736933499842</c:v>
                </c:pt>
                <c:pt idx="448">
                  <c:v>30.375143708716223</c:v>
                </c:pt>
                <c:pt idx="449">
                  <c:v>30.38638101078195</c:v>
                </c:pt>
                <c:pt idx="450">
                  <c:v>30.370718479621743</c:v>
                </c:pt>
                <c:pt idx="451">
                  <c:v>30.377831241595338</c:v>
                </c:pt>
                <c:pt idx="452">
                  <c:v>30.414724407056635</c:v>
                </c:pt>
                <c:pt idx="453">
                  <c:v>30.416826791621961</c:v>
                </c:pt>
                <c:pt idx="454">
                  <c:v>30.402357862285875</c:v>
                </c:pt>
                <c:pt idx="455">
                  <c:v>30.396399806842691</c:v>
                </c:pt>
                <c:pt idx="456">
                  <c:v>30.429289475325273</c:v>
                </c:pt>
                <c:pt idx="457">
                  <c:v>30.442539498910293</c:v>
                </c:pt>
                <c:pt idx="458">
                  <c:v>30.449781338893533</c:v>
                </c:pt>
                <c:pt idx="459">
                  <c:v>30.447783567877682</c:v>
                </c:pt>
                <c:pt idx="460">
                  <c:v>30.456497392856058</c:v>
                </c:pt>
                <c:pt idx="461">
                  <c:v>30.452818249847695</c:v>
                </c:pt>
                <c:pt idx="462">
                  <c:v>30.455740073905055</c:v>
                </c:pt>
                <c:pt idx="463">
                  <c:v>30.456375910021954</c:v>
                </c:pt>
                <c:pt idx="464">
                  <c:v>30.445594038666638</c:v>
                </c:pt>
                <c:pt idx="465">
                  <c:v>30.454640372435428</c:v>
                </c:pt>
                <c:pt idx="466">
                  <c:v>30.461239300796134</c:v>
                </c:pt>
                <c:pt idx="467">
                  <c:v>30.479596960011001</c:v>
                </c:pt>
                <c:pt idx="468">
                  <c:v>30.493958877321123</c:v>
                </c:pt>
                <c:pt idx="469">
                  <c:v>30.501638519212595</c:v>
                </c:pt>
                <c:pt idx="470">
                  <c:v>30.510037184380479</c:v>
                </c:pt>
                <c:pt idx="471">
                  <c:v>30.515907855330294</c:v>
                </c:pt>
                <c:pt idx="472">
                  <c:v>30.5282234724503</c:v>
                </c:pt>
                <c:pt idx="473">
                  <c:v>30.546347280207613</c:v>
                </c:pt>
                <c:pt idx="474">
                  <c:v>30.543817247284526</c:v>
                </c:pt>
                <c:pt idx="475">
                  <c:v>30.542942522909449</c:v>
                </c:pt>
                <c:pt idx="476">
                  <c:v>30.560210114535245</c:v>
                </c:pt>
                <c:pt idx="477">
                  <c:v>30.572747790603408</c:v>
                </c:pt>
                <c:pt idx="478">
                  <c:v>30.566406898338176</c:v>
                </c:pt>
                <c:pt idx="479">
                  <c:v>30.560497372069261</c:v>
                </c:pt>
                <c:pt idx="480">
                  <c:v>30.56578401399431</c:v>
                </c:pt>
                <c:pt idx="481">
                  <c:v>30.568955879225516</c:v>
                </c:pt>
                <c:pt idx="482">
                  <c:v>30.57747870552625</c:v>
                </c:pt>
                <c:pt idx="483">
                  <c:v>30.580789922241394</c:v>
                </c:pt>
                <c:pt idx="484">
                  <c:v>30.579503179580332</c:v>
                </c:pt>
                <c:pt idx="485">
                  <c:v>30.577484941565118</c:v>
                </c:pt>
                <c:pt idx="486">
                  <c:v>30.589884305489154</c:v>
                </c:pt>
                <c:pt idx="487">
                  <c:v>30.593863338007697</c:v>
                </c:pt>
                <c:pt idx="488">
                  <c:v>30.591632754874102</c:v>
                </c:pt>
                <c:pt idx="489">
                  <c:v>30.593876889399855</c:v>
                </c:pt>
                <c:pt idx="490">
                  <c:v>30.603534994571447</c:v>
                </c:pt>
                <c:pt idx="491">
                  <c:v>30.606859842627962</c:v>
                </c:pt>
                <c:pt idx="492">
                  <c:v>30.604144127650116</c:v>
                </c:pt>
                <c:pt idx="493">
                  <c:v>30.607870880416758</c:v>
                </c:pt>
                <c:pt idx="494">
                  <c:v>30.612225874124757</c:v>
                </c:pt>
                <c:pt idx="495">
                  <c:v>30.612616825792255</c:v>
                </c:pt>
                <c:pt idx="496">
                  <c:v>30.610915026774993</c:v>
                </c:pt>
                <c:pt idx="497">
                  <c:v>30.612603634171574</c:v>
                </c:pt>
                <c:pt idx="498">
                  <c:v>30.626088148807877</c:v>
                </c:pt>
                <c:pt idx="499">
                  <c:v>30.633321434224978</c:v>
                </c:pt>
                <c:pt idx="500">
                  <c:v>30.621930189943349</c:v>
                </c:pt>
                <c:pt idx="501">
                  <c:v>30.637582447629264</c:v>
                </c:pt>
                <c:pt idx="502">
                  <c:v>30.65140366838984</c:v>
                </c:pt>
                <c:pt idx="503">
                  <c:v>30.655063623586297</c:v>
                </c:pt>
                <c:pt idx="504">
                  <c:v>30.659852821487789</c:v>
                </c:pt>
                <c:pt idx="505">
                  <c:v>30.664384742811365</c:v>
                </c:pt>
                <c:pt idx="506">
                  <c:v>30.656409528667389</c:v>
                </c:pt>
                <c:pt idx="507">
                  <c:v>30.668569684536383</c:v>
                </c:pt>
                <c:pt idx="508">
                  <c:v>30.697117510957039</c:v>
                </c:pt>
                <c:pt idx="509">
                  <c:v>30.721327812573453</c:v>
                </c:pt>
                <c:pt idx="510">
                  <c:v>30.744181615837618</c:v>
                </c:pt>
                <c:pt idx="511">
                  <c:v>30.769746017329791</c:v>
                </c:pt>
                <c:pt idx="512">
                  <c:v>30.801940367478579</c:v>
                </c:pt>
                <c:pt idx="513">
                  <c:v>30.828325767472499</c:v>
                </c:pt>
                <c:pt idx="514">
                  <c:v>30.863683947956257</c:v>
                </c:pt>
                <c:pt idx="515">
                  <c:v>30.905201575958952</c:v>
                </c:pt>
                <c:pt idx="516">
                  <c:v>30.935950604176227</c:v>
                </c:pt>
                <c:pt idx="517">
                  <c:v>30.952069325564402</c:v>
                </c:pt>
                <c:pt idx="518">
                  <c:v>30.960807934799817</c:v>
                </c:pt>
                <c:pt idx="519">
                  <c:v>30.965445708885714</c:v>
                </c:pt>
                <c:pt idx="520">
                  <c:v>30.973552239617394</c:v>
                </c:pt>
                <c:pt idx="521">
                  <c:v>30.980727441928885</c:v>
                </c:pt>
                <c:pt idx="522">
                  <c:v>30.975822397613037</c:v>
                </c:pt>
                <c:pt idx="523">
                  <c:v>30.982149578587681</c:v>
                </c:pt>
                <c:pt idx="524">
                  <c:v>31.007815435635283</c:v>
                </c:pt>
                <c:pt idx="525">
                  <c:v>31.008211903798706</c:v>
                </c:pt>
                <c:pt idx="526">
                  <c:v>30.998452103224032</c:v>
                </c:pt>
                <c:pt idx="527">
                  <c:v>31.001487055422395</c:v>
                </c:pt>
                <c:pt idx="528">
                  <c:v>30.997784287420629</c:v>
                </c:pt>
                <c:pt idx="529">
                  <c:v>30.978160752290144</c:v>
                </c:pt>
                <c:pt idx="530">
                  <c:v>30.95307732528298</c:v>
                </c:pt>
                <c:pt idx="531">
                  <c:v>30.931108000198275</c:v>
                </c:pt>
                <c:pt idx="532">
                  <c:v>30.924717579393569</c:v>
                </c:pt>
                <c:pt idx="533">
                  <c:v>30.921280642535862</c:v>
                </c:pt>
                <c:pt idx="534">
                  <c:v>30.91598056914248</c:v>
                </c:pt>
                <c:pt idx="535">
                  <c:v>30.918496570978114</c:v>
                </c:pt>
                <c:pt idx="536">
                  <c:v>30.916555723804237</c:v>
                </c:pt>
                <c:pt idx="537">
                  <c:v>30.922386899841221</c:v>
                </c:pt>
                <c:pt idx="538">
                  <c:v>30.943742934488011</c:v>
                </c:pt>
                <c:pt idx="539">
                  <c:v>30.959254761375572</c:v>
                </c:pt>
                <c:pt idx="540">
                  <c:v>30.970521045032196</c:v>
                </c:pt>
                <c:pt idx="541">
                  <c:v>30.986947411004529</c:v>
                </c:pt>
                <c:pt idx="542">
                  <c:v>31.030329614628787</c:v>
                </c:pt>
                <c:pt idx="543">
                  <c:v>31.079761735345706</c:v>
                </c:pt>
                <c:pt idx="544">
                  <c:v>31.106310951283742</c:v>
                </c:pt>
                <c:pt idx="545">
                  <c:v>31.152167503201966</c:v>
                </c:pt>
                <c:pt idx="546">
                  <c:v>31.19373062230871</c:v>
                </c:pt>
                <c:pt idx="547">
                  <c:v>31.208204388572376</c:v>
                </c:pt>
                <c:pt idx="548">
                  <c:v>31.243374448550281</c:v>
                </c:pt>
                <c:pt idx="549">
                  <c:v>31.265161009726622</c:v>
                </c:pt>
                <c:pt idx="550">
                  <c:v>31.286126732299643</c:v>
                </c:pt>
                <c:pt idx="551">
                  <c:v>31.306988840688394</c:v>
                </c:pt>
                <c:pt idx="552">
                  <c:v>31.351306610041302</c:v>
                </c:pt>
                <c:pt idx="553">
                  <c:v>31.386989384343064</c:v>
                </c:pt>
                <c:pt idx="554">
                  <c:v>31.394356384824359</c:v>
                </c:pt>
                <c:pt idx="555">
                  <c:v>31.408827033068594</c:v>
                </c:pt>
                <c:pt idx="556">
                  <c:v>31.354813502463234</c:v>
                </c:pt>
                <c:pt idx="557">
                  <c:v>31.334067160539625</c:v>
                </c:pt>
                <c:pt idx="558">
                  <c:v>31.304898408530899</c:v>
                </c:pt>
                <c:pt idx="559">
                  <c:v>31.267190040886028</c:v>
                </c:pt>
                <c:pt idx="560">
                  <c:v>31.245047066103609</c:v>
                </c:pt>
                <c:pt idx="561">
                  <c:v>31.199190594134606</c:v>
                </c:pt>
                <c:pt idx="562">
                  <c:v>31.199807322388818</c:v>
                </c:pt>
                <c:pt idx="563">
                  <c:v>31.221154882418688</c:v>
                </c:pt>
                <c:pt idx="564">
                  <c:v>31.197142615010943</c:v>
                </c:pt>
                <c:pt idx="565">
                  <c:v>31.162382774461662</c:v>
                </c:pt>
                <c:pt idx="566">
                  <c:v>31.156142818081953</c:v>
                </c:pt>
                <c:pt idx="567">
                  <c:v>31.129198173320304</c:v>
                </c:pt>
                <c:pt idx="568">
                  <c:v>31.178556740758271</c:v>
                </c:pt>
                <c:pt idx="569">
                  <c:v>31.216490884989852</c:v>
                </c:pt>
                <c:pt idx="570">
                  <c:v>31.184921817661422</c:v>
                </c:pt>
                <c:pt idx="571">
                  <c:v>31.124170806703582</c:v>
                </c:pt>
                <c:pt idx="572">
                  <c:v>31.099848256387542</c:v>
                </c:pt>
                <c:pt idx="573">
                  <c:v>31.125742608295209</c:v>
                </c:pt>
                <c:pt idx="574">
                  <c:v>31.033531021095399</c:v>
                </c:pt>
                <c:pt idx="575">
                  <c:v>31.023641942638037</c:v>
                </c:pt>
                <c:pt idx="576">
                  <c:v>30.953824290810477</c:v>
                </c:pt>
                <c:pt idx="577">
                  <c:v>30.863448897260461</c:v>
                </c:pt>
                <c:pt idx="578">
                  <c:v>30.879159318001204</c:v>
                </c:pt>
                <c:pt idx="579">
                  <c:v>30.844154992748607</c:v>
                </c:pt>
                <c:pt idx="580">
                  <c:v>30.828416269985304</c:v>
                </c:pt>
                <c:pt idx="581">
                  <c:v>30.888544396599279</c:v>
                </c:pt>
                <c:pt idx="582">
                  <c:v>31.042938725321676</c:v>
                </c:pt>
                <c:pt idx="583">
                  <c:v>31.033106650655505</c:v>
                </c:pt>
                <c:pt idx="584">
                  <c:v>30.724262908200711</c:v>
                </c:pt>
                <c:pt idx="585">
                  <c:v>30.432870880416758</c:v>
                </c:pt>
                <c:pt idx="586">
                  <c:v>30.344653636010406</c:v>
                </c:pt>
                <c:pt idx="587">
                  <c:v>30.401752167023506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014F-48C8-BF04-9E4E678005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1999328"/>
        <c:axId val="1101996928"/>
      </c:scatterChart>
      <c:valAx>
        <c:axId val="1101999328"/>
        <c:scaling>
          <c:orientation val="maxMin"/>
          <c:max val="3000"/>
          <c:min val="900"/>
        </c:scaling>
        <c:delete val="0"/>
        <c:axPos val="b"/>
        <c:numFmt formatCode="General" sourceLinked="1"/>
        <c:majorTickMark val="out"/>
        <c:minorTickMark val="out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venir LT Std 45 Book" panose="020B05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01996928"/>
        <c:crosses val="autoZero"/>
        <c:crossBetween val="midCat"/>
        <c:majorUnit val="400"/>
        <c:minorUnit val="200"/>
      </c:valAx>
      <c:valAx>
        <c:axId val="1101996928"/>
        <c:scaling>
          <c:orientation val="minMax"/>
          <c:max val="35"/>
        </c:scaling>
        <c:delete val="1"/>
        <c:axPos val="r"/>
        <c:numFmt formatCode="General" sourceLinked="1"/>
        <c:majorTickMark val="out"/>
        <c:minorTickMark val="none"/>
        <c:tickLblPos val="nextTo"/>
        <c:crossAx val="1101999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0.9146</cdr:x>
      <cdr:y>0.52886</cdr:y>
    </cdr:from>
    <cdr:to>
      <cdr:x>0.93673</cdr:x>
      <cdr:y>0.54671</cdr:y>
    </cdr:to>
    <cdr:sp macro="" textlink="">
      <cdr:nvSpPr>
        <cdr:cNvPr id="2" name="Isosceles Triangle 1">
          <a:extLst xmlns:a="http://schemas.openxmlformats.org/drawingml/2006/main">
            <a:ext uri="{FF2B5EF4-FFF2-40B4-BE49-F238E27FC236}">
              <a16:creationId xmlns:a16="http://schemas.microsoft.com/office/drawing/2014/main" id="{04342DAC-F7CE-E528-C753-15FF331FE1A8}"/>
            </a:ext>
          </a:extLst>
        </cdr:cNvPr>
        <cdr:cNvSpPr/>
      </cdr:nvSpPr>
      <cdr:spPr>
        <a:xfrm xmlns:a="http://schemas.openxmlformats.org/drawingml/2006/main">
          <a:off x="3309027" y="2117129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0.50713</cdr:y>
    </cdr:from>
    <cdr:to>
      <cdr:x>0.93673</cdr:x>
      <cdr:y>0.52498</cdr:y>
    </cdr:to>
    <cdr:sp macro="" textlink="">
      <cdr:nvSpPr>
        <cdr:cNvPr id="4" name="Isosceles Triangle 3">
          <a:extLst xmlns:a="http://schemas.openxmlformats.org/drawingml/2006/main">
            <a:ext uri="{FF2B5EF4-FFF2-40B4-BE49-F238E27FC236}">
              <a16:creationId xmlns:a16="http://schemas.microsoft.com/office/drawing/2014/main" id="{04342DAC-F7CE-E528-C753-15FF331FE1A8}"/>
            </a:ext>
          </a:extLst>
        </cdr:cNvPr>
        <cdr:cNvSpPr/>
      </cdr:nvSpPr>
      <cdr:spPr>
        <a:xfrm xmlns:a="http://schemas.openxmlformats.org/drawingml/2006/main">
          <a:off x="3309027" y="2030147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0.57486</cdr:y>
    </cdr:from>
    <cdr:to>
      <cdr:x>0.93673</cdr:x>
      <cdr:y>0.59271</cdr:y>
    </cdr:to>
    <cdr:sp macro="" textlink="">
      <cdr:nvSpPr>
        <cdr:cNvPr id="5" name="Isosceles Triangle 4">
          <a:extLst xmlns:a="http://schemas.openxmlformats.org/drawingml/2006/main">
            <a:ext uri="{FF2B5EF4-FFF2-40B4-BE49-F238E27FC236}">
              <a16:creationId xmlns:a16="http://schemas.microsoft.com/office/drawing/2014/main" id="{19EFF648-BA25-199E-5937-6D3474218372}"/>
            </a:ext>
          </a:extLst>
        </cdr:cNvPr>
        <cdr:cNvSpPr/>
      </cdr:nvSpPr>
      <cdr:spPr>
        <a:xfrm xmlns:a="http://schemas.openxmlformats.org/drawingml/2006/main">
          <a:off x="3309027" y="2301298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0.59029</cdr:y>
    </cdr:from>
    <cdr:to>
      <cdr:x>0.93673</cdr:x>
      <cdr:y>0.60813</cdr:y>
    </cdr:to>
    <cdr:sp macro="" textlink="">
      <cdr:nvSpPr>
        <cdr:cNvPr id="6" name="Isosceles Triangle 5">
          <a:extLst xmlns:a="http://schemas.openxmlformats.org/drawingml/2006/main">
            <a:ext uri="{FF2B5EF4-FFF2-40B4-BE49-F238E27FC236}">
              <a16:creationId xmlns:a16="http://schemas.microsoft.com/office/drawing/2014/main" id="{19EFF648-BA25-199E-5937-6D3474218372}"/>
            </a:ext>
          </a:extLst>
        </cdr:cNvPr>
        <cdr:cNvSpPr/>
      </cdr:nvSpPr>
      <cdr:spPr>
        <a:xfrm xmlns:a="http://schemas.openxmlformats.org/drawingml/2006/main">
          <a:off x="3309027" y="2363031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0.61336</cdr:y>
    </cdr:from>
    <cdr:to>
      <cdr:x>0.93673</cdr:x>
      <cdr:y>0.63121</cdr:y>
    </cdr:to>
    <cdr:sp macro="" textlink="">
      <cdr:nvSpPr>
        <cdr:cNvPr id="7" name="Isosceles Triangle 6">
          <a:extLst xmlns:a="http://schemas.openxmlformats.org/drawingml/2006/main">
            <a:ext uri="{FF2B5EF4-FFF2-40B4-BE49-F238E27FC236}">
              <a16:creationId xmlns:a16="http://schemas.microsoft.com/office/drawing/2014/main" id="{74DB30E3-C849-34B5-CF9F-9D4217750092}"/>
            </a:ext>
          </a:extLst>
        </cdr:cNvPr>
        <cdr:cNvSpPr/>
      </cdr:nvSpPr>
      <cdr:spPr>
        <a:xfrm xmlns:a="http://schemas.openxmlformats.org/drawingml/2006/main">
          <a:off x="3309027" y="2455405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0.63973</cdr:y>
    </cdr:from>
    <cdr:to>
      <cdr:x>0.93673</cdr:x>
      <cdr:y>0.65758</cdr:y>
    </cdr:to>
    <cdr:sp macro="" textlink="">
      <cdr:nvSpPr>
        <cdr:cNvPr id="8" name="Isosceles Triangle 7">
          <a:extLst xmlns:a="http://schemas.openxmlformats.org/drawingml/2006/main">
            <a:ext uri="{FF2B5EF4-FFF2-40B4-BE49-F238E27FC236}">
              <a16:creationId xmlns:a16="http://schemas.microsoft.com/office/drawing/2014/main" id="{74DB30E3-C849-34B5-CF9F-9D4217750092}"/>
            </a:ext>
          </a:extLst>
        </cdr:cNvPr>
        <cdr:cNvSpPr/>
      </cdr:nvSpPr>
      <cdr:spPr>
        <a:xfrm xmlns:a="http://schemas.openxmlformats.org/drawingml/2006/main">
          <a:off x="3309027" y="2560964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0.66528</cdr:y>
    </cdr:from>
    <cdr:to>
      <cdr:x>0.93673</cdr:x>
      <cdr:y>0.68313</cdr:y>
    </cdr:to>
    <cdr:sp macro="" textlink="">
      <cdr:nvSpPr>
        <cdr:cNvPr id="9" name="Isosceles Triangle 8">
          <a:extLst xmlns:a="http://schemas.openxmlformats.org/drawingml/2006/main">
            <a:ext uri="{FF2B5EF4-FFF2-40B4-BE49-F238E27FC236}">
              <a16:creationId xmlns:a16="http://schemas.microsoft.com/office/drawing/2014/main" id="{74DB30E3-C849-34B5-CF9F-9D4217750092}"/>
            </a:ext>
          </a:extLst>
        </cdr:cNvPr>
        <cdr:cNvSpPr/>
      </cdr:nvSpPr>
      <cdr:spPr>
        <a:xfrm xmlns:a="http://schemas.openxmlformats.org/drawingml/2006/main">
          <a:off x="3309027" y="2663263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0.69077</cdr:y>
    </cdr:from>
    <cdr:to>
      <cdr:x>0.93673</cdr:x>
      <cdr:y>0.70861</cdr:y>
    </cdr:to>
    <cdr:sp macro="" textlink="">
      <cdr:nvSpPr>
        <cdr:cNvPr id="10" name="Isosceles Triangle 9">
          <a:extLst xmlns:a="http://schemas.openxmlformats.org/drawingml/2006/main">
            <a:ext uri="{FF2B5EF4-FFF2-40B4-BE49-F238E27FC236}">
              <a16:creationId xmlns:a16="http://schemas.microsoft.com/office/drawing/2014/main" id="{74DB30E3-C849-34B5-CF9F-9D4217750092}"/>
            </a:ext>
          </a:extLst>
        </cdr:cNvPr>
        <cdr:cNvSpPr/>
      </cdr:nvSpPr>
      <cdr:spPr>
        <a:xfrm xmlns:a="http://schemas.openxmlformats.org/drawingml/2006/main">
          <a:off x="3309027" y="2765274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0.71918</cdr:y>
    </cdr:from>
    <cdr:to>
      <cdr:x>0.93673</cdr:x>
      <cdr:y>0.73703</cdr:y>
    </cdr:to>
    <cdr:sp macro="" textlink="">
      <cdr:nvSpPr>
        <cdr:cNvPr id="11" name="Isosceles Triangle 10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2879013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0.77161</cdr:y>
    </cdr:from>
    <cdr:to>
      <cdr:x>0.93673</cdr:x>
      <cdr:y>0.78946</cdr:y>
    </cdr:to>
    <cdr:sp macro="" textlink="">
      <cdr:nvSpPr>
        <cdr:cNvPr id="12" name="Isosceles Triangle 11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3088926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0.75152</cdr:y>
    </cdr:from>
    <cdr:to>
      <cdr:x>0.93673</cdr:x>
      <cdr:y>0.76937</cdr:y>
    </cdr:to>
    <cdr:sp macro="" textlink="">
      <cdr:nvSpPr>
        <cdr:cNvPr id="13" name="Isosceles Triangle 12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3008482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0.79646</cdr:y>
    </cdr:from>
    <cdr:to>
      <cdr:x>0.93673</cdr:x>
      <cdr:y>0.81431</cdr:y>
    </cdr:to>
    <cdr:sp macro="" textlink="">
      <cdr:nvSpPr>
        <cdr:cNvPr id="14" name="Isosceles Triangle 13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3188408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0.82081</cdr:y>
    </cdr:from>
    <cdr:to>
      <cdr:x>0.93673</cdr:x>
      <cdr:y>0.83866</cdr:y>
    </cdr:to>
    <cdr:sp macro="" textlink="">
      <cdr:nvSpPr>
        <cdr:cNvPr id="15" name="Isosceles Triangle 14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3285867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  <cdr:relSizeAnchor xmlns:cdr="http://schemas.openxmlformats.org/drawingml/2006/chartDrawing">
    <cdr:from>
      <cdr:x>0.9146</cdr:x>
      <cdr:y>0.85224</cdr:y>
    </cdr:from>
    <cdr:to>
      <cdr:x>0.93673</cdr:x>
      <cdr:y>0.87009</cdr:y>
    </cdr:to>
    <cdr:sp macro="" textlink="">
      <cdr:nvSpPr>
        <cdr:cNvPr id="16" name="Isosceles Triangle 15">
          <a:extLst xmlns:a="http://schemas.openxmlformats.org/drawingml/2006/main">
            <a:ext uri="{FF2B5EF4-FFF2-40B4-BE49-F238E27FC236}">
              <a16:creationId xmlns:a16="http://schemas.microsoft.com/office/drawing/2014/main" id="{3ABB992A-DE66-FCE9-D250-2B0C723A6827}"/>
            </a:ext>
          </a:extLst>
        </cdr:cNvPr>
        <cdr:cNvSpPr/>
      </cdr:nvSpPr>
      <cdr:spPr>
        <a:xfrm xmlns:a="http://schemas.openxmlformats.org/drawingml/2006/main">
          <a:off x="3309027" y="3411681"/>
          <a:ext cx="80050" cy="71453"/>
        </a:xfrm>
        <a:prstGeom xmlns:a="http://schemas.openxmlformats.org/drawingml/2006/main" prst="triangle">
          <a:avLst/>
        </a:prstGeom>
        <a:solidFill xmlns:a="http://schemas.openxmlformats.org/drawingml/2006/main">
          <a:srgbClr val="E40D0D"/>
        </a:solidFill>
        <a:ln xmlns:a="http://schemas.openxmlformats.org/drawingml/2006/main">
          <a:solidFill>
            <a:srgbClr val="E40D0D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lang="en-CA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CA444-A45E-4316-89C5-61FE97204B81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53A39-6447-4656-B5F7-115692487F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706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24212-F752-9F40-3247-B8DD93CB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65DD3-F790-2AAC-B238-E31A853E4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5C6DF-269A-9B83-0C42-3465509DC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2E0CE-5B6A-054F-FEAE-9F90B4F7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53A39-6447-4656-B5F7-115692487FD4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376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3238-C4B5-CD5E-AFCB-FF6634A5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3BFF2-AD9B-0532-E926-291A68C4D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439DEA-5C56-1703-F9A0-2B25F0ECF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22DAA-19D0-58D2-D74E-836F7BA2D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53A39-6447-4656-B5F7-115692487FD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1876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A601-06E2-A5E6-AFF0-02447007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EAECD-127E-9B47-AC33-66ED77ECA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9B04B-AAC1-9490-A879-92213C10B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AB2B1-338A-FBF3-CD2A-54E9C80CD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53A39-6447-4656-B5F7-115692487FD4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3692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AA553-64EE-2EA6-C1FB-9F0379C4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88D6E-FD02-9636-3CE2-407DD90F4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66471-0ADA-A139-21E8-0F8225EDF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CC125-DEE8-FA4C-72EA-E6A56CF26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53A39-6447-4656-B5F7-115692487FD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410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A3221-89D9-65F9-DB40-6EFFD0E29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3A7DF-85C9-3D17-CF15-B2D13C4B9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57475" y="1143000"/>
            <a:ext cx="15430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063E2-C47B-2371-3718-A2D381BE0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101D-D5C7-8DCC-65CE-93B21CF31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53A39-6447-4656-B5F7-115692487FD4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41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988546"/>
            <a:ext cx="10363200" cy="848482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800576"/>
            <a:ext cx="9144000" cy="588408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81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172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6075908"/>
            <a:ext cx="10515600" cy="1013778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6309597"/>
            <a:ext cx="10515600" cy="533122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191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487730"/>
            <a:ext cx="5181600" cy="15463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487730"/>
            <a:ext cx="5181600" cy="154633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9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297551"/>
            <a:ext cx="10515600" cy="47106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974355"/>
            <a:ext cx="5157787" cy="292793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8902294"/>
            <a:ext cx="5157787" cy="130939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974355"/>
            <a:ext cx="5183188" cy="292793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8902294"/>
            <a:ext cx="5183188" cy="130939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625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0634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440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24753"/>
            <a:ext cx="3932237" cy="568663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509021"/>
            <a:ext cx="6172200" cy="1731941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311390"/>
            <a:ext cx="3932237" cy="1354525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01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24753"/>
            <a:ext cx="3932237" cy="568663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509021"/>
            <a:ext cx="6172200" cy="17319419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7311390"/>
            <a:ext cx="3932237" cy="13545254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430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676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297546"/>
            <a:ext cx="2628900" cy="20653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297546"/>
            <a:ext cx="7734300" cy="20653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791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97551"/>
            <a:ext cx="10515600" cy="4710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487730"/>
            <a:ext cx="10515600" cy="15463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2588590"/>
            <a:ext cx="2743200" cy="1297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C6F80-579F-4FC8-9665-0D71E8BA7D08}" type="datetimeFigureOut">
              <a:rPr lang="en-CA" smtClean="0"/>
              <a:t>2026-09-16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2588590"/>
            <a:ext cx="4114800" cy="1297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2588590"/>
            <a:ext cx="2743200" cy="12975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42F43F-3230-4D52-9F51-DEDC7E313BE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38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10" Type="http://schemas.openxmlformats.org/officeDocument/2006/relationships/chart" Target="../charts/chart9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tiff"/><Relationship Id="rId4" Type="http://schemas.openxmlformats.org/officeDocument/2006/relationships/chart" Target="../charts/char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B98ED70-4A53-4D25-BD0F-DA7E7A01675C}"/>
              </a:ext>
            </a:extLst>
          </p:cNvPr>
          <p:cNvGraphicFramePr>
            <a:graphicFrameLocks/>
          </p:cNvGraphicFramePr>
          <p:nvPr/>
        </p:nvGraphicFramePr>
        <p:xfrm>
          <a:off x="1279516" y="12240760"/>
          <a:ext cx="3132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E540E4-C837-0AB6-99F0-2F05CBD00309}"/>
              </a:ext>
            </a:extLst>
          </p:cNvPr>
          <p:cNvCxnSpPr/>
          <p:nvPr/>
        </p:nvCxnSpPr>
        <p:spPr>
          <a:xfrm>
            <a:off x="976313" y="9460186"/>
            <a:ext cx="0" cy="2443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6F33F3-424D-6B14-C133-3C5829E969D8}"/>
              </a:ext>
            </a:extLst>
          </p:cNvPr>
          <p:cNvCxnSpPr/>
          <p:nvPr/>
        </p:nvCxnSpPr>
        <p:spPr>
          <a:xfrm>
            <a:off x="976313" y="6553337"/>
            <a:ext cx="0" cy="2443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DEFBA4-380D-12DE-44A6-63C17E67EDDA}"/>
              </a:ext>
            </a:extLst>
          </p:cNvPr>
          <p:cNvSpPr txBox="1"/>
          <p:nvPr/>
        </p:nvSpPr>
        <p:spPr>
          <a:xfrm rot="10800000">
            <a:off x="262406" y="6563250"/>
            <a:ext cx="738664" cy="244316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 Se-PS-NPs NTA size and concentration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EDF6E7-CDA8-46E2-09C7-1D876521DCE1}"/>
              </a:ext>
            </a:extLst>
          </p:cNvPr>
          <p:cNvSpPr txBox="1"/>
          <p:nvPr/>
        </p:nvSpPr>
        <p:spPr>
          <a:xfrm rot="10800000">
            <a:off x="544752" y="9712600"/>
            <a:ext cx="461665" cy="226769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Se-PS-NPs DLS size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7A80B3-FEFE-C19C-3337-9EF22EC0EB99}"/>
              </a:ext>
            </a:extLst>
          </p:cNvPr>
          <p:cNvSpPr txBox="1"/>
          <p:nvPr/>
        </p:nvSpPr>
        <p:spPr>
          <a:xfrm>
            <a:off x="2461285" y="624008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65 Medium" panose="020B0803020203020204" pitchFamily="34" charset="0"/>
              </a:rPr>
              <a:t>0.25% w/w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D51A4-D6CA-1DBB-EBBB-128625744296}"/>
              </a:ext>
            </a:extLst>
          </p:cNvPr>
          <p:cNvSpPr txBox="1"/>
          <p:nvPr/>
        </p:nvSpPr>
        <p:spPr>
          <a:xfrm>
            <a:off x="5590852" y="6210854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65 Medium" panose="020B0803020203020204" pitchFamily="34" charset="0"/>
              </a:rPr>
              <a:t>0.7% w/w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232B52-1279-B05E-0F88-F6740B2A2BFB}"/>
              </a:ext>
            </a:extLst>
          </p:cNvPr>
          <p:cNvSpPr txBox="1"/>
          <p:nvPr/>
        </p:nvSpPr>
        <p:spPr>
          <a:xfrm>
            <a:off x="8525781" y="6210854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65 Medium" panose="020B0803020203020204" pitchFamily="34" charset="0"/>
              </a:rPr>
              <a:t>2.7% w/w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E602C5-2900-520D-2A2E-02D04B0C3D1E}"/>
              </a:ext>
            </a:extLst>
          </p:cNvPr>
          <p:cNvSpPr txBox="1"/>
          <p:nvPr/>
        </p:nvSpPr>
        <p:spPr>
          <a:xfrm rot="10800000">
            <a:off x="1055511" y="6580187"/>
            <a:ext cx="400110" cy="24455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Concentration (10</a:t>
            </a:r>
            <a:r>
              <a:rPr lang="en-CA" sz="1400" baseline="30000" dirty="0">
                <a:latin typeface="Avenir LT Std 65 Medium" panose="020B0803020203020204" pitchFamily="34" charset="0"/>
              </a:rPr>
              <a:t>6 </a:t>
            </a:r>
            <a:r>
              <a:rPr lang="en-CA" sz="1400" dirty="0">
                <a:latin typeface="Avenir LT Std 65 Medium" panose="020B0803020203020204" pitchFamily="34" charset="0"/>
              </a:rPr>
              <a:t>NPs/mL)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3DD94-3EED-7FEB-54F7-2D30A9797E7B}"/>
              </a:ext>
            </a:extLst>
          </p:cNvPr>
          <p:cNvSpPr txBox="1"/>
          <p:nvPr/>
        </p:nvSpPr>
        <p:spPr>
          <a:xfrm rot="10800000">
            <a:off x="1037869" y="9986051"/>
            <a:ext cx="400110" cy="121122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Intensity (%)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398BC-C801-8F25-BC04-B7D281ADFF19}"/>
              </a:ext>
            </a:extLst>
          </p:cNvPr>
          <p:cNvSpPr txBox="1"/>
          <p:nvPr/>
        </p:nvSpPr>
        <p:spPr>
          <a:xfrm>
            <a:off x="2485962" y="9217624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 size (nm)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F95E35-0345-CD3B-1228-15326BFA472E}"/>
              </a:ext>
            </a:extLst>
          </p:cNvPr>
          <p:cNvSpPr txBox="1"/>
          <p:nvPr/>
        </p:nvSpPr>
        <p:spPr>
          <a:xfrm>
            <a:off x="5546503" y="9233013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size (nm)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9FC32F-3CD3-81D8-FBB8-7E2BE16BE783}"/>
              </a:ext>
            </a:extLst>
          </p:cNvPr>
          <p:cNvSpPr txBox="1"/>
          <p:nvPr/>
        </p:nvSpPr>
        <p:spPr>
          <a:xfrm>
            <a:off x="8525782" y="9232449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 size (nm)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A91ECF-8D28-2902-DD0F-40673B5515B3}"/>
              </a:ext>
            </a:extLst>
          </p:cNvPr>
          <p:cNvSpPr txBox="1"/>
          <p:nvPr/>
        </p:nvSpPr>
        <p:spPr>
          <a:xfrm>
            <a:off x="2461286" y="11921954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size (nm)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B6A51-0BA3-02E1-F715-39F6EDD2F2F6}"/>
              </a:ext>
            </a:extLst>
          </p:cNvPr>
          <p:cNvSpPr txBox="1"/>
          <p:nvPr/>
        </p:nvSpPr>
        <p:spPr>
          <a:xfrm>
            <a:off x="5537383" y="11937343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size (nm)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AD56CF-FCBA-80A2-C838-3737EF2D4D90}"/>
              </a:ext>
            </a:extLst>
          </p:cNvPr>
          <p:cNvSpPr txBox="1"/>
          <p:nvPr/>
        </p:nvSpPr>
        <p:spPr>
          <a:xfrm>
            <a:off x="8725459" y="11920547"/>
            <a:ext cx="3219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size (nm)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27F508-636F-7F4D-0A55-5345D629C260}"/>
              </a:ext>
            </a:extLst>
          </p:cNvPr>
          <p:cNvCxnSpPr/>
          <p:nvPr/>
        </p:nvCxnSpPr>
        <p:spPr>
          <a:xfrm>
            <a:off x="973781" y="12370162"/>
            <a:ext cx="0" cy="2443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71FCD11-39B2-2A34-FCA6-A3C308814604}"/>
              </a:ext>
            </a:extLst>
          </p:cNvPr>
          <p:cNvSpPr txBox="1"/>
          <p:nvPr/>
        </p:nvSpPr>
        <p:spPr>
          <a:xfrm rot="10800000">
            <a:off x="237649" y="12369178"/>
            <a:ext cx="738664" cy="244316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Se-PS-NPs NTA and DLS concentration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6A8123-779F-1B74-73E2-22056F6222C9}"/>
              </a:ext>
            </a:extLst>
          </p:cNvPr>
          <p:cNvSpPr txBox="1"/>
          <p:nvPr/>
        </p:nvSpPr>
        <p:spPr>
          <a:xfrm rot="10800000">
            <a:off x="1069542" y="12240761"/>
            <a:ext cx="400110" cy="24455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1400" dirty="0">
                <a:latin typeface="Avenir LT Std 65 Medium" panose="020B0803020203020204" pitchFamily="34" charset="0"/>
              </a:rPr>
              <a:t>Concentration (10</a:t>
            </a:r>
            <a:r>
              <a:rPr lang="en-CA" sz="1400" baseline="30000" dirty="0">
                <a:latin typeface="Avenir LT Std 65 Medium" panose="020B0803020203020204" pitchFamily="34" charset="0"/>
              </a:rPr>
              <a:t>8 </a:t>
            </a:r>
            <a:r>
              <a:rPr lang="en-CA" sz="1400" dirty="0">
                <a:latin typeface="Avenir LT Std 65 Medium" panose="020B0803020203020204" pitchFamily="34" charset="0"/>
              </a:rPr>
              <a:t>NPs/mL)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8D4591-0D99-F495-0436-07DF16BFEACD}"/>
              </a:ext>
            </a:extLst>
          </p:cNvPr>
          <p:cNvSpPr txBox="1"/>
          <p:nvPr/>
        </p:nvSpPr>
        <p:spPr>
          <a:xfrm>
            <a:off x="954882" y="6089650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7107E6-09E8-8A16-7FB3-A40E5375B1D5}"/>
              </a:ext>
            </a:extLst>
          </p:cNvPr>
          <p:cNvSpPr txBox="1"/>
          <p:nvPr/>
        </p:nvSpPr>
        <p:spPr>
          <a:xfrm>
            <a:off x="969440" y="8949443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0F852D-9146-0DC0-DE8E-AE9097E6B54E}"/>
              </a:ext>
            </a:extLst>
          </p:cNvPr>
          <p:cNvSpPr txBox="1"/>
          <p:nvPr/>
        </p:nvSpPr>
        <p:spPr>
          <a:xfrm>
            <a:off x="968358" y="11769997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98D1FBB-BC5A-55E1-69DA-5EB27F705E16}"/>
              </a:ext>
            </a:extLst>
          </p:cNvPr>
          <p:cNvGraphicFramePr>
            <a:graphicFrameLocks/>
          </p:cNvGraphicFramePr>
          <p:nvPr/>
        </p:nvGraphicFramePr>
        <p:xfrm>
          <a:off x="1408984" y="6446922"/>
          <a:ext cx="3857076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BCF255E-8177-A26F-B96A-59F7143D9D82}"/>
              </a:ext>
            </a:extLst>
          </p:cNvPr>
          <p:cNvGraphicFramePr>
            <a:graphicFrameLocks/>
          </p:cNvGraphicFramePr>
          <p:nvPr/>
        </p:nvGraphicFramePr>
        <p:xfrm>
          <a:off x="4421400" y="6440761"/>
          <a:ext cx="3857076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CAD8612-D710-CD4F-7C73-D93217427C15}"/>
              </a:ext>
            </a:extLst>
          </p:cNvPr>
          <p:cNvGraphicFramePr>
            <a:graphicFrameLocks/>
          </p:cNvGraphicFramePr>
          <p:nvPr/>
        </p:nvGraphicFramePr>
        <p:xfrm>
          <a:off x="7480434" y="6427039"/>
          <a:ext cx="3857076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61EB3DBB-D23B-4D83-8A0D-D0B420597570}"/>
              </a:ext>
            </a:extLst>
          </p:cNvPr>
          <p:cNvGraphicFramePr>
            <a:graphicFrameLocks/>
          </p:cNvGraphicFramePr>
          <p:nvPr/>
        </p:nvGraphicFramePr>
        <p:xfrm>
          <a:off x="4430268" y="9472057"/>
          <a:ext cx="3308860" cy="2511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EB3AE879-1259-4B2B-94BD-D028225625AE}"/>
              </a:ext>
            </a:extLst>
          </p:cNvPr>
          <p:cNvGraphicFramePr>
            <a:graphicFrameLocks/>
          </p:cNvGraphicFramePr>
          <p:nvPr/>
        </p:nvGraphicFramePr>
        <p:xfrm>
          <a:off x="1346438" y="9473255"/>
          <a:ext cx="324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A3BA11BB-FAC2-2096-F80F-000E60C7DD9E}"/>
              </a:ext>
            </a:extLst>
          </p:cNvPr>
          <p:cNvGraphicFramePr>
            <a:graphicFrameLocks/>
          </p:cNvGraphicFramePr>
          <p:nvPr/>
        </p:nvGraphicFramePr>
        <p:xfrm>
          <a:off x="7450494" y="9448966"/>
          <a:ext cx="324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4AE03A7F-B72D-401C-9EB8-DAA7291D858A}"/>
              </a:ext>
            </a:extLst>
          </p:cNvPr>
          <p:cNvGraphicFramePr>
            <a:graphicFrameLocks/>
          </p:cNvGraphicFramePr>
          <p:nvPr/>
        </p:nvGraphicFramePr>
        <p:xfrm>
          <a:off x="4348434" y="12266274"/>
          <a:ext cx="3132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5FF41250-3F38-4E31-8451-122E5D027538}"/>
              </a:ext>
            </a:extLst>
          </p:cNvPr>
          <p:cNvGraphicFramePr>
            <a:graphicFrameLocks/>
          </p:cNvGraphicFramePr>
          <p:nvPr/>
        </p:nvGraphicFramePr>
        <p:xfrm>
          <a:off x="7417352" y="12250138"/>
          <a:ext cx="3132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FAB38E-8E1C-8EBF-B783-852FA9F2C08F}"/>
              </a:ext>
            </a:extLst>
          </p:cNvPr>
          <p:cNvSpPr txBox="1"/>
          <p:nvPr/>
        </p:nvSpPr>
        <p:spPr>
          <a:xfrm>
            <a:off x="598043" y="15164205"/>
            <a:ext cx="100924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S8.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Additional NTA and DLS size and concentrations distributions for replicates (R1, R2, R3) of 0.25%, 0.7%, 2.7% w/w of Se-PS-NPs;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NTA size and concentration distributions. Average size by NTA was 249 ± 17 nm, 253 ± 42 nm and 234 ± 27 nm for 0.25%, 0.7%, 2.7% w/w Se-PS-NPs;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(b)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DLS size distributions. Average size by DLS was 292 ± 42 nm, 292 ± 34 nm and 302 ± 88 nm for 0.25%, 0.7%, 2.7% w/w Se-PS-NPs. Samples with lower concentrations of nanoparticles increased the standard deviations for DLS data;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Comparison between NTA and DLS determined concentrations. Error bars indicate standard deviations.</a:t>
            </a:r>
            <a:endParaRPr lang="en-US" sz="1800" dirty="0">
              <a:solidFill>
                <a:srgbClr val="40404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61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E1B6EF-39AC-5568-FB11-C921A800F08D}"/>
              </a:ext>
            </a:extLst>
          </p:cNvPr>
          <p:cNvSpPr txBox="1"/>
          <p:nvPr/>
        </p:nvSpPr>
        <p:spPr>
          <a:xfrm rot="10800000">
            <a:off x="259517" y="7924799"/>
            <a:ext cx="677108" cy="61721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sz="1600" dirty="0">
                <a:latin typeface="Avenir LT Std 65 Medium" panose="020B0803020203020204" pitchFamily="34" charset="0"/>
              </a:rPr>
              <a:t>Raw dissolved selenium concentration after 2x dilution in 1% HNO</a:t>
            </a:r>
            <a:r>
              <a:rPr lang="en-CA" sz="1600" baseline="-25000" dirty="0">
                <a:latin typeface="Avenir LT Std 65 Medium" panose="020B0803020203020204" pitchFamily="34" charset="0"/>
              </a:rPr>
              <a:t>3</a:t>
            </a:r>
            <a:r>
              <a:rPr lang="en-CA" sz="1600" dirty="0">
                <a:latin typeface="Avenir LT Std 65 Medium" panose="020B0803020203020204" pitchFamily="34" charset="0"/>
              </a:rPr>
              <a:t> (aq) determined by ICP-MS (ppb)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24861-32CF-8760-19BE-6869DCB15E05}"/>
              </a:ext>
            </a:extLst>
          </p:cNvPr>
          <p:cNvSpPr txBox="1"/>
          <p:nvPr/>
        </p:nvSpPr>
        <p:spPr>
          <a:xfrm rot="16200000">
            <a:off x="3377699" y="14223481"/>
            <a:ext cx="430887" cy="15513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sz="1600" dirty="0">
                <a:latin typeface="Avenir LT Std 65 Medium" panose="020B0803020203020204" pitchFamily="34" charset="0"/>
              </a:rPr>
              <a:t>Time (Days)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13D9C3-ACD7-800F-CBCC-E270CF44179E}"/>
              </a:ext>
            </a:extLst>
          </p:cNvPr>
          <p:cNvSpPr txBox="1"/>
          <p:nvPr/>
        </p:nvSpPr>
        <p:spPr>
          <a:xfrm rot="16200000">
            <a:off x="8383417" y="14186752"/>
            <a:ext cx="430887" cy="155131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CA" sz="1600" dirty="0">
                <a:latin typeface="Avenir LT Std 65 Medium" panose="020B0803020203020204" pitchFamily="34" charset="0"/>
              </a:rPr>
              <a:t>Time (Days)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23688-7BEC-F453-EDB0-370FDD9DF01A}"/>
              </a:ext>
            </a:extLst>
          </p:cNvPr>
          <p:cNvSpPr txBox="1"/>
          <p:nvPr/>
        </p:nvSpPr>
        <p:spPr>
          <a:xfrm>
            <a:off x="810486" y="6710613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F1828C-343E-B065-38DD-F807EF11D5F6}"/>
              </a:ext>
            </a:extLst>
          </p:cNvPr>
          <p:cNvSpPr txBox="1"/>
          <p:nvPr/>
        </p:nvSpPr>
        <p:spPr>
          <a:xfrm>
            <a:off x="5693265" y="6710612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230F14-FAED-B0AE-8F6A-698D5AD602E2}"/>
              </a:ext>
            </a:extLst>
          </p:cNvPr>
          <p:cNvSpPr txBox="1"/>
          <p:nvPr/>
        </p:nvSpPr>
        <p:spPr>
          <a:xfrm>
            <a:off x="809652" y="10641566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C32BA-033A-E022-E429-A960EA978E74}"/>
              </a:ext>
            </a:extLst>
          </p:cNvPr>
          <p:cNvSpPr txBox="1"/>
          <p:nvPr/>
        </p:nvSpPr>
        <p:spPr>
          <a:xfrm>
            <a:off x="5713637" y="10641566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D52143-F5A6-410E-8EBA-9D30F3BDD5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9786932"/>
              </p:ext>
            </p:extLst>
          </p:nvPr>
        </p:nvGraphicFramePr>
        <p:xfrm>
          <a:off x="1217681" y="7184097"/>
          <a:ext cx="4622400" cy="380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04AD78-A172-3781-4ACB-5929A00E54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716419"/>
              </p:ext>
            </p:extLst>
          </p:nvPr>
        </p:nvGraphicFramePr>
        <p:xfrm>
          <a:off x="6082556" y="7202097"/>
          <a:ext cx="4622400" cy="380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834F04C-5726-8616-E5FC-699EF4ABBC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5025766"/>
              </p:ext>
            </p:extLst>
          </p:nvPr>
        </p:nvGraphicFramePr>
        <p:xfrm>
          <a:off x="6096000" y="11124748"/>
          <a:ext cx="4622400" cy="380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4D52143-F5A6-410E-8EBA-9D30F3BDD5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2079868"/>
              </p:ext>
            </p:extLst>
          </p:nvPr>
        </p:nvGraphicFramePr>
        <p:xfrm>
          <a:off x="1205113" y="11103098"/>
          <a:ext cx="4622400" cy="380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3CD5BA-5199-296A-C923-79B02137F578}"/>
              </a:ext>
            </a:extLst>
          </p:cNvPr>
          <p:cNvSpPr txBox="1"/>
          <p:nvPr/>
        </p:nvSpPr>
        <p:spPr>
          <a:xfrm>
            <a:off x="936626" y="15214584"/>
            <a:ext cx="9781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  <a:buNone/>
            </a:pP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Figure S9. 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Raw dissolved Se ICP-MS data from 35 days leaching test experiments for 10 ppm of Se-PS-MNPs in MHRW;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(a)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0.25% w/w, triplicates;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(b)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0.7% w/w, triplicates;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(c)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2.7% w/w, triplicates; </a:t>
            </a:r>
            <a:r>
              <a:rPr lang="en-GB" sz="1800" b="1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(d)</a:t>
            </a:r>
            <a:r>
              <a:rPr lang="en-GB" sz="1800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Blanks, duplicates.</a:t>
            </a:r>
            <a:endParaRPr lang="en-US" sz="1800" dirty="0">
              <a:solidFill>
                <a:srgbClr val="40404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45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296E-43BE-7227-D6CD-CBC5C696B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C9B75BD-137B-18EE-961A-394D3B38E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950" y="6735313"/>
            <a:ext cx="5531626" cy="2839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8FFE7C-FE30-91FB-F13E-1701AB0360D0}"/>
              </a:ext>
            </a:extLst>
          </p:cNvPr>
          <p:cNvSpPr txBox="1"/>
          <p:nvPr/>
        </p:nvSpPr>
        <p:spPr>
          <a:xfrm rot="10800000">
            <a:off x="759962" y="6967736"/>
            <a:ext cx="553998" cy="67998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CA" sz="2400" dirty="0">
                <a:latin typeface="Avenir LT Std 65 Medium" panose="020B0803020203020204" pitchFamily="34" charset="0"/>
              </a:rPr>
              <a:t>10 ppm exposure </a:t>
            </a:r>
            <a:r>
              <a:rPr lang="en-CA" sz="2400" dirty="0">
                <a:solidFill>
                  <a:srgbClr val="E40D0D"/>
                </a:solidFill>
                <a:latin typeface="Avenir LT Std 65 Medium" panose="020B0803020203020204" pitchFamily="34" charset="0"/>
              </a:rPr>
              <a:t>0.7% w/w </a:t>
            </a:r>
            <a:r>
              <a:rPr lang="en-CA" sz="2400" dirty="0">
                <a:latin typeface="Avenir LT Std 65 Medium" panose="020B0803020203020204" pitchFamily="34" charset="0"/>
              </a:rPr>
              <a:t>Se-PS-MNPs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78C59F-4B38-78E2-A47B-C53EE07F089A}"/>
              </a:ext>
            </a:extLst>
          </p:cNvPr>
          <p:cNvCxnSpPr>
            <a:cxnSpLocks/>
          </p:cNvCxnSpPr>
          <p:nvPr/>
        </p:nvCxnSpPr>
        <p:spPr>
          <a:xfrm>
            <a:off x="1333372" y="6140450"/>
            <a:ext cx="0" cy="8382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44180F2-A46E-65CE-36A6-6E25D6826641}"/>
              </a:ext>
            </a:extLst>
          </p:cNvPr>
          <p:cNvSpPr txBox="1"/>
          <p:nvPr/>
        </p:nvSpPr>
        <p:spPr>
          <a:xfrm>
            <a:off x="539085" y="14810047"/>
            <a:ext cx="11181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S10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O-PTIR and Nano TOF-SIMS information for Figure 5.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10x O-PTIR microscope image of a histological slice of a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Daphnia magna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to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ppm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0.7% w/w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Se-PS-MNPs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put on a section of the digestive tract. Red dotted square indicates location of the analysis;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O-PTIR mapping of a 96 x 85 µm region of the exposed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magna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wavenumber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aromatic C-H bending identifiable in polystyrene with point analysis shown by the red crosses at 30 random locations with intensities above 7 mV, with color bar shown on the right side of the image. Mapping done with a scan rate of 100 µm/s at a resolution of 0.2 µm/point with a probe power of 3% and an IR power of 17%;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O-PTIR spectrum for each red cross in b) with small circles indicating the presence of identified Se-PS-MNPs by the sharp peaks at 1491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 triangles indicating non-confirmation of the presence of Se-PS-MNPs;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analysis with emphasis on counts of Se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79.95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positive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Nano-TOF-SIMS negative ion analysis with emphasis on counts of 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91 g/mol.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8E5A5E-F714-D9E8-894E-A567555728F6}"/>
              </a:ext>
            </a:extLst>
          </p:cNvPr>
          <p:cNvSpPr txBox="1"/>
          <p:nvPr/>
        </p:nvSpPr>
        <p:spPr>
          <a:xfrm>
            <a:off x="1309172" y="6010935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59871-43CE-8E98-06D2-5B46AFCB5A75}"/>
              </a:ext>
            </a:extLst>
          </p:cNvPr>
          <p:cNvSpPr txBox="1"/>
          <p:nvPr/>
        </p:nvSpPr>
        <p:spPr>
          <a:xfrm>
            <a:off x="4798851" y="5999818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48F85-7738-7A46-4F68-9E4EC96BB704}"/>
              </a:ext>
            </a:extLst>
          </p:cNvPr>
          <p:cNvSpPr txBox="1"/>
          <p:nvPr/>
        </p:nvSpPr>
        <p:spPr>
          <a:xfrm>
            <a:off x="8333759" y="10233561"/>
            <a:ext cx="2098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venir LT Std 65 Medium" panose="020B0803020203020204" pitchFamily="34" charset="0"/>
              </a:rPr>
              <a:t>Wavenumber (cm</a:t>
            </a:r>
            <a:r>
              <a:rPr lang="en-CA" sz="1600" baseline="30000" dirty="0">
                <a:latin typeface="Avenir LT Std 65 Medium" panose="020B0803020203020204" pitchFamily="34" charset="0"/>
              </a:rPr>
              <a:t>-1</a:t>
            </a:r>
            <a:r>
              <a:rPr lang="en-CA" sz="1600" dirty="0">
                <a:latin typeface="Avenir LT Std 65 Medium" panose="020B0803020203020204" pitchFamily="34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AEA780-7CBE-5DFC-52AD-220A71200E57}"/>
              </a:ext>
            </a:extLst>
          </p:cNvPr>
          <p:cNvSpPr txBox="1"/>
          <p:nvPr/>
        </p:nvSpPr>
        <p:spPr>
          <a:xfrm>
            <a:off x="7479361" y="6010935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752BB1A6-79C3-E2F4-5BAB-68C81024E7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2997274"/>
              </p:ext>
            </p:extLst>
          </p:nvPr>
        </p:nvGraphicFramePr>
        <p:xfrm>
          <a:off x="7420293" y="6419999"/>
          <a:ext cx="3616570" cy="4002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61" name="Group 260">
            <a:extLst>
              <a:ext uri="{FF2B5EF4-FFF2-40B4-BE49-F238E27FC236}">
                <a16:creationId xmlns:a16="http://schemas.microsoft.com/office/drawing/2014/main" id="{E4DBBB41-3D71-57A9-14B6-7E913E00C744}"/>
              </a:ext>
            </a:extLst>
          </p:cNvPr>
          <p:cNvGrpSpPr/>
          <p:nvPr/>
        </p:nvGrpSpPr>
        <p:grpSpPr>
          <a:xfrm>
            <a:off x="10762489" y="6956316"/>
            <a:ext cx="85170" cy="3000917"/>
            <a:chOff x="10340799" y="1073432"/>
            <a:chExt cx="45730" cy="1998973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4C009DE-34F2-BF60-C7A5-83CE84285F49}"/>
                </a:ext>
              </a:extLst>
            </p:cNvPr>
            <p:cNvSpPr/>
            <p:nvPr/>
          </p:nvSpPr>
          <p:spPr>
            <a:xfrm>
              <a:off x="10340800" y="1214080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7A7BDFE6-2AEB-ABA3-DB64-F257D28EE972}"/>
                </a:ext>
              </a:extLst>
            </p:cNvPr>
            <p:cNvSpPr/>
            <p:nvPr/>
          </p:nvSpPr>
          <p:spPr>
            <a:xfrm>
              <a:off x="10340800" y="2115121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CD106A8B-30AC-5AB9-642C-C0B8CBE6C707}"/>
                </a:ext>
              </a:extLst>
            </p:cNvPr>
            <p:cNvSpPr/>
            <p:nvPr/>
          </p:nvSpPr>
          <p:spPr>
            <a:xfrm>
              <a:off x="10340800" y="2482996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87BE451-135A-DEF9-AD91-AA6407925124}"/>
                </a:ext>
              </a:extLst>
            </p:cNvPr>
            <p:cNvSpPr/>
            <p:nvPr/>
          </p:nvSpPr>
          <p:spPr>
            <a:xfrm>
              <a:off x="10340810" y="1335078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54D3EBF2-33A9-6C64-9734-14692997E2E6}"/>
                </a:ext>
              </a:extLst>
            </p:cNvPr>
            <p:cNvSpPr/>
            <p:nvPr/>
          </p:nvSpPr>
          <p:spPr>
            <a:xfrm>
              <a:off x="10340800" y="1403357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64CF536D-E617-CBB1-35A5-750FE73C8593}"/>
                </a:ext>
              </a:extLst>
            </p:cNvPr>
            <p:cNvSpPr/>
            <p:nvPr/>
          </p:nvSpPr>
          <p:spPr>
            <a:xfrm>
              <a:off x="10340800" y="1148158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AE79923-0710-0512-B512-83803E9A2F18}"/>
                </a:ext>
              </a:extLst>
            </p:cNvPr>
            <p:cNvSpPr/>
            <p:nvPr/>
          </p:nvSpPr>
          <p:spPr>
            <a:xfrm>
              <a:off x="10340800" y="1073432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A0742C4-7FB3-DB78-7190-DEA9ACEAAB77}"/>
                </a:ext>
              </a:extLst>
            </p:cNvPr>
            <p:cNvSpPr/>
            <p:nvPr/>
          </p:nvSpPr>
          <p:spPr>
            <a:xfrm>
              <a:off x="10340800" y="1285900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99F6D63-86DE-A3E2-1275-03F09309DDB9}"/>
                </a:ext>
              </a:extLst>
            </p:cNvPr>
            <p:cNvSpPr/>
            <p:nvPr/>
          </p:nvSpPr>
          <p:spPr>
            <a:xfrm>
              <a:off x="10340800" y="1624356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B5A05F7-BAB7-9D60-D79E-796E191AD84A}"/>
                </a:ext>
              </a:extLst>
            </p:cNvPr>
            <p:cNvSpPr/>
            <p:nvPr/>
          </p:nvSpPr>
          <p:spPr>
            <a:xfrm>
              <a:off x="10340800" y="1554117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FCB1FF9E-D8A8-8D07-A6D2-C9D66AAC34E4}"/>
                </a:ext>
              </a:extLst>
            </p:cNvPr>
            <p:cNvSpPr/>
            <p:nvPr/>
          </p:nvSpPr>
          <p:spPr>
            <a:xfrm>
              <a:off x="10340799" y="1450433"/>
              <a:ext cx="45719" cy="50160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0F33DCD-D5C6-8783-C4CC-B704ED0FC18E}"/>
                </a:ext>
              </a:extLst>
            </p:cNvPr>
            <p:cNvSpPr/>
            <p:nvPr/>
          </p:nvSpPr>
          <p:spPr>
            <a:xfrm>
              <a:off x="10340800" y="1735791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F8FB484-663D-16BA-F5F8-AA5DA7E38EC3}"/>
                </a:ext>
              </a:extLst>
            </p:cNvPr>
            <p:cNvSpPr/>
            <p:nvPr/>
          </p:nvSpPr>
          <p:spPr>
            <a:xfrm>
              <a:off x="10340800" y="1700852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8ADE7A9-52F2-048A-F52A-CEE0CC7E293E}"/>
                </a:ext>
              </a:extLst>
            </p:cNvPr>
            <p:cNvSpPr/>
            <p:nvPr/>
          </p:nvSpPr>
          <p:spPr>
            <a:xfrm>
              <a:off x="10340800" y="1883948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A4EE187-1C94-6D3D-09BD-B845DA9467D4}"/>
                </a:ext>
              </a:extLst>
            </p:cNvPr>
            <p:cNvSpPr/>
            <p:nvPr/>
          </p:nvSpPr>
          <p:spPr>
            <a:xfrm>
              <a:off x="10340800" y="1813709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888E4AC-06B1-70CF-CAC4-20059C4C2D18}"/>
                </a:ext>
              </a:extLst>
            </p:cNvPr>
            <p:cNvSpPr/>
            <p:nvPr/>
          </p:nvSpPr>
          <p:spPr>
            <a:xfrm>
              <a:off x="10340800" y="2028608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35DA44A-1D04-BDDE-9BBA-F0207AED333B}"/>
                </a:ext>
              </a:extLst>
            </p:cNvPr>
            <p:cNvSpPr/>
            <p:nvPr/>
          </p:nvSpPr>
          <p:spPr>
            <a:xfrm>
              <a:off x="10340800" y="1958369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DE68A70A-2616-8106-71C6-45470F3219B2}"/>
                </a:ext>
              </a:extLst>
            </p:cNvPr>
            <p:cNvSpPr/>
            <p:nvPr/>
          </p:nvSpPr>
          <p:spPr>
            <a:xfrm>
              <a:off x="10340800" y="2206560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20BA4A4-C4F1-809B-7D13-10EFED5EF58B}"/>
                </a:ext>
              </a:extLst>
            </p:cNvPr>
            <p:cNvSpPr/>
            <p:nvPr/>
          </p:nvSpPr>
          <p:spPr>
            <a:xfrm>
              <a:off x="10340800" y="2161324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073F894-B84B-34A9-A2FA-E049947CE63B}"/>
                </a:ext>
              </a:extLst>
            </p:cNvPr>
            <p:cNvSpPr/>
            <p:nvPr/>
          </p:nvSpPr>
          <p:spPr>
            <a:xfrm>
              <a:off x="10340800" y="2275974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A21ADDE-A560-F18A-878F-F5833F119344}"/>
                </a:ext>
              </a:extLst>
            </p:cNvPr>
            <p:cNvSpPr/>
            <p:nvPr/>
          </p:nvSpPr>
          <p:spPr>
            <a:xfrm>
              <a:off x="10340800" y="2420634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C98F57E0-5F26-034F-422E-E37666FC5B71}"/>
                </a:ext>
              </a:extLst>
            </p:cNvPr>
            <p:cNvSpPr/>
            <p:nvPr/>
          </p:nvSpPr>
          <p:spPr>
            <a:xfrm>
              <a:off x="10340800" y="2350395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9D91497-D86D-B145-5E20-7D23D12AB4BD}"/>
                </a:ext>
              </a:extLst>
            </p:cNvPr>
            <p:cNvSpPr/>
            <p:nvPr/>
          </p:nvSpPr>
          <p:spPr>
            <a:xfrm>
              <a:off x="10340800" y="2546076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5EAE154-3FD0-DAA6-7ECD-899026BE448D}"/>
                </a:ext>
              </a:extLst>
            </p:cNvPr>
            <p:cNvSpPr/>
            <p:nvPr/>
          </p:nvSpPr>
          <p:spPr>
            <a:xfrm>
              <a:off x="10340800" y="2678882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90C26F7-D5AB-8AAE-4E14-9C1ECAD2AA8E}"/>
                </a:ext>
              </a:extLst>
            </p:cNvPr>
            <p:cNvSpPr/>
            <p:nvPr/>
          </p:nvSpPr>
          <p:spPr>
            <a:xfrm>
              <a:off x="10340800" y="2620497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AC26FDF-F91D-41EF-C606-F89F1D3CD43A}"/>
                </a:ext>
              </a:extLst>
            </p:cNvPr>
            <p:cNvSpPr/>
            <p:nvPr/>
          </p:nvSpPr>
          <p:spPr>
            <a:xfrm>
              <a:off x="10340800" y="2748015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DCC8D64-5CDF-9E42-839A-FB3D88AC9526}"/>
                </a:ext>
              </a:extLst>
            </p:cNvPr>
            <p:cNvSpPr/>
            <p:nvPr/>
          </p:nvSpPr>
          <p:spPr>
            <a:xfrm>
              <a:off x="10340800" y="2871256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BDAF2565-2D35-DA91-2865-B2351660C7EA}"/>
                </a:ext>
              </a:extLst>
            </p:cNvPr>
            <p:cNvSpPr/>
            <p:nvPr/>
          </p:nvSpPr>
          <p:spPr>
            <a:xfrm>
              <a:off x="10340800" y="2822436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ED7A1FF8-5E0E-432E-AD6F-0F94AFCE1003}"/>
                </a:ext>
              </a:extLst>
            </p:cNvPr>
            <p:cNvSpPr/>
            <p:nvPr/>
          </p:nvSpPr>
          <p:spPr>
            <a:xfrm>
              <a:off x="10340800" y="2947978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0B592877-41FF-3DE5-A6BF-B76C266F2D0C}"/>
                </a:ext>
              </a:extLst>
            </p:cNvPr>
            <p:cNvSpPr/>
            <p:nvPr/>
          </p:nvSpPr>
          <p:spPr>
            <a:xfrm>
              <a:off x="10340800" y="3022399"/>
              <a:ext cx="45719" cy="50006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12291BD-3140-2791-666E-208A4B1740F1}"/>
              </a:ext>
            </a:extLst>
          </p:cNvPr>
          <p:cNvSpPr txBox="1"/>
          <p:nvPr/>
        </p:nvSpPr>
        <p:spPr>
          <a:xfrm>
            <a:off x="2174879" y="10688320"/>
            <a:ext cx="298480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FA9C4-4741-AD8C-B99B-0FD34DC6BF4D}"/>
              </a:ext>
            </a:extLst>
          </p:cNvPr>
          <p:cNvSpPr txBox="1"/>
          <p:nvPr/>
        </p:nvSpPr>
        <p:spPr>
          <a:xfrm>
            <a:off x="4243568" y="10688320"/>
            <a:ext cx="412291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6F8AE9-F6DE-0759-EDA8-EAF8024F3E70}"/>
              </a:ext>
            </a:extLst>
          </p:cNvPr>
          <p:cNvSpPr txBox="1"/>
          <p:nvPr/>
        </p:nvSpPr>
        <p:spPr>
          <a:xfrm>
            <a:off x="8411458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3AF00-3EC8-AA43-D6C6-A55E661D15A5}"/>
              </a:ext>
            </a:extLst>
          </p:cNvPr>
          <p:cNvSpPr/>
          <p:nvPr/>
        </p:nvSpPr>
        <p:spPr bwMode="auto">
          <a:xfrm>
            <a:off x="2285289" y="10606118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4BE8B433-9030-2D9E-7101-316E0F0B03D1}"/>
              </a:ext>
            </a:extLst>
          </p:cNvPr>
          <p:cNvSpPr/>
          <p:nvPr/>
        </p:nvSpPr>
        <p:spPr bwMode="auto">
          <a:xfrm>
            <a:off x="2285287" y="9994165"/>
            <a:ext cx="8388597" cy="602819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0"/>
                </a:lnTo>
                <a:lnTo>
                  <a:pt x="56972" y="598205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493757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341832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26691"/>
                </a:lnTo>
                <a:lnTo>
                  <a:pt x="674169" y="569720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360822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370318"/>
                </a:lnTo>
                <a:lnTo>
                  <a:pt x="826094" y="617196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17196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60224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389308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17196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0770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17196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17196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17196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0770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0770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0770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598205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598205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579215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427290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379813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484262"/>
                </a:lnTo>
                <a:lnTo>
                  <a:pt x="2088972" y="617196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0770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484262"/>
                </a:lnTo>
                <a:lnTo>
                  <a:pt x="2183926" y="60770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0770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17196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560224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57921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0770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0770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0770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588710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60224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503252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0770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512747"/>
                </a:lnTo>
                <a:lnTo>
                  <a:pt x="3057496" y="617196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07701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17196"/>
                </a:lnTo>
                <a:lnTo>
                  <a:pt x="3152449" y="560224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569720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579215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0770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522243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0770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522243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17196"/>
                </a:lnTo>
                <a:lnTo>
                  <a:pt x="3541758" y="598205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598205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17196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17196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370318"/>
                </a:lnTo>
                <a:lnTo>
                  <a:pt x="3836112" y="617196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07701"/>
                </a:lnTo>
                <a:lnTo>
                  <a:pt x="3931066" y="617196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598205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598205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588710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598205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0770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588710"/>
                </a:lnTo>
                <a:lnTo>
                  <a:pt x="4415327" y="60770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0770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0770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598205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07701"/>
                </a:lnTo>
                <a:lnTo>
                  <a:pt x="4804636" y="617196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17196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17196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17196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588710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17196"/>
                </a:lnTo>
                <a:lnTo>
                  <a:pt x="5288897" y="60770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07701"/>
                </a:lnTo>
                <a:lnTo>
                  <a:pt x="5336374" y="60770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598205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598205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17196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0770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598205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07701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17196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17196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17196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17196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17196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17196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17196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17196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17196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17196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17196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3F4D9DB-2A83-2DFB-14DF-4051296DA461}"/>
              </a:ext>
            </a:extLst>
          </p:cNvPr>
          <p:cNvSpPr txBox="1"/>
          <p:nvPr/>
        </p:nvSpPr>
        <p:spPr>
          <a:xfrm>
            <a:off x="2080039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79.80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2E6ED71-7DFA-ABAA-6565-620E8696F795}"/>
              </a:ext>
            </a:extLst>
          </p:cNvPr>
          <p:cNvSpPr txBox="1"/>
          <p:nvPr/>
        </p:nvSpPr>
        <p:spPr>
          <a:xfrm>
            <a:off x="3756115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79.85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9A74C54-0BCA-21A0-9B34-953C53FF4344}"/>
              </a:ext>
            </a:extLst>
          </p:cNvPr>
          <p:cNvSpPr txBox="1"/>
          <p:nvPr/>
        </p:nvSpPr>
        <p:spPr>
          <a:xfrm>
            <a:off x="5432191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79.90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D03DA25-B554-E7A9-A4B5-01F468F82AED}"/>
              </a:ext>
            </a:extLst>
          </p:cNvPr>
          <p:cNvSpPr txBox="1"/>
          <p:nvPr/>
        </p:nvSpPr>
        <p:spPr>
          <a:xfrm>
            <a:off x="7116483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79.95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FDDB547-0852-D063-B04D-A714C293DFDF}"/>
              </a:ext>
            </a:extLst>
          </p:cNvPr>
          <p:cNvSpPr txBox="1"/>
          <p:nvPr/>
        </p:nvSpPr>
        <p:spPr>
          <a:xfrm>
            <a:off x="8792558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80.00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C9EC9142-5D98-6A0A-56A8-BB55A883549D}"/>
              </a:ext>
            </a:extLst>
          </p:cNvPr>
          <p:cNvSpPr/>
          <p:nvPr/>
        </p:nvSpPr>
        <p:spPr bwMode="auto">
          <a:xfrm>
            <a:off x="2297251" y="11780016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1D6AEE65-C3B2-9839-0ADD-5059DF7D6779}"/>
              </a:ext>
            </a:extLst>
          </p:cNvPr>
          <p:cNvSpPr/>
          <p:nvPr/>
        </p:nvSpPr>
        <p:spPr bwMode="auto">
          <a:xfrm>
            <a:off x="2330114" y="11168062"/>
            <a:ext cx="8339300" cy="602819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66467" y="617196"/>
                </a:lnTo>
                <a:lnTo>
                  <a:pt x="104448" y="617196"/>
                </a:lnTo>
                <a:lnTo>
                  <a:pt x="132934" y="626691"/>
                </a:lnTo>
                <a:lnTo>
                  <a:pt x="170916" y="626691"/>
                </a:lnTo>
                <a:lnTo>
                  <a:pt x="199401" y="626691"/>
                </a:lnTo>
                <a:lnTo>
                  <a:pt x="237383" y="626691"/>
                </a:lnTo>
                <a:lnTo>
                  <a:pt x="265869" y="626691"/>
                </a:lnTo>
                <a:lnTo>
                  <a:pt x="303850" y="626691"/>
                </a:lnTo>
                <a:lnTo>
                  <a:pt x="332336" y="617196"/>
                </a:lnTo>
                <a:lnTo>
                  <a:pt x="370317" y="617196"/>
                </a:lnTo>
                <a:lnTo>
                  <a:pt x="408299" y="626691"/>
                </a:lnTo>
                <a:lnTo>
                  <a:pt x="436785" y="617196"/>
                </a:lnTo>
                <a:lnTo>
                  <a:pt x="474766" y="626691"/>
                </a:lnTo>
                <a:lnTo>
                  <a:pt x="503252" y="626691"/>
                </a:lnTo>
                <a:lnTo>
                  <a:pt x="541233" y="626691"/>
                </a:lnTo>
                <a:lnTo>
                  <a:pt x="569719" y="626691"/>
                </a:lnTo>
                <a:lnTo>
                  <a:pt x="607701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02654" y="626691"/>
                </a:lnTo>
                <a:lnTo>
                  <a:pt x="740635" y="626691"/>
                </a:lnTo>
                <a:lnTo>
                  <a:pt x="778616" y="626691"/>
                </a:lnTo>
                <a:lnTo>
                  <a:pt x="807102" y="626691"/>
                </a:lnTo>
                <a:lnTo>
                  <a:pt x="845084" y="626691"/>
                </a:lnTo>
                <a:lnTo>
                  <a:pt x="873570" y="626691"/>
                </a:lnTo>
                <a:lnTo>
                  <a:pt x="911551" y="617196"/>
                </a:lnTo>
                <a:lnTo>
                  <a:pt x="940037" y="626691"/>
                </a:lnTo>
                <a:lnTo>
                  <a:pt x="978018" y="617196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10953" y="626691"/>
                </a:lnTo>
                <a:lnTo>
                  <a:pt x="114893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43888" y="626691"/>
                </a:lnTo>
                <a:lnTo>
                  <a:pt x="1281869" y="626691"/>
                </a:lnTo>
                <a:lnTo>
                  <a:pt x="1310355" y="626691"/>
                </a:lnTo>
                <a:lnTo>
                  <a:pt x="1348336" y="626691"/>
                </a:lnTo>
                <a:lnTo>
                  <a:pt x="1376822" y="617196"/>
                </a:lnTo>
                <a:lnTo>
                  <a:pt x="1414803" y="626691"/>
                </a:lnTo>
                <a:lnTo>
                  <a:pt x="1452785" y="626691"/>
                </a:lnTo>
                <a:lnTo>
                  <a:pt x="1481271" y="617196"/>
                </a:lnTo>
                <a:lnTo>
                  <a:pt x="1519252" y="626691"/>
                </a:lnTo>
                <a:lnTo>
                  <a:pt x="1547738" y="617196"/>
                </a:lnTo>
                <a:lnTo>
                  <a:pt x="1585719" y="626691"/>
                </a:lnTo>
                <a:lnTo>
                  <a:pt x="1614205" y="626691"/>
                </a:lnTo>
                <a:lnTo>
                  <a:pt x="1652187" y="617196"/>
                </a:lnTo>
                <a:lnTo>
                  <a:pt x="1680672" y="617196"/>
                </a:lnTo>
                <a:lnTo>
                  <a:pt x="1718654" y="626691"/>
                </a:lnTo>
                <a:lnTo>
                  <a:pt x="1747140" y="617196"/>
                </a:lnTo>
                <a:lnTo>
                  <a:pt x="1785121" y="617196"/>
                </a:lnTo>
                <a:lnTo>
                  <a:pt x="1823103" y="617196"/>
                </a:lnTo>
                <a:lnTo>
                  <a:pt x="1851588" y="626691"/>
                </a:lnTo>
                <a:lnTo>
                  <a:pt x="1889570" y="617196"/>
                </a:lnTo>
                <a:lnTo>
                  <a:pt x="1918056" y="626691"/>
                </a:lnTo>
                <a:lnTo>
                  <a:pt x="1956037" y="626691"/>
                </a:lnTo>
                <a:lnTo>
                  <a:pt x="1984523" y="617196"/>
                </a:lnTo>
                <a:lnTo>
                  <a:pt x="2022504" y="626691"/>
                </a:lnTo>
                <a:lnTo>
                  <a:pt x="2050990" y="617196"/>
                </a:lnTo>
                <a:lnTo>
                  <a:pt x="2088972" y="626691"/>
                </a:lnTo>
                <a:lnTo>
                  <a:pt x="2117457" y="617196"/>
                </a:lnTo>
                <a:lnTo>
                  <a:pt x="2155439" y="617196"/>
                </a:lnTo>
                <a:lnTo>
                  <a:pt x="2193420" y="617196"/>
                </a:lnTo>
                <a:lnTo>
                  <a:pt x="2221906" y="617196"/>
                </a:lnTo>
                <a:lnTo>
                  <a:pt x="2259888" y="626691"/>
                </a:lnTo>
                <a:lnTo>
                  <a:pt x="2288373" y="617196"/>
                </a:lnTo>
                <a:lnTo>
                  <a:pt x="2326355" y="617196"/>
                </a:lnTo>
                <a:lnTo>
                  <a:pt x="2354841" y="617196"/>
                </a:lnTo>
                <a:lnTo>
                  <a:pt x="2392822" y="626691"/>
                </a:lnTo>
                <a:lnTo>
                  <a:pt x="2421308" y="626691"/>
                </a:lnTo>
                <a:lnTo>
                  <a:pt x="2459289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592224" y="617196"/>
                </a:lnTo>
                <a:lnTo>
                  <a:pt x="2630205" y="626691"/>
                </a:lnTo>
                <a:lnTo>
                  <a:pt x="2658691" y="617196"/>
                </a:lnTo>
                <a:lnTo>
                  <a:pt x="2696672" y="626691"/>
                </a:lnTo>
                <a:lnTo>
                  <a:pt x="2725159" y="617196"/>
                </a:lnTo>
                <a:lnTo>
                  <a:pt x="2763140" y="617196"/>
                </a:lnTo>
                <a:lnTo>
                  <a:pt x="2791626" y="626691"/>
                </a:lnTo>
                <a:lnTo>
                  <a:pt x="2829607" y="626691"/>
                </a:lnTo>
                <a:lnTo>
                  <a:pt x="2867588" y="617196"/>
                </a:lnTo>
                <a:lnTo>
                  <a:pt x="2896075" y="626691"/>
                </a:lnTo>
                <a:lnTo>
                  <a:pt x="2934056" y="626691"/>
                </a:lnTo>
                <a:lnTo>
                  <a:pt x="2962542" y="626691"/>
                </a:lnTo>
                <a:lnTo>
                  <a:pt x="3000523" y="626691"/>
                </a:lnTo>
                <a:lnTo>
                  <a:pt x="3029009" y="626691"/>
                </a:lnTo>
                <a:lnTo>
                  <a:pt x="3066990" y="617196"/>
                </a:lnTo>
                <a:lnTo>
                  <a:pt x="3095476" y="626691"/>
                </a:lnTo>
                <a:lnTo>
                  <a:pt x="3133458" y="626691"/>
                </a:lnTo>
                <a:lnTo>
                  <a:pt x="3161944" y="617196"/>
                </a:lnTo>
                <a:lnTo>
                  <a:pt x="3199925" y="617196"/>
                </a:lnTo>
                <a:lnTo>
                  <a:pt x="3237906" y="626691"/>
                </a:lnTo>
                <a:lnTo>
                  <a:pt x="3266392" y="626691"/>
                </a:lnTo>
                <a:lnTo>
                  <a:pt x="3304373" y="617196"/>
                </a:lnTo>
                <a:lnTo>
                  <a:pt x="3332860" y="626691"/>
                </a:lnTo>
                <a:lnTo>
                  <a:pt x="3370841" y="617196"/>
                </a:lnTo>
                <a:lnTo>
                  <a:pt x="3399327" y="626691"/>
                </a:lnTo>
                <a:lnTo>
                  <a:pt x="3437308" y="626691"/>
                </a:lnTo>
                <a:lnTo>
                  <a:pt x="3465794" y="626691"/>
                </a:lnTo>
                <a:lnTo>
                  <a:pt x="3503776" y="617196"/>
                </a:lnTo>
                <a:lnTo>
                  <a:pt x="3532261" y="626691"/>
                </a:lnTo>
                <a:lnTo>
                  <a:pt x="3570243" y="626691"/>
                </a:lnTo>
                <a:lnTo>
                  <a:pt x="3608224" y="617196"/>
                </a:lnTo>
                <a:lnTo>
                  <a:pt x="3636710" y="617196"/>
                </a:lnTo>
                <a:lnTo>
                  <a:pt x="3674691" y="617196"/>
                </a:lnTo>
                <a:lnTo>
                  <a:pt x="3703177" y="617196"/>
                </a:lnTo>
                <a:lnTo>
                  <a:pt x="3741159" y="617196"/>
                </a:lnTo>
                <a:lnTo>
                  <a:pt x="3769645" y="626691"/>
                </a:lnTo>
                <a:lnTo>
                  <a:pt x="3807626" y="626691"/>
                </a:lnTo>
                <a:lnTo>
                  <a:pt x="3836112" y="626691"/>
                </a:lnTo>
                <a:lnTo>
                  <a:pt x="3874093" y="617196"/>
                </a:lnTo>
                <a:lnTo>
                  <a:pt x="3912075" y="626691"/>
                </a:lnTo>
                <a:lnTo>
                  <a:pt x="3940561" y="617196"/>
                </a:lnTo>
                <a:lnTo>
                  <a:pt x="3978542" y="617196"/>
                </a:lnTo>
                <a:lnTo>
                  <a:pt x="4007028" y="617196"/>
                </a:lnTo>
                <a:lnTo>
                  <a:pt x="4045009" y="617196"/>
                </a:lnTo>
                <a:lnTo>
                  <a:pt x="4073495" y="617196"/>
                </a:lnTo>
                <a:lnTo>
                  <a:pt x="4111476" y="626691"/>
                </a:lnTo>
                <a:lnTo>
                  <a:pt x="4139962" y="617196"/>
                </a:lnTo>
                <a:lnTo>
                  <a:pt x="4177944" y="617196"/>
                </a:lnTo>
                <a:lnTo>
                  <a:pt x="4206430" y="617196"/>
                </a:lnTo>
                <a:lnTo>
                  <a:pt x="4244411" y="617196"/>
                </a:lnTo>
                <a:lnTo>
                  <a:pt x="4282392" y="617196"/>
                </a:lnTo>
                <a:lnTo>
                  <a:pt x="4310878" y="617196"/>
                </a:lnTo>
                <a:lnTo>
                  <a:pt x="4348860" y="617196"/>
                </a:lnTo>
                <a:lnTo>
                  <a:pt x="4377345" y="617196"/>
                </a:lnTo>
                <a:lnTo>
                  <a:pt x="4415327" y="617196"/>
                </a:lnTo>
                <a:lnTo>
                  <a:pt x="4443813" y="617196"/>
                </a:lnTo>
                <a:lnTo>
                  <a:pt x="4481794" y="617196"/>
                </a:lnTo>
                <a:lnTo>
                  <a:pt x="4510280" y="617196"/>
                </a:lnTo>
                <a:lnTo>
                  <a:pt x="4548261" y="617196"/>
                </a:lnTo>
                <a:lnTo>
                  <a:pt x="4576747" y="617196"/>
                </a:lnTo>
                <a:lnTo>
                  <a:pt x="4614729" y="617196"/>
                </a:lnTo>
                <a:lnTo>
                  <a:pt x="4652710" y="617196"/>
                </a:lnTo>
                <a:lnTo>
                  <a:pt x="4681196" y="617196"/>
                </a:lnTo>
                <a:lnTo>
                  <a:pt x="4719177" y="617196"/>
                </a:lnTo>
                <a:lnTo>
                  <a:pt x="4747663" y="617196"/>
                </a:lnTo>
                <a:lnTo>
                  <a:pt x="4785645" y="617196"/>
                </a:lnTo>
                <a:lnTo>
                  <a:pt x="4814130" y="617196"/>
                </a:lnTo>
                <a:lnTo>
                  <a:pt x="4852112" y="617196"/>
                </a:lnTo>
                <a:lnTo>
                  <a:pt x="4880598" y="617196"/>
                </a:lnTo>
                <a:lnTo>
                  <a:pt x="4918579" y="617196"/>
                </a:lnTo>
                <a:lnTo>
                  <a:pt x="4956561" y="617196"/>
                </a:lnTo>
                <a:lnTo>
                  <a:pt x="4985046" y="617196"/>
                </a:lnTo>
                <a:lnTo>
                  <a:pt x="5023028" y="607701"/>
                </a:lnTo>
                <a:lnTo>
                  <a:pt x="5051514" y="607701"/>
                </a:lnTo>
                <a:lnTo>
                  <a:pt x="5089495" y="607701"/>
                </a:lnTo>
                <a:lnTo>
                  <a:pt x="5117981" y="598205"/>
                </a:lnTo>
                <a:lnTo>
                  <a:pt x="5155962" y="598205"/>
                </a:lnTo>
                <a:lnTo>
                  <a:pt x="5184448" y="588710"/>
                </a:lnTo>
                <a:lnTo>
                  <a:pt x="5222430" y="588710"/>
                </a:lnTo>
                <a:lnTo>
                  <a:pt x="5250915" y="579214"/>
                </a:lnTo>
                <a:lnTo>
                  <a:pt x="5288897" y="569719"/>
                </a:lnTo>
                <a:lnTo>
                  <a:pt x="5326878" y="560224"/>
                </a:lnTo>
                <a:lnTo>
                  <a:pt x="5355364" y="550729"/>
                </a:lnTo>
                <a:lnTo>
                  <a:pt x="5393345" y="531738"/>
                </a:lnTo>
                <a:lnTo>
                  <a:pt x="5421831" y="522243"/>
                </a:lnTo>
                <a:lnTo>
                  <a:pt x="5459813" y="503252"/>
                </a:lnTo>
                <a:lnTo>
                  <a:pt x="5488299" y="484261"/>
                </a:lnTo>
                <a:lnTo>
                  <a:pt x="5526280" y="455775"/>
                </a:lnTo>
                <a:lnTo>
                  <a:pt x="5554766" y="436785"/>
                </a:lnTo>
                <a:lnTo>
                  <a:pt x="5592747" y="417794"/>
                </a:lnTo>
                <a:lnTo>
                  <a:pt x="5630729" y="389308"/>
                </a:lnTo>
                <a:lnTo>
                  <a:pt x="5659215" y="360822"/>
                </a:lnTo>
                <a:lnTo>
                  <a:pt x="5697196" y="322841"/>
                </a:lnTo>
                <a:lnTo>
                  <a:pt x="5725682" y="294355"/>
                </a:lnTo>
                <a:lnTo>
                  <a:pt x="5763663" y="256374"/>
                </a:lnTo>
                <a:lnTo>
                  <a:pt x="5792149" y="218392"/>
                </a:lnTo>
                <a:lnTo>
                  <a:pt x="5830130" y="180411"/>
                </a:lnTo>
                <a:lnTo>
                  <a:pt x="5858616" y="151925"/>
                </a:lnTo>
                <a:lnTo>
                  <a:pt x="5896598" y="123439"/>
                </a:lnTo>
                <a:lnTo>
                  <a:pt x="5925084" y="75962"/>
                </a:lnTo>
                <a:lnTo>
                  <a:pt x="5963065" y="56972"/>
                </a:lnTo>
                <a:lnTo>
                  <a:pt x="6001046" y="37981"/>
                </a:lnTo>
                <a:lnTo>
                  <a:pt x="6029532" y="9495"/>
                </a:lnTo>
                <a:lnTo>
                  <a:pt x="6067514" y="9495"/>
                </a:lnTo>
                <a:lnTo>
                  <a:pt x="6095999" y="9495"/>
                </a:lnTo>
                <a:lnTo>
                  <a:pt x="6133981" y="0"/>
                </a:lnTo>
                <a:lnTo>
                  <a:pt x="6162467" y="0"/>
                </a:lnTo>
                <a:lnTo>
                  <a:pt x="6200448" y="9495"/>
                </a:lnTo>
                <a:lnTo>
                  <a:pt x="6228934" y="37981"/>
                </a:lnTo>
                <a:lnTo>
                  <a:pt x="6266915" y="56972"/>
                </a:lnTo>
                <a:lnTo>
                  <a:pt x="6304897" y="66467"/>
                </a:lnTo>
                <a:lnTo>
                  <a:pt x="6333383" y="94953"/>
                </a:lnTo>
                <a:lnTo>
                  <a:pt x="6371364" y="123439"/>
                </a:lnTo>
                <a:lnTo>
                  <a:pt x="6399850" y="151925"/>
                </a:lnTo>
                <a:lnTo>
                  <a:pt x="6437831" y="170916"/>
                </a:lnTo>
                <a:lnTo>
                  <a:pt x="6466317" y="199402"/>
                </a:lnTo>
                <a:lnTo>
                  <a:pt x="6504299" y="218392"/>
                </a:lnTo>
                <a:lnTo>
                  <a:pt x="6532785" y="256374"/>
                </a:lnTo>
                <a:lnTo>
                  <a:pt x="6570766" y="275364"/>
                </a:lnTo>
                <a:lnTo>
                  <a:pt x="6599252" y="303850"/>
                </a:lnTo>
                <a:lnTo>
                  <a:pt x="6637233" y="332336"/>
                </a:lnTo>
                <a:lnTo>
                  <a:pt x="6675215" y="351327"/>
                </a:lnTo>
                <a:lnTo>
                  <a:pt x="6703700" y="370318"/>
                </a:lnTo>
                <a:lnTo>
                  <a:pt x="6741682" y="389308"/>
                </a:lnTo>
                <a:lnTo>
                  <a:pt x="6770168" y="408299"/>
                </a:lnTo>
                <a:lnTo>
                  <a:pt x="6808149" y="427289"/>
                </a:lnTo>
                <a:lnTo>
                  <a:pt x="6836636" y="446280"/>
                </a:lnTo>
                <a:lnTo>
                  <a:pt x="6874616" y="455775"/>
                </a:lnTo>
                <a:lnTo>
                  <a:pt x="6903103" y="455775"/>
                </a:lnTo>
                <a:lnTo>
                  <a:pt x="6941084" y="474766"/>
                </a:lnTo>
                <a:lnTo>
                  <a:pt x="6979065" y="484261"/>
                </a:lnTo>
                <a:lnTo>
                  <a:pt x="7007552" y="493757"/>
                </a:lnTo>
                <a:lnTo>
                  <a:pt x="7045532" y="503252"/>
                </a:lnTo>
                <a:lnTo>
                  <a:pt x="7074019" y="512747"/>
                </a:lnTo>
                <a:lnTo>
                  <a:pt x="7111999" y="512747"/>
                </a:lnTo>
                <a:lnTo>
                  <a:pt x="7140486" y="512747"/>
                </a:lnTo>
                <a:lnTo>
                  <a:pt x="7178467" y="522243"/>
                </a:lnTo>
                <a:lnTo>
                  <a:pt x="7206953" y="522243"/>
                </a:lnTo>
                <a:lnTo>
                  <a:pt x="7244934" y="522243"/>
                </a:lnTo>
                <a:lnTo>
                  <a:pt x="7273421" y="531738"/>
                </a:lnTo>
                <a:lnTo>
                  <a:pt x="7311402" y="531738"/>
                </a:lnTo>
                <a:lnTo>
                  <a:pt x="7349383" y="541233"/>
                </a:lnTo>
                <a:lnTo>
                  <a:pt x="7377869" y="541233"/>
                </a:lnTo>
                <a:lnTo>
                  <a:pt x="7415850" y="541233"/>
                </a:lnTo>
                <a:lnTo>
                  <a:pt x="7444337" y="550729"/>
                </a:lnTo>
                <a:lnTo>
                  <a:pt x="7482317" y="550729"/>
                </a:lnTo>
                <a:lnTo>
                  <a:pt x="7510804" y="550729"/>
                </a:lnTo>
                <a:lnTo>
                  <a:pt x="7548785" y="550729"/>
                </a:lnTo>
                <a:lnTo>
                  <a:pt x="7577271" y="550729"/>
                </a:lnTo>
                <a:lnTo>
                  <a:pt x="7615252" y="560224"/>
                </a:lnTo>
                <a:lnTo>
                  <a:pt x="7653233" y="560224"/>
                </a:lnTo>
                <a:lnTo>
                  <a:pt x="7681720" y="560224"/>
                </a:lnTo>
                <a:lnTo>
                  <a:pt x="7719700" y="560224"/>
                </a:lnTo>
                <a:lnTo>
                  <a:pt x="7748187" y="560224"/>
                </a:lnTo>
                <a:lnTo>
                  <a:pt x="7786168" y="569719"/>
                </a:lnTo>
                <a:lnTo>
                  <a:pt x="7814654" y="569719"/>
                </a:lnTo>
                <a:lnTo>
                  <a:pt x="7852636" y="569719"/>
                </a:lnTo>
                <a:lnTo>
                  <a:pt x="7881122" y="569719"/>
                </a:lnTo>
                <a:lnTo>
                  <a:pt x="7919103" y="569719"/>
                </a:lnTo>
                <a:lnTo>
                  <a:pt x="7947589" y="569719"/>
                </a:lnTo>
                <a:lnTo>
                  <a:pt x="7985570" y="569719"/>
                </a:lnTo>
                <a:lnTo>
                  <a:pt x="8023552" y="569719"/>
                </a:lnTo>
                <a:lnTo>
                  <a:pt x="8052037" y="569719"/>
                </a:lnTo>
                <a:lnTo>
                  <a:pt x="8090019" y="569719"/>
                </a:lnTo>
                <a:lnTo>
                  <a:pt x="8118505" y="569719"/>
                </a:lnTo>
                <a:lnTo>
                  <a:pt x="8156486" y="569719"/>
                </a:lnTo>
                <a:lnTo>
                  <a:pt x="8184972" y="569719"/>
                </a:lnTo>
                <a:lnTo>
                  <a:pt x="8222953" y="569719"/>
                </a:lnTo>
                <a:lnTo>
                  <a:pt x="8251439" y="569719"/>
                </a:lnTo>
                <a:lnTo>
                  <a:pt x="8289421" y="560224"/>
                </a:lnTo>
                <a:lnTo>
                  <a:pt x="8327402" y="569719"/>
                </a:lnTo>
                <a:lnTo>
                  <a:pt x="8355888" y="560224"/>
                </a:lnTo>
                <a:lnTo>
                  <a:pt x="8393869" y="569719"/>
                </a:lnTo>
                <a:lnTo>
                  <a:pt x="8422355" y="569719"/>
                </a:lnTo>
                <a:lnTo>
                  <a:pt x="8460337" y="569719"/>
                </a:lnTo>
                <a:lnTo>
                  <a:pt x="8488822" y="569719"/>
                </a:lnTo>
                <a:lnTo>
                  <a:pt x="8526804" y="560224"/>
                </a:lnTo>
                <a:lnTo>
                  <a:pt x="8555290" y="560224"/>
                </a:lnTo>
                <a:lnTo>
                  <a:pt x="8593271" y="569719"/>
                </a:lnTo>
                <a:lnTo>
                  <a:pt x="8631252" y="560224"/>
                </a:lnTo>
                <a:lnTo>
                  <a:pt x="8659738" y="560224"/>
                </a:lnTo>
                <a:lnTo>
                  <a:pt x="8697720" y="569719"/>
                </a:lnTo>
                <a:lnTo>
                  <a:pt x="8726206" y="560224"/>
                </a:lnTo>
                <a:lnTo>
                  <a:pt x="8764187" y="560224"/>
                </a:lnTo>
                <a:lnTo>
                  <a:pt x="8792673" y="560224"/>
                </a:lnTo>
                <a:lnTo>
                  <a:pt x="8830654" y="569719"/>
                </a:lnTo>
                <a:lnTo>
                  <a:pt x="8859140" y="569719"/>
                </a:lnTo>
                <a:lnTo>
                  <a:pt x="8897122" y="569719"/>
                </a:lnTo>
                <a:lnTo>
                  <a:pt x="8925607" y="569719"/>
                </a:lnTo>
                <a:lnTo>
                  <a:pt x="8963589" y="569719"/>
                </a:lnTo>
                <a:lnTo>
                  <a:pt x="9001570" y="569719"/>
                </a:lnTo>
                <a:lnTo>
                  <a:pt x="9030056" y="579214"/>
                </a:lnTo>
                <a:lnTo>
                  <a:pt x="9068037" y="579214"/>
                </a:lnTo>
                <a:lnTo>
                  <a:pt x="9096523" y="579214"/>
                </a:lnTo>
                <a:lnTo>
                  <a:pt x="9134505" y="579214"/>
                </a:lnTo>
                <a:lnTo>
                  <a:pt x="9162991" y="579214"/>
                </a:lnTo>
                <a:lnTo>
                  <a:pt x="9200972" y="579214"/>
                </a:lnTo>
                <a:lnTo>
                  <a:pt x="9229458" y="579214"/>
                </a:lnTo>
                <a:lnTo>
                  <a:pt x="9267439" y="579214"/>
                </a:lnTo>
                <a:lnTo>
                  <a:pt x="9305421" y="588710"/>
                </a:lnTo>
                <a:lnTo>
                  <a:pt x="9333907" y="588710"/>
                </a:lnTo>
                <a:lnTo>
                  <a:pt x="9371888" y="588710"/>
                </a:lnTo>
                <a:lnTo>
                  <a:pt x="9400374" y="588710"/>
                </a:lnTo>
                <a:lnTo>
                  <a:pt x="9438355" y="588710"/>
                </a:lnTo>
                <a:lnTo>
                  <a:pt x="9466841" y="588710"/>
                </a:lnTo>
                <a:lnTo>
                  <a:pt x="9504822" y="588710"/>
                </a:lnTo>
                <a:lnTo>
                  <a:pt x="9533308" y="588710"/>
                </a:lnTo>
                <a:lnTo>
                  <a:pt x="9571290" y="588710"/>
                </a:lnTo>
                <a:lnTo>
                  <a:pt x="9599776" y="588710"/>
                </a:lnTo>
                <a:lnTo>
                  <a:pt x="9637757" y="588710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2EB3170-B189-45C6-0C1D-3A6C6378DC62}"/>
              </a:ext>
            </a:extLst>
          </p:cNvPr>
          <p:cNvSpPr txBox="1"/>
          <p:nvPr/>
        </p:nvSpPr>
        <p:spPr>
          <a:xfrm>
            <a:off x="1309172" y="9581287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8299D29-EA09-3FB9-E0B8-B3919419B1A2}"/>
              </a:ext>
            </a:extLst>
          </p:cNvPr>
          <p:cNvSpPr txBox="1"/>
          <p:nvPr/>
        </p:nvSpPr>
        <p:spPr>
          <a:xfrm>
            <a:off x="1309172" y="10850276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(e)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D5FAD07-26CC-B4AD-8FCE-13AF6C769354}"/>
              </a:ext>
            </a:extLst>
          </p:cNvPr>
          <p:cNvSpPr txBox="1"/>
          <p:nvPr/>
        </p:nvSpPr>
        <p:spPr>
          <a:xfrm>
            <a:off x="2174879" y="13063117"/>
            <a:ext cx="305940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E9CFB28-8C5B-07A9-4E92-ED20D0FC18CC}"/>
              </a:ext>
            </a:extLst>
          </p:cNvPr>
          <p:cNvSpPr txBox="1"/>
          <p:nvPr/>
        </p:nvSpPr>
        <p:spPr>
          <a:xfrm>
            <a:off x="4246492" y="13063117"/>
            <a:ext cx="422596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0BB24CB-DC46-A16D-8E1E-5189658E135C}"/>
              </a:ext>
            </a:extLst>
          </p:cNvPr>
          <p:cNvSpPr txBox="1"/>
          <p:nvPr/>
        </p:nvSpPr>
        <p:spPr>
          <a:xfrm>
            <a:off x="8420277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5B954BF0-A207-BF43-2BF0-A9C14E80A11F}"/>
              </a:ext>
            </a:extLst>
          </p:cNvPr>
          <p:cNvSpPr/>
          <p:nvPr/>
        </p:nvSpPr>
        <p:spPr bwMode="auto">
          <a:xfrm>
            <a:off x="2285446" y="12977659"/>
            <a:ext cx="8416913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0B19BF91-1E8F-EBCB-8A5F-D4E14C8D5FA8}"/>
              </a:ext>
            </a:extLst>
          </p:cNvPr>
          <p:cNvSpPr/>
          <p:nvPr/>
        </p:nvSpPr>
        <p:spPr bwMode="auto">
          <a:xfrm>
            <a:off x="2285443" y="12341471"/>
            <a:ext cx="8400459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598205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17196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17196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427290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588710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588710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0"/>
                </a:lnTo>
                <a:lnTo>
                  <a:pt x="1899066" y="569720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398804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17196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07701"/>
                </a:lnTo>
                <a:lnTo>
                  <a:pt x="2088972" y="598205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598205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0770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17196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0770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17196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0770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522243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17196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98205"/>
                </a:lnTo>
                <a:lnTo>
                  <a:pt x="4177944" y="569720"/>
                </a:lnTo>
                <a:lnTo>
                  <a:pt x="4187440" y="617196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17196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598205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598205"/>
                </a:lnTo>
                <a:lnTo>
                  <a:pt x="4605234" y="408299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17196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598205"/>
                </a:lnTo>
                <a:lnTo>
                  <a:pt x="4994543" y="598205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07701"/>
                </a:lnTo>
                <a:lnTo>
                  <a:pt x="5042019" y="47476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0770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598205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0770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17196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588710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0770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588710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541234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07701"/>
                </a:lnTo>
                <a:lnTo>
                  <a:pt x="5868112" y="598205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0770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17196"/>
                </a:lnTo>
                <a:lnTo>
                  <a:pt x="5963066" y="484262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0770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598205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598205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0770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588710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17196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17196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17196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07701"/>
                </a:lnTo>
                <a:lnTo>
                  <a:pt x="9552300" y="60770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17196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34CAAB0-8495-10C9-15D0-A5439CD3E27D}"/>
              </a:ext>
            </a:extLst>
          </p:cNvPr>
          <p:cNvSpPr txBox="1"/>
          <p:nvPr/>
        </p:nvSpPr>
        <p:spPr>
          <a:xfrm>
            <a:off x="6046621" y="14523224"/>
            <a:ext cx="1225015" cy="318036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65 Medium" panose="020B0803020203020204" pitchFamily="34" charset="0"/>
              </a:rPr>
              <a:t>Mass [m/z]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FA5CC6D-4582-ACA2-B340-37263D0CE9A8}"/>
              </a:ext>
            </a:extLst>
          </p:cNvPr>
          <p:cNvGrpSpPr/>
          <p:nvPr/>
        </p:nvGrpSpPr>
        <p:grpSpPr>
          <a:xfrm>
            <a:off x="2104951" y="13585963"/>
            <a:ext cx="8591591" cy="1014033"/>
            <a:chOff x="2306472" y="7496312"/>
            <a:chExt cx="8390069" cy="1014033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9329058E-5F47-F58E-B1DC-06DB16845307}"/>
                </a:ext>
              </a:extLst>
            </p:cNvPr>
            <p:cNvSpPr txBox="1"/>
            <p:nvPr/>
          </p:nvSpPr>
          <p:spPr>
            <a:xfrm>
              <a:off x="2306472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529A2668-337F-D194-2981-B5DD6FFBB318}"/>
                </a:ext>
              </a:extLst>
            </p:cNvPr>
            <p:cNvSpPr txBox="1"/>
            <p:nvPr/>
          </p:nvSpPr>
          <p:spPr>
            <a:xfrm>
              <a:off x="43533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90.5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A14038F-65EA-E88B-3714-3DECCCC0B4AC}"/>
                </a:ext>
              </a:extLst>
            </p:cNvPr>
            <p:cNvSpPr txBox="1"/>
            <p:nvPr/>
          </p:nvSpPr>
          <p:spPr>
            <a:xfrm>
              <a:off x="64002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58BE52FE-D887-7E92-0492-84B874143672}"/>
                </a:ext>
              </a:extLst>
            </p:cNvPr>
            <p:cNvSpPr txBox="1"/>
            <p:nvPr/>
          </p:nvSpPr>
          <p:spPr>
            <a:xfrm>
              <a:off x="8455198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91.5</a:t>
              </a: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AB254281-DAF1-14BF-C5B7-DFEEED52BA82}"/>
                </a:ext>
              </a:extLst>
            </p:cNvPr>
            <p:cNvSpPr/>
            <p:nvPr/>
          </p:nvSpPr>
          <p:spPr bwMode="auto">
            <a:xfrm>
              <a:off x="2484862" y="8132497"/>
              <a:ext cx="8211679" cy="75964"/>
            </a:xfrm>
            <a:custGeom>
              <a:avLst/>
              <a:gdLst/>
              <a:ahLst/>
              <a:cxnLst/>
              <a:rect l="0" t="0" r="0" b="0"/>
              <a:pathLst>
                <a:path w="9713721" h="75964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3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7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7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7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7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3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7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7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7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7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3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7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7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7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7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3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7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7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7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7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B8F29-AE6C-0AC7-19C7-6E4AE7F24EF3}"/>
                </a:ext>
              </a:extLst>
            </p:cNvPr>
            <p:cNvSpPr/>
            <p:nvPr/>
          </p:nvSpPr>
          <p:spPr bwMode="auto">
            <a:xfrm>
              <a:off x="2484859" y="7496312"/>
              <a:ext cx="8195626" cy="626692"/>
            </a:xfrm>
            <a:custGeom>
              <a:avLst/>
              <a:gdLst/>
              <a:ahLst/>
              <a:cxnLst/>
              <a:rect l="0" t="0" r="0" b="0"/>
              <a:pathLst>
                <a:path w="9694730" h="626692">
                  <a:moveTo>
                    <a:pt x="0" y="617196"/>
                  </a:moveTo>
                  <a:lnTo>
                    <a:pt x="9496" y="617196"/>
                  </a:lnTo>
                  <a:lnTo>
                    <a:pt x="18991" y="617196"/>
                  </a:lnTo>
                  <a:lnTo>
                    <a:pt x="28486" y="617196"/>
                  </a:lnTo>
                  <a:lnTo>
                    <a:pt x="37982" y="617196"/>
                  </a:lnTo>
                  <a:lnTo>
                    <a:pt x="47477" y="617196"/>
                  </a:lnTo>
                  <a:lnTo>
                    <a:pt x="56972" y="617196"/>
                  </a:lnTo>
                  <a:lnTo>
                    <a:pt x="66468" y="617196"/>
                  </a:lnTo>
                  <a:lnTo>
                    <a:pt x="75963" y="617196"/>
                  </a:lnTo>
                  <a:lnTo>
                    <a:pt x="85458" y="617196"/>
                  </a:lnTo>
                  <a:lnTo>
                    <a:pt x="94954" y="617196"/>
                  </a:lnTo>
                  <a:lnTo>
                    <a:pt x="104449" y="617196"/>
                  </a:lnTo>
                  <a:lnTo>
                    <a:pt x="113944" y="617196"/>
                  </a:lnTo>
                  <a:lnTo>
                    <a:pt x="123440" y="617196"/>
                  </a:lnTo>
                  <a:lnTo>
                    <a:pt x="132935" y="617196"/>
                  </a:lnTo>
                  <a:lnTo>
                    <a:pt x="142430" y="617196"/>
                  </a:lnTo>
                  <a:lnTo>
                    <a:pt x="151926" y="617196"/>
                  </a:lnTo>
                  <a:lnTo>
                    <a:pt x="161421" y="617196"/>
                  </a:lnTo>
                  <a:lnTo>
                    <a:pt x="170916" y="617196"/>
                  </a:lnTo>
                  <a:lnTo>
                    <a:pt x="180412" y="617196"/>
                  </a:lnTo>
                  <a:lnTo>
                    <a:pt x="189907" y="607700"/>
                  </a:lnTo>
                  <a:lnTo>
                    <a:pt x="199402" y="607700"/>
                  </a:lnTo>
                  <a:lnTo>
                    <a:pt x="208898" y="617196"/>
                  </a:lnTo>
                  <a:lnTo>
                    <a:pt x="218393" y="617196"/>
                  </a:lnTo>
                  <a:lnTo>
                    <a:pt x="227888" y="617196"/>
                  </a:lnTo>
                  <a:lnTo>
                    <a:pt x="237383" y="607700"/>
                  </a:lnTo>
                  <a:lnTo>
                    <a:pt x="246879" y="607700"/>
                  </a:lnTo>
                  <a:lnTo>
                    <a:pt x="256374" y="617196"/>
                  </a:lnTo>
                  <a:lnTo>
                    <a:pt x="265870" y="617196"/>
                  </a:lnTo>
                  <a:lnTo>
                    <a:pt x="275365" y="617196"/>
                  </a:lnTo>
                  <a:lnTo>
                    <a:pt x="284860" y="617196"/>
                  </a:lnTo>
                  <a:lnTo>
                    <a:pt x="294355" y="617196"/>
                  </a:lnTo>
                  <a:lnTo>
                    <a:pt x="303851" y="617196"/>
                  </a:lnTo>
                  <a:lnTo>
                    <a:pt x="313346" y="617196"/>
                  </a:lnTo>
                  <a:lnTo>
                    <a:pt x="322841" y="617196"/>
                  </a:lnTo>
                  <a:lnTo>
                    <a:pt x="332337" y="617196"/>
                  </a:lnTo>
                  <a:lnTo>
                    <a:pt x="341832" y="617196"/>
                  </a:lnTo>
                  <a:lnTo>
                    <a:pt x="351327" y="626691"/>
                  </a:lnTo>
                  <a:lnTo>
                    <a:pt x="360823" y="626691"/>
                  </a:lnTo>
                  <a:lnTo>
                    <a:pt x="370318" y="626691"/>
                  </a:lnTo>
                  <a:lnTo>
                    <a:pt x="379813" y="617196"/>
                  </a:lnTo>
                  <a:lnTo>
                    <a:pt x="389309" y="626691"/>
                  </a:lnTo>
                  <a:lnTo>
                    <a:pt x="398804" y="626691"/>
                  </a:lnTo>
                  <a:lnTo>
                    <a:pt x="408299" y="626691"/>
                  </a:lnTo>
                  <a:lnTo>
                    <a:pt x="417795" y="626691"/>
                  </a:lnTo>
                  <a:lnTo>
                    <a:pt x="427290" y="626691"/>
                  </a:lnTo>
                  <a:lnTo>
                    <a:pt x="436785" y="626691"/>
                  </a:lnTo>
                  <a:lnTo>
                    <a:pt x="446281" y="626691"/>
                  </a:lnTo>
                  <a:lnTo>
                    <a:pt x="455776" y="626691"/>
                  </a:lnTo>
                  <a:lnTo>
                    <a:pt x="465271" y="626691"/>
                  </a:lnTo>
                  <a:lnTo>
                    <a:pt x="474767" y="626691"/>
                  </a:lnTo>
                  <a:lnTo>
                    <a:pt x="484262" y="626691"/>
                  </a:lnTo>
                  <a:lnTo>
                    <a:pt x="493757" y="626691"/>
                  </a:lnTo>
                  <a:lnTo>
                    <a:pt x="503253" y="626691"/>
                  </a:lnTo>
                  <a:lnTo>
                    <a:pt x="512748" y="626691"/>
                  </a:lnTo>
                  <a:lnTo>
                    <a:pt x="522243" y="626691"/>
                  </a:lnTo>
                  <a:lnTo>
                    <a:pt x="531739" y="626691"/>
                  </a:lnTo>
                  <a:lnTo>
                    <a:pt x="541234" y="626691"/>
                  </a:lnTo>
                  <a:lnTo>
                    <a:pt x="550729" y="626691"/>
                  </a:lnTo>
                  <a:lnTo>
                    <a:pt x="560225" y="626691"/>
                  </a:lnTo>
                  <a:lnTo>
                    <a:pt x="569720" y="626691"/>
                  </a:lnTo>
                  <a:lnTo>
                    <a:pt x="579215" y="626691"/>
                  </a:lnTo>
                  <a:lnTo>
                    <a:pt x="588711" y="626691"/>
                  </a:lnTo>
                  <a:lnTo>
                    <a:pt x="598206" y="626691"/>
                  </a:lnTo>
                  <a:lnTo>
                    <a:pt x="607701" y="626691"/>
                  </a:lnTo>
                  <a:lnTo>
                    <a:pt x="617197" y="626691"/>
                  </a:lnTo>
                  <a:lnTo>
                    <a:pt x="626692" y="626691"/>
                  </a:lnTo>
                  <a:lnTo>
                    <a:pt x="636187" y="626691"/>
                  </a:lnTo>
                  <a:lnTo>
                    <a:pt x="645683" y="626691"/>
                  </a:lnTo>
                  <a:lnTo>
                    <a:pt x="655178" y="626691"/>
                  </a:lnTo>
                  <a:lnTo>
                    <a:pt x="664673" y="626691"/>
                  </a:lnTo>
                  <a:lnTo>
                    <a:pt x="674169" y="626691"/>
                  </a:lnTo>
                  <a:lnTo>
                    <a:pt x="683664" y="626691"/>
                  </a:lnTo>
                  <a:lnTo>
                    <a:pt x="693159" y="626691"/>
                  </a:lnTo>
                  <a:lnTo>
                    <a:pt x="702654" y="626691"/>
                  </a:lnTo>
                  <a:lnTo>
                    <a:pt x="712150" y="626691"/>
                  </a:lnTo>
                  <a:lnTo>
                    <a:pt x="721645" y="626691"/>
                  </a:lnTo>
                  <a:lnTo>
                    <a:pt x="731141" y="626691"/>
                  </a:lnTo>
                  <a:lnTo>
                    <a:pt x="740636" y="626691"/>
                  </a:lnTo>
                  <a:lnTo>
                    <a:pt x="750131" y="626691"/>
                  </a:lnTo>
                  <a:lnTo>
                    <a:pt x="759627" y="626691"/>
                  </a:lnTo>
                  <a:lnTo>
                    <a:pt x="769122" y="626691"/>
                  </a:lnTo>
                  <a:lnTo>
                    <a:pt x="778617" y="626691"/>
                  </a:lnTo>
                  <a:lnTo>
                    <a:pt x="788112" y="626691"/>
                  </a:lnTo>
                  <a:lnTo>
                    <a:pt x="797608" y="626691"/>
                  </a:lnTo>
                  <a:lnTo>
                    <a:pt x="807103" y="626691"/>
                  </a:lnTo>
                  <a:lnTo>
                    <a:pt x="816598" y="626691"/>
                  </a:lnTo>
                  <a:lnTo>
                    <a:pt x="826094" y="626691"/>
                  </a:lnTo>
                  <a:lnTo>
                    <a:pt x="835589" y="626691"/>
                  </a:lnTo>
                  <a:lnTo>
                    <a:pt x="845084" y="626691"/>
                  </a:lnTo>
                  <a:lnTo>
                    <a:pt x="854580" y="626691"/>
                  </a:lnTo>
                  <a:lnTo>
                    <a:pt x="864075" y="626691"/>
                  </a:lnTo>
                  <a:lnTo>
                    <a:pt x="873570" y="626691"/>
                  </a:lnTo>
                  <a:lnTo>
                    <a:pt x="883066" y="626691"/>
                  </a:lnTo>
                  <a:lnTo>
                    <a:pt x="892561" y="626691"/>
                  </a:lnTo>
                  <a:lnTo>
                    <a:pt x="902056" y="626691"/>
                  </a:lnTo>
                  <a:lnTo>
                    <a:pt x="911552" y="626691"/>
                  </a:lnTo>
                  <a:lnTo>
                    <a:pt x="921047" y="626691"/>
                  </a:lnTo>
                  <a:lnTo>
                    <a:pt x="930542" y="626691"/>
                  </a:lnTo>
                  <a:lnTo>
                    <a:pt x="940038" y="626691"/>
                  </a:lnTo>
                  <a:lnTo>
                    <a:pt x="949533" y="626691"/>
                  </a:lnTo>
                  <a:lnTo>
                    <a:pt x="959028" y="626691"/>
                  </a:lnTo>
                  <a:lnTo>
                    <a:pt x="968524" y="626691"/>
                  </a:lnTo>
                  <a:lnTo>
                    <a:pt x="978019" y="626691"/>
                  </a:lnTo>
                  <a:lnTo>
                    <a:pt x="987514" y="626691"/>
                  </a:lnTo>
                  <a:lnTo>
                    <a:pt x="997010" y="626691"/>
                  </a:lnTo>
                  <a:lnTo>
                    <a:pt x="1006505" y="626691"/>
                  </a:lnTo>
                  <a:lnTo>
                    <a:pt x="1016000" y="626691"/>
                  </a:lnTo>
                  <a:lnTo>
                    <a:pt x="1025496" y="626691"/>
                  </a:lnTo>
                  <a:lnTo>
                    <a:pt x="1034991" y="626691"/>
                  </a:lnTo>
                  <a:lnTo>
                    <a:pt x="1044486" y="626691"/>
                  </a:lnTo>
                  <a:lnTo>
                    <a:pt x="1053982" y="626691"/>
                  </a:lnTo>
                  <a:lnTo>
                    <a:pt x="1063477" y="626691"/>
                  </a:lnTo>
                  <a:lnTo>
                    <a:pt x="1072972" y="626691"/>
                  </a:lnTo>
                  <a:lnTo>
                    <a:pt x="1082468" y="626691"/>
                  </a:lnTo>
                  <a:lnTo>
                    <a:pt x="1091963" y="626691"/>
                  </a:lnTo>
                  <a:lnTo>
                    <a:pt x="1101458" y="626691"/>
                  </a:lnTo>
                  <a:lnTo>
                    <a:pt x="1110954" y="626691"/>
                  </a:lnTo>
                  <a:lnTo>
                    <a:pt x="1120449" y="626691"/>
                  </a:lnTo>
                  <a:lnTo>
                    <a:pt x="1129944" y="626691"/>
                  </a:lnTo>
                  <a:lnTo>
                    <a:pt x="1139440" y="626691"/>
                  </a:lnTo>
                  <a:lnTo>
                    <a:pt x="1148935" y="626691"/>
                  </a:lnTo>
                  <a:lnTo>
                    <a:pt x="1158430" y="626691"/>
                  </a:lnTo>
                  <a:lnTo>
                    <a:pt x="1167926" y="626691"/>
                  </a:lnTo>
                  <a:lnTo>
                    <a:pt x="1177421" y="626691"/>
                  </a:lnTo>
                  <a:lnTo>
                    <a:pt x="1186916" y="626691"/>
                  </a:lnTo>
                  <a:lnTo>
                    <a:pt x="1196412" y="626691"/>
                  </a:lnTo>
                  <a:lnTo>
                    <a:pt x="1205907" y="626691"/>
                  </a:lnTo>
                  <a:lnTo>
                    <a:pt x="1215402" y="626691"/>
                  </a:lnTo>
                  <a:lnTo>
                    <a:pt x="1224898" y="626691"/>
                  </a:lnTo>
                  <a:lnTo>
                    <a:pt x="1234393" y="626691"/>
                  </a:lnTo>
                  <a:lnTo>
                    <a:pt x="1243888" y="626691"/>
                  </a:lnTo>
                  <a:lnTo>
                    <a:pt x="1253383" y="626691"/>
                  </a:lnTo>
                  <a:lnTo>
                    <a:pt x="1262879" y="626691"/>
                  </a:lnTo>
                  <a:lnTo>
                    <a:pt x="1272374" y="626691"/>
                  </a:lnTo>
                  <a:lnTo>
                    <a:pt x="1281870" y="626691"/>
                  </a:lnTo>
                  <a:lnTo>
                    <a:pt x="1291365" y="626691"/>
                  </a:lnTo>
                  <a:lnTo>
                    <a:pt x="1300860" y="626691"/>
                  </a:lnTo>
                  <a:lnTo>
                    <a:pt x="1310356" y="626691"/>
                  </a:lnTo>
                  <a:lnTo>
                    <a:pt x="1319851" y="626691"/>
                  </a:lnTo>
                  <a:lnTo>
                    <a:pt x="1329346" y="626691"/>
                  </a:lnTo>
                  <a:lnTo>
                    <a:pt x="1338841" y="626691"/>
                  </a:lnTo>
                  <a:lnTo>
                    <a:pt x="1348337" y="626691"/>
                  </a:lnTo>
                  <a:lnTo>
                    <a:pt x="1357832" y="626691"/>
                  </a:lnTo>
                  <a:lnTo>
                    <a:pt x="1367327" y="626691"/>
                  </a:lnTo>
                  <a:lnTo>
                    <a:pt x="1376823" y="626691"/>
                  </a:lnTo>
                  <a:lnTo>
                    <a:pt x="1386318" y="626691"/>
                  </a:lnTo>
                  <a:lnTo>
                    <a:pt x="1395813" y="626691"/>
                  </a:lnTo>
                  <a:lnTo>
                    <a:pt x="1405309" y="626691"/>
                  </a:lnTo>
                  <a:lnTo>
                    <a:pt x="1414804" y="626691"/>
                  </a:lnTo>
                  <a:lnTo>
                    <a:pt x="1424299" y="626691"/>
                  </a:lnTo>
                  <a:lnTo>
                    <a:pt x="1433795" y="626691"/>
                  </a:lnTo>
                  <a:lnTo>
                    <a:pt x="1443290" y="626691"/>
                  </a:lnTo>
                  <a:lnTo>
                    <a:pt x="1452785" y="626691"/>
                  </a:lnTo>
                  <a:lnTo>
                    <a:pt x="1462281" y="626691"/>
                  </a:lnTo>
                  <a:lnTo>
                    <a:pt x="1471776" y="626691"/>
                  </a:lnTo>
                  <a:lnTo>
                    <a:pt x="1481271" y="626691"/>
                  </a:lnTo>
                  <a:lnTo>
                    <a:pt x="1490767" y="626691"/>
                  </a:lnTo>
                  <a:lnTo>
                    <a:pt x="1500262" y="626691"/>
                  </a:lnTo>
                  <a:lnTo>
                    <a:pt x="1509757" y="626691"/>
                  </a:lnTo>
                  <a:lnTo>
                    <a:pt x="1519253" y="626691"/>
                  </a:lnTo>
                  <a:lnTo>
                    <a:pt x="1528748" y="626691"/>
                  </a:lnTo>
                  <a:lnTo>
                    <a:pt x="1538243" y="626691"/>
                  </a:lnTo>
                  <a:lnTo>
                    <a:pt x="1547739" y="626691"/>
                  </a:lnTo>
                  <a:lnTo>
                    <a:pt x="1557234" y="626691"/>
                  </a:lnTo>
                  <a:lnTo>
                    <a:pt x="1566729" y="626691"/>
                  </a:lnTo>
                  <a:lnTo>
                    <a:pt x="1576225" y="626691"/>
                  </a:lnTo>
                  <a:lnTo>
                    <a:pt x="1585720" y="626691"/>
                  </a:lnTo>
                  <a:lnTo>
                    <a:pt x="1595215" y="626691"/>
                  </a:lnTo>
                  <a:lnTo>
                    <a:pt x="1604711" y="626691"/>
                  </a:lnTo>
                  <a:lnTo>
                    <a:pt x="1614206" y="626691"/>
                  </a:lnTo>
                  <a:lnTo>
                    <a:pt x="1623701" y="626691"/>
                  </a:lnTo>
                  <a:lnTo>
                    <a:pt x="1633197" y="626691"/>
                  </a:lnTo>
                  <a:lnTo>
                    <a:pt x="1642692" y="626691"/>
                  </a:lnTo>
                  <a:lnTo>
                    <a:pt x="1652187" y="626691"/>
                  </a:lnTo>
                  <a:lnTo>
                    <a:pt x="1661683" y="626691"/>
                  </a:lnTo>
                  <a:lnTo>
                    <a:pt x="1671178" y="626691"/>
                  </a:lnTo>
                  <a:lnTo>
                    <a:pt x="1680673" y="626691"/>
                  </a:lnTo>
                  <a:lnTo>
                    <a:pt x="1690169" y="626691"/>
                  </a:lnTo>
                  <a:lnTo>
                    <a:pt x="1699664" y="626691"/>
                  </a:lnTo>
                  <a:lnTo>
                    <a:pt x="1709159" y="626691"/>
                  </a:lnTo>
                  <a:lnTo>
                    <a:pt x="1718654" y="626691"/>
                  </a:lnTo>
                  <a:lnTo>
                    <a:pt x="1728150" y="626691"/>
                  </a:lnTo>
                  <a:lnTo>
                    <a:pt x="1737645" y="626691"/>
                  </a:lnTo>
                  <a:lnTo>
                    <a:pt x="1747141" y="626691"/>
                  </a:lnTo>
                  <a:lnTo>
                    <a:pt x="1756636" y="626691"/>
                  </a:lnTo>
                  <a:lnTo>
                    <a:pt x="1766131" y="626691"/>
                  </a:lnTo>
                  <a:lnTo>
                    <a:pt x="1775627" y="626691"/>
                  </a:lnTo>
                  <a:lnTo>
                    <a:pt x="1785122" y="626691"/>
                  </a:lnTo>
                  <a:lnTo>
                    <a:pt x="1794617" y="626691"/>
                  </a:lnTo>
                  <a:lnTo>
                    <a:pt x="1804112" y="626691"/>
                  </a:lnTo>
                  <a:lnTo>
                    <a:pt x="1813608" y="626691"/>
                  </a:lnTo>
                  <a:lnTo>
                    <a:pt x="1823103" y="626691"/>
                  </a:lnTo>
                  <a:lnTo>
                    <a:pt x="1832598" y="626691"/>
                  </a:lnTo>
                  <a:lnTo>
                    <a:pt x="1842094" y="626691"/>
                  </a:lnTo>
                  <a:lnTo>
                    <a:pt x="1851589" y="626691"/>
                  </a:lnTo>
                  <a:lnTo>
                    <a:pt x="1861085" y="626691"/>
                  </a:lnTo>
                  <a:lnTo>
                    <a:pt x="1870580" y="626691"/>
                  </a:lnTo>
                  <a:lnTo>
                    <a:pt x="1880075" y="626691"/>
                  </a:lnTo>
                  <a:lnTo>
                    <a:pt x="1889570" y="626691"/>
                  </a:lnTo>
                  <a:lnTo>
                    <a:pt x="1899066" y="626691"/>
                  </a:lnTo>
                  <a:lnTo>
                    <a:pt x="1908561" y="626691"/>
                  </a:lnTo>
                  <a:lnTo>
                    <a:pt x="1918056" y="626691"/>
                  </a:lnTo>
                  <a:lnTo>
                    <a:pt x="1927552" y="626691"/>
                  </a:lnTo>
                  <a:lnTo>
                    <a:pt x="1937047" y="626691"/>
                  </a:lnTo>
                  <a:lnTo>
                    <a:pt x="1946543" y="626691"/>
                  </a:lnTo>
                  <a:lnTo>
                    <a:pt x="1956038" y="626691"/>
                  </a:lnTo>
                  <a:lnTo>
                    <a:pt x="1965533" y="626691"/>
                  </a:lnTo>
                  <a:lnTo>
                    <a:pt x="1975028" y="626691"/>
                  </a:lnTo>
                  <a:lnTo>
                    <a:pt x="1984524" y="626691"/>
                  </a:lnTo>
                  <a:lnTo>
                    <a:pt x="1994019" y="626691"/>
                  </a:lnTo>
                  <a:lnTo>
                    <a:pt x="2003514" y="626691"/>
                  </a:lnTo>
                  <a:lnTo>
                    <a:pt x="2013010" y="626691"/>
                  </a:lnTo>
                  <a:lnTo>
                    <a:pt x="2022505" y="626691"/>
                  </a:lnTo>
                  <a:lnTo>
                    <a:pt x="2032000" y="626691"/>
                  </a:lnTo>
                  <a:lnTo>
                    <a:pt x="2041496" y="626691"/>
                  </a:lnTo>
                  <a:lnTo>
                    <a:pt x="2050991" y="626691"/>
                  </a:lnTo>
                  <a:lnTo>
                    <a:pt x="2060486" y="626691"/>
                  </a:lnTo>
                  <a:lnTo>
                    <a:pt x="2069981" y="626691"/>
                  </a:lnTo>
                  <a:lnTo>
                    <a:pt x="2079477" y="626691"/>
                  </a:lnTo>
                  <a:lnTo>
                    <a:pt x="2088972" y="626691"/>
                  </a:lnTo>
                  <a:lnTo>
                    <a:pt x="2098468" y="626691"/>
                  </a:lnTo>
                  <a:lnTo>
                    <a:pt x="2107963" y="626691"/>
                  </a:lnTo>
                  <a:lnTo>
                    <a:pt x="2117458" y="626691"/>
                  </a:lnTo>
                  <a:lnTo>
                    <a:pt x="2126954" y="626691"/>
                  </a:lnTo>
                  <a:lnTo>
                    <a:pt x="2136449" y="626691"/>
                  </a:lnTo>
                  <a:lnTo>
                    <a:pt x="2145944" y="626691"/>
                  </a:lnTo>
                  <a:lnTo>
                    <a:pt x="2155439" y="626691"/>
                  </a:lnTo>
                  <a:lnTo>
                    <a:pt x="2164935" y="626691"/>
                  </a:lnTo>
                  <a:lnTo>
                    <a:pt x="2174430" y="626691"/>
                  </a:lnTo>
                  <a:lnTo>
                    <a:pt x="2183926" y="626691"/>
                  </a:lnTo>
                  <a:lnTo>
                    <a:pt x="2193421" y="626691"/>
                  </a:lnTo>
                  <a:lnTo>
                    <a:pt x="2202916" y="626691"/>
                  </a:lnTo>
                  <a:lnTo>
                    <a:pt x="2212412" y="626691"/>
                  </a:lnTo>
                  <a:lnTo>
                    <a:pt x="2221907" y="626691"/>
                  </a:lnTo>
                  <a:lnTo>
                    <a:pt x="2231402" y="626691"/>
                  </a:lnTo>
                  <a:lnTo>
                    <a:pt x="2240897" y="626691"/>
                  </a:lnTo>
                  <a:lnTo>
                    <a:pt x="2250393" y="626691"/>
                  </a:lnTo>
                  <a:lnTo>
                    <a:pt x="2259888" y="626691"/>
                  </a:lnTo>
                  <a:lnTo>
                    <a:pt x="2269384" y="626691"/>
                  </a:lnTo>
                  <a:lnTo>
                    <a:pt x="2278879" y="626691"/>
                  </a:lnTo>
                  <a:lnTo>
                    <a:pt x="2288374" y="626691"/>
                  </a:lnTo>
                  <a:lnTo>
                    <a:pt x="2297870" y="626691"/>
                  </a:lnTo>
                  <a:lnTo>
                    <a:pt x="2307365" y="626691"/>
                  </a:lnTo>
                  <a:lnTo>
                    <a:pt x="2316860" y="626691"/>
                  </a:lnTo>
                  <a:lnTo>
                    <a:pt x="2326355" y="626691"/>
                  </a:lnTo>
                  <a:lnTo>
                    <a:pt x="2335851" y="626691"/>
                  </a:lnTo>
                  <a:lnTo>
                    <a:pt x="2345346" y="626691"/>
                  </a:lnTo>
                  <a:lnTo>
                    <a:pt x="2354842" y="626691"/>
                  </a:lnTo>
                  <a:lnTo>
                    <a:pt x="2364337" y="626691"/>
                  </a:lnTo>
                  <a:lnTo>
                    <a:pt x="2373832" y="626691"/>
                  </a:lnTo>
                  <a:lnTo>
                    <a:pt x="2383327" y="626691"/>
                  </a:lnTo>
                  <a:lnTo>
                    <a:pt x="2392823" y="626691"/>
                  </a:lnTo>
                  <a:lnTo>
                    <a:pt x="2402318" y="626691"/>
                  </a:lnTo>
                  <a:lnTo>
                    <a:pt x="2411813" y="626691"/>
                  </a:lnTo>
                  <a:lnTo>
                    <a:pt x="2421309" y="626691"/>
                  </a:lnTo>
                  <a:lnTo>
                    <a:pt x="2430804" y="626691"/>
                  </a:lnTo>
                  <a:lnTo>
                    <a:pt x="2440300" y="626691"/>
                  </a:lnTo>
                  <a:lnTo>
                    <a:pt x="2449795" y="626691"/>
                  </a:lnTo>
                  <a:lnTo>
                    <a:pt x="2459290" y="626691"/>
                  </a:lnTo>
                  <a:lnTo>
                    <a:pt x="2468785" y="626691"/>
                  </a:lnTo>
                  <a:lnTo>
                    <a:pt x="2478281" y="626691"/>
                  </a:lnTo>
                  <a:lnTo>
                    <a:pt x="2487776" y="626691"/>
                  </a:lnTo>
                  <a:lnTo>
                    <a:pt x="2497271" y="626691"/>
                  </a:lnTo>
                  <a:lnTo>
                    <a:pt x="2506767" y="626691"/>
                  </a:lnTo>
                  <a:lnTo>
                    <a:pt x="2516262" y="626691"/>
                  </a:lnTo>
                  <a:lnTo>
                    <a:pt x="2525758" y="626691"/>
                  </a:lnTo>
                  <a:lnTo>
                    <a:pt x="2535253" y="626691"/>
                  </a:lnTo>
                  <a:lnTo>
                    <a:pt x="2544748" y="626691"/>
                  </a:lnTo>
                  <a:lnTo>
                    <a:pt x="2554243" y="626691"/>
                  </a:lnTo>
                  <a:lnTo>
                    <a:pt x="2563739" y="626691"/>
                  </a:lnTo>
                  <a:lnTo>
                    <a:pt x="2573234" y="626691"/>
                  </a:lnTo>
                  <a:lnTo>
                    <a:pt x="2582729" y="626691"/>
                  </a:lnTo>
                  <a:lnTo>
                    <a:pt x="2592225" y="626691"/>
                  </a:lnTo>
                  <a:lnTo>
                    <a:pt x="2601720" y="626691"/>
                  </a:lnTo>
                  <a:lnTo>
                    <a:pt x="2611216" y="626691"/>
                  </a:lnTo>
                  <a:lnTo>
                    <a:pt x="2620711" y="626691"/>
                  </a:lnTo>
                  <a:lnTo>
                    <a:pt x="2630206" y="626691"/>
                  </a:lnTo>
                  <a:lnTo>
                    <a:pt x="2639701" y="626691"/>
                  </a:lnTo>
                  <a:lnTo>
                    <a:pt x="2649197" y="626691"/>
                  </a:lnTo>
                  <a:lnTo>
                    <a:pt x="2658692" y="626691"/>
                  </a:lnTo>
                  <a:lnTo>
                    <a:pt x="2668187" y="626691"/>
                  </a:lnTo>
                  <a:lnTo>
                    <a:pt x="2677683" y="626691"/>
                  </a:lnTo>
                  <a:lnTo>
                    <a:pt x="2687178" y="626691"/>
                  </a:lnTo>
                  <a:lnTo>
                    <a:pt x="2696673" y="626691"/>
                  </a:lnTo>
                  <a:lnTo>
                    <a:pt x="2706169" y="626691"/>
                  </a:lnTo>
                  <a:lnTo>
                    <a:pt x="2715664" y="626691"/>
                  </a:lnTo>
                  <a:lnTo>
                    <a:pt x="2725159" y="626691"/>
                  </a:lnTo>
                  <a:lnTo>
                    <a:pt x="2734654" y="626691"/>
                  </a:lnTo>
                  <a:lnTo>
                    <a:pt x="2744150" y="626691"/>
                  </a:lnTo>
                  <a:lnTo>
                    <a:pt x="2753645" y="626691"/>
                  </a:lnTo>
                  <a:lnTo>
                    <a:pt x="2763141" y="626691"/>
                  </a:lnTo>
                  <a:lnTo>
                    <a:pt x="2772636" y="626691"/>
                  </a:lnTo>
                  <a:lnTo>
                    <a:pt x="2782131" y="626691"/>
                  </a:lnTo>
                  <a:lnTo>
                    <a:pt x="2791627" y="626691"/>
                  </a:lnTo>
                  <a:lnTo>
                    <a:pt x="2801122" y="626691"/>
                  </a:lnTo>
                  <a:lnTo>
                    <a:pt x="2810617" y="626691"/>
                  </a:lnTo>
                  <a:lnTo>
                    <a:pt x="2820112" y="626691"/>
                  </a:lnTo>
                  <a:lnTo>
                    <a:pt x="2829608" y="626691"/>
                  </a:lnTo>
                  <a:lnTo>
                    <a:pt x="2839103" y="626691"/>
                  </a:lnTo>
                  <a:lnTo>
                    <a:pt x="2848599" y="626691"/>
                  </a:lnTo>
                  <a:lnTo>
                    <a:pt x="2858094" y="626691"/>
                  </a:lnTo>
                  <a:lnTo>
                    <a:pt x="2867589" y="626691"/>
                  </a:lnTo>
                  <a:lnTo>
                    <a:pt x="2877085" y="626691"/>
                  </a:lnTo>
                  <a:lnTo>
                    <a:pt x="2886580" y="626691"/>
                  </a:lnTo>
                  <a:lnTo>
                    <a:pt x="2896075" y="626691"/>
                  </a:lnTo>
                  <a:lnTo>
                    <a:pt x="2905570" y="626691"/>
                  </a:lnTo>
                  <a:lnTo>
                    <a:pt x="2915066" y="626691"/>
                  </a:lnTo>
                  <a:lnTo>
                    <a:pt x="2924561" y="626691"/>
                  </a:lnTo>
                  <a:lnTo>
                    <a:pt x="2934057" y="626691"/>
                  </a:lnTo>
                  <a:lnTo>
                    <a:pt x="2943552" y="626691"/>
                  </a:lnTo>
                  <a:lnTo>
                    <a:pt x="2953047" y="626691"/>
                  </a:lnTo>
                  <a:lnTo>
                    <a:pt x="2962543" y="626691"/>
                  </a:lnTo>
                  <a:lnTo>
                    <a:pt x="2972038" y="626691"/>
                  </a:lnTo>
                  <a:lnTo>
                    <a:pt x="2981533" y="626691"/>
                  </a:lnTo>
                  <a:lnTo>
                    <a:pt x="2991028" y="626691"/>
                  </a:lnTo>
                  <a:lnTo>
                    <a:pt x="3000524" y="626691"/>
                  </a:lnTo>
                  <a:lnTo>
                    <a:pt x="3010019" y="626691"/>
                  </a:lnTo>
                  <a:lnTo>
                    <a:pt x="3019514" y="626691"/>
                  </a:lnTo>
                  <a:lnTo>
                    <a:pt x="3029010" y="626691"/>
                  </a:lnTo>
                  <a:lnTo>
                    <a:pt x="3038505" y="626691"/>
                  </a:lnTo>
                  <a:lnTo>
                    <a:pt x="3048000" y="626691"/>
                  </a:lnTo>
                  <a:lnTo>
                    <a:pt x="3057496" y="626691"/>
                  </a:lnTo>
                  <a:lnTo>
                    <a:pt x="3066991" y="626691"/>
                  </a:lnTo>
                  <a:lnTo>
                    <a:pt x="3076486" y="626691"/>
                  </a:lnTo>
                  <a:lnTo>
                    <a:pt x="3085982" y="626691"/>
                  </a:lnTo>
                  <a:lnTo>
                    <a:pt x="3095477" y="626691"/>
                  </a:lnTo>
                  <a:lnTo>
                    <a:pt x="3104972" y="626691"/>
                  </a:lnTo>
                  <a:lnTo>
                    <a:pt x="3114468" y="626691"/>
                  </a:lnTo>
                  <a:lnTo>
                    <a:pt x="3123963" y="626691"/>
                  </a:lnTo>
                  <a:lnTo>
                    <a:pt x="3133458" y="626691"/>
                  </a:lnTo>
                  <a:lnTo>
                    <a:pt x="3142954" y="626691"/>
                  </a:lnTo>
                  <a:lnTo>
                    <a:pt x="3152449" y="626691"/>
                  </a:lnTo>
                  <a:lnTo>
                    <a:pt x="3161944" y="626691"/>
                  </a:lnTo>
                  <a:lnTo>
                    <a:pt x="3171440" y="626691"/>
                  </a:lnTo>
                  <a:lnTo>
                    <a:pt x="3180935" y="626691"/>
                  </a:lnTo>
                  <a:lnTo>
                    <a:pt x="3190430" y="626691"/>
                  </a:lnTo>
                  <a:lnTo>
                    <a:pt x="3199926" y="626691"/>
                  </a:lnTo>
                  <a:lnTo>
                    <a:pt x="3209421" y="626691"/>
                  </a:lnTo>
                  <a:lnTo>
                    <a:pt x="3218916" y="626691"/>
                  </a:lnTo>
                  <a:lnTo>
                    <a:pt x="3228412" y="626691"/>
                  </a:lnTo>
                  <a:lnTo>
                    <a:pt x="3237907" y="626691"/>
                  </a:lnTo>
                  <a:lnTo>
                    <a:pt x="3247402" y="626691"/>
                  </a:lnTo>
                  <a:lnTo>
                    <a:pt x="3256897" y="626691"/>
                  </a:lnTo>
                  <a:lnTo>
                    <a:pt x="3266393" y="626691"/>
                  </a:lnTo>
                  <a:lnTo>
                    <a:pt x="3275888" y="626691"/>
                  </a:lnTo>
                  <a:lnTo>
                    <a:pt x="3285384" y="626691"/>
                  </a:lnTo>
                  <a:lnTo>
                    <a:pt x="3294879" y="626691"/>
                  </a:lnTo>
                  <a:lnTo>
                    <a:pt x="3304374" y="626691"/>
                  </a:lnTo>
                  <a:lnTo>
                    <a:pt x="3313870" y="626691"/>
                  </a:lnTo>
                  <a:lnTo>
                    <a:pt x="3323365" y="626691"/>
                  </a:lnTo>
                  <a:lnTo>
                    <a:pt x="3332860" y="626691"/>
                  </a:lnTo>
                  <a:lnTo>
                    <a:pt x="3342355" y="626691"/>
                  </a:lnTo>
                  <a:lnTo>
                    <a:pt x="3351851" y="626691"/>
                  </a:lnTo>
                  <a:lnTo>
                    <a:pt x="3361346" y="626691"/>
                  </a:lnTo>
                  <a:lnTo>
                    <a:pt x="3370842" y="626691"/>
                  </a:lnTo>
                  <a:lnTo>
                    <a:pt x="3380337" y="626691"/>
                  </a:lnTo>
                  <a:lnTo>
                    <a:pt x="3389832" y="626691"/>
                  </a:lnTo>
                  <a:lnTo>
                    <a:pt x="3399327" y="626691"/>
                  </a:lnTo>
                  <a:lnTo>
                    <a:pt x="3408823" y="626691"/>
                  </a:lnTo>
                  <a:lnTo>
                    <a:pt x="3418318" y="626691"/>
                  </a:lnTo>
                  <a:lnTo>
                    <a:pt x="3427813" y="626691"/>
                  </a:lnTo>
                  <a:lnTo>
                    <a:pt x="3437309" y="626691"/>
                  </a:lnTo>
                  <a:lnTo>
                    <a:pt x="3446804" y="626691"/>
                  </a:lnTo>
                  <a:lnTo>
                    <a:pt x="3456300" y="626691"/>
                  </a:lnTo>
                  <a:lnTo>
                    <a:pt x="3465795" y="626691"/>
                  </a:lnTo>
                  <a:lnTo>
                    <a:pt x="3475290" y="626691"/>
                  </a:lnTo>
                  <a:lnTo>
                    <a:pt x="3484785" y="626691"/>
                  </a:lnTo>
                  <a:lnTo>
                    <a:pt x="3494281" y="626691"/>
                  </a:lnTo>
                  <a:lnTo>
                    <a:pt x="3503776" y="626691"/>
                  </a:lnTo>
                  <a:lnTo>
                    <a:pt x="3513271" y="626691"/>
                  </a:lnTo>
                  <a:lnTo>
                    <a:pt x="3522767" y="626691"/>
                  </a:lnTo>
                  <a:lnTo>
                    <a:pt x="3532262" y="626691"/>
                  </a:lnTo>
                  <a:lnTo>
                    <a:pt x="3541758" y="626691"/>
                  </a:lnTo>
                  <a:lnTo>
                    <a:pt x="3551253" y="626691"/>
                  </a:lnTo>
                  <a:lnTo>
                    <a:pt x="3560748" y="626691"/>
                  </a:lnTo>
                  <a:lnTo>
                    <a:pt x="3570243" y="626691"/>
                  </a:lnTo>
                  <a:lnTo>
                    <a:pt x="3579739" y="626691"/>
                  </a:lnTo>
                  <a:lnTo>
                    <a:pt x="3589234" y="626691"/>
                  </a:lnTo>
                  <a:lnTo>
                    <a:pt x="3598729" y="626691"/>
                  </a:lnTo>
                  <a:lnTo>
                    <a:pt x="3608225" y="626691"/>
                  </a:lnTo>
                  <a:lnTo>
                    <a:pt x="3617720" y="626691"/>
                  </a:lnTo>
                  <a:lnTo>
                    <a:pt x="3627216" y="626691"/>
                  </a:lnTo>
                  <a:lnTo>
                    <a:pt x="3636711" y="626691"/>
                  </a:lnTo>
                  <a:lnTo>
                    <a:pt x="3646206" y="626691"/>
                  </a:lnTo>
                  <a:lnTo>
                    <a:pt x="3655701" y="626691"/>
                  </a:lnTo>
                  <a:lnTo>
                    <a:pt x="3665197" y="626691"/>
                  </a:lnTo>
                  <a:lnTo>
                    <a:pt x="3674692" y="626691"/>
                  </a:lnTo>
                  <a:lnTo>
                    <a:pt x="3684187" y="626691"/>
                  </a:lnTo>
                  <a:lnTo>
                    <a:pt x="3693683" y="626691"/>
                  </a:lnTo>
                  <a:lnTo>
                    <a:pt x="3703178" y="626691"/>
                  </a:lnTo>
                  <a:lnTo>
                    <a:pt x="3712673" y="626691"/>
                  </a:lnTo>
                  <a:lnTo>
                    <a:pt x="3722169" y="626691"/>
                  </a:lnTo>
                  <a:lnTo>
                    <a:pt x="3731664" y="626691"/>
                  </a:lnTo>
                  <a:lnTo>
                    <a:pt x="3741159" y="626691"/>
                  </a:lnTo>
                  <a:lnTo>
                    <a:pt x="3750654" y="626691"/>
                  </a:lnTo>
                  <a:lnTo>
                    <a:pt x="3760150" y="626691"/>
                  </a:lnTo>
                  <a:lnTo>
                    <a:pt x="3769645" y="626691"/>
                  </a:lnTo>
                  <a:lnTo>
                    <a:pt x="3779141" y="626691"/>
                  </a:lnTo>
                  <a:lnTo>
                    <a:pt x="3788636" y="626691"/>
                  </a:lnTo>
                  <a:lnTo>
                    <a:pt x="3798131" y="626691"/>
                  </a:lnTo>
                  <a:lnTo>
                    <a:pt x="3807627" y="626691"/>
                  </a:lnTo>
                  <a:lnTo>
                    <a:pt x="3817122" y="626691"/>
                  </a:lnTo>
                  <a:lnTo>
                    <a:pt x="3826617" y="626691"/>
                  </a:lnTo>
                  <a:lnTo>
                    <a:pt x="3836112" y="626691"/>
                  </a:lnTo>
                  <a:lnTo>
                    <a:pt x="3845608" y="626691"/>
                  </a:lnTo>
                  <a:lnTo>
                    <a:pt x="3855103" y="626691"/>
                  </a:lnTo>
                  <a:lnTo>
                    <a:pt x="3864599" y="626691"/>
                  </a:lnTo>
                  <a:lnTo>
                    <a:pt x="3874094" y="626691"/>
                  </a:lnTo>
                  <a:lnTo>
                    <a:pt x="3883589" y="626691"/>
                  </a:lnTo>
                  <a:lnTo>
                    <a:pt x="3893085" y="626691"/>
                  </a:lnTo>
                  <a:lnTo>
                    <a:pt x="3902580" y="626691"/>
                  </a:lnTo>
                  <a:lnTo>
                    <a:pt x="3912075" y="626691"/>
                  </a:lnTo>
                  <a:lnTo>
                    <a:pt x="3921570" y="626691"/>
                  </a:lnTo>
                  <a:lnTo>
                    <a:pt x="3931066" y="626691"/>
                  </a:lnTo>
                  <a:lnTo>
                    <a:pt x="3940561" y="626691"/>
                  </a:lnTo>
                  <a:lnTo>
                    <a:pt x="3950057" y="626691"/>
                  </a:lnTo>
                  <a:lnTo>
                    <a:pt x="3959552" y="626691"/>
                  </a:lnTo>
                  <a:lnTo>
                    <a:pt x="3969047" y="626691"/>
                  </a:lnTo>
                  <a:lnTo>
                    <a:pt x="3978543" y="626691"/>
                  </a:lnTo>
                  <a:lnTo>
                    <a:pt x="3988038" y="626691"/>
                  </a:lnTo>
                  <a:lnTo>
                    <a:pt x="3997533" y="626691"/>
                  </a:lnTo>
                  <a:lnTo>
                    <a:pt x="4007028" y="626691"/>
                  </a:lnTo>
                  <a:lnTo>
                    <a:pt x="4016524" y="626691"/>
                  </a:lnTo>
                  <a:lnTo>
                    <a:pt x="4026019" y="626691"/>
                  </a:lnTo>
                  <a:lnTo>
                    <a:pt x="4035515" y="626691"/>
                  </a:lnTo>
                  <a:lnTo>
                    <a:pt x="4045010" y="626691"/>
                  </a:lnTo>
                  <a:lnTo>
                    <a:pt x="4054505" y="626691"/>
                  </a:lnTo>
                  <a:lnTo>
                    <a:pt x="4064000" y="626691"/>
                  </a:lnTo>
                  <a:lnTo>
                    <a:pt x="4073496" y="626691"/>
                  </a:lnTo>
                  <a:lnTo>
                    <a:pt x="4082991" y="626691"/>
                  </a:lnTo>
                  <a:lnTo>
                    <a:pt x="4092486" y="626691"/>
                  </a:lnTo>
                  <a:lnTo>
                    <a:pt x="4101982" y="626691"/>
                  </a:lnTo>
                  <a:lnTo>
                    <a:pt x="4111477" y="626691"/>
                  </a:lnTo>
                  <a:lnTo>
                    <a:pt x="4120973" y="626691"/>
                  </a:lnTo>
                  <a:lnTo>
                    <a:pt x="4130468" y="626691"/>
                  </a:lnTo>
                  <a:lnTo>
                    <a:pt x="4139963" y="626691"/>
                  </a:lnTo>
                  <a:lnTo>
                    <a:pt x="4149458" y="626691"/>
                  </a:lnTo>
                  <a:lnTo>
                    <a:pt x="4158954" y="626691"/>
                  </a:lnTo>
                  <a:lnTo>
                    <a:pt x="4168449" y="626691"/>
                  </a:lnTo>
                  <a:lnTo>
                    <a:pt x="4177944" y="626691"/>
                  </a:lnTo>
                  <a:lnTo>
                    <a:pt x="4187440" y="626691"/>
                  </a:lnTo>
                  <a:lnTo>
                    <a:pt x="4196935" y="626691"/>
                  </a:lnTo>
                  <a:lnTo>
                    <a:pt x="4206430" y="626691"/>
                  </a:lnTo>
                  <a:lnTo>
                    <a:pt x="4215926" y="626691"/>
                  </a:lnTo>
                  <a:lnTo>
                    <a:pt x="4225421" y="626691"/>
                  </a:lnTo>
                  <a:lnTo>
                    <a:pt x="4234916" y="626691"/>
                  </a:lnTo>
                  <a:lnTo>
                    <a:pt x="4244412" y="626691"/>
                  </a:lnTo>
                  <a:lnTo>
                    <a:pt x="4253907" y="626691"/>
                  </a:lnTo>
                  <a:lnTo>
                    <a:pt x="4263402" y="626691"/>
                  </a:lnTo>
                  <a:lnTo>
                    <a:pt x="4272898" y="626691"/>
                  </a:lnTo>
                  <a:lnTo>
                    <a:pt x="4282393" y="626691"/>
                  </a:lnTo>
                  <a:lnTo>
                    <a:pt x="4291888" y="626691"/>
                  </a:lnTo>
                  <a:lnTo>
                    <a:pt x="4301384" y="626691"/>
                  </a:lnTo>
                  <a:lnTo>
                    <a:pt x="4310879" y="626691"/>
                  </a:lnTo>
                  <a:lnTo>
                    <a:pt x="4320374" y="626691"/>
                  </a:lnTo>
                  <a:lnTo>
                    <a:pt x="4329870" y="626691"/>
                  </a:lnTo>
                  <a:lnTo>
                    <a:pt x="4339365" y="626691"/>
                  </a:lnTo>
                  <a:lnTo>
                    <a:pt x="4348860" y="626691"/>
                  </a:lnTo>
                  <a:lnTo>
                    <a:pt x="4358356" y="626691"/>
                  </a:lnTo>
                  <a:lnTo>
                    <a:pt x="4367851" y="626691"/>
                  </a:lnTo>
                  <a:lnTo>
                    <a:pt x="4377346" y="617196"/>
                  </a:lnTo>
                  <a:lnTo>
                    <a:pt x="4386842" y="617196"/>
                  </a:lnTo>
                  <a:lnTo>
                    <a:pt x="4396337" y="617196"/>
                  </a:lnTo>
                  <a:lnTo>
                    <a:pt x="4405832" y="617196"/>
                  </a:lnTo>
                  <a:lnTo>
                    <a:pt x="4415327" y="617196"/>
                  </a:lnTo>
                  <a:lnTo>
                    <a:pt x="4424823" y="607700"/>
                  </a:lnTo>
                  <a:lnTo>
                    <a:pt x="4434318" y="607700"/>
                  </a:lnTo>
                  <a:lnTo>
                    <a:pt x="4443813" y="607700"/>
                  </a:lnTo>
                  <a:lnTo>
                    <a:pt x="4453309" y="598205"/>
                  </a:lnTo>
                  <a:lnTo>
                    <a:pt x="4462804" y="588710"/>
                  </a:lnTo>
                  <a:lnTo>
                    <a:pt x="4472300" y="588710"/>
                  </a:lnTo>
                  <a:lnTo>
                    <a:pt x="4481795" y="579214"/>
                  </a:lnTo>
                  <a:lnTo>
                    <a:pt x="4491290" y="569719"/>
                  </a:lnTo>
                  <a:lnTo>
                    <a:pt x="4500785" y="560224"/>
                  </a:lnTo>
                  <a:lnTo>
                    <a:pt x="4510281" y="560224"/>
                  </a:lnTo>
                  <a:lnTo>
                    <a:pt x="4519776" y="550728"/>
                  </a:lnTo>
                  <a:lnTo>
                    <a:pt x="4529271" y="550728"/>
                  </a:lnTo>
                  <a:lnTo>
                    <a:pt x="4538767" y="560224"/>
                  </a:lnTo>
                  <a:lnTo>
                    <a:pt x="4548262" y="560224"/>
                  </a:lnTo>
                  <a:lnTo>
                    <a:pt x="4557758" y="560224"/>
                  </a:lnTo>
                  <a:lnTo>
                    <a:pt x="4567253" y="579214"/>
                  </a:lnTo>
                  <a:lnTo>
                    <a:pt x="4576748" y="588710"/>
                  </a:lnTo>
                  <a:lnTo>
                    <a:pt x="4586243" y="588710"/>
                  </a:lnTo>
                  <a:lnTo>
                    <a:pt x="4595739" y="588710"/>
                  </a:lnTo>
                  <a:lnTo>
                    <a:pt x="4605234" y="588710"/>
                  </a:lnTo>
                  <a:lnTo>
                    <a:pt x="4614729" y="588710"/>
                  </a:lnTo>
                  <a:lnTo>
                    <a:pt x="4624225" y="579214"/>
                  </a:lnTo>
                  <a:lnTo>
                    <a:pt x="4633720" y="579214"/>
                  </a:lnTo>
                  <a:lnTo>
                    <a:pt x="4643216" y="579214"/>
                  </a:lnTo>
                  <a:lnTo>
                    <a:pt x="4652711" y="569719"/>
                  </a:lnTo>
                  <a:lnTo>
                    <a:pt x="4662206" y="560224"/>
                  </a:lnTo>
                  <a:lnTo>
                    <a:pt x="4671701" y="550728"/>
                  </a:lnTo>
                  <a:lnTo>
                    <a:pt x="4681197" y="541233"/>
                  </a:lnTo>
                  <a:lnTo>
                    <a:pt x="4690692" y="531738"/>
                  </a:lnTo>
                  <a:lnTo>
                    <a:pt x="4700187" y="512747"/>
                  </a:lnTo>
                  <a:lnTo>
                    <a:pt x="4709683" y="493757"/>
                  </a:lnTo>
                  <a:lnTo>
                    <a:pt x="4719178" y="484261"/>
                  </a:lnTo>
                  <a:lnTo>
                    <a:pt x="4728673" y="465270"/>
                  </a:lnTo>
                  <a:lnTo>
                    <a:pt x="4738169" y="465270"/>
                  </a:lnTo>
                  <a:lnTo>
                    <a:pt x="4747664" y="474766"/>
                  </a:lnTo>
                  <a:lnTo>
                    <a:pt x="4757159" y="493757"/>
                  </a:lnTo>
                  <a:lnTo>
                    <a:pt x="4766654" y="512747"/>
                  </a:lnTo>
                  <a:lnTo>
                    <a:pt x="4776150" y="522242"/>
                  </a:lnTo>
                  <a:lnTo>
                    <a:pt x="4785645" y="541233"/>
                  </a:lnTo>
                  <a:lnTo>
                    <a:pt x="4795141" y="560224"/>
                  </a:lnTo>
                  <a:lnTo>
                    <a:pt x="4804636" y="569719"/>
                  </a:lnTo>
                  <a:lnTo>
                    <a:pt x="4814131" y="579214"/>
                  </a:lnTo>
                  <a:lnTo>
                    <a:pt x="4823627" y="588710"/>
                  </a:lnTo>
                  <a:lnTo>
                    <a:pt x="4833122" y="598205"/>
                  </a:lnTo>
                  <a:lnTo>
                    <a:pt x="4842617" y="598205"/>
                  </a:lnTo>
                  <a:lnTo>
                    <a:pt x="4852112" y="598205"/>
                  </a:lnTo>
                  <a:lnTo>
                    <a:pt x="4861608" y="607700"/>
                  </a:lnTo>
                  <a:lnTo>
                    <a:pt x="4871103" y="607700"/>
                  </a:lnTo>
                  <a:lnTo>
                    <a:pt x="4880599" y="607700"/>
                  </a:lnTo>
                  <a:lnTo>
                    <a:pt x="4890094" y="607700"/>
                  </a:lnTo>
                  <a:lnTo>
                    <a:pt x="4899589" y="607700"/>
                  </a:lnTo>
                  <a:lnTo>
                    <a:pt x="4909085" y="607700"/>
                  </a:lnTo>
                  <a:lnTo>
                    <a:pt x="4918580" y="607700"/>
                  </a:lnTo>
                  <a:lnTo>
                    <a:pt x="4928075" y="607700"/>
                  </a:lnTo>
                  <a:lnTo>
                    <a:pt x="4937570" y="607700"/>
                  </a:lnTo>
                  <a:lnTo>
                    <a:pt x="4947066" y="598205"/>
                  </a:lnTo>
                  <a:lnTo>
                    <a:pt x="4956561" y="579214"/>
                  </a:lnTo>
                  <a:lnTo>
                    <a:pt x="4966057" y="560224"/>
                  </a:lnTo>
                  <a:lnTo>
                    <a:pt x="4975552" y="550728"/>
                  </a:lnTo>
                  <a:lnTo>
                    <a:pt x="4985047" y="512747"/>
                  </a:lnTo>
                  <a:lnTo>
                    <a:pt x="4994543" y="474766"/>
                  </a:lnTo>
                  <a:lnTo>
                    <a:pt x="5004038" y="417794"/>
                  </a:lnTo>
                  <a:lnTo>
                    <a:pt x="5013533" y="379812"/>
                  </a:lnTo>
                  <a:lnTo>
                    <a:pt x="5023028" y="332336"/>
                  </a:lnTo>
                  <a:lnTo>
                    <a:pt x="5032524" y="284859"/>
                  </a:lnTo>
                  <a:lnTo>
                    <a:pt x="5042019" y="227887"/>
                  </a:lnTo>
                  <a:lnTo>
                    <a:pt x="5051514" y="180411"/>
                  </a:lnTo>
                  <a:lnTo>
                    <a:pt x="5061010" y="132934"/>
                  </a:lnTo>
                  <a:lnTo>
                    <a:pt x="5070505" y="94953"/>
                  </a:lnTo>
                  <a:lnTo>
                    <a:pt x="5080000" y="47476"/>
                  </a:lnTo>
                  <a:lnTo>
                    <a:pt x="5089496" y="28485"/>
                  </a:lnTo>
                  <a:lnTo>
                    <a:pt x="5098991" y="0"/>
                  </a:lnTo>
                  <a:lnTo>
                    <a:pt x="5108487" y="9495"/>
                  </a:lnTo>
                  <a:lnTo>
                    <a:pt x="5117981" y="28485"/>
                  </a:lnTo>
                  <a:lnTo>
                    <a:pt x="5127477" y="47476"/>
                  </a:lnTo>
                  <a:lnTo>
                    <a:pt x="5136973" y="94953"/>
                  </a:lnTo>
                  <a:lnTo>
                    <a:pt x="5146468" y="142429"/>
                  </a:lnTo>
                  <a:lnTo>
                    <a:pt x="5155963" y="199401"/>
                  </a:lnTo>
                  <a:lnTo>
                    <a:pt x="5165458" y="218392"/>
                  </a:lnTo>
                  <a:lnTo>
                    <a:pt x="5174954" y="275364"/>
                  </a:lnTo>
                  <a:lnTo>
                    <a:pt x="5184449" y="303850"/>
                  </a:lnTo>
                  <a:lnTo>
                    <a:pt x="5193944" y="332336"/>
                  </a:lnTo>
                  <a:lnTo>
                    <a:pt x="5203440" y="370317"/>
                  </a:lnTo>
                  <a:lnTo>
                    <a:pt x="5212935" y="398803"/>
                  </a:lnTo>
                  <a:lnTo>
                    <a:pt x="5222430" y="427289"/>
                  </a:lnTo>
                  <a:lnTo>
                    <a:pt x="5231926" y="436784"/>
                  </a:lnTo>
                  <a:lnTo>
                    <a:pt x="5241421" y="465270"/>
                  </a:lnTo>
                  <a:lnTo>
                    <a:pt x="5250916" y="474766"/>
                  </a:lnTo>
                  <a:lnTo>
                    <a:pt x="5260412" y="484261"/>
                  </a:lnTo>
                  <a:lnTo>
                    <a:pt x="5269907" y="512747"/>
                  </a:lnTo>
                  <a:lnTo>
                    <a:pt x="5279403" y="522242"/>
                  </a:lnTo>
                  <a:lnTo>
                    <a:pt x="5288897" y="531738"/>
                  </a:lnTo>
                  <a:lnTo>
                    <a:pt x="5298393" y="541233"/>
                  </a:lnTo>
                  <a:lnTo>
                    <a:pt x="5307889" y="550728"/>
                  </a:lnTo>
                  <a:lnTo>
                    <a:pt x="5317383" y="560224"/>
                  </a:lnTo>
                  <a:lnTo>
                    <a:pt x="5326879" y="560224"/>
                  </a:lnTo>
                  <a:lnTo>
                    <a:pt x="5336374" y="569719"/>
                  </a:lnTo>
                  <a:lnTo>
                    <a:pt x="5345870" y="569719"/>
                  </a:lnTo>
                  <a:lnTo>
                    <a:pt x="5355365" y="579214"/>
                  </a:lnTo>
                  <a:lnTo>
                    <a:pt x="5364860" y="579214"/>
                  </a:lnTo>
                  <a:lnTo>
                    <a:pt x="5374356" y="579214"/>
                  </a:lnTo>
                  <a:lnTo>
                    <a:pt x="5383851" y="588710"/>
                  </a:lnTo>
                  <a:lnTo>
                    <a:pt x="5393346" y="588710"/>
                  </a:lnTo>
                  <a:lnTo>
                    <a:pt x="5402842" y="588710"/>
                  </a:lnTo>
                  <a:lnTo>
                    <a:pt x="5412337" y="588710"/>
                  </a:lnTo>
                  <a:lnTo>
                    <a:pt x="5421832" y="598205"/>
                  </a:lnTo>
                  <a:lnTo>
                    <a:pt x="5431327" y="598205"/>
                  </a:lnTo>
                  <a:lnTo>
                    <a:pt x="5440823" y="598205"/>
                  </a:lnTo>
                  <a:lnTo>
                    <a:pt x="5450319" y="598205"/>
                  </a:lnTo>
                  <a:lnTo>
                    <a:pt x="5459813" y="598205"/>
                  </a:lnTo>
                  <a:lnTo>
                    <a:pt x="5469309" y="598205"/>
                  </a:lnTo>
                  <a:lnTo>
                    <a:pt x="5478804" y="607700"/>
                  </a:lnTo>
                  <a:lnTo>
                    <a:pt x="5488299" y="607700"/>
                  </a:lnTo>
                  <a:lnTo>
                    <a:pt x="5497795" y="607700"/>
                  </a:lnTo>
                  <a:lnTo>
                    <a:pt x="5507290" y="607700"/>
                  </a:lnTo>
                  <a:lnTo>
                    <a:pt x="5516786" y="607700"/>
                  </a:lnTo>
                  <a:lnTo>
                    <a:pt x="5526281" y="607700"/>
                  </a:lnTo>
                  <a:lnTo>
                    <a:pt x="5535776" y="607700"/>
                  </a:lnTo>
                  <a:lnTo>
                    <a:pt x="5545272" y="607700"/>
                  </a:lnTo>
                  <a:lnTo>
                    <a:pt x="5554766" y="607700"/>
                  </a:lnTo>
                  <a:lnTo>
                    <a:pt x="5564262" y="607700"/>
                  </a:lnTo>
                  <a:lnTo>
                    <a:pt x="5573758" y="607700"/>
                  </a:lnTo>
                  <a:lnTo>
                    <a:pt x="5583253" y="607700"/>
                  </a:lnTo>
                  <a:lnTo>
                    <a:pt x="5592748" y="607700"/>
                  </a:lnTo>
                  <a:lnTo>
                    <a:pt x="5602243" y="607700"/>
                  </a:lnTo>
                  <a:lnTo>
                    <a:pt x="5611739" y="607700"/>
                  </a:lnTo>
                  <a:lnTo>
                    <a:pt x="5621234" y="607700"/>
                  </a:lnTo>
                  <a:lnTo>
                    <a:pt x="5630729" y="607700"/>
                  </a:lnTo>
                  <a:lnTo>
                    <a:pt x="5640225" y="607700"/>
                  </a:lnTo>
                  <a:lnTo>
                    <a:pt x="5649720" y="607700"/>
                  </a:lnTo>
                  <a:lnTo>
                    <a:pt x="5659215" y="607700"/>
                  </a:lnTo>
                  <a:lnTo>
                    <a:pt x="5668711" y="607700"/>
                  </a:lnTo>
                  <a:lnTo>
                    <a:pt x="5678206" y="607700"/>
                  </a:lnTo>
                  <a:lnTo>
                    <a:pt x="5687702" y="607700"/>
                  </a:lnTo>
                  <a:lnTo>
                    <a:pt x="5697197" y="607700"/>
                  </a:lnTo>
                  <a:lnTo>
                    <a:pt x="5706692" y="617196"/>
                  </a:lnTo>
                  <a:lnTo>
                    <a:pt x="5716188" y="607700"/>
                  </a:lnTo>
                  <a:lnTo>
                    <a:pt x="5725682" y="607700"/>
                  </a:lnTo>
                  <a:lnTo>
                    <a:pt x="5735178" y="607700"/>
                  </a:lnTo>
                  <a:lnTo>
                    <a:pt x="5744673" y="607700"/>
                  </a:lnTo>
                  <a:lnTo>
                    <a:pt x="5754169" y="617196"/>
                  </a:lnTo>
                  <a:lnTo>
                    <a:pt x="5763664" y="607700"/>
                  </a:lnTo>
                  <a:lnTo>
                    <a:pt x="5773159" y="607700"/>
                  </a:lnTo>
                  <a:lnTo>
                    <a:pt x="5782655" y="617196"/>
                  </a:lnTo>
                  <a:lnTo>
                    <a:pt x="5792150" y="607700"/>
                  </a:lnTo>
                  <a:lnTo>
                    <a:pt x="5801645" y="617196"/>
                  </a:lnTo>
                  <a:lnTo>
                    <a:pt x="5811141" y="607700"/>
                  </a:lnTo>
                  <a:lnTo>
                    <a:pt x="5820636" y="607700"/>
                  </a:lnTo>
                  <a:lnTo>
                    <a:pt x="5830131" y="607700"/>
                  </a:lnTo>
                  <a:lnTo>
                    <a:pt x="5839627" y="617196"/>
                  </a:lnTo>
                  <a:lnTo>
                    <a:pt x="5849122" y="607700"/>
                  </a:lnTo>
                  <a:lnTo>
                    <a:pt x="5858618" y="617196"/>
                  </a:lnTo>
                  <a:lnTo>
                    <a:pt x="5868112" y="617196"/>
                  </a:lnTo>
                  <a:lnTo>
                    <a:pt x="5877608" y="607700"/>
                  </a:lnTo>
                  <a:lnTo>
                    <a:pt x="5887104" y="617196"/>
                  </a:lnTo>
                  <a:lnTo>
                    <a:pt x="5896598" y="617196"/>
                  </a:lnTo>
                  <a:lnTo>
                    <a:pt x="5906094" y="617196"/>
                  </a:lnTo>
                  <a:lnTo>
                    <a:pt x="5915589" y="617196"/>
                  </a:lnTo>
                  <a:lnTo>
                    <a:pt x="5925085" y="617196"/>
                  </a:lnTo>
                  <a:lnTo>
                    <a:pt x="5934580" y="617196"/>
                  </a:lnTo>
                  <a:lnTo>
                    <a:pt x="5944075" y="617196"/>
                  </a:lnTo>
                  <a:lnTo>
                    <a:pt x="5953571" y="617196"/>
                  </a:lnTo>
                  <a:lnTo>
                    <a:pt x="5963066" y="617196"/>
                  </a:lnTo>
                  <a:lnTo>
                    <a:pt x="5972561" y="617196"/>
                  </a:lnTo>
                  <a:lnTo>
                    <a:pt x="5982057" y="617196"/>
                  </a:lnTo>
                  <a:lnTo>
                    <a:pt x="5991552" y="617196"/>
                  </a:lnTo>
                  <a:lnTo>
                    <a:pt x="6001047" y="617196"/>
                  </a:lnTo>
                  <a:lnTo>
                    <a:pt x="6010543" y="617196"/>
                  </a:lnTo>
                  <a:lnTo>
                    <a:pt x="6020038" y="617196"/>
                  </a:lnTo>
                  <a:lnTo>
                    <a:pt x="6029533" y="617196"/>
                  </a:lnTo>
                  <a:lnTo>
                    <a:pt x="6039028" y="617196"/>
                  </a:lnTo>
                  <a:lnTo>
                    <a:pt x="6048524" y="617196"/>
                  </a:lnTo>
                  <a:lnTo>
                    <a:pt x="6058019" y="617196"/>
                  </a:lnTo>
                  <a:lnTo>
                    <a:pt x="6067514" y="617196"/>
                  </a:lnTo>
                  <a:lnTo>
                    <a:pt x="6077010" y="617196"/>
                  </a:lnTo>
                  <a:lnTo>
                    <a:pt x="6086505" y="617196"/>
                  </a:lnTo>
                  <a:lnTo>
                    <a:pt x="6096001" y="617196"/>
                  </a:lnTo>
                  <a:lnTo>
                    <a:pt x="6105496" y="617196"/>
                  </a:lnTo>
                  <a:lnTo>
                    <a:pt x="6114991" y="617196"/>
                  </a:lnTo>
                  <a:lnTo>
                    <a:pt x="6124487" y="617196"/>
                  </a:lnTo>
                  <a:lnTo>
                    <a:pt x="6133981" y="617196"/>
                  </a:lnTo>
                  <a:lnTo>
                    <a:pt x="6143477" y="617196"/>
                  </a:lnTo>
                  <a:lnTo>
                    <a:pt x="6152973" y="617196"/>
                  </a:lnTo>
                  <a:lnTo>
                    <a:pt x="6162468" y="617196"/>
                  </a:lnTo>
                  <a:lnTo>
                    <a:pt x="6171963" y="617196"/>
                  </a:lnTo>
                  <a:lnTo>
                    <a:pt x="6181458" y="617196"/>
                  </a:lnTo>
                  <a:lnTo>
                    <a:pt x="6190954" y="617196"/>
                  </a:lnTo>
                  <a:lnTo>
                    <a:pt x="6200449" y="617196"/>
                  </a:lnTo>
                  <a:lnTo>
                    <a:pt x="6209944" y="617196"/>
                  </a:lnTo>
                  <a:lnTo>
                    <a:pt x="6219440" y="617196"/>
                  </a:lnTo>
                  <a:lnTo>
                    <a:pt x="6228935" y="617196"/>
                  </a:lnTo>
                  <a:lnTo>
                    <a:pt x="6238430" y="617196"/>
                  </a:lnTo>
                  <a:lnTo>
                    <a:pt x="6247926" y="617196"/>
                  </a:lnTo>
                  <a:lnTo>
                    <a:pt x="6257421" y="617196"/>
                  </a:lnTo>
                  <a:lnTo>
                    <a:pt x="6266916" y="617196"/>
                  </a:lnTo>
                  <a:lnTo>
                    <a:pt x="6276412" y="617196"/>
                  </a:lnTo>
                  <a:lnTo>
                    <a:pt x="6285907" y="617196"/>
                  </a:lnTo>
                  <a:lnTo>
                    <a:pt x="6295403" y="617196"/>
                  </a:lnTo>
                  <a:lnTo>
                    <a:pt x="6304897" y="617196"/>
                  </a:lnTo>
                  <a:lnTo>
                    <a:pt x="6314393" y="617196"/>
                  </a:lnTo>
                  <a:lnTo>
                    <a:pt x="6323889" y="617196"/>
                  </a:lnTo>
                  <a:lnTo>
                    <a:pt x="6333384" y="617196"/>
                  </a:lnTo>
                  <a:lnTo>
                    <a:pt x="6342879" y="617196"/>
                  </a:lnTo>
                  <a:lnTo>
                    <a:pt x="6352374" y="617196"/>
                  </a:lnTo>
                  <a:lnTo>
                    <a:pt x="6361870" y="617196"/>
                  </a:lnTo>
                  <a:lnTo>
                    <a:pt x="6371365" y="617196"/>
                  </a:lnTo>
                  <a:lnTo>
                    <a:pt x="6380860" y="617196"/>
                  </a:lnTo>
                  <a:lnTo>
                    <a:pt x="6390356" y="617196"/>
                  </a:lnTo>
                  <a:lnTo>
                    <a:pt x="6399851" y="617196"/>
                  </a:lnTo>
                  <a:lnTo>
                    <a:pt x="6409346" y="617196"/>
                  </a:lnTo>
                  <a:lnTo>
                    <a:pt x="6418842" y="617196"/>
                  </a:lnTo>
                  <a:lnTo>
                    <a:pt x="6428337" y="617196"/>
                  </a:lnTo>
                  <a:lnTo>
                    <a:pt x="6437832" y="617196"/>
                  </a:lnTo>
                  <a:lnTo>
                    <a:pt x="6447327" y="617196"/>
                  </a:lnTo>
                  <a:lnTo>
                    <a:pt x="6456823" y="617196"/>
                  </a:lnTo>
                  <a:lnTo>
                    <a:pt x="6466319" y="617196"/>
                  </a:lnTo>
                  <a:lnTo>
                    <a:pt x="6475813" y="617196"/>
                  </a:lnTo>
                  <a:lnTo>
                    <a:pt x="6485309" y="617196"/>
                  </a:lnTo>
                  <a:lnTo>
                    <a:pt x="6494804" y="617196"/>
                  </a:lnTo>
                  <a:lnTo>
                    <a:pt x="6504299" y="617196"/>
                  </a:lnTo>
                  <a:lnTo>
                    <a:pt x="6513795" y="617196"/>
                  </a:lnTo>
                  <a:lnTo>
                    <a:pt x="6523290" y="626691"/>
                  </a:lnTo>
                  <a:lnTo>
                    <a:pt x="6532786" y="626691"/>
                  </a:lnTo>
                  <a:lnTo>
                    <a:pt x="6542281" y="617196"/>
                  </a:lnTo>
                  <a:lnTo>
                    <a:pt x="6551776" y="617196"/>
                  </a:lnTo>
                  <a:lnTo>
                    <a:pt x="6561272" y="617196"/>
                  </a:lnTo>
                  <a:lnTo>
                    <a:pt x="6570767" y="617196"/>
                  </a:lnTo>
                  <a:lnTo>
                    <a:pt x="6580262" y="617196"/>
                  </a:lnTo>
                  <a:lnTo>
                    <a:pt x="6589758" y="617196"/>
                  </a:lnTo>
                  <a:lnTo>
                    <a:pt x="6599253" y="617196"/>
                  </a:lnTo>
                  <a:lnTo>
                    <a:pt x="6608748" y="626691"/>
                  </a:lnTo>
                  <a:lnTo>
                    <a:pt x="6618243" y="626691"/>
                  </a:lnTo>
                  <a:lnTo>
                    <a:pt x="6627739" y="617196"/>
                  </a:lnTo>
                  <a:lnTo>
                    <a:pt x="6637234" y="617196"/>
                  </a:lnTo>
                  <a:lnTo>
                    <a:pt x="6646729" y="617196"/>
                  </a:lnTo>
                  <a:lnTo>
                    <a:pt x="6656225" y="617196"/>
                  </a:lnTo>
                  <a:lnTo>
                    <a:pt x="6665720" y="617196"/>
                  </a:lnTo>
                  <a:lnTo>
                    <a:pt x="6675215" y="617196"/>
                  </a:lnTo>
                  <a:lnTo>
                    <a:pt x="6684711" y="626691"/>
                  </a:lnTo>
                  <a:lnTo>
                    <a:pt x="6694206" y="617196"/>
                  </a:lnTo>
                  <a:lnTo>
                    <a:pt x="6703702" y="617196"/>
                  </a:lnTo>
                  <a:lnTo>
                    <a:pt x="6713197" y="617196"/>
                  </a:lnTo>
                  <a:lnTo>
                    <a:pt x="6722692" y="617196"/>
                  </a:lnTo>
                  <a:lnTo>
                    <a:pt x="6732188" y="626691"/>
                  </a:lnTo>
                  <a:lnTo>
                    <a:pt x="6741682" y="626691"/>
                  </a:lnTo>
                  <a:lnTo>
                    <a:pt x="6751178" y="617196"/>
                  </a:lnTo>
                  <a:lnTo>
                    <a:pt x="6760673" y="626691"/>
                  </a:lnTo>
                  <a:lnTo>
                    <a:pt x="6770169" y="617196"/>
                  </a:lnTo>
                  <a:lnTo>
                    <a:pt x="6779664" y="626691"/>
                  </a:lnTo>
                  <a:lnTo>
                    <a:pt x="6789159" y="626691"/>
                  </a:lnTo>
                  <a:lnTo>
                    <a:pt x="6798655" y="626691"/>
                  </a:lnTo>
                  <a:lnTo>
                    <a:pt x="6808150" y="617196"/>
                  </a:lnTo>
                  <a:lnTo>
                    <a:pt x="6817645" y="626691"/>
                  </a:lnTo>
                  <a:lnTo>
                    <a:pt x="6827141" y="626691"/>
                  </a:lnTo>
                  <a:lnTo>
                    <a:pt x="6836636" y="626691"/>
                  </a:lnTo>
                  <a:lnTo>
                    <a:pt x="6846131" y="626691"/>
                  </a:lnTo>
                  <a:lnTo>
                    <a:pt x="6855627" y="626691"/>
                  </a:lnTo>
                  <a:lnTo>
                    <a:pt x="6865122" y="617196"/>
                  </a:lnTo>
                  <a:lnTo>
                    <a:pt x="6874618" y="626691"/>
                  </a:lnTo>
                  <a:lnTo>
                    <a:pt x="6884112" y="626691"/>
                  </a:lnTo>
                  <a:lnTo>
                    <a:pt x="6893608" y="626691"/>
                  </a:lnTo>
                  <a:lnTo>
                    <a:pt x="6903104" y="626691"/>
                  </a:lnTo>
                  <a:lnTo>
                    <a:pt x="6912598" y="626691"/>
                  </a:lnTo>
                  <a:lnTo>
                    <a:pt x="6922094" y="626691"/>
                  </a:lnTo>
                  <a:lnTo>
                    <a:pt x="6931589" y="626691"/>
                  </a:lnTo>
                  <a:lnTo>
                    <a:pt x="6941085" y="626691"/>
                  </a:lnTo>
                  <a:lnTo>
                    <a:pt x="6950580" y="626691"/>
                  </a:lnTo>
                  <a:lnTo>
                    <a:pt x="6960075" y="626691"/>
                  </a:lnTo>
                  <a:lnTo>
                    <a:pt x="6969571" y="626691"/>
                  </a:lnTo>
                  <a:lnTo>
                    <a:pt x="6979066" y="626691"/>
                  </a:lnTo>
                  <a:lnTo>
                    <a:pt x="6988561" y="626691"/>
                  </a:lnTo>
                  <a:lnTo>
                    <a:pt x="6998057" y="626691"/>
                  </a:lnTo>
                  <a:lnTo>
                    <a:pt x="7007552" y="626691"/>
                  </a:lnTo>
                  <a:lnTo>
                    <a:pt x="7017047" y="626691"/>
                  </a:lnTo>
                  <a:lnTo>
                    <a:pt x="7026543" y="626691"/>
                  </a:lnTo>
                  <a:lnTo>
                    <a:pt x="7036038" y="626691"/>
                  </a:lnTo>
                  <a:lnTo>
                    <a:pt x="7045534" y="626691"/>
                  </a:lnTo>
                  <a:lnTo>
                    <a:pt x="7055028" y="626691"/>
                  </a:lnTo>
                  <a:lnTo>
                    <a:pt x="7064524" y="626691"/>
                  </a:lnTo>
                  <a:lnTo>
                    <a:pt x="7074019" y="626691"/>
                  </a:lnTo>
                  <a:lnTo>
                    <a:pt x="7083514" y="626691"/>
                  </a:lnTo>
                  <a:lnTo>
                    <a:pt x="7093010" y="626691"/>
                  </a:lnTo>
                  <a:lnTo>
                    <a:pt x="7102505" y="626691"/>
                  </a:lnTo>
                  <a:lnTo>
                    <a:pt x="7112001" y="626691"/>
                  </a:lnTo>
                  <a:lnTo>
                    <a:pt x="7121496" y="626691"/>
                  </a:lnTo>
                  <a:lnTo>
                    <a:pt x="7130991" y="626691"/>
                  </a:lnTo>
                  <a:lnTo>
                    <a:pt x="7140487" y="626691"/>
                  </a:lnTo>
                  <a:lnTo>
                    <a:pt x="7149981" y="626691"/>
                  </a:lnTo>
                  <a:lnTo>
                    <a:pt x="7159477" y="626691"/>
                  </a:lnTo>
                  <a:lnTo>
                    <a:pt x="7168973" y="626691"/>
                  </a:lnTo>
                  <a:lnTo>
                    <a:pt x="7178468" y="626691"/>
                  </a:lnTo>
                  <a:lnTo>
                    <a:pt x="7187963" y="626691"/>
                  </a:lnTo>
                  <a:lnTo>
                    <a:pt x="7197458" y="626691"/>
                  </a:lnTo>
                  <a:lnTo>
                    <a:pt x="7206954" y="626691"/>
                  </a:lnTo>
                  <a:lnTo>
                    <a:pt x="7216449" y="626691"/>
                  </a:lnTo>
                  <a:lnTo>
                    <a:pt x="7225944" y="626691"/>
                  </a:lnTo>
                  <a:lnTo>
                    <a:pt x="7235440" y="626691"/>
                  </a:lnTo>
                  <a:lnTo>
                    <a:pt x="7244935" y="626691"/>
                  </a:lnTo>
                  <a:lnTo>
                    <a:pt x="7254430" y="626691"/>
                  </a:lnTo>
                  <a:lnTo>
                    <a:pt x="7263926" y="626691"/>
                  </a:lnTo>
                  <a:lnTo>
                    <a:pt x="7273421" y="626691"/>
                  </a:lnTo>
                  <a:lnTo>
                    <a:pt x="7282916" y="626691"/>
                  </a:lnTo>
                  <a:lnTo>
                    <a:pt x="7292412" y="626691"/>
                  </a:lnTo>
                  <a:lnTo>
                    <a:pt x="7301907" y="626691"/>
                  </a:lnTo>
                  <a:lnTo>
                    <a:pt x="7311403" y="626691"/>
                  </a:lnTo>
                  <a:lnTo>
                    <a:pt x="7320897" y="626691"/>
                  </a:lnTo>
                  <a:lnTo>
                    <a:pt x="7330393" y="626691"/>
                  </a:lnTo>
                  <a:lnTo>
                    <a:pt x="7339889" y="626691"/>
                  </a:lnTo>
                  <a:lnTo>
                    <a:pt x="7349384" y="626691"/>
                  </a:lnTo>
                  <a:lnTo>
                    <a:pt x="7358879" y="626691"/>
                  </a:lnTo>
                  <a:lnTo>
                    <a:pt x="7368374" y="626691"/>
                  </a:lnTo>
                  <a:lnTo>
                    <a:pt x="7377870" y="626691"/>
                  </a:lnTo>
                  <a:lnTo>
                    <a:pt x="7387365" y="626691"/>
                  </a:lnTo>
                  <a:lnTo>
                    <a:pt x="7396860" y="626691"/>
                  </a:lnTo>
                  <a:lnTo>
                    <a:pt x="7406356" y="626691"/>
                  </a:lnTo>
                  <a:lnTo>
                    <a:pt x="7415851" y="626691"/>
                  </a:lnTo>
                  <a:lnTo>
                    <a:pt x="7425346" y="626691"/>
                  </a:lnTo>
                  <a:lnTo>
                    <a:pt x="7434842" y="626691"/>
                  </a:lnTo>
                  <a:lnTo>
                    <a:pt x="7444337" y="626691"/>
                  </a:lnTo>
                  <a:lnTo>
                    <a:pt x="7453832" y="626691"/>
                  </a:lnTo>
                  <a:lnTo>
                    <a:pt x="7463327" y="626691"/>
                  </a:lnTo>
                  <a:lnTo>
                    <a:pt x="7472823" y="626691"/>
                  </a:lnTo>
                  <a:lnTo>
                    <a:pt x="7482319" y="626691"/>
                  </a:lnTo>
                  <a:lnTo>
                    <a:pt x="7491813" y="626691"/>
                  </a:lnTo>
                  <a:lnTo>
                    <a:pt x="7501309" y="626691"/>
                  </a:lnTo>
                  <a:lnTo>
                    <a:pt x="7510804" y="626691"/>
                  </a:lnTo>
                  <a:lnTo>
                    <a:pt x="7520299" y="626691"/>
                  </a:lnTo>
                  <a:lnTo>
                    <a:pt x="7529795" y="626691"/>
                  </a:lnTo>
                  <a:lnTo>
                    <a:pt x="7539290" y="626691"/>
                  </a:lnTo>
                  <a:lnTo>
                    <a:pt x="7548786" y="626691"/>
                  </a:lnTo>
                  <a:lnTo>
                    <a:pt x="7558281" y="626691"/>
                  </a:lnTo>
                  <a:lnTo>
                    <a:pt x="7567776" y="626691"/>
                  </a:lnTo>
                  <a:lnTo>
                    <a:pt x="7577272" y="626691"/>
                  </a:lnTo>
                  <a:lnTo>
                    <a:pt x="7586767" y="626691"/>
                  </a:lnTo>
                  <a:lnTo>
                    <a:pt x="7596262" y="626691"/>
                  </a:lnTo>
                  <a:lnTo>
                    <a:pt x="7605758" y="626691"/>
                  </a:lnTo>
                  <a:lnTo>
                    <a:pt x="7615253" y="626691"/>
                  </a:lnTo>
                  <a:lnTo>
                    <a:pt x="7624748" y="626691"/>
                  </a:lnTo>
                  <a:lnTo>
                    <a:pt x="7634243" y="626691"/>
                  </a:lnTo>
                  <a:lnTo>
                    <a:pt x="7643739" y="626691"/>
                  </a:lnTo>
                  <a:lnTo>
                    <a:pt x="7653234" y="626691"/>
                  </a:lnTo>
                  <a:lnTo>
                    <a:pt x="7662729" y="626691"/>
                  </a:lnTo>
                  <a:lnTo>
                    <a:pt x="7672225" y="626691"/>
                  </a:lnTo>
                  <a:lnTo>
                    <a:pt x="7681720" y="626691"/>
                  </a:lnTo>
                  <a:lnTo>
                    <a:pt x="7691215" y="626691"/>
                  </a:lnTo>
                  <a:lnTo>
                    <a:pt x="7700711" y="626691"/>
                  </a:lnTo>
                  <a:lnTo>
                    <a:pt x="7710206" y="626691"/>
                  </a:lnTo>
                  <a:lnTo>
                    <a:pt x="7719702" y="626691"/>
                  </a:lnTo>
                  <a:lnTo>
                    <a:pt x="7729197" y="626691"/>
                  </a:lnTo>
                  <a:lnTo>
                    <a:pt x="7738692" y="626691"/>
                  </a:lnTo>
                  <a:lnTo>
                    <a:pt x="7748188" y="626691"/>
                  </a:lnTo>
                  <a:lnTo>
                    <a:pt x="7757682" y="626691"/>
                  </a:lnTo>
                  <a:lnTo>
                    <a:pt x="7767178" y="626691"/>
                  </a:lnTo>
                  <a:lnTo>
                    <a:pt x="7776673" y="626691"/>
                  </a:lnTo>
                  <a:lnTo>
                    <a:pt x="7786169" y="626691"/>
                  </a:lnTo>
                  <a:lnTo>
                    <a:pt x="7795664" y="626691"/>
                  </a:lnTo>
                  <a:lnTo>
                    <a:pt x="7805159" y="626691"/>
                  </a:lnTo>
                  <a:lnTo>
                    <a:pt x="7814655" y="626691"/>
                  </a:lnTo>
                  <a:lnTo>
                    <a:pt x="7824150" y="626691"/>
                  </a:lnTo>
                  <a:lnTo>
                    <a:pt x="7833645" y="626691"/>
                  </a:lnTo>
                  <a:lnTo>
                    <a:pt x="7843141" y="626691"/>
                  </a:lnTo>
                  <a:lnTo>
                    <a:pt x="7852636" y="626691"/>
                  </a:lnTo>
                  <a:lnTo>
                    <a:pt x="7862131" y="626691"/>
                  </a:lnTo>
                  <a:lnTo>
                    <a:pt x="7871627" y="626691"/>
                  </a:lnTo>
                  <a:lnTo>
                    <a:pt x="7881122" y="626691"/>
                  </a:lnTo>
                  <a:lnTo>
                    <a:pt x="7890618" y="626691"/>
                  </a:lnTo>
                  <a:lnTo>
                    <a:pt x="7900112" y="626691"/>
                  </a:lnTo>
                  <a:lnTo>
                    <a:pt x="7909608" y="626691"/>
                  </a:lnTo>
                  <a:lnTo>
                    <a:pt x="7919104" y="626691"/>
                  </a:lnTo>
                  <a:lnTo>
                    <a:pt x="7928598" y="626691"/>
                  </a:lnTo>
                  <a:lnTo>
                    <a:pt x="7938094" y="626691"/>
                  </a:lnTo>
                  <a:lnTo>
                    <a:pt x="7947589" y="626691"/>
                  </a:lnTo>
                  <a:lnTo>
                    <a:pt x="7957085" y="626691"/>
                  </a:lnTo>
                  <a:lnTo>
                    <a:pt x="7966580" y="626691"/>
                  </a:lnTo>
                  <a:lnTo>
                    <a:pt x="7976075" y="626691"/>
                  </a:lnTo>
                  <a:lnTo>
                    <a:pt x="7985571" y="626691"/>
                  </a:lnTo>
                  <a:lnTo>
                    <a:pt x="7995066" y="626691"/>
                  </a:lnTo>
                  <a:lnTo>
                    <a:pt x="8004561" y="626691"/>
                  </a:lnTo>
                  <a:lnTo>
                    <a:pt x="8014057" y="626691"/>
                  </a:lnTo>
                  <a:lnTo>
                    <a:pt x="8023552" y="626691"/>
                  </a:lnTo>
                  <a:lnTo>
                    <a:pt x="8033047" y="626691"/>
                  </a:lnTo>
                  <a:lnTo>
                    <a:pt x="8042543" y="626691"/>
                  </a:lnTo>
                  <a:lnTo>
                    <a:pt x="8052038" y="626691"/>
                  </a:lnTo>
                  <a:lnTo>
                    <a:pt x="8061534" y="626691"/>
                  </a:lnTo>
                  <a:lnTo>
                    <a:pt x="8071028" y="626691"/>
                  </a:lnTo>
                  <a:lnTo>
                    <a:pt x="8080524" y="626691"/>
                  </a:lnTo>
                  <a:lnTo>
                    <a:pt x="8090019" y="626691"/>
                  </a:lnTo>
                  <a:lnTo>
                    <a:pt x="8099514" y="626691"/>
                  </a:lnTo>
                  <a:lnTo>
                    <a:pt x="8109010" y="626691"/>
                  </a:lnTo>
                  <a:lnTo>
                    <a:pt x="8118505" y="626691"/>
                  </a:lnTo>
                  <a:lnTo>
                    <a:pt x="8128001" y="626691"/>
                  </a:lnTo>
                  <a:lnTo>
                    <a:pt x="8137496" y="626691"/>
                  </a:lnTo>
                  <a:lnTo>
                    <a:pt x="8146991" y="626691"/>
                  </a:lnTo>
                  <a:lnTo>
                    <a:pt x="8156487" y="626691"/>
                  </a:lnTo>
                  <a:lnTo>
                    <a:pt x="8165981" y="626691"/>
                  </a:lnTo>
                  <a:lnTo>
                    <a:pt x="8175477" y="626691"/>
                  </a:lnTo>
                  <a:lnTo>
                    <a:pt x="8184973" y="626691"/>
                  </a:lnTo>
                  <a:lnTo>
                    <a:pt x="8194468" y="626691"/>
                  </a:lnTo>
                  <a:lnTo>
                    <a:pt x="8203963" y="626691"/>
                  </a:lnTo>
                  <a:lnTo>
                    <a:pt x="8213458" y="626691"/>
                  </a:lnTo>
                  <a:lnTo>
                    <a:pt x="8222954" y="626691"/>
                  </a:lnTo>
                  <a:lnTo>
                    <a:pt x="8232449" y="626691"/>
                  </a:lnTo>
                  <a:lnTo>
                    <a:pt x="8241944" y="626691"/>
                  </a:lnTo>
                  <a:lnTo>
                    <a:pt x="8251440" y="626691"/>
                  </a:lnTo>
                  <a:lnTo>
                    <a:pt x="8260935" y="626691"/>
                  </a:lnTo>
                  <a:lnTo>
                    <a:pt x="8270430" y="626691"/>
                  </a:lnTo>
                  <a:lnTo>
                    <a:pt x="8279926" y="626691"/>
                  </a:lnTo>
                  <a:lnTo>
                    <a:pt x="8289421" y="626691"/>
                  </a:lnTo>
                  <a:lnTo>
                    <a:pt x="8298917" y="626691"/>
                  </a:lnTo>
                  <a:lnTo>
                    <a:pt x="8308412" y="626691"/>
                  </a:lnTo>
                  <a:lnTo>
                    <a:pt x="8317907" y="626691"/>
                  </a:lnTo>
                  <a:lnTo>
                    <a:pt x="8327403" y="626691"/>
                  </a:lnTo>
                  <a:lnTo>
                    <a:pt x="8336897" y="626691"/>
                  </a:lnTo>
                  <a:lnTo>
                    <a:pt x="8346393" y="626691"/>
                  </a:lnTo>
                  <a:lnTo>
                    <a:pt x="8355889" y="626691"/>
                  </a:lnTo>
                  <a:lnTo>
                    <a:pt x="8365384" y="626691"/>
                  </a:lnTo>
                  <a:lnTo>
                    <a:pt x="8374879" y="626691"/>
                  </a:lnTo>
                  <a:lnTo>
                    <a:pt x="8384374" y="626691"/>
                  </a:lnTo>
                  <a:lnTo>
                    <a:pt x="8393870" y="626691"/>
                  </a:lnTo>
                  <a:lnTo>
                    <a:pt x="8403365" y="626691"/>
                  </a:lnTo>
                  <a:lnTo>
                    <a:pt x="8412860" y="626691"/>
                  </a:lnTo>
                  <a:lnTo>
                    <a:pt x="8422356" y="626691"/>
                  </a:lnTo>
                  <a:lnTo>
                    <a:pt x="8431851" y="626691"/>
                  </a:lnTo>
                  <a:lnTo>
                    <a:pt x="8441346" y="626691"/>
                  </a:lnTo>
                  <a:lnTo>
                    <a:pt x="8450842" y="626691"/>
                  </a:lnTo>
                  <a:lnTo>
                    <a:pt x="8460337" y="626691"/>
                  </a:lnTo>
                  <a:lnTo>
                    <a:pt x="8469832" y="626691"/>
                  </a:lnTo>
                  <a:lnTo>
                    <a:pt x="8479327" y="626691"/>
                  </a:lnTo>
                  <a:lnTo>
                    <a:pt x="8488823" y="626691"/>
                  </a:lnTo>
                  <a:lnTo>
                    <a:pt x="8498319" y="626691"/>
                  </a:lnTo>
                  <a:lnTo>
                    <a:pt x="8507813" y="626691"/>
                  </a:lnTo>
                  <a:lnTo>
                    <a:pt x="8517309" y="626691"/>
                  </a:lnTo>
                  <a:lnTo>
                    <a:pt x="8526804" y="626691"/>
                  </a:lnTo>
                  <a:lnTo>
                    <a:pt x="8536300" y="626691"/>
                  </a:lnTo>
                  <a:lnTo>
                    <a:pt x="8545795" y="626691"/>
                  </a:lnTo>
                  <a:lnTo>
                    <a:pt x="8555290" y="626691"/>
                  </a:lnTo>
                  <a:lnTo>
                    <a:pt x="8564786" y="626691"/>
                  </a:lnTo>
                  <a:lnTo>
                    <a:pt x="8574281" y="626691"/>
                  </a:lnTo>
                  <a:lnTo>
                    <a:pt x="8583776" y="626691"/>
                  </a:lnTo>
                  <a:lnTo>
                    <a:pt x="8593272" y="626691"/>
                  </a:lnTo>
                  <a:lnTo>
                    <a:pt x="8602767" y="626691"/>
                  </a:lnTo>
                  <a:lnTo>
                    <a:pt x="8612262" y="626691"/>
                  </a:lnTo>
                  <a:lnTo>
                    <a:pt x="8621758" y="626691"/>
                  </a:lnTo>
                  <a:lnTo>
                    <a:pt x="8631253" y="626691"/>
                  </a:lnTo>
                  <a:lnTo>
                    <a:pt x="8640748" y="626691"/>
                  </a:lnTo>
                  <a:lnTo>
                    <a:pt x="8650243" y="626691"/>
                  </a:lnTo>
                  <a:lnTo>
                    <a:pt x="8659739" y="626691"/>
                  </a:lnTo>
                  <a:lnTo>
                    <a:pt x="8669234" y="626691"/>
                  </a:lnTo>
                  <a:lnTo>
                    <a:pt x="8678729" y="626691"/>
                  </a:lnTo>
                  <a:lnTo>
                    <a:pt x="8688225" y="626691"/>
                  </a:lnTo>
                  <a:lnTo>
                    <a:pt x="8697720" y="626691"/>
                  </a:lnTo>
                  <a:lnTo>
                    <a:pt x="8707215" y="626691"/>
                  </a:lnTo>
                  <a:lnTo>
                    <a:pt x="8716711" y="626691"/>
                  </a:lnTo>
                  <a:lnTo>
                    <a:pt x="8726206" y="626691"/>
                  </a:lnTo>
                  <a:lnTo>
                    <a:pt x="8735702" y="626691"/>
                  </a:lnTo>
                  <a:lnTo>
                    <a:pt x="8745197" y="626691"/>
                  </a:lnTo>
                  <a:lnTo>
                    <a:pt x="8754692" y="626691"/>
                  </a:lnTo>
                  <a:lnTo>
                    <a:pt x="8764188" y="626691"/>
                  </a:lnTo>
                  <a:lnTo>
                    <a:pt x="8773683" y="626691"/>
                  </a:lnTo>
                  <a:lnTo>
                    <a:pt x="8783178" y="626691"/>
                  </a:lnTo>
                  <a:lnTo>
                    <a:pt x="8792673" y="626691"/>
                  </a:lnTo>
                  <a:lnTo>
                    <a:pt x="8802169" y="626691"/>
                  </a:lnTo>
                  <a:lnTo>
                    <a:pt x="8811664" y="626691"/>
                  </a:lnTo>
                  <a:lnTo>
                    <a:pt x="8821159" y="626691"/>
                  </a:lnTo>
                  <a:lnTo>
                    <a:pt x="8830655" y="626691"/>
                  </a:lnTo>
                  <a:lnTo>
                    <a:pt x="8840150" y="626691"/>
                  </a:lnTo>
                  <a:lnTo>
                    <a:pt x="8849645" y="626691"/>
                  </a:lnTo>
                  <a:lnTo>
                    <a:pt x="8859141" y="626691"/>
                  </a:lnTo>
                  <a:lnTo>
                    <a:pt x="8868636" y="626691"/>
                  </a:lnTo>
                  <a:lnTo>
                    <a:pt x="8878131" y="626691"/>
                  </a:lnTo>
                  <a:lnTo>
                    <a:pt x="8887627" y="626691"/>
                  </a:lnTo>
                  <a:lnTo>
                    <a:pt x="8897122" y="626691"/>
                  </a:lnTo>
                  <a:lnTo>
                    <a:pt x="8906618" y="626691"/>
                  </a:lnTo>
                  <a:lnTo>
                    <a:pt x="8916112" y="626691"/>
                  </a:lnTo>
                  <a:lnTo>
                    <a:pt x="8925608" y="626691"/>
                  </a:lnTo>
                  <a:lnTo>
                    <a:pt x="8935104" y="626691"/>
                  </a:lnTo>
                  <a:lnTo>
                    <a:pt x="8944598" y="626691"/>
                  </a:lnTo>
                  <a:lnTo>
                    <a:pt x="8954094" y="626691"/>
                  </a:lnTo>
                  <a:lnTo>
                    <a:pt x="8963589" y="626691"/>
                  </a:lnTo>
                  <a:lnTo>
                    <a:pt x="8973085" y="626691"/>
                  </a:lnTo>
                  <a:lnTo>
                    <a:pt x="8982580" y="626691"/>
                  </a:lnTo>
                  <a:lnTo>
                    <a:pt x="8992075" y="626691"/>
                  </a:lnTo>
                  <a:lnTo>
                    <a:pt x="9001571" y="626691"/>
                  </a:lnTo>
                  <a:lnTo>
                    <a:pt x="9011066" y="626691"/>
                  </a:lnTo>
                  <a:lnTo>
                    <a:pt x="9020561" y="626691"/>
                  </a:lnTo>
                  <a:lnTo>
                    <a:pt x="9030057" y="626691"/>
                  </a:lnTo>
                  <a:lnTo>
                    <a:pt x="9039552" y="626691"/>
                  </a:lnTo>
                  <a:lnTo>
                    <a:pt x="9049047" y="626691"/>
                  </a:lnTo>
                  <a:lnTo>
                    <a:pt x="9058543" y="626691"/>
                  </a:lnTo>
                  <a:lnTo>
                    <a:pt x="9068038" y="626691"/>
                  </a:lnTo>
                  <a:lnTo>
                    <a:pt x="9077534" y="626691"/>
                  </a:lnTo>
                  <a:lnTo>
                    <a:pt x="9087028" y="626691"/>
                  </a:lnTo>
                  <a:lnTo>
                    <a:pt x="9096524" y="626691"/>
                  </a:lnTo>
                  <a:lnTo>
                    <a:pt x="9106019" y="626691"/>
                  </a:lnTo>
                  <a:lnTo>
                    <a:pt x="9115514" y="626691"/>
                  </a:lnTo>
                  <a:lnTo>
                    <a:pt x="9125010" y="626691"/>
                  </a:lnTo>
                  <a:lnTo>
                    <a:pt x="9134505" y="626691"/>
                  </a:lnTo>
                  <a:lnTo>
                    <a:pt x="9144001" y="626691"/>
                  </a:lnTo>
                  <a:lnTo>
                    <a:pt x="9153496" y="626691"/>
                  </a:lnTo>
                  <a:lnTo>
                    <a:pt x="9162991" y="626691"/>
                  </a:lnTo>
                  <a:lnTo>
                    <a:pt x="9172487" y="626691"/>
                  </a:lnTo>
                  <a:lnTo>
                    <a:pt x="9181981" y="626691"/>
                  </a:lnTo>
                  <a:lnTo>
                    <a:pt x="9191477" y="626691"/>
                  </a:lnTo>
                  <a:lnTo>
                    <a:pt x="9200973" y="626691"/>
                  </a:lnTo>
                  <a:lnTo>
                    <a:pt x="9210468" y="626691"/>
                  </a:lnTo>
                  <a:lnTo>
                    <a:pt x="9219963" y="626691"/>
                  </a:lnTo>
                  <a:lnTo>
                    <a:pt x="9229458" y="626691"/>
                  </a:lnTo>
                  <a:lnTo>
                    <a:pt x="9238954" y="626691"/>
                  </a:lnTo>
                  <a:lnTo>
                    <a:pt x="9248450" y="617196"/>
                  </a:lnTo>
                  <a:lnTo>
                    <a:pt x="9257944" y="617196"/>
                  </a:lnTo>
                  <a:lnTo>
                    <a:pt x="9267440" y="617196"/>
                  </a:lnTo>
                  <a:lnTo>
                    <a:pt x="9276935" y="617196"/>
                  </a:lnTo>
                  <a:lnTo>
                    <a:pt x="9286430" y="607700"/>
                  </a:lnTo>
                  <a:lnTo>
                    <a:pt x="9295926" y="607700"/>
                  </a:lnTo>
                  <a:lnTo>
                    <a:pt x="9305421" y="598205"/>
                  </a:lnTo>
                  <a:lnTo>
                    <a:pt x="9314917" y="598205"/>
                  </a:lnTo>
                  <a:lnTo>
                    <a:pt x="9324412" y="588710"/>
                  </a:lnTo>
                  <a:lnTo>
                    <a:pt x="9333907" y="579214"/>
                  </a:lnTo>
                  <a:lnTo>
                    <a:pt x="9343403" y="569719"/>
                  </a:lnTo>
                  <a:lnTo>
                    <a:pt x="9352897" y="560224"/>
                  </a:lnTo>
                  <a:lnTo>
                    <a:pt x="9362393" y="560224"/>
                  </a:lnTo>
                  <a:lnTo>
                    <a:pt x="9371889" y="550728"/>
                  </a:lnTo>
                  <a:lnTo>
                    <a:pt x="9381384" y="541233"/>
                  </a:lnTo>
                  <a:lnTo>
                    <a:pt x="9390879" y="522242"/>
                  </a:lnTo>
                  <a:lnTo>
                    <a:pt x="9400374" y="512747"/>
                  </a:lnTo>
                  <a:lnTo>
                    <a:pt x="9409870" y="503252"/>
                  </a:lnTo>
                  <a:lnTo>
                    <a:pt x="9419365" y="503252"/>
                  </a:lnTo>
                  <a:lnTo>
                    <a:pt x="9428860" y="503252"/>
                  </a:lnTo>
                  <a:lnTo>
                    <a:pt x="9438356" y="512747"/>
                  </a:lnTo>
                  <a:lnTo>
                    <a:pt x="9447851" y="522242"/>
                  </a:lnTo>
                  <a:lnTo>
                    <a:pt x="9457346" y="531738"/>
                  </a:lnTo>
                  <a:lnTo>
                    <a:pt x="9466842" y="541233"/>
                  </a:lnTo>
                  <a:lnTo>
                    <a:pt x="9476337" y="550728"/>
                  </a:lnTo>
                  <a:lnTo>
                    <a:pt x="9485833" y="560224"/>
                  </a:lnTo>
                  <a:lnTo>
                    <a:pt x="9495327" y="560224"/>
                  </a:lnTo>
                  <a:lnTo>
                    <a:pt x="9504823" y="569719"/>
                  </a:lnTo>
                  <a:lnTo>
                    <a:pt x="9514319" y="579214"/>
                  </a:lnTo>
                  <a:lnTo>
                    <a:pt x="9523813" y="569719"/>
                  </a:lnTo>
                  <a:lnTo>
                    <a:pt x="9533309" y="579214"/>
                  </a:lnTo>
                  <a:lnTo>
                    <a:pt x="9542804" y="579214"/>
                  </a:lnTo>
                  <a:lnTo>
                    <a:pt x="9552300" y="588710"/>
                  </a:lnTo>
                  <a:lnTo>
                    <a:pt x="9561795" y="588710"/>
                  </a:lnTo>
                  <a:lnTo>
                    <a:pt x="9571290" y="598205"/>
                  </a:lnTo>
                  <a:lnTo>
                    <a:pt x="9580786" y="598205"/>
                  </a:lnTo>
                  <a:lnTo>
                    <a:pt x="9590281" y="598205"/>
                  </a:lnTo>
                  <a:lnTo>
                    <a:pt x="9599776" y="607700"/>
                  </a:lnTo>
                  <a:lnTo>
                    <a:pt x="9609272" y="607700"/>
                  </a:lnTo>
                  <a:lnTo>
                    <a:pt x="9618767" y="607700"/>
                  </a:lnTo>
                  <a:lnTo>
                    <a:pt x="9628262" y="607700"/>
                  </a:lnTo>
                  <a:lnTo>
                    <a:pt x="9637758" y="607700"/>
                  </a:lnTo>
                  <a:lnTo>
                    <a:pt x="9647253" y="617196"/>
                  </a:lnTo>
                  <a:lnTo>
                    <a:pt x="9656748" y="617196"/>
                  </a:lnTo>
                  <a:lnTo>
                    <a:pt x="9666243" y="617196"/>
                  </a:lnTo>
                  <a:lnTo>
                    <a:pt x="9675739" y="617196"/>
                  </a:lnTo>
                  <a:lnTo>
                    <a:pt x="9685234" y="617196"/>
                  </a:lnTo>
                  <a:lnTo>
                    <a:pt x="9694729" y="617196"/>
                  </a:lnTo>
                </a:path>
              </a:pathLst>
            </a:custGeom>
            <a:noFill/>
            <a:ln w="28575" cap="flat" cmpd="sng" algn="ctr">
              <a:solidFill>
                <a:srgbClr val="E40D0D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A0CE8E54-C635-1108-5794-F030D2AEA11B}"/>
              </a:ext>
            </a:extLst>
          </p:cNvPr>
          <p:cNvSpPr txBox="1"/>
          <p:nvPr/>
        </p:nvSpPr>
        <p:spPr>
          <a:xfrm>
            <a:off x="1309172" y="12055343"/>
            <a:ext cx="52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(f)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2000407-3904-C509-2845-C9466D9B5013}"/>
              </a:ext>
            </a:extLst>
          </p:cNvPr>
          <p:cNvSpPr txBox="1"/>
          <p:nvPr/>
        </p:nvSpPr>
        <p:spPr>
          <a:xfrm>
            <a:off x="1271503" y="13260410"/>
            <a:ext cx="58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(g)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BA5930D-FC2D-A5B4-9C67-1D15DBAB8B02}"/>
              </a:ext>
            </a:extLst>
          </p:cNvPr>
          <p:cNvSpPr txBox="1"/>
          <p:nvPr/>
        </p:nvSpPr>
        <p:spPr>
          <a:xfrm>
            <a:off x="2447067" y="98042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5313B2B-04AE-909C-164F-8FD77ADDB059}"/>
              </a:ext>
            </a:extLst>
          </p:cNvPr>
          <p:cNvSpPr txBox="1"/>
          <p:nvPr/>
        </p:nvSpPr>
        <p:spPr>
          <a:xfrm>
            <a:off x="2438692" y="10928296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scan, Se</a:t>
            </a:r>
            <a:r>
              <a:rPr lang="en-CA" baseline="30000" dirty="0">
                <a:latin typeface="Avenir LT Std 45 Book" panose="020B0502020203020204" pitchFamily="34" charset="0"/>
              </a:rPr>
              <a:t>-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219E1270-8192-327F-86F2-5E0CA6F2A6B0}"/>
              </a:ext>
            </a:extLst>
          </p:cNvPr>
          <p:cNvSpPr txBox="1"/>
          <p:nvPr/>
        </p:nvSpPr>
        <p:spPr>
          <a:xfrm>
            <a:off x="2438693" y="12062265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663CBCD-3D23-4A74-9A5C-A7732E4F4D24}"/>
              </a:ext>
            </a:extLst>
          </p:cNvPr>
          <p:cNvSpPr txBox="1"/>
          <p:nvPr/>
        </p:nvSpPr>
        <p:spPr>
          <a:xfrm>
            <a:off x="2448538" y="13323130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scan, C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dirty="0">
                <a:latin typeface="Avenir LT Std 45 Book" panose="020B0502020203020204" pitchFamily="34" charset="0"/>
              </a:rPr>
              <a:t>H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baseline="30000" dirty="0">
                <a:latin typeface="Avenir LT Std 45 Book" panose="020B0502020203020204" pitchFamily="34" charset="0"/>
              </a:rPr>
              <a:t>+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EC0B912-F35E-33C2-3442-05C459337DB6}"/>
              </a:ext>
            </a:extLst>
          </p:cNvPr>
          <p:cNvSpPr txBox="1"/>
          <p:nvPr/>
        </p:nvSpPr>
        <p:spPr>
          <a:xfrm>
            <a:off x="2297251" y="6224792"/>
            <a:ext cx="266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Microscope image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FF4D2B9-27BD-117A-7752-3D60B9BAB788}"/>
              </a:ext>
            </a:extLst>
          </p:cNvPr>
          <p:cNvSpPr txBox="1"/>
          <p:nvPr/>
        </p:nvSpPr>
        <p:spPr>
          <a:xfrm>
            <a:off x="5156844" y="6239701"/>
            <a:ext cx="22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1453 cm</a:t>
            </a:r>
            <a:r>
              <a:rPr lang="en-CA" baseline="30000" dirty="0">
                <a:latin typeface="Avenir LT Std 45 Book" panose="020B0502020203020204" pitchFamily="34" charset="0"/>
              </a:rPr>
              <a:t>-1</a:t>
            </a:r>
            <a:r>
              <a:rPr lang="en-CA" dirty="0">
                <a:latin typeface="Avenir LT Std 45 Book" panose="020B0502020203020204" pitchFamily="34" charset="0"/>
              </a:rPr>
              <a:t> map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76B7FFF-D625-16D2-05A5-4129DF95408B}"/>
              </a:ext>
            </a:extLst>
          </p:cNvPr>
          <p:cNvSpPr txBox="1"/>
          <p:nvPr/>
        </p:nvSpPr>
        <p:spPr>
          <a:xfrm>
            <a:off x="8049055" y="6221477"/>
            <a:ext cx="284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Full spectra analysis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867B8BE-8B09-7063-EB16-A1A80920C22C}"/>
              </a:ext>
            </a:extLst>
          </p:cNvPr>
          <p:cNvSpPr txBox="1"/>
          <p:nvPr/>
        </p:nvSpPr>
        <p:spPr>
          <a:xfrm rot="10800000">
            <a:off x="1620881" y="7551806"/>
            <a:ext cx="553998" cy="106856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O-PTIR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ABC7D85A-3959-1E78-B586-2F7A653BF4CA}"/>
              </a:ext>
            </a:extLst>
          </p:cNvPr>
          <p:cNvSpPr txBox="1"/>
          <p:nvPr/>
        </p:nvSpPr>
        <p:spPr>
          <a:xfrm rot="10800000">
            <a:off x="1694335" y="11401354"/>
            <a:ext cx="553998" cy="149816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TOF-SIMS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0C6CB-C91B-E347-B803-A7B130482C81}"/>
              </a:ext>
            </a:extLst>
          </p:cNvPr>
          <p:cNvSpPr/>
          <p:nvPr/>
        </p:nvSpPr>
        <p:spPr>
          <a:xfrm>
            <a:off x="3688080" y="8686680"/>
            <a:ext cx="297180" cy="285894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736206-A86D-799C-815B-BCC21B841285}"/>
              </a:ext>
            </a:extLst>
          </p:cNvPr>
          <p:cNvSpPr/>
          <p:nvPr/>
        </p:nvSpPr>
        <p:spPr>
          <a:xfrm>
            <a:off x="4906035" y="7028258"/>
            <a:ext cx="2730541" cy="2190015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D825C6-D086-4D9A-E6C0-5A679D8C5B81}"/>
              </a:ext>
            </a:extLst>
          </p:cNvPr>
          <p:cNvSpPr/>
          <p:nvPr/>
        </p:nvSpPr>
        <p:spPr>
          <a:xfrm>
            <a:off x="6505580" y="10533398"/>
            <a:ext cx="4926460" cy="518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EED5F-029F-A843-038E-CAFDD1701321}"/>
              </a:ext>
            </a:extLst>
          </p:cNvPr>
          <p:cNvSpPr txBox="1"/>
          <p:nvPr/>
        </p:nvSpPr>
        <p:spPr>
          <a:xfrm>
            <a:off x="6308147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B15DE9-5D61-12CE-22CD-257E93E76214}"/>
              </a:ext>
            </a:extLst>
          </p:cNvPr>
          <p:cNvGrpSpPr/>
          <p:nvPr/>
        </p:nvGrpSpPr>
        <p:grpSpPr>
          <a:xfrm>
            <a:off x="8333759" y="6511137"/>
            <a:ext cx="2910993" cy="384621"/>
            <a:chOff x="8549054" y="6454002"/>
            <a:chExt cx="2910993" cy="38462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9F6C48A-00BE-F6A3-A7BA-A2B4C1450EA8}"/>
                </a:ext>
              </a:extLst>
            </p:cNvPr>
            <p:cNvSpPr/>
            <p:nvPr/>
          </p:nvSpPr>
          <p:spPr>
            <a:xfrm>
              <a:off x="8894989" y="6657864"/>
              <a:ext cx="85150" cy="75070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A87580C-561D-8FD6-345D-1BD6AC776C9B}"/>
                </a:ext>
              </a:extLst>
            </p:cNvPr>
            <p:cNvSpPr/>
            <p:nvPr/>
          </p:nvSpPr>
          <p:spPr>
            <a:xfrm>
              <a:off x="8894989" y="6534155"/>
              <a:ext cx="85150" cy="75302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5B50929-9B7A-A2E8-CB5A-604CE727644C}"/>
                </a:ext>
              </a:extLst>
            </p:cNvPr>
            <p:cNvGrpSpPr/>
            <p:nvPr/>
          </p:nvGrpSpPr>
          <p:grpSpPr>
            <a:xfrm>
              <a:off x="8549054" y="6454002"/>
              <a:ext cx="2910993" cy="384621"/>
              <a:chOff x="8587914" y="6448684"/>
              <a:chExt cx="2910993" cy="384621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519C17-A72C-AC4B-2CF0-D087D224191F}"/>
                  </a:ext>
                </a:extLst>
              </p:cNvPr>
              <p:cNvSpPr txBox="1"/>
              <p:nvPr/>
            </p:nvSpPr>
            <p:spPr>
              <a:xfrm>
                <a:off x="8587914" y="6571695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Confirmed Se-PS-MNPs peaks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6D9EDD-6A2E-B0AA-8529-182625A92DF4}"/>
                  </a:ext>
                </a:extLst>
              </p:cNvPr>
              <p:cNvSpPr txBox="1"/>
              <p:nvPr/>
            </p:nvSpPr>
            <p:spPr>
              <a:xfrm>
                <a:off x="8654781" y="6448684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Unconfirmed Se-PS-MNPs peaks</a:t>
                </a: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7BFA4-57F5-621B-90B7-0D28AA2980CB}"/>
              </a:ext>
            </a:extLst>
          </p:cNvPr>
          <p:cNvSpPr/>
          <p:nvPr/>
        </p:nvSpPr>
        <p:spPr>
          <a:xfrm>
            <a:off x="6523352" y="12672892"/>
            <a:ext cx="5757239" cy="60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00807B0-63E0-BB44-E788-199FC297650E}"/>
              </a:ext>
            </a:extLst>
          </p:cNvPr>
          <p:cNvSpPr txBox="1"/>
          <p:nvPr/>
        </p:nvSpPr>
        <p:spPr>
          <a:xfrm>
            <a:off x="6313992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45495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C06B-9F39-1ED3-B1B3-C90863933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9BC2FCB-5948-46B3-92DF-2923FA18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658" y="6863632"/>
            <a:ext cx="5471929" cy="2756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A1A857-7EC0-890F-F0C6-286449DD85E1}"/>
              </a:ext>
            </a:extLst>
          </p:cNvPr>
          <p:cNvSpPr txBox="1"/>
          <p:nvPr/>
        </p:nvSpPr>
        <p:spPr>
          <a:xfrm rot="10800000">
            <a:off x="759962" y="6967736"/>
            <a:ext cx="553998" cy="67998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CA" sz="2400" dirty="0">
                <a:latin typeface="Avenir LT Std 65 Medium" panose="020B0803020203020204" pitchFamily="34" charset="0"/>
              </a:rPr>
              <a:t>1 ppm exposure </a:t>
            </a:r>
            <a:r>
              <a:rPr lang="en-CA" sz="2400" dirty="0">
                <a:solidFill>
                  <a:srgbClr val="E40D0D"/>
                </a:solidFill>
                <a:latin typeface="Avenir LT Std 65 Medium" panose="020B0803020203020204" pitchFamily="34" charset="0"/>
              </a:rPr>
              <a:t>0.7% w/w </a:t>
            </a:r>
            <a:r>
              <a:rPr lang="en-CA" sz="2400" dirty="0">
                <a:latin typeface="Avenir LT Std 65 Medium" panose="020B0803020203020204" pitchFamily="34" charset="0"/>
              </a:rPr>
              <a:t>Se-PS-MNPs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F49DCC-84EC-2160-BCC4-3309ED888707}"/>
              </a:ext>
            </a:extLst>
          </p:cNvPr>
          <p:cNvCxnSpPr>
            <a:cxnSpLocks/>
          </p:cNvCxnSpPr>
          <p:nvPr/>
        </p:nvCxnSpPr>
        <p:spPr>
          <a:xfrm>
            <a:off x="1333372" y="6140450"/>
            <a:ext cx="0" cy="8382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6E998F-E577-D60E-4CC8-65C99151611E}"/>
              </a:ext>
            </a:extLst>
          </p:cNvPr>
          <p:cNvSpPr txBox="1"/>
          <p:nvPr/>
        </p:nvSpPr>
        <p:spPr>
          <a:xfrm>
            <a:off x="539085" y="14810047"/>
            <a:ext cx="11181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S11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O-PTIR and Nano-TOF-SIMS information for Figure 5.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10x O-PTIR microscope image of a histological slice of a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Daphnia magna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to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ppm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0.7% w/w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Se-PS-MNPs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put on a section of the digestive tract. Red dotted square indicates location of the analysis;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O-PTIR mapping of a 96 x 85 µm region of the exposed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magna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wavenumber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aromatic C-H bending identifiable in polystyrene with point analysis shown by the red crosses at 30 random locations with intensities above 7 mV, with color bar shown on the right side of the image. Mapping done with a scan rate of 100 µm/s at a resolution of 0.2 µm/point with a probe power of 3% and an IR power of 17%;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O-PTIR spectrum for each red cross in b) with small circles indicating the presence of identified Se-PS-MNPs by the sharp peaks at 1491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 triangles indicating non-confirmation of the presence of Se-PS-MNPs;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scan with counts for a m/z range of 0 – 200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analysis with emphasis on counts of Se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79.95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positive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Nano-TOF-SIMS negative ion analysis with emphasis on counts of 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91 g/mol.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C53EEB-B885-F81B-A1F9-DC72F10CB366}"/>
              </a:ext>
            </a:extLst>
          </p:cNvPr>
          <p:cNvSpPr txBox="1"/>
          <p:nvPr/>
        </p:nvSpPr>
        <p:spPr>
          <a:xfrm>
            <a:off x="1309172" y="6010935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B9545-C325-51D2-4825-2A544DAB8959}"/>
              </a:ext>
            </a:extLst>
          </p:cNvPr>
          <p:cNvSpPr txBox="1"/>
          <p:nvPr/>
        </p:nvSpPr>
        <p:spPr>
          <a:xfrm>
            <a:off x="4798851" y="5999818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87926C-167B-0092-6986-F65821F65741}"/>
              </a:ext>
            </a:extLst>
          </p:cNvPr>
          <p:cNvSpPr txBox="1"/>
          <p:nvPr/>
        </p:nvSpPr>
        <p:spPr>
          <a:xfrm>
            <a:off x="7479361" y="6010935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66D65-8E48-6199-3C84-8FB41853CCF2}"/>
              </a:ext>
            </a:extLst>
          </p:cNvPr>
          <p:cNvSpPr txBox="1"/>
          <p:nvPr/>
        </p:nvSpPr>
        <p:spPr>
          <a:xfrm>
            <a:off x="2174879" y="10688320"/>
            <a:ext cx="298480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A0CBB-E2AC-BBA2-1B16-E5EC555711DA}"/>
              </a:ext>
            </a:extLst>
          </p:cNvPr>
          <p:cNvSpPr txBox="1"/>
          <p:nvPr/>
        </p:nvSpPr>
        <p:spPr>
          <a:xfrm>
            <a:off x="4243568" y="10688320"/>
            <a:ext cx="412291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063D6-886F-8CAD-DE95-204F3958E43D}"/>
              </a:ext>
            </a:extLst>
          </p:cNvPr>
          <p:cNvSpPr txBox="1"/>
          <p:nvPr/>
        </p:nvSpPr>
        <p:spPr>
          <a:xfrm>
            <a:off x="8411458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78BC11-3843-8245-4DB3-0A7F86C155FB}"/>
              </a:ext>
            </a:extLst>
          </p:cNvPr>
          <p:cNvSpPr/>
          <p:nvPr/>
        </p:nvSpPr>
        <p:spPr bwMode="auto">
          <a:xfrm>
            <a:off x="2285289" y="10606118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D5D4947-2264-6B67-9EF5-7C7E6D1DE2CF}"/>
              </a:ext>
            </a:extLst>
          </p:cNvPr>
          <p:cNvSpPr txBox="1"/>
          <p:nvPr/>
        </p:nvSpPr>
        <p:spPr>
          <a:xfrm>
            <a:off x="2080039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79.80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1C75EA9-1D3E-72CC-B5DC-CABCBF16ED40}"/>
              </a:ext>
            </a:extLst>
          </p:cNvPr>
          <p:cNvSpPr txBox="1"/>
          <p:nvPr/>
        </p:nvSpPr>
        <p:spPr>
          <a:xfrm>
            <a:off x="3756115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79.85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FB7149C-7147-C02F-BC16-B35EEB25DDB1}"/>
              </a:ext>
            </a:extLst>
          </p:cNvPr>
          <p:cNvSpPr txBox="1"/>
          <p:nvPr/>
        </p:nvSpPr>
        <p:spPr>
          <a:xfrm>
            <a:off x="5432191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79.90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E49C449-DC96-2CD6-4884-EEF5C239681C}"/>
              </a:ext>
            </a:extLst>
          </p:cNvPr>
          <p:cNvSpPr txBox="1"/>
          <p:nvPr/>
        </p:nvSpPr>
        <p:spPr>
          <a:xfrm>
            <a:off x="7116483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79.95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8E424BB-C689-3E7C-B2A1-6AA76772542F}"/>
              </a:ext>
            </a:extLst>
          </p:cNvPr>
          <p:cNvSpPr txBox="1"/>
          <p:nvPr/>
        </p:nvSpPr>
        <p:spPr>
          <a:xfrm>
            <a:off x="8792558" y="11862219"/>
            <a:ext cx="69762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80.00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DF469536-0EBC-7244-9EC6-CC0B7211817A}"/>
              </a:ext>
            </a:extLst>
          </p:cNvPr>
          <p:cNvSpPr/>
          <p:nvPr/>
        </p:nvSpPr>
        <p:spPr bwMode="auto">
          <a:xfrm>
            <a:off x="2297251" y="11780016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79470254-90D4-3F05-856C-995A0CDC37D6}"/>
              </a:ext>
            </a:extLst>
          </p:cNvPr>
          <p:cNvSpPr txBox="1"/>
          <p:nvPr/>
        </p:nvSpPr>
        <p:spPr>
          <a:xfrm>
            <a:off x="1309172" y="9581287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BA230947-3E67-6D9F-F611-072B1C57A984}"/>
              </a:ext>
            </a:extLst>
          </p:cNvPr>
          <p:cNvSpPr txBox="1"/>
          <p:nvPr/>
        </p:nvSpPr>
        <p:spPr>
          <a:xfrm>
            <a:off x="1309172" y="10850276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(e)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AC393B8-1F15-F75F-EF65-147465A8511E}"/>
              </a:ext>
            </a:extLst>
          </p:cNvPr>
          <p:cNvGrpSpPr/>
          <p:nvPr/>
        </p:nvGrpSpPr>
        <p:grpSpPr>
          <a:xfrm>
            <a:off x="2174879" y="12977659"/>
            <a:ext cx="8527480" cy="377846"/>
            <a:chOff x="2382809" y="6888009"/>
            <a:chExt cx="8319550" cy="377846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C63A9201-B5C6-BC60-89F1-C4535B0E0D9A}"/>
                </a:ext>
              </a:extLst>
            </p:cNvPr>
            <p:cNvSpPr txBox="1"/>
            <p:nvPr/>
          </p:nvSpPr>
          <p:spPr>
            <a:xfrm>
              <a:off x="2382809" y="6973467"/>
              <a:ext cx="298480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0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1F3C0F1E-67ED-1EA8-F8B3-DCB2643E540E}"/>
                </a:ext>
              </a:extLst>
            </p:cNvPr>
            <p:cNvSpPr txBox="1"/>
            <p:nvPr/>
          </p:nvSpPr>
          <p:spPr>
            <a:xfrm>
              <a:off x="4403909" y="6973467"/>
              <a:ext cx="412292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50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39D7473-A0FB-9173-86C1-74DA4B39BE2A}"/>
                </a:ext>
              </a:extLst>
            </p:cNvPr>
            <p:cNvSpPr txBox="1"/>
            <p:nvPr/>
          </p:nvSpPr>
          <p:spPr>
            <a:xfrm>
              <a:off x="8475922" y="6973467"/>
              <a:ext cx="526106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150</a:t>
              </a: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ABBC6E51-A14D-73AE-787A-498110CE3768}"/>
                </a:ext>
              </a:extLst>
            </p:cNvPr>
            <p:cNvSpPr/>
            <p:nvPr/>
          </p:nvSpPr>
          <p:spPr bwMode="auto">
            <a:xfrm>
              <a:off x="2490680" y="6888009"/>
              <a:ext cx="8211679" cy="75963"/>
            </a:xfrm>
            <a:custGeom>
              <a:avLst/>
              <a:gdLst/>
              <a:ahLst/>
              <a:cxnLst/>
              <a:rect l="0" t="0" r="0" b="0"/>
              <a:pathLst>
                <a:path w="9713721" h="75963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2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6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6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6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6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2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6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6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6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6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2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6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6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6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6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2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6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6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6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6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F74A34F7-AB8C-0B79-E662-89BB4A4B3F08}"/>
              </a:ext>
            </a:extLst>
          </p:cNvPr>
          <p:cNvSpPr txBox="1"/>
          <p:nvPr/>
        </p:nvSpPr>
        <p:spPr>
          <a:xfrm>
            <a:off x="6046621" y="14523224"/>
            <a:ext cx="1225015" cy="318036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65 Medium" panose="020B0803020203020204" pitchFamily="34" charset="0"/>
              </a:rPr>
              <a:t>Mass [m/z]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36D206B-7C4D-59B1-8510-9287D2D06D36}"/>
              </a:ext>
            </a:extLst>
          </p:cNvPr>
          <p:cNvGrpSpPr/>
          <p:nvPr/>
        </p:nvGrpSpPr>
        <p:grpSpPr>
          <a:xfrm>
            <a:off x="2104951" y="14222148"/>
            <a:ext cx="8591591" cy="377848"/>
            <a:chOff x="2306472" y="8132497"/>
            <a:chExt cx="8390069" cy="377848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0B7009F8-3F17-DAA1-AB83-1703295C0282}"/>
                </a:ext>
              </a:extLst>
            </p:cNvPr>
            <p:cNvSpPr txBox="1"/>
            <p:nvPr/>
          </p:nvSpPr>
          <p:spPr>
            <a:xfrm>
              <a:off x="2306472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C7AF1990-6C59-D2A6-7E20-E5FA492F1496}"/>
                </a:ext>
              </a:extLst>
            </p:cNvPr>
            <p:cNvSpPr txBox="1"/>
            <p:nvPr/>
          </p:nvSpPr>
          <p:spPr>
            <a:xfrm>
              <a:off x="43533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90.5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E3870143-5793-F4CD-569C-3AB1A16081D0}"/>
                </a:ext>
              </a:extLst>
            </p:cNvPr>
            <p:cNvSpPr txBox="1"/>
            <p:nvPr/>
          </p:nvSpPr>
          <p:spPr>
            <a:xfrm>
              <a:off x="64002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B59C91CD-0352-6FB9-E6A7-09E560FEA2C8}"/>
                </a:ext>
              </a:extLst>
            </p:cNvPr>
            <p:cNvSpPr txBox="1"/>
            <p:nvPr/>
          </p:nvSpPr>
          <p:spPr>
            <a:xfrm>
              <a:off x="8455198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91.5</a:t>
              </a: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7089A421-9947-40C1-0A82-7E0D40F19E93}"/>
                </a:ext>
              </a:extLst>
            </p:cNvPr>
            <p:cNvSpPr/>
            <p:nvPr/>
          </p:nvSpPr>
          <p:spPr bwMode="auto">
            <a:xfrm>
              <a:off x="2484862" y="8132497"/>
              <a:ext cx="8211679" cy="75964"/>
            </a:xfrm>
            <a:custGeom>
              <a:avLst/>
              <a:gdLst/>
              <a:ahLst/>
              <a:cxnLst/>
              <a:rect l="0" t="0" r="0" b="0"/>
              <a:pathLst>
                <a:path w="9713721" h="75964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3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7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7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7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7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3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7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7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7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7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3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7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7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7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7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3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7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7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7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7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ADBBB0B3-3E9C-1CE7-312E-56D9F42E5463}"/>
              </a:ext>
            </a:extLst>
          </p:cNvPr>
          <p:cNvSpPr txBox="1"/>
          <p:nvPr/>
        </p:nvSpPr>
        <p:spPr>
          <a:xfrm>
            <a:off x="1309172" y="12055343"/>
            <a:ext cx="52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(f)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D0B2E460-A36F-2736-A932-A6C0E1BF63E3}"/>
              </a:ext>
            </a:extLst>
          </p:cNvPr>
          <p:cNvSpPr txBox="1"/>
          <p:nvPr/>
        </p:nvSpPr>
        <p:spPr>
          <a:xfrm>
            <a:off x="1271503" y="13260410"/>
            <a:ext cx="58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(g)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DC5047CF-63D6-762B-4A28-219E4ACDAD2F}"/>
              </a:ext>
            </a:extLst>
          </p:cNvPr>
          <p:cNvSpPr txBox="1"/>
          <p:nvPr/>
        </p:nvSpPr>
        <p:spPr>
          <a:xfrm>
            <a:off x="2447067" y="98042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4CED20EE-FF27-72DF-DDBE-44DBCFA4F73E}"/>
              </a:ext>
            </a:extLst>
          </p:cNvPr>
          <p:cNvSpPr txBox="1"/>
          <p:nvPr/>
        </p:nvSpPr>
        <p:spPr>
          <a:xfrm>
            <a:off x="2454409" y="10857491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scan, Se</a:t>
            </a:r>
            <a:r>
              <a:rPr lang="en-CA" baseline="30000" dirty="0">
                <a:latin typeface="Avenir LT Std 45 Book" panose="020B0502020203020204" pitchFamily="34" charset="0"/>
              </a:rPr>
              <a:t>-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1786E89-E2E2-FC70-784F-38AB0C0B956A}"/>
              </a:ext>
            </a:extLst>
          </p:cNvPr>
          <p:cNvSpPr txBox="1"/>
          <p:nvPr/>
        </p:nvSpPr>
        <p:spPr>
          <a:xfrm>
            <a:off x="2438693" y="12062265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F51CD62C-A03B-DBE1-190A-C1A32ED808D6}"/>
              </a:ext>
            </a:extLst>
          </p:cNvPr>
          <p:cNvSpPr txBox="1"/>
          <p:nvPr/>
        </p:nvSpPr>
        <p:spPr>
          <a:xfrm>
            <a:off x="2448538" y="13323130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scan, C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dirty="0">
                <a:latin typeface="Avenir LT Std 45 Book" panose="020B0502020203020204" pitchFamily="34" charset="0"/>
              </a:rPr>
              <a:t>H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baseline="30000" dirty="0">
                <a:latin typeface="Avenir LT Std 45 Book" panose="020B0502020203020204" pitchFamily="34" charset="0"/>
              </a:rPr>
              <a:t>+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E8733BC-FA4C-3875-B952-12B1031D8DF3}"/>
              </a:ext>
            </a:extLst>
          </p:cNvPr>
          <p:cNvSpPr txBox="1"/>
          <p:nvPr/>
        </p:nvSpPr>
        <p:spPr>
          <a:xfrm>
            <a:off x="2297251" y="6224792"/>
            <a:ext cx="266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Microscope image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F9FD67E-5307-3958-C115-62FEC693DF17}"/>
              </a:ext>
            </a:extLst>
          </p:cNvPr>
          <p:cNvSpPr txBox="1"/>
          <p:nvPr/>
        </p:nvSpPr>
        <p:spPr>
          <a:xfrm>
            <a:off x="5156844" y="6239701"/>
            <a:ext cx="22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1453 cm</a:t>
            </a:r>
            <a:r>
              <a:rPr lang="en-CA" baseline="30000" dirty="0">
                <a:latin typeface="Avenir LT Std 45 Book" panose="020B0502020203020204" pitchFamily="34" charset="0"/>
              </a:rPr>
              <a:t>-1</a:t>
            </a:r>
            <a:r>
              <a:rPr lang="en-CA" dirty="0">
                <a:latin typeface="Avenir LT Std 45 Book" panose="020B0502020203020204" pitchFamily="34" charset="0"/>
              </a:rPr>
              <a:t> map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00AAB2A-9D8F-A411-5941-098E8BF7697E}"/>
              </a:ext>
            </a:extLst>
          </p:cNvPr>
          <p:cNvSpPr txBox="1"/>
          <p:nvPr/>
        </p:nvSpPr>
        <p:spPr>
          <a:xfrm>
            <a:off x="8026091" y="6189681"/>
            <a:ext cx="286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Full spectra analysis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48D155-07CE-BCB3-362F-70708FC93D7A}"/>
              </a:ext>
            </a:extLst>
          </p:cNvPr>
          <p:cNvSpPr txBox="1"/>
          <p:nvPr/>
        </p:nvSpPr>
        <p:spPr>
          <a:xfrm rot="10800000">
            <a:off x="1620881" y="7551806"/>
            <a:ext cx="553998" cy="106856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O-PTIR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0607C2B0-7BBC-D78A-278B-54E9D978AF59}"/>
              </a:ext>
            </a:extLst>
          </p:cNvPr>
          <p:cNvSpPr txBox="1"/>
          <p:nvPr/>
        </p:nvSpPr>
        <p:spPr>
          <a:xfrm rot="10800000">
            <a:off x="1694335" y="11401354"/>
            <a:ext cx="553998" cy="149816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TOF-SIMS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780FDE-F179-660C-5C35-D1E439DDB7BB}"/>
              </a:ext>
            </a:extLst>
          </p:cNvPr>
          <p:cNvSpPr/>
          <p:nvPr/>
        </p:nvSpPr>
        <p:spPr>
          <a:xfrm>
            <a:off x="3369456" y="8000125"/>
            <a:ext cx="297180" cy="285894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AE2D0-28F2-1F61-EA1C-4914FAFCE224}"/>
              </a:ext>
            </a:extLst>
          </p:cNvPr>
          <p:cNvSpPr/>
          <p:nvPr/>
        </p:nvSpPr>
        <p:spPr>
          <a:xfrm>
            <a:off x="4906035" y="7028258"/>
            <a:ext cx="2797785" cy="2190015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332CA6E-BBD1-9255-4505-A6901F527037}"/>
              </a:ext>
            </a:extLst>
          </p:cNvPr>
          <p:cNvSpPr/>
          <p:nvPr/>
        </p:nvSpPr>
        <p:spPr bwMode="auto">
          <a:xfrm>
            <a:off x="2297251" y="11164095"/>
            <a:ext cx="6745149" cy="617197"/>
          </a:xfrm>
          <a:custGeom>
            <a:avLst/>
            <a:gdLst/>
            <a:ahLst/>
            <a:cxnLst/>
            <a:rect l="0" t="0" r="0" b="0"/>
            <a:pathLst>
              <a:path w="9685234" h="617197">
                <a:moveTo>
                  <a:pt x="0" y="617196"/>
                </a:moveTo>
                <a:lnTo>
                  <a:pt x="37981" y="617196"/>
                </a:lnTo>
                <a:lnTo>
                  <a:pt x="85458" y="617196"/>
                </a:lnTo>
                <a:lnTo>
                  <a:pt x="123439" y="617196"/>
                </a:lnTo>
                <a:lnTo>
                  <a:pt x="161420" y="617196"/>
                </a:lnTo>
                <a:lnTo>
                  <a:pt x="208897" y="617196"/>
                </a:lnTo>
                <a:lnTo>
                  <a:pt x="246878" y="617196"/>
                </a:lnTo>
                <a:lnTo>
                  <a:pt x="294355" y="617196"/>
                </a:lnTo>
                <a:lnTo>
                  <a:pt x="332336" y="617196"/>
                </a:lnTo>
                <a:lnTo>
                  <a:pt x="379813" y="617196"/>
                </a:lnTo>
                <a:lnTo>
                  <a:pt x="417794" y="617196"/>
                </a:lnTo>
                <a:lnTo>
                  <a:pt x="465271" y="617196"/>
                </a:lnTo>
                <a:lnTo>
                  <a:pt x="503252" y="617196"/>
                </a:lnTo>
                <a:lnTo>
                  <a:pt x="541233" y="617196"/>
                </a:lnTo>
                <a:lnTo>
                  <a:pt x="588710" y="617196"/>
                </a:lnTo>
                <a:lnTo>
                  <a:pt x="626691" y="617196"/>
                </a:lnTo>
                <a:lnTo>
                  <a:pt x="674168" y="617196"/>
                </a:lnTo>
                <a:lnTo>
                  <a:pt x="712149" y="617196"/>
                </a:lnTo>
                <a:lnTo>
                  <a:pt x="759626" y="617196"/>
                </a:lnTo>
                <a:lnTo>
                  <a:pt x="797607" y="617196"/>
                </a:lnTo>
                <a:lnTo>
                  <a:pt x="835588" y="617196"/>
                </a:lnTo>
                <a:lnTo>
                  <a:pt x="883065" y="617196"/>
                </a:lnTo>
                <a:lnTo>
                  <a:pt x="921046" y="617196"/>
                </a:lnTo>
                <a:lnTo>
                  <a:pt x="968523" y="617196"/>
                </a:lnTo>
                <a:lnTo>
                  <a:pt x="1006504" y="617196"/>
                </a:lnTo>
                <a:lnTo>
                  <a:pt x="1053981" y="617196"/>
                </a:lnTo>
                <a:lnTo>
                  <a:pt x="1091962" y="617196"/>
                </a:lnTo>
                <a:lnTo>
                  <a:pt x="1129944" y="617196"/>
                </a:lnTo>
                <a:lnTo>
                  <a:pt x="1177420" y="617196"/>
                </a:lnTo>
                <a:lnTo>
                  <a:pt x="1215402" y="617196"/>
                </a:lnTo>
                <a:lnTo>
                  <a:pt x="1262878" y="617196"/>
                </a:lnTo>
                <a:lnTo>
                  <a:pt x="1300860" y="617196"/>
                </a:lnTo>
                <a:lnTo>
                  <a:pt x="1348336" y="617196"/>
                </a:lnTo>
                <a:lnTo>
                  <a:pt x="1386317" y="617196"/>
                </a:lnTo>
                <a:lnTo>
                  <a:pt x="1433794" y="617196"/>
                </a:lnTo>
                <a:lnTo>
                  <a:pt x="1471775" y="617196"/>
                </a:lnTo>
                <a:lnTo>
                  <a:pt x="1509757" y="617196"/>
                </a:lnTo>
                <a:lnTo>
                  <a:pt x="1557233" y="617196"/>
                </a:lnTo>
                <a:lnTo>
                  <a:pt x="1595215" y="607701"/>
                </a:lnTo>
                <a:lnTo>
                  <a:pt x="1642691" y="607701"/>
                </a:lnTo>
                <a:lnTo>
                  <a:pt x="1680673" y="607701"/>
                </a:lnTo>
                <a:lnTo>
                  <a:pt x="1728149" y="607701"/>
                </a:lnTo>
                <a:lnTo>
                  <a:pt x="1766131" y="607701"/>
                </a:lnTo>
                <a:lnTo>
                  <a:pt x="1804112" y="598205"/>
                </a:lnTo>
                <a:lnTo>
                  <a:pt x="1851589" y="598205"/>
                </a:lnTo>
                <a:lnTo>
                  <a:pt x="1889570" y="598205"/>
                </a:lnTo>
                <a:lnTo>
                  <a:pt x="1937047" y="588710"/>
                </a:lnTo>
                <a:lnTo>
                  <a:pt x="1975028" y="588710"/>
                </a:lnTo>
                <a:lnTo>
                  <a:pt x="2022504" y="588710"/>
                </a:lnTo>
                <a:lnTo>
                  <a:pt x="2060485" y="588710"/>
                </a:lnTo>
                <a:lnTo>
                  <a:pt x="2107962" y="579214"/>
                </a:lnTo>
                <a:lnTo>
                  <a:pt x="2145943" y="569719"/>
                </a:lnTo>
                <a:lnTo>
                  <a:pt x="2183925" y="569719"/>
                </a:lnTo>
                <a:lnTo>
                  <a:pt x="2231401" y="560224"/>
                </a:lnTo>
                <a:lnTo>
                  <a:pt x="2269383" y="550729"/>
                </a:lnTo>
                <a:lnTo>
                  <a:pt x="2316859" y="541233"/>
                </a:lnTo>
                <a:lnTo>
                  <a:pt x="2354841" y="522243"/>
                </a:lnTo>
                <a:lnTo>
                  <a:pt x="2402317" y="512747"/>
                </a:lnTo>
                <a:lnTo>
                  <a:pt x="2440299" y="493757"/>
                </a:lnTo>
                <a:lnTo>
                  <a:pt x="2478280" y="474766"/>
                </a:lnTo>
                <a:lnTo>
                  <a:pt x="2525757" y="465271"/>
                </a:lnTo>
                <a:lnTo>
                  <a:pt x="2563738" y="455775"/>
                </a:lnTo>
                <a:lnTo>
                  <a:pt x="2611215" y="436785"/>
                </a:lnTo>
                <a:lnTo>
                  <a:pt x="2649196" y="408299"/>
                </a:lnTo>
                <a:lnTo>
                  <a:pt x="2696673" y="379813"/>
                </a:lnTo>
                <a:lnTo>
                  <a:pt x="2734654" y="360822"/>
                </a:lnTo>
                <a:lnTo>
                  <a:pt x="2772635" y="332336"/>
                </a:lnTo>
                <a:lnTo>
                  <a:pt x="2820112" y="313345"/>
                </a:lnTo>
                <a:lnTo>
                  <a:pt x="2858093" y="265869"/>
                </a:lnTo>
                <a:lnTo>
                  <a:pt x="2905570" y="256374"/>
                </a:lnTo>
                <a:lnTo>
                  <a:pt x="2943551" y="227887"/>
                </a:lnTo>
                <a:lnTo>
                  <a:pt x="2991028" y="199402"/>
                </a:lnTo>
                <a:lnTo>
                  <a:pt x="3029009" y="170916"/>
                </a:lnTo>
                <a:lnTo>
                  <a:pt x="3076486" y="132934"/>
                </a:lnTo>
                <a:lnTo>
                  <a:pt x="3114467" y="132934"/>
                </a:lnTo>
                <a:lnTo>
                  <a:pt x="3152448" y="94953"/>
                </a:lnTo>
                <a:lnTo>
                  <a:pt x="3199925" y="75962"/>
                </a:lnTo>
                <a:lnTo>
                  <a:pt x="3237906" y="75962"/>
                </a:lnTo>
                <a:lnTo>
                  <a:pt x="3285383" y="66467"/>
                </a:lnTo>
                <a:lnTo>
                  <a:pt x="3323364" y="28486"/>
                </a:lnTo>
                <a:lnTo>
                  <a:pt x="3370841" y="37981"/>
                </a:lnTo>
                <a:lnTo>
                  <a:pt x="3408822" y="9495"/>
                </a:lnTo>
                <a:lnTo>
                  <a:pt x="3446804" y="18990"/>
                </a:lnTo>
                <a:lnTo>
                  <a:pt x="3494280" y="18990"/>
                </a:lnTo>
                <a:lnTo>
                  <a:pt x="3532262" y="18990"/>
                </a:lnTo>
                <a:lnTo>
                  <a:pt x="3579738" y="0"/>
                </a:lnTo>
                <a:lnTo>
                  <a:pt x="3617720" y="37981"/>
                </a:lnTo>
                <a:lnTo>
                  <a:pt x="3665196" y="28486"/>
                </a:lnTo>
                <a:lnTo>
                  <a:pt x="3703177" y="47476"/>
                </a:lnTo>
                <a:lnTo>
                  <a:pt x="3750654" y="56972"/>
                </a:lnTo>
                <a:lnTo>
                  <a:pt x="3788635" y="85458"/>
                </a:lnTo>
                <a:lnTo>
                  <a:pt x="3826616" y="104448"/>
                </a:lnTo>
                <a:lnTo>
                  <a:pt x="3874093" y="113944"/>
                </a:lnTo>
                <a:lnTo>
                  <a:pt x="3912074" y="132934"/>
                </a:lnTo>
                <a:lnTo>
                  <a:pt x="3959551" y="161420"/>
                </a:lnTo>
                <a:lnTo>
                  <a:pt x="3997532" y="180411"/>
                </a:lnTo>
                <a:lnTo>
                  <a:pt x="4045009" y="199402"/>
                </a:lnTo>
                <a:lnTo>
                  <a:pt x="4082990" y="208897"/>
                </a:lnTo>
                <a:lnTo>
                  <a:pt x="4120972" y="237383"/>
                </a:lnTo>
                <a:lnTo>
                  <a:pt x="4168448" y="227887"/>
                </a:lnTo>
                <a:lnTo>
                  <a:pt x="4206430" y="275364"/>
                </a:lnTo>
                <a:lnTo>
                  <a:pt x="4253906" y="284860"/>
                </a:lnTo>
                <a:lnTo>
                  <a:pt x="4291888" y="294355"/>
                </a:lnTo>
                <a:lnTo>
                  <a:pt x="4339364" y="313345"/>
                </a:lnTo>
                <a:lnTo>
                  <a:pt x="4377346" y="322841"/>
                </a:lnTo>
                <a:lnTo>
                  <a:pt x="4424822" y="341831"/>
                </a:lnTo>
                <a:lnTo>
                  <a:pt x="4462804" y="351327"/>
                </a:lnTo>
                <a:lnTo>
                  <a:pt x="4500785" y="360822"/>
                </a:lnTo>
                <a:lnTo>
                  <a:pt x="4548262" y="379813"/>
                </a:lnTo>
                <a:lnTo>
                  <a:pt x="4586243" y="389308"/>
                </a:lnTo>
                <a:lnTo>
                  <a:pt x="4633720" y="398803"/>
                </a:lnTo>
                <a:lnTo>
                  <a:pt x="4671701" y="408299"/>
                </a:lnTo>
                <a:lnTo>
                  <a:pt x="4719177" y="417794"/>
                </a:lnTo>
                <a:lnTo>
                  <a:pt x="4757158" y="417794"/>
                </a:lnTo>
                <a:lnTo>
                  <a:pt x="4795140" y="427289"/>
                </a:lnTo>
                <a:lnTo>
                  <a:pt x="4842616" y="436785"/>
                </a:lnTo>
                <a:lnTo>
                  <a:pt x="4880598" y="446280"/>
                </a:lnTo>
                <a:lnTo>
                  <a:pt x="4928074" y="446280"/>
                </a:lnTo>
                <a:lnTo>
                  <a:pt x="4966056" y="465271"/>
                </a:lnTo>
                <a:lnTo>
                  <a:pt x="5013532" y="465271"/>
                </a:lnTo>
                <a:lnTo>
                  <a:pt x="5051514" y="465271"/>
                </a:lnTo>
                <a:lnTo>
                  <a:pt x="5098991" y="474766"/>
                </a:lnTo>
                <a:lnTo>
                  <a:pt x="5136972" y="484261"/>
                </a:lnTo>
                <a:lnTo>
                  <a:pt x="5174953" y="484261"/>
                </a:lnTo>
                <a:lnTo>
                  <a:pt x="5222430" y="484261"/>
                </a:lnTo>
                <a:lnTo>
                  <a:pt x="5260411" y="493757"/>
                </a:lnTo>
                <a:lnTo>
                  <a:pt x="5307887" y="493757"/>
                </a:lnTo>
                <a:lnTo>
                  <a:pt x="5345869" y="493757"/>
                </a:lnTo>
                <a:lnTo>
                  <a:pt x="5393346" y="503252"/>
                </a:lnTo>
                <a:lnTo>
                  <a:pt x="5431327" y="503252"/>
                </a:lnTo>
                <a:lnTo>
                  <a:pt x="5469308" y="503252"/>
                </a:lnTo>
                <a:lnTo>
                  <a:pt x="5516785" y="512747"/>
                </a:lnTo>
                <a:lnTo>
                  <a:pt x="5554766" y="512747"/>
                </a:lnTo>
                <a:lnTo>
                  <a:pt x="5602243" y="512747"/>
                </a:lnTo>
                <a:lnTo>
                  <a:pt x="5640224" y="512747"/>
                </a:lnTo>
                <a:lnTo>
                  <a:pt x="5687701" y="512747"/>
                </a:lnTo>
                <a:lnTo>
                  <a:pt x="5725682" y="512747"/>
                </a:lnTo>
                <a:lnTo>
                  <a:pt x="5773159" y="512747"/>
                </a:lnTo>
                <a:lnTo>
                  <a:pt x="5811140" y="512747"/>
                </a:lnTo>
                <a:lnTo>
                  <a:pt x="5849122" y="522243"/>
                </a:lnTo>
                <a:lnTo>
                  <a:pt x="5896598" y="522243"/>
                </a:lnTo>
                <a:lnTo>
                  <a:pt x="5934579" y="512747"/>
                </a:lnTo>
                <a:lnTo>
                  <a:pt x="5982056" y="512747"/>
                </a:lnTo>
                <a:lnTo>
                  <a:pt x="6020037" y="522243"/>
                </a:lnTo>
                <a:lnTo>
                  <a:pt x="6067514" y="522243"/>
                </a:lnTo>
                <a:lnTo>
                  <a:pt x="6105495" y="512747"/>
                </a:lnTo>
                <a:lnTo>
                  <a:pt x="6143477" y="522243"/>
                </a:lnTo>
                <a:lnTo>
                  <a:pt x="6190953" y="512747"/>
                </a:lnTo>
                <a:lnTo>
                  <a:pt x="6228934" y="512747"/>
                </a:lnTo>
                <a:lnTo>
                  <a:pt x="6276411" y="512747"/>
                </a:lnTo>
                <a:lnTo>
                  <a:pt x="6314393" y="522243"/>
                </a:lnTo>
                <a:lnTo>
                  <a:pt x="6361869" y="512747"/>
                </a:lnTo>
                <a:lnTo>
                  <a:pt x="6399850" y="522243"/>
                </a:lnTo>
                <a:lnTo>
                  <a:pt x="6447327" y="522243"/>
                </a:lnTo>
                <a:lnTo>
                  <a:pt x="6485308" y="522243"/>
                </a:lnTo>
                <a:lnTo>
                  <a:pt x="6523290" y="522243"/>
                </a:lnTo>
                <a:lnTo>
                  <a:pt x="6570766" y="522243"/>
                </a:lnTo>
                <a:lnTo>
                  <a:pt x="6608747" y="522243"/>
                </a:lnTo>
                <a:lnTo>
                  <a:pt x="6656224" y="522243"/>
                </a:lnTo>
                <a:lnTo>
                  <a:pt x="6694206" y="522243"/>
                </a:lnTo>
                <a:lnTo>
                  <a:pt x="6741682" y="531738"/>
                </a:lnTo>
                <a:lnTo>
                  <a:pt x="6779663" y="531738"/>
                </a:lnTo>
                <a:lnTo>
                  <a:pt x="6817645" y="531738"/>
                </a:lnTo>
                <a:lnTo>
                  <a:pt x="6865122" y="541233"/>
                </a:lnTo>
                <a:lnTo>
                  <a:pt x="6903102" y="531738"/>
                </a:lnTo>
                <a:lnTo>
                  <a:pt x="6950579" y="531738"/>
                </a:lnTo>
                <a:lnTo>
                  <a:pt x="6988561" y="541233"/>
                </a:lnTo>
                <a:lnTo>
                  <a:pt x="7036038" y="550729"/>
                </a:lnTo>
                <a:lnTo>
                  <a:pt x="7074018" y="550729"/>
                </a:lnTo>
                <a:lnTo>
                  <a:pt x="7121495" y="550729"/>
                </a:lnTo>
                <a:lnTo>
                  <a:pt x="7159477" y="550729"/>
                </a:lnTo>
                <a:lnTo>
                  <a:pt x="7197458" y="550729"/>
                </a:lnTo>
                <a:lnTo>
                  <a:pt x="7244934" y="560224"/>
                </a:lnTo>
                <a:lnTo>
                  <a:pt x="7282916" y="560224"/>
                </a:lnTo>
                <a:lnTo>
                  <a:pt x="7330393" y="560224"/>
                </a:lnTo>
                <a:lnTo>
                  <a:pt x="7368374" y="560224"/>
                </a:lnTo>
                <a:lnTo>
                  <a:pt x="7415850" y="560224"/>
                </a:lnTo>
                <a:lnTo>
                  <a:pt x="7453831" y="569719"/>
                </a:lnTo>
                <a:lnTo>
                  <a:pt x="7501308" y="560224"/>
                </a:lnTo>
                <a:lnTo>
                  <a:pt x="7539290" y="569719"/>
                </a:lnTo>
                <a:lnTo>
                  <a:pt x="7577271" y="569719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6" y="569719"/>
                </a:lnTo>
                <a:lnTo>
                  <a:pt x="7795663" y="579214"/>
                </a:lnTo>
                <a:lnTo>
                  <a:pt x="7833645" y="579214"/>
                </a:lnTo>
                <a:lnTo>
                  <a:pt x="7871626" y="579214"/>
                </a:lnTo>
                <a:lnTo>
                  <a:pt x="7919102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90018" y="579214"/>
                </a:lnTo>
                <a:lnTo>
                  <a:pt x="8128000" y="588710"/>
                </a:lnTo>
                <a:lnTo>
                  <a:pt x="8175477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6" y="588710"/>
                </a:lnTo>
                <a:lnTo>
                  <a:pt x="8336897" y="588710"/>
                </a:lnTo>
                <a:lnTo>
                  <a:pt x="8384374" y="588710"/>
                </a:lnTo>
                <a:lnTo>
                  <a:pt x="8422355" y="588710"/>
                </a:lnTo>
                <a:lnTo>
                  <a:pt x="8469831" y="588710"/>
                </a:lnTo>
                <a:lnTo>
                  <a:pt x="8507813" y="588710"/>
                </a:lnTo>
                <a:lnTo>
                  <a:pt x="8545794" y="588710"/>
                </a:lnTo>
                <a:lnTo>
                  <a:pt x="8593271" y="598205"/>
                </a:lnTo>
                <a:lnTo>
                  <a:pt x="8631252" y="598205"/>
                </a:lnTo>
                <a:lnTo>
                  <a:pt x="8678729" y="598205"/>
                </a:lnTo>
                <a:lnTo>
                  <a:pt x="8716710" y="598205"/>
                </a:lnTo>
                <a:lnTo>
                  <a:pt x="8764187" y="598205"/>
                </a:lnTo>
                <a:lnTo>
                  <a:pt x="8802168" y="598205"/>
                </a:lnTo>
                <a:lnTo>
                  <a:pt x="8849645" y="598205"/>
                </a:lnTo>
                <a:lnTo>
                  <a:pt x="8887626" y="598205"/>
                </a:lnTo>
                <a:lnTo>
                  <a:pt x="8925608" y="598205"/>
                </a:lnTo>
                <a:lnTo>
                  <a:pt x="8973084" y="598205"/>
                </a:lnTo>
                <a:lnTo>
                  <a:pt x="9011065" y="598205"/>
                </a:lnTo>
                <a:lnTo>
                  <a:pt x="9058542" y="607701"/>
                </a:lnTo>
                <a:lnTo>
                  <a:pt x="9096523" y="607701"/>
                </a:lnTo>
                <a:lnTo>
                  <a:pt x="9144000" y="598205"/>
                </a:lnTo>
                <a:lnTo>
                  <a:pt x="9181981" y="607701"/>
                </a:lnTo>
                <a:lnTo>
                  <a:pt x="9229458" y="607701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38355" y="607701"/>
                </a:lnTo>
                <a:lnTo>
                  <a:pt x="9476337" y="607701"/>
                </a:lnTo>
                <a:lnTo>
                  <a:pt x="9523813" y="607701"/>
                </a:lnTo>
                <a:lnTo>
                  <a:pt x="9561794" y="607701"/>
                </a:lnTo>
                <a:lnTo>
                  <a:pt x="9599776" y="607701"/>
                </a:lnTo>
                <a:lnTo>
                  <a:pt x="9647252" y="607701"/>
                </a:lnTo>
                <a:lnTo>
                  <a:pt x="9685233" y="607701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CFF3CCE-7A2D-0AF9-746E-B750AB4CCC25}"/>
              </a:ext>
            </a:extLst>
          </p:cNvPr>
          <p:cNvSpPr/>
          <p:nvPr/>
        </p:nvSpPr>
        <p:spPr bwMode="auto">
          <a:xfrm>
            <a:off x="2280331" y="9974664"/>
            <a:ext cx="4199884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98804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531738"/>
                </a:lnTo>
                <a:lnTo>
                  <a:pt x="1547739" y="550729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6527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522243"/>
                </a:lnTo>
                <a:lnTo>
                  <a:pt x="2421309" y="531738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427290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0770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74766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74766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41234"/>
                </a:lnTo>
                <a:lnTo>
                  <a:pt x="4168449" y="598205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88710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569720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88710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0770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17196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598205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522243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12747"/>
                </a:lnTo>
                <a:lnTo>
                  <a:pt x="6105496" y="60770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69720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17196"/>
                </a:lnTo>
                <a:lnTo>
                  <a:pt x="6494804" y="598205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50729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50729"/>
                </a:lnTo>
                <a:lnTo>
                  <a:pt x="6884112" y="598205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0770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22243"/>
                </a:lnTo>
                <a:lnTo>
                  <a:pt x="7653234" y="417794"/>
                </a:lnTo>
                <a:lnTo>
                  <a:pt x="7662729" y="617196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0770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0770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0770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17196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07701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17196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17196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17196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17196"/>
                </a:lnTo>
                <a:lnTo>
                  <a:pt x="9400374" y="57921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17196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8EEDCC-6C2E-FC4C-738F-00C9E27E2B14}"/>
              </a:ext>
            </a:extLst>
          </p:cNvPr>
          <p:cNvSpPr/>
          <p:nvPr/>
        </p:nvSpPr>
        <p:spPr>
          <a:xfrm>
            <a:off x="6480215" y="10506075"/>
            <a:ext cx="4222056" cy="433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59E0E-3491-2178-5648-7480F7552941}"/>
              </a:ext>
            </a:extLst>
          </p:cNvPr>
          <p:cNvSpPr txBox="1"/>
          <p:nvPr/>
        </p:nvSpPr>
        <p:spPr>
          <a:xfrm>
            <a:off x="6308147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17B081E5-ADB3-43D3-9EA6-B41F2FF560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1790134"/>
              </p:ext>
            </p:extLst>
          </p:nvPr>
        </p:nvGraphicFramePr>
        <p:xfrm>
          <a:off x="7563259" y="6737408"/>
          <a:ext cx="3618000" cy="400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1CD5FC04-1D91-4F32-9B29-53785AABBCFE}"/>
              </a:ext>
            </a:extLst>
          </p:cNvPr>
          <p:cNvSpPr/>
          <p:nvPr/>
        </p:nvSpPr>
        <p:spPr>
          <a:xfrm>
            <a:off x="10872286" y="7532217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04342DAC-F7CE-E528-C753-15FF331FE1A8}"/>
              </a:ext>
            </a:extLst>
          </p:cNvPr>
          <p:cNvSpPr/>
          <p:nvPr/>
        </p:nvSpPr>
        <p:spPr>
          <a:xfrm>
            <a:off x="10872286" y="7609099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966EB002-BB89-4E7D-B722-D356110F4E7F}"/>
              </a:ext>
            </a:extLst>
          </p:cNvPr>
          <p:cNvSpPr/>
          <p:nvPr/>
        </p:nvSpPr>
        <p:spPr>
          <a:xfrm>
            <a:off x="10872286" y="7279077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EFC532C6-BBB1-FFFE-22C6-12D5BC121D32}"/>
              </a:ext>
            </a:extLst>
          </p:cNvPr>
          <p:cNvSpPr/>
          <p:nvPr/>
        </p:nvSpPr>
        <p:spPr>
          <a:xfrm>
            <a:off x="10872286" y="7383882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1" name="Isosceles Triangle 100">
            <a:extLst>
              <a:ext uri="{FF2B5EF4-FFF2-40B4-BE49-F238E27FC236}">
                <a16:creationId xmlns:a16="http://schemas.microsoft.com/office/drawing/2014/main" id="{10DE011B-B136-89A0-EFEF-0920CFB1F515}"/>
              </a:ext>
            </a:extLst>
          </p:cNvPr>
          <p:cNvSpPr/>
          <p:nvPr/>
        </p:nvSpPr>
        <p:spPr>
          <a:xfrm>
            <a:off x="10875759" y="7164331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8A18109-D59E-3285-37ED-83AAF2E24A6B}"/>
              </a:ext>
            </a:extLst>
          </p:cNvPr>
          <p:cNvSpPr/>
          <p:nvPr/>
        </p:nvSpPr>
        <p:spPr>
          <a:xfrm>
            <a:off x="10876541" y="7071044"/>
            <a:ext cx="80050" cy="71233"/>
          </a:xfrm>
          <a:prstGeom prst="ellipse">
            <a:avLst/>
          </a:prstGeom>
          <a:noFill/>
          <a:ln w="9525"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88B83D52-5C4A-6350-75BB-738E841697FA}"/>
              </a:ext>
            </a:extLst>
          </p:cNvPr>
          <p:cNvSpPr/>
          <p:nvPr/>
        </p:nvSpPr>
        <p:spPr>
          <a:xfrm>
            <a:off x="10872286" y="8238583"/>
            <a:ext cx="80050" cy="71233"/>
          </a:xfrm>
          <a:prstGeom prst="ellipse">
            <a:avLst/>
          </a:prstGeom>
          <a:noFill/>
          <a:ln w="9525"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BDE8547D-DA43-3CFC-F221-87D6D38B6B8F}"/>
              </a:ext>
            </a:extLst>
          </p:cNvPr>
          <p:cNvSpPr/>
          <p:nvPr/>
        </p:nvSpPr>
        <p:spPr>
          <a:xfrm>
            <a:off x="10875759" y="7475913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DA6BC97-01DA-9548-A7CD-E3BE4580E37C}"/>
              </a:ext>
            </a:extLst>
          </p:cNvPr>
          <p:cNvSpPr/>
          <p:nvPr/>
        </p:nvSpPr>
        <p:spPr>
          <a:xfrm>
            <a:off x="10872286" y="7807032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80EA9BE-9315-F755-C4F5-BE605604078E}"/>
              </a:ext>
            </a:extLst>
          </p:cNvPr>
          <p:cNvSpPr/>
          <p:nvPr/>
        </p:nvSpPr>
        <p:spPr>
          <a:xfrm>
            <a:off x="10872286" y="7914925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E953F60-B6D6-4200-412B-163C4AA2153D}"/>
              </a:ext>
            </a:extLst>
          </p:cNvPr>
          <p:cNvSpPr/>
          <p:nvPr/>
        </p:nvSpPr>
        <p:spPr>
          <a:xfrm>
            <a:off x="10872286" y="8027100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51AB3C0-9C48-03F4-F173-DA802A7751C7}"/>
              </a:ext>
            </a:extLst>
          </p:cNvPr>
          <p:cNvSpPr/>
          <p:nvPr/>
        </p:nvSpPr>
        <p:spPr>
          <a:xfrm>
            <a:off x="10872286" y="8134993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08CCC2B0-45C5-EE1F-00DE-279E19F75DA7}"/>
              </a:ext>
            </a:extLst>
          </p:cNvPr>
          <p:cNvSpPr/>
          <p:nvPr/>
        </p:nvSpPr>
        <p:spPr>
          <a:xfrm>
            <a:off x="10872286" y="8338528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C4D3A5CE-1F5F-759C-9B88-68916975FB69}"/>
              </a:ext>
            </a:extLst>
          </p:cNvPr>
          <p:cNvSpPr/>
          <p:nvPr/>
        </p:nvSpPr>
        <p:spPr>
          <a:xfrm>
            <a:off x="10872286" y="8444390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DB6218C8-533F-CB59-C9DF-7D2972F250BE}"/>
              </a:ext>
            </a:extLst>
          </p:cNvPr>
          <p:cNvSpPr/>
          <p:nvPr/>
        </p:nvSpPr>
        <p:spPr>
          <a:xfrm>
            <a:off x="10872286" y="8552569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C73C70-45AA-54EE-7E66-E3DFCEA68DCA}"/>
              </a:ext>
            </a:extLst>
          </p:cNvPr>
          <p:cNvSpPr/>
          <p:nvPr/>
        </p:nvSpPr>
        <p:spPr>
          <a:xfrm>
            <a:off x="10872286" y="8676030"/>
            <a:ext cx="80050" cy="71453"/>
          </a:xfrm>
          <a:prstGeom prst="triangle">
            <a:avLst/>
          </a:prstGeom>
          <a:solidFill>
            <a:srgbClr val="E40D0D"/>
          </a:solidFill>
          <a:ln>
            <a:solidFill>
              <a:srgbClr val="E40D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961F41-8FCB-4281-6ACD-668C85EC9F20}"/>
              </a:ext>
            </a:extLst>
          </p:cNvPr>
          <p:cNvSpPr txBox="1"/>
          <p:nvPr/>
        </p:nvSpPr>
        <p:spPr>
          <a:xfrm>
            <a:off x="8402534" y="10631050"/>
            <a:ext cx="2098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venir LT Std 65 Medium" panose="020B0803020203020204" pitchFamily="34" charset="0"/>
              </a:rPr>
              <a:t>Wavenumber (cm</a:t>
            </a:r>
            <a:r>
              <a:rPr lang="en-CA" sz="1600" baseline="30000" dirty="0">
                <a:latin typeface="Avenir LT Std 65 Medium" panose="020B0803020203020204" pitchFamily="34" charset="0"/>
              </a:rPr>
              <a:t>-1</a:t>
            </a:r>
            <a:r>
              <a:rPr lang="en-CA" sz="1600" dirty="0">
                <a:latin typeface="Avenir LT Std 65 Medium" panose="020B0803020203020204" pitchFamily="34" charset="0"/>
              </a:rPr>
              <a:t>)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8CAD8F7-710C-26C2-CF3B-E19819A8C795}"/>
              </a:ext>
            </a:extLst>
          </p:cNvPr>
          <p:cNvGrpSpPr/>
          <p:nvPr/>
        </p:nvGrpSpPr>
        <p:grpSpPr>
          <a:xfrm>
            <a:off x="8323594" y="6523742"/>
            <a:ext cx="2910993" cy="384621"/>
            <a:chOff x="8549054" y="6454002"/>
            <a:chExt cx="2910993" cy="384621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5AC38B5-9787-7EAE-4DC3-A6F476681A9C}"/>
                </a:ext>
              </a:extLst>
            </p:cNvPr>
            <p:cNvSpPr/>
            <p:nvPr/>
          </p:nvSpPr>
          <p:spPr>
            <a:xfrm>
              <a:off x="8894989" y="6657864"/>
              <a:ext cx="85150" cy="75070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5EF50E28-5E21-A585-ECEA-CE1173DE44A1}"/>
                </a:ext>
              </a:extLst>
            </p:cNvPr>
            <p:cNvSpPr/>
            <p:nvPr/>
          </p:nvSpPr>
          <p:spPr>
            <a:xfrm>
              <a:off x="8894989" y="6534155"/>
              <a:ext cx="85150" cy="75302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4B72815-6ACA-C74D-31A2-69BB6B7BFCB8}"/>
                </a:ext>
              </a:extLst>
            </p:cNvPr>
            <p:cNvGrpSpPr/>
            <p:nvPr/>
          </p:nvGrpSpPr>
          <p:grpSpPr>
            <a:xfrm>
              <a:off x="8549054" y="6454002"/>
              <a:ext cx="2910993" cy="384621"/>
              <a:chOff x="8587914" y="6448684"/>
              <a:chExt cx="2910993" cy="384621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9D5B704-A607-B47E-45AF-72C193E5E26C}"/>
                  </a:ext>
                </a:extLst>
              </p:cNvPr>
              <p:cNvSpPr txBox="1"/>
              <p:nvPr/>
            </p:nvSpPr>
            <p:spPr>
              <a:xfrm>
                <a:off x="8587914" y="6571695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Confirmed Se-PS-MNPs peaks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C68BB3-6C75-E65D-0217-25628E96C4AD}"/>
                  </a:ext>
                </a:extLst>
              </p:cNvPr>
              <p:cNvSpPr txBox="1"/>
              <p:nvPr/>
            </p:nvSpPr>
            <p:spPr>
              <a:xfrm>
                <a:off x="8654781" y="6448684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Unconfirmed Se-PS-MNPs peaks</a:t>
                </a:r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7C47C0-4412-0337-2861-133E65A051FF}"/>
              </a:ext>
            </a:extLst>
          </p:cNvPr>
          <p:cNvSpPr/>
          <p:nvPr/>
        </p:nvSpPr>
        <p:spPr bwMode="auto">
          <a:xfrm>
            <a:off x="2287626" y="13561330"/>
            <a:ext cx="8402691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17196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598205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98205"/>
                </a:lnTo>
                <a:lnTo>
                  <a:pt x="4519776" y="607700"/>
                </a:lnTo>
                <a:lnTo>
                  <a:pt x="4529271" y="607700"/>
                </a:lnTo>
                <a:lnTo>
                  <a:pt x="4538767" y="607700"/>
                </a:lnTo>
                <a:lnTo>
                  <a:pt x="4548262" y="607700"/>
                </a:lnTo>
                <a:lnTo>
                  <a:pt x="4557758" y="617196"/>
                </a:lnTo>
                <a:lnTo>
                  <a:pt x="4567253" y="617196"/>
                </a:lnTo>
                <a:lnTo>
                  <a:pt x="4576748" y="617196"/>
                </a:lnTo>
                <a:lnTo>
                  <a:pt x="4586243" y="617196"/>
                </a:lnTo>
                <a:lnTo>
                  <a:pt x="4595739" y="617196"/>
                </a:lnTo>
                <a:lnTo>
                  <a:pt x="4605234" y="617196"/>
                </a:lnTo>
                <a:lnTo>
                  <a:pt x="4614729" y="617196"/>
                </a:lnTo>
                <a:lnTo>
                  <a:pt x="4624225" y="617196"/>
                </a:lnTo>
                <a:lnTo>
                  <a:pt x="4633720" y="617196"/>
                </a:lnTo>
                <a:lnTo>
                  <a:pt x="4643216" y="617196"/>
                </a:lnTo>
                <a:lnTo>
                  <a:pt x="4652711" y="607700"/>
                </a:lnTo>
                <a:lnTo>
                  <a:pt x="4662206" y="607700"/>
                </a:lnTo>
                <a:lnTo>
                  <a:pt x="4671701" y="607700"/>
                </a:lnTo>
                <a:lnTo>
                  <a:pt x="4681197" y="607700"/>
                </a:lnTo>
                <a:lnTo>
                  <a:pt x="4690692" y="598205"/>
                </a:lnTo>
                <a:lnTo>
                  <a:pt x="4700187" y="598205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79214"/>
                </a:lnTo>
                <a:lnTo>
                  <a:pt x="4804636" y="579214"/>
                </a:lnTo>
                <a:lnTo>
                  <a:pt x="4814131" y="569719"/>
                </a:lnTo>
                <a:lnTo>
                  <a:pt x="4823627" y="560224"/>
                </a:lnTo>
                <a:lnTo>
                  <a:pt x="4833122" y="560224"/>
                </a:lnTo>
                <a:lnTo>
                  <a:pt x="4842617" y="550728"/>
                </a:lnTo>
                <a:lnTo>
                  <a:pt x="4852112" y="541233"/>
                </a:lnTo>
                <a:lnTo>
                  <a:pt x="4861608" y="541233"/>
                </a:lnTo>
                <a:lnTo>
                  <a:pt x="4871103" y="531738"/>
                </a:lnTo>
                <a:lnTo>
                  <a:pt x="4880599" y="531738"/>
                </a:lnTo>
                <a:lnTo>
                  <a:pt x="4890094" y="522242"/>
                </a:lnTo>
                <a:lnTo>
                  <a:pt x="4899589" y="512747"/>
                </a:lnTo>
                <a:lnTo>
                  <a:pt x="4909085" y="512747"/>
                </a:lnTo>
                <a:lnTo>
                  <a:pt x="4918580" y="503252"/>
                </a:lnTo>
                <a:lnTo>
                  <a:pt x="4928075" y="493757"/>
                </a:lnTo>
                <a:lnTo>
                  <a:pt x="4937570" y="484261"/>
                </a:lnTo>
                <a:lnTo>
                  <a:pt x="4947066" y="484261"/>
                </a:lnTo>
                <a:lnTo>
                  <a:pt x="4956561" y="474766"/>
                </a:lnTo>
                <a:lnTo>
                  <a:pt x="4966057" y="465270"/>
                </a:lnTo>
                <a:lnTo>
                  <a:pt x="4975552" y="436784"/>
                </a:lnTo>
                <a:lnTo>
                  <a:pt x="4985047" y="427289"/>
                </a:lnTo>
                <a:lnTo>
                  <a:pt x="4994543" y="398803"/>
                </a:lnTo>
                <a:lnTo>
                  <a:pt x="5004038" y="360822"/>
                </a:lnTo>
                <a:lnTo>
                  <a:pt x="5013533" y="313345"/>
                </a:lnTo>
                <a:lnTo>
                  <a:pt x="5023028" y="256373"/>
                </a:lnTo>
                <a:lnTo>
                  <a:pt x="5032524" y="199401"/>
                </a:lnTo>
                <a:lnTo>
                  <a:pt x="5042019" y="142429"/>
                </a:lnTo>
                <a:lnTo>
                  <a:pt x="5051514" y="85457"/>
                </a:lnTo>
                <a:lnTo>
                  <a:pt x="5061010" y="28485"/>
                </a:lnTo>
                <a:lnTo>
                  <a:pt x="5070505" y="0"/>
                </a:lnTo>
                <a:lnTo>
                  <a:pt x="5080000" y="18990"/>
                </a:lnTo>
                <a:lnTo>
                  <a:pt x="5089496" y="28485"/>
                </a:lnTo>
                <a:lnTo>
                  <a:pt x="5098991" y="66467"/>
                </a:lnTo>
                <a:lnTo>
                  <a:pt x="5108487" y="132934"/>
                </a:lnTo>
                <a:lnTo>
                  <a:pt x="5117981" y="180411"/>
                </a:lnTo>
                <a:lnTo>
                  <a:pt x="5127477" y="246878"/>
                </a:lnTo>
                <a:lnTo>
                  <a:pt x="5136973" y="303850"/>
                </a:lnTo>
                <a:lnTo>
                  <a:pt x="5146468" y="351327"/>
                </a:lnTo>
                <a:lnTo>
                  <a:pt x="5155963" y="398803"/>
                </a:lnTo>
                <a:lnTo>
                  <a:pt x="5165458" y="446280"/>
                </a:lnTo>
                <a:lnTo>
                  <a:pt x="5174954" y="474766"/>
                </a:lnTo>
                <a:lnTo>
                  <a:pt x="5184449" y="503252"/>
                </a:lnTo>
                <a:lnTo>
                  <a:pt x="5193944" y="522242"/>
                </a:lnTo>
                <a:lnTo>
                  <a:pt x="5203440" y="541233"/>
                </a:lnTo>
                <a:lnTo>
                  <a:pt x="5212935" y="550728"/>
                </a:lnTo>
                <a:lnTo>
                  <a:pt x="5222430" y="560224"/>
                </a:lnTo>
                <a:lnTo>
                  <a:pt x="5231926" y="569719"/>
                </a:lnTo>
                <a:lnTo>
                  <a:pt x="5241421" y="579214"/>
                </a:lnTo>
                <a:lnTo>
                  <a:pt x="5250916" y="579214"/>
                </a:lnTo>
                <a:lnTo>
                  <a:pt x="5260412" y="588710"/>
                </a:lnTo>
                <a:lnTo>
                  <a:pt x="5269907" y="588710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17196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17196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17196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598205"/>
                </a:lnTo>
                <a:lnTo>
                  <a:pt x="9343403" y="598205"/>
                </a:lnTo>
                <a:lnTo>
                  <a:pt x="9352897" y="588710"/>
                </a:lnTo>
                <a:lnTo>
                  <a:pt x="9362393" y="579214"/>
                </a:lnTo>
                <a:lnTo>
                  <a:pt x="9371889" y="579214"/>
                </a:lnTo>
                <a:lnTo>
                  <a:pt x="9381384" y="579214"/>
                </a:lnTo>
                <a:lnTo>
                  <a:pt x="9390879" y="579214"/>
                </a:lnTo>
                <a:lnTo>
                  <a:pt x="9400374" y="579214"/>
                </a:lnTo>
                <a:lnTo>
                  <a:pt x="9409870" y="588710"/>
                </a:lnTo>
                <a:lnTo>
                  <a:pt x="9419365" y="588710"/>
                </a:lnTo>
                <a:lnTo>
                  <a:pt x="9428860" y="598205"/>
                </a:lnTo>
                <a:lnTo>
                  <a:pt x="9438356" y="598205"/>
                </a:lnTo>
                <a:lnTo>
                  <a:pt x="9447851" y="598205"/>
                </a:lnTo>
                <a:lnTo>
                  <a:pt x="9457346" y="607700"/>
                </a:lnTo>
                <a:lnTo>
                  <a:pt x="9466842" y="607700"/>
                </a:lnTo>
                <a:lnTo>
                  <a:pt x="9476337" y="607700"/>
                </a:lnTo>
                <a:lnTo>
                  <a:pt x="9485833" y="607700"/>
                </a:lnTo>
                <a:lnTo>
                  <a:pt x="9495327" y="607700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CD319B-B70C-92EC-E273-5C721D5D5FB9}"/>
              </a:ext>
            </a:extLst>
          </p:cNvPr>
          <p:cNvSpPr/>
          <p:nvPr/>
        </p:nvSpPr>
        <p:spPr bwMode="auto">
          <a:xfrm>
            <a:off x="2280331" y="12460943"/>
            <a:ext cx="42230301" cy="511097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17196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522243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17196"/>
                </a:lnTo>
                <a:lnTo>
                  <a:pt x="256374" y="569720"/>
                </a:lnTo>
                <a:lnTo>
                  <a:pt x="265870" y="617196"/>
                </a:lnTo>
                <a:lnTo>
                  <a:pt x="275365" y="560224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0"/>
                </a:lnTo>
                <a:lnTo>
                  <a:pt x="379813" y="579215"/>
                </a:lnTo>
                <a:lnTo>
                  <a:pt x="389309" y="370318"/>
                </a:lnTo>
                <a:lnTo>
                  <a:pt x="398804" y="598205"/>
                </a:lnTo>
                <a:lnTo>
                  <a:pt x="408299" y="579215"/>
                </a:lnTo>
                <a:lnTo>
                  <a:pt x="417795" y="569720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598205"/>
                </a:lnTo>
                <a:lnTo>
                  <a:pt x="522243" y="607701"/>
                </a:lnTo>
                <a:lnTo>
                  <a:pt x="531739" y="522243"/>
                </a:lnTo>
                <a:lnTo>
                  <a:pt x="541234" y="607701"/>
                </a:lnTo>
                <a:lnTo>
                  <a:pt x="550729" y="569720"/>
                </a:lnTo>
                <a:lnTo>
                  <a:pt x="560225" y="579215"/>
                </a:lnTo>
                <a:lnTo>
                  <a:pt x="569720" y="607701"/>
                </a:lnTo>
                <a:lnTo>
                  <a:pt x="579215" y="617196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17196"/>
                </a:lnTo>
                <a:lnTo>
                  <a:pt x="617197" y="626691"/>
                </a:lnTo>
                <a:lnTo>
                  <a:pt x="626692" y="607701"/>
                </a:lnTo>
                <a:lnTo>
                  <a:pt x="636187" y="617196"/>
                </a:lnTo>
                <a:lnTo>
                  <a:pt x="645683" y="579215"/>
                </a:lnTo>
                <a:lnTo>
                  <a:pt x="655178" y="617196"/>
                </a:lnTo>
                <a:lnTo>
                  <a:pt x="664673" y="579215"/>
                </a:lnTo>
                <a:lnTo>
                  <a:pt x="674169" y="607701"/>
                </a:lnTo>
                <a:lnTo>
                  <a:pt x="683664" y="598205"/>
                </a:lnTo>
                <a:lnTo>
                  <a:pt x="693159" y="617196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07701"/>
                </a:lnTo>
                <a:lnTo>
                  <a:pt x="750131" y="598205"/>
                </a:lnTo>
                <a:lnTo>
                  <a:pt x="759627" y="560224"/>
                </a:lnTo>
                <a:lnTo>
                  <a:pt x="769122" y="617196"/>
                </a:lnTo>
                <a:lnTo>
                  <a:pt x="778617" y="598205"/>
                </a:lnTo>
                <a:lnTo>
                  <a:pt x="788112" y="617196"/>
                </a:lnTo>
                <a:lnTo>
                  <a:pt x="797608" y="607701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560224"/>
                </a:lnTo>
                <a:lnTo>
                  <a:pt x="835589" y="541234"/>
                </a:lnTo>
                <a:lnTo>
                  <a:pt x="845084" y="607701"/>
                </a:lnTo>
                <a:lnTo>
                  <a:pt x="854580" y="617196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07701"/>
                </a:lnTo>
                <a:lnTo>
                  <a:pt x="892561" y="626691"/>
                </a:lnTo>
                <a:lnTo>
                  <a:pt x="902056" y="617196"/>
                </a:lnTo>
                <a:lnTo>
                  <a:pt x="911552" y="598205"/>
                </a:lnTo>
                <a:lnTo>
                  <a:pt x="921047" y="493757"/>
                </a:lnTo>
                <a:lnTo>
                  <a:pt x="930542" y="626691"/>
                </a:lnTo>
                <a:lnTo>
                  <a:pt x="940038" y="598205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17196"/>
                </a:lnTo>
                <a:lnTo>
                  <a:pt x="997010" y="579215"/>
                </a:lnTo>
                <a:lnTo>
                  <a:pt x="1006505" y="493757"/>
                </a:lnTo>
                <a:lnTo>
                  <a:pt x="1016000" y="607701"/>
                </a:lnTo>
                <a:lnTo>
                  <a:pt x="1025496" y="607701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17196"/>
                </a:lnTo>
                <a:lnTo>
                  <a:pt x="1101458" y="626691"/>
                </a:lnTo>
                <a:lnTo>
                  <a:pt x="1110954" y="617196"/>
                </a:lnTo>
                <a:lnTo>
                  <a:pt x="1120449" y="626691"/>
                </a:lnTo>
                <a:lnTo>
                  <a:pt x="1129944" y="617196"/>
                </a:lnTo>
                <a:lnTo>
                  <a:pt x="1139440" y="626691"/>
                </a:lnTo>
                <a:lnTo>
                  <a:pt x="1148935" y="598205"/>
                </a:lnTo>
                <a:lnTo>
                  <a:pt x="1158430" y="579215"/>
                </a:lnTo>
                <a:lnTo>
                  <a:pt x="1167926" y="598205"/>
                </a:lnTo>
                <a:lnTo>
                  <a:pt x="1177421" y="607701"/>
                </a:lnTo>
                <a:lnTo>
                  <a:pt x="1186916" y="569720"/>
                </a:lnTo>
                <a:lnTo>
                  <a:pt x="1196412" y="607701"/>
                </a:lnTo>
                <a:lnTo>
                  <a:pt x="1205907" y="607701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17196"/>
                </a:lnTo>
                <a:lnTo>
                  <a:pt x="1319851" y="60770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17196"/>
                </a:lnTo>
                <a:lnTo>
                  <a:pt x="1376823" y="626691"/>
                </a:lnTo>
                <a:lnTo>
                  <a:pt x="1386318" y="617196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569720"/>
                </a:lnTo>
                <a:lnTo>
                  <a:pt x="1528748" y="617196"/>
                </a:lnTo>
                <a:lnTo>
                  <a:pt x="1538243" y="617196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17196"/>
                </a:lnTo>
                <a:lnTo>
                  <a:pt x="1699664" y="626691"/>
                </a:lnTo>
                <a:lnTo>
                  <a:pt x="1709159" y="617196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17196"/>
                </a:lnTo>
                <a:lnTo>
                  <a:pt x="1908561" y="60770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588710"/>
                </a:lnTo>
                <a:lnTo>
                  <a:pt x="2069981" y="626691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17196"/>
                </a:lnTo>
                <a:lnTo>
                  <a:pt x="2440300" y="626691"/>
                </a:lnTo>
                <a:lnTo>
                  <a:pt x="2449795" y="617196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D9DF98-0EE1-BF42-8184-09D6EE0DA482}"/>
              </a:ext>
            </a:extLst>
          </p:cNvPr>
          <p:cNvSpPr/>
          <p:nvPr/>
        </p:nvSpPr>
        <p:spPr>
          <a:xfrm>
            <a:off x="6523352" y="12672892"/>
            <a:ext cx="5757239" cy="60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A033D9-3254-AAC0-280E-992507CFAD68}"/>
              </a:ext>
            </a:extLst>
          </p:cNvPr>
          <p:cNvSpPr txBox="1"/>
          <p:nvPr/>
        </p:nvSpPr>
        <p:spPr>
          <a:xfrm>
            <a:off x="6272603" y="1306565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100</a:t>
            </a:r>
            <a:endParaRPr lang="en-US" dirty="0">
              <a:latin typeface="Avenir LT Std 45 Book" panose="020B0502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20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2372-E6F6-3A2B-B045-1B17C0EBB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close-up of a microscope&#10;&#10;AI-generated content may be incorrect.">
            <a:extLst>
              <a:ext uri="{FF2B5EF4-FFF2-40B4-BE49-F238E27FC236}">
                <a16:creationId xmlns:a16="http://schemas.microsoft.com/office/drawing/2014/main" id="{2E08DD78-1489-D8A6-E2F3-CBE864DF2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46" r="50000" b="25661"/>
          <a:stretch>
            <a:fillRect/>
          </a:stretch>
        </p:blipFill>
        <p:spPr>
          <a:xfrm>
            <a:off x="2134182" y="6833379"/>
            <a:ext cx="2752441" cy="2790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450D79-D250-00FE-FE5F-FE716B05548C}"/>
              </a:ext>
            </a:extLst>
          </p:cNvPr>
          <p:cNvSpPr txBox="1"/>
          <p:nvPr/>
        </p:nvSpPr>
        <p:spPr>
          <a:xfrm rot="10800000">
            <a:off x="759962" y="6967736"/>
            <a:ext cx="553998" cy="67998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CA" sz="2400" dirty="0">
                <a:latin typeface="Avenir LT Std 65 Medium" panose="020B0803020203020204" pitchFamily="34" charset="0"/>
              </a:rPr>
              <a:t>0.1 ppm exposure </a:t>
            </a:r>
            <a:r>
              <a:rPr lang="en-CA" sz="2400" dirty="0">
                <a:solidFill>
                  <a:srgbClr val="E40D0D"/>
                </a:solidFill>
                <a:latin typeface="Avenir LT Std 65 Medium" panose="020B0803020203020204" pitchFamily="34" charset="0"/>
              </a:rPr>
              <a:t>0.7% w/w </a:t>
            </a:r>
            <a:r>
              <a:rPr lang="en-CA" sz="2400" dirty="0">
                <a:latin typeface="Avenir LT Std 65 Medium" panose="020B0803020203020204" pitchFamily="34" charset="0"/>
              </a:rPr>
              <a:t>c-Se-PS-MNPs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6446A5-D5F8-04FE-F175-7DD984C6764F}"/>
              </a:ext>
            </a:extLst>
          </p:cNvPr>
          <p:cNvCxnSpPr>
            <a:cxnSpLocks/>
          </p:cNvCxnSpPr>
          <p:nvPr/>
        </p:nvCxnSpPr>
        <p:spPr>
          <a:xfrm>
            <a:off x="1333372" y="6140450"/>
            <a:ext cx="0" cy="8382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26E23C-B174-9497-DDC7-48ADA4B61480}"/>
              </a:ext>
            </a:extLst>
          </p:cNvPr>
          <p:cNvSpPr txBox="1"/>
          <p:nvPr/>
        </p:nvSpPr>
        <p:spPr>
          <a:xfrm>
            <a:off x="539085" y="14810047"/>
            <a:ext cx="11181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S12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O-PTIR and Nano-TOF-SIMS information for Figure 5.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10x O-PTIR microscope image of a histological slice of a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Daphnia magna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to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 ppm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0.7% w/w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Se-PS-MNPs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put on a section of the digestive tract. Red dotted square indicates location of the analysis;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O-PTIR mapping of a 96 x 85 µm region of the exposed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magna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wavenumber 1452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aromatic C-H bending identifiable in polystyrene with point analysis shown by the red crosses at 30 random locations with intensities above 7 mV, with color bar shown on the right side of the image. Mapping done with a scan rate of 100 µm/s at a resolution of 0.2 µm/point with a probe power of 3% and an IR power of 17%;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O-PTIR spectrum for each red cross in b) with small circles indicating the presence of identified Se-PS-MNPs by the sharp peaks at 1491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 triangles indicating non-confirmation of the presence of Se-PS-MNPs;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analysis with emphasis on counts of Se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79.95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positive ion scan with counts for a m/z range of 0 – 100 g/mol; (g) Nano-TOF-SIMS negative ion analysis with emphasis on counts of 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91 g/mol.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147998-04C4-AC59-36F7-B2D9FF935310}"/>
              </a:ext>
            </a:extLst>
          </p:cNvPr>
          <p:cNvSpPr txBox="1"/>
          <p:nvPr/>
        </p:nvSpPr>
        <p:spPr>
          <a:xfrm>
            <a:off x="1309172" y="6010935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081E71-A8E9-6C47-F968-06534B5E8141}"/>
              </a:ext>
            </a:extLst>
          </p:cNvPr>
          <p:cNvSpPr txBox="1"/>
          <p:nvPr/>
        </p:nvSpPr>
        <p:spPr>
          <a:xfrm>
            <a:off x="4798851" y="5999818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927F7A-C463-5765-6383-2401853DC8C4}"/>
              </a:ext>
            </a:extLst>
          </p:cNvPr>
          <p:cNvSpPr txBox="1"/>
          <p:nvPr/>
        </p:nvSpPr>
        <p:spPr>
          <a:xfrm>
            <a:off x="7479361" y="6010935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93420-598A-E633-6E94-C0E044872F49}"/>
              </a:ext>
            </a:extLst>
          </p:cNvPr>
          <p:cNvSpPr txBox="1"/>
          <p:nvPr/>
        </p:nvSpPr>
        <p:spPr>
          <a:xfrm>
            <a:off x="2174879" y="10688320"/>
            <a:ext cx="298480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D16B6-84CB-AB99-D668-8C006551D716}"/>
              </a:ext>
            </a:extLst>
          </p:cNvPr>
          <p:cNvSpPr txBox="1"/>
          <p:nvPr/>
        </p:nvSpPr>
        <p:spPr>
          <a:xfrm>
            <a:off x="4243568" y="10688320"/>
            <a:ext cx="412291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5BBA9-E725-76AA-F01C-20DAFD3E44F0}"/>
              </a:ext>
            </a:extLst>
          </p:cNvPr>
          <p:cNvSpPr txBox="1"/>
          <p:nvPr/>
        </p:nvSpPr>
        <p:spPr>
          <a:xfrm>
            <a:off x="8411458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A62DE6-6405-3788-8147-BC53CD1D106E}"/>
              </a:ext>
            </a:extLst>
          </p:cNvPr>
          <p:cNvSpPr/>
          <p:nvPr/>
        </p:nvSpPr>
        <p:spPr bwMode="auto">
          <a:xfrm>
            <a:off x="2285289" y="10606118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0F942C8-3897-C3F4-0697-DCE8C1F006D8}"/>
              </a:ext>
            </a:extLst>
          </p:cNvPr>
          <p:cNvSpPr txBox="1"/>
          <p:nvPr/>
        </p:nvSpPr>
        <p:spPr>
          <a:xfrm>
            <a:off x="2080039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79.80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0250BBF-9398-170C-C2F8-B0D7D9A2AC14}"/>
              </a:ext>
            </a:extLst>
          </p:cNvPr>
          <p:cNvSpPr txBox="1"/>
          <p:nvPr/>
        </p:nvSpPr>
        <p:spPr>
          <a:xfrm>
            <a:off x="3756115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79.85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0C861A-00FD-C545-0DC7-DA2BE34361D7}"/>
              </a:ext>
            </a:extLst>
          </p:cNvPr>
          <p:cNvSpPr txBox="1"/>
          <p:nvPr/>
        </p:nvSpPr>
        <p:spPr>
          <a:xfrm>
            <a:off x="5432191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79.90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452A863-2F6C-CCD8-96E7-A88FCE1F500F}"/>
              </a:ext>
            </a:extLst>
          </p:cNvPr>
          <p:cNvSpPr txBox="1"/>
          <p:nvPr/>
        </p:nvSpPr>
        <p:spPr>
          <a:xfrm>
            <a:off x="7116483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79.95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B7BA929-925A-B095-E207-650CC9E38B1D}"/>
              </a:ext>
            </a:extLst>
          </p:cNvPr>
          <p:cNvSpPr txBox="1"/>
          <p:nvPr/>
        </p:nvSpPr>
        <p:spPr>
          <a:xfrm>
            <a:off x="8792558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80.00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EB65B726-D322-4D2F-6146-D91CD1272A36}"/>
              </a:ext>
            </a:extLst>
          </p:cNvPr>
          <p:cNvSpPr/>
          <p:nvPr/>
        </p:nvSpPr>
        <p:spPr bwMode="auto">
          <a:xfrm>
            <a:off x="2297251" y="11780016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6D8FB2E-01A4-7ED8-34F6-AD291C5BAF1A}"/>
              </a:ext>
            </a:extLst>
          </p:cNvPr>
          <p:cNvSpPr txBox="1"/>
          <p:nvPr/>
        </p:nvSpPr>
        <p:spPr>
          <a:xfrm>
            <a:off x="1309172" y="9581287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7C9455C-BEF7-F3E6-CBB6-3E85982FDEB1}"/>
              </a:ext>
            </a:extLst>
          </p:cNvPr>
          <p:cNvSpPr txBox="1"/>
          <p:nvPr/>
        </p:nvSpPr>
        <p:spPr>
          <a:xfrm>
            <a:off x="1309172" y="10850276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(e)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29C84CD2-E6A9-31B1-15A5-37B78575FAB8}"/>
              </a:ext>
            </a:extLst>
          </p:cNvPr>
          <p:cNvSpPr txBox="1"/>
          <p:nvPr/>
        </p:nvSpPr>
        <p:spPr>
          <a:xfrm>
            <a:off x="2174879" y="13063117"/>
            <a:ext cx="305940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F0B59B8-96C1-8F91-AEF2-2360C32A7EA4}"/>
              </a:ext>
            </a:extLst>
          </p:cNvPr>
          <p:cNvSpPr txBox="1"/>
          <p:nvPr/>
        </p:nvSpPr>
        <p:spPr>
          <a:xfrm>
            <a:off x="4246492" y="13063117"/>
            <a:ext cx="422596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B9759B6-E393-8A8A-9355-9B3B3A95AB9A}"/>
              </a:ext>
            </a:extLst>
          </p:cNvPr>
          <p:cNvSpPr txBox="1"/>
          <p:nvPr/>
        </p:nvSpPr>
        <p:spPr>
          <a:xfrm>
            <a:off x="8420277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2E440827-80FA-9DC2-D6E9-F004BE0BDAC7}"/>
              </a:ext>
            </a:extLst>
          </p:cNvPr>
          <p:cNvSpPr/>
          <p:nvPr/>
        </p:nvSpPr>
        <p:spPr bwMode="auto">
          <a:xfrm>
            <a:off x="2285446" y="12977659"/>
            <a:ext cx="8416913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7AA3B2F-2833-8EAE-0CD8-70F548833B7E}"/>
              </a:ext>
            </a:extLst>
          </p:cNvPr>
          <p:cNvSpPr txBox="1"/>
          <p:nvPr/>
        </p:nvSpPr>
        <p:spPr>
          <a:xfrm>
            <a:off x="6046621" y="14523224"/>
            <a:ext cx="1225015" cy="318036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65 Medium" panose="020B0803020203020204" pitchFamily="34" charset="0"/>
              </a:rPr>
              <a:t>Mass [m/z]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2D47C045-FD08-3B5C-9CAD-41BDD2C8A9C2}"/>
              </a:ext>
            </a:extLst>
          </p:cNvPr>
          <p:cNvGrpSpPr/>
          <p:nvPr/>
        </p:nvGrpSpPr>
        <p:grpSpPr>
          <a:xfrm>
            <a:off x="2104951" y="14222148"/>
            <a:ext cx="8591591" cy="377848"/>
            <a:chOff x="2306472" y="8132497"/>
            <a:chExt cx="8390069" cy="377848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9F8110A-F35F-4AEE-F38B-8D4D00013148}"/>
                </a:ext>
              </a:extLst>
            </p:cNvPr>
            <p:cNvSpPr txBox="1"/>
            <p:nvPr/>
          </p:nvSpPr>
          <p:spPr>
            <a:xfrm>
              <a:off x="2306472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3551804B-3902-87D7-843E-2810478A766F}"/>
                </a:ext>
              </a:extLst>
            </p:cNvPr>
            <p:cNvSpPr txBox="1"/>
            <p:nvPr/>
          </p:nvSpPr>
          <p:spPr>
            <a:xfrm>
              <a:off x="43533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90.5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41295D04-180E-064D-FAEC-811B9A65AFE4}"/>
                </a:ext>
              </a:extLst>
            </p:cNvPr>
            <p:cNvSpPr txBox="1"/>
            <p:nvPr/>
          </p:nvSpPr>
          <p:spPr>
            <a:xfrm>
              <a:off x="64002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547939DA-13B3-BBFB-76F6-31C891F25751}"/>
                </a:ext>
              </a:extLst>
            </p:cNvPr>
            <p:cNvSpPr txBox="1"/>
            <p:nvPr/>
          </p:nvSpPr>
          <p:spPr>
            <a:xfrm>
              <a:off x="8455198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91.5</a:t>
              </a: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3CAE385-04D6-06F5-88E3-52AB5F862B0B}"/>
                </a:ext>
              </a:extLst>
            </p:cNvPr>
            <p:cNvSpPr/>
            <p:nvPr/>
          </p:nvSpPr>
          <p:spPr bwMode="auto">
            <a:xfrm>
              <a:off x="2484862" y="8132497"/>
              <a:ext cx="8211679" cy="75964"/>
            </a:xfrm>
            <a:custGeom>
              <a:avLst/>
              <a:gdLst/>
              <a:ahLst/>
              <a:cxnLst/>
              <a:rect l="0" t="0" r="0" b="0"/>
              <a:pathLst>
                <a:path w="9713721" h="75964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3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7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7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7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7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3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7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7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7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7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3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7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7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7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7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3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7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7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7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7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D74C2C6C-ED96-251E-A508-55548C9911E2}"/>
              </a:ext>
            </a:extLst>
          </p:cNvPr>
          <p:cNvSpPr txBox="1"/>
          <p:nvPr/>
        </p:nvSpPr>
        <p:spPr>
          <a:xfrm>
            <a:off x="1309172" y="12055343"/>
            <a:ext cx="52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(f)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9E0D1DD-955E-ACF2-ED98-98C418BF3933}"/>
              </a:ext>
            </a:extLst>
          </p:cNvPr>
          <p:cNvSpPr txBox="1"/>
          <p:nvPr/>
        </p:nvSpPr>
        <p:spPr>
          <a:xfrm>
            <a:off x="1271503" y="13260410"/>
            <a:ext cx="58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(g)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E43318C-7B9B-6871-4675-8F5CCDA603D1}"/>
              </a:ext>
            </a:extLst>
          </p:cNvPr>
          <p:cNvSpPr txBox="1"/>
          <p:nvPr/>
        </p:nvSpPr>
        <p:spPr>
          <a:xfrm>
            <a:off x="2473359" y="964160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41B55345-6FC9-97C3-C950-BE88E2A3F9CE}"/>
              </a:ext>
            </a:extLst>
          </p:cNvPr>
          <p:cNvSpPr txBox="1"/>
          <p:nvPr/>
        </p:nvSpPr>
        <p:spPr>
          <a:xfrm>
            <a:off x="2438692" y="10928296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scan, Se</a:t>
            </a:r>
            <a:r>
              <a:rPr lang="en-CA" baseline="30000" dirty="0">
                <a:latin typeface="Avenir LT Std 45 Book" panose="020B0502020203020204" pitchFamily="34" charset="0"/>
              </a:rPr>
              <a:t>-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0415B96A-D418-346A-EED0-EF874A526CD0}"/>
              </a:ext>
            </a:extLst>
          </p:cNvPr>
          <p:cNvSpPr txBox="1"/>
          <p:nvPr/>
        </p:nvSpPr>
        <p:spPr>
          <a:xfrm>
            <a:off x="2438693" y="12062265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663F17B-6147-4D0D-DDFD-CEEF8833FF57}"/>
              </a:ext>
            </a:extLst>
          </p:cNvPr>
          <p:cNvSpPr txBox="1"/>
          <p:nvPr/>
        </p:nvSpPr>
        <p:spPr>
          <a:xfrm>
            <a:off x="2448538" y="13323130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scan, C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dirty="0">
                <a:latin typeface="Avenir LT Std 45 Book" panose="020B0502020203020204" pitchFamily="34" charset="0"/>
              </a:rPr>
              <a:t>H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baseline="30000" dirty="0">
                <a:latin typeface="Avenir LT Std 45 Book" panose="020B0502020203020204" pitchFamily="34" charset="0"/>
              </a:rPr>
              <a:t>+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EDDF5AB-41C8-2DE1-E703-D58A879B7D1A}"/>
              </a:ext>
            </a:extLst>
          </p:cNvPr>
          <p:cNvSpPr txBox="1"/>
          <p:nvPr/>
        </p:nvSpPr>
        <p:spPr>
          <a:xfrm>
            <a:off x="2297251" y="6224792"/>
            <a:ext cx="266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Microscope image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4411AB80-107D-800F-5D4B-0B301E1E0898}"/>
              </a:ext>
            </a:extLst>
          </p:cNvPr>
          <p:cNvSpPr txBox="1"/>
          <p:nvPr/>
        </p:nvSpPr>
        <p:spPr>
          <a:xfrm>
            <a:off x="5156844" y="6239701"/>
            <a:ext cx="22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1453 cm</a:t>
            </a:r>
            <a:r>
              <a:rPr lang="en-CA" baseline="30000" dirty="0">
                <a:latin typeface="Avenir LT Std 45 Book" panose="020B0502020203020204" pitchFamily="34" charset="0"/>
              </a:rPr>
              <a:t>-1</a:t>
            </a:r>
            <a:r>
              <a:rPr lang="en-CA" dirty="0">
                <a:latin typeface="Avenir LT Std 45 Book" panose="020B0502020203020204" pitchFamily="34" charset="0"/>
              </a:rPr>
              <a:t> map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3A4FDA9-9C4C-B840-3EC9-40DF8FB3D39C}"/>
              </a:ext>
            </a:extLst>
          </p:cNvPr>
          <p:cNvSpPr txBox="1"/>
          <p:nvPr/>
        </p:nvSpPr>
        <p:spPr>
          <a:xfrm>
            <a:off x="8199616" y="6239702"/>
            <a:ext cx="284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Full spectra analysis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04B1FA9-A5AB-9C14-9589-BA3469E353DE}"/>
              </a:ext>
            </a:extLst>
          </p:cNvPr>
          <p:cNvSpPr txBox="1"/>
          <p:nvPr/>
        </p:nvSpPr>
        <p:spPr>
          <a:xfrm rot="10800000">
            <a:off x="1620881" y="7551806"/>
            <a:ext cx="553998" cy="106856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O-PTIR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8891A39A-D423-5FC9-9851-00E502A47B25}"/>
              </a:ext>
            </a:extLst>
          </p:cNvPr>
          <p:cNvSpPr txBox="1"/>
          <p:nvPr/>
        </p:nvSpPr>
        <p:spPr>
          <a:xfrm rot="10800000">
            <a:off x="1694335" y="11401354"/>
            <a:ext cx="553998" cy="149816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TOF-SIMS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765157-0EF5-1BEF-9038-AE9884382FDE}"/>
              </a:ext>
            </a:extLst>
          </p:cNvPr>
          <p:cNvSpPr/>
          <p:nvPr/>
        </p:nvSpPr>
        <p:spPr>
          <a:xfrm>
            <a:off x="3543497" y="7927973"/>
            <a:ext cx="297180" cy="285894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00FA21-4E6A-BFD1-274D-59F34E443316}"/>
              </a:ext>
            </a:extLst>
          </p:cNvPr>
          <p:cNvSpPr/>
          <p:nvPr/>
        </p:nvSpPr>
        <p:spPr>
          <a:xfrm>
            <a:off x="4906035" y="7028258"/>
            <a:ext cx="2797785" cy="2190015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37F979-CEC7-1A23-1562-7EFC95EE1702}"/>
              </a:ext>
            </a:extLst>
          </p:cNvPr>
          <p:cNvSpPr/>
          <p:nvPr/>
        </p:nvSpPr>
        <p:spPr bwMode="auto">
          <a:xfrm>
            <a:off x="2285289" y="12350540"/>
            <a:ext cx="4210774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379813"/>
                </a:lnTo>
                <a:lnTo>
                  <a:pt x="2231402" y="569720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98205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69720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69720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0770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17196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17196"/>
                </a:lnTo>
                <a:lnTo>
                  <a:pt x="9210468" y="398804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7921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41C291-9200-42AA-CBF0-9D102ED0698B}"/>
              </a:ext>
            </a:extLst>
          </p:cNvPr>
          <p:cNvSpPr/>
          <p:nvPr/>
        </p:nvSpPr>
        <p:spPr bwMode="auto">
          <a:xfrm>
            <a:off x="2269119" y="13580293"/>
            <a:ext cx="8433161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98205"/>
                </a:moveTo>
                <a:lnTo>
                  <a:pt x="9496" y="598205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17196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598205"/>
                </a:lnTo>
                <a:lnTo>
                  <a:pt x="4424823" y="588710"/>
                </a:lnTo>
                <a:lnTo>
                  <a:pt x="4434318" y="569719"/>
                </a:lnTo>
                <a:lnTo>
                  <a:pt x="4443813" y="550728"/>
                </a:lnTo>
                <a:lnTo>
                  <a:pt x="4453309" y="531738"/>
                </a:lnTo>
                <a:lnTo>
                  <a:pt x="4462804" y="503252"/>
                </a:lnTo>
                <a:lnTo>
                  <a:pt x="4472300" y="455775"/>
                </a:lnTo>
                <a:lnTo>
                  <a:pt x="4481795" y="427289"/>
                </a:lnTo>
                <a:lnTo>
                  <a:pt x="4491290" y="379812"/>
                </a:lnTo>
                <a:lnTo>
                  <a:pt x="4500785" y="332336"/>
                </a:lnTo>
                <a:lnTo>
                  <a:pt x="4510281" y="313345"/>
                </a:lnTo>
                <a:lnTo>
                  <a:pt x="4519776" y="275364"/>
                </a:lnTo>
                <a:lnTo>
                  <a:pt x="4529271" y="246878"/>
                </a:lnTo>
                <a:lnTo>
                  <a:pt x="4538767" y="237383"/>
                </a:lnTo>
                <a:lnTo>
                  <a:pt x="4548262" y="218392"/>
                </a:lnTo>
                <a:lnTo>
                  <a:pt x="4557758" y="199401"/>
                </a:lnTo>
                <a:lnTo>
                  <a:pt x="4567253" y="208896"/>
                </a:lnTo>
                <a:lnTo>
                  <a:pt x="4576748" y="218392"/>
                </a:lnTo>
                <a:lnTo>
                  <a:pt x="4586243" y="256373"/>
                </a:lnTo>
                <a:lnTo>
                  <a:pt x="4595739" y="275364"/>
                </a:lnTo>
                <a:lnTo>
                  <a:pt x="4605234" y="284859"/>
                </a:lnTo>
                <a:lnTo>
                  <a:pt x="4614729" y="313345"/>
                </a:lnTo>
                <a:lnTo>
                  <a:pt x="4624225" y="370317"/>
                </a:lnTo>
                <a:lnTo>
                  <a:pt x="4633720" y="398803"/>
                </a:lnTo>
                <a:lnTo>
                  <a:pt x="4643216" y="427289"/>
                </a:lnTo>
                <a:lnTo>
                  <a:pt x="4652711" y="455775"/>
                </a:lnTo>
                <a:lnTo>
                  <a:pt x="4662206" y="465270"/>
                </a:lnTo>
                <a:lnTo>
                  <a:pt x="4671701" y="484261"/>
                </a:lnTo>
                <a:lnTo>
                  <a:pt x="4681197" y="512747"/>
                </a:lnTo>
                <a:lnTo>
                  <a:pt x="4690692" y="522242"/>
                </a:lnTo>
                <a:lnTo>
                  <a:pt x="4700187" y="550728"/>
                </a:lnTo>
                <a:lnTo>
                  <a:pt x="4709683" y="550728"/>
                </a:lnTo>
                <a:lnTo>
                  <a:pt x="4719178" y="550728"/>
                </a:lnTo>
                <a:lnTo>
                  <a:pt x="4728673" y="56022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79214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598205"/>
                </a:lnTo>
                <a:lnTo>
                  <a:pt x="4833122" y="598205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598205"/>
                </a:lnTo>
                <a:lnTo>
                  <a:pt x="4871103" y="607700"/>
                </a:lnTo>
                <a:lnTo>
                  <a:pt x="4880599" y="598205"/>
                </a:lnTo>
                <a:lnTo>
                  <a:pt x="4890094" y="607700"/>
                </a:lnTo>
                <a:lnTo>
                  <a:pt x="4899589" y="598205"/>
                </a:lnTo>
                <a:lnTo>
                  <a:pt x="4909085" y="607700"/>
                </a:lnTo>
                <a:lnTo>
                  <a:pt x="4918580" y="598205"/>
                </a:lnTo>
                <a:lnTo>
                  <a:pt x="4928075" y="607700"/>
                </a:lnTo>
                <a:lnTo>
                  <a:pt x="4937570" y="598205"/>
                </a:lnTo>
                <a:lnTo>
                  <a:pt x="4947066" y="607700"/>
                </a:lnTo>
                <a:lnTo>
                  <a:pt x="4956561" y="598205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79214"/>
                </a:lnTo>
                <a:lnTo>
                  <a:pt x="4994543" y="588710"/>
                </a:lnTo>
                <a:lnTo>
                  <a:pt x="5004038" y="579214"/>
                </a:lnTo>
                <a:lnTo>
                  <a:pt x="5013533" y="569719"/>
                </a:lnTo>
                <a:lnTo>
                  <a:pt x="5023028" y="569719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41233"/>
                </a:lnTo>
                <a:lnTo>
                  <a:pt x="5061010" y="522242"/>
                </a:lnTo>
                <a:lnTo>
                  <a:pt x="5070505" y="512747"/>
                </a:lnTo>
                <a:lnTo>
                  <a:pt x="5080000" y="503252"/>
                </a:lnTo>
                <a:lnTo>
                  <a:pt x="5089496" y="503252"/>
                </a:lnTo>
                <a:lnTo>
                  <a:pt x="5098991" y="484261"/>
                </a:lnTo>
                <a:lnTo>
                  <a:pt x="5108487" y="493757"/>
                </a:lnTo>
                <a:lnTo>
                  <a:pt x="5117981" y="484261"/>
                </a:lnTo>
                <a:lnTo>
                  <a:pt x="5127477" y="484261"/>
                </a:lnTo>
                <a:lnTo>
                  <a:pt x="5136973" y="493757"/>
                </a:lnTo>
                <a:lnTo>
                  <a:pt x="5146468" y="503252"/>
                </a:lnTo>
                <a:lnTo>
                  <a:pt x="5155963" y="503252"/>
                </a:lnTo>
                <a:lnTo>
                  <a:pt x="5165458" y="522242"/>
                </a:lnTo>
                <a:lnTo>
                  <a:pt x="5174954" y="531738"/>
                </a:lnTo>
                <a:lnTo>
                  <a:pt x="5184449" y="541233"/>
                </a:lnTo>
                <a:lnTo>
                  <a:pt x="5193944" y="550728"/>
                </a:lnTo>
                <a:lnTo>
                  <a:pt x="5203440" y="550728"/>
                </a:lnTo>
                <a:lnTo>
                  <a:pt x="5212935" y="569719"/>
                </a:lnTo>
                <a:lnTo>
                  <a:pt x="5222430" y="569719"/>
                </a:lnTo>
                <a:lnTo>
                  <a:pt x="5231926" y="588710"/>
                </a:lnTo>
                <a:lnTo>
                  <a:pt x="5241421" y="579214"/>
                </a:lnTo>
                <a:lnTo>
                  <a:pt x="5250916" y="588710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607700"/>
                </a:lnTo>
                <a:lnTo>
                  <a:pt x="5307889" y="617196"/>
                </a:lnTo>
                <a:lnTo>
                  <a:pt x="5317383" y="607700"/>
                </a:lnTo>
                <a:lnTo>
                  <a:pt x="5326879" y="617196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07700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17196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17196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17196"/>
                </a:lnTo>
                <a:lnTo>
                  <a:pt x="9200973" y="617196"/>
                </a:lnTo>
                <a:lnTo>
                  <a:pt x="9210468" y="617196"/>
                </a:lnTo>
                <a:lnTo>
                  <a:pt x="9219963" y="617196"/>
                </a:lnTo>
                <a:lnTo>
                  <a:pt x="9229458" y="617196"/>
                </a:lnTo>
                <a:lnTo>
                  <a:pt x="9238954" y="607700"/>
                </a:lnTo>
                <a:lnTo>
                  <a:pt x="9248450" y="607700"/>
                </a:lnTo>
                <a:lnTo>
                  <a:pt x="9257944" y="598205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69719"/>
                </a:lnTo>
                <a:lnTo>
                  <a:pt x="9295926" y="541233"/>
                </a:lnTo>
                <a:lnTo>
                  <a:pt x="9305421" y="531738"/>
                </a:lnTo>
                <a:lnTo>
                  <a:pt x="9314917" y="503252"/>
                </a:lnTo>
                <a:lnTo>
                  <a:pt x="9324412" y="474766"/>
                </a:lnTo>
                <a:lnTo>
                  <a:pt x="9333907" y="417794"/>
                </a:lnTo>
                <a:lnTo>
                  <a:pt x="9343403" y="398803"/>
                </a:lnTo>
                <a:lnTo>
                  <a:pt x="9352897" y="332336"/>
                </a:lnTo>
                <a:lnTo>
                  <a:pt x="9362393" y="294354"/>
                </a:lnTo>
                <a:lnTo>
                  <a:pt x="9371889" y="246878"/>
                </a:lnTo>
                <a:lnTo>
                  <a:pt x="9381384" y="208896"/>
                </a:lnTo>
                <a:lnTo>
                  <a:pt x="9390879" y="142429"/>
                </a:lnTo>
                <a:lnTo>
                  <a:pt x="9400374" y="85457"/>
                </a:lnTo>
                <a:lnTo>
                  <a:pt x="9409870" y="75962"/>
                </a:lnTo>
                <a:lnTo>
                  <a:pt x="9419365" y="37981"/>
                </a:lnTo>
                <a:lnTo>
                  <a:pt x="9428860" y="47476"/>
                </a:lnTo>
                <a:lnTo>
                  <a:pt x="9438356" y="0"/>
                </a:lnTo>
                <a:lnTo>
                  <a:pt x="9447851" y="37981"/>
                </a:lnTo>
                <a:lnTo>
                  <a:pt x="9457346" y="18990"/>
                </a:lnTo>
                <a:lnTo>
                  <a:pt x="9466842" y="28485"/>
                </a:lnTo>
                <a:lnTo>
                  <a:pt x="9476337" y="56971"/>
                </a:lnTo>
                <a:lnTo>
                  <a:pt x="9485833" y="94953"/>
                </a:lnTo>
                <a:lnTo>
                  <a:pt x="9495327" y="161420"/>
                </a:lnTo>
                <a:lnTo>
                  <a:pt x="9504823" y="208896"/>
                </a:lnTo>
                <a:lnTo>
                  <a:pt x="9514319" y="237383"/>
                </a:lnTo>
                <a:lnTo>
                  <a:pt x="9523813" y="284859"/>
                </a:lnTo>
                <a:lnTo>
                  <a:pt x="9533309" y="322841"/>
                </a:lnTo>
                <a:lnTo>
                  <a:pt x="9542804" y="370317"/>
                </a:lnTo>
                <a:lnTo>
                  <a:pt x="9552300" y="398803"/>
                </a:lnTo>
                <a:lnTo>
                  <a:pt x="9561795" y="436784"/>
                </a:lnTo>
                <a:lnTo>
                  <a:pt x="9571290" y="455775"/>
                </a:lnTo>
                <a:lnTo>
                  <a:pt x="9580786" y="484261"/>
                </a:lnTo>
                <a:lnTo>
                  <a:pt x="9590281" y="503252"/>
                </a:lnTo>
                <a:lnTo>
                  <a:pt x="9599776" y="512747"/>
                </a:lnTo>
                <a:lnTo>
                  <a:pt x="9609272" y="531738"/>
                </a:lnTo>
                <a:lnTo>
                  <a:pt x="9618767" y="541233"/>
                </a:lnTo>
                <a:lnTo>
                  <a:pt x="9628262" y="550728"/>
                </a:lnTo>
                <a:lnTo>
                  <a:pt x="9637758" y="560224"/>
                </a:lnTo>
                <a:lnTo>
                  <a:pt x="9647253" y="569719"/>
                </a:lnTo>
                <a:lnTo>
                  <a:pt x="9656748" y="569719"/>
                </a:lnTo>
                <a:lnTo>
                  <a:pt x="9666243" y="579214"/>
                </a:lnTo>
                <a:lnTo>
                  <a:pt x="9675739" y="579214"/>
                </a:lnTo>
                <a:lnTo>
                  <a:pt x="9685234" y="579214"/>
                </a:lnTo>
                <a:lnTo>
                  <a:pt x="9694729" y="588710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1138FC-5843-0DE7-8E3D-395E977C742F}"/>
              </a:ext>
            </a:extLst>
          </p:cNvPr>
          <p:cNvSpPr/>
          <p:nvPr/>
        </p:nvSpPr>
        <p:spPr bwMode="auto">
          <a:xfrm>
            <a:off x="2297251" y="11147820"/>
            <a:ext cx="7030899" cy="598206"/>
          </a:xfrm>
          <a:custGeom>
            <a:avLst/>
            <a:gdLst/>
            <a:ahLst/>
            <a:cxnLst/>
            <a:rect l="0" t="0" r="0" b="0"/>
            <a:pathLst>
              <a:path w="9637758" h="598206">
                <a:moveTo>
                  <a:pt x="0" y="408299"/>
                </a:moveTo>
                <a:lnTo>
                  <a:pt x="37982" y="465271"/>
                </a:lnTo>
                <a:lnTo>
                  <a:pt x="85458" y="379813"/>
                </a:lnTo>
                <a:lnTo>
                  <a:pt x="123440" y="351327"/>
                </a:lnTo>
                <a:lnTo>
                  <a:pt x="170916" y="465271"/>
                </a:lnTo>
                <a:lnTo>
                  <a:pt x="208897" y="351327"/>
                </a:lnTo>
                <a:lnTo>
                  <a:pt x="246879" y="408299"/>
                </a:lnTo>
                <a:lnTo>
                  <a:pt x="294355" y="303850"/>
                </a:lnTo>
                <a:lnTo>
                  <a:pt x="332337" y="408299"/>
                </a:lnTo>
                <a:lnTo>
                  <a:pt x="379813" y="379813"/>
                </a:lnTo>
                <a:lnTo>
                  <a:pt x="417795" y="351327"/>
                </a:lnTo>
                <a:lnTo>
                  <a:pt x="465271" y="332336"/>
                </a:lnTo>
                <a:lnTo>
                  <a:pt x="503253" y="351327"/>
                </a:lnTo>
                <a:lnTo>
                  <a:pt x="541234" y="275364"/>
                </a:lnTo>
                <a:lnTo>
                  <a:pt x="588711" y="436785"/>
                </a:lnTo>
                <a:lnTo>
                  <a:pt x="626692" y="436785"/>
                </a:lnTo>
                <a:lnTo>
                  <a:pt x="674168" y="218392"/>
                </a:lnTo>
                <a:lnTo>
                  <a:pt x="712150" y="465271"/>
                </a:lnTo>
                <a:lnTo>
                  <a:pt x="759626" y="465271"/>
                </a:lnTo>
                <a:lnTo>
                  <a:pt x="797608" y="408299"/>
                </a:lnTo>
                <a:lnTo>
                  <a:pt x="835589" y="218392"/>
                </a:lnTo>
                <a:lnTo>
                  <a:pt x="883066" y="275364"/>
                </a:lnTo>
                <a:lnTo>
                  <a:pt x="921047" y="493757"/>
                </a:lnTo>
                <a:lnTo>
                  <a:pt x="968524" y="436785"/>
                </a:lnTo>
                <a:lnTo>
                  <a:pt x="1006505" y="351327"/>
                </a:lnTo>
                <a:lnTo>
                  <a:pt x="1053982" y="436785"/>
                </a:lnTo>
                <a:lnTo>
                  <a:pt x="1091963" y="408299"/>
                </a:lnTo>
                <a:lnTo>
                  <a:pt x="1129944" y="436785"/>
                </a:lnTo>
                <a:lnTo>
                  <a:pt x="1177421" y="436785"/>
                </a:lnTo>
                <a:lnTo>
                  <a:pt x="1215402" y="522243"/>
                </a:lnTo>
                <a:lnTo>
                  <a:pt x="1262879" y="379813"/>
                </a:lnTo>
                <a:lnTo>
                  <a:pt x="1300860" y="541233"/>
                </a:lnTo>
                <a:lnTo>
                  <a:pt x="1348337" y="465271"/>
                </a:lnTo>
                <a:lnTo>
                  <a:pt x="1386318" y="465271"/>
                </a:lnTo>
                <a:lnTo>
                  <a:pt x="1424299" y="351327"/>
                </a:lnTo>
                <a:lnTo>
                  <a:pt x="1471776" y="436785"/>
                </a:lnTo>
                <a:lnTo>
                  <a:pt x="1509757" y="436785"/>
                </a:lnTo>
                <a:lnTo>
                  <a:pt x="1557234" y="408299"/>
                </a:lnTo>
                <a:lnTo>
                  <a:pt x="1595215" y="408299"/>
                </a:lnTo>
                <a:lnTo>
                  <a:pt x="1642692" y="408299"/>
                </a:lnTo>
                <a:lnTo>
                  <a:pt x="1680673" y="436785"/>
                </a:lnTo>
                <a:lnTo>
                  <a:pt x="1718655" y="275364"/>
                </a:lnTo>
                <a:lnTo>
                  <a:pt x="1766131" y="436785"/>
                </a:lnTo>
                <a:lnTo>
                  <a:pt x="1804112" y="436785"/>
                </a:lnTo>
                <a:lnTo>
                  <a:pt x="1851589" y="246878"/>
                </a:lnTo>
                <a:lnTo>
                  <a:pt x="1889570" y="351327"/>
                </a:lnTo>
                <a:lnTo>
                  <a:pt x="1937047" y="408299"/>
                </a:lnTo>
                <a:lnTo>
                  <a:pt x="1975028" y="275364"/>
                </a:lnTo>
                <a:lnTo>
                  <a:pt x="2013010" y="332336"/>
                </a:lnTo>
                <a:lnTo>
                  <a:pt x="2060486" y="303850"/>
                </a:lnTo>
                <a:lnTo>
                  <a:pt x="2098468" y="351327"/>
                </a:lnTo>
                <a:lnTo>
                  <a:pt x="2145944" y="541233"/>
                </a:lnTo>
                <a:lnTo>
                  <a:pt x="2183926" y="436785"/>
                </a:lnTo>
                <a:lnTo>
                  <a:pt x="2231402" y="332336"/>
                </a:lnTo>
                <a:lnTo>
                  <a:pt x="2269384" y="379813"/>
                </a:lnTo>
                <a:lnTo>
                  <a:pt x="2307365" y="332336"/>
                </a:lnTo>
                <a:lnTo>
                  <a:pt x="2354841" y="246878"/>
                </a:lnTo>
                <a:lnTo>
                  <a:pt x="2392823" y="436785"/>
                </a:lnTo>
                <a:lnTo>
                  <a:pt x="2440299" y="408299"/>
                </a:lnTo>
                <a:lnTo>
                  <a:pt x="2478281" y="332336"/>
                </a:lnTo>
                <a:lnTo>
                  <a:pt x="2525757" y="332336"/>
                </a:lnTo>
                <a:lnTo>
                  <a:pt x="2563739" y="332336"/>
                </a:lnTo>
                <a:lnTo>
                  <a:pt x="2601720" y="332336"/>
                </a:lnTo>
                <a:lnTo>
                  <a:pt x="2649197" y="436785"/>
                </a:lnTo>
                <a:lnTo>
                  <a:pt x="2687178" y="598205"/>
                </a:lnTo>
                <a:lnTo>
                  <a:pt x="2734655" y="436785"/>
                </a:lnTo>
                <a:lnTo>
                  <a:pt x="2772636" y="303850"/>
                </a:lnTo>
                <a:lnTo>
                  <a:pt x="2820113" y="379813"/>
                </a:lnTo>
                <a:lnTo>
                  <a:pt x="2858094" y="303850"/>
                </a:lnTo>
                <a:lnTo>
                  <a:pt x="2896075" y="303850"/>
                </a:lnTo>
                <a:lnTo>
                  <a:pt x="2943552" y="303850"/>
                </a:lnTo>
                <a:lnTo>
                  <a:pt x="2981533" y="303850"/>
                </a:lnTo>
                <a:lnTo>
                  <a:pt x="3029010" y="332336"/>
                </a:lnTo>
                <a:lnTo>
                  <a:pt x="3066991" y="408299"/>
                </a:lnTo>
                <a:lnTo>
                  <a:pt x="3114468" y="436785"/>
                </a:lnTo>
                <a:lnTo>
                  <a:pt x="3152449" y="379813"/>
                </a:lnTo>
                <a:lnTo>
                  <a:pt x="3190430" y="408299"/>
                </a:lnTo>
                <a:lnTo>
                  <a:pt x="3237907" y="189906"/>
                </a:lnTo>
                <a:lnTo>
                  <a:pt x="3275888" y="303850"/>
                </a:lnTo>
                <a:lnTo>
                  <a:pt x="3323365" y="332336"/>
                </a:lnTo>
                <a:lnTo>
                  <a:pt x="3361346" y="218392"/>
                </a:lnTo>
                <a:lnTo>
                  <a:pt x="3408823" y="436785"/>
                </a:lnTo>
                <a:lnTo>
                  <a:pt x="3446804" y="465271"/>
                </a:lnTo>
                <a:lnTo>
                  <a:pt x="3494281" y="379813"/>
                </a:lnTo>
                <a:lnTo>
                  <a:pt x="3532262" y="379813"/>
                </a:lnTo>
                <a:lnTo>
                  <a:pt x="3570243" y="332336"/>
                </a:lnTo>
                <a:lnTo>
                  <a:pt x="3617720" y="332336"/>
                </a:lnTo>
                <a:lnTo>
                  <a:pt x="3655701" y="332336"/>
                </a:lnTo>
                <a:lnTo>
                  <a:pt x="3703178" y="379813"/>
                </a:lnTo>
                <a:lnTo>
                  <a:pt x="3741159" y="332336"/>
                </a:lnTo>
                <a:lnTo>
                  <a:pt x="3788636" y="465271"/>
                </a:lnTo>
                <a:lnTo>
                  <a:pt x="3826617" y="436785"/>
                </a:lnTo>
                <a:lnTo>
                  <a:pt x="3864599" y="379813"/>
                </a:lnTo>
                <a:lnTo>
                  <a:pt x="3912075" y="332336"/>
                </a:lnTo>
                <a:lnTo>
                  <a:pt x="3950057" y="332336"/>
                </a:lnTo>
                <a:lnTo>
                  <a:pt x="3997533" y="436785"/>
                </a:lnTo>
                <a:lnTo>
                  <a:pt x="4035514" y="436785"/>
                </a:lnTo>
                <a:lnTo>
                  <a:pt x="4082991" y="218392"/>
                </a:lnTo>
                <a:lnTo>
                  <a:pt x="4120972" y="113944"/>
                </a:lnTo>
                <a:lnTo>
                  <a:pt x="4158954" y="436785"/>
                </a:lnTo>
                <a:lnTo>
                  <a:pt x="4206430" y="303850"/>
                </a:lnTo>
                <a:lnTo>
                  <a:pt x="4244412" y="436785"/>
                </a:lnTo>
                <a:lnTo>
                  <a:pt x="4291888" y="332336"/>
                </a:lnTo>
                <a:lnTo>
                  <a:pt x="4329870" y="351327"/>
                </a:lnTo>
                <a:lnTo>
                  <a:pt x="4377346" y="379813"/>
                </a:lnTo>
                <a:lnTo>
                  <a:pt x="4415327" y="465271"/>
                </a:lnTo>
                <a:lnTo>
                  <a:pt x="4453309" y="436785"/>
                </a:lnTo>
                <a:lnTo>
                  <a:pt x="4500785" y="332336"/>
                </a:lnTo>
                <a:lnTo>
                  <a:pt x="4538767" y="436785"/>
                </a:lnTo>
                <a:lnTo>
                  <a:pt x="4586243" y="351327"/>
                </a:lnTo>
                <a:lnTo>
                  <a:pt x="4624225" y="465271"/>
                </a:lnTo>
                <a:lnTo>
                  <a:pt x="4671701" y="408299"/>
                </a:lnTo>
                <a:lnTo>
                  <a:pt x="4709683" y="465271"/>
                </a:lnTo>
                <a:lnTo>
                  <a:pt x="4747664" y="351327"/>
                </a:lnTo>
                <a:lnTo>
                  <a:pt x="4795141" y="332336"/>
                </a:lnTo>
                <a:lnTo>
                  <a:pt x="4833122" y="493757"/>
                </a:lnTo>
                <a:lnTo>
                  <a:pt x="4880599" y="351327"/>
                </a:lnTo>
                <a:lnTo>
                  <a:pt x="4918580" y="436785"/>
                </a:lnTo>
                <a:lnTo>
                  <a:pt x="4966057" y="436785"/>
                </a:lnTo>
                <a:lnTo>
                  <a:pt x="5004038" y="351327"/>
                </a:lnTo>
                <a:lnTo>
                  <a:pt x="5042019" y="522243"/>
                </a:lnTo>
                <a:lnTo>
                  <a:pt x="5089495" y="569719"/>
                </a:lnTo>
                <a:lnTo>
                  <a:pt x="5127477" y="436785"/>
                </a:lnTo>
                <a:lnTo>
                  <a:pt x="5174954" y="379813"/>
                </a:lnTo>
                <a:lnTo>
                  <a:pt x="5212935" y="351327"/>
                </a:lnTo>
                <a:lnTo>
                  <a:pt x="5260411" y="493757"/>
                </a:lnTo>
                <a:lnTo>
                  <a:pt x="5298393" y="408299"/>
                </a:lnTo>
                <a:lnTo>
                  <a:pt x="5336374" y="351327"/>
                </a:lnTo>
                <a:lnTo>
                  <a:pt x="5383851" y="332336"/>
                </a:lnTo>
                <a:lnTo>
                  <a:pt x="5421833" y="332336"/>
                </a:lnTo>
                <a:lnTo>
                  <a:pt x="5469309" y="303850"/>
                </a:lnTo>
                <a:lnTo>
                  <a:pt x="5507290" y="85458"/>
                </a:lnTo>
                <a:lnTo>
                  <a:pt x="5554767" y="218392"/>
                </a:lnTo>
                <a:lnTo>
                  <a:pt x="5592748" y="246878"/>
                </a:lnTo>
                <a:lnTo>
                  <a:pt x="5630729" y="246878"/>
                </a:lnTo>
                <a:lnTo>
                  <a:pt x="5678206" y="246878"/>
                </a:lnTo>
                <a:lnTo>
                  <a:pt x="5716187" y="85458"/>
                </a:lnTo>
                <a:lnTo>
                  <a:pt x="5763664" y="332336"/>
                </a:lnTo>
                <a:lnTo>
                  <a:pt x="5801645" y="436785"/>
                </a:lnTo>
                <a:lnTo>
                  <a:pt x="5849122" y="161420"/>
                </a:lnTo>
                <a:lnTo>
                  <a:pt x="5887103" y="132934"/>
                </a:lnTo>
                <a:lnTo>
                  <a:pt x="5925085" y="332336"/>
                </a:lnTo>
                <a:lnTo>
                  <a:pt x="5972561" y="379813"/>
                </a:lnTo>
                <a:lnTo>
                  <a:pt x="6010542" y="0"/>
                </a:lnTo>
                <a:lnTo>
                  <a:pt x="6058019" y="408299"/>
                </a:lnTo>
                <a:lnTo>
                  <a:pt x="6096001" y="275364"/>
                </a:lnTo>
                <a:lnTo>
                  <a:pt x="6143477" y="113944"/>
                </a:lnTo>
                <a:lnTo>
                  <a:pt x="6181458" y="161420"/>
                </a:lnTo>
                <a:lnTo>
                  <a:pt x="6219440" y="218392"/>
                </a:lnTo>
                <a:lnTo>
                  <a:pt x="6266917" y="218392"/>
                </a:lnTo>
                <a:lnTo>
                  <a:pt x="6304898" y="218392"/>
                </a:lnTo>
                <a:lnTo>
                  <a:pt x="6352374" y="0"/>
                </a:lnTo>
                <a:lnTo>
                  <a:pt x="6390356" y="161420"/>
                </a:lnTo>
                <a:lnTo>
                  <a:pt x="6437833" y="189906"/>
                </a:lnTo>
                <a:lnTo>
                  <a:pt x="6475813" y="56972"/>
                </a:lnTo>
                <a:lnTo>
                  <a:pt x="6523290" y="218392"/>
                </a:lnTo>
                <a:lnTo>
                  <a:pt x="6561272" y="161420"/>
                </a:lnTo>
                <a:lnTo>
                  <a:pt x="6599253" y="218392"/>
                </a:lnTo>
                <a:lnTo>
                  <a:pt x="6646729" y="275364"/>
                </a:lnTo>
                <a:lnTo>
                  <a:pt x="6684711" y="408299"/>
                </a:lnTo>
                <a:lnTo>
                  <a:pt x="6732187" y="246878"/>
                </a:lnTo>
                <a:lnTo>
                  <a:pt x="6770169" y="246878"/>
                </a:lnTo>
                <a:lnTo>
                  <a:pt x="6817645" y="351327"/>
                </a:lnTo>
                <a:lnTo>
                  <a:pt x="6855626" y="189906"/>
                </a:lnTo>
                <a:lnTo>
                  <a:pt x="6893608" y="275364"/>
                </a:lnTo>
                <a:lnTo>
                  <a:pt x="6941085" y="379813"/>
                </a:lnTo>
                <a:lnTo>
                  <a:pt x="6979066" y="332336"/>
                </a:lnTo>
                <a:lnTo>
                  <a:pt x="7026542" y="246878"/>
                </a:lnTo>
                <a:lnTo>
                  <a:pt x="7064524" y="56972"/>
                </a:lnTo>
                <a:lnTo>
                  <a:pt x="7112001" y="275364"/>
                </a:lnTo>
                <a:lnTo>
                  <a:pt x="7149982" y="303850"/>
                </a:lnTo>
                <a:lnTo>
                  <a:pt x="7187963" y="332336"/>
                </a:lnTo>
                <a:lnTo>
                  <a:pt x="7235440" y="189906"/>
                </a:lnTo>
                <a:lnTo>
                  <a:pt x="7273421" y="56972"/>
                </a:lnTo>
                <a:lnTo>
                  <a:pt x="7320898" y="332336"/>
                </a:lnTo>
                <a:lnTo>
                  <a:pt x="7358879" y="132934"/>
                </a:lnTo>
                <a:lnTo>
                  <a:pt x="7406356" y="218392"/>
                </a:lnTo>
                <a:lnTo>
                  <a:pt x="7444337" y="189906"/>
                </a:lnTo>
                <a:lnTo>
                  <a:pt x="7482318" y="132934"/>
                </a:lnTo>
                <a:lnTo>
                  <a:pt x="7529795" y="275364"/>
                </a:lnTo>
                <a:lnTo>
                  <a:pt x="7567776" y="332336"/>
                </a:lnTo>
                <a:lnTo>
                  <a:pt x="7615253" y="351327"/>
                </a:lnTo>
                <a:lnTo>
                  <a:pt x="7653234" y="218392"/>
                </a:lnTo>
                <a:lnTo>
                  <a:pt x="7700711" y="351327"/>
                </a:lnTo>
                <a:lnTo>
                  <a:pt x="7738692" y="408299"/>
                </a:lnTo>
                <a:lnTo>
                  <a:pt x="7776673" y="465271"/>
                </a:lnTo>
                <a:lnTo>
                  <a:pt x="7824150" y="303850"/>
                </a:lnTo>
                <a:lnTo>
                  <a:pt x="7862132" y="332336"/>
                </a:lnTo>
                <a:lnTo>
                  <a:pt x="7909608" y="379813"/>
                </a:lnTo>
                <a:lnTo>
                  <a:pt x="7947589" y="379813"/>
                </a:lnTo>
                <a:lnTo>
                  <a:pt x="7995066" y="218392"/>
                </a:lnTo>
                <a:lnTo>
                  <a:pt x="8033048" y="303850"/>
                </a:lnTo>
                <a:lnTo>
                  <a:pt x="8080524" y="465271"/>
                </a:lnTo>
                <a:lnTo>
                  <a:pt x="8118505" y="351327"/>
                </a:lnTo>
                <a:lnTo>
                  <a:pt x="8156487" y="465271"/>
                </a:lnTo>
                <a:lnTo>
                  <a:pt x="8203963" y="332336"/>
                </a:lnTo>
                <a:lnTo>
                  <a:pt x="8241944" y="408299"/>
                </a:lnTo>
                <a:lnTo>
                  <a:pt x="8289421" y="465271"/>
                </a:lnTo>
                <a:lnTo>
                  <a:pt x="8327403" y="379813"/>
                </a:lnTo>
                <a:lnTo>
                  <a:pt x="8374879" y="598205"/>
                </a:lnTo>
                <a:lnTo>
                  <a:pt x="8412860" y="598205"/>
                </a:lnTo>
                <a:lnTo>
                  <a:pt x="8450841" y="541233"/>
                </a:lnTo>
                <a:lnTo>
                  <a:pt x="8498318" y="598205"/>
                </a:lnTo>
                <a:lnTo>
                  <a:pt x="8536300" y="598205"/>
                </a:lnTo>
                <a:lnTo>
                  <a:pt x="8583776" y="541233"/>
                </a:lnTo>
                <a:lnTo>
                  <a:pt x="8621757" y="465271"/>
                </a:lnTo>
                <a:lnTo>
                  <a:pt x="8669234" y="493757"/>
                </a:lnTo>
                <a:lnTo>
                  <a:pt x="8707216" y="522243"/>
                </a:lnTo>
                <a:lnTo>
                  <a:pt x="8745197" y="541233"/>
                </a:lnTo>
                <a:lnTo>
                  <a:pt x="8792673" y="541233"/>
                </a:lnTo>
                <a:lnTo>
                  <a:pt x="8830655" y="493757"/>
                </a:lnTo>
                <a:lnTo>
                  <a:pt x="8878132" y="493757"/>
                </a:lnTo>
                <a:lnTo>
                  <a:pt x="8916112" y="465271"/>
                </a:lnTo>
                <a:lnTo>
                  <a:pt x="8963589" y="541233"/>
                </a:lnTo>
                <a:lnTo>
                  <a:pt x="9001571" y="569719"/>
                </a:lnTo>
                <a:lnTo>
                  <a:pt x="9039552" y="598205"/>
                </a:lnTo>
                <a:lnTo>
                  <a:pt x="9087028" y="465271"/>
                </a:lnTo>
                <a:lnTo>
                  <a:pt x="9125010" y="569719"/>
                </a:lnTo>
                <a:lnTo>
                  <a:pt x="9172487" y="541233"/>
                </a:lnTo>
                <a:lnTo>
                  <a:pt x="9210468" y="436785"/>
                </a:lnTo>
                <a:lnTo>
                  <a:pt x="9257944" y="465271"/>
                </a:lnTo>
                <a:lnTo>
                  <a:pt x="9295926" y="569719"/>
                </a:lnTo>
                <a:lnTo>
                  <a:pt x="9333907" y="569719"/>
                </a:lnTo>
                <a:lnTo>
                  <a:pt x="9381384" y="541233"/>
                </a:lnTo>
                <a:lnTo>
                  <a:pt x="9419365" y="493757"/>
                </a:lnTo>
                <a:lnTo>
                  <a:pt x="9466841" y="598205"/>
                </a:lnTo>
                <a:lnTo>
                  <a:pt x="9504823" y="598205"/>
                </a:lnTo>
                <a:lnTo>
                  <a:pt x="9552300" y="541233"/>
                </a:lnTo>
                <a:lnTo>
                  <a:pt x="9590281" y="436785"/>
                </a:lnTo>
                <a:lnTo>
                  <a:pt x="9637757" y="465271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408F6EA-E51C-F3C7-69C2-F80CAE710730}"/>
              </a:ext>
            </a:extLst>
          </p:cNvPr>
          <p:cNvSpPr/>
          <p:nvPr/>
        </p:nvSpPr>
        <p:spPr bwMode="auto">
          <a:xfrm>
            <a:off x="2285288" y="9970292"/>
            <a:ext cx="12581331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0"/>
                </a:lnTo>
                <a:lnTo>
                  <a:pt x="37982" y="607701"/>
                </a:lnTo>
                <a:lnTo>
                  <a:pt x="47477" y="617196"/>
                </a:lnTo>
                <a:lnTo>
                  <a:pt x="56972" y="626691"/>
                </a:lnTo>
                <a:lnTo>
                  <a:pt x="66468" y="617196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550729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436785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588710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17196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493757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474766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579215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07701"/>
                </a:lnTo>
                <a:lnTo>
                  <a:pt x="807103" y="408299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332336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07701"/>
                </a:lnTo>
                <a:lnTo>
                  <a:pt x="873570" y="617196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17196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17196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17196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17196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17196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0770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07701"/>
                </a:lnTo>
                <a:lnTo>
                  <a:pt x="1196412" y="617196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588710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598205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17196"/>
                </a:lnTo>
                <a:lnTo>
                  <a:pt x="1291365" y="579215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408299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408299"/>
                </a:lnTo>
                <a:lnTo>
                  <a:pt x="1357832" y="560224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474766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0770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588710"/>
                </a:lnTo>
                <a:lnTo>
                  <a:pt x="1452785" y="512747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569720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17196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0770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541234"/>
                </a:lnTo>
                <a:lnTo>
                  <a:pt x="1585720" y="617196"/>
                </a:lnTo>
                <a:lnTo>
                  <a:pt x="1595215" y="626691"/>
                </a:lnTo>
                <a:lnTo>
                  <a:pt x="1604711" y="617196"/>
                </a:lnTo>
                <a:lnTo>
                  <a:pt x="1614206" y="569720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59820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17196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598205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0770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17196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0770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541234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484262"/>
                </a:lnTo>
                <a:lnTo>
                  <a:pt x="1908561" y="60770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0770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07701"/>
                </a:lnTo>
                <a:lnTo>
                  <a:pt x="2003514" y="617196"/>
                </a:lnTo>
                <a:lnTo>
                  <a:pt x="2013010" y="626691"/>
                </a:lnTo>
                <a:lnTo>
                  <a:pt x="2022505" y="617196"/>
                </a:lnTo>
                <a:lnTo>
                  <a:pt x="2032000" y="46527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579215"/>
                </a:lnTo>
                <a:lnTo>
                  <a:pt x="2069981" y="617196"/>
                </a:lnTo>
                <a:lnTo>
                  <a:pt x="2079477" y="626691"/>
                </a:lnTo>
                <a:lnTo>
                  <a:pt x="2088972" y="607701"/>
                </a:lnTo>
                <a:lnTo>
                  <a:pt x="2098468" y="550729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550729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598205"/>
                </a:lnTo>
                <a:lnTo>
                  <a:pt x="2164935" y="598205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598205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531738"/>
                </a:lnTo>
                <a:lnTo>
                  <a:pt x="2231402" y="598205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598205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474766"/>
                </a:lnTo>
                <a:lnTo>
                  <a:pt x="2297870" y="617196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17196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569720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07701"/>
                </a:lnTo>
                <a:lnTo>
                  <a:pt x="2392823" y="617196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59820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17196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17196"/>
                </a:lnTo>
                <a:lnTo>
                  <a:pt x="2487776" y="617196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284860"/>
                </a:lnTo>
                <a:lnTo>
                  <a:pt x="2554243" y="588710"/>
                </a:lnTo>
                <a:lnTo>
                  <a:pt x="2563739" y="626691"/>
                </a:lnTo>
                <a:lnTo>
                  <a:pt x="2573234" y="598205"/>
                </a:lnTo>
                <a:lnTo>
                  <a:pt x="2582729" y="569720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588710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07701"/>
                </a:lnTo>
                <a:lnTo>
                  <a:pt x="2649197" y="60770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598205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0770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17196"/>
                </a:lnTo>
                <a:lnTo>
                  <a:pt x="2744150" y="588710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598205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0770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17196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07701"/>
                </a:lnTo>
                <a:lnTo>
                  <a:pt x="2877085" y="617196"/>
                </a:lnTo>
                <a:lnTo>
                  <a:pt x="2886580" y="626691"/>
                </a:lnTo>
                <a:lnTo>
                  <a:pt x="2896075" y="617196"/>
                </a:lnTo>
                <a:lnTo>
                  <a:pt x="2905570" y="60770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560224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17196"/>
                </a:lnTo>
                <a:lnTo>
                  <a:pt x="2972038" y="617196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26691"/>
                </a:lnTo>
                <a:lnTo>
                  <a:pt x="3057496" y="617196"/>
                </a:lnTo>
                <a:lnTo>
                  <a:pt x="3066991" y="598205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88710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560224"/>
                </a:lnTo>
                <a:lnTo>
                  <a:pt x="3133458" y="560224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0770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598205"/>
                </a:lnTo>
                <a:lnTo>
                  <a:pt x="3199926" y="60770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17196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17196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17196"/>
                </a:lnTo>
                <a:lnTo>
                  <a:pt x="3294879" y="617196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17196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17196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0770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598205"/>
                </a:lnTo>
                <a:lnTo>
                  <a:pt x="3456300" y="598205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0770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17196"/>
                </a:lnTo>
                <a:lnTo>
                  <a:pt x="3551253" y="598205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598205"/>
                </a:lnTo>
                <a:lnTo>
                  <a:pt x="3589234" y="617196"/>
                </a:lnTo>
                <a:lnTo>
                  <a:pt x="3598729" y="626691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598205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17196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17196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17196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17196"/>
                </a:lnTo>
                <a:lnTo>
                  <a:pt x="3845608" y="617196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17196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17196"/>
                </a:lnTo>
                <a:lnTo>
                  <a:pt x="3940561" y="617196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598205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17196"/>
                </a:lnTo>
                <a:lnTo>
                  <a:pt x="4007028" y="617196"/>
                </a:lnTo>
                <a:lnTo>
                  <a:pt x="4016524" y="626691"/>
                </a:lnTo>
                <a:lnTo>
                  <a:pt x="4026019" y="617196"/>
                </a:lnTo>
                <a:lnTo>
                  <a:pt x="4035515" y="60770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17196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17196"/>
                </a:lnTo>
                <a:lnTo>
                  <a:pt x="4101982" y="607701"/>
                </a:lnTo>
                <a:lnTo>
                  <a:pt x="4111477" y="626691"/>
                </a:lnTo>
                <a:lnTo>
                  <a:pt x="4120973" y="617196"/>
                </a:lnTo>
                <a:lnTo>
                  <a:pt x="4130468" y="60770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0770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17196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17196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17196"/>
                </a:lnTo>
                <a:lnTo>
                  <a:pt x="4329870" y="617196"/>
                </a:lnTo>
                <a:lnTo>
                  <a:pt x="4339365" y="626691"/>
                </a:lnTo>
                <a:lnTo>
                  <a:pt x="4348860" y="617196"/>
                </a:lnTo>
                <a:lnTo>
                  <a:pt x="4358356" y="60770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17196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17196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17196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17196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17196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07701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17196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17196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17196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17196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17196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17196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17196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17196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17196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17196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17196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0770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17196"/>
                </a:lnTo>
                <a:lnTo>
                  <a:pt x="6333384" y="617196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598205"/>
                </a:lnTo>
                <a:lnTo>
                  <a:pt x="6846131" y="598205"/>
                </a:lnTo>
                <a:lnTo>
                  <a:pt x="6855627" y="617196"/>
                </a:lnTo>
                <a:lnTo>
                  <a:pt x="6865122" y="626691"/>
                </a:lnTo>
                <a:lnTo>
                  <a:pt x="6874618" y="617196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17196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598205"/>
                </a:lnTo>
                <a:lnTo>
                  <a:pt x="7358879" y="569720"/>
                </a:lnTo>
                <a:lnTo>
                  <a:pt x="7368374" y="598205"/>
                </a:lnTo>
                <a:lnTo>
                  <a:pt x="7377870" y="626691"/>
                </a:lnTo>
                <a:lnTo>
                  <a:pt x="7387365" y="617196"/>
                </a:lnTo>
                <a:lnTo>
                  <a:pt x="7396860" y="617196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17196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17196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6C75F2-47E4-6734-9D7C-CF1E6C5884C0}"/>
              </a:ext>
            </a:extLst>
          </p:cNvPr>
          <p:cNvSpPr/>
          <p:nvPr/>
        </p:nvSpPr>
        <p:spPr>
          <a:xfrm>
            <a:off x="10690318" y="10104507"/>
            <a:ext cx="1501682" cy="686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9A3957-DD8A-A541-0019-7FD6AE9CF956}"/>
              </a:ext>
            </a:extLst>
          </p:cNvPr>
          <p:cNvGrpSpPr/>
          <p:nvPr/>
        </p:nvGrpSpPr>
        <p:grpSpPr>
          <a:xfrm>
            <a:off x="8464079" y="6550938"/>
            <a:ext cx="2910993" cy="384621"/>
            <a:chOff x="8549054" y="6454002"/>
            <a:chExt cx="2910993" cy="38462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69A898E-0021-4B1B-1F1F-81F405CB33BC}"/>
                </a:ext>
              </a:extLst>
            </p:cNvPr>
            <p:cNvSpPr/>
            <p:nvPr/>
          </p:nvSpPr>
          <p:spPr>
            <a:xfrm>
              <a:off x="8894989" y="6657864"/>
              <a:ext cx="85150" cy="75070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61EF355-0125-28F2-9C97-0AFBE2BB7CDB}"/>
                </a:ext>
              </a:extLst>
            </p:cNvPr>
            <p:cNvSpPr/>
            <p:nvPr/>
          </p:nvSpPr>
          <p:spPr>
            <a:xfrm>
              <a:off x="8894989" y="6534155"/>
              <a:ext cx="85150" cy="75302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5174947-D1F3-E22F-E7AD-9F29A9DEDD24}"/>
                </a:ext>
              </a:extLst>
            </p:cNvPr>
            <p:cNvGrpSpPr/>
            <p:nvPr/>
          </p:nvGrpSpPr>
          <p:grpSpPr>
            <a:xfrm>
              <a:off x="8549054" y="6454002"/>
              <a:ext cx="2910993" cy="384621"/>
              <a:chOff x="8587914" y="6448684"/>
              <a:chExt cx="2910993" cy="3846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ACB5FB-E558-0FAC-189E-3EB8A745D9E0}"/>
                  </a:ext>
                </a:extLst>
              </p:cNvPr>
              <p:cNvSpPr txBox="1"/>
              <p:nvPr/>
            </p:nvSpPr>
            <p:spPr>
              <a:xfrm>
                <a:off x="8587914" y="6571695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Confirmed Se-PS-MNPs peaks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B024BF7-1389-C2C6-778F-3A789083FE30}"/>
                  </a:ext>
                </a:extLst>
              </p:cNvPr>
              <p:cNvSpPr txBox="1"/>
              <p:nvPr/>
            </p:nvSpPr>
            <p:spPr>
              <a:xfrm>
                <a:off x="8654781" y="6448684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Unconfirmed Se-PS-MNPs peaks</a:t>
                </a:r>
              </a:p>
            </p:txBody>
          </p:sp>
        </p:grpSp>
      </p:grp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58E25611-F822-4FB2-93C9-B835CDA296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7611437"/>
              </p:ext>
            </p:extLst>
          </p:nvPr>
        </p:nvGraphicFramePr>
        <p:xfrm>
          <a:off x="7630249" y="6626962"/>
          <a:ext cx="3618000" cy="400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46" name="Group 45">
            <a:extLst>
              <a:ext uri="{FF2B5EF4-FFF2-40B4-BE49-F238E27FC236}">
                <a16:creationId xmlns:a16="http://schemas.microsoft.com/office/drawing/2014/main" id="{AE1EB8FE-0359-4F9E-F675-93F5B7D3497C}"/>
              </a:ext>
            </a:extLst>
          </p:cNvPr>
          <p:cNvGrpSpPr/>
          <p:nvPr/>
        </p:nvGrpSpPr>
        <p:grpSpPr>
          <a:xfrm>
            <a:off x="5028800" y="7083741"/>
            <a:ext cx="2668050" cy="2134745"/>
            <a:chOff x="5028800" y="6972281"/>
            <a:chExt cx="2818629" cy="2252341"/>
          </a:xfrm>
        </p:grpSpPr>
        <p:pic>
          <p:nvPicPr>
            <p:cNvPr id="41" name="Picture 40" descr="A close-up of a microscope&#10;&#10;AI-generated content may be incorrect.">
              <a:extLst>
                <a:ext uri="{FF2B5EF4-FFF2-40B4-BE49-F238E27FC236}">
                  <a16:creationId xmlns:a16="http://schemas.microsoft.com/office/drawing/2014/main" id="{C0793599-763E-13DD-A990-4018B886E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66" t="23646" b="25661"/>
            <a:stretch>
              <a:fillRect/>
            </a:stretch>
          </p:blipFill>
          <p:spPr>
            <a:xfrm>
              <a:off x="5028800" y="6972281"/>
              <a:ext cx="2196404" cy="225234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61E3EF00-7035-0DAC-AEDA-9863B9710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25204" y="7093120"/>
              <a:ext cx="622225" cy="1783712"/>
            </a:xfrm>
            <a:prstGeom prst="rect">
              <a:avLst/>
            </a:prstGeom>
          </p:spPr>
        </p:pic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56BD7E59-8432-67DD-F038-F58156021F64}"/>
              </a:ext>
            </a:extLst>
          </p:cNvPr>
          <p:cNvSpPr/>
          <p:nvPr/>
        </p:nvSpPr>
        <p:spPr>
          <a:xfrm>
            <a:off x="6480215" y="10506075"/>
            <a:ext cx="4222056" cy="4337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49D2A-6D1E-D0C3-817C-0D6B4319AD40}"/>
              </a:ext>
            </a:extLst>
          </p:cNvPr>
          <p:cNvSpPr txBox="1"/>
          <p:nvPr/>
        </p:nvSpPr>
        <p:spPr>
          <a:xfrm>
            <a:off x="6308147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20CF0B-4EEC-6749-1568-B37A26096397}"/>
              </a:ext>
            </a:extLst>
          </p:cNvPr>
          <p:cNvSpPr txBox="1"/>
          <p:nvPr/>
        </p:nvSpPr>
        <p:spPr>
          <a:xfrm>
            <a:off x="8603535" y="10536010"/>
            <a:ext cx="2098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venir LT Std 65 Medium" panose="020B0803020203020204" pitchFamily="34" charset="0"/>
              </a:rPr>
              <a:t>Wavenumber (cm</a:t>
            </a:r>
            <a:r>
              <a:rPr lang="en-CA" sz="1600" baseline="30000" dirty="0">
                <a:latin typeface="Avenir LT Std 65 Medium" panose="020B0803020203020204" pitchFamily="34" charset="0"/>
              </a:rPr>
              <a:t>-1</a:t>
            </a:r>
            <a:r>
              <a:rPr lang="en-CA" sz="1600" dirty="0">
                <a:latin typeface="Avenir LT Std 65 Medium" panose="020B0803020203020204" pitchFamily="34" charset="0"/>
              </a:rPr>
              <a:t>)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DDD1049-B7B3-9655-EFFB-89F2066AF920}"/>
              </a:ext>
            </a:extLst>
          </p:cNvPr>
          <p:cNvGrpSpPr/>
          <p:nvPr/>
        </p:nvGrpSpPr>
        <p:grpSpPr>
          <a:xfrm>
            <a:off x="10129465" y="6833379"/>
            <a:ext cx="914276" cy="3283329"/>
            <a:chOff x="10179050" y="6687419"/>
            <a:chExt cx="914276" cy="3283329"/>
          </a:xfrm>
        </p:grpSpPr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E046AE76-BC8A-8BFE-51A4-CF29710AEC8D}"/>
                </a:ext>
              </a:extLst>
            </p:cNvPr>
            <p:cNvSpPr/>
            <p:nvPr/>
          </p:nvSpPr>
          <p:spPr>
            <a:xfrm>
              <a:off x="11013276" y="725248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32328B3C-A9A9-233E-0808-A7CCCC70EF9A}"/>
                </a:ext>
              </a:extLst>
            </p:cNvPr>
            <p:cNvSpPr/>
            <p:nvPr/>
          </p:nvSpPr>
          <p:spPr>
            <a:xfrm>
              <a:off x="11013276" y="735218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3A967B34-F7E0-078F-A4C7-6A47716F8E19}"/>
                </a:ext>
              </a:extLst>
            </p:cNvPr>
            <p:cNvSpPr/>
            <p:nvPr/>
          </p:nvSpPr>
          <p:spPr>
            <a:xfrm>
              <a:off x="11013276" y="693985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53FCC13C-ADA1-A182-7A1C-10039A3587A9}"/>
                </a:ext>
              </a:extLst>
            </p:cNvPr>
            <p:cNvSpPr/>
            <p:nvPr/>
          </p:nvSpPr>
          <p:spPr>
            <a:xfrm>
              <a:off x="11013276" y="711677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60A9F57A-95C4-B791-F600-F6CFA26D6332}"/>
                </a:ext>
              </a:extLst>
            </p:cNvPr>
            <p:cNvSpPr/>
            <p:nvPr/>
          </p:nvSpPr>
          <p:spPr>
            <a:xfrm>
              <a:off x="11013276" y="682177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93C0E87B-476E-D30F-DACB-2173592217C4}"/>
                </a:ext>
              </a:extLst>
            </p:cNvPr>
            <p:cNvSpPr/>
            <p:nvPr/>
          </p:nvSpPr>
          <p:spPr>
            <a:xfrm>
              <a:off x="11013276" y="703040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42D05A7E-9881-A611-D114-92FA92C9EA18}"/>
                </a:ext>
              </a:extLst>
            </p:cNvPr>
            <p:cNvSpPr/>
            <p:nvPr/>
          </p:nvSpPr>
          <p:spPr>
            <a:xfrm>
              <a:off x="11010047" y="749431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D9071AD9-0DC7-F4A5-262C-C7E8F9F6FE88}"/>
                </a:ext>
              </a:extLst>
            </p:cNvPr>
            <p:cNvSpPr/>
            <p:nvPr/>
          </p:nvSpPr>
          <p:spPr>
            <a:xfrm>
              <a:off x="11010047" y="759304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9197AF85-1C22-06A0-CF17-6BA2BDC4871B}"/>
                </a:ext>
              </a:extLst>
            </p:cNvPr>
            <p:cNvSpPr/>
            <p:nvPr/>
          </p:nvSpPr>
          <p:spPr>
            <a:xfrm>
              <a:off x="11010047" y="769177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59881133-0171-A2F3-F22E-5032FE070CED}"/>
                </a:ext>
              </a:extLst>
            </p:cNvPr>
            <p:cNvSpPr/>
            <p:nvPr/>
          </p:nvSpPr>
          <p:spPr>
            <a:xfrm>
              <a:off x="11010047" y="778113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20202498-E347-9EB5-B6BB-711D3320E766}"/>
                </a:ext>
              </a:extLst>
            </p:cNvPr>
            <p:cNvSpPr/>
            <p:nvPr/>
          </p:nvSpPr>
          <p:spPr>
            <a:xfrm>
              <a:off x="11008738" y="789177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323CADE0-E666-0962-894A-CB20A309918C}"/>
                </a:ext>
              </a:extLst>
            </p:cNvPr>
            <p:cNvSpPr/>
            <p:nvPr/>
          </p:nvSpPr>
          <p:spPr>
            <a:xfrm>
              <a:off x="11008738" y="796668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6CCA24F2-8685-661D-1343-32B4CB172712}"/>
                </a:ext>
              </a:extLst>
            </p:cNvPr>
            <p:cNvSpPr/>
            <p:nvPr/>
          </p:nvSpPr>
          <p:spPr>
            <a:xfrm>
              <a:off x="11013276" y="808270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3C8766A5-1520-5289-8BEC-A63A6314B42A}"/>
                </a:ext>
              </a:extLst>
            </p:cNvPr>
            <p:cNvSpPr/>
            <p:nvPr/>
          </p:nvSpPr>
          <p:spPr>
            <a:xfrm>
              <a:off x="11013276" y="823867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E2232F54-46DF-D92C-2998-58C0D98AF636}"/>
                </a:ext>
              </a:extLst>
            </p:cNvPr>
            <p:cNvSpPr/>
            <p:nvPr/>
          </p:nvSpPr>
          <p:spPr>
            <a:xfrm>
              <a:off x="11013276" y="832941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2FA4DB04-5A06-BE5F-2D99-2D71D966B9EE}"/>
                </a:ext>
              </a:extLst>
            </p:cNvPr>
            <p:cNvSpPr/>
            <p:nvPr/>
          </p:nvSpPr>
          <p:spPr>
            <a:xfrm>
              <a:off x="11013276" y="841114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27A32680-A6D6-4567-B1F9-737E7BD93C80}"/>
                </a:ext>
              </a:extLst>
            </p:cNvPr>
            <p:cNvSpPr/>
            <p:nvPr/>
          </p:nvSpPr>
          <p:spPr>
            <a:xfrm>
              <a:off x="11013276" y="852364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BE930C56-9515-E5A9-2840-45BB294E9A9C}"/>
                </a:ext>
              </a:extLst>
            </p:cNvPr>
            <p:cNvSpPr/>
            <p:nvPr/>
          </p:nvSpPr>
          <p:spPr>
            <a:xfrm>
              <a:off x="11013276" y="8637920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135FFC80-D29A-E5C1-7B89-5249969DD644}"/>
                </a:ext>
              </a:extLst>
            </p:cNvPr>
            <p:cNvSpPr/>
            <p:nvPr/>
          </p:nvSpPr>
          <p:spPr>
            <a:xfrm>
              <a:off x="11013276" y="872616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6E5E869C-F6B8-CC54-7463-D732E726EA90}"/>
                </a:ext>
              </a:extLst>
            </p:cNvPr>
            <p:cNvSpPr/>
            <p:nvPr/>
          </p:nvSpPr>
          <p:spPr>
            <a:xfrm>
              <a:off x="11013276" y="883532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CA838DE9-0BF7-2988-11F9-FCD0E847D17D}"/>
                </a:ext>
              </a:extLst>
            </p:cNvPr>
            <p:cNvSpPr/>
            <p:nvPr/>
          </p:nvSpPr>
          <p:spPr>
            <a:xfrm>
              <a:off x="11013276" y="893381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66AC1088-E81D-25FF-CC8C-5E7C5F0DA879}"/>
                </a:ext>
              </a:extLst>
            </p:cNvPr>
            <p:cNvSpPr/>
            <p:nvPr/>
          </p:nvSpPr>
          <p:spPr>
            <a:xfrm>
              <a:off x="11013276" y="903658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4F1CF0A-7F66-FE86-9C57-9B2E8602CB39}"/>
                </a:ext>
              </a:extLst>
            </p:cNvPr>
            <p:cNvCxnSpPr/>
            <p:nvPr/>
          </p:nvCxnSpPr>
          <p:spPr>
            <a:xfrm>
              <a:off x="10179050" y="6687419"/>
              <a:ext cx="0" cy="3283329"/>
            </a:xfrm>
            <a:prstGeom prst="line">
              <a:avLst/>
            </a:prstGeom>
            <a:ln w="6350">
              <a:solidFill>
                <a:srgbClr val="156082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F0EA2546-F5AA-5C76-FE38-85069111A8EE}"/>
                </a:ext>
              </a:extLst>
            </p:cNvPr>
            <p:cNvSpPr/>
            <p:nvPr/>
          </p:nvSpPr>
          <p:spPr>
            <a:xfrm>
              <a:off x="11013276" y="917715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C3878649-EAA3-5C4C-76BF-26F34522CA27}"/>
                </a:ext>
              </a:extLst>
            </p:cNvPr>
            <p:cNvSpPr/>
            <p:nvPr/>
          </p:nvSpPr>
          <p:spPr>
            <a:xfrm>
              <a:off x="11013276" y="927539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C45FE4B8-7761-CAAC-90EC-B3C6F600E05E}"/>
                </a:ext>
              </a:extLst>
            </p:cNvPr>
            <p:cNvSpPr/>
            <p:nvPr/>
          </p:nvSpPr>
          <p:spPr>
            <a:xfrm>
              <a:off x="11013276" y="936110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FD7595D9-8847-262B-19F2-50D727974DCF}"/>
                </a:ext>
              </a:extLst>
            </p:cNvPr>
            <p:cNvSpPr/>
            <p:nvPr/>
          </p:nvSpPr>
          <p:spPr>
            <a:xfrm>
              <a:off x="11013276" y="945991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92AE188A-6767-DFB6-D89F-7D86B7451E20}"/>
                </a:ext>
              </a:extLst>
            </p:cNvPr>
            <p:cNvSpPr/>
            <p:nvPr/>
          </p:nvSpPr>
          <p:spPr>
            <a:xfrm>
              <a:off x="11013276" y="957374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7" name="Isosceles Triangle 76">
              <a:extLst>
                <a:ext uri="{FF2B5EF4-FFF2-40B4-BE49-F238E27FC236}">
                  <a16:creationId xmlns:a16="http://schemas.microsoft.com/office/drawing/2014/main" id="{4F9B6371-651A-5542-874B-B030B7153320}"/>
                </a:ext>
              </a:extLst>
            </p:cNvPr>
            <p:cNvSpPr/>
            <p:nvPr/>
          </p:nvSpPr>
          <p:spPr>
            <a:xfrm>
              <a:off x="11013276" y="969693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3862EB32-FF2C-7A60-7D68-27A5729D9B0F}"/>
                </a:ext>
              </a:extLst>
            </p:cNvPr>
            <p:cNvSpPr/>
            <p:nvPr/>
          </p:nvSpPr>
          <p:spPr>
            <a:xfrm>
              <a:off x="11013276" y="980640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4038604C-CCF9-3290-79F4-A50D226001F7}"/>
                </a:ext>
              </a:extLst>
            </p:cNvPr>
            <p:cNvSpPr/>
            <p:nvPr/>
          </p:nvSpPr>
          <p:spPr>
            <a:xfrm>
              <a:off x="11013276" y="988709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2BA8835B-E8DC-5936-9EE5-D6C4744D9537}"/>
              </a:ext>
            </a:extLst>
          </p:cNvPr>
          <p:cNvSpPr/>
          <p:nvPr/>
        </p:nvSpPr>
        <p:spPr>
          <a:xfrm>
            <a:off x="6523352" y="12672892"/>
            <a:ext cx="5757239" cy="60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052ECBE-6329-3B7F-C4D5-F1F9D25E0CD3}"/>
              </a:ext>
            </a:extLst>
          </p:cNvPr>
          <p:cNvSpPr txBox="1"/>
          <p:nvPr/>
        </p:nvSpPr>
        <p:spPr>
          <a:xfrm>
            <a:off x="6313992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08931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42A0-62AE-0DE3-BB24-20817F11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112AF35-A0A8-3CFD-3D72-F2E2029AF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698" y="6804369"/>
            <a:ext cx="5648760" cy="2809146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8B394-9901-15DB-2F08-BE649D89C2B6}"/>
              </a:ext>
            </a:extLst>
          </p:cNvPr>
          <p:cNvSpPr/>
          <p:nvPr/>
        </p:nvSpPr>
        <p:spPr bwMode="auto">
          <a:xfrm>
            <a:off x="2248333" y="12355677"/>
            <a:ext cx="4219142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408299"/>
                </a:lnTo>
                <a:lnTo>
                  <a:pt x="2231402" y="560224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60224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79215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79215"/>
                </a:lnTo>
                <a:lnTo>
                  <a:pt x="3807627" y="607701"/>
                </a:lnTo>
                <a:lnTo>
                  <a:pt x="3817122" y="617196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98205"/>
                </a:lnTo>
                <a:lnTo>
                  <a:pt x="7662729" y="588710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0770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598205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45577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9820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8D635-7AB3-9249-CE61-B804AEB48639}"/>
              </a:ext>
            </a:extLst>
          </p:cNvPr>
          <p:cNvSpPr txBox="1"/>
          <p:nvPr/>
        </p:nvSpPr>
        <p:spPr>
          <a:xfrm rot="10800000">
            <a:off x="759962" y="6967736"/>
            <a:ext cx="553998" cy="67998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CA" sz="2400" dirty="0">
                <a:latin typeface="Avenir LT Std 65 Medium" panose="020B0803020203020204" pitchFamily="34" charset="0"/>
              </a:rPr>
              <a:t>1 ppm exposure </a:t>
            </a:r>
            <a:r>
              <a:rPr lang="en-CA" sz="2400" dirty="0">
                <a:solidFill>
                  <a:srgbClr val="E40D0D"/>
                </a:solidFill>
                <a:latin typeface="Avenir LT Std 65 Medium" panose="020B0803020203020204" pitchFamily="34" charset="0"/>
              </a:rPr>
              <a:t>0.7% w/w </a:t>
            </a:r>
            <a:r>
              <a:rPr lang="en-CA" sz="2400" dirty="0">
                <a:latin typeface="Avenir LT Std 65 Medium" panose="020B0803020203020204" pitchFamily="34" charset="0"/>
              </a:rPr>
              <a:t>Se-PS-NPs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3F90B-011B-9D5D-D9BC-0B57C1627AFE}"/>
              </a:ext>
            </a:extLst>
          </p:cNvPr>
          <p:cNvCxnSpPr>
            <a:cxnSpLocks/>
          </p:cNvCxnSpPr>
          <p:nvPr/>
        </p:nvCxnSpPr>
        <p:spPr>
          <a:xfrm>
            <a:off x="1333372" y="6140450"/>
            <a:ext cx="0" cy="8382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7E5904-8333-7AB3-C9ED-81290018B265}"/>
              </a:ext>
            </a:extLst>
          </p:cNvPr>
          <p:cNvSpPr txBox="1"/>
          <p:nvPr/>
        </p:nvSpPr>
        <p:spPr>
          <a:xfrm>
            <a:off x="539085" y="14810047"/>
            <a:ext cx="11181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S13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O-PTIR and Nano-TOF-SIMS information for Figure 5.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10x O-PTIR microscope  image of a histological slice of a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Daphnia magna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to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ppm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0.7% w/w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Se-PS-NPs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put on a section of the digestive tract. Red dotted square indicates location of the analysis;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O-PTIR mapping of a 96 x 85 µm region of the exposed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magna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wavenumber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aromatic C-H bending identifiable in polystyrene with point analysis shown by the red crosses at 30 random locations with intensities above 7 mV, with color bar shown on the right side of the image. Mapping done with a scan rate of 100 µm/s at a resolution of 0.1 µm/point with a probe power of 3% and an IR power of 17%;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O-PTIR spectrum for each red cross in b) with small circles indicating the presence of identified Se-PS-MNPs by the sharp peaks at 1491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 triangles indicating non-confirmation of the presence of Se-PS-MNPs;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analysis with emphasis on counts of Se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79.95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positive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Nano-TOF-SIMS negative ion analysis with emphasis on counts of 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91 g/mol.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065706-DC54-00AA-E73F-586E03E651EE}"/>
              </a:ext>
            </a:extLst>
          </p:cNvPr>
          <p:cNvSpPr txBox="1"/>
          <p:nvPr/>
        </p:nvSpPr>
        <p:spPr>
          <a:xfrm>
            <a:off x="1309172" y="6010935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B50D6-1FCA-9AFB-4AF6-810139B474A5}"/>
              </a:ext>
            </a:extLst>
          </p:cNvPr>
          <p:cNvSpPr txBox="1"/>
          <p:nvPr/>
        </p:nvSpPr>
        <p:spPr>
          <a:xfrm>
            <a:off x="4798851" y="5999818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98D582-E308-9957-6290-3B26E7EF8F26}"/>
              </a:ext>
            </a:extLst>
          </p:cNvPr>
          <p:cNvSpPr txBox="1"/>
          <p:nvPr/>
        </p:nvSpPr>
        <p:spPr>
          <a:xfrm>
            <a:off x="7479361" y="6010935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6B37F-B6A5-5F82-5911-D5A03618F611}"/>
              </a:ext>
            </a:extLst>
          </p:cNvPr>
          <p:cNvSpPr txBox="1"/>
          <p:nvPr/>
        </p:nvSpPr>
        <p:spPr>
          <a:xfrm>
            <a:off x="2174879" y="10688320"/>
            <a:ext cx="298480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9C69F-75E7-9904-FFD3-290C48B73517}"/>
              </a:ext>
            </a:extLst>
          </p:cNvPr>
          <p:cNvSpPr txBox="1"/>
          <p:nvPr/>
        </p:nvSpPr>
        <p:spPr>
          <a:xfrm>
            <a:off x="4243568" y="10688320"/>
            <a:ext cx="412291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49634-7A91-FDE6-D977-A88B35F3D4DB}"/>
              </a:ext>
            </a:extLst>
          </p:cNvPr>
          <p:cNvSpPr txBox="1"/>
          <p:nvPr/>
        </p:nvSpPr>
        <p:spPr>
          <a:xfrm>
            <a:off x="8411458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3D7869-5BF1-118F-2C58-3EE2D62DE5AC}"/>
              </a:ext>
            </a:extLst>
          </p:cNvPr>
          <p:cNvSpPr/>
          <p:nvPr/>
        </p:nvSpPr>
        <p:spPr bwMode="auto">
          <a:xfrm>
            <a:off x="2285289" y="10606118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5125E49-5198-352B-AFE9-49D42C0311CA}"/>
              </a:ext>
            </a:extLst>
          </p:cNvPr>
          <p:cNvSpPr txBox="1"/>
          <p:nvPr/>
        </p:nvSpPr>
        <p:spPr>
          <a:xfrm>
            <a:off x="2080039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78.80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533A7D8-A184-FBFF-6580-BB130EDA253E}"/>
              </a:ext>
            </a:extLst>
          </p:cNvPr>
          <p:cNvSpPr txBox="1"/>
          <p:nvPr/>
        </p:nvSpPr>
        <p:spPr>
          <a:xfrm>
            <a:off x="3756115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78.85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5C596E0-F36E-104A-F6AA-1F3359039BCE}"/>
              </a:ext>
            </a:extLst>
          </p:cNvPr>
          <p:cNvSpPr txBox="1"/>
          <p:nvPr/>
        </p:nvSpPr>
        <p:spPr>
          <a:xfrm>
            <a:off x="5432191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78.90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CF88644-1A84-BE2E-286D-26D4CAB18107}"/>
              </a:ext>
            </a:extLst>
          </p:cNvPr>
          <p:cNvSpPr txBox="1"/>
          <p:nvPr/>
        </p:nvSpPr>
        <p:spPr>
          <a:xfrm>
            <a:off x="7116483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78.95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22DDC6-3207-2237-BBD4-F1259778A669}"/>
              </a:ext>
            </a:extLst>
          </p:cNvPr>
          <p:cNvSpPr txBox="1"/>
          <p:nvPr/>
        </p:nvSpPr>
        <p:spPr>
          <a:xfrm>
            <a:off x="8792558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79.00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6AC4845A-79F5-4271-F3B1-2A4F5AFCE664}"/>
              </a:ext>
            </a:extLst>
          </p:cNvPr>
          <p:cNvSpPr/>
          <p:nvPr/>
        </p:nvSpPr>
        <p:spPr bwMode="auto">
          <a:xfrm>
            <a:off x="2297251" y="11780016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4DCF03B-494D-D649-7ED7-A0680802E421}"/>
              </a:ext>
            </a:extLst>
          </p:cNvPr>
          <p:cNvSpPr txBox="1"/>
          <p:nvPr/>
        </p:nvSpPr>
        <p:spPr>
          <a:xfrm>
            <a:off x="1309172" y="9581287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981E90-880C-B5FA-71B9-D9822D464AB0}"/>
              </a:ext>
            </a:extLst>
          </p:cNvPr>
          <p:cNvSpPr txBox="1"/>
          <p:nvPr/>
        </p:nvSpPr>
        <p:spPr>
          <a:xfrm>
            <a:off x="1309172" y="10850276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(e)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F145863-EBAB-282D-F11A-017FC8BE5DEB}"/>
              </a:ext>
            </a:extLst>
          </p:cNvPr>
          <p:cNvSpPr txBox="1"/>
          <p:nvPr/>
        </p:nvSpPr>
        <p:spPr>
          <a:xfrm>
            <a:off x="2174879" y="13063117"/>
            <a:ext cx="305940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40F28549-50AA-4EF0-7800-76EF09CC687D}"/>
              </a:ext>
            </a:extLst>
          </p:cNvPr>
          <p:cNvSpPr txBox="1"/>
          <p:nvPr/>
        </p:nvSpPr>
        <p:spPr>
          <a:xfrm>
            <a:off x="4246492" y="13063117"/>
            <a:ext cx="422596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06DC726-2C25-A524-6566-EC63691068CC}"/>
              </a:ext>
            </a:extLst>
          </p:cNvPr>
          <p:cNvSpPr txBox="1"/>
          <p:nvPr/>
        </p:nvSpPr>
        <p:spPr>
          <a:xfrm>
            <a:off x="8420277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766F430A-5B87-7934-B2B8-D520C5311445}"/>
              </a:ext>
            </a:extLst>
          </p:cNvPr>
          <p:cNvSpPr/>
          <p:nvPr/>
        </p:nvSpPr>
        <p:spPr bwMode="auto">
          <a:xfrm>
            <a:off x="2285446" y="12977659"/>
            <a:ext cx="8416913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20EECFA-5CE3-0830-4A1C-DBAE2880DCD7}"/>
              </a:ext>
            </a:extLst>
          </p:cNvPr>
          <p:cNvSpPr txBox="1"/>
          <p:nvPr/>
        </p:nvSpPr>
        <p:spPr>
          <a:xfrm>
            <a:off x="6046621" y="14523224"/>
            <a:ext cx="1225015" cy="318036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65 Medium" panose="020B0803020203020204" pitchFamily="34" charset="0"/>
              </a:rPr>
              <a:t>Mass [m/z]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E783994-C403-9138-74BA-0E4808B78F65}"/>
              </a:ext>
            </a:extLst>
          </p:cNvPr>
          <p:cNvGrpSpPr/>
          <p:nvPr/>
        </p:nvGrpSpPr>
        <p:grpSpPr>
          <a:xfrm>
            <a:off x="2104951" y="14222148"/>
            <a:ext cx="8591591" cy="377848"/>
            <a:chOff x="2306472" y="8132497"/>
            <a:chExt cx="8390069" cy="377848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D58B20D3-70B2-E996-01DE-1A4D8764D7E9}"/>
                </a:ext>
              </a:extLst>
            </p:cNvPr>
            <p:cNvSpPr txBox="1"/>
            <p:nvPr/>
          </p:nvSpPr>
          <p:spPr>
            <a:xfrm>
              <a:off x="2306472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611DD6C3-C96F-8B92-B7C8-D0DC2C940187}"/>
                </a:ext>
              </a:extLst>
            </p:cNvPr>
            <p:cNvSpPr txBox="1"/>
            <p:nvPr/>
          </p:nvSpPr>
          <p:spPr>
            <a:xfrm>
              <a:off x="43533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90.5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E516B191-EBA1-1258-4E10-23372FDAB208}"/>
                </a:ext>
              </a:extLst>
            </p:cNvPr>
            <p:cNvSpPr txBox="1"/>
            <p:nvPr/>
          </p:nvSpPr>
          <p:spPr>
            <a:xfrm>
              <a:off x="64002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20C00B2A-6467-55DF-2119-0A760CAA7203}"/>
                </a:ext>
              </a:extLst>
            </p:cNvPr>
            <p:cNvSpPr txBox="1"/>
            <p:nvPr/>
          </p:nvSpPr>
          <p:spPr>
            <a:xfrm>
              <a:off x="8455198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91.5</a:t>
              </a: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11D0D5E7-A026-1116-8E74-97ABEF446A2E}"/>
                </a:ext>
              </a:extLst>
            </p:cNvPr>
            <p:cNvSpPr/>
            <p:nvPr/>
          </p:nvSpPr>
          <p:spPr bwMode="auto">
            <a:xfrm>
              <a:off x="2484862" y="8132497"/>
              <a:ext cx="8211679" cy="75964"/>
            </a:xfrm>
            <a:custGeom>
              <a:avLst/>
              <a:gdLst/>
              <a:ahLst/>
              <a:cxnLst/>
              <a:rect l="0" t="0" r="0" b="0"/>
              <a:pathLst>
                <a:path w="9713721" h="75964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3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7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7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7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7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3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7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7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7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7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3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7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7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7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7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3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7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7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7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7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253355B4-F5E4-8832-2BE8-E86C64ABC078}"/>
              </a:ext>
            </a:extLst>
          </p:cNvPr>
          <p:cNvSpPr txBox="1"/>
          <p:nvPr/>
        </p:nvSpPr>
        <p:spPr>
          <a:xfrm>
            <a:off x="1309172" y="12055343"/>
            <a:ext cx="52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(f)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ADF8A1BB-B817-B9AB-1ACC-94FDFAE8DCD9}"/>
              </a:ext>
            </a:extLst>
          </p:cNvPr>
          <p:cNvSpPr txBox="1"/>
          <p:nvPr/>
        </p:nvSpPr>
        <p:spPr>
          <a:xfrm>
            <a:off x="1271503" y="13260410"/>
            <a:ext cx="58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(g)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DD78869E-C805-E170-2473-21969E68E8F4}"/>
              </a:ext>
            </a:extLst>
          </p:cNvPr>
          <p:cNvSpPr txBox="1"/>
          <p:nvPr/>
        </p:nvSpPr>
        <p:spPr>
          <a:xfrm>
            <a:off x="2447067" y="98042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213F94E-C36B-1C0A-B70D-43FC6B49F955}"/>
              </a:ext>
            </a:extLst>
          </p:cNvPr>
          <p:cNvSpPr txBox="1"/>
          <p:nvPr/>
        </p:nvSpPr>
        <p:spPr>
          <a:xfrm>
            <a:off x="2438692" y="10928296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scan, Se</a:t>
            </a:r>
            <a:r>
              <a:rPr lang="en-CA" baseline="30000" dirty="0">
                <a:latin typeface="Avenir LT Std 45 Book" panose="020B0502020203020204" pitchFamily="34" charset="0"/>
              </a:rPr>
              <a:t>-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8E8C8E7-3E99-58BA-3E56-AAC9DE38557A}"/>
              </a:ext>
            </a:extLst>
          </p:cNvPr>
          <p:cNvSpPr txBox="1"/>
          <p:nvPr/>
        </p:nvSpPr>
        <p:spPr>
          <a:xfrm>
            <a:off x="2438693" y="12062265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FA7FA07A-91CF-3ABB-D766-8AD59D16D2C7}"/>
              </a:ext>
            </a:extLst>
          </p:cNvPr>
          <p:cNvSpPr txBox="1"/>
          <p:nvPr/>
        </p:nvSpPr>
        <p:spPr>
          <a:xfrm>
            <a:off x="2448538" y="13323130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scan, C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dirty="0">
                <a:latin typeface="Avenir LT Std 45 Book" panose="020B0502020203020204" pitchFamily="34" charset="0"/>
              </a:rPr>
              <a:t>H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baseline="30000" dirty="0">
                <a:latin typeface="Avenir LT Std 45 Book" panose="020B0502020203020204" pitchFamily="34" charset="0"/>
              </a:rPr>
              <a:t>+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3EB270CA-980E-7E2A-097E-F2AE4422CD5C}"/>
              </a:ext>
            </a:extLst>
          </p:cNvPr>
          <p:cNvSpPr txBox="1"/>
          <p:nvPr/>
        </p:nvSpPr>
        <p:spPr>
          <a:xfrm>
            <a:off x="2297251" y="6224792"/>
            <a:ext cx="266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Microscope image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01A8E1F6-3D39-B734-4812-BC7E02AF05CD}"/>
              </a:ext>
            </a:extLst>
          </p:cNvPr>
          <p:cNvSpPr txBox="1"/>
          <p:nvPr/>
        </p:nvSpPr>
        <p:spPr>
          <a:xfrm>
            <a:off x="5156844" y="6239701"/>
            <a:ext cx="22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1453 cm</a:t>
            </a:r>
            <a:r>
              <a:rPr lang="en-CA" baseline="30000" dirty="0">
                <a:latin typeface="Avenir LT Std 45 Book" panose="020B0502020203020204" pitchFamily="34" charset="0"/>
              </a:rPr>
              <a:t>-1</a:t>
            </a:r>
            <a:r>
              <a:rPr lang="en-CA" dirty="0">
                <a:latin typeface="Avenir LT Std 45 Book" panose="020B0502020203020204" pitchFamily="34" charset="0"/>
              </a:rPr>
              <a:t> map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D2E3914-EE7C-C655-8989-6F5087C916FA}"/>
              </a:ext>
            </a:extLst>
          </p:cNvPr>
          <p:cNvSpPr txBox="1"/>
          <p:nvPr/>
        </p:nvSpPr>
        <p:spPr>
          <a:xfrm>
            <a:off x="8043986" y="6228754"/>
            <a:ext cx="2892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Full spectra analysis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5CE56FF-4FBD-A4F6-BFF8-9B4BE36EC472}"/>
              </a:ext>
            </a:extLst>
          </p:cNvPr>
          <p:cNvSpPr txBox="1"/>
          <p:nvPr/>
        </p:nvSpPr>
        <p:spPr>
          <a:xfrm rot="10800000">
            <a:off x="1620881" y="7551806"/>
            <a:ext cx="553998" cy="106856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O-PTIR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929FC0F-70BE-10AE-9EE4-ED959D450721}"/>
              </a:ext>
            </a:extLst>
          </p:cNvPr>
          <p:cNvSpPr txBox="1"/>
          <p:nvPr/>
        </p:nvSpPr>
        <p:spPr>
          <a:xfrm rot="10800000">
            <a:off x="1694335" y="11401354"/>
            <a:ext cx="553998" cy="149816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TOF-SIMS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251CF0-D738-0896-7B2A-08F0B2570603}"/>
              </a:ext>
            </a:extLst>
          </p:cNvPr>
          <p:cNvSpPr/>
          <p:nvPr/>
        </p:nvSpPr>
        <p:spPr>
          <a:xfrm>
            <a:off x="3222556" y="8278855"/>
            <a:ext cx="297180" cy="285894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5ED780-9A92-B516-52EE-8AA089FD2DB0}"/>
              </a:ext>
            </a:extLst>
          </p:cNvPr>
          <p:cNvSpPr/>
          <p:nvPr/>
        </p:nvSpPr>
        <p:spPr>
          <a:xfrm>
            <a:off x="4906035" y="7028258"/>
            <a:ext cx="2797785" cy="2190015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D0EBA8-341E-7840-4366-664EBEAE23B7}"/>
              </a:ext>
            </a:extLst>
          </p:cNvPr>
          <p:cNvSpPr/>
          <p:nvPr/>
        </p:nvSpPr>
        <p:spPr bwMode="auto">
          <a:xfrm>
            <a:off x="2281281" y="13582862"/>
            <a:ext cx="8405029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31738"/>
                </a:moveTo>
                <a:lnTo>
                  <a:pt x="9496" y="550728"/>
                </a:lnTo>
                <a:lnTo>
                  <a:pt x="18991" y="560224"/>
                </a:lnTo>
                <a:lnTo>
                  <a:pt x="28486" y="579214"/>
                </a:lnTo>
                <a:lnTo>
                  <a:pt x="37982" y="579214"/>
                </a:lnTo>
                <a:lnTo>
                  <a:pt x="47477" y="588710"/>
                </a:lnTo>
                <a:lnTo>
                  <a:pt x="56972" y="588710"/>
                </a:lnTo>
                <a:lnTo>
                  <a:pt x="66468" y="598205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07700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26691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17196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17196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17196"/>
                </a:lnTo>
                <a:lnTo>
                  <a:pt x="4510281" y="617196"/>
                </a:lnTo>
                <a:lnTo>
                  <a:pt x="4519776" y="598205"/>
                </a:lnTo>
                <a:lnTo>
                  <a:pt x="4529271" y="598205"/>
                </a:lnTo>
                <a:lnTo>
                  <a:pt x="4538767" y="588710"/>
                </a:lnTo>
                <a:lnTo>
                  <a:pt x="4548262" y="569719"/>
                </a:lnTo>
                <a:lnTo>
                  <a:pt x="4557758" y="541233"/>
                </a:lnTo>
                <a:lnTo>
                  <a:pt x="4567253" y="503252"/>
                </a:lnTo>
                <a:lnTo>
                  <a:pt x="4576748" y="474766"/>
                </a:lnTo>
                <a:lnTo>
                  <a:pt x="4586243" y="417794"/>
                </a:lnTo>
                <a:lnTo>
                  <a:pt x="4595739" y="360822"/>
                </a:lnTo>
                <a:lnTo>
                  <a:pt x="4605234" y="313345"/>
                </a:lnTo>
                <a:lnTo>
                  <a:pt x="4614729" y="265869"/>
                </a:lnTo>
                <a:lnTo>
                  <a:pt x="4624225" y="218392"/>
                </a:lnTo>
                <a:lnTo>
                  <a:pt x="4633720" y="180411"/>
                </a:lnTo>
                <a:lnTo>
                  <a:pt x="4643216" y="161420"/>
                </a:lnTo>
                <a:lnTo>
                  <a:pt x="4652711" y="161420"/>
                </a:lnTo>
                <a:lnTo>
                  <a:pt x="4662206" y="170915"/>
                </a:lnTo>
                <a:lnTo>
                  <a:pt x="4671701" y="170915"/>
                </a:lnTo>
                <a:lnTo>
                  <a:pt x="4681197" y="208896"/>
                </a:lnTo>
                <a:lnTo>
                  <a:pt x="4690692" y="246878"/>
                </a:lnTo>
                <a:lnTo>
                  <a:pt x="4700187" y="284859"/>
                </a:lnTo>
                <a:lnTo>
                  <a:pt x="4709683" y="322841"/>
                </a:lnTo>
                <a:lnTo>
                  <a:pt x="4719178" y="370317"/>
                </a:lnTo>
                <a:lnTo>
                  <a:pt x="4728673" y="398803"/>
                </a:lnTo>
                <a:lnTo>
                  <a:pt x="4738169" y="427289"/>
                </a:lnTo>
                <a:lnTo>
                  <a:pt x="4747664" y="465270"/>
                </a:lnTo>
                <a:lnTo>
                  <a:pt x="4757159" y="484261"/>
                </a:lnTo>
                <a:lnTo>
                  <a:pt x="4766654" y="503252"/>
                </a:lnTo>
                <a:lnTo>
                  <a:pt x="4776150" y="531738"/>
                </a:lnTo>
                <a:lnTo>
                  <a:pt x="4785645" y="550728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88710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17196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598205"/>
                </a:lnTo>
                <a:lnTo>
                  <a:pt x="5184449" y="598205"/>
                </a:lnTo>
                <a:lnTo>
                  <a:pt x="5193944" y="598205"/>
                </a:lnTo>
                <a:lnTo>
                  <a:pt x="5203440" y="588710"/>
                </a:lnTo>
                <a:lnTo>
                  <a:pt x="5212935" y="598205"/>
                </a:lnTo>
                <a:lnTo>
                  <a:pt x="5222430" y="588710"/>
                </a:lnTo>
                <a:lnTo>
                  <a:pt x="5231926" y="598205"/>
                </a:lnTo>
                <a:lnTo>
                  <a:pt x="5241421" y="58871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26691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17196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588710"/>
                </a:lnTo>
                <a:lnTo>
                  <a:pt x="9371889" y="588710"/>
                </a:lnTo>
                <a:lnTo>
                  <a:pt x="9381384" y="560224"/>
                </a:lnTo>
                <a:lnTo>
                  <a:pt x="9390879" y="541233"/>
                </a:lnTo>
                <a:lnTo>
                  <a:pt x="9400374" y="522242"/>
                </a:lnTo>
                <a:lnTo>
                  <a:pt x="9409870" y="474766"/>
                </a:lnTo>
                <a:lnTo>
                  <a:pt x="9419365" y="446280"/>
                </a:lnTo>
                <a:lnTo>
                  <a:pt x="9428860" y="398803"/>
                </a:lnTo>
                <a:lnTo>
                  <a:pt x="9438356" y="351327"/>
                </a:lnTo>
                <a:lnTo>
                  <a:pt x="9447851" y="303850"/>
                </a:lnTo>
                <a:lnTo>
                  <a:pt x="9457346" y="265869"/>
                </a:lnTo>
                <a:lnTo>
                  <a:pt x="9466842" y="208896"/>
                </a:lnTo>
                <a:lnTo>
                  <a:pt x="9476337" y="189906"/>
                </a:lnTo>
                <a:lnTo>
                  <a:pt x="9485833" y="142429"/>
                </a:lnTo>
                <a:lnTo>
                  <a:pt x="9495327" y="104448"/>
                </a:lnTo>
                <a:lnTo>
                  <a:pt x="9504823" y="66467"/>
                </a:lnTo>
                <a:lnTo>
                  <a:pt x="9514319" y="47476"/>
                </a:lnTo>
                <a:lnTo>
                  <a:pt x="9523813" y="28485"/>
                </a:lnTo>
                <a:lnTo>
                  <a:pt x="9533309" y="0"/>
                </a:lnTo>
                <a:lnTo>
                  <a:pt x="9542804" y="9495"/>
                </a:lnTo>
                <a:lnTo>
                  <a:pt x="9552300" y="28485"/>
                </a:lnTo>
                <a:lnTo>
                  <a:pt x="9561795" y="28485"/>
                </a:lnTo>
                <a:lnTo>
                  <a:pt x="9571290" y="94953"/>
                </a:lnTo>
                <a:lnTo>
                  <a:pt x="9580786" y="132934"/>
                </a:lnTo>
                <a:lnTo>
                  <a:pt x="9590281" y="180411"/>
                </a:lnTo>
                <a:lnTo>
                  <a:pt x="9599776" y="218392"/>
                </a:lnTo>
                <a:lnTo>
                  <a:pt x="9609272" y="275364"/>
                </a:lnTo>
                <a:lnTo>
                  <a:pt x="9618767" y="284859"/>
                </a:lnTo>
                <a:lnTo>
                  <a:pt x="9628262" y="341831"/>
                </a:lnTo>
                <a:lnTo>
                  <a:pt x="9637758" y="370317"/>
                </a:lnTo>
                <a:lnTo>
                  <a:pt x="9647253" y="417794"/>
                </a:lnTo>
                <a:lnTo>
                  <a:pt x="9656748" y="436784"/>
                </a:lnTo>
                <a:lnTo>
                  <a:pt x="9666243" y="465270"/>
                </a:lnTo>
                <a:lnTo>
                  <a:pt x="9675739" y="493757"/>
                </a:lnTo>
                <a:lnTo>
                  <a:pt x="9685234" y="522242"/>
                </a:lnTo>
                <a:lnTo>
                  <a:pt x="9694729" y="531738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C4DFFFD-E510-8996-FE78-34EFC8F32F74}"/>
              </a:ext>
            </a:extLst>
          </p:cNvPr>
          <p:cNvSpPr/>
          <p:nvPr/>
        </p:nvSpPr>
        <p:spPr bwMode="auto">
          <a:xfrm>
            <a:off x="2297251" y="11142181"/>
            <a:ext cx="6722924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47476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56373" y="626691"/>
                </a:lnTo>
                <a:lnTo>
                  <a:pt x="294355" y="626691"/>
                </a:lnTo>
                <a:lnTo>
                  <a:pt x="341831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8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91962" y="626691"/>
                </a:lnTo>
                <a:lnTo>
                  <a:pt x="112994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62878" y="626691"/>
                </a:lnTo>
                <a:lnTo>
                  <a:pt x="1300859" y="626691"/>
                </a:lnTo>
                <a:lnTo>
                  <a:pt x="1338841" y="626691"/>
                </a:lnTo>
                <a:lnTo>
                  <a:pt x="1386317" y="626691"/>
                </a:lnTo>
                <a:lnTo>
                  <a:pt x="1424299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47738" y="626691"/>
                </a:lnTo>
                <a:lnTo>
                  <a:pt x="1595215" y="626691"/>
                </a:lnTo>
                <a:lnTo>
                  <a:pt x="1633196" y="626691"/>
                </a:lnTo>
                <a:lnTo>
                  <a:pt x="1680672" y="626691"/>
                </a:lnTo>
                <a:lnTo>
                  <a:pt x="1718654" y="626691"/>
                </a:lnTo>
                <a:lnTo>
                  <a:pt x="1756635" y="626691"/>
                </a:lnTo>
                <a:lnTo>
                  <a:pt x="1804112" y="626691"/>
                </a:lnTo>
                <a:lnTo>
                  <a:pt x="1842093" y="626691"/>
                </a:lnTo>
                <a:lnTo>
                  <a:pt x="1889570" y="626691"/>
                </a:lnTo>
                <a:lnTo>
                  <a:pt x="1927551" y="626691"/>
                </a:lnTo>
                <a:lnTo>
                  <a:pt x="1965532" y="626691"/>
                </a:lnTo>
                <a:lnTo>
                  <a:pt x="2013009" y="626691"/>
                </a:lnTo>
                <a:lnTo>
                  <a:pt x="2050990" y="626691"/>
                </a:lnTo>
                <a:lnTo>
                  <a:pt x="2098467" y="626691"/>
                </a:lnTo>
                <a:lnTo>
                  <a:pt x="2136448" y="626691"/>
                </a:lnTo>
                <a:lnTo>
                  <a:pt x="2183925" y="626691"/>
                </a:lnTo>
                <a:lnTo>
                  <a:pt x="2221906" y="626691"/>
                </a:lnTo>
                <a:lnTo>
                  <a:pt x="2259888" y="626691"/>
                </a:lnTo>
                <a:lnTo>
                  <a:pt x="2307364" y="626691"/>
                </a:lnTo>
                <a:lnTo>
                  <a:pt x="2345345" y="626691"/>
                </a:lnTo>
                <a:lnTo>
                  <a:pt x="2392822" y="626691"/>
                </a:lnTo>
                <a:lnTo>
                  <a:pt x="2430803" y="626691"/>
                </a:lnTo>
                <a:lnTo>
                  <a:pt x="2468785" y="626691"/>
                </a:lnTo>
                <a:lnTo>
                  <a:pt x="2516261" y="626691"/>
                </a:lnTo>
                <a:lnTo>
                  <a:pt x="2554243" y="626691"/>
                </a:lnTo>
                <a:lnTo>
                  <a:pt x="2601719" y="626691"/>
                </a:lnTo>
                <a:lnTo>
                  <a:pt x="2639701" y="626691"/>
                </a:lnTo>
                <a:lnTo>
                  <a:pt x="2677682" y="626691"/>
                </a:lnTo>
                <a:lnTo>
                  <a:pt x="2725159" y="626691"/>
                </a:lnTo>
                <a:lnTo>
                  <a:pt x="2763140" y="626691"/>
                </a:lnTo>
                <a:lnTo>
                  <a:pt x="2810617" y="617196"/>
                </a:lnTo>
                <a:lnTo>
                  <a:pt x="2848598" y="617196"/>
                </a:lnTo>
                <a:lnTo>
                  <a:pt x="2886579" y="617196"/>
                </a:lnTo>
                <a:lnTo>
                  <a:pt x="2934056" y="617196"/>
                </a:lnTo>
                <a:lnTo>
                  <a:pt x="2972037" y="617196"/>
                </a:lnTo>
                <a:lnTo>
                  <a:pt x="3019514" y="617196"/>
                </a:lnTo>
                <a:lnTo>
                  <a:pt x="3057495" y="617196"/>
                </a:lnTo>
                <a:lnTo>
                  <a:pt x="3104972" y="617196"/>
                </a:lnTo>
                <a:lnTo>
                  <a:pt x="3142953" y="617196"/>
                </a:lnTo>
                <a:lnTo>
                  <a:pt x="3180934" y="617196"/>
                </a:lnTo>
                <a:lnTo>
                  <a:pt x="3228411" y="617196"/>
                </a:lnTo>
                <a:lnTo>
                  <a:pt x="3266392" y="617196"/>
                </a:lnTo>
                <a:lnTo>
                  <a:pt x="3313869" y="617196"/>
                </a:lnTo>
                <a:lnTo>
                  <a:pt x="3351850" y="617196"/>
                </a:lnTo>
                <a:lnTo>
                  <a:pt x="3389831" y="617196"/>
                </a:lnTo>
                <a:lnTo>
                  <a:pt x="3437308" y="617196"/>
                </a:lnTo>
                <a:lnTo>
                  <a:pt x="3475289" y="607701"/>
                </a:lnTo>
                <a:lnTo>
                  <a:pt x="3522766" y="607701"/>
                </a:lnTo>
                <a:lnTo>
                  <a:pt x="3560747" y="607701"/>
                </a:lnTo>
                <a:lnTo>
                  <a:pt x="3598729" y="607701"/>
                </a:lnTo>
                <a:lnTo>
                  <a:pt x="3646205" y="607701"/>
                </a:lnTo>
                <a:lnTo>
                  <a:pt x="3684187" y="598205"/>
                </a:lnTo>
                <a:lnTo>
                  <a:pt x="3731663" y="598205"/>
                </a:lnTo>
                <a:lnTo>
                  <a:pt x="3769645" y="598205"/>
                </a:lnTo>
                <a:lnTo>
                  <a:pt x="3817121" y="588710"/>
                </a:lnTo>
                <a:lnTo>
                  <a:pt x="3855103" y="588710"/>
                </a:lnTo>
                <a:lnTo>
                  <a:pt x="3893084" y="579214"/>
                </a:lnTo>
                <a:lnTo>
                  <a:pt x="3940561" y="569719"/>
                </a:lnTo>
                <a:lnTo>
                  <a:pt x="3978542" y="560224"/>
                </a:lnTo>
                <a:lnTo>
                  <a:pt x="4026018" y="550729"/>
                </a:lnTo>
                <a:lnTo>
                  <a:pt x="4064000" y="541233"/>
                </a:lnTo>
                <a:lnTo>
                  <a:pt x="4101981" y="531738"/>
                </a:lnTo>
                <a:lnTo>
                  <a:pt x="4149458" y="512747"/>
                </a:lnTo>
                <a:lnTo>
                  <a:pt x="4187439" y="493757"/>
                </a:lnTo>
                <a:lnTo>
                  <a:pt x="4234916" y="484261"/>
                </a:lnTo>
                <a:lnTo>
                  <a:pt x="4272897" y="465271"/>
                </a:lnTo>
                <a:lnTo>
                  <a:pt x="4310878" y="446280"/>
                </a:lnTo>
                <a:lnTo>
                  <a:pt x="4358355" y="427289"/>
                </a:lnTo>
                <a:lnTo>
                  <a:pt x="4396336" y="398803"/>
                </a:lnTo>
                <a:lnTo>
                  <a:pt x="4443813" y="379813"/>
                </a:lnTo>
                <a:lnTo>
                  <a:pt x="4481794" y="351327"/>
                </a:lnTo>
                <a:lnTo>
                  <a:pt x="4519776" y="322841"/>
                </a:lnTo>
                <a:lnTo>
                  <a:pt x="4567252" y="294355"/>
                </a:lnTo>
                <a:lnTo>
                  <a:pt x="4605234" y="265869"/>
                </a:lnTo>
                <a:lnTo>
                  <a:pt x="4652710" y="237383"/>
                </a:lnTo>
                <a:lnTo>
                  <a:pt x="4690691" y="208897"/>
                </a:lnTo>
                <a:lnTo>
                  <a:pt x="4738168" y="180411"/>
                </a:lnTo>
                <a:lnTo>
                  <a:pt x="4776149" y="161420"/>
                </a:lnTo>
                <a:lnTo>
                  <a:pt x="4814130" y="132934"/>
                </a:lnTo>
                <a:lnTo>
                  <a:pt x="4861607" y="104448"/>
                </a:lnTo>
                <a:lnTo>
                  <a:pt x="4899588" y="85458"/>
                </a:lnTo>
                <a:lnTo>
                  <a:pt x="4947065" y="66467"/>
                </a:lnTo>
                <a:lnTo>
                  <a:pt x="4985046" y="47476"/>
                </a:lnTo>
                <a:lnTo>
                  <a:pt x="5023028" y="37981"/>
                </a:lnTo>
                <a:lnTo>
                  <a:pt x="5070505" y="28486"/>
                </a:lnTo>
                <a:lnTo>
                  <a:pt x="5108486" y="18990"/>
                </a:lnTo>
                <a:lnTo>
                  <a:pt x="5155962" y="9495"/>
                </a:lnTo>
                <a:lnTo>
                  <a:pt x="5193944" y="0"/>
                </a:lnTo>
                <a:lnTo>
                  <a:pt x="5231925" y="9495"/>
                </a:lnTo>
                <a:lnTo>
                  <a:pt x="5279401" y="9495"/>
                </a:lnTo>
                <a:lnTo>
                  <a:pt x="5317383" y="0"/>
                </a:lnTo>
                <a:lnTo>
                  <a:pt x="5364860" y="9495"/>
                </a:lnTo>
                <a:lnTo>
                  <a:pt x="5402841" y="18990"/>
                </a:lnTo>
                <a:lnTo>
                  <a:pt x="5450317" y="28486"/>
                </a:lnTo>
                <a:lnTo>
                  <a:pt x="5488299" y="47476"/>
                </a:lnTo>
                <a:lnTo>
                  <a:pt x="5526280" y="56972"/>
                </a:lnTo>
                <a:lnTo>
                  <a:pt x="5573757" y="66467"/>
                </a:lnTo>
                <a:lnTo>
                  <a:pt x="5611738" y="85458"/>
                </a:lnTo>
                <a:lnTo>
                  <a:pt x="5659215" y="94953"/>
                </a:lnTo>
                <a:lnTo>
                  <a:pt x="5697196" y="113944"/>
                </a:lnTo>
                <a:lnTo>
                  <a:pt x="5735177" y="123439"/>
                </a:lnTo>
                <a:lnTo>
                  <a:pt x="5782654" y="151925"/>
                </a:lnTo>
                <a:lnTo>
                  <a:pt x="5820636" y="170916"/>
                </a:lnTo>
                <a:lnTo>
                  <a:pt x="5868112" y="189906"/>
                </a:lnTo>
                <a:lnTo>
                  <a:pt x="5906093" y="208897"/>
                </a:lnTo>
                <a:lnTo>
                  <a:pt x="5944075" y="227887"/>
                </a:lnTo>
                <a:lnTo>
                  <a:pt x="5991551" y="237383"/>
                </a:lnTo>
                <a:lnTo>
                  <a:pt x="6029532" y="256374"/>
                </a:lnTo>
                <a:lnTo>
                  <a:pt x="6077009" y="275364"/>
                </a:lnTo>
                <a:lnTo>
                  <a:pt x="6114991" y="284860"/>
                </a:lnTo>
                <a:lnTo>
                  <a:pt x="6162467" y="303850"/>
                </a:lnTo>
                <a:lnTo>
                  <a:pt x="6200448" y="322841"/>
                </a:lnTo>
                <a:lnTo>
                  <a:pt x="6238430" y="332336"/>
                </a:lnTo>
                <a:lnTo>
                  <a:pt x="6285907" y="351327"/>
                </a:lnTo>
                <a:lnTo>
                  <a:pt x="6323888" y="360822"/>
                </a:lnTo>
                <a:lnTo>
                  <a:pt x="6371364" y="370318"/>
                </a:lnTo>
                <a:lnTo>
                  <a:pt x="6409345" y="389308"/>
                </a:lnTo>
                <a:lnTo>
                  <a:pt x="6447327" y="398803"/>
                </a:lnTo>
                <a:lnTo>
                  <a:pt x="6494804" y="408299"/>
                </a:lnTo>
                <a:lnTo>
                  <a:pt x="6532785" y="417794"/>
                </a:lnTo>
                <a:lnTo>
                  <a:pt x="6580261" y="427289"/>
                </a:lnTo>
                <a:lnTo>
                  <a:pt x="6618243" y="436785"/>
                </a:lnTo>
                <a:lnTo>
                  <a:pt x="6656224" y="446280"/>
                </a:lnTo>
                <a:lnTo>
                  <a:pt x="6703700" y="455775"/>
                </a:lnTo>
                <a:lnTo>
                  <a:pt x="6741682" y="465271"/>
                </a:lnTo>
                <a:lnTo>
                  <a:pt x="6789159" y="474766"/>
                </a:lnTo>
                <a:lnTo>
                  <a:pt x="6827140" y="484261"/>
                </a:lnTo>
                <a:lnTo>
                  <a:pt x="6874616" y="493757"/>
                </a:lnTo>
                <a:lnTo>
                  <a:pt x="6912598" y="493757"/>
                </a:lnTo>
                <a:lnTo>
                  <a:pt x="6950579" y="503252"/>
                </a:lnTo>
                <a:lnTo>
                  <a:pt x="6998056" y="503252"/>
                </a:lnTo>
                <a:lnTo>
                  <a:pt x="7036037" y="512747"/>
                </a:lnTo>
                <a:lnTo>
                  <a:pt x="7083514" y="522243"/>
                </a:lnTo>
                <a:lnTo>
                  <a:pt x="7121495" y="522243"/>
                </a:lnTo>
                <a:lnTo>
                  <a:pt x="7159476" y="531738"/>
                </a:lnTo>
                <a:lnTo>
                  <a:pt x="7206953" y="531738"/>
                </a:lnTo>
                <a:lnTo>
                  <a:pt x="7244934" y="541233"/>
                </a:lnTo>
                <a:lnTo>
                  <a:pt x="7292411" y="541233"/>
                </a:lnTo>
                <a:lnTo>
                  <a:pt x="7330392" y="541233"/>
                </a:lnTo>
                <a:lnTo>
                  <a:pt x="7368374" y="550729"/>
                </a:lnTo>
                <a:lnTo>
                  <a:pt x="7415850" y="550729"/>
                </a:lnTo>
                <a:lnTo>
                  <a:pt x="7453831" y="550729"/>
                </a:lnTo>
                <a:lnTo>
                  <a:pt x="7501308" y="560224"/>
                </a:lnTo>
                <a:lnTo>
                  <a:pt x="7539290" y="560224"/>
                </a:lnTo>
                <a:lnTo>
                  <a:pt x="7586766" y="560224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7" y="569719"/>
                </a:lnTo>
                <a:lnTo>
                  <a:pt x="7795663" y="569719"/>
                </a:lnTo>
                <a:lnTo>
                  <a:pt x="7833645" y="569719"/>
                </a:lnTo>
                <a:lnTo>
                  <a:pt x="7871626" y="579214"/>
                </a:lnTo>
                <a:lnTo>
                  <a:pt x="7919103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80523" y="588710"/>
                </a:lnTo>
                <a:lnTo>
                  <a:pt x="8127999" y="588710"/>
                </a:lnTo>
                <a:lnTo>
                  <a:pt x="8165981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5" y="588710"/>
                </a:lnTo>
                <a:lnTo>
                  <a:pt x="8336897" y="588710"/>
                </a:lnTo>
                <a:lnTo>
                  <a:pt x="8374878" y="588710"/>
                </a:lnTo>
                <a:lnTo>
                  <a:pt x="8422355" y="598205"/>
                </a:lnTo>
                <a:lnTo>
                  <a:pt x="8460337" y="598205"/>
                </a:lnTo>
                <a:lnTo>
                  <a:pt x="8507813" y="598205"/>
                </a:lnTo>
                <a:lnTo>
                  <a:pt x="8545794" y="598205"/>
                </a:lnTo>
                <a:lnTo>
                  <a:pt x="8583776" y="598205"/>
                </a:lnTo>
                <a:lnTo>
                  <a:pt x="8631252" y="598205"/>
                </a:lnTo>
                <a:lnTo>
                  <a:pt x="8669233" y="598205"/>
                </a:lnTo>
                <a:lnTo>
                  <a:pt x="8716710" y="598205"/>
                </a:lnTo>
                <a:lnTo>
                  <a:pt x="8754691" y="598205"/>
                </a:lnTo>
                <a:lnTo>
                  <a:pt x="8802168" y="598205"/>
                </a:lnTo>
                <a:lnTo>
                  <a:pt x="8840149" y="598205"/>
                </a:lnTo>
                <a:lnTo>
                  <a:pt x="8878130" y="607701"/>
                </a:lnTo>
                <a:lnTo>
                  <a:pt x="8925607" y="607701"/>
                </a:lnTo>
                <a:lnTo>
                  <a:pt x="8963589" y="607701"/>
                </a:lnTo>
                <a:lnTo>
                  <a:pt x="9011065" y="607701"/>
                </a:lnTo>
                <a:lnTo>
                  <a:pt x="9049046" y="607701"/>
                </a:lnTo>
                <a:lnTo>
                  <a:pt x="9087028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19962" y="607701"/>
                </a:lnTo>
                <a:lnTo>
                  <a:pt x="9257944" y="607701"/>
                </a:lnTo>
                <a:lnTo>
                  <a:pt x="9295925" y="607701"/>
                </a:lnTo>
                <a:lnTo>
                  <a:pt x="9343402" y="607701"/>
                </a:lnTo>
                <a:lnTo>
                  <a:pt x="9381383" y="607701"/>
                </a:lnTo>
                <a:lnTo>
                  <a:pt x="9428860" y="607701"/>
                </a:lnTo>
                <a:lnTo>
                  <a:pt x="9466841" y="607701"/>
                </a:lnTo>
                <a:lnTo>
                  <a:pt x="9514318" y="607701"/>
                </a:lnTo>
                <a:lnTo>
                  <a:pt x="9552299" y="607701"/>
                </a:lnTo>
                <a:lnTo>
                  <a:pt x="9590280" y="617196"/>
                </a:lnTo>
                <a:lnTo>
                  <a:pt x="9637757" y="607701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D21DAB6-7B1C-2C45-1926-06DBFF1383AB}"/>
              </a:ext>
            </a:extLst>
          </p:cNvPr>
          <p:cNvSpPr/>
          <p:nvPr/>
        </p:nvSpPr>
        <p:spPr bwMode="auto">
          <a:xfrm>
            <a:off x="2297251" y="9970801"/>
            <a:ext cx="4170223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42729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3678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417794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503252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0770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36785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531738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98205"/>
                </a:lnTo>
                <a:lnTo>
                  <a:pt x="4168449" y="446280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560224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0770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588710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569720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46527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69720"/>
                </a:lnTo>
                <a:lnTo>
                  <a:pt x="6105496" y="560224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88710"/>
                </a:lnTo>
                <a:lnTo>
                  <a:pt x="6304897" y="60770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17196"/>
                </a:lnTo>
                <a:lnTo>
                  <a:pt x="6399851" y="60770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588710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69720"/>
                </a:lnTo>
                <a:lnTo>
                  <a:pt x="6694206" y="569720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531738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351327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0770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0770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17196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598205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17196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0770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17196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88710"/>
                </a:lnTo>
                <a:lnTo>
                  <a:pt x="9409870" y="598205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0770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66C4FA-1F63-7F0F-3F63-AAAA41D80F25}"/>
              </a:ext>
            </a:extLst>
          </p:cNvPr>
          <p:cNvSpPr/>
          <p:nvPr/>
        </p:nvSpPr>
        <p:spPr>
          <a:xfrm>
            <a:off x="6467474" y="10515600"/>
            <a:ext cx="4234802" cy="368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A4A5C-0F9C-A947-9E51-BDFA473DD114}"/>
              </a:ext>
            </a:extLst>
          </p:cNvPr>
          <p:cNvSpPr txBox="1"/>
          <p:nvPr/>
        </p:nvSpPr>
        <p:spPr>
          <a:xfrm>
            <a:off x="6308147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0F95B2A6-6702-4563-9487-213C2A9842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8717101"/>
              </p:ext>
            </p:extLst>
          </p:nvPr>
        </p:nvGraphicFramePr>
        <p:xfrm>
          <a:off x="7515811" y="6624673"/>
          <a:ext cx="3618000" cy="401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CD447AC-3C64-BDFA-88D7-BD2007D9DF90}"/>
              </a:ext>
            </a:extLst>
          </p:cNvPr>
          <p:cNvCxnSpPr/>
          <p:nvPr/>
        </p:nvCxnSpPr>
        <p:spPr>
          <a:xfrm>
            <a:off x="9996488" y="6687472"/>
            <a:ext cx="0" cy="3283329"/>
          </a:xfrm>
          <a:prstGeom prst="line">
            <a:avLst/>
          </a:prstGeom>
          <a:ln w="6350">
            <a:solidFill>
              <a:srgbClr val="156082">
                <a:alpha val="20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57ECC14-4DA8-91D3-175C-8212A403BCB0}"/>
              </a:ext>
            </a:extLst>
          </p:cNvPr>
          <p:cNvGrpSpPr/>
          <p:nvPr/>
        </p:nvGrpSpPr>
        <p:grpSpPr>
          <a:xfrm>
            <a:off x="10882828" y="6927623"/>
            <a:ext cx="81142" cy="3238920"/>
            <a:chOff x="10943848" y="6802218"/>
            <a:chExt cx="81142" cy="3238920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8542D2E9-7F3A-DA80-070B-653CB33C4DBC}"/>
                </a:ext>
              </a:extLst>
            </p:cNvPr>
            <p:cNvSpPr/>
            <p:nvPr/>
          </p:nvSpPr>
          <p:spPr>
            <a:xfrm>
              <a:off x="10943848" y="756792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9483E5F-E312-6645-EBB8-62F8616DE55D}"/>
                </a:ext>
              </a:extLst>
            </p:cNvPr>
            <p:cNvSpPr/>
            <p:nvPr/>
          </p:nvSpPr>
          <p:spPr>
            <a:xfrm>
              <a:off x="10943848" y="767378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166FC7A6-B9F8-5081-9932-8C0FB4D28512}"/>
                </a:ext>
              </a:extLst>
            </p:cNvPr>
            <p:cNvSpPr/>
            <p:nvPr/>
          </p:nvSpPr>
          <p:spPr>
            <a:xfrm>
              <a:off x="10944940" y="726363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13221F64-C0A3-03AD-A61C-165EBA3EB81E}"/>
                </a:ext>
              </a:extLst>
            </p:cNvPr>
            <p:cNvSpPr/>
            <p:nvPr/>
          </p:nvSpPr>
          <p:spPr>
            <a:xfrm>
              <a:off x="10943848" y="735643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D8219C2C-43B1-A537-7CBC-9533E84D03A2}"/>
                </a:ext>
              </a:extLst>
            </p:cNvPr>
            <p:cNvSpPr/>
            <p:nvPr/>
          </p:nvSpPr>
          <p:spPr>
            <a:xfrm>
              <a:off x="10943848" y="717083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04BA7CC-95C9-B7FE-FC71-3EF1CC357376}"/>
                </a:ext>
              </a:extLst>
            </p:cNvPr>
            <p:cNvSpPr/>
            <p:nvPr/>
          </p:nvSpPr>
          <p:spPr>
            <a:xfrm>
              <a:off x="10944146" y="6802218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AFC74F1-6ECE-B860-352F-9AB3F28FE70D}"/>
                </a:ext>
              </a:extLst>
            </p:cNvPr>
            <p:cNvSpPr/>
            <p:nvPr/>
          </p:nvSpPr>
          <p:spPr>
            <a:xfrm>
              <a:off x="10943848" y="8617955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CF0A19AB-1CB6-FA80-B95A-046BCE092F55}"/>
                </a:ext>
              </a:extLst>
            </p:cNvPr>
            <p:cNvSpPr/>
            <p:nvPr/>
          </p:nvSpPr>
          <p:spPr>
            <a:xfrm>
              <a:off x="10943848" y="746433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ED6123F-72D5-0571-EE95-30E3E06FEA85}"/>
                </a:ext>
              </a:extLst>
            </p:cNvPr>
            <p:cNvSpPr/>
            <p:nvPr/>
          </p:nvSpPr>
          <p:spPr>
            <a:xfrm>
              <a:off x="10943848" y="774183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542F53C4-BFD2-F919-22FB-CA0571C293B0}"/>
                </a:ext>
              </a:extLst>
            </p:cNvPr>
            <p:cNvSpPr/>
            <p:nvPr/>
          </p:nvSpPr>
          <p:spPr>
            <a:xfrm>
              <a:off x="10943848" y="787518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F8070E8A-4D35-635C-FCF6-A2C001C00666}"/>
                </a:ext>
              </a:extLst>
            </p:cNvPr>
            <p:cNvSpPr/>
            <p:nvPr/>
          </p:nvSpPr>
          <p:spPr>
            <a:xfrm>
              <a:off x="10943848" y="799096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62251F5-E799-3AE4-5DD0-C5715D8F5008}"/>
                </a:ext>
              </a:extLst>
            </p:cNvPr>
            <p:cNvSpPr/>
            <p:nvPr/>
          </p:nvSpPr>
          <p:spPr>
            <a:xfrm>
              <a:off x="10943848" y="809819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695EF427-6E3B-956D-67F9-5F357ED99DED}"/>
                </a:ext>
              </a:extLst>
            </p:cNvPr>
            <p:cNvSpPr/>
            <p:nvPr/>
          </p:nvSpPr>
          <p:spPr>
            <a:xfrm>
              <a:off x="10943848" y="819623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5A5761B0-4DD6-34B6-27E8-647D36E0974E}"/>
                </a:ext>
              </a:extLst>
            </p:cNvPr>
            <p:cNvSpPr/>
            <p:nvPr/>
          </p:nvSpPr>
          <p:spPr>
            <a:xfrm>
              <a:off x="10944940" y="840843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E1A8F4E4-D0F9-EA9C-FCDD-FF715826DC87}"/>
                </a:ext>
              </a:extLst>
            </p:cNvPr>
            <p:cNvSpPr/>
            <p:nvPr/>
          </p:nvSpPr>
          <p:spPr>
            <a:xfrm>
              <a:off x="10943848" y="850340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845AD567-41D5-24A6-CCB0-AA30D8C9AFBD}"/>
                </a:ext>
              </a:extLst>
            </p:cNvPr>
            <p:cNvSpPr/>
            <p:nvPr/>
          </p:nvSpPr>
          <p:spPr>
            <a:xfrm>
              <a:off x="10943848" y="882529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FD01DA7-8F71-0DE0-74B2-A18B63F9EC54}"/>
                </a:ext>
              </a:extLst>
            </p:cNvPr>
            <p:cNvSpPr/>
            <p:nvPr/>
          </p:nvSpPr>
          <p:spPr>
            <a:xfrm>
              <a:off x="10943848" y="7076019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3964AA-853C-F7FE-C6CD-123B2383A3D0}"/>
                </a:ext>
              </a:extLst>
            </p:cNvPr>
            <p:cNvSpPr/>
            <p:nvPr/>
          </p:nvSpPr>
          <p:spPr>
            <a:xfrm>
              <a:off x="10943848" y="8746453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3A3E65CC-B50F-72CB-F07A-DF92E7DE3764}"/>
                </a:ext>
              </a:extLst>
            </p:cNvPr>
            <p:cNvSpPr/>
            <p:nvPr/>
          </p:nvSpPr>
          <p:spPr>
            <a:xfrm>
              <a:off x="10943848" y="892725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8FB0050B-71C6-448A-81FD-86D163C1510C}"/>
                </a:ext>
              </a:extLst>
            </p:cNvPr>
            <p:cNvSpPr/>
            <p:nvPr/>
          </p:nvSpPr>
          <p:spPr>
            <a:xfrm>
              <a:off x="10943848" y="910004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9453C62-55DC-823D-B881-0A22D14CDE4B}"/>
                </a:ext>
              </a:extLst>
            </p:cNvPr>
            <p:cNvSpPr/>
            <p:nvPr/>
          </p:nvSpPr>
          <p:spPr>
            <a:xfrm>
              <a:off x="10943848" y="9027125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804343B-4ECA-87DB-6EB0-6ACF466BD498}"/>
                </a:ext>
              </a:extLst>
            </p:cNvPr>
            <p:cNvSpPr/>
            <p:nvPr/>
          </p:nvSpPr>
          <p:spPr>
            <a:xfrm>
              <a:off x="10943848" y="9409157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7F2F9D8-1348-2DEB-0F15-6AFDCF00447B}"/>
                </a:ext>
              </a:extLst>
            </p:cNvPr>
            <p:cNvSpPr/>
            <p:nvPr/>
          </p:nvSpPr>
          <p:spPr>
            <a:xfrm>
              <a:off x="10943848" y="9560974"/>
              <a:ext cx="80050" cy="71233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EDDF8D27-F96E-13F7-2D82-967954B31ED0}"/>
                </a:ext>
              </a:extLst>
            </p:cNvPr>
            <p:cNvSpPr/>
            <p:nvPr/>
          </p:nvSpPr>
          <p:spPr>
            <a:xfrm>
              <a:off x="10943848" y="923657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BA48F454-AFA9-08DE-CFD3-C899F76DF189}"/>
                </a:ext>
              </a:extLst>
            </p:cNvPr>
            <p:cNvSpPr/>
            <p:nvPr/>
          </p:nvSpPr>
          <p:spPr>
            <a:xfrm>
              <a:off x="10943848" y="933738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8D923F9E-ACFE-852E-1910-978CF463CC0A}"/>
                </a:ext>
              </a:extLst>
            </p:cNvPr>
            <p:cNvSpPr/>
            <p:nvPr/>
          </p:nvSpPr>
          <p:spPr>
            <a:xfrm>
              <a:off x="10943848" y="965493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4CA6F572-D42E-A28E-92BF-D68DEE978795}"/>
                </a:ext>
              </a:extLst>
            </p:cNvPr>
            <p:cNvSpPr/>
            <p:nvPr/>
          </p:nvSpPr>
          <p:spPr>
            <a:xfrm>
              <a:off x="10943848" y="974252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B2BBD390-9AD3-91A6-10BF-A522FA6E3592}"/>
                </a:ext>
              </a:extLst>
            </p:cNvPr>
            <p:cNvSpPr/>
            <p:nvPr/>
          </p:nvSpPr>
          <p:spPr>
            <a:xfrm>
              <a:off x="10943848" y="986401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81CB0436-4781-3D32-5C24-AF2B825C62A8}"/>
                </a:ext>
              </a:extLst>
            </p:cNvPr>
            <p:cNvSpPr/>
            <p:nvPr/>
          </p:nvSpPr>
          <p:spPr>
            <a:xfrm>
              <a:off x="10943848" y="996968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7EE0386-6221-78D8-6274-2568569A33F5}"/>
              </a:ext>
            </a:extLst>
          </p:cNvPr>
          <p:cNvSpPr txBox="1"/>
          <p:nvPr/>
        </p:nvSpPr>
        <p:spPr>
          <a:xfrm>
            <a:off x="8455525" y="10586105"/>
            <a:ext cx="2098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venir LT Std 65 Medium" panose="020B0803020203020204" pitchFamily="34" charset="0"/>
              </a:rPr>
              <a:t>Wavenumber (cm</a:t>
            </a:r>
            <a:r>
              <a:rPr lang="en-CA" sz="1600" baseline="30000" dirty="0">
                <a:latin typeface="Avenir LT Std 65 Medium" panose="020B0803020203020204" pitchFamily="34" charset="0"/>
              </a:rPr>
              <a:t>-1</a:t>
            </a:r>
            <a:r>
              <a:rPr lang="en-CA" sz="1600" dirty="0">
                <a:latin typeface="Avenir LT Std 65 Medium" panose="020B0803020203020204" pitchFamily="34" charset="0"/>
              </a:rPr>
              <a:t>)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B736B7F-B261-4554-61D7-47FFD501BF3D}"/>
              </a:ext>
            </a:extLst>
          </p:cNvPr>
          <p:cNvGrpSpPr/>
          <p:nvPr/>
        </p:nvGrpSpPr>
        <p:grpSpPr>
          <a:xfrm>
            <a:off x="8408153" y="6543002"/>
            <a:ext cx="2910993" cy="384621"/>
            <a:chOff x="8549054" y="6454002"/>
            <a:chExt cx="2910993" cy="384621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808B37B-A03F-6733-179C-ED260742DF13}"/>
                </a:ext>
              </a:extLst>
            </p:cNvPr>
            <p:cNvSpPr/>
            <p:nvPr/>
          </p:nvSpPr>
          <p:spPr>
            <a:xfrm>
              <a:off x="8894989" y="6657864"/>
              <a:ext cx="85150" cy="75070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AD734365-EA5D-7F50-60E5-BAECCD2C7E0B}"/>
                </a:ext>
              </a:extLst>
            </p:cNvPr>
            <p:cNvSpPr/>
            <p:nvPr/>
          </p:nvSpPr>
          <p:spPr>
            <a:xfrm>
              <a:off x="8894989" y="6534155"/>
              <a:ext cx="85150" cy="75302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0AC9D98-37E8-B054-EA94-4056CEB68C60}"/>
                </a:ext>
              </a:extLst>
            </p:cNvPr>
            <p:cNvGrpSpPr/>
            <p:nvPr/>
          </p:nvGrpSpPr>
          <p:grpSpPr>
            <a:xfrm>
              <a:off x="8549054" y="6454002"/>
              <a:ext cx="2910993" cy="384621"/>
              <a:chOff x="8587914" y="6448684"/>
              <a:chExt cx="2910993" cy="384621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A3035DB-8337-B1E2-5037-2386E34B222B}"/>
                  </a:ext>
                </a:extLst>
              </p:cNvPr>
              <p:cNvSpPr txBox="1"/>
              <p:nvPr/>
            </p:nvSpPr>
            <p:spPr>
              <a:xfrm>
                <a:off x="8587914" y="6571695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Confirmed Se-PS-NPs peaks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6E30D75-3428-F42F-CEB8-6768D5179E0D}"/>
                  </a:ext>
                </a:extLst>
              </p:cNvPr>
              <p:cNvSpPr txBox="1"/>
              <p:nvPr/>
            </p:nvSpPr>
            <p:spPr>
              <a:xfrm>
                <a:off x="8654781" y="6448684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Unconfirmed Se-PS-NPs peaks</a:t>
                </a:r>
              </a:p>
            </p:txBody>
          </p:sp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75A052-20FF-299A-A2C7-7B3C83C4937B}"/>
              </a:ext>
            </a:extLst>
          </p:cNvPr>
          <p:cNvSpPr/>
          <p:nvPr/>
        </p:nvSpPr>
        <p:spPr>
          <a:xfrm>
            <a:off x="6523352" y="12672892"/>
            <a:ext cx="5757239" cy="60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29E9209-2705-7877-D1CF-EA95D1D6FF1C}"/>
              </a:ext>
            </a:extLst>
          </p:cNvPr>
          <p:cNvSpPr txBox="1"/>
          <p:nvPr/>
        </p:nvSpPr>
        <p:spPr>
          <a:xfrm>
            <a:off x="6313992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183822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9FC6-306F-E592-F5B9-9A8D393E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4BE360C1-DB5A-64F5-6353-ABED3DC6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614" y="6880947"/>
            <a:ext cx="5441603" cy="273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DAFE9E-DDA2-0BA7-0376-FECB6978801F}"/>
              </a:ext>
            </a:extLst>
          </p:cNvPr>
          <p:cNvSpPr txBox="1"/>
          <p:nvPr/>
        </p:nvSpPr>
        <p:spPr>
          <a:xfrm rot="10800000">
            <a:off x="759962" y="6967736"/>
            <a:ext cx="553998" cy="679988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CA" sz="2400" dirty="0">
                <a:latin typeface="Avenir LT Std 65 Medium" panose="020B0803020203020204" pitchFamily="34" charset="0"/>
              </a:rPr>
              <a:t>0.1 ppm exposure </a:t>
            </a:r>
            <a:r>
              <a:rPr lang="en-CA" sz="2400" dirty="0">
                <a:solidFill>
                  <a:srgbClr val="E40D0D"/>
                </a:solidFill>
                <a:latin typeface="Avenir LT Std 65 Medium" panose="020B0803020203020204" pitchFamily="34" charset="0"/>
              </a:rPr>
              <a:t>0.7% w/w </a:t>
            </a:r>
            <a:r>
              <a:rPr lang="en-CA" sz="2400" dirty="0">
                <a:latin typeface="Avenir LT Std 65 Medium" panose="020B0803020203020204" pitchFamily="34" charset="0"/>
              </a:rPr>
              <a:t>Se-PS-NPs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9C35775-9C3F-E902-27B2-B977E254FCA3}"/>
              </a:ext>
            </a:extLst>
          </p:cNvPr>
          <p:cNvCxnSpPr>
            <a:cxnSpLocks/>
          </p:cNvCxnSpPr>
          <p:nvPr/>
        </p:nvCxnSpPr>
        <p:spPr>
          <a:xfrm>
            <a:off x="1333372" y="6140450"/>
            <a:ext cx="0" cy="8382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DBBDD5-27FD-0DD6-C8D1-538477C0D2C9}"/>
              </a:ext>
            </a:extLst>
          </p:cNvPr>
          <p:cNvSpPr txBox="1"/>
          <p:nvPr/>
        </p:nvSpPr>
        <p:spPr>
          <a:xfrm>
            <a:off x="539085" y="14810047"/>
            <a:ext cx="11181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S14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O-PTIR and Nano-TOF-SIMS information for Figure 5.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10x O-PTIR microscope image of a histological slice of a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Daphnia magna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exposed to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 ppm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0.7% w/w </a:t>
            </a:r>
            <a:r>
              <a:rPr lang="en-CA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Se-PS-NPs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Emphasis is put on a section of the digestive tract. Red dotted square indicates location of the analysis;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O-PTIR mapping of a 96 x 85 µm region of the exposed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magna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wavenumber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aromatic C-H bending identifiable in polystyrene with point analysis shown by the red crosses at 30 random locations with intensities above 7 mV, with color bar shown on the right side of the image. Mapping done with a scan rate of 100 µm/s at a resolution of 0.1 µm/point with a probe power of 3% and an IR power of 17%;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O-PTIR spectrum for each red cross in b) with small circles indicating the presence of identified Se-PS-MNPs by the sharp peaks at 1491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1453 cm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 triangles indicating non-confirmation of the presence of Se-PS-MNPs;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negative ion analysis with emphasis on counts of Se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79.95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Nano-TOF-SIMS positive ion scan with counts for a m/z range of 0 – 100 g/mol;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Nano-TOF-SIMS negative ion analysis with emphasis on counts of 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91 g/mol.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2DBC7-2207-C384-F252-DAC12769071B}"/>
              </a:ext>
            </a:extLst>
          </p:cNvPr>
          <p:cNvSpPr txBox="1"/>
          <p:nvPr/>
        </p:nvSpPr>
        <p:spPr>
          <a:xfrm>
            <a:off x="1309172" y="6010935"/>
            <a:ext cx="592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0F21A-8B29-1968-6CEB-E05AF69F3A1D}"/>
              </a:ext>
            </a:extLst>
          </p:cNvPr>
          <p:cNvSpPr txBox="1"/>
          <p:nvPr/>
        </p:nvSpPr>
        <p:spPr>
          <a:xfrm>
            <a:off x="4798851" y="5999818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(b)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894951-63CB-85F0-A499-474BBB90A49C}"/>
              </a:ext>
            </a:extLst>
          </p:cNvPr>
          <p:cNvSpPr txBox="1"/>
          <p:nvPr/>
        </p:nvSpPr>
        <p:spPr>
          <a:xfrm>
            <a:off x="8491852" y="10262997"/>
            <a:ext cx="20987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>
                <a:latin typeface="Avenir LT Std 65 Medium" panose="020B0803020203020204" pitchFamily="34" charset="0"/>
              </a:rPr>
              <a:t>Wavenumber (cm</a:t>
            </a:r>
            <a:r>
              <a:rPr lang="en-CA" sz="1600" baseline="30000" dirty="0">
                <a:latin typeface="Avenir LT Std 65 Medium" panose="020B0803020203020204" pitchFamily="34" charset="0"/>
              </a:rPr>
              <a:t>-1</a:t>
            </a:r>
            <a:r>
              <a:rPr lang="en-CA" sz="1600" dirty="0">
                <a:latin typeface="Avenir LT Std 65 Medium" panose="020B0803020203020204" pitchFamily="34" charset="0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2A786-EFD8-F2C4-448F-4A5EE83EA03C}"/>
              </a:ext>
            </a:extLst>
          </p:cNvPr>
          <p:cNvSpPr txBox="1"/>
          <p:nvPr/>
        </p:nvSpPr>
        <p:spPr>
          <a:xfrm>
            <a:off x="7479361" y="6010935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ED11C-E84D-69FA-1FCA-3A3EE1222574}"/>
              </a:ext>
            </a:extLst>
          </p:cNvPr>
          <p:cNvSpPr txBox="1"/>
          <p:nvPr/>
        </p:nvSpPr>
        <p:spPr>
          <a:xfrm>
            <a:off x="2174879" y="10688320"/>
            <a:ext cx="298480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DAF76-67CF-AFC4-C395-C222E61E0538}"/>
              </a:ext>
            </a:extLst>
          </p:cNvPr>
          <p:cNvSpPr txBox="1"/>
          <p:nvPr/>
        </p:nvSpPr>
        <p:spPr>
          <a:xfrm>
            <a:off x="4243568" y="10688320"/>
            <a:ext cx="412291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2CAA81-23A1-41D8-3D8A-19BC9C1FBC50}"/>
              </a:ext>
            </a:extLst>
          </p:cNvPr>
          <p:cNvSpPr txBox="1"/>
          <p:nvPr/>
        </p:nvSpPr>
        <p:spPr>
          <a:xfrm>
            <a:off x="8411458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CE620A-BECA-8E6B-F21E-E458381EAFCF}"/>
              </a:ext>
            </a:extLst>
          </p:cNvPr>
          <p:cNvSpPr/>
          <p:nvPr/>
        </p:nvSpPr>
        <p:spPr bwMode="auto">
          <a:xfrm>
            <a:off x="2285289" y="10606118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2F21C24-0270-3695-710A-98DDAB381B76}"/>
              </a:ext>
            </a:extLst>
          </p:cNvPr>
          <p:cNvSpPr txBox="1"/>
          <p:nvPr/>
        </p:nvSpPr>
        <p:spPr>
          <a:xfrm>
            <a:off x="2080039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79.80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7ACDA0E-97C1-ED53-1C3F-ABB48953AB25}"/>
              </a:ext>
            </a:extLst>
          </p:cNvPr>
          <p:cNvSpPr txBox="1"/>
          <p:nvPr/>
        </p:nvSpPr>
        <p:spPr>
          <a:xfrm>
            <a:off x="3756115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79.85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DBBA3BF-6511-393C-C7CF-0C1A73E5A80D}"/>
              </a:ext>
            </a:extLst>
          </p:cNvPr>
          <p:cNvSpPr txBox="1"/>
          <p:nvPr/>
        </p:nvSpPr>
        <p:spPr>
          <a:xfrm>
            <a:off x="5432191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79.90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CCFD473-7D55-0F13-74B3-D206A86EAD9D}"/>
              </a:ext>
            </a:extLst>
          </p:cNvPr>
          <p:cNvSpPr txBox="1"/>
          <p:nvPr/>
        </p:nvSpPr>
        <p:spPr>
          <a:xfrm>
            <a:off x="7116483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79.95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4328326-E435-3F25-A3D4-83AB8D3916A6}"/>
              </a:ext>
            </a:extLst>
          </p:cNvPr>
          <p:cNvSpPr txBox="1"/>
          <p:nvPr/>
        </p:nvSpPr>
        <p:spPr>
          <a:xfrm>
            <a:off x="8792558" y="11862219"/>
            <a:ext cx="697627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80.00</a:t>
            </a:r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600F0B4B-3FCC-18D8-D334-F492D79092F6}"/>
              </a:ext>
            </a:extLst>
          </p:cNvPr>
          <p:cNvSpPr/>
          <p:nvPr/>
        </p:nvSpPr>
        <p:spPr bwMode="auto">
          <a:xfrm>
            <a:off x="2297251" y="11780016"/>
            <a:ext cx="8405029" cy="73069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CFCA943-AA06-C5E3-8EDC-8FFD3DA79252}"/>
              </a:ext>
            </a:extLst>
          </p:cNvPr>
          <p:cNvSpPr txBox="1"/>
          <p:nvPr/>
        </p:nvSpPr>
        <p:spPr>
          <a:xfrm>
            <a:off x="1309172" y="9581287"/>
            <a:ext cx="606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(d)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8F400F9-8A2A-C3BA-3FBF-BEDD971F6CA8}"/>
              </a:ext>
            </a:extLst>
          </p:cNvPr>
          <p:cNvSpPr txBox="1"/>
          <p:nvPr/>
        </p:nvSpPr>
        <p:spPr>
          <a:xfrm>
            <a:off x="1309172" y="10850276"/>
            <a:ext cx="596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(e)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1B63E5E-B5AD-AC5D-5AA2-7655BC9620B3}"/>
              </a:ext>
            </a:extLst>
          </p:cNvPr>
          <p:cNvSpPr txBox="1"/>
          <p:nvPr/>
        </p:nvSpPr>
        <p:spPr>
          <a:xfrm>
            <a:off x="2174879" y="13063117"/>
            <a:ext cx="305940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0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FFE92849-FD87-EB53-65A3-6EE35A77EAB6}"/>
              </a:ext>
            </a:extLst>
          </p:cNvPr>
          <p:cNvSpPr txBox="1"/>
          <p:nvPr/>
        </p:nvSpPr>
        <p:spPr>
          <a:xfrm>
            <a:off x="4246492" y="13063117"/>
            <a:ext cx="422596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Avenir LT Std 45 Book" panose="020B0502020203020204" pitchFamily="34" charset="0"/>
              </a:rPr>
              <a:t>50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E386588-7718-1BC6-9662-B29C06F427DE}"/>
              </a:ext>
            </a:extLst>
          </p:cNvPr>
          <p:cNvSpPr txBox="1"/>
          <p:nvPr/>
        </p:nvSpPr>
        <p:spPr>
          <a:xfrm>
            <a:off x="8420277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150</a:t>
            </a:r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97D60FB7-B91D-5DF2-1BE3-4EA03A6031E4}"/>
              </a:ext>
            </a:extLst>
          </p:cNvPr>
          <p:cNvSpPr/>
          <p:nvPr/>
        </p:nvSpPr>
        <p:spPr bwMode="auto">
          <a:xfrm>
            <a:off x="2285446" y="12977659"/>
            <a:ext cx="8416913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baseline="44000">
              <a:latin typeface="Times New Roman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AE7C8993-9EE3-B9D8-7996-15399F27435A}"/>
              </a:ext>
            </a:extLst>
          </p:cNvPr>
          <p:cNvSpPr txBox="1"/>
          <p:nvPr/>
        </p:nvSpPr>
        <p:spPr>
          <a:xfrm>
            <a:off x="6046621" y="14523224"/>
            <a:ext cx="1225015" cy="318036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65 Medium" panose="020B0803020203020204" pitchFamily="34" charset="0"/>
              </a:rPr>
              <a:t>Mass [m/z]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84EFF0BF-E603-F9C0-5768-2AE748E91C0C}"/>
              </a:ext>
            </a:extLst>
          </p:cNvPr>
          <p:cNvGrpSpPr/>
          <p:nvPr/>
        </p:nvGrpSpPr>
        <p:grpSpPr>
          <a:xfrm>
            <a:off x="2104951" y="14222148"/>
            <a:ext cx="8591591" cy="377848"/>
            <a:chOff x="2306472" y="8132497"/>
            <a:chExt cx="8390069" cy="377848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926D571-8414-C132-F6CF-7D7631120CB8}"/>
                </a:ext>
              </a:extLst>
            </p:cNvPr>
            <p:cNvSpPr txBox="1"/>
            <p:nvPr/>
          </p:nvSpPr>
          <p:spPr>
            <a:xfrm>
              <a:off x="2306472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90.0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BA98888B-AAF0-98E2-110F-DAC402B1839B}"/>
                </a:ext>
              </a:extLst>
            </p:cNvPr>
            <p:cNvSpPr txBox="1"/>
            <p:nvPr/>
          </p:nvSpPr>
          <p:spPr>
            <a:xfrm>
              <a:off x="43533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90.5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EAFC027B-C494-8751-736E-00295CABB219}"/>
                </a:ext>
              </a:extLst>
            </p:cNvPr>
            <p:cNvSpPr txBox="1"/>
            <p:nvPr/>
          </p:nvSpPr>
          <p:spPr>
            <a:xfrm>
              <a:off x="6400271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91.0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0F48306-FB0D-079B-BBD9-0BBD5AE52890}"/>
                </a:ext>
              </a:extLst>
            </p:cNvPr>
            <p:cNvSpPr txBox="1"/>
            <p:nvPr/>
          </p:nvSpPr>
          <p:spPr>
            <a:xfrm>
              <a:off x="8455198" y="8217957"/>
              <a:ext cx="583814" cy="292388"/>
            </a:xfrm>
            <a:prstGeom prst="rect">
              <a:avLst/>
            </a:prstGeom>
            <a:noFill/>
          </p:spPr>
          <p:txBody>
            <a:bodyPr vert="horz" wrap="none" tIns="0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venir LT Std 45 Book" panose="020B0502020203020204" pitchFamily="34" charset="0"/>
                </a:rPr>
                <a:t>91.5</a:t>
              </a: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C20072-84A9-33D2-32DB-DC5E44326AAB}"/>
                </a:ext>
              </a:extLst>
            </p:cNvPr>
            <p:cNvSpPr/>
            <p:nvPr/>
          </p:nvSpPr>
          <p:spPr bwMode="auto">
            <a:xfrm>
              <a:off x="2484862" y="8132497"/>
              <a:ext cx="8211679" cy="75964"/>
            </a:xfrm>
            <a:custGeom>
              <a:avLst/>
              <a:gdLst/>
              <a:ahLst/>
              <a:cxnLst/>
              <a:rect l="0" t="0" r="0" b="0"/>
              <a:pathLst>
                <a:path w="9713721" h="75964">
                  <a:moveTo>
                    <a:pt x="0" y="0"/>
                  </a:moveTo>
                  <a:lnTo>
                    <a:pt x="9713720" y="0"/>
                  </a:lnTo>
                  <a:lnTo>
                    <a:pt x="0" y="0"/>
                  </a:lnTo>
                  <a:lnTo>
                    <a:pt x="0" y="75963"/>
                  </a:lnTo>
                  <a:lnTo>
                    <a:pt x="0" y="0"/>
                  </a:lnTo>
                  <a:lnTo>
                    <a:pt x="484262" y="0"/>
                  </a:lnTo>
                  <a:lnTo>
                    <a:pt x="484262" y="47477"/>
                  </a:lnTo>
                  <a:lnTo>
                    <a:pt x="484262" y="0"/>
                  </a:lnTo>
                  <a:lnTo>
                    <a:pt x="968524" y="0"/>
                  </a:lnTo>
                  <a:lnTo>
                    <a:pt x="968524" y="47477"/>
                  </a:lnTo>
                  <a:lnTo>
                    <a:pt x="968524" y="0"/>
                  </a:lnTo>
                  <a:lnTo>
                    <a:pt x="1452785" y="0"/>
                  </a:lnTo>
                  <a:lnTo>
                    <a:pt x="1452785" y="47477"/>
                  </a:lnTo>
                  <a:lnTo>
                    <a:pt x="1452785" y="0"/>
                  </a:lnTo>
                  <a:lnTo>
                    <a:pt x="1937047" y="0"/>
                  </a:lnTo>
                  <a:lnTo>
                    <a:pt x="1937047" y="47477"/>
                  </a:lnTo>
                  <a:lnTo>
                    <a:pt x="1937047" y="0"/>
                  </a:lnTo>
                  <a:lnTo>
                    <a:pt x="2421309" y="0"/>
                  </a:lnTo>
                  <a:lnTo>
                    <a:pt x="2421309" y="75963"/>
                  </a:lnTo>
                  <a:lnTo>
                    <a:pt x="2421309" y="0"/>
                  </a:lnTo>
                  <a:lnTo>
                    <a:pt x="2905570" y="0"/>
                  </a:lnTo>
                  <a:lnTo>
                    <a:pt x="2905570" y="47477"/>
                  </a:lnTo>
                  <a:lnTo>
                    <a:pt x="2905570" y="0"/>
                  </a:lnTo>
                  <a:lnTo>
                    <a:pt x="3389832" y="0"/>
                  </a:lnTo>
                  <a:lnTo>
                    <a:pt x="3389832" y="47477"/>
                  </a:lnTo>
                  <a:lnTo>
                    <a:pt x="3389832" y="0"/>
                  </a:lnTo>
                  <a:lnTo>
                    <a:pt x="3874094" y="0"/>
                  </a:lnTo>
                  <a:lnTo>
                    <a:pt x="3874094" y="47477"/>
                  </a:lnTo>
                  <a:lnTo>
                    <a:pt x="3874094" y="0"/>
                  </a:lnTo>
                  <a:lnTo>
                    <a:pt x="4358356" y="0"/>
                  </a:lnTo>
                  <a:lnTo>
                    <a:pt x="4358356" y="47477"/>
                  </a:lnTo>
                  <a:lnTo>
                    <a:pt x="4358356" y="0"/>
                  </a:lnTo>
                  <a:lnTo>
                    <a:pt x="4842617" y="0"/>
                  </a:lnTo>
                  <a:lnTo>
                    <a:pt x="4842617" y="75963"/>
                  </a:lnTo>
                  <a:lnTo>
                    <a:pt x="4842617" y="0"/>
                  </a:lnTo>
                  <a:lnTo>
                    <a:pt x="5336374" y="0"/>
                  </a:lnTo>
                  <a:lnTo>
                    <a:pt x="5336374" y="47477"/>
                  </a:lnTo>
                  <a:lnTo>
                    <a:pt x="5336374" y="0"/>
                  </a:lnTo>
                  <a:lnTo>
                    <a:pt x="5820636" y="0"/>
                  </a:lnTo>
                  <a:lnTo>
                    <a:pt x="5820636" y="47477"/>
                  </a:lnTo>
                  <a:lnTo>
                    <a:pt x="5820636" y="0"/>
                  </a:lnTo>
                  <a:lnTo>
                    <a:pt x="6304897" y="0"/>
                  </a:lnTo>
                  <a:lnTo>
                    <a:pt x="6304897" y="47477"/>
                  </a:lnTo>
                  <a:lnTo>
                    <a:pt x="6304897" y="0"/>
                  </a:lnTo>
                  <a:lnTo>
                    <a:pt x="6789159" y="0"/>
                  </a:lnTo>
                  <a:lnTo>
                    <a:pt x="6789159" y="47477"/>
                  </a:lnTo>
                  <a:lnTo>
                    <a:pt x="6789159" y="0"/>
                  </a:lnTo>
                  <a:lnTo>
                    <a:pt x="7273421" y="0"/>
                  </a:lnTo>
                  <a:lnTo>
                    <a:pt x="7273421" y="75963"/>
                  </a:lnTo>
                  <a:lnTo>
                    <a:pt x="7273421" y="0"/>
                  </a:lnTo>
                  <a:lnTo>
                    <a:pt x="7757682" y="0"/>
                  </a:lnTo>
                  <a:lnTo>
                    <a:pt x="7757682" y="47477"/>
                  </a:lnTo>
                  <a:lnTo>
                    <a:pt x="7757682" y="0"/>
                  </a:lnTo>
                  <a:lnTo>
                    <a:pt x="8241944" y="0"/>
                  </a:lnTo>
                  <a:lnTo>
                    <a:pt x="8241944" y="47477"/>
                  </a:lnTo>
                  <a:lnTo>
                    <a:pt x="8241944" y="0"/>
                  </a:lnTo>
                  <a:lnTo>
                    <a:pt x="8726206" y="0"/>
                  </a:lnTo>
                  <a:lnTo>
                    <a:pt x="8726206" y="47477"/>
                  </a:lnTo>
                  <a:lnTo>
                    <a:pt x="8726206" y="0"/>
                  </a:lnTo>
                  <a:lnTo>
                    <a:pt x="9210468" y="0"/>
                  </a:lnTo>
                  <a:lnTo>
                    <a:pt x="9210468" y="47477"/>
                  </a:lnTo>
                  <a:lnTo>
                    <a:pt x="9210468" y="0"/>
                  </a:lnTo>
                </a:path>
              </a:pathLst>
            </a:custGeom>
            <a:noFill/>
            <a:ln w="12700" cap="flat" cmpd="sng" algn="ctr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37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aseline="44000">
                <a:latin typeface="Times New Roman" pitchFamily="18" charset="0"/>
              </a:endParaRPr>
            </a:p>
          </p:txBody>
        </p:sp>
      </p:grpSp>
      <p:sp>
        <p:nvSpPr>
          <p:cNvPr id="252" name="TextBox 251">
            <a:extLst>
              <a:ext uri="{FF2B5EF4-FFF2-40B4-BE49-F238E27FC236}">
                <a16:creationId xmlns:a16="http://schemas.microsoft.com/office/drawing/2014/main" id="{F65A50DD-E09C-517C-2AC8-149D9C6A32A5}"/>
              </a:ext>
            </a:extLst>
          </p:cNvPr>
          <p:cNvSpPr txBox="1"/>
          <p:nvPr/>
        </p:nvSpPr>
        <p:spPr>
          <a:xfrm>
            <a:off x="1309172" y="12055343"/>
            <a:ext cx="523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(f)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B435154-1DC2-13BE-7ED3-8D38A8440C55}"/>
              </a:ext>
            </a:extLst>
          </p:cNvPr>
          <p:cNvSpPr txBox="1"/>
          <p:nvPr/>
        </p:nvSpPr>
        <p:spPr>
          <a:xfrm>
            <a:off x="1271503" y="13260410"/>
            <a:ext cx="587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(g)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694CD38-5811-1379-B9C2-8E43B51FE93D}"/>
              </a:ext>
            </a:extLst>
          </p:cNvPr>
          <p:cNvSpPr txBox="1"/>
          <p:nvPr/>
        </p:nvSpPr>
        <p:spPr>
          <a:xfrm>
            <a:off x="2447067" y="98042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02AF59E-3C84-E16C-09DD-E6E009FD00CC}"/>
              </a:ext>
            </a:extLst>
          </p:cNvPr>
          <p:cNvSpPr txBox="1"/>
          <p:nvPr/>
        </p:nvSpPr>
        <p:spPr>
          <a:xfrm>
            <a:off x="2438692" y="10928296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Negative ion scan, Se</a:t>
            </a:r>
            <a:r>
              <a:rPr lang="en-CA" baseline="30000" dirty="0">
                <a:latin typeface="Avenir LT Std 45 Book" panose="020B0502020203020204" pitchFamily="34" charset="0"/>
              </a:rPr>
              <a:t>-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CF60E1C-D82D-74FF-8295-077F39560886}"/>
              </a:ext>
            </a:extLst>
          </p:cNvPr>
          <p:cNvSpPr txBox="1"/>
          <p:nvPr/>
        </p:nvSpPr>
        <p:spPr>
          <a:xfrm>
            <a:off x="2438693" y="12062265"/>
            <a:ext cx="1885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2B9A767-D0CD-6741-50C0-DDFAA476C7DB}"/>
              </a:ext>
            </a:extLst>
          </p:cNvPr>
          <p:cNvSpPr txBox="1"/>
          <p:nvPr/>
        </p:nvSpPr>
        <p:spPr>
          <a:xfrm>
            <a:off x="2448538" y="13323130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Avenir LT Std 45 Book" panose="020B0502020203020204" pitchFamily="34" charset="0"/>
              </a:rPr>
              <a:t>Positive ion scan, C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dirty="0">
                <a:latin typeface="Avenir LT Std 45 Book" panose="020B0502020203020204" pitchFamily="34" charset="0"/>
              </a:rPr>
              <a:t>H</a:t>
            </a:r>
            <a:r>
              <a:rPr lang="en-CA" baseline="-25000" dirty="0">
                <a:latin typeface="Avenir LT Std 45 Book" panose="020B0502020203020204" pitchFamily="34" charset="0"/>
              </a:rPr>
              <a:t>7</a:t>
            </a:r>
            <a:r>
              <a:rPr lang="en-CA" baseline="30000" dirty="0">
                <a:latin typeface="Avenir LT Std 45 Book" panose="020B0502020203020204" pitchFamily="34" charset="0"/>
              </a:rPr>
              <a:t>+</a:t>
            </a:r>
            <a:endParaRPr lang="en-CA" dirty="0">
              <a:latin typeface="Avenir LT Std 45 Book" panose="020B0502020203020204" pitchFamily="34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006659BC-AFB5-E78B-14BA-E50F05FF7858}"/>
              </a:ext>
            </a:extLst>
          </p:cNvPr>
          <p:cNvSpPr txBox="1"/>
          <p:nvPr/>
        </p:nvSpPr>
        <p:spPr>
          <a:xfrm>
            <a:off x="2297251" y="6224792"/>
            <a:ext cx="2666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Microscope image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D1E6E205-8BED-2B4A-E06E-18FCBF717720}"/>
              </a:ext>
            </a:extLst>
          </p:cNvPr>
          <p:cNvSpPr txBox="1"/>
          <p:nvPr/>
        </p:nvSpPr>
        <p:spPr>
          <a:xfrm>
            <a:off x="5156844" y="6239701"/>
            <a:ext cx="2240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1453 cm</a:t>
            </a:r>
            <a:r>
              <a:rPr lang="en-CA" baseline="30000" dirty="0">
                <a:latin typeface="Avenir LT Std 45 Book" panose="020B0502020203020204" pitchFamily="34" charset="0"/>
              </a:rPr>
              <a:t>-1</a:t>
            </a:r>
            <a:r>
              <a:rPr lang="en-CA" dirty="0">
                <a:latin typeface="Avenir LT Std 45 Book" panose="020B0502020203020204" pitchFamily="34" charset="0"/>
              </a:rPr>
              <a:t> map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8E55D842-B9C1-1176-3E42-6F473FED58C4}"/>
              </a:ext>
            </a:extLst>
          </p:cNvPr>
          <p:cNvSpPr txBox="1"/>
          <p:nvPr/>
        </p:nvSpPr>
        <p:spPr>
          <a:xfrm>
            <a:off x="8199616" y="6239702"/>
            <a:ext cx="2683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Avenir LT Std 45 Book" panose="020B0502020203020204" pitchFamily="34" charset="0"/>
              </a:rPr>
              <a:t>Full spectra analysis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3ED33647-019F-BA49-12BB-5272A74A3822}"/>
              </a:ext>
            </a:extLst>
          </p:cNvPr>
          <p:cNvSpPr txBox="1"/>
          <p:nvPr/>
        </p:nvSpPr>
        <p:spPr>
          <a:xfrm rot="10800000">
            <a:off x="1620881" y="7551806"/>
            <a:ext cx="553998" cy="106856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O-PTIR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9BFDE97-0610-9BC8-F8F5-761955D191E7}"/>
              </a:ext>
            </a:extLst>
          </p:cNvPr>
          <p:cNvSpPr txBox="1"/>
          <p:nvPr/>
        </p:nvSpPr>
        <p:spPr>
          <a:xfrm rot="10800000">
            <a:off x="1694335" y="11401354"/>
            <a:ext cx="553998" cy="149816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CA" sz="2400" dirty="0">
                <a:latin typeface="Avenir LT Std 45 Book" panose="020B0502020203020204" pitchFamily="34" charset="0"/>
              </a:rPr>
              <a:t>TOF-SIMS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6CFA62-A76E-F3DF-5403-D01B133FD3C1}"/>
              </a:ext>
            </a:extLst>
          </p:cNvPr>
          <p:cNvSpPr/>
          <p:nvPr/>
        </p:nvSpPr>
        <p:spPr>
          <a:xfrm>
            <a:off x="3688080" y="8686680"/>
            <a:ext cx="297180" cy="285894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F46A13-446F-F4B1-336A-7A081AC17535}"/>
              </a:ext>
            </a:extLst>
          </p:cNvPr>
          <p:cNvSpPr/>
          <p:nvPr/>
        </p:nvSpPr>
        <p:spPr>
          <a:xfrm>
            <a:off x="4906035" y="7028258"/>
            <a:ext cx="2797785" cy="2190015"/>
          </a:xfrm>
          <a:prstGeom prst="rect">
            <a:avLst/>
          </a:prstGeom>
          <a:noFill/>
          <a:ln w="38100">
            <a:solidFill>
              <a:srgbClr val="E40D0D">
                <a:alpha val="69804"/>
              </a:srgb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351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88C4E45-E864-0933-A00E-84B91D39CE30}"/>
              </a:ext>
            </a:extLst>
          </p:cNvPr>
          <p:cNvSpPr/>
          <p:nvPr/>
        </p:nvSpPr>
        <p:spPr bwMode="auto">
          <a:xfrm>
            <a:off x="2297252" y="11312560"/>
            <a:ext cx="6722924" cy="417795"/>
          </a:xfrm>
          <a:custGeom>
            <a:avLst/>
            <a:gdLst/>
            <a:ahLst/>
            <a:cxnLst/>
            <a:rect l="0" t="0" r="0" b="0"/>
            <a:pathLst>
              <a:path w="9656748" h="417795">
                <a:moveTo>
                  <a:pt x="0" y="227887"/>
                </a:moveTo>
                <a:lnTo>
                  <a:pt x="47476" y="341831"/>
                </a:lnTo>
                <a:lnTo>
                  <a:pt x="85458" y="208897"/>
                </a:lnTo>
                <a:lnTo>
                  <a:pt x="132934" y="56972"/>
                </a:lnTo>
                <a:lnTo>
                  <a:pt x="170916" y="379813"/>
                </a:lnTo>
                <a:lnTo>
                  <a:pt x="208897" y="132934"/>
                </a:lnTo>
                <a:lnTo>
                  <a:pt x="256374" y="94953"/>
                </a:lnTo>
                <a:lnTo>
                  <a:pt x="294355" y="113944"/>
                </a:lnTo>
                <a:lnTo>
                  <a:pt x="341831" y="265869"/>
                </a:lnTo>
                <a:lnTo>
                  <a:pt x="379813" y="246878"/>
                </a:lnTo>
                <a:lnTo>
                  <a:pt x="427289" y="189906"/>
                </a:lnTo>
                <a:lnTo>
                  <a:pt x="465271" y="189906"/>
                </a:lnTo>
                <a:lnTo>
                  <a:pt x="512747" y="208897"/>
                </a:lnTo>
                <a:lnTo>
                  <a:pt x="550729" y="246878"/>
                </a:lnTo>
                <a:lnTo>
                  <a:pt x="588710" y="284860"/>
                </a:lnTo>
                <a:lnTo>
                  <a:pt x="636187" y="75962"/>
                </a:lnTo>
                <a:lnTo>
                  <a:pt x="674168" y="208897"/>
                </a:lnTo>
                <a:lnTo>
                  <a:pt x="721645" y="151925"/>
                </a:lnTo>
                <a:lnTo>
                  <a:pt x="759626" y="94953"/>
                </a:lnTo>
                <a:lnTo>
                  <a:pt x="807102" y="94953"/>
                </a:lnTo>
                <a:lnTo>
                  <a:pt x="845084" y="132934"/>
                </a:lnTo>
                <a:lnTo>
                  <a:pt x="883065" y="227887"/>
                </a:lnTo>
                <a:lnTo>
                  <a:pt x="930542" y="75962"/>
                </a:lnTo>
                <a:lnTo>
                  <a:pt x="968523" y="170916"/>
                </a:lnTo>
                <a:lnTo>
                  <a:pt x="1016000" y="284860"/>
                </a:lnTo>
                <a:lnTo>
                  <a:pt x="1053981" y="284860"/>
                </a:lnTo>
                <a:lnTo>
                  <a:pt x="1101458" y="151925"/>
                </a:lnTo>
                <a:lnTo>
                  <a:pt x="1139439" y="379813"/>
                </a:lnTo>
                <a:lnTo>
                  <a:pt x="1186916" y="360822"/>
                </a:lnTo>
                <a:lnTo>
                  <a:pt x="1224897" y="151925"/>
                </a:lnTo>
                <a:lnTo>
                  <a:pt x="1262878" y="303850"/>
                </a:lnTo>
                <a:lnTo>
                  <a:pt x="1310355" y="94953"/>
                </a:lnTo>
                <a:lnTo>
                  <a:pt x="1348336" y="94953"/>
                </a:lnTo>
                <a:lnTo>
                  <a:pt x="1395813" y="227887"/>
                </a:lnTo>
                <a:lnTo>
                  <a:pt x="1433794" y="322841"/>
                </a:lnTo>
                <a:lnTo>
                  <a:pt x="1481271" y="94953"/>
                </a:lnTo>
                <a:lnTo>
                  <a:pt x="1519252" y="284860"/>
                </a:lnTo>
                <a:lnTo>
                  <a:pt x="1557233" y="265869"/>
                </a:lnTo>
                <a:lnTo>
                  <a:pt x="1604710" y="170916"/>
                </a:lnTo>
                <a:lnTo>
                  <a:pt x="1642691" y="417794"/>
                </a:lnTo>
                <a:lnTo>
                  <a:pt x="1690168" y="189906"/>
                </a:lnTo>
                <a:lnTo>
                  <a:pt x="1728149" y="151925"/>
                </a:lnTo>
                <a:lnTo>
                  <a:pt x="1775626" y="208897"/>
                </a:lnTo>
                <a:lnTo>
                  <a:pt x="1813607" y="208897"/>
                </a:lnTo>
                <a:lnTo>
                  <a:pt x="1861084" y="265869"/>
                </a:lnTo>
                <a:lnTo>
                  <a:pt x="1899065" y="151925"/>
                </a:lnTo>
                <a:lnTo>
                  <a:pt x="1937047" y="246878"/>
                </a:lnTo>
                <a:lnTo>
                  <a:pt x="1984523" y="246878"/>
                </a:lnTo>
                <a:lnTo>
                  <a:pt x="2022504" y="56972"/>
                </a:lnTo>
                <a:lnTo>
                  <a:pt x="2069981" y="246878"/>
                </a:lnTo>
                <a:lnTo>
                  <a:pt x="2107962" y="94953"/>
                </a:lnTo>
                <a:lnTo>
                  <a:pt x="2155439" y="303850"/>
                </a:lnTo>
                <a:lnTo>
                  <a:pt x="2193420" y="303850"/>
                </a:lnTo>
                <a:lnTo>
                  <a:pt x="2231401" y="170916"/>
                </a:lnTo>
                <a:lnTo>
                  <a:pt x="2278878" y="132934"/>
                </a:lnTo>
                <a:lnTo>
                  <a:pt x="2316859" y="360822"/>
                </a:lnTo>
                <a:lnTo>
                  <a:pt x="2364336" y="227887"/>
                </a:lnTo>
                <a:lnTo>
                  <a:pt x="2402317" y="208897"/>
                </a:lnTo>
                <a:lnTo>
                  <a:pt x="2449794" y="227887"/>
                </a:lnTo>
                <a:lnTo>
                  <a:pt x="2487775" y="170916"/>
                </a:lnTo>
                <a:lnTo>
                  <a:pt x="2535252" y="398803"/>
                </a:lnTo>
                <a:lnTo>
                  <a:pt x="2573233" y="189906"/>
                </a:lnTo>
                <a:lnTo>
                  <a:pt x="2611215" y="113944"/>
                </a:lnTo>
                <a:lnTo>
                  <a:pt x="2658691" y="189906"/>
                </a:lnTo>
                <a:lnTo>
                  <a:pt x="2696673" y="265869"/>
                </a:lnTo>
                <a:lnTo>
                  <a:pt x="2744149" y="170916"/>
                </a:lnTo>
                <a:lnTo>
                  <a:pt x="2782131" y="170916"/>
                </a:lnTo>
                <a:lnTo>
                  <a:pt x="2829607" y="208897"/>
                </a:lnTo>
                <a:lnTo>
                  <a:pt x="2867589" y="398803"/>
                </a:lnTo>
                <a:lnTo>
                  <a:pt x="2915065" y="265869"/>
                </a:lnTo>
                <a:lnTo>
                  <a:pt x="2953047" y="113944"/>
                </a:lnTo>
                <a:lnTo>
                  <a:pt x="2991028" y="151925"/>
                </a:lnTo>
                <a:lnTo>
                  <a:pt x="3038504" y="189906"/>
                </a:lnTo>
                <a:lnTo>
                  <a:pt x="3076486" y="151925"/>
                </a:lnTo>
                <a:lnTo>
                  <a:pt x="3123962" y="284860"/>
                </a:lnTo>
                <a:lnTo>
                  <a:pt x="3161944" y="37981"/>
                </a:lnTo>
                <a:lnTo>
                  <a:pt x="3209420" y="265869"/>
                </a:lnTo>
                <a:lnTo>
                  <a:pt x="3247401" y="246878"/>
                </a:lnTo>
                <a:lnTo>
                  <a:pt x="3285383" y="208897"/>
                </a:lnTo>
                <a:lnTo>
                  <a:pt x="3332859" y="75962"/>
                </a:lnTo>
                <a:lnTo>
                  <a:pt x="3370841" y="18990"/>
                </a:lnTo>
                <a:lnTo>
                  <a:pt x="3418317" y="94953"/>
                </a:lnTo>
                <a:lnTo>
                  <a:pt x="3456299" y="208897"/>
                </a:lnTo>
                <a:lnTo>
                  <a:pt x="3503775" y="227887"/>
                </a:lnTo>
                <a:lnTo>
                  <a:pt x="3541757" y="132934"/>
                </a:lnTo>
                <a:lnTo>
                  <a:pt x="3589233" y="322841"/>
                </a:lnTo>
                <a:lnTo>
                  <a:pt x="3627215" y="208897"/>
                </a:lnTo>
                <a:lnTo>
                  <a:pt x="3665196" y="189906"/>
                </a:lnTo>
                <a:lnTo>
                  <a:pt x="3712673" y="246878"/>
                </a:lnTo>
                <a:lnTo>
                  <a:pt x="3750654" y="322841"/>
                </a:lnTo>
                <a:lnTo>
                  <a:pt x="3798131" y="56972"/>
                </a:lnTo>
                <a:lnTo>
                  <a:pt x="3836112" y="151925"/>
                </a:lnTo>
                <a:lnTo>
                  <a:pt x="3883589" y="132934"/>
                </a:lnTo>
                <a:lnTo>
                  <a:pt x="3921570" y="170916"/>
                </a:lnTo>
                <a:lnTo>
                  <a:pt x="3959551" y="189906"/>
                </a:lnTo>
                <a:lnTo>
                  <a:pt x="4007028" y="170916"/>
                </a:lnTo>
                <a:lnTo>
                  <a:pt x="4045009" y="151925"/>
                </a:lnTo>
                <a:lnTo>
                  <a:pt x="4092486" y="113944"/>
                </a:lnTo>
                <a:lnTo>
                  <a:pt x="4130467" y="151925"/>
                </a:lnTo>
                <a:lnTo>
                  <a:pt x="4177944" y="265869"/>
                </a:lnTo>
                <a:lnTo>
                  <a:pt x="4215925" y="113944"/>
                </a:lnTo>
                <a:lnTo>
                  <a:pt x="4263402" y="246878"/>
                </a:lnTo>
                <a:lnTo>
                  <a:pt x="4301383" y="265869"/>
                </a:lnTo>
                <a:lnTo>
                  <a:pt x="4339364" y="132934"/>
                </a:lnTo>
                <a:lnTo>
                  <a:pt x="4386841" y="18990"/>
                </a:lnTo>
                <a:lnTo>
                  <a:pt x="4424822" y="75962"/>
                </a:lnTo>
                <a:lnTo>
                  <a:pt x="4472299" y="208897"/>
                </a:lnTo>
                <a:lnTo>
                  <a:pt x="4510280" y="189906"/>
                </a:lnTo>
                <a:lnTo>
                  <a:pt x="4557757" y="341831"/>
                </a:lnTo>
                <a:lnTo>
                  <a:pt x="4595738" y="303850"/>
                </a:lnTo>
                <a:lnTo>
                  <a:pt x="4643215" y="37981"/>
                </a:lnTo>
                <a:lnTo>
                  <a:pt x="4681196" y="303850"/>
                </a:lnTo>
                <a:lnTo>
                  <a:pt x="4719177" y="360822"/>
                </a:lnTo>
                <a:lnTo>
                  <a:pt x="4766654" y="151925"/>
                </a:lnTo>
                <a:lnTo>
                  <a:pt x="4804635" y="360822"/>
                </a:lnTo>
                <a:lnTo>
                  <a:pt x="4852112" y="341831"/>
                </a:lnTo>
                <a:lnTo>
                  <a:pt x="4890093" y="322841"/>
                </a:lnTo>
                <a:lnTo>
                  <a:pt x="4937570" y="265869"/>
                </a:lnTo>
                <a:lnTo>
                  <a:pt x="4975551" y="341831"/>
                </a:lnTo>
                <a:lnTo>
                  <a:pt x="5013532" y="189906"/>
                </a:lnTo>
                <a:lnTo>
                  <a:pt x="5061009" y="227887"/>
                </a:lnTo>
                <a:lnTo>
                  <a:pt x="5098991" y="265869"/>
                </a:lnTo>
                <a:lnTo>
                  <a:pt x="5146467" y="189906"/>
                </a:lnTo>
                <a:lnTo>
                  <a:pt x="5184448" y="322841"/>
                </a:lnTo>
                <a:lnTo>
                  <a:pt x="5231925" y="227887"/>
                </a:lnTo>
                <a:lnTo>
                  <a:pt x="5269907" y="284860"/>
                </a:lnTo>
                <a:lnTo>
                  <a:pt x="5317383" y="227887"/>
                </a:lnTo>
                <a:lnTo>
                  <a:pt x="5355364" y="341831"/>
                </a:lnTo>
                <a:lnTo>
                  <a:pt x="5393346" y="322841"/>
                </a:lnTo>
                <a:lnTo>
                  <a:pt x="5440823" y="246878"/>
                </a:lnTo>
                <a:lnTo>
                  <a:pt x="5478803" y="227887"/>
                </a:lnTo>
                <a:lnTo>
                  <a:pt x="5526280" y="303850"/>
                </a:lnTo>
                <a:lnTo>
                  <a:pt x="5564262" y="227887"/>
                </a:lnTo>
                <a:lnTo>
                  <a:pt x="5611738" y="284860"/>
                </a:lnTo>
                <a:lnTo>
                  <a:pt x="5649719" y="170916"/>
                </a:lnTo>
                <a:lnTo>
                  <a:pt x="5697196" y="341831"/>
                </a:lnTo>
                <a:lnTo>
                  <a:pt x="5735177" y="227887"/>
                </a:lnTo>
                <a:lnTo>
                  <a:pt x="5773159" y="303850"/>
                </a:lnTo>
                <a:lnTo>
                  <a:pt x="5820635" y="208897"/>
                </a:lnTo>
                <a:lnTo>
                  <a:pt x="5858616" y="379813"/>
                </a:lnTo>
                <a:lnTo>
                  <a:pt x="5906093" y="170916"/>
                </a:lnTo>
                <a:lnTo>
                  <a:pt x="5944075" y="341831"/>
                </a:lnTo>
                <a:lnTo>
                  <a:pt x="5991551" y="208897"/>
                </a:lnTo>
                <a:lnTo>
                  <a:pt x="6029532" y="37981"/>
                </a:lnTo>
                <a:lnTo>
                  <a:pt x="6077009" y="322841"/>
                </a:lnTo>
                <a:lnTo>
                  <a:pt x="6114991" y="379813"/>
                </a:lnTo>
                <a:lnTo>
                  <a:pt x="6152972" y="303850"/>
                </a:lnTo>
                <a:lnTo>
                  <a:pt x="6200448" y="56972"/>
                </a:lnTo>
                <a:lnTo>
                  <a:pt x="6238430" y="227887"/>
                </a:lnTo>
                <a:lnTo>
                  <a:pt x="6285907" y="189906"/>
                </a:lnTo>
                <a:lnTo>
                  <a:pt x="6323888" y="75962"/>
                </a:lnTo>
                <a:lnTo>
                  <a:pt x="6371364" y="132934"/>
                </a:lnTo>
                <a:lnTo>
                  <a:pt x="6409346" y="227887"/>
                </a:lnTo>
                <a:lnTo>
                  <a:pt x="6447327" y="246878"/>
                </a:lnTo>
                <a:lnTo>
                  <a:pt x="6494803" y="303850"/>
                </a:lnTo>
                <a:lnTo>
                  <a:pt x="6532785" y="284860"/>
                </a:lnTo>
                <a:lnTo>
                  <a:pt x="6580262" y="170916"/>
                </a:lnTo>
                <a:lnTo>
                  <a:pt x="6618243" y="322841"/>
                </a:lnTo>
                <a:lnTo>
                  <a:pt x="6665719" y="360822"/>
                </a:lnTo>
                <a:lnTo>
                  <a:pt x="6703701" y="265869"/>
                </a:lnTo>
                <a:lnTo>
                  <a:pt x="6751177" y="170916"/>
                </a:lnTo>
                <a:lnTo>
                  <a:pt x="6789159" y="208897"/>
                </a:lnTo>
                <a:lnTo>
                  <a:pt x="6827140" y="208897"/>
                </a:lnTo>
                <a:lnTo>
                  <a:pt x="6874616" y="151925"/>
                </a:lnTo>
                <a:lnTo>
                  <a:pt x="6912598" y="246878"/>
                </a:lnTo>
                <a:lnTo>
                  <a:pt x="6960075" y="113944"/>
                </a:lnTo>
                <a:lnTo>
                  <a:pt x="6998056" y="246878"/>
                </a:lnTo>
                <a:lnTo>
                  <a:pt x="7045532" y="284860"/>
                </a:lnTo>
                <a:lnTo>
                  <a:pt x="7083514" y="227887"/>
                </a:lnTo>
                <a:lnTo>
                  <a:pt x="7130991" y="265869"/>
                </a:lnTo>
                <a:lnTo>
                  <a:pt x="7168972" y="322841"/>
                </a:lnTo>
                <a:lnTo>
                  <a:pt x="7206953" y="341831"/>
                </a:lnTo>
                <a:lnTo>
                  <a:pt x="7254430" y="208897"/>
                </a:lnTo>
                <a:lnTo>
                  <a:pt x="7292411" y="284860"/>
                </a:lnTo>
                <a:lnTo>
                  <a:pt x="7339888" y="75962"/>
                </a:lnTo>
                <a:lnTo>
                  <a:pt x="7377869" y="246878"/>
                </a:lnTo>
                <a:lnTo>
                  <a:pt x="7425346" y="132934"/>
                </a:lnTo>
                <a:lnTo>
                  <a:pt x="7463327" y="303850"/>
                </a:lnTo>
                <a:lnTo>
                  <a:pt x="7510803" y="94953"/>
                </a:lnTo>
                <a:lnTo>
                  <a:pt x="7548785" y="75962"/>
                </a:lnTo>
                <a:lnTo>
                  <a:pt x="7586766" y="246878"/>
                </a:lnTo>
                <a:lnTo>
                  <a:pt x="7634243" y="246878"/>
                </a:lnTo>
                <a:lnTo>
                  <a:pt x="7672224" y="379813"/>
                </a:lnTo>
                <a:lnTo>
                  <a:pt x="7719701" y="322841"/>
                </a:lnTo>
                <a:lnTo>
                  <a:pt x="7757682" y="151925"/>
                </a:lnTo>
                <a:lnTo>
                  <a:pt x="7805159" y="132934"/>
                </a:lnTo>
                <a:lnTo>
                  <a:pt x="7843140" y="284860"/>
                </a:lnTo>
                <a:lnTo>
                  <a:pt x="7881122" y="170916"/>
                </a:lnTo>
                <a:lnTo>
                  <a:pt x="7928598" y="170916"/>
                </a:lnTo>
                <a:lnTo>
                  <a:pt x="7966579" y="189906"/>
                </a:lnTo>
                <a:lnTo>
                  <a:pt x="8014056" y="246878"/>
                </a:lnTo>
                <a:lnTo>
                  <a:pt x="8052038" y="208897"/>
                </a:lnTo>
                <a:lnTo>
                  <a:pt x="8099514" y="284860"/>
                </a:lnTo>
                <a:lnTo>
                  <a:pt x="8137495" y="265869"/>
                </a:lnTo>
                <a:lnTo>
                  <a:pt x="8184972" y="151925"/>
                </a:lnTo>
                <a:lnTo>
                  <a:pt x="8222953" y="341831"/>
                </a:lnTo>
                <a:lnTo>
                  <a:pt x="8260934" y="113944"/>
                </a:lnTo>
                <a:lnTo>
                  <a:pt x="8308411" y="227887"/>
                </a:lnTo>
                <a:lnTo>
                  <a:pt x="8346393" y="322841"/>
                </a:lnTo>
                <a:lnTo>
                  <a:pt x="8393869" y="284860"/>
                </a:lnTo>
                <a:lnTo>
                  <a:pt x="8431850" y="113944"/>
                </a:lnTo>
                <a:lnTo>
                  <a:pt x="8479327" y="151925"/>
                </a:lnTo>
                <a:lnTo>
                  <a:pt x="8517308" y="246878"/>
                </a:lnTo>
                <a:lnTo>
                  <a:pt x="8564785" y="341831"/>
                </a:lnTo>
                <a:lnTo>
                  <a:pt x="8602766" y="246878"/>
                </a:lnTo>
                <a:lnTo>
                  <a:pt x="8640747" y="227887"/>
                </a:lnTo>
                <a:lnTo>
                  <a:pt x="8688224" y="208897"/>
                </a:lnTo>
                <a:lnTo>
                  <a:pt x="8726206" y="398803"/>
                </a:lnTo>
                <a:lnTo>
                  <a:pt x="8773682" y="265869"/>
                </a:lnTo>
                <a:lnTo>
                  <a:pt x="8811663" y="132934"/>
                </a:lnTo>
                <a:lnTo>
                  <a:pt x="8859140" y="303850"/>
                </a:lnTo>
                <a:lnTo>
                  <a:pt x="8897122" y="341831"/>
                </a:lnTo>
                <a:lnTo>
                  <a:pt x="8944598" y="208897"/>
                </a:lnTo>
                <a:lnTo>
                  <a:pt x="8982579" y="132934"/>
                </a:lnTo>
                <a:lnTo>
                  <a:pt x="9020561" y="37981"/>
                </a:lnTo>
                <a:lnTo>
                  <a:pt x="9068038" y="170916"/>
                </a:lnTo>
                <a:lnTo>
                  <a:pt x="9106018" y="75962"/>
                </a:lnTo>
                <a:lnTo>
                  <a:pt x="9153495" y="303850"/>
                </a:lnTo>
                <a:lnTo>
                  <a:pt x="9191477" y="151925"/>
                </a:lnTo>
                <a:lnTo>
                  <a:pt x="9238954" y="37981"/>
                </a:lnTo>
                <a:lnTo>
                  <a:pt x="9276934" y="113944"/>
                </a:lnTo>
                <a:lnTo>
                  <a:pt x="9324411" y="132934"/>
                </a:lnTo>
                <a:lnTo>
                  <a:pt x="9362393" y="132934"/>
                </a:lnTo>
                <a:lnTo>
                  <a:pt x="9400374" y="246878"/>
                </a:lnTo>
                <a:lnTo>
                  <a:pt x="9447850" y="37981"/>
                </a:lnTo>
                <a:lnTo>
                  <a:pt x="9485831" y="170916"/>
                </a:lnTo>
                <a:lnTo>
                  <a:pt x="9533308" y="56972"/>
                </a:lnTo>
                <a:lnTo>
                  <a:pt x="9571290" y="18990"/>
                </a:lnTo>
                <a:lnTo>
                  <a:pt x="9618766" y="18990"/>
                </a:lnTo>
                <a:lnTo>
                  <a:pt x="9656747" y="0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7EFC74F-7767-FDE4-C9B2-59E629018680}"/>
              </a:ext>
            </a:extLst>
          </p:cNvPr>
          <p:cNvSpPr/>
          <p:nvPr/>
        </p:nvSpPr>
        <p:spPr bwMode="auto">
          <a:xfrm>
            <a:off x="2281281" y="9970292"/>
            <a:ext cx="4186192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208897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493757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474766"/>
                </a:lnTo>
                <a:lnTo>
                  <a:pt x="1262879" y="598205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27290"/>
                </a:lnTo>
                <a:lnTo>
                  <a:pt x="1652187" y="617196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03252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408299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123439"/>
                </a:lnTo>
                <a:lnTo>
                  <a:pt x="2525758" y="598205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59820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17196"/>
                </a:lnTo>
                <a:lnTo>
                  <a:pt x="2715664" y="598205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17196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98205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17196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598205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598205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598205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598205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569720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46527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17196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0770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17196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560224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541234"/>
                </a:lnTo>
                <a:lnTo>
                  <a:pt x="4861608" y="617196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0770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541234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0770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0770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588710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0770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07701"/>
                </a:lnTo>
                <a:lnTo>
                  <a:pt x="6314393" y="60770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598205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17196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17196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598205"/>
                </a:lnTo>
                <a:lnTo>
                  <a:pt x="7093010" y="617196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17196"/>
                </a:lnTo>
                <a:lnTo>
                  <a:pt x="7187963" y="60770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579215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598205"/>
                </a:lnTo>
                <a:lnTo>
                  <a:pt x="7377870" y="579215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598205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17196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598205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17196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17196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17196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17196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531738"/>
                </a:lnTo>
                <a:lnTo>
                  <a:pt x="8840150" y="60770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17196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17196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0770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17196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17196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CCA0CEB-355C-B74A-F951-B0DDA1F8EE3B}"/>
              </a:ext>
            </a:extLst>
          </p:cNvPr>
          <p:cNvSpPr/>
          <p:nvPr/>
        </p:nvSpPr>
        <p:spPr bwMode="auto">
          <a:xfrm>
            <a:off x="2275750" y="12345936"/>
            <a:ext cx="4170222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237383"/>
                </a:lnTo>
                <a:lnTo>
                  <a:pt x="2231402" y="550729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57921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550729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455776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98205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541234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0770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88710"/>
                </a:lnTo>
                <a:lnTo>
                  <a:pt x="4177944" y="588710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17196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579215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598205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0770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17196"/>
                </a:lnTo>
                <a:lnTo>
                  <a:pt x="6694206" y="607701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17196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98205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598205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0770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07701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17196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560224"/>
                </a:lnTo>
                <a:lnTo>
                  <a:pt x="9210468" y="512747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03252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9050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529D38B-16E5-FF0E-C10D-01B6960947DE}"/>
              </a:ext>
            </a:extLst>
          </p:cNvPr>
          <p:cNvSpPr/>
          <p:nvPr/>
        </p:nvSpPr>
        <p:spPr bwMode="auto">
          <a:xfrm>
            <a:off x="2275750" y="13588170"/>
            <a:ext cx="8414568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07700"/>
                </a:moveTo>
                <a:lnTo>
                  <a:pt x="9496" y="607700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07700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07700"/>
                </a:lnTo>
                <a:lnTo>
                  <a:pt x="104449" y="607700"/>
                </a:lnTo>
                <a:lnTo>
                  <a:pt x="113944" y="607700"/>
                </a:lnTo>
                <a:lnTo>
                  <a:pt x="123440" y="598205"/>
                </a:lnTo>
                <a:lnTo>
                  <a:pt x="132935" y="607700"/>
                </a:lnTo>
                <a:lnTo>
                  <a:pt x="142430" y="607700"/>
                </a:lnTo>
                <a:lnTo>
                  <a:pt x="151926" y="607700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598205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607700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17196"/>
                </a:lnTo>
                <a:lnTo>
                  <a:pt x="4263402" y="617196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07700"/>
                </a:lnTo>
                <a:lnTo>
                  <a:pt x="4329870" y="607700"/>
                </a:lnTo>
                <a:lnTo>
                  <a:pt x="4339365" y="607700"/>
                </a:lnTo>
                <a:lnTo>
                  <a:pt x="4348860" y="598205"/>
                </a:lnTo>
                <a:lnTo>
                  <a:pt x="4358356" y="598205"/>
                </a:lnTo>
                <a:lnTo>
                  <a:pt x="4367851" y="588710"/>
                </a:lnTo>
                <a:lnTo>
                  <a:pt x="4377346" y="588710"/>
                </a:lnTo>
                <a:lnTo>
                  <a:pt x="4386842" y="588710"/>
                </a:lnTo>
                <a:lnTo>
                  <a:pt x="4396337" y="579214"/>
                </a:lnTo>
                <a:lnTo>
                  <a:pt x="4405832" y="579214"/>
                </a:lnTo>
                <a:lnTo>
                  <a:pt x="4415327" y="588710"/>
                </a:lnTo>
                <a:lnTo>
                  <a:pt x="4424823" y="569719"/>
                </a:lnTo>
                <a:lnTo>
                  <a:pt x="4434318" y="569719"/>
                </a:lnTo>
                <a:lnTo>
                  <a:pt x="4443813" y="569719"/>
                </a:lnTo>
                <a:lnTo>
                  <a:pt x="4453309" y="560224"/>
                </a:lnTo>
                <a:lnTo>
                  <a:pt x="4462804" y="550728"/>
                </a:lnTo>
                <a:lnTo>
                  <a:pt x="4472300" y="560224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60224"/>
                </a:lnTo>
                <a:lnTo>
                  <a:pt x="4510281" y="550728"/>
                </a:lnTo>
                <a:lnTo>
                  <a:pt x="4519776" y="550728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60224"/>
                </a:lnTo>
                <a:lnTo>
                  <a:pt x="4576748" y="560224"/>
                </a:lnTo>
                <a:lnTo>
                  <a:pt x="4586243" y="569719"/>
                </a:lnTo>
                <a:lnTo>
                  <a:pt x="4595739" y="569719"/>
                </a:lnTo>
                <a:lnTo>
                  <a:pt x="4605234" y="569719"/>
                </a:lnTo>
                <a:lnTo>
                  <a:pt x="4614729" y="569719"/>
                </a:lnTo>
                <a:lnTo>
                  <a:pt x="4624225" y="569719"/>
                </a:lnTo>
                <a:lnTo>
                  <a:pt x="4633720" y="569719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79214"/>
                </a:lnTo>
                <a:lnTo>
                  <a:pt x="4671701" y="569719"/>
                </a:lnTo>
                <a:lnTo>
                  <a:pt x="4681197" y="579214"/>
                </a:lnTo>
                <a:lnTo>
                  <a:pt x="4690692" y="569719"/>
                </a:lnTo>
                <a:lnTo>
                  <a:pt x="4700187" y="579214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88710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88710"/>
                </a:lnTo>
                <a:lnTo>
                  <a:pt x="4814131" y="588710"/>
                </a:lnTo>
                <a:lnTo>
                  <a:pt x="4823627" y="579214"/>
                </a:lnTo>
                <a:lnTo>
                  <a:pt x="4833122" y="588710"/>
                </a:lnTo>
                <a:lnTo>
                  <a:pt x="4842617" y="569719"/>
                </a:lnTo>
                <a:lnTo>
                  <a:pt x="4852112" y="579214"/>
                </a:lnTo>
                <a:lnTo>
                  <a:pt x="4861608" y="569719"/>
                </a:lnTo>
                <a:lnTo>
                  <a:pt x="4871103" y="569719"/>
                </a:lnTo>
                <a:lnTo>
                  <a:pt x="4880599" y="560224"/>
                </a:lnTo>
                <a:lnTo>
                  <a:pt x="4890094" y="550728"/>
                </a:lnTo>
                <a:lnTo>
                  <a:pt x="4899589" y="550728"/>
                </a:lnTo>
                <a:lnTo>
                  <a:pt x="4909085" y="531738"/>
                </a:lnTo>
                <a:lnTo>
                  <a:pt x="4918580" y="512747"/>
                </a:lnTo>
                <a:lnTo>
                  <a:pt x="4928075" y="503252"/>
                </a:lnTo>
                <a:lnTo>
                  <a:pt x="4937570" y="474766"/>
                </a:lnTo>
                <a:lnTo>
                  <a:pt x="4947066" y="465270"/>
                </a:lnTo>
                <a:lnTo>
                  <a:pt x="4956561" y="446280"/>
                </a:lnTo>
                <a:lnTo>
                  <a:pt x="4966057" y="427289"/>
                </a:lnTo>
                <a:lnTo>
                  <a:pt x="4975552" y="389308"/>
                </a:lnTo>
                <a:lnTo>
                  <a:pt x="4985047" y="370317"/>
                </a:lnTo>
                <a:lnTo>
                  <a:pt x="4994543" y="341831"/>
                </a:lnTo>
                <a:lnTo>
                  <a:pt x="5004038" y="294354"/>
                </a:lnTo>
                <a:lnTo>
                  <a:pt x="5013533" y="265869"/>
                </a:lnTo>
                <a:lnTo>
                  <a:pt x="5023028" y="237383"/>
                </a:lnTo>
                <a:lnTo>
                  <a:pt x="5032524" y="199401"/>
                </a:lnTo>
                <a:lnTo>
                  <a:pt x="5042019" y="170915"/>
                </a:lnTo>
                <a:lnTo>
                  <a:pt x="5051514" y="132934"/>
                </a:lnTo>
                <a:lnTo>
                  <a:pt x="5061010" y="104448"/>
                </a:lnTo>
                <a:lnTo>
                  <a:pt x="5070505" y="85457"/>
                </a:lnTo>
                <a:lnTo>
                  <a:pt x="5080000" y="47476"/>
                </a:lnTo>
                <a:lnTo>
                  <a:pt x="5089496" y="18990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9495"/>
                </a:lnTo>
                <a:lnTo>
                  <a:pt x="5127477" y="28485"/>
                </a:lnTo>
                <a:lnTo>
                  <a:pt x="5136973" y="47476"/>
                </a:lnTo>
                <a:lnTo>
                  <a:pt x="5146468" y="37981"/>
                </a:lnTo>
                <a:lnTo>
                  <a:pt x="5155963" y="94953"/>
                </a:lnTo>
                <a:lnTo>
                  <a:pt x="5165458" y="94953"/>
                </a:lnTo>
                <a:lnTo>
                  <a:pt x="5174954" y="132934"/>
                </a:lnTo>
                <a:lnTo>
                  <a:pt x="5184449" y="151925"/>
                </a:lnTo>
                <a:lnTo>
                  <a:pt x="5193944" y="180411"/>
                </a:lnTo>
                <a:lnTo>
                  <a:pt x="5203440" y="218392"/>
                </a:lnTo>
                <a:lnTo>
                  <a:pt x="5212935" y="237383"/>
                </a:lnTo>
                <a:lnTo>
                  <a:pt x="5222430" y="275364"/>
                </a:lnTo>
                <a:lnTo>
                  <a:pt x="5231926" y="303850"/>
                </a:lnTo>
                <a:lnTo>
                  <a:pt x="5241421" y="322841"/>
                </a:lnTo>
                <a:lnTo>
                  <a:pt x="5250916" y="351327"/>
                </a:lnTo>
                <a:lnTo>
                  <a:pt x="5260412" y="389308"/>
                </a:lnTo>
                <a:lnTo>
                  <a:pt x="5269907" y="398803"/>
                </a:lnTo>
                <a:lnTo>
                  <a:pt x="5279403" y="417794"/>
                </a:lnTo>
                <a:lnTo>
                  <a:pt x="5288897" y="436784"/>
                </a:lnTo>
                <a:lnTo>
                  <a:pt x="5298393" y="474766"/>
                </a:lnTo>
                <a:lnTo>
                  <a:pt x="5307889" y="484261"/>
                </a:lnTo>
                <a:lnTo>
                  <a:pt x="5317383" y="512747"/>
                </a:lnTo>
                <a:lnTo>
                  <a:pt x="5326879" y="512747"/>
                </a:lnTo>
                <a:lnTo>
                  <a:pt x="5336374" y="541233"/>
                </a:lnTo>
                <a:lnTo>
                  <a:pt x="5345870" y="541233"/>
                </a:lnTo>
                <a:lnTo>
                  <a:pt x="5355365" y="560224"/>
                </a:lnTo>
                <a:lnTo>
                  <a:pt x="5364860" y="560224"/>
                </a:lnTo>
                <a:lnTo>
                  <a:pt x="5374356" y="560224"/>
                </a:lnTo>
                <a:lnTo>
                  <a:pt x="5383851" y="569719"/>
                </a:lnTo>
                <a:lnTo>
                  <a:pt x="5393346" y="579214"/>
                </a:lnTo>
                <a:lnTo>
                  <a:pt x="5402842" y="579214"/>
                </a:lnTo>
                <a:lnTo>
                  <a:pt x="5412337" y="588710"/>
                </a:lnTo>
                <a:lnTo>
                  <a:pt x="5421832" y="588710"/>
                </a:lnTo>
                <a:lnTo>
                  <a:pt x="5431327" y="588710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17196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17196"/>
                </a:lnTo>
                <a:lnTo>
                  <a:pt x="5573758" y="607700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26691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17196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17196"/>
                </a:lnTo>
                <a:lnTo>
                  <a:pt x="9134505" y="617196"/>
                </a:lnTo>
                <a:lnTo>
                  <a:pt x="9144001" y="617196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598205"/>
                </a:lnTo>
                <a:lnTo>
                  <a:pt x="9191477" y="598205"/>
                </a:lnTo>
                <a:lnTo>
                  <a:pt x="9200973" y="598205"/>
                </a:lnTo>
                <a:lnTo>
                  <a:pt x="9210468" y="579214"/>
                </a:lnTo>
                <a:lnTo>
                  <a:pt x="9219963" y="579214"/>
                </a:lnTo>
                <a:lnTo>
                  <a:pt x="9229458" y="579214"/>
                </a:lnTo>
                <a:lnTo>
                  <a:pt x="9238954" y="569719"/>
                </a:lnTo>
                <a:lnTo>
                  <a:pt x="9248450" y="560224"/>
                </a:lnTo>
                <a:lnTo>
                  <a:pt x="9257944" y="550728"/>
                </a:lnTo>
                <a:lnTo>
                  <a:pt x="9267440" y="531738"/>
                </a:lnTo>
                <a:lnTo>
                  <a:pt x="9276935" y="531738"/>
                </a:lnTo>
                <a:lnTo>
                  <a:pt x="9286430" y="531738"/>
                </a:lnTo>
                <a:lnTo>
                  <a:pt x="9295926" y="512747"/>
                </a:lnTo>
                <a:lnTo>
                  <a:pt x="9305421" y="512747"/>
                </a:lnTo>
                <a:lnTo>
                  <a:pt x="9314917" y="512747"/>
                </a:lnTo>
                <a:lnTo>
                  <a:pt x="9324412" y="503252"/>
                </a:lnTo>
                <a:lnTo>
                  <a:pt x="9333907" y="503252"/>
                </a:lnTo>
                <a:lnTo>
                  <a:pt x="9343403" y="493757"/>
                </a:lnTo>
                <a:lnTo>
                  <a:pt x="9352897" y="484261"/>
                </a:lnTo>
                <a:lnTo>
                  <a:pt x="9362393" y="493757"/>
                </a:lnTo>
                <a:lnTo>
                  <a:pt x="9371889" y="493757"/>
                </a:lnTo>
                <a:lnTo>
                  <a:pt x="9381384" y="484261"/>
                </a:lnTo>
                <a:lnTo>
                  <a:pt x="9390879" y="493757"/>
                </a:lnTo>
                <a:lnTo>
                  <a:pt x="9400374" y="493757"/>
                </a:lnTo>
                <a:lnTo>
                  <a:pt x="9409870" y="503252"/>
                </a:lnTo>
                <a:lnTo>
                  <a:pt x="9419365" y="493757"/>
                </a:lnTo>
                <a:lnTo>
                  <a:pt x="9428860" y="493757"/>
                </a:lnTo>
                <a:lnTo>
                  <a:pt x="9438356" y="503252"/>
                </a:lnTo>
                <a:lnTo>
                  <a:pt x="9447851" y="512747"/>
                </a:lnTo>
                <a:lnTo>
                  <a:pt x="9457346" y="512747"/>
                </a:lnTo>
                <a:lnTo>
                  <a:pt x="9466842" y="531738"/>
                </a:lnTo>
                <a:lnTo>
                  <a:pt x="9476337" y="522242"/>
                </a:lnTo>
                <a:lnTo>
                  <a:pt x="9485833" y="541233"/>
                </a:lnTo>
                <a:lnTo>
                  <a:pt x="9495327" y="550728"/>
                </a:lnTo>
                <a:lnTo>
                  <a:pt x="9504823" y="550728"/>
                </a:lnTo>
                <a:lnTo>
                  <a:pt x="9514319" y="569719"/>
                </a:lnTo>
                <a:lnTo>
                  <a:pt x="9523813" y="569719"/>
                </a:lnTo>
                <a:lnTo>
                  <a:pt x="9533309" y="569719"/>
                </a:lnTo>
                <a:lnTo>
                  <a:pt x="9542804" y="579214"/>
                </a:lnTo>
                <a:lnTo>
                  <a:pt x="9552300" y="579214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598205"/>
                </a:lnTo>
                <a:lnTo>
                  <a:pt x="9609272" y="598205"/>
                </a:lnTo>
                <a:lnTo>
                  <a:pt x="9618767" y="598205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17196"/>
                </a:lnTo>
                <a:lnTo>
                  <a:pt x="9666243" y="607700"/>
                </a:lnTo>
                <a:lnTo>
                  <a:pt x="9675739" y="617196"/>
                </a:lnTo>
                <a:lnTo>
                  <a:pt x="9685234" y="607700"/>
                </a:lnTo>
                <a:lnTo>
                  <a:pt x="9694729" y="617196"/>
                </a:lnTo>
              </a:path>
            </a:pathLst>
          </a:custGeom>
          <a:noFill/>
          <a:ln w="28575" cap="flat" cmpd="sng" algn="ctr">
            <a:solidFill>
              <a:srgbClr val="E40D0D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175C13-D2B2-E8D5-32B0-7BC120B60570}"/>
              </a:ext>
            </a:extLst>
          </p:cNvPr>
          <p:cNvSpPr/>
          <p:nvPr/>
        </p:nvSpPr>
        <p:spPr>
          <a:xfrm>
            <a:off x="6484144" y="10506075"/>
            <a:ext cx="4218136" cy="377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5FF8D-4301-A748-5E53-4A1C9A0D248E}"/>
              </a:ext>
            </a:extLst>
          </p:cNvPr>
          <p:cNvSpPr txBox="1"/>
          <p:nvPr/>
        </p:nvSpPr>
        <p:spPr>
          <a:xfrm>
            <a:off x="6308147" y="10688320"/>
            <a:ext cx="526106" cy="292387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99DFA906-BF9C-4A7F-8FA2-6AA0FFCC88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886529"/>
              </p:ext>
            </p:extLst>
          </p:nvPr>
        </p:nvGraphicFramePr>
        <p:xfrm>
          <a:off x="7612502" y="6571498"/>
          <a:ext cx="3618000" cy="401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78" name="Group 77">
            <a:extLst>
              <a:ext uri="{FF2B5EF4-FFF2-40B4-BE49-F238E27FC236}">
                <a16:creationId xmlns:a16="http://schemas.microsoft.com/office/drawing/2014/main" id="{8018DC1E-4E46-2E2C-9280-B4ABDC3C491D}"/>
              </a:ext>
            </a:extLst>
          </p:cNvPr>
          <p:cNvGrpSpPr/>
          <p:nvPr/>
        </p:nvGrpSpPr>
        <p:grpSpPr>
          <a:xfrm>
            <a:off x="10100890" y="6832923"/>
            <a:ext cx="940457" cy="3283329"/>
            <a:chOff x="10150475" y="6686963"/>
            <a:chExt cx="940457" cy="3283329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726EDDC8-CE80-0BE3-B587-EEFE95C8123B}"/>
                </a:ext>
              </a:extLst>
            </p:cNvPr>
            <p:cNvSpPr/>
            <p:nvPr/>
          </p:nvSpPr>
          <p:spPr>
            <a:xfrm>
              <a:off x="11010047" y="736202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BD64F3CC-DF84-1287-767D-BDD4DBDBDFA1}"/>
                </a:ext>
              </a:extLst>
            </p:cNvPr>
            <p:cNvSpPr/>
            <p:nvPr/>
          </p:nvSpPr>
          <p:spPr>
            <a:xfrm>
              <a:off x="11010047" y="740933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DD806750-9999-A40F-BB0D-5E6F26BEBA10}"/>
                </a:ext>
              </a:extLst>
            </p:cNvPr>
            <p:cNvSpPr/>
            <p:nvPr/>
          </p:nvSpPr>
          <p:spPr>
            <a:xfrm>
              <a:off x="11010047" y="704939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AB7A09AF-321E-1C94-CE4B-6BA96C290B5D}"/>
                </a:ext>
              </a:extLst>
            </p:cNvPr>
            <p:cNvSpPr/>
            <p:nvPr/>
          </p:nvSpPr>
          <p:spPr>
            <a:xfrm>
              <a:off x="11010047" y="715011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694C8CAF-9259-9560-ACDE-D3246E234266}"/>
                </a:ext>
              </a:extLst>
            </p:cNvPr>
            <p:cNvSpPr/>
            <p:nvPr/>
          </p:nvSpPr>
          <p:spPr>
            <a:xfrm>
              <a:off x="11010047" y="692129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D51AB9C8-496B-8371-532B-DF5E12100CC3}"/>
                </a:ext>
              </a:extLst>
            </p:cNvPr>
            <p:cNvSpPr/>
            <p:nvPr/>
          </p:nvSpPr>
          <p:spPr>
            <a:xfrm>
              <a:off x="11010047" y="7207490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41E16D9D-A124-BE39-1F9E-1CE541D4C044}"/>
                </a:ext>
              </a:extLst>
            </p:cNvPr>
            <p:cNvSpPr/>
            <p:nvPr/>
          </p:nvSpPr>
          <p:spPr>
            <a:xfrm>
              <a:off x="11010047" y="749431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3DDC8FEA-6111-E90B-41C1-2455EA17E636}"/>
                </a:ext>
              </a:extLst>
            </p:cNvPr>
            <p:cNvSpPr/>
            <p:nvPr/>
          </p:nvSpPr>
          <p:spPr>
            <a:xfrm>
              <a:off x="11010047" y="759304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186D003C-C260-D33C-A2BE-4F7AD2B90945}"/>
                </a:ext>
              </a:extLst>
            </p:cNvPr>
            <p:cNvSpPr/>
            <p:nvPr/>
          </p:nvSpPr>
          <p:spPr>
            <a:xfrm>
              <a:off x="11010047" y="769177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950CC6BC-CFE6-D03A-70F7-9D45D00819C1}"/>
                </a:ext>
              </a:extLst>
            </p:cNvPr>
            <p:cNvSpPr/>
            <p:nvPr/>
          </p:nvSpPr>
          <p:spPr>
            <a:xfrm>
              <a:off x="11010047" y="778113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43E2636E-3108-CFE9-0F3F-3CB7586C3BBC}"/>
                </a:ext>
              </a:extLst>
            </p:cNvPr>
            <p:cNvSpPr/>
            <p:nvPr/>
          </p:nvSpPr>
          <p:spPr>
            <a:xfrm>
              <a:off x="11008738" y="789177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7" name="Isosceles Triangle 46">
              <a:extLst>
                <a:ext uri="{FF2B5EF4-FFF2-40B4-BE49-F238E27FC236}">
                  <a16:creationId xmlns:a16="http://schemas.microsoft.com/office/drawing/2014/main" id="{74206572-7936-C143-5C90-23E8FC724374}"/>
                </a:ext>
              </a:extLst>
            </p:cNvPr>
            <p:cNvSpPr/>
            <p:nvPr/>
          </p:nvSpPr>
          <p:spPr>
            <a:xfrm>
              <a:off x="11008738" y="796668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EF08D33C-F80B-8253-16C4-A945D32E2E44}"/>
                </a:ext>
              </a:extLst>
            </p:cNvPr>
            <p:cNvSpPr/>
            <p:nvPr/>
          </p:nvSpPr>
          <p:spPr>
            <a:xfrm>
              <a:off x="11008738" y="806084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49368BD0-00FC-E37D-89D9-C94393293D00}"/>
                </a:ext>
              </a:extLst>
            </p:cNvPr>
            <p:cNvSpPr/>
            <p:nvPr/>
          </p:nvSpPr>
          <p:spPr>
            <a:xfrm>
              <a:off x="11008738" y="8141840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F792AD7E-6EE1-1546-D6B4-E5D440B727FE}"/>
                </a:ext>
              </a:extLst>
            </p:cNvPr>
            <p:cNvSpPr/>
            <p:nvPr/>
          </p:nvSpPr>
          <p:spPr>
            <a:xfrm>
              <a:off x="11008738" y="8231478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4CE5D521-F714-AB89-99C7-630ECFA61D08}"/>
                </a:ext>
              </a:extLst>
            </p:cNvPr>
            <p:cNvSpPr/>
            <p:nvPr/>
          </p:nvSpPr>
          <p:spPr>
            <a:xfrm>
              <a:off x="11010882" y="833848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7" name="Isosceles Triangle 56">
              <a:extLst>
                <a:ext uri="{FF2B5EF4-FFF2-40B4-BE49-F238E27FC236}">
                  <a16:creationId xmlns:a16="http://schemas.microsoft.com/office/drawing/2014/main" id="{35A05548-236A-D985-60D8-93F4B9E309C2}"/>
                </a:ext>
              </a:extLst>
            </p:cNvPr>
            <p:cNvSpPr/>
            <p:nvPr/>
          </p:nvSpPr>
          <p:spPr>
            <a:xfrm>
              <a:off x="11008738" y="840993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2A21E31-BA47-E231-4532-7356F7433538}"/>
                </a:ext>
              </a:extLst>
            </p:cNvPr>
            <p:cNvSpPr/>
            <p:nvPr/>
          </p:nvSpPr>
          <p:spPr>
            <a:xfrm>
              <a:off x="11008738" y="850933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02CA1E2B-EC06-DD68-C8FF-8CD88B5C0862}"/>
                </a:ext>
              </a:extLst>
            </p:cNvPr>
            <p:cNvSpPr/>
            <p:nvPr/>
          </p:nvSpPr>
          <p:spPr>
            <a:xfrm>
              <a:off x="11008738" y="860710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858C02DD-C115-AE47-3F5D-99F3119B09F6}"/>
                </a:ext>
              </a:extLst>
            </p:cNvPr>
            <p:cNvSpPr/>
            <p:nvPr/>
          </p:nvSpPr>
          <p:spPr>
            <a:xfrm>
              <a:off x="11008738" y="870481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E45E37FF-A388-7EFC-DD0B-5890FDDA5C98}"/>
                </a:ext>
              </a:extLst>
            </p:cNvPr>
            <p:cNvSpPr/>
            <p:nvPr/>
          </p:nvSpPr>
          <p:spPr>
            <a:xfrm>
              <a:off x="11008738" y="8797734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47C160AB-D5C5-88FF-3A45-C3EDA1825A4D}"/>
                </a:ext>
              </a:extLst>
            </p:cNvPr>
            <p:cNvSpPr/>
            <p:nvPr/>
          </p:nvSpPr>
          <p:spPr>
            <a:xfrm>
              <a:off x="11008738" y="8900675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5DEA53A-6E8F-DD56-6012-0F931BF49D04}"/>
                </a:ext>
              </a:extLst>
            </p:cNvPr>
            <p:cNvCxnSpPr/>
            <p:nvPr/>
          </p:nvCxnSpPr>
          <p:spPr>
            <a:xfrm>
              <a:off x="10150475" y="6686963"/>
              <a:ext cx="0" cy="3283329"/>
            </a:xfrm>
            <a:prstGeom prst="line">
              <a:avLst/>
            </a:prstGeom>
            <a:ln w="6350">
              <a:solidFill>
                <a:srgbClr val="156082">
                  <a:alpha val="2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Isosceles Triangle 63">
              <a:extLst>
                <a:ext uri="{FF2B5EF4-FFF2-40B4-BE49-F238E27FC236}">
                  <a16:creationId xmlns:a16="http://schemas.microsoft.com/office/drawing/2014/main" id="{B9BC0EE8-CB8F-2103-7BAD-10CC6C6CF228}"/>
                </a:ext>
              </a:extLst>
            </p:cNvPr>
            <p:cNvSpPr/>
            <p:nvPr/>
          </p:nvSpPr>
          <p:spPr>
            <a:xfrm>
              <a:off x="11008738" y="8974500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DB126B04-1194-55C8-0A40-EF7CACD7A2E1}"/>
                </a:ext>
              </a:extLst>
            </p:cNvPr>
            <p:cNvSpPr/>
            <p:nvPr/>
          </p:nvSpPr>
          <p:spPr>
            <a:xfrm>
              <a:off x="11008738" y="9070227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B7957594-23EA-C62B-5D1D-821F733C853C}"/>
                </a:ext>
              </a:extLst>
            </p:cNvPr>
            <p:cNvSpPr/>
            <p:nvPr/>
          </p:nvSpPr>
          <p:spPr>
            <a:xfrm>
              <a:off x="11008738" y="9157889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7" name="Isosceles Triangle 66">
              <a:extLst>
                <a:ext uri="{FF2B5EF4-FFF2-40B4-BE49-F238E27FC236}">
                  <a16:creationId xmlns:a16="http://schemas.microsoft.com/office/drawing/2014/main" id="{B3BAD2C5-2C96-5541-E216-7875D436758C}"/>
                </a:ext>
              </a:extLst>
            </p:cNvPr>
            <p:cNvSpPr/>
            <p:nvPr/>
          </p:nvSpPr>
          <p:spPr>
            <a:xfrm>
              <a:off x="11008738" y="9260101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F79C1056-8303-7B1F-316A-8E43B2A6EFB6}"/>
                </a:ext>
              </a:extLst>
            </p:cNvPr>
            <p:cNvSpPr/>
            <p:nvPr/>
          </p:nvSpPr>
          <p:spPr>
            <a:xfrm>
              <a:off x="11008738" y="9361396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149F7BB8-3CE4-9501-9877-FD33E8A2DD3D}"/>
                </a:ext>
              </a:extLst>
            </p:cNvPr>
            <p:cNvSpPr/>
            <p:nvPr/>
          </p:nvSpPr>
          <p:spPr>
            <a:xfrm>
              <a:off x="11008738" y="9465962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365032CD-BFD1-0AC4-1985-7BF2AC86C2C8}"/>
                </a:ext>
              </a:extLst>
            </p:cNvPr>
            <p:cNvSpPr/>
            <p:nvPr/>
          </p:nvSpPr>
          <p:spPr>
            <a:xfrm>
              <a:off x="11008738" y="9567313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B3DA4C2F-F6B2-4237-82E2-60D96287D6DB}"/>
                </a:ext>
              </a:extLst>
            </p:cNvPr>
            <p:cNvSpPr/>
            <p:nvPr/>
          </p:nvSpPr>
          <p:spPr>
            <a:xfrm>
              <a:off x="11008738" y="9633180"/>
              <a:ext cx="80050" cy="71453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7531F18-1CA8-AB8F-38B3-3DCFF7A5AE10}"/>
              </a:ext>
            </a:extLst>
          </p:cNvPr>
          <p:cNvGrpSpPr/>
          <p:nvPr/>
        </p:nvGrpSpPr>
        <p:grpSpPr>
          <a:xfrm>
            <a:off x="8408153" y="6543002"/>
            <a:ext cx="2910993" cy="384621"/>
            <a:chOff x="8549054" y="6454002"/>
            <a:chExt cx="2910993" cy="384621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DADD703-9509-F44B-155C-98BA4EC0D0A7}"/>
                </a:ext>
              </a:extLst>
            </p:cNvPr>
            <p:cNvSpPr/>
            <p:nvPr/>
          </p:nvSpPr>
          <p:spPr>
            <a:xfrm>
              <a:off x="8894989" y="6657864"/>
              <a:ext cx="85150" cy="75070"/>
            </a:xfrm>
            <a:prstGeom prst="ellipse">
              <a:avLst/>
            </a:prstGeom>
            <a:noFill/>
            <a:ln w="9525"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4739ABBE-D43F-6B81-46B1-F9D706C73F90}"/>
                </a:ext>
              </a:extLst>
            </p:cNvPr>
            <p:cNvSpPr/>
            <p:nvPr/>
          </p:nvSpPr>
          <p:spPr>
            <a:xfrm>
              <a:off x="8894989" y="6534155"/>
              <a:ext cx="85150" cy="75302"/>
            </a:xfrm>
            <a:prstGeom prst="triangle">
              <a:avLst/>
            </a:prstGeom>
            <a:solidFill>
              <a:srgbClr val="E40D0D"/>
            </a:solidFill>
            <a:ln>
              <a:solidFill>
                <a:srgbClr val="E40D0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EB3A621-9E02-BEED-DB74-8145A8720458}"/>
                </a:ext>
              </a:extLst>
            </p:cNvPr>
            <p:cNvGrpSpPr/>
            <p:nvPr/>
          </p:nvGrpSpPr>
          <p:grpSpPr>
            <a:xfrm>
              <a:off x="8549054" y="6454002"/>
              <a:ext cx="2910993" cy="384621"/>
              <a:chOff x="8587914" y="6448684"/>
              <a:chExt cx="2910993" cy="384621"/>
            </a:xfrm>
          </p:grpSpPr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83F72E-06F2-878F-08F7-2F24D6BFA526}"/>
                  </a:ext>
                </a:extLst>
              </p:cNvPr>
              <p:cNvSpPr txBox="1"/>
              <p:nvPr/>
            </p:nvSpPr>
            <p:spPr>
              <a:xfrm>
                <a:off x="8587914" y="6571695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Confirmed Se-PS-NPs peaks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5A35A45-331C-F53C-1D82-40FE3DCD62EF}"/>
                  </a:ext>
                </a:extLst>
              </p:cNvPr>
              <p:cNvSpPr txBox="1"/>
              <p:nvPr/>
            </p:nvSpPr>
            <p:spPr>
              <a:xfrm>
                <a:off x="8654781" y="6448684"/>
                <a:ext cx="28441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1050" dirty="0">
                    <a:latin typeface="Avenir LT Std 45 Book" panose="020B0502020203020204" pitchFamily="34" charset="0"/>
                  </a:rPr>
                  <a:t>Unconfirmed Se-PS-NPs peaks</a:t>
                </a: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C76A6749-9D8C-4BE4-D8D4-2CDB35C89691}"/>
              </a:ext>
            </a:extLst>
          </p:cNvPr>
          <p:cNvSpPr/>
          <p:nvPr/>
        </p:nvSpPr>
        <p:spPr>
          <a:xfrm>
            <a:off x="6523352" y="12672892"/>
            <a:ext cx="5757239" cy="606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3352018-7DB2-87CA-F0C3-9CA8F4E41DF3}"/>
              </a:ext>
            </a:extLst>
          </p:cNvPr>
          <p:cNvSpPr txBox="1"/>
          <p:nvPr/>
        </p:nvSpPr>
        <p:spPr>
          <a:xfrm>
            <a:off x="6313992" y="13063117"/>
            <a:ext cx="539255" cy="292388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venir LT Std 45 Book" panose="020B050202020302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299747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89588</TotalTime>
  <Words>2175</Words>
  <Application>Microsoft Office PowerPoint</Application>
  <PresentationFormat>Custom</PresentationFormat>
  <Paragraphs>227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LT Std 45 Book</vt:lpstr>
      <vt:lpstr>Avenir LT Std 65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</dc:creator>
  <cp:lastModifiedBy>Frank Li</cp:lastModifiedBy>
  <cp:revision>154</cp:revision>
  <cp:lastPrinted>2026-09-16T15:11:06Z</cp:lastPrinted>
  <dcterms:created xsi:type="dcterms:W3CDTF">2025-04-22T16:45:17Z</dcterms:created>
  <dcterms:modified xsi:type="dcterms:W3CDTF">2026-09-17T02:32:42Z</dcterms:modified>
</cp:coreProperties>
</file>